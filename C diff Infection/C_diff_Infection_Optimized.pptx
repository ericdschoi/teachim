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rawings/drawing1.xml" ContentType="application/vnd.openxmlformats-officedocument.drawingml.chartshap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EAEAEA"/>
    <a:srgbClr val="C08340"/>
    <a:srgbClr val="DA65DD"/>
    <a:srgbClr val="F6C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7321" autoAdjust="0"/>
  </p:normalViewPr>
  <p:slideViewPr>
    <p:cSldViewPr snapToGrid="0">
      <p:cViewPr varScale="1">
        <p:scale>
          <a:sx n="88" d="100"/>
          <a:sy n="88" d="100"/>
        </p:scale>
        <p:origin x="14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200-43BA-A638-842EA484C398}"/>
              </c:ext>
            </c:extLst>
          </c:dPt>
          <c:dPt>
            <c:idx val="1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8200-43BA-A638-842EA484C398}"/>
              </c:ext>
            </c:extLst>
          </c:dPt>
          <c:cat>
            <c:strRef>
              <c:f>Sheet1!$A$2:$A$3</c:f>
              <c:strCache>
                <c:ptCount val="2"/>
                <c:pt idx="0">
                  <c:v>Community acquired</c:v>
                </c:pt>
                <c:pt idx="1">
                  <c:v>Hospital acquired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</c:v>
                </c:pt>
                <c:pt idx="1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00-43BA-A638-842EA484C3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0.49033</cdr:x>
      <cdr:y>0.29783</cdr:y>
    </cdr:from>
    <cdr:to>
      <cdr:x>0.88804</cdr:x>
      <cdr:y>0.67493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AC0F238C-7ED8-45DA-8444-479F0BCE28D4}"/>
            </a:ext>
          </a:extLst>
        </cdr:cNvPr>
        <cdr:cNvSpPr txBox="1"/>
      </cdr:nvSpPr>
      <cdr:spPr>
        <a:xfrm xmlns:a="http://schemas.openxmlformats.org/drawingml/2006/main">
          <a:off x="1445838" y="720404"/>
          <a:ext cx="1172705" cy="91212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en-US" sz="1600" dirty="0">
              <a:solidFill>
                <a:schemeClr val="tx1"/>
              </a:solidFill>
            </a:rPr>
            <a:t>Community  acquired</a:t>
          </a:r>
        </a:p>
        <a:p xmlns:a="http://schemas.openxmlformats.org/drawingml/2006/main">
          <a:pPr algn="ctr"/>
          <a:r>
            <a:rPr lang="en-US" sz="1600" dirty="0">
              <a:solidFill>
                <a:schemeClr val="tx1"/>
              </a:solidFill>
            </a:rPr>
            <a:t>CDI</a:t>
          </a:r>
        </a:p>
      </cdr:txBody>
    </cdr:sp>
  </cdr:relSizeAnchor>
  <cdr:relSizeAnchor xmlns:cdr="http://schemas.openxmlformats.org/drawingml/2006/chartDrawing">
    <cdr:from>
      <cdr:x>0.16653</cdr:x>
      <cdr:y>0.38615</cdr:y>
    </cdr:from>
    <cdr:to>
      <cdr:x>0.4752</cdr:x>
      <cdr:y>0.76457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D9D6D453-181E-4DB4-B366-9608103F52D5}"/>
            </a:ext>
          </a:extLst>
        </cdr:cNvPr>
        <cdr:cNvSpPr txBox="1"/>
      </cdr:nvSpPr>
      <cdr:spPr>
        <a:xfrm xmlns:a="http://schemas.openxmlformats.org/drawingml/2006/main">
          <a:off x="491030" y="934024"/>
          <a:ext cx="910193" cy="91533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600" dirty="0">
              <a:solidFill>
                <a:schemeClr val="tx1"/>
              </a:solidFill>
            </a:rPr>
            <a:t>Hospital acquired</a:t>
          </a:r>
        </a:p>
        <a:p xmlns:a="http://schemas.openxmlformats.org/drawingml/2006/main">
          <a:pPr algn="ctr"/>
          <a:r>
            <a:rPr lang="en-US" sz="1600" dirty="0">
              <a:solidFill>
                <a:schemeClr val="tx1"/>
              </a:solidFill>
            </a:rPr>
            <a:t>CDI </a:t>
          </a:r>
        </a:p>
      </cdr:txBody>
    </cdr:sp>
  </cdr:relSizeAnchor>
</c:userShape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247CE-3CA5-4313-8D91-55F22BDFA5F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231FD-DF3A-4EB2-B553-210BC178B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65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patients with symptoms suggestive of active CDI should be tests – 3 or more unformed stools in 24 h, or in patients with ileus with concern for C. diff</a:t>
            </a:r>
          </a:p>
          <a:p>
            <a:r>
              <a:rPr lang="en-US" dirty="0"/>
              <a:t>Colonization with C. diff is common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231FD-DF3A-4EB2-B553-210BC178B5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64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IDSA guidelines – do not repeat stool tests within 7 days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231FD-DF3A-4EB2-B553-210BC178B55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77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check C. diff for resolution/ clearance of infection. </a:t>
            </a:r>
          </a:p>
          <a:p>
            <a:r>
              <a:rPr lang="en-US" dirty="0"/>
              <a:t>Persistent shedding of C. diff can occur in 56% of patients with resolution of diarrhea.</a:t>
            </a:r>
          </a:p>
          <a:p>
            <a:r>
              <a:rPr lang="en-US" dirty="0"/>
              <a:t>New onset post infection IBS is common in up to 25% of patients</a:t>
            </a:r>
          </a:p>
          <a:p>
            <a:endParaRPr lang="en-US" dirty="0"/>
          </a:p>
          <a:p>
            <a:r>
              <a:rPr lang="en-US" dirty="0"/>
              <a:t>IDSA/SHEA 2021 Focused update suggests fidaxomicin as initial treatment </a:t>
            </a:r>
          </a:p>
          <a:p>
            <a:r>
              <a:rPr lang="en-US" dirty="0"/>
              <a:t>IDSA/SHEA 2021 focused update suggests fidaxomicin (standard or extended-pulsed regimen) &gt; standard course of vancomycin. Vancomycin in a tapered and pulsed regimen or vancomycin as a standard course are acceptable alternatives for first CDI recurrence. Multiple recurrences, vancomycin in tapered and pulsed regimen, vancomycin followed by </a:t>
            </a:r>
            <a:r>
              <a:rPr lang="en-US" dirty="0" err="1"/>
              <a:t>rifaxmin</a:t>
            </a:r>
            <a:r>
              <a:rPr lang="en-US" dirty="0"/>
              <a:t>, FMT are options in addition to fidaxomicin</a:t>
            </a:r>
          </a:p>
          <a:p>
            <a:r>
              <a:rPr lang="en-US" dirty="0"/>
              <a:t>ACG 2021 update suggests tapering/pulse dosed vancomycin for patients experiencing first recurrence. OR fidaxomicin fi they experience first recurrence after vancomycin or metronidazole. </a:t>
            </a:r>
          </a:p>
          <a:p>
            <a:r>
              <a:rPr lang="en-US" dirty="0"/>
              <a:t>ACG 2021 suggests 2</a:t>
            </a:r>
            <a:r>
              <a:rPr lang="en-US" baseline="30000" dirty="0"/>
              <a:t>nd</a:t>
            </a:r>
            <a:r>
              <a:rPr lang="en-US" dirty="0"/>
              <a:t> or later recurrences be treated with FMT.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231FD-DF3A-4EB2-B553-210BC178B5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54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role for probiotics in primary prevention or secondary prevention.</a:t>
            </a:r>
          </a:p>
          <a:p>
            <a:pPr marL="171450" indent="-171450">
              <a:buFontTx/>
              <a:buChar char="-"/>
            </a:pPr>
            <a:r>
              <a:rPr lang="en-US" dirty="0"/>
              <a:t>Cautious use in immunocompromised patients and critically ill patients </a:t>
            </a:r>
          </a:p>
          <a:p>
            <a:pPr marL="171450" indent="-171450">
              <a:buFontTx/>
              <a:buChar char="-"/>
            </a:pPr>
            <a:r>
              <a:rPr lang="en-US" dirty="0"/>
              <a:t>May actually impede recolonization of the colon after antibiotic courses</a:t>
            </a:r>
          </a:p>
          <a:p>
            <a:pPr marL="171450" indent="-171450">
              <a:buFontTx/>
              <a:buChar char="-"/>
            </a:pPr>
            <a:r>
              <a:rPr lang="en-US" dirty="0"/>
              <a:t>Patients who receive additional antibiotics during the 60-day follow-up after a nosocomial CDI are at nearly 5 times the risk of developing a subsequent recurrence, and when combined with age 65 years or older and history of severe CDI, the risk of recurrence after antibiotics is as high as 87%.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231FD-DF3A-4EB2-B553-210BC178B55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38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231FD-DF3A-4EB2-B553-210BC178B55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0196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D8863-32FA-4386-9834-CE6D01E8F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643A3-28A4-431E-83E0-944566B63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A188E-FD6E-442F-8EAE-4F0B03215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25747-D175-452A-933F-90FE8E29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8A2FF-19DF-413F-8355-79B105226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81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B091-6986-4885-9BBF-FF6EFCB85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B5E3F-399C-4F4D-B886-098AB2C78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C11A2-435A-487D-A6C3-AA23C3960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B3B3B-8E6B-4EB4-A52E-21519A924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CFCD0-1F9F-4786-A4D9-619E5FD7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14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5CD62-92EA-47C6-AB16-003E359C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0B169-E0AE-419D-BD78-D92DCEE1D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E3FBC-33B8-47A1-BC21-CE72BA1CF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CF89A-140F-4796-B2C3-ADC73F750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C7AA0-032B-43D0-90FF-4AE582B1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53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D26F-E0B1-4C8F-9F42-2E24D7E8C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E9D9A-F5AE-413B-A6EC-7219546F4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7140F-FDDB-4CDC-8674-52A79CCD4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C0AD3-A364-407F-B7A3-E08F7D367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3C8BE-7E0D-4001-893A-2417F3476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F0EE2-3BD8-472A-95F1-6E1BA434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0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4F8C-98FC-43F1-B365-1876B21C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6C0DD-1D9E-48BD-A466-8A25B9EE1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9EBC76-7753-4F58-9E20-9DEA83BA7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D7072C-FE58-4C56-A9C8-88E84FA07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5D35E9-64A0-4433-AB7C-2AC24BA10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544C6-E2D0-4AEC-B762-66C4ACF97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5AE11-CF69-4F12-B0AB-D10344D3C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CD2D8F-8056-40B3-82BF-28434322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5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47FA-C742-403F-A520-2F3B2D4D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4474BD-1479-40A2-B82E-2AF23479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6EE825-6ED6-4F14-8336-1591B8B1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559A72-D6F0-4FCC-BD1D-EBCC6597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3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37866-DC24-401C-AEF7-7D821B3F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08D8B-A666-4A7A-B84A-6131D5C4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0D5ED-1471-424E-B4B7-A86856E8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8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0625-2C5C-4771-8791-E9AF60E6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4D8FE-69A9-4E5D-9369-E2382F2D9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D323B-3393-448C-BFA0-B1DA13AB2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8B0F0-7BCB-4C56-B469-AD62FF0A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00E15-9974-4F3E-915F-C9504286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26A36-8B32-4621-8260-28BFD6EC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2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0436B-D950-43BE-B719-241DD12A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38011-FDA6-4C3B-9CA0-4EBDEA692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5BCFC-59FE-4E9F-BF35-B344B5F07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60978-F26A-4CEB-A856-AE81DC94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C413F-1DB0-4815-A88F-D85AE477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28CD7-3CAA-4C50-8923-E42791823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8A9A-E75F-4AF4-BA50-973EFF2D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7FB01-A339-4ECB-98E8-D80034ABC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C3CA0-4261-40CF-8B42-B770C43F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0B0B4-5BC0-4FAD-8910-EEFB5520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4DD56-E010-4804-8081-3438680F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51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F2275D-D9BA-4559-A8BB-0F923FC6C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CFCBB-3BBD-45D5-88BC-7E10F506C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2DCFA-E6A3-405E-8F3C-CA0B8D8C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DE6EF-3284-4334-A122-5F1E64A3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005E1-03DB-4F02-B634-9B30234C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98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ED3F-142B-4B3D-BEC6-B95C07A3D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5D188-4D02-46AC-8F24-C9477F865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CBB22-9337-414B-B662-D2C89E3FE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4FD69-9B70-42AE-99B8-166BB8A40E09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AC669-C84E-41BA-8E07-BBDB57094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EE8D1-8855-49DE-B939-0030E3CD6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A5AA6-F819-4292-8DD4-D121623A6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3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" Target="slide2.xml"/><Relationship Id="rId8" Type="http://schemas.openxmlformats.org/officeDocument/2006/relationships/slide" Target="slide5.xml"/><Relationship Id="rId9" Type="http://schemas.openxmlformats.org/officeDocument/2006/relationships/chart" Target="../charts/chart1.xml"/><Relationship Id="rId10" Type="http://schemas.openxmlformats.org/officeDocument/2006/relationships/slide" Target="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1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3.xml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2.xml"/><Relationship Id="rId8" Type="http://schemas.openxmlformats.org/officeDocument/2006/relationships/slide" Target="slide5.xml"/><Relationship Id="rId9" Type="http://schemas.openxmlformats.org/officeDocument/2006/relationships/slide" Target="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2.xml"/><Relationship Id="rId8" Type="http://schemas.openxmlformats.org/officeDocument/2006/relationships/slide" Target="slide5.xml"/><Relationship Id="rId9" Type="http://schemas.openxmlformats.org/officeDocument/2006/relationships/slide" Target="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2.xml"/><Relationship Id="rId8" Type="http://schemas.openxmlformats.org/officeDocument/2006/relationships/slide" Target="slide5.xml"/><Relationship Id="rId9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slide" Target="slide2.xml"/><Relationship Id="rId9" Type="http://schemas.openxmlformats.org/officeDocument/2006/relationships/slide" Target="slide5.xml"/><Relationship Id="rId10" Type="http://schemas.openxmlformats.org/officeDocument/2006/relationships/slide" Target="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hlinkClick r:id="rId3" action="ppaction://hlinksldjump"/>
            <a:extLst>
              <a:ext uri="{FF2B5EF4-FFF2-40B4-BE49-F238E27FC236}">
                <a16:creationId xmlns:a16="http://schemas.microsoft.com/office/drawing/2014/main" id="{D5FE2B9B-2FEC-48A6-B1F1-896C05FD0840}"/>
              </a:ext>
            </a:extLst>
          </p:cNvPr>
          <p:cNvSpPr/>
          <p:nvPr/>
        </p:nvSpPr>
        <p:spPr>
          <a:xfrm>
            <a:off x="188844" y="1080054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5" name="Rectangle: Rounded Corners 4">
            <a:hlinkClick r:id="rId4" action="ppaction://hlinksldjump"/>
            <a:extLst>
              <a:ext uri="{FF2B5EF4-FFF2-40B4-BE49-F238E27FC236}">
                <a16:creationId xmlns:a16="http://schemas.microsoft.com/office/drawing/2014/main" id="{0B30477C-F130-488D-8045-2A5212615B25}"/>
              </a:ext>
            </a:extLst>
          </p:cNvPr>
          <p:cNvSpPr/>
          <p:nvPr/>
        </p:nvSpPr>
        <p:spPr>
          <a:xfrm>
            <a:off x="188844" y="1519033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Treatment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1A70F8-DE19-4498-8D90-C0731B3CBEF6}"/>
              </a:ext>
            </a:extLst>
          </p:cNvPr>
          <p:cNvSpPr/>
          <p:nvPr/>
        </p:nvSpPr>
        <p:spPr>
          <a:xfrm>
            <a:off x="188844" y="217003"/>
            <a:ext cx="1321904" cy="31805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Epi and RF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AD46FE99-44A8-4F0D-97C7-FB9259DAC8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4974" y="1239080"/>
            <a:ext cx="291548" cy="291548"/>
          </a:xfrm>
          <a:prstGeom prst="rect">
            <a:avLst/>
          </a:prstGeom>
        </p:spPr>
      </p:pic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3BE9936A-4545-4FD9-A11D-D6249D75FE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4974" y="1678059"/>
            <a:ext cx="291548" cy="291548"/>
          </a:xfrm>
          <a:prstGeom prst="rect">
            <a:avLst/>
          </a:prstGeom>
        </p:spPr>
      </p:pic>
      <p:sp>
        <p:nvSpPr>
          <p:cNvPr id="11" name="Rectangle: Rounded Corners 10">
            <a:hlinkClick r:id="rId7" action="ppaction://hlinksldjump"/>
            <a:extLst>
              <a:ext uri="{FF2B5EF4-FFF2-40B4-BE49-F238E27FC236}">
                <a16:creationId xmlns:a16="http://schemas.microsoft.com/office/drawing/2014/main" id="{4E4ED947-52BB-41B4-8BCE-4ABA319EAE45}"/>
              </a:ext>
            </a:extLst>
          </p:cNvPr>
          <p:cNvSpPr/>
          <p:nvPr/>
        </p:nvSpPr>
        <p:spPr>
          <a:xfrm>
            <a:off x="188844" y="635276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6737E643-D5A0-44B4-8B22-6E39B6C0F6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4974" y="807555"/>
            <a:ext cx="291548" cy="291548"/>
          </a:xfrm>
          <a:prstGeom prst="rect">
            <a:avLst/>
          </a:prstGeom>
        </p:spPr>
      </p:pic>
      <p:sp>
        <p:nvSpPr>
          <p:cNvPr id="13" name="Rectangle: Rounded Corners 12">
            <a:hlinkClick r:id="rId8" action="ppaction://hlinksldjump"/>
            <a:extLst>
              <a:ext uri="{FF2B5EF4-FFF2-40B4-BE49-F238E27FC236}">
                <a16:creationId xmlns:a16="http://schemas.microsoft.com/office/drawing/2014/main" id="{26654E76-3E44-4140-B7FC-3345861E8B68}"/>
              </a:ext>
            </a:extLst>
          </p:cNvPr>
          <p:cNvSpPr/>
          <p:nvPr/>
        </p:nvSpPr>
        <p:spPr>
          <a:xfrm>
            <a:off x="188844" y="1969607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Prevention</a:t>
            </a:r>
          </a:p>
        </p:txBody>
      </p:sp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614C1F4A-DDBF-42DE-80F3-6C513378C1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4974" y="2122347"/>
            <a:ext cx="291548" cy="29154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02952B8-348A-46EC-9622-C8D17E07C19B}"/>
              </a:ext>
            </a:extLst>
          </p:cNvPr>
          <p:cNvGrpSpPr/>
          <p:nvPr/>
        </p:nvGrpSpPr>
        <p:grpSpPr>
          <a:xfrm>
            <a:off x="4700791" y="953329"/>
            <a:ext cx="3279599" cy="3237148"/>
            <a:chOff x="5028451" y="985168"/>
            <a:chExt cx="3279599" cy="3237148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3C9F3B6-4DBB-4030-A8B3-3FEE0E16CCB1}"/>
                </a:ext>
              </a:extLst>
            </p:cNvPr>
            <p:cNvSpPr/>
            <p:nvPr/>
          </p:nvSpPr>
          <p:spPr>
            <a:xfrm>
              <a:off x="5028451" y="985168"/>
              <a:ext cx="3279599" cy="3237148"/>
            </a:xfrm>
            <a:custGeom>
              <a:avLst/>
              <a:gdLst>
                <a:gd name="connsiteX0" fmla="*/ 301506 w 3302171"/>
                <a:gd name="connsiteY0" fmla="*/ 2331401 h 3157496"/>
                <a:gd name="connsiteX1" fmla="*/ 45028 w 3302171"/>
                <a:gd name="connsiteY1" fmla="*/ 2164133 h 3157496"/>
                <a:gd name="connsiteX2" fmla="*/ 123086 w 3302171"/>
                <a:gd name="connsiteY2" fmla="*/ 1874201 h 3157496"/>
                <a:gd name="connsiteX3" fmla="*/ 22725 w 3302171"/>
                <a:gd name="connsiteY3" fmla="*/ 1550815 h 3157496"/>
                <a:gd name="connsiteX4" fmla="*/ 89633 w 3302171"/>
                <a:gd name="connsiteY4" fmla="*/ 1260884 h 3157496"/>
                <a:gd name="connsiteX5" fmla="*/ 423 w 3302171"/>
                <a:gd name="connsiteY5" fmla="*/ 904045 h 3157496"/>
                <a:gd name="connsiteX6" fmla="*/ 134238 w 3302171"/>
                <a:gd name="connsiteY6" fmla="*/ 647567 h 3157496"/>
                <a:gd name="connsiteX7" fmla="*/ 67330 w 3302171"/>
                <a:gd name="connsiteY7" fmla="*/ 357635 h 3157496"/>
                <a:gd name="connsiteX8" fmla="*/ 111935 w 3302171"/>
                <a:gd name="connsiteY8" fmla="*/ 123459 h 3157496"/>
                <a:gd name="connsiteX9" fmla="*/ 390716 w 3302171"/>
                <a:gd name="connsiteY9" fmla="*/ 101157 h 3157496"/>
                <a:gd name="connsiteX10" fmla="*/ 758706 w 3302171"/>
                <a:gd name="connsiteY10" fmla="*/ 11947 h 3157496"/>
                <a:gd name="connsiteX11" fmla="*/ 1070940 w 3302171"/>
                <a:gd name="connsiteY11" fmla="*/ 101157 h 3157496"/>
                <a:gd name="connsiteX12" fmla="*/ 1372023 w 3302171"/>
                <a:gd name="connsiteY12" fmla="*/ 796 h 3157496"/>
                <a:gd name="connsiteX13" fmla="*/ 1907281 w 3302171"/>
                <a:gd name="connsiteY13" fmla="*/ 168064 h 3157496"/>
                <a:gd name="connsiteX14" fmla="*/ 2375633 w 3302171"/>
                <a:gd name="connsiteY14" fmla="*/ 11947 h 3157496"/>
                <a:gd name="connsiteX15" fmla="*/ 2531750 w 3302171"/>
                <a:gd name="connsiteY15" fmla="*/ 134611 h 3157496"/>
                <a:gd name="connsiteX16" fmla="*/ 2899740 w 3302171"/>
                <a:gd name="connsiteY16" fmla="*/ 56552 h 3157496"/>
                <a:gd name="connsiteX17" fmla="*/ 3200823 w 3302171"/>
                <a:gd name="connsiteY17" fmla="*/ 313030 h 3157496"/>
                <a:gd name="connsiteX18" fmla="*/ 3067008 w 3302171"/>
                <a:gd name="connsiteY18" fmla="*/ 681020 h 3157496"/>
                <a:gd name="connsiteX19" fmla="*/ 3301184 w 3302171"/>
                <a:gd name="connsiteY19" fmla="*/ 1049011 h 3157496"/>
                <a:gd name="connsiteX20" fmla="*/ 3156218 w 3302171"/>
                <a:gd name="connsiteY20" fmla="*/ 1316640 h 3157496"/>
                <a:gd name="connsiteX21" fmla="*/ 3290033 w 3302171"/>
                <a:gd name="connsiteY21" fmla="*/ 1628874 h 3157496"/>
                <a:gd name="connsiteX22" fmla="*/ 3044706 w 3302171"/>
                <a:gd name="connsiteY22" fmla="*/ 1896503 h 3157496"/>
                <a:gd name="connsiteX23" fmla="*/ 3100462 w 3302171"/>
                <a:gd name="connsiteY23" fmla="*/ 2219889 h 3157496"/>
                <a:gd name="connsiteX24" fmla="*/ 2922042 w 3302171"/>
                <a:gd name="connsiteY24" fmla="*/ 2532123 h 3157496"/>
                <a:gd name="connsiteX25" fmla="*/ 2453691 w 3302171"/>
                <a:gd name="connsiteY25" fmla="*/ 2532123 h 3157496"/>
                <a:gd name="connsiteX26" fmla="*/ 2241818 w 3302171"/>
                <a:gd name="connsiteY26" fmla="*/ 2766298 h 3157496"/>
                <a:gd name="connsiteX27" fmla="*/ 2186062 w 3302171"/>
                <a:gd name="connsiteY27" fmla="*/ 3022776 h 3157496"/>
                <a:gd name="connsiteX28" fmla="*/ 1896130 w 3302171"/>
                <a:gd name="connsiteY28" fmla="*/ 3156591 h 3157496"/>
                <a:gd name="connsiteX29" fmla="*/ 1706559 w 3302171"/>
                <a:gd name="connsiteY29" fmla="*/ 3056230 h 3157496"/>
                <a:gd name="connsiteX30" fmla="*/ 1617350 w 3302171"/>
                <a:gd name="connsiteY30" fmla="*/ 2632484 h 3157496"/>
                <a:gd name="connsiteX31" fmla="*/ 1985340 w 3302171"/>
                <a:gd name="connsiteY31" fmla="*/ 2275645 h 3157496"/>
                <a:gd name="connsiteX32" fmla="*/ 2420238 w 3302171"/>
                <a:gd name="connsiteY32" fmla="*/ 2175284 h 3157496"/>
                <a:gd name="connsiteX33" fmla="*/ 2542901 w 3302171"/>
                <a:gd name="connsiteY33" fmla="*/ 2008015 h 3157496"/>
                <a:gd name="connsiteX34" fmla="*/ 2554052 w 3302171"/>
                <a:gd name="connsiteY34" fmla="*/ 1417001 h 3157496"/>
                <a:gd name="connsiteX35" fmla="*/ 2509447 w 3302171"/>
                <a:gd name="connsiteY35" fmla="*/ 1171674 h 3157496"/>
                <a:gd name="connsiteX36" fmla="*/ 2531750 w 3302171"/>
                <a:gd name="connsiteY36" fmla="*/ 848289 h 3157496"/>
                <a:gd name="connsiteX37" fmla="*/ 2565203 w 3302171"/>
                <a:gd name="connsiteY37" fmla="*/ 725625 h 3157496"/>
                <a:gd name="connsiteX38" fmla="*/ 2141457 w 3302171"/>
                <a:gd name="connsiteY38" fmla="*/ 825986 h 3157496"/>
                <a:gd name="connsiteX39" fmla="*/ 1483535 w 3302171"/>
                <a:gd name="connsiteY39" fmla="*/ 825986 h 3157496"/>
                <a:gd name="connsiteX40" fmla="*/ 914823 w 3302171"/>
                <a:gd name="connsiteY40" fmla="*/ 736776 h 3157496"/>
                <a:gd name="connsiteX41" fmla="*/ 624891 w 3302171"/>
                <a:gd name="connsiteY41" fmla="*/ 703323 h 3157496"/>
                <a:gd name="connsiteX42" fmla="*/ 702950 w 3302171"/>
                <a:gd name="connsiteY42" fmla="*/ 1316640 h 3157496"/>
                <a:gd name="connsiteX43" fmla="*/ 636042 w 3302171"/>
                <a:gd name="connsiteY43" fmla="*/ 1929957 h 3157496"/>
                <a:gd name="connsiteX44" fmla="*/ 691798 w 3302171"/>
                <a:gd name="connsiteY44" fmla="*/ 2309098 h 3157496"/>
                <a:gd name="connsiteX45" fmla="*/ 669496 w 3302171"/>
                <a:gd name="connsiteY45" fmla="*/ 2543274 h 3157496"/>
                <a:gd name="connsiteX46" fmla="*/ 268052 w 3302171"/>
                <a:gd name="connsiteY46" fmla="*/ 2576728 h 3157496"/>
                <a:gd name="connsiteX47" fmla="*/ 301506 w 3302171"/>
                <a:gd name="connsiteY47" fmla="*/ 2331401 h 3157496"/>
                <a:gd name="connsiteX0" fmla="*/ 134238 w 3302171"/>
                <a:gd name="connsiteY0" fmla="*/ 2431762 h 3157496"/>
                <a:gd name="connsiteX1" fmla="*/ 45028 w 3302171"/>
                <a:gd name="connsiteY1" fmla="*/ 2164133 h 3157496"/>
                <a:gd name="connsiteX2" fmla="*/ 123086 w 3302171"/>
                <a:gd name="connsiteY2" fmla="*/ 1874201 h 3157496"/>
                <a:gd name="connsiteX3" fmla="*/ 22725 w 3302171"/>
                <a:gd name="connsiteY3" fmla="*/ 1550815 h 3157496"/>
                <a:gd name="connsiteX4" fmla="*/ 89633 w 3302171"/>
                <a:gd name="connsiteY4" fmla="*/ 1260884 h 3157496"/>
                <a:gd name="connsiteX5" fmla="*/ 423 w 3302171"/>
                <a:gd name="connsiteY5" fmla="*/ 904045 h 3157496"/>
                <a:gd name="connsiteX6" fmla="*/ 134238 w 3302171"/>
                <a:gd name="connsiteY6" fmla="*/ 647567 h 3157496"/>
                <a:gd name="connsiteX7" fmla="*/ 67330 w 3302171"/>
                <a:gd name="connsiteY7" fmla="*/ 357635 h 3157496"/>
                <a:gd name="connsiteX8" fmla="*/ 111935 w 3302171"/>
                <a:gd name="connsiteY8" fmla="*/ 123459 h 3157496"/>
                <a:gd name="connsiteX9" fmla="*/ 390716 w 3302171"/>
                <a:gd name="connsiteY9" fmla="*/ 101157 h 3157496"/>
                <a:gd name="connsiteX10" fmla="*/ 758706 w 3302171"/>
                <a:gd name="connsiteY10" fmla="*/ 11947 h 3157496"/>
                <a:gd name="connsiteX11" fmla="*/ 1070940 w 3302171"/>
                <a:gd name="connsiteY11" fmla="*/ 101157 h 3157496"/>
                <a:gd name="connsiteX12" fmla="*/ 1372023 w 3302171"/>
                <a:gd name="connsiteY12" fmla="*/ 796 h 3157496"/>
                <a:gd name="connsiteX13" fmla="*/ 1907281 w 3302171"/>
                <a:gd name="connsiteY13" fmla="*/ 168064 h 3157496"/>
                <a:gd name="connsiteX14" fmla="*/ 2375633 w 3302171"/>
                <a:gd name="connsiteY14" fmla="*/ 11947 h 3157496"/>
                <a:gd name="connsiteX15" fmla="*/ 2531750 w 3302171"/>
                <a:gd name="connsiteY15" fmla="*/ 134611 h 3157496"/>
                <a:gd name="connsiteX16" fmla="*/ 2899740 w 3302171"/>
                <a:gd name="connsiteY16" fmla="*/ 56552 h 3157496"/>
                <a:gd name="connsiteX17" fmla="*/ 3200823 w 3302171"/>
                <a:gd name="connsiteY17" fmla="*/ 313030 h 3157496"/>
                <a:gd name="connsiteX18" fmla="*/ 3067008 w 3302171"/>
                <a:gd name="connsiteY18" fmla="*/ 681020 h 3157496"/>
                <a:gd name="connsiteX19" fmla="*/ 3301184 w 3302171"/>
                <a:gd name="connsiteY19" fmla="*/ 1049011 h 3157496"/>
                <a:gd name="connsiteX20" fmla="*/ 3156218 w 3302171"/>
                <a:gd name="connsiteY20" fmla="*/ 1316640 h 3157496"/>
                <a:gd name="connsiteX21" fmla="*/ 3290033 w 3302171"/>
                <a:gd name="connsiteY21" fmla="*/ 1628874 h 3157496"/>
                <a:gd name="connsiteX22" fmla="*/ 3044706 w 3302171"/>
                <a:gd name="connsiteY22" fmla="*/ 1896503 h 3157496"/>
                <a:gd name="connsiteX23" fmla="*/ 3100462 w 3302171"/>
                <a:gd name="connsiteY23" fmla="*/ 2219889 h 3157496"/>
                <a:gd name="connsiteX24" fmla="*/ 2922042 w 3302171"/>
                <a:gd name="connsiteY24" fmla="*/ 2532123 h 3157496"/>
                <a:gd name="connsiteX25" fmla="*/ 2453691 w 3302171"/>
                <a:gd name="connsiteY25" fmla="*/ 2532123 h 3157496"/>
                <a:gd name="connsiteX26" fmla="*/ 2241818 w 3302171"/>
                <a:gd name="connsiteY26" fmla="*/ 2766298 h 3157496"/>
                <a:gd name="connsiteX27" fmla="*/ 2186062 w 3302171"/>
                <a:gd name="connsiteY27" fmla="*/ 3022776 h 3157496"/>
                <a:gd name="connsiteX28" fmla="*/ 1896130 w 3302171"/>
                <a:gd name="connsiteY28" fmla="*/ 3156591 h 3157496"/>
                <a:gd name="connsiteX29" fmla="*/ 1706559 w 3302171"/>
                <a:gd name="connsiteY29" fmla="*/ 3056230 h 3157496"/>
                <a:gd name="connsiteX30" fmla="*/ 1617350 w 3302171"/>
                <a:gd name="connsiteY30" fmla="*/ 2632484 h 3157496"/>
                <a:gd name="connsiteX31" fmla="*/ 1985340 w 3302171"/>
                <a:gd name="connsiteY31" fmla="*/ 2275645 h 3157496"/>
                <a:gd name="connsiteX32" fmla="*/ 2420238 w 3302171"/>
                <a:gd name="connsiteY32" fmla="*/ 2175284 h 3157496"/>
                <a:gd name="connsiteX33" fmla="*/ 2542901 w 3302171"/>
                <a:gd name="connsiteY33" fmla="*/ 2008015 h 3157496"/>
                <a:gd name="connsiteX34" fmla="*/ 2554052 w 3302171"/>
                <a:gd name="connsiteY34" fmla="*/ 1417001 h 3157496"/>
                <a:gd name="connsiteX35" fmla="*/ 2509447 w 3302171"/>
                <a:gd name="connsiteY35" fmla="*/ 1171674 h 3157496"/>
                <a:gd name="connsiteX36" fmla="*/ 2531750 w 3302171"/>
                <a:gd name="connsiteY36" fmla="*/ 848289 h 3157496"/>
                <a:gd name="connsiteX37" fmla="*/ 2565203 w 3302171"/>
                <a:gd name="connsiteY37" fmla="*/ 725625 h 3157496"/>
                <a:gd name="connsiteX38" fmla="*/ 2141457 w 3302171"/>
                <a:gd name="connsiteY38" fmla="*/ 825986 h 3157496"/>
                <a:gd name="connsiteX39" fmla="*/ 1483535 w 3302171"/>
                <a:gd name="connsiteY39" fmla="*/ 825986 h 3157496"/>
                <a:gd name="connsiteX40" fmla="*/ 914823 w 3302171"/>
                <a:gd name="connsiteY40" fmla="*/ 736776 h 3157496"/>
                <a:gd name="connsiteX41" fmla="*/ 624891 w 3302171"/>
                <a:gd name="connsiteY41" fmla="*/ 703323 h 3157496"/>
                <a:gd name="connsiteX42" fmla="*/ 702950 w 3302171"/>
                <a:gd name="connsiteY42" fmla="*/ 1316640 h 3157496"/>
                <a:gd name="connsiteX43" fmla="*/ 636042 w 3302171"/>
                <a:gd name="connsiteY43" fmla="*/ 1929957 h 3157496"/>
                <a:gd name="connsiteX44" fmla="*/ 691798 w 3302171"/>
                <a:gd name="connsiteY44" fmla="*/ 2309098 h 3157496"/>
                <a:gd name="connsiteX45" fmla="*/ 669496 w 3302171"/>
                <a:gd name="connsiteY45" fmla="*/ 2543274 h 3157496"/>
                <a:gd name="connsiteX46" fmla="*/ 268052 w 3302171"/>
                <a:gd name="connsiteY46" fmla="*/ 2576728 h 3157496"/>
                <a:gd name="connsiteX47" fmla="*/ 134238 w 3302171"/>
                <a:gd name="connsiteY47" fmla="*/ 2431762 h 3157496"/>
                <a:gd name="connsiteX0" fmla="*/ 134238 w 3302171"/>
                <a:gd name="connsiteY0" fmla="*/ 2431762 h 3157496"/>
                <a:gd name="connsiteX1" fmla="*/ 45028 w 3302171"/>
                <a:gd name="connsiteY1" fmla="*/ 2164133 h 3157496"/>
                <a:gd name="connsiteX2" fmla="*/ 123086 w 3302171"/>
                <a:gd name="connsiteY2" fmla="*/ 1874201 h 3157496"/>
                <a:gd name="connsiteX3" fmla="*/ 22725 w 3302171"/>
                <a:gd name="connsiteY3" fmla="*/ 1550815 h 3157496"/>
                <a:gd name="connsiteX4" fmla="*/ 89633 w 3302171"/>
                <a:gd name="connsiteY4" fmla="*/ 1260884 h 3157496"/>
                <a:gd name="connsiteX5" fmla="*/ 423 w 3302171"/>
                <a:gd name="connsiteY5" fmla="*/ 904045 h 3157496"/>
                <a:gd name="connsiteX6" fmla="*/ 134238 w 3302171"/>
                <a:gd name="connsiteY6" fmla="*/ 647567 h 3157496"/>
                <a:gd name="connsiteX7" fmla="*/ 67330 w 3302171"/>
                <a:gd name="connsiteY7" fmla="*/ 357635 h 3157496"/>
                <a:gd name="connsiteX8" fmla="*/ 111935 w 3302171"/>
                <a:gd name="connsiteY8" fmla="*/ 123459 h 3157496"/>
                <a:gd name="connsiteX9" fmla="*/ 390716 w 3302171"/>
                <a:gd name="connsiteY9" fmla="*/ 101157 h 3157496"/>
                <a:gd name="connsiteX10" fmla="*/ 758706 w 3302171"/>
                <a:gd name="connsiteY10" fmla="*/ 11947 h 3157496"/>
                <a:gd name="connsiteX11" fmla="*/ 1070940 w 3302171"/>
                <a:gd name="connsiteY11" fmla="*/ 101157 h 3157496"/>
                <a:gd name="connsiteX12" fmla="*/ 1372023 w 3302171"/>
                <a:gd name="connsiteY12" fmla="*/ 796 h 3157496"/>
                <a:gd name="connsiteX13" fmla="*/ 1907281 w 3302171"/>
                <a:gd name="connsiteY13" fmla="*/ 168064 h 3157496"/>
                <a:gd name="connsiteX14" fmla="*/ 2375633 w 3302171"/>
                <a:gd name="connsiteY14" fmla="*/ 11947 h 3157496"/>
                <a:gd name="connsiteX15" fmla="*/ 2531750 w 3302171"/>
                <a:gd name="connsiteY15" fmla="*/ 134611 h 3157496"/>
                <a:gd name="connsiteX16" fmla="*/ 2899740 w 3302171"/>
                <a:gd name="connsiteY16" fmla="*/ 56552 h 3157496"/>
                <a:gd name="connsiteX17" fmla="*/ 3200823 w 3302171"/>
                <a:gd name="connsiteY17" fmla="*/ 313030 h 3157496"/>
                <a:gd name="connsiteX18" fmla="*/ 3067008 w 3302171"/>
                <a:gd name="connsiteY18" fmla="*/ 681020 h 3157496"/>
                <a:gd name="connsiteX19" fmla="*/ 3301184 w 3302171"/>
                <a:gd name="connsiteY19" fmla="*/ 1049011 h 3157496"/>
                <a:gd name="connsiteX20" fmla="*/ 3156218 w 3302171"/>
                <a:gd name="connsiteY20" fmla="*/ 1316640 h 3157496"/>
                <a:gd name="connsiteX21" fmla="*/ 3290033 w 3302171"/>
                <a:gd name="connsiteY21" fmla="*/ 1628874 h 3157496"/>
                <a:gd name="connsiteX22" fmla="*/ 3044706 w 3302171"/>
                <a:gd name="connsiteY22" fmla="*/ 1896503 h 3157496"/>
                <a:gd name="connsiteX23" fmla="*/ 3100462 w 3302171"/>
                <a:gd name="connsiteY23" fmla="*/ 2219889 h 3157496"/>
                <a:gd name="connsiteX24" fmla="*/ 2922042 w 3302171"/>
                <a:gd name="connsiteY24" fmla="*/ 2532123 h 3157496"/>
                <a:gd name="connsiteX25" fmla="*/ 2453691 w 3302171"/>
                <a:gd name="connsiteY25" fmla="*/ 2532123 h 3157496"/>
                <a:gd name="connsiteX26" fmla="*/ 2241818 w 3302171"/>
                <a:gd name="connsiteY26" fmla="*/ 2766298 h 3157496"/>
                <a:gd name="connsiteX27" fmla="*/ 2186062 w 3302171"/>
                <a:gd name="connsiteY27" fmla="*/ 3022776 h 3157496"/>
                <a:gd name="connsiteX28" fmla="*/ 1896130 w 3302171"/>
                <a:gd name="connsiteY28" fmla="*/ 3156591 h 3157496"/>
                <a:gd name="connsiteX29" fmla="*/ 1706559 w 3302171"/>
                <a:gd name="connsiteY29" fmla="*/ 3056230 h 3157496"/>
                <a:gd name="connsiteX30" fmla="*/ 1617350 w 3302171"/>
                <a:gd name="connsiteY30" fmla="*/ 2632484 h 3157496"/>
                <a:gd name="connsiteX31" fmla="*/ 1985340 w 3302171"/>
                <a:gd name="connsiteY31" fmla="*/ 2275645 h 3157496"/>
                <a:gd name="connsiteX32" fmla="*/ 2420238 w 3302171"/>
                <a:gd name="connsiteY32" fmla="*/ 2175284 h 3157496"/>
                <a:gd name="connsiteX33" fmla="*/ 2542901 w 3302171"/>
                <a:gd name="connsiteY33" fmla="*/ 2008015 h 3157496"/>
                <a:gd name="connsiteX34" fmla="*/ 2554052 w 3302171"/>
                <a:gd name="connsiteY34" fmla="*/ 1417001 h 3157496"/>
                <a:gd name="connsiteX35" fmla="*/ 2509447 w 3302171"/>
                <a:gd name="connsiteY35" fmla="*/ 1171674 h 3157496"/>
                <a:gd name="connsiteX36" fmla="*/ 2531750 w 3302171"/>
                <a:gd name="connsiteY36" fmla="*/ 848289 h 3157496"/>
                <a:gd name="connsiteX37" fmla="*/ 2565203 w 3302171"/>
                <a:gd name="connsiteY37" fmla="*/ 725625 h 3157496"/>
                <a:gd name="connsiteX38" fmla="*/ 2141457 w 3302171"/>
                <a:gd name="connsiteY38" fmla="*/ 825986 h 3157496"/>
                <a:gd name="connsiteX39" fmla="*/ 1483535 w 3302171"/>
                <a:gd name="connsiteY39" fmla="*/ 825986 h 3157496"/>
                <a:gd name="connsiteX40" fmla="*/ 914823 w 3302171"/>
                <a:gd name="connsiteY40" fmla="*/ 736776 h 3157496"/>
                <a:gd name="connsiteX41" fmla="*/ 624891 w 3302171"/>
                <a:gd name="connsiteY41" fmla="*/ 703323 h 3157496"/>
                <a:gd name="connsiteX42" fmla="*/ 702950 w 3302171"/>
                <a:gd name="connsiteY42" fmla="*/ 1316640 h 3157496"/>
                <a:gd name="connsiteX43" fmla="*/ 636042 w 3302171"/>
                <a:gd name="connsiteY43" fmla="*/ 1929957 h 3157496"/>
                <a:gd name="connsiteX44" fmla="*/ 691798 w 3302171"/>
                <a:gd name="connsiteY44" fmla="*/ 2309098 h 3157496"/>
                <a:gd name="connsiteX45" fmla="*/ 669496 w 3302171"/>
                <a:gd name="connsiteY45" fmla="*/ 2543274 h 3157496"/>
                <a:gd name="connsiteX46" fmla="*/ 245750 w 3302171"/>
                <a:gd name="connsiteY46" fmla="*/ 2788602 h 3157496"/>
                <a:gd name="connsiteX47" fmla="*/ 134238 w 3302171"/>
                <a:gd name="connsiteY47" fmla="*/ 2431762 h 3157496"/>
                <a:gd name="connsiteX0" fmla="*/ 11574 w 3302171"/>
                <a:gd name="connsiteY0" fmla="*/ 2487518 h 3157496"/>
                <a:gd name="connsiteX1" fmla="*/ 45028 w 3302171"/>
                <a:gd name="connsiteY1" fmla="*/ 2164133 h 3157496"/>
                <a:gd name="connsiteX2" fmla="*/ 123086 w 3302171"/>
                <a:gd name="connsiteY2" fmla="*/ 1874201 h 3157496"/>
                <a:gd name="connsiteX3" fmla="*/ 22725 w 3302171"/>
                <a:gd name="connsiteY3" fmla="*/ 1550815 h 3157496"/>
                <a:gd name="connsiteX4" fmla="*/ 89633 w 3302171"/>
                <a:gd name="connsiteY4" fmla="*/ 1260884 h 3157496"/>
                <a:gd name="connsiteX5" fmla="*/ 423 w 3302171"/>
                <a:gd name="connsiteY5" fmla="*/ 904045 h 3157496"/>
                <a:gd name="connsiteX6" fmla="*/ 134238 w 3302171"/>
                <a:gd name="connsiteY6" fmla="*/ 647567 h 3157496"/>
                <a:gd name="connsiteX7" fmla="*/ 67330 w 3302171"/>
                <a:gd name="connsiteY7" fmla="*/ 357635 h 3157496"/>
                <a:gd name="connsiteX8" fmla="*/ 111935 w 3302171"/>
                <a:gd name="connsiteY8" fmla="*/ 123459 h 3157496"/>
                <a:gd name="connsiteX9" fmla="*/ 390716 w 3302171"/>
                <a:gd name="connsiteY9" fmla="*/ 101157 h 3157496"/>
                <a:gd name="connsiteX10" fmla="*/ 758706 w 3302171"/>
                <a:gd name="connsiteY10" fmla="*/ 11947 h 3157496"/>
                <a:gd name="connsiteX11" fmla="*/ 1070940 w 3302171"/>
                <a:gd name="connsiteY11" fmla="*/ 101157 h 3157496"/>
                <a:gd name="connsiteX12" fmla="*/ 1372023 w 3302171"/>
                <a:gd name="connsiteY12" fmla="*/ 796 h 3157496"/>
                <a:gd name="connsiteX13" fmla="*/ 1907281 w 3302171"/>
                <a:gd name="connsiteY13" fmla="*/ 168064 h 3157496"/>
                <a:gd name="connsiteX14" fmla="*/ 2375633 w 3302171"/>
                <a:gd name="connsiteY14" fmla="*/ 11947 h 3157496"/>
                <a:gd name="connsiteX15" fmla="*/ 2531750 w 3302171"/>
                <a:gd name="connsiteY15" fmla="*/ 134611 h 3157496"/>
                <a:gd name="connsiteX16" fmla="*/ 2899740 w 3302171"/>
                <a:gd name="connsiteY16" fmla="*/ 56552 h 3157496"/>
                <a:gd name="connsiteX17" fmla="*/ 3200823 w 3302171"/>
                <a:gd name="connsiteY17" fmla="*/ 313030 h 3157496"/>
                <a:gd name="connsiteX18" fmla="*/ 3067008 w 3302171"/>
                <a:gd name="connsiteY18" fmla="*/ 681020 h 3157496"/>
                <a:gd name="connsiteX19" fmla="*/ 3301184 w 3302171"/>
                <a:gd name="connsiteY19" fmla="*/ 1049011 h 3157496"/>
                <a:gd name="connsiteX20" fmla="*/ 3156218 w 3302171"/>
                <a:gd name="connsiteY20" fmla="*/ 1316640 h 3157496"/>
                <a:gd name="connsiteX21" fmla="*/ 3290033 w 3302171"/>
                <a:gd name="connsiteY21" fmla="*/ 1628874 h 3157496"/>
                <a:gd name="connsiteX22" fmla="*/ 3044706 w 3302171"/>
                <a:gd name="connsiteY22" fmla="*/ 1896503 h 3157496"/>
                <a:gd name="connsiteX23" fmla="*/ 3100462 w 3302171"/>
                <a:gd name="connsiteY23" fmla="*/ 2219889 h 3157496"/>
                <a:gd name="connsiteX24" fmla="*/ 2922042 w 3302171"/>
                <a:gd name="connsiteY24" fmla="*/ 2532123 h 3157496"/>
                <a:gd name="connsiteX25" fmla="*/ 2453691 w 3302171"/>
                <a:gd name="connsiteY25" fmla="*/ 2532123 h 3157496"/>
                <a:gd name="connsiteX26" fmla="*/ 2241818 w 3302171"/>
                <a:gd name="connsiteY26" fmla="*/ 2766298 h 3157496"/>
                <a:gd name="connsiteX27" fmla="*/ 2186062 w 3302171"/>
                <a:gd name="connsiteY27" fmla="*/ 3022776 h 3157496"/>
                <a:gd name="connsiteX28" fmla="*/ 1896130 w 3302171"/>
                <a:gd name="connsiteY28" fmla="*/ 3156591 h 3157496"/>
                <a:gd name="connsiteX29" fmla="*/ 1706559 w 3302171"/>
                <a:gd name="connsiteY29" fmla="*/ 3056230 h 3157496"/>
                <a:gd name="connsiteX30" fmla="*/ 1617350 w 3302171"/>
                <a:gd name="connsiteY30" fmla="*/ 2632484 h 3157496"/>
                <a:gd name="connsiteX31" fmla="*/ 1985340 w 3302171"/>
                <a:gd name="connsiteY31" fmla="*/ 2275645 h 3157496"/>
                <a:gd name="connsiteX32" fmla="*/ 2420238 w 3302171"/>
                <a:gd name="connsiteY32" fmla="*/ 2175284 h 3157496"/>
                <a:gd name="connsiteX33" fmla="*/ 2542901 w 3302171"/>
                <a:gd name="connsiteY33" fmla="*/ 2008015 h 3157496"/>
                <a:gd name="connsiteX34" fmla="*/ 2554052 w 3302171"/>
                <a:gd name="connsiteY34" fmla="*/ 1417001 h 3157496"/>
                <a:gd name="connsiteX35" fmla="*/ 2509447 w 3302171"/>
                <a:gd name="connsiteY35" fmla="*/ 1171674 h 3157496"/>
                <a:gd name="connsiteX36" fmla="*/ 2531750 w 3302171"/>
                <a:gd name="connsiteY36" fmla="*/ 848289 h 3157496"/>
                <a:gd name="connsiteX37" fmla="*/ 2565203 w 3302171"/>
                <a:gd name="connsiteY37" fmla="*/ 725625 h 3157496"/>
                <a:gd name="connsiteX38" fmla="*/ 2141457 w 3302171"/>
                <a:gd name="connsiteY38" fmla="*/ 825986 h 3157496"/>
                <a:gd name="connsiteX39" fmla="*/ 1483535 w 3302171"/>
                <a:gd name="connsiteY39" fmla="*/ 825986 h 3157496"/>
                <a:gd name="connsiteX40" fmla="*/ 914823 w 3302171"/>
                <a:gd name="connsiteY40" fmla="*/ 736776 h 3157496"/>
                <a:gd name="connsiteX41" fmla="*/ 624891 w 3302171"/>
                <a:gd name="connsiteY41" fmla="*/ 703323 h 3157496"/>
                <a:gd name="connsiteX42" fmla="*/ 702950 w 3302171"/>
                <a:gd name="connsiteY42" fmla="*/ 1316640 h 3157496"/>
                <a:gd name="connsiteX43" fmla="*/ 636042 w 3302171"/>
                <a:gd name="connsiteY43" fmla="*/ 1929957 h 3157496"/>
                <a:gd name="connsiteX44" fmla="*/ 691798 w 3302171"/>
                <a:gd name="connsiteY44" fmla="*/ 2309098 h 3157496"/>
                <a:gd name="connsiteX45" fmla="*/ 669496 w 3302171"/>
                <a:gd name="connsiteY45" fmla="*/ 2543274 h 3157496"/>
                <a:gd name="connsiteX46" fmla="*/ 245750 w 3302171"/>
                <a:gd name="connsiteY46" fmla="*/ 2788602 h 3157496"/>
                <a:gd name="connsiteX47" fmla="*/ 11574 w 3302171"/>
                <a:gd name="connsiteY47" fmla="*/ 2487518 h 3157496"/>
                <a:gd name="connsiteX0" fmla="*/ 11574 w 3302171"/>
                <a:gd name="connsiteY0" fmla="*/ 2487518 h 3157496"/>
                <a:gd name="connsiteX1" fmla="*/ 45028 w 3302171"/>
                <a:gd name="connsiteY1" fmla="*/ 2164133 h 3157496"/>
                <a:gd name="connsiteX2" fmla="*/ 123086 w 3302171"/>
                <a:gd name="connsiteY2" fmla="*/ 1874201 h 3157496"/>
                <a:gd name="connsiteX3" fmla="*/ 22725 w 3302171"/>
                <a:gd name="connsiteY3" fmla="*/ 1550815 h 3157496"/>
                <a:gd name="connsiteX4" fmla="*/ 89633 w 3302171"/>
                <a:gd name="connsiteY4" fmla="*/ 1260884 h 3157496"/>
                <a:gd name="connsiteX5" fmla="*/ 423 w 3302171"/>
                <a:gd name="connsiteY5" fmla="*/ 904045 h 3157496"/>
                <a:gd name="connsiteX6" fmla="*/ 134238 w 3302171"/>
                <a:gd name="connsiteY6" fmla="*/ 647567 h 3157496"/>
                <a:gd name="connsiteX7" fmla="*/ 67330 w 3302171"/>
                <a:gd name="connsiteY7" fmla="*/ 357635 h 3157496"/>
                <a:gd name="connsiteX8" fmla="*/ 111935 w 3302171"/>
                <a:gd name="connsiteY8" fmla="*/ 123459 h 3157496"/>
                <a:gd name="connsiteX9" fmla="*/ 390716 w 3302171"/>
                <a:gd name="connsiteY9" fmla="*/ 101157 h 3157496"/>
                <a:gd name="connsiteX10" fmla="*/ 758706 w 3302171"/>
                <a:gd name="connsiteY10" fmla="*/ 11947 h 3157496"/>
                <a:gd name="connsiteX11" fmla="*/ 1070940 w 3302171"/>
                <a:gd name="connsiteY11" fmla="*/ 101157 h 3157496"/>
                <a:gd name="connsiteX12" fmla="*/ 1372023 w 3302171"/>
                <a:gd name="connsiteY12" fmla="*/ 796 h 3157496"/>
                <a:gd name="connsiteX13" fmla="*/ 1907281 w 3302171"/>
                <a:gd name="connsiteY13" fmla="*/ 168064 h 3157496"/>
                <a:gd name="connsiteX14" fmla="*/ 2375633 w 3302171"/>
                <a:gd name="connsiteY14" fmla="*/ 11947 h 3157496"/>
                <a:gd name="connsiteX15" fmla="*/ 2531750 w 3302171"/>
                <a:gd name="connsiteY15" fmla="*/ 134611 h 3157496"/>
                <a:gd name="connsiteX16" fmla="*/ 2899740 w 3302171"/>
                <a:gd name="connsiteY16" fmla="*/ 56552 h 3157496"/>
                <a:gd name="connsiteX17" fmla="*/ 3200823 w 3302171"/>
                <a:gd name="connsiteY17" fmla="*/ 313030 h 3157496"/>
                <a:gd name="connsiteX18" fmla="*/ 3067008 w 3302171"/>
                <a:gd name="connsiteY18" fmla="*/ 681020 h 3157496"/>
                <a:gd name="connsiteX19" fmla="*/ 3301184 w 3302171"/>
                <a:gd name="connsiteY19" fmla="*/ 1049011 h 3157496"/>
                <a:gd name="connsiteX20" fmla="*/ 3156218 w 3302171"/>
                <a:gd name="connsiteY20" fmla="*/ 1316640 h 3157496"/>
                <a:gd name="connsiteX21" fmla="*/ 3290033 w 3302171"/>
                <a:gd name="connsiteY21" fmla="*/ 1628874 h 3157496"/>
                <a:gd name="connsiteX22" fmla="*/ 3044706 w 3302171"/>
                <a:gd name="connsiteY22" fmla="*/ 1896503 h 3157496"/>
                <a:gd name="connsiteX23" fmla="*/ 3100462 w 3302171"/>
                <a:gd name="connsiteY23" fmla="*/ 2219889 h 3157496"/>
                <a:gd name="connsiteX24" fmla="*/ 2922042 w 3302171"/>
                <a:gd name="connsiteY24" fmla="*/ 2532123 h 3157496"/>
                <a:gd name="connsiteX25" fmla="*/ 2453691 w 3302171"/>
                <a:gd name="connsiteY25" fmla="*/ 2532123 h 3157496"/>
                <a:gd name="connsiteX26" fmla="*/ 2241818 w 3302171"/>
                <a:gd name="connsiteY26" fmla="*/ 2766298 h 3157496"/>
                <a:gd name="connsiteX27" fmla="*/ 2186062 w 3302171"/>
                <a:gd name="connsiteY27" fmla="*/ 3022776 h 3157496"/>
                <a:gd name="connsiteX28" fmla="*/ 1896130 w 3302171"/>
                <a:gd name="connsiteY28" fmla="*/ 3156591 h 3157496"/>
                <a:gd name="connsiteX29" fmla="*/ 1706559 w 3302171"/>
                <a:gd name="connsiteY29" fmla="*/ 3056230 h 3157496"/>
                <a:gd name="connsiteX30" fmla="*/ 1617350 w 3302171"/>
                <a:gd name="connsiteY30" fmla="*/ 2632484 h 3157496"/>
                <a:gd name="connsiteX31" fmla="*/ 1985340 w 3302171"/>
                <a:gd name="connsiteY31" fmla="*/ 2275645 h 3157496"/>
                <a:gd name="connsiteX32" fmla="*/ 2420238 w 3302171"/>
                <a:gd name="connsiteY32" fmla="*/ 2175284 h 3157496"/>
                <a:gd name="connsiteX33" fmla="*/ 2542901 w 3302171"/>
                <a:gd name="connsiteY33" fmla="*/ 2008015 h 3157496"/>
                <a:gd name="connsiteX34" fmla="*/ 2554052 w 3302171"/>
                <a:gd name="connsiteY34" fmla="*/ 1417001 h 3157496"/>
                <a:gd name="connsiteX35" fmla="*/ 2509447 w 3302171"/>
                <a:gd name="connsiteY35" fmla="*/ 1171674 h 3157496"/>
                <a:gd name="connsiteX36" fmla="*/ 2531750 w 3302171"/>
                <a:gd name="connsiteY36" fmla="*/ 848289 h 3157496"/>
                <a:gd name="connsiteX37" fmla="*/ 2565203 w 3302171"/>
                <a:gd name="connsiteY37" fmla="*/ 725625 h 3157496"/>
                <a:gd name="connsiteX38" fmla="*/ 2141457 w 3302171"/>
                <a:gd name="connsiteY38" fmla="*/ 825986 h 3157496"/>
                <a:gd name="connsiteX39" fmla="*/ 1483535 w 3302171"/>
                <a:gd name="connsiteY39" fmla="*/ 825986 h 3157496"/>
                <a:gd name="connsiteX40" fmla="*/ 914823 w 3302171"/>
                <a:gd name="connsiteY40" fmla="*/ 736776 h 3157496"/>
                <a:gd name="connsiteX41" fmla="*/ 624891 w 3302171"/>
                <a:gd name="connsiteY41" fmla="*/ 703323 h 3157496"/>
                <a:gd name="connsiteX42" fmla="*/ 702950 w 3302171"/>
                <a:gd name="connsiteY42" fmla="*/ 1316640 h 3157496"/>
                <a:gd name="connsiteX43" fmla="*/ 636042 w 3302171"/>
                <a:gd name="connsiteY43" fmla="*/ 1929957 h 3157496"/>
                <a:gd name="connsiteX44" fmla="*/ 691798 w 3302171"/>
                <a:gd name="connsiteY44" fmla="*/ 2309098 h 3157496"/>
                <a:gd name="connsiteX45" fmla="*/ 725252 w 3302171"/>
                <a:gd name="connsiteY45" fmla="*/ 2665938 h 3157496"/>
                <a:gd name="connsiteX46" fmla="*/ 245750 w 3302171"/>
                <a:gd name="connsiteY46" fmla="*/ 2788602 h 3157496"/>
                <a:gd name="connsiteX47" fmla="*/ 11574 w 3302171"/>
                <a:gd name="connsiteY47" fmla="*/ 2487518 h 3157496"/>
                <a:gd name="connsiteX0" fmla="*/ 11574 w 3302171"/>
                <a:gd name="connsiteY0" fmla="*/ 2487518 h 3157496"/>
                <a:gd name="connsiteX1" fmla="*/ 45028 w 3302171"/>
                <a:gd name="connsiteY1" fmla="*/ 2164133 h 3157496"/>
                <a:gd name="connsiteX2" fmla="*/ 123086 w 3302171"/>
                <a:gd name="connsiteY2" fmla="*/ 1874201 h 3157496"/>
                <a:gd name="connsiteX3" fmla="*/ 22725 w 3302171"/>
                <a:gd name="connsiteY3" fmla="*/ 1550815 h 3157496"/>
                <a:gd name="connsiteX4" fmla="*/ 89633 w 3302171"/>
                <a:gd name="connsiteY4" fmla="*/ 1260884 h 3157496"/>
                <a:gd name="connsiteX5" fmla="*/ 423 w 3302171"/>
                <a:gd name="connsiteY5" fmla="*/ 904045 h 3157496"/>
                <a:gd name="connsiteX6" fmla="*/ 134238 w 3302171"/>
                <a:gd name="connsiteY6" fmla="*/ 647567 h 3157496"/>
                <a:gd name="connsiteX7" fmla="*/ 67330 w 3302171"/>
                <a:gd name="connsiteY7" fmla="*/ 357635 h 3157496"/>
                <a:gd name="connsiteX8" fmla="*/ 111935 w 3302171"/>
                <a:gd name="connsiteY8" fmla="*/ 123459 h 3157496"/>
                <a:gd name="connsiteX9" fmla="*/ 390716 w 3302171"/>
                <a:gd name="connsiteY9" fmla="*/ 101157 h 3157496"/>
                <a:gd name="connsiteX10" fmla="*/ 758706 w 3302171"/>
                <a:gd name="connsiteY10" fmla="*/ 11947 h 3157496"/>
                <a:gd name="connsiteX11" fmla="*/ 1070940 w 3302171"/>
                <a:gd name="connsiteY11" fmla="*/ 101157 h 3157496"/>
                <a:gd name="connsiteX12" fmla="*/ 1372023 w 3302171"/>
                <a:gd name="connsiteY12" fmla="*/ 796 h 3157496"/>
                <a:gd name="connsiteX13" fmla="*/ 1907281 w 3302171"/>
                <a:gd name="connsiteY13" fmla="*/ 168064 h 3157496"/>
                <a:gd name="connsiteX14" fmla="*/ 2375633 w 3302171"/>
                <a:gd name="connsiteY14" fmla="*/ 11947 h 3157496"/>
                <a:gd name="connsiteX15" fmla="*/ 2531750 w 3302171"/>
                <a:gd name="connsiteY15" fmla="*/ 134611 h 3157496"/>
                <a:gd name="connsiteX16" fmla="*/ 2899740 w 3302171"/>
                <a:gd name="connsiteY16" fmla="*/ 56552 h 3157496"/>
                <a:gd name="connsiteX17" fmla="*/ 3200823 w 3302171"/>
                <a:gd name="connsiteY17" fmla="*/ 313030 h 3157496"/>
                <a:gd name="connsiteX18" fmla="*/ 3067008 w 3302171"/>
                <a:gd name="connsiteY18" fmla="*/ 681020 h 3157496"/>
                <a:gd name="connsiteX19" fmla="*/ 3301184 w 3302171"/>
                <a:gd name="connsiteY19" fmla="*/ 1049011 h 3157496"/>
                <a:gd name="connsiteX20" fmla="*/ 3156218 w 3302171"/>
                <a:gd name="connsiteY20" fmla="*/ 1316640 h 3157496"/>
                <a:gd name="connsiteX21" fmla="*/ 3290033 w 3302171"/>
                <a:gd name="connsiteY21" fmla="*/ 1628874 h 3157496"/>
                <a:gd name="connsiteX22" fmla="*/ 3044706 w 3302171"/>
                <a:gd name="connsiteY22" fmla="*/ 1896503 h 3157496"/>
                <a:gd name="connsiteX23" fmla="*/ 3100462 w 3302171"/>
                <a:gd name="connsiteY23" fmla="*/ 2219889 h 3157496"/>
                <a:gd name="connsiteX24" fmla="*/ 2922042 w 3302171"/>
                <a:gd name="connsiteY24" fmla="*/ 2532123 h 3157496"/>
                <a:gd name="connsiteX25" fmla="*/ 2453691 w 3302171"/>
                <a:gd name="connsiteY25" fmla="*/ 2532123 h 3157496"/>
                <a:gd name="connsiteX26" fmla="*/ 2241818 w 3302171"/>
                <a:gd name="connsiteY26" fmla="*/ 2766298 h 3157496"/>
                <a:gd name="connsiteX27" fmla="*/ 2186062 w 3302171"/>
                <a:gd name="connsiteY27" fmla="*/ 3022776 h 3157496"/>
                <a:gd name="connsiteX28" fmla="*/ 1896130 w 3302171"/>
                <a:gd name="connsiteY28" fmla="*/ 3156591 h 3157496"/>
                <a:gd name="connsiteX29" fmla="*/ 1706559 w 3302171"/>
                <a:gd name="connsiteY29" fmla="*/ 3056230 h 3157496"/>
                <a:gd name="connsiteX30" fmla="*/ 1617350 w 3302171"/>
                <a:gd name="connsiteY30" fmla="*/ 2632484 h 3157496"/>
                <a:gd name="connsiteX31" fmla="*/ 1985340 w 3302171"/>
                <a:gd name="connsiteY31" fmla="*/ 2275645 h 3157496"/>
                <a:gd name="connsiteX32" fmla="*/ 2420238 w 3302171"/>
                <a:gd name="connsiteY32" fmla="*/ 2175284 h 3157496"/>
                <a:gd name="connsiteX33" fmla="*/ 2542901 w 3302171"/>
                <a:gd name="connsiteY33" fmla="*/ 2008015 h 3157496"/>
                <a:gd name="connsiteX34" fmla="*/ 2554052 w 3302171"/>
                <a:gd name="connsiteY34" fmla="*/ 1417001 h 3157496"/>
                <a:gd name="connsiteX35" fmla="*/ 2509447 w 3302171"/>
                <a:gd name="connsiteY35" fmla="*/ 1171674 h 3157496"/>
                <a:gd name="connsiteX36" fmla="*/ 2531750 w 3302171"/>
                <a:gd name="connsiteY36" fmla="*/ 848289 h 3157496"/>
                <a:gd name="connsiteX37" fmla="*/ 2565203 w 3302171"/>
                <a:gd name="connsiteY37" fmla="*/ 725625 h 3157496"/>
                <a:gd name="connsiteX38" fmla="*/ 2141457 w 3302171"/>
                <a:gd name="connsiteY38" fmla="*/ 825986 h 3157496"/>
                <a:gd name="connsiteX39" fmla="*/ 1483535 w 3302171"/>
                <a:gd name="connsiteY39" fmla="*/ 825986 h 3157496"/>
                <a:gd name="connsiteX40" fmla="*/ 914823 w 3302171"/>
                <a:gd name="connsiteY40" fmla="*/ 736776 h 3157496"/>
                <a:gd name="connsiteX41" fmla="*/ 624891 w 3302171"/>
                <a:gd name="connsiteY41" fmla="*/ 703323 h 3157496"/>
                <a:gd name="connsiteX42" fmla="*/ 702950 w 3302171"/>
                <a:gd name="connsiteY42" fmla="*/ 1316640 h 3157496"/>
                <a:gd name="connsiteX43" fmla="*/ 636042 w 3302171"/>
                <a:gd name="connsiteY43" fmla="*/ 1929957 h 3157496"/>
                <a:gd name="connsiteX44" fmla="*/ 725252 w 3302171"/>
                <a:gd name="connsiteY44" fmla="*/ 2253342 h 3157496"/>
                <a:gd name="connsiteX45" fmla="*/ 725252 w 3302171"/>
                <a:gd name="connsiteY45" fmla="*/ 2665938 h 3157496"/>
                <a:gd name="connsiteX46" fmla="*/ 245750 w 3302171"/>
                <a:gd name="connsiteY46" fmla="*/ 2788602 h 3157496"/>
                <a:gd name="connsiteX47" fmla="*/ 11574 w 3302171"/>
                <a:gd name="connsiteY47" fmla="*/ 2487518 h 3157496"/>
                <a:gd name="connsiteX0" fmla="*/ 11574 w 3302171"/>
                <a:gd name="connsiteY0" fmla="*/ 2487518 h 3157496"/>
                <a:gd name="connsiteX1" fmla="*/ 45028 w 3302171"/>
                <a:gd name="connsiteY1" fmla="*/ 2164133 h 3157496"/>
                <a:gd name="connsiteX2" fmla="*/ 123086 w 3302171"/>
                <a:gd name="connsiteY2" fmla="*/ 1874201 h 3157496"/>
                <a:gd name="connsiteX3" fmla="*/ 22725 w 3302171"/>
                <a:gd name="connsiteY3" fmla="*/ 1550815 h 3157496"/>
                <a:gd name="connsiteX4" fmla="*/ 89633 w 3302171"/>
                <a:gd name="connsiteY4" fmla="*/ 1260884 h 3157496"/>
                <a:gd name="connsiteX5" fmla="*/ 423 w 3302171"/>
                <a:gd name="connsiteY5" fmla="*/ 904045 h 3157496"/>
                <a:gd name="connsiteX6" fmla="*/ 134238 w 3302171"/>
                <a:gd name="connsiteY6" fmla="*/ 647567 h 3157496"/>
                <a:gd name="connsiteX7" fmla="*/ 67330 w 3302171"/>
                <a:gd name="connsiteY7" fmla="*/ 357635 h 3157496"/>
                <a:gd name="connsiteX8" fmla="*/ 111935 w 3302171"/>
                <a:gd name="connsiteY8" fmla="*/ 123459 h 3157496"/>
                <a:gd name="connsiteX9" fmla="*/ 390716 w 3302171"/>
                <a:gd name="connsiteY9" fmla="*/ 101157 h 3157496"/>
                <a:gd name="connsiteX10" fmla="*/ 758706 w 3302171"/>
                <a:gd name="connsiteY10" fmla="*/ 11947 h 3157496"/>
                <a:gd name="connsiteX11" fmla="*/ 1070940 w 3302171"/>
                <a:gd name="connsiteY11" fmla="*/ 101157 h 3157496"/>
                <a:gd name="connsiteX12" fmla="*/ 1372023 w 3302171"/>
                <a:gd name="connsiteY12" fmla="*/ 796 h 3157496"/>
                <a:gd name="connsiteX13" fmla="*/ 1907281 w 3302171"/>
                <a:gd name="connsiteY13" fmla="*/ 168064 h 3157496"/>
                <a:gd name="connsiteX14" fmla="*/ 2375633 w 3302171"/>
                <a:gd name="connsiteY14" fmla="*/ 11947 h 3157496"/>
                <a:gd name="connsiteX15" fmla="*/ 2531750 w 3302171"/>
                <a:gd name="connsiteY15" fmla="*/ 134611 h 3157496"/>
                <a:gd name="connsiteX16" fmla="*/ 2899740 w 3302171"/>
                <a:gd name="connsiteY16" fmla="*/ 56552 h 3157496"/>
                <a:gd name="connsiteX17" fmla="*/ 3200823 w 3302171"/>
                <a:gd name="connsiteY17" fmla="*/ 313030 h 3157496"/>
                <a:gd name="connsiteX18" fmla="*/ 3067008 w 3302171"/>
                <a:gd name="connsiteY18" fmla="*/ 681020 h 3157496"/>
                <a:gd name="connsiteX19" fmla="*/ 3301184 w 3302171"/>
                <a:gd name="connsiteY19" fmla="*/ 1049011 h 3157496"/>
                <a:gd name="connsiteX20" fmla="*/ 3156218 w 3302171"/>
                <a:gd name="connsiteY20" fmla="*/ 1316640 h 3157496"/>
                <a:gd name="connsiteX21" fmla="*/ 3290033 w 3302171"/>
                <a:gd name="connsiteY21" fmla="*/ 1628874 h 3157496"/>
                <a:gd name="connsiteX22" fmla="*/ 3044706 w 3302171"/>
                <a:gd name="connsiteY22" fmla="*/ 1896503 h 3157496"/>
                <a:gd name="connsiteX23" fmla="*/ 3100462 w 3302171"/>
                <a:gd name="connsiteY23" fmla="*/ 2219889 h 3157496"/>
                <a:gd name="connsiteX24" fmla="*/ 2922042 w 3302171"/>
                <a:gd name="connsiteY24" fmla="*/ 2532123 h 3157496"/>
                <a:gd name="connsiteX25" fmla="*/ 2453691 w 3302171"/>
                <a:gd name="connsiteY25" fmla="*/ 2532123 h 3157496"/>
                <a:gd name="connsiteX26" fmla="*/ 2241818 w 3302171"/>
                <a:gd name="connsiteY26" fmla="*/ 2766298 h 3157496"/>
                <a:gd name="connsiteX27" fmla="*/ 2186062 w 3302171"/>
                <a:gd name="connsiteY27" fmla="*/ 3022776 h 3157496"/>
                <a:gd name="connsiteX28" fmla="*/ 1896130 w 3302171"/>
                <a:gd name="connsiteY28" fmla="*/ 3156591 h 3157496"/>
                <a:gd name="connsiteX29" fmla="*/ 1706559 w 3302171"/>
                <a:gd name="connsiteY29" fmla="*/ 3056230 h 3157496"/>
                <a:gd name="connsiteX30" fmla="*/ 1617350 w 3302171"/>
                <a:gd name="connsiteY30" fmla="*/ 2632484 h 3157496"/>
                <a:gd name="connsiteX31" fmla="*/ 1985340 w 3302171"/>
                <a:gd name="connsiteY31" fmla="*/ 2275645 h 3157496"/>
                <a:gd name="connsiteX32" fmla="*/ 2420238 w 3302171"/>
                <a:gd name="connsiteY32" fmla="*/ 2175284 h 3157496"/>
                <a:gd name="connsiteX33" fmla="*/ 2542901 w 3302171"/>
                <a:gd name="connsiteY33" fmla="*/ 2008015 h 3157496"/>
                <a:gd name="connsiteX34" fmla="*/ 2554052 w 3302171"/>
                <a:gd name="connsiteY34" fmla="*/ 1417001 h 3157496"/>
                <a:gd name="connsiteX35" fmla="*/ 2509447 w 3302171"/>
                <a:gd name="connsiteY35" fmla="*/ 1171674 h 3157496"/>
                <a:gd name="connsiteX36" fmla="*/ 2531750 w 3302171"/>
                <a:gd name="connsiteY36" fmla="*/ 848289 h 3157496"/>
                <a:gd name="connsiteX37" fmla="*/ 2565203 w 3302171"/>
                <a:gd name="connsiteY37" fmla="*/ 725625 h 3157496"/>
                <a:gd name="connsiteX38" fmla="*/ 2141457 w 3302171"/>
                <a:gd name="connsiteY38" fmla="*/ 825986 h 3157496"/>
                <a:gd name="connsiteX39" fmla="*/ 1483535 w 3302171"/>
                <a:gd name="connsiteY39" fmla="*/ 825986 h 3157496"/>
                <a:gd name="connsiteX40" fmla="*/ 914823 w 3302171"/>
                <a:gd name="connsiteY40" fmla="*/ 736776 h 3157496"/>
                <a:gd name="connsiteX41" fmla="*/ 624891 w 3302171"/>
                <a:gd name="connsiteY41" fmla="*/ 703323 h 3157496"/>
                <a:gd name="connsiteX42" fmla="*/ 702950 w 3302171"/>
                <a:gd name="connsiteY42" fmla="*/ 1316640 h 3157496"/>
                <a:gd name="connsiteX43" fmla="*/ 636042 w 3302171"/>
                <a:gd name="connsiteY43" fmla="*/ 1929957 h 3157496"/>
                <a:gd name="connsiteX44" fmla="*/ 725252 w 3302171"/>
                <a:gd name="connsiteY44" fmla="*/ 2253342 h 3157496"/>
                <a:gd name="connsiteX45" fmla="*/ 680647 w 3302171"/>
                <a:gd name="connsiteY45" fmla="*/ 2699392 h 3157496"/>
                <a:gd name="connsiteX46" fmla="*/ 245750 w 3302171"/>
                <a:gd name="connsiteY46" fmla="*/ 2788602 h 3157496"/>
                <a:gd name="connsiteX47" fmla="*/ 11574 w 3302171"/>
                <a:gd name="connsiteY47" fmla="*/ 2487518 h 3157496"/>
                <a:gd name="connsiteX0" fmla="*/ 11574 w 3302171"/>
                <a:gd name="connsiteY0" fmla="*/ 2487518 h 3157496"/>
                <a:gd name="connsiteX1" fmla="*/ 45028 w 3302171"/>
                <a:gd name="connsiteY1" fmla="*/ 2164133 h 3157496"/>
                <a:gd name="connsiteX2" fmla="*/ 123086 w 3302171"/>
                <a:gd name="connsiteY2" fmla="*/ 1874201 h 3157496"/>
                <a:gd name="connsiteX3" fmla="*/ 22725 w 3302171"/>
                <a:gd name="connsiteY3" fmla="*/ 1550815 h 3157496"/>
                <a:gd name="connsiteX4" fmla="*/ 89633 w 3302171"/>
                <a:gd name="connsiteY4" fmla="*/ 1260884 h 3157496"/>
                <a:gd name="connsiteX5" fmla="*/ 423 w 3302171"/>
                <a:gd name="connsiteY5" fmla="*/ 904045 h 3157496"/>
                <a:gd name="connsiteX6" fmla="*/ 134238 w 3302171"/>
                <a:gd name="connsiteY6" fmla="*/ 647567 h 3157496"/>
                <a:gd name="connsiteX7" fmla="*/ 67330 w 3302171"/>
                <a:gd name="connsiteY7" fmla="*/ 357635 h 3157496"/>
                <a:gd name="connsiteX8" fmla="*/ 111935 w 3302171"/>
                <a:gd name="connsiteY8" fmla="*/ 123459 h 3157496"/>
                <a:gd name="connsiteX9" fmla="*/ 390716 w 3302171"/>
                <a:gd name="connsiteY9" fmla="*/ 101157 h 3157496"/>
                <a:gd name="connsiteX10" fmla="*/ 758706 w 3302171"/>
                <a:gd name="connsiteY10" fmla="*/ 11947 h 3157496"/>
                <a:gd name="connsiteX11" fmla="*/ 1070940 w 3302171"/>
                <a:gd name="connsiteY11" fmla="*/ 101157 h 3157496"/>
                <a:gd name="connsiteX12" fmla="*/ 1372023 w 3302171"/>
                <a:gd name="connsiteY12" fmla="*/ 796 h 3157496"/>
                <a:gd name="connsiteX13" fmla="*/ 1907281 w 3302171"/>
                <a:gd name="connsiteY13" fmla="*/ 168064 h 3157496"/>
                <a:gd name="connsiteX14" fmla="*/ 2375633 w 3302171"/>
                <a:gd name="connsiteY14" fmla="*/ 11947 h 3157496"/>
                <a:gd name="connsiteX15" fmla="*/ 2531750 w 3302171"/>
                <a:gd name="connsiteY15" fmla="*/ 134611 h 3157496"/>
                <a:gd name="connsiteX16" fmla="*/ 2899740 w 3302171"/>
                <a:gd name="connsiteY16" fmla="*/ 56552 h 3157496"/>
                <a:gd name="connsiteX17" fmla="*/ 3200823 w 3302171"/>
                <a:gd name="connsiteY17" fmla="*/ 313030 h 3157496"/>
                <a:gd name="connsiteX18" fmla="*/ 3067008 w 3302171"/>
                <a:gd name="connsiteY18" fmla="*/ 681020 h 3157496"/>
                <a:gd name="connsiteX19" fmla="*/ 3301184 w 3302171"/>
                <a:gd name="connsiteY19" fmla="*/ 1049011 h 3157496"/>
                <a:gd name="connsiteX20" fmla="*/ 3156218 w 3302171"/>
                <a:gd name="connsiteY20" fmla="*/ 1316640 h 3157496"/>
                <a:gd name="connsiteX21" fmla="*/ 3290033 w 3302171"/>
                <a:gd name="connsiteY21" fmla="*/ 1628874 h 3157496"/>
                <a:gd name="connsiteX22" fmla="*/ 3044706 w 3302171"/>
                <a:gd name="connsiteY22" fmla="*/ 1896503 h 3157496"/>
                <a:gd name="connsiteX23" fmla="*/ 3100462 w 3302171"/>
                <a:gd name="connsiteY23" fmla="*/ 2219889 h 3157496"/>
                <a:gd name="connsiteX24" fmla="*/ 2922042 w 3302171"/>
                <a:gd name="connsiteY24" fmla="*/ 2532123 h 3157496"/>
                <a:gd name="connsiteX25" fmla="*/ 2453691 w 3302171"/>
                <a:gd name="connsiteY25" fmla="*/ 2532123 h 3157496"/>
                <a:gd name="connsiteX26" fmla="*/ 2241818 w 3302171"/>
                <a:gd name="connsiteY26" fmla="*/ 2766298 h 3157496"/>
                <a:gd name="connsiteX27" fmla="*/ 2186062 w 3302171"/>
                <a:gd name="connsiteY27" fmla="*/ 3022776 h 3157496"/>
                <a:gd name="connsiteX28" fmla="*/ 1896130 w 3302171"/>
                <a:gd name="connsiteY28" fmla="*/ 3156591 h 3157496"/>
                <a:gd name="connsiteX29" fmla="*/ 1706559 w 3302171"/>
                <a:gd name="connsiteY29" fmla="*/ 3056230 h 3157496"/>
                <a:gd name="connsiteX30" fmla="*/ 1617350 w 3302171"/>
                <a:gd name="connsiteY30" fmla="*/ 2632484 h 3157496"/>
                <a:gd name="connsiteX31" fmla="*/ 1985340 w 3302171"/>
                <a:gd name="connsiteY31" fmla="*/ 2275645 h 3157496"/>
                <a:gd name="connsiteX32" fmla="*/ 2420238 w 3302171"/>
                <a:gd name="connsiteY32" fmla="*/ 2175284 h 3157496"/>
                <a:gd name="connsiteX33" fmla="*/ 2542901 w 3302171"/>
                <a:gd name="connsiteY33" fmla="*/ 2008015 h 3157496"/>
                <a:gd name="connsiteX34" fmla="*/ 2554052 w 3302171"/>
                <a:gd name="connsiteY34" fmla="*/ 1417001 h 3157496"/>
                <a:gd name="connsiteX35" fmla="*/ 2509447 w 3302171"/>
                <a:gd name="connsiteY35" fmla="*/ 1171674 h 3157496"/>
                <a:gd name="connsiteX36" fmla="*/ 2531750 w 3302171"/>
                <a:gd name="connsiteY36" fmla="*/ 848289 h 3157496"/>
                <a:gd name="connsiteX37" fmla="*/ 2565203 w 3302171"/>
                <a:gd name="connsiteY37" fmla="*/ 725625 h 3157496"/>
                <a:gd name="connsiteX38" fmla="*/ 2141457 w 3302171"/>
                <a:gd name="connsiteY38" fmla="*/ 825986 h 3157496"/>
                <a:gd name="connsiteX39" fmla="*/ 1483535 w 3302171"/>
                <a:gd name="connsiteY39" fmla="*/ 825986 h 3157496"/>
                <a:gd name="connsiteX40" fmla="*/ 914823 w 3302171"/>
                <a:gd name="connsiteY40" fmla="*/ 736776 h 3157496"/>
                <a:gd name="connsiteX41" fmla="*/ 624891 w 3302171"/>
                <a:gd name="connsiteY41" fmla="*/ 703323 h 3157496"/>
                <a:gd name="connsiteX42" fmla="*/ 702950 w 3302171"/>
                <a:gd name="connsiteY42" fmla="*/ 1316640 h 3157496"/>
                <a:gd name="connsiteX43" fmla="*/ 636042 w 3302171"/>
                <a:gd name="connsiteY43" fmla="*/ 1929957 h 3157496"/>
                <a:gd name="connsiteX44" fmla="*/ 725252 w 3302171"/>
                <a:gd name="connsiteY44" fmla="*/ 2253342 h 3157496"/>
                <a:gd name="connsiteX45" fmla="*/ 669496 w 3302171"/>
                <a:gd name="connsiteY45" fmla="*/ 2766299 h 3157496"/>
                <a:gd name="connsiteX46" fmla="*/ 245750 w 3302171"/>
                <a:gd name="connsiteY46" fmla="*/ 2788602 h 3157496"/>
                <a:gd name="connsiteX47" fmla="*/ 11574 w 3302171"/>
                <a:gd name="connsiteY47" fmla="*/ 2487518 h 3157496"/>
                <a:gd name="connsiteX0" fmla="*/ 11574 w 3302171"/>
                <a:gd name="connsiteY0" fmla="*/ 2487518 h 3157496"/>
                <a:gd name="connsiteX1" fmla="*/ 45028 w 3302171"/>
                <a:gd name="connsiteY1" fmla="*/ 2164133 h 3157496"/>
                <a:gd name="connsiteX2" fmla="*/ 123086 w 3302171"/>
                <a:gd name="connsiteY2" fmla="*/ 1874201 h 3157496"/>
                <a:gd name="connsiteX3" fmla="*/ 22725 w 3302171"/>
                <a:gd name="connsiteY3" fmla="*/ 1550815 h 3157496"/>
                <a:gd name="connsiteX4" fmla="*/ 89633 w 3302171"/>
                <a:gd name="connsiteY4" fmla="*/ 1260884 h 3157496"/>
                <a:gd name="connsiteX5" fmla="*/ 423 w 3302171"/>
                <a:gd name="connsiteY5" fmla="*/ 904045 h 3157496"/>
                <a:gd name="connsiteX6" fmla="*/ 134238 w 3302171"/>
                <a:gd name="connsiteY6" fmla="*/ 647567 h 3157496"/>
                <a:gd name="connsiteX7" fmla="*/ 67330 w 3302171"/>
                <a:gd name="connsiteY7" fmla="*/ 357635 h 3157496"/>
                <a:gd name="connsiteX8" fmla="*/ 111935 w 3302171"/>
                <a:gd name="connsiteY8" fmla="*/ 123459 h 3157496"/>
                <a:gd name="connsiteX9" fmla="*/ 390716 w 3302171"/>
                <a:gd name="connsiteY9" fmla="*/ 101157 h 3157496"/>
                <a:gd name="connsiteX10" fmla="*/ 758706 w 3302171"/>
                <a:gd name="connsiteY10" fmla="*/ 11947 h 3157496"/>
                <a:gd name="connsiteX11" fmla="*/ 1070940 w 3302171"/>
                <a:gd name="connsiteY11" fmla="*/ 101157 h 3157496"/>
                <a:gd name="connsiteX12" fmla="*/ 1372023 w 3302171"/>
                <a:gd name="connsiteY12" fmla="*/ 796 h 3157496"/>
                <a:gd name="connsiteX13" fmla="*/ 1907281 w 3302171"/>
                <a:gd name="connsiteY13" fmla="*/ 168064 h 3157496"/>
                <a:gd name="connsiteX14" fmla="*/ 2375633 w 3302171"/>
                <a:gd name="connsiteY14" fmla="*/ 11947 h 3157496"/>
                <a:gd name="connsiteX15" fmla="*/ 2531750 w 3302171"/>
                <a:gd name="connsiteY15" fmla="*/ 134611 h 3157496"/>
                <a:gd name="connsiteX16" fmla="*/ 2899740 w 3302171"/>
                <a:gd name="connsiteY16" fmla="*/ 56552 h 3157496"/>
                <a:gd name="connsiteX17" fmla="*/ 3200823 w 3302171"/>
                <a:gd name="connsiteY17" fmla="*/ 313030 h 3157496"/>
                <a:gd name="connsiteX18" fmla="*/ 3067008 w 3302171"/>
                <a:gd name="connsiteY18" fmla="*/ 681020 h 3157496"/>
                <a:gd name="connsiteX19" fmla="*/ 3301184 w 3302171"/>
                <a:gd name="connsiteY19" fmla="*/ 1049011 h 3157496"/>
                <a:gd name="connsiteX20" fmla="*/ 3156218 w 3302171"/>
                <a:gd name="connsiteY20" fmla="*/ 1316640 h 3157496"/>
                <a:gd name="connsiteX21" fmla="*/ 3290033 w 3302171"/>
                <a:gd name="connsiteY21" fmla="*/ 1628874 h 3157496"/>
                <a:gd name="connsiteX22" fmla="*/ 3044706 w 3302171"/>
                <a:gd name="connsiteY22" fmla="*/ 1896503 h 3157496"/>
                <a:gd name="connsiteX23" fmla="*/ 3100462 w 3302171"/>
                <a:gd name="connsiteY23" fmla="*/ 2219889 h 3157496"/>
                <a:gd name="connsiteX24" fmla="*/ 2922042 w 3302171"/>
                <a:gd name="connsiteY24" fmla="*/ 2532123 h 3157496"/>
                <a:gd name="connsiteX25" fmla="*/ 2453691 w 3302171"/>
                <a:gd name="connsiteY25" fmla="*/ 2532123 h 3157496"/>
                <a:gd name="connsiteX26" fmla="*/ 2241818 w 3302171"/>
                <a:gd name="connsiteY26" fmla="*/ 2766298 h 3157496"/>
                <a:gd name="connsiteX27" fmla="*/ 2186062 w 3302171"/>
                <a:gd name="connsiteY27" fmla="*/ 3022776 h 3157496"/>
                <a:gd name="connsiteX28" fmla="*/ 1896130 w 3302171"/>
                <a:gd name="connsiteY28" fmla="*/ 3156591 h 3157496"/>
                <a:gd name="connsiteX29" fmla="*/ 1706559 w 3302171"/>
                <a:gd name="connsiteY29" fmla="*/ 3056230 h 3157496"/>
                <a:gd name="connsiteX30" fmla="*/ 1617350 w 3302171"/>
                <a:gd name="connsiteY30" fmla="*/ 2632484 h 3157496"/>
                <a:gd name="connsiteX31" fmla="*/ 1985340 w 3302171"/>
                <a:gd name="connsiteY31" fmla="*/ 2275645 h 3157496"/>
                <a:gd name="connsiteX32" fmla="*/ 2420238 w 3302171"/>
                <a:gd name="connsiteY32" fmla="*/ 2175284 h 3157496"/>
                <a:gd name="connsiteX33" fmla="*/ 2542901 w 3302171"/>
                <a:gd name="connsiteY33" fmla="*/ 2008015 h 3157496"/>
                <a:gd name="connsiteX34" fmla="*/ 2554052 w 3302171"/>
                <a:gd name="connsiteY34" fmla="*/ 1417001 h 3157496"/>
                <a:gd name="connsiteX35" fmla="*/ 2509447 w 3302171"/>
                <a:gd name="connsiteY35" fmla="*/ 1171674 h 3157496"/>
                <a:gd name="connsiteX36" fmla="*/ 2531750 w 3302171"/>
                <a:gd name="connsiteY36" fmla="*/ 848289 h 3157496"/>
                <a:gd name="connsiteX37" fmla="*/ 2565203 w 3302171"/>
                <a:gd name="connsiteY37" fmla="*/ 725625 h 3157496"/>
                <a:gd name="connsiteX38" fmla="*/ 2141457 w 3302171"/>
                <a:gd name="connsiteY38" fmla="*/ 825986 h 3157496"/>
                <a:gd name="connsiteX39" fmla="*/ 1483535 w 3302171"/>
                <a:gd name="connsiteY39" fmla="*/ 825986 h 3157496"/>
                <a:gd name="connsiteX40" fmla="*/ 914823 w 3302171"/>
                <a:gd name="connsiteY40" fmla="*/ 736776 h 3157496"/>
                <a:gd name="connsiteX41" fmla="*/ 624891 w 3302171"/>
                <a:gd name="connsiteY41" fmla="*/ 703323 h 3157496"/>
                <a:gd name="connsiteX42" fmla="*/ 702950 w 3302171"/>
                <a:gd name="connsiteY42" fmla="*/ 1316640 h 3157496"/>
                <a:gd name="connsiteX43" fmla="*/ 636042 w 3302171"/>
                <a:gd name="connsiteY43" fmla="*/ 1929957 h 3157496"/>
                <a:gd name="connsiteX44" fmla="*/ 725252 w 3302171"/>
                <a:gd name="connsiteY44" fmla="*/ 2253342 h 3157496"/>
                <a:gd name="connsiteX45" fmla="*/ 669496 w 3302171"/>
                <a:gd name="connsiteY45" fmla="*/ 2766299 h 3157496"/>
                <a:gd name="connsiteX46" fmla="*/ 245750 w 3302171"/>
                <a:gd name="connsiteY46" fmla="*/ 2788602 h 3157496"/>
                <a:gd name="connsiteX47" fmla="*/ 11574 w 3302171"/>
                <a:gd name="connsiteY47" fmla="*/ 2487518 h 3157496"/>
                <a:gd name="connsiteX0" fmla="*/ 11574 w 3302171"/>
                <a:gd name="connsiteY0" fmla="*/ 2487518 h 3157496"/>
                <a:gd name="connsiteX1" fmla="*/ 45028 w 3302171"/>
                <a:gd name="connsiteY1" fmla="*/ 2164133 h 3157496"/>
                <a:gd name="connsiteX2" fmla="*/ 45027 w 3302171"/>
                <a:gd name="connsiteY2" fmla="*/ 1874201 h 3157496"/>
                <a:gd name="connsiteX3" fmla="*/ 22725 w 3302171"/>
                <a:gd name="connsiteY3" fmla="*/ 1550815 h 3157496"/>
                <a:gd name="connsiteX4" fmla="*/ 89633 w 3302171"/>
                <a:gd name="connsiteY4" fmla="*/ 1260884 h 3157496"/>
                <a:gd name="connsiteX5" fmla="*/ 423 w 3302171"/>
                <a:gd name="connsiteY5" fmla="*/ 904045 h 3157496"/>
                <a:gd name="connsiteX6" fmla="*/ 134238 w 3302171"/>
                <a:gd name="connsiteY6" fmla="*/ 647567 h 3157496"/>
                <a:gd name="connsiteX7" fmla="*/ 67330 w 3302171"/>
                <a:gd name="connsiteY7" fmla="*/ 357635 h 3157496"/>
                <a:gd name="connsiteX8" fmla="*/ 111935 w 3302171"/>
                <a:gd name="connsiteY8" fmla="*/ 123459 h 3157496"/>
                <a:gd name="connsiteX9" fmla="*/ 390716 w 3302171"/>
                <a:gd name="connsiteY9" fmla="*/ 101157 h 3157496"/>
                <a:gd name="connsiteX10" fmla="*/ 758706 w 3302171"/>
                <a:gd name="connsiteY10" fmla="*/ 11947 h 3157496"/>
                <a:gd name="connsiteX11" fmla="*/ 1070940 w 3302171"/>
                <a:gd name="connsiteY11" fmla="*/ 101157 h 3157496"/>
                <a:gd name="connsiteX12" fmla="*/ 1372023 w 3302171"/>
                <a:gd name="connsiteY12" fmla="*/ 796 h 3157496"/>
                <a:gd name="connsiteX13" fmla="*/ 1907281 w 3302171"/>
                <a:gd name="connsiteY13" fmla="*/ 168064 h 3157496"/>
                <a:gd name="connsiteX14" fmla="*/ 2375633 w 3302171"/>
                <a:gd name="connsiteY14" fmla="*/ 11947 h 3157496"/>
                <a:gd name="connsiteX15" fmla="*/ 2531750 w 3302171"/>
                <a:gd name="connsiteY15" fmla="*/ 134611 h 3157496"/>
                <a:gd name="connsiteX16" fmla="*/ 2899740 w 3302171"/>
                <a:gd name="connsiteY16" fmla="*/ 56552 h 3157496"/>
                <a:gd name="connsiteX17" fmla="*/ 3200823 w 3302171"/>
                <a:gd name="connsiteY17" fmla="*/ 313030 h 3157496"/>
                <a:gd name="connsiteX18" fmla="*/ 3067008 w 3302171"/>
                <a:gd name="connsiteY18" fmla="*/ 681020 h 3157496"/>
                <a:gd name="connsiteX19" fmla="*/ 3301184 w 3302171"/>
                <a:gd name="connsiteY19" fmla="*/ 1049011 h 3157496"/>
                <a:gd name="connsiteX20" fmla="*/ 3156218 w 3302171"/>
                <a:gd name="connsiteY20" fmla="*/ 1316640 h 3157496"/>
                <a:gd name="connsiteX21" fmla="*/ 3290033 w 3302171"/>
                <a:gd name="connsiteY21" fmla="*/ 1628874 h 3157496"/>
                <a:gd name="connsiteX22" fmla="*/ 3044706 w 3302171"/>
                <a:gd name="connsiteY22" fmla="*/ 1896503 h 3157496"/>
                <a:gd name="connsiteX23" fmla="*/ 3100462 w 3302171"/>
                <a:gd name="connsiteY23" fmla="*/ 2219889 h 3157496"/>
                <a:gd name="connsiteX24" fmla="*/ 2922042 w 3302171"/>
                <a:gd name="connsiteY24" fmla="*/ 2532123 h 3157496"/>
                <a:gd name="connsiteX25" fmla="*/ 2453691 w 3302171"/>
                <a:gd name="connsiteY25" fmla="*/ 2532123 h 3157496"/>
                <a:gd name="connsiteX26" fmla="*/ 2241818 w 3302171"/>
                <a:gd name="connsiteY26" fmla="*/ 2766298 h 3157496"/>
                <a:gd name="connsiteX27" fmla="*/ 2186062 w 3302171"/>
                <a:gd name="connsiteY27" fmla="*/ 3022776 h 3157496"/>
                <a:gd name="connsiteX28" fmla="*/ 1896130 w 3302171"/>
                <a:gd name="connsiteY28" fmla="*/ 3156591 h 3157496"/>
                <a:gd name="connsiteX29" fmla="*/ 1706559 w 3302171"/>
                <a:gd name="connsiteY29" fmla="*/ 3056230 h 3157496"/>
                <a:gd name="connsiteX30" fmla="*/ 1617350 w 3302171"/>
                <a:gd name="connsiteY30" fmla="*/ 2632484 h 3157496"/>
                <a:gd name="connsiteX31" fmla="*/ 1985340 w 3302171"/>
                <a:gd name="connsiteY31" fmla="*/ 2275645 h 3157496"/>
                <a:gd name="connsiteX32" fmla="*/ 2420238 w 3302171"/>
                <a:gd name="connsiteY32" fmla="*/ 2175284 h 3157496"/>
                <a:gd name="connsiteX33" fmla="*/ 2542901 w 3302171"/>
                <a:gd name="connsiteY33" fmla="*/ 2008015 h 3157496"/>
                <a:gd name="connsiteX34" fmla="*/ 2554052 w 3302171"/>
                <a:gd name="connsiteY34" fmla="*/ 1417001 h 3157496"/>
                <a:gd name="connsiteX35" fmla="*/ 2509447 w 3302171"/>
                <a:gd name="connsiteY35" fmla="*/ 1171674 h 3157496"/>
                <a:gd name="connsiteX36" fmla="*/ 2531750 w 3302171"/>
                <a:gd name="connsiteY36" fmla="*/ 848289 h 3157496"/>
                <a:gd name="connsiteX37" fmla="*/ 2565203 w 3302171"/>
                <a:gd name="connsiteY37" fmla="*/ 725625 h 3157496"/>
                <a:gd name="connsiteX38" fmla="*/ 2141457 w 3302171"/>
                <a:gd name="connsiteY38" fmla="*/ 825986 h 3157496"/>
                <a:gd name="connsiteX39" fmla="*/ 1483535 w 3302171"/>
                <a:gd name="connsiteY39" fmla="*/ 825986 h 3157496"/>
                <a:gd name="connsiteX40" fmla="*/ 914823 w 3302171"/>
                <a:gd name="connsiteY40" fmla="*/ 736776 h 3157496"/>
                <a:gd name="connsiteX41" fmla="*/ 624891 w 3302171"/>
                <a:gd name="connsiteY41" fmla="*/ 703323 h 3157496"/>
                <a:gd name="connsiteX42" fmla="*/ 702950 w 3302171"/>
                <a:gd name="connsiteY42" fmla="*/ 1316640 h 3157496"/>
                <a:gd name="connsiteX43" fmla="*/ 636042 w 3302171"/>
                <a:gd name="connsiteY43" fmla="*/ 1929957 h 3157496"/>
                <a:gd name="connsiteX44" fmla="*/ 725252 w 3302171"/>
                <a:gd name="connsiteY44" fmla="*/ 2253342 h 3157496"/>
                <a:gd name="connsiteX45" fmla="*/ 669496 w 3302171"/>
                <a:gd name="connsiteY45" fmla="*/ 2766299 h 3157496"/>
                <a:gd name="connsiteX46" fmla="*/ 245750 w 3302171"/>
                <a:gd name="connsiteY46" fmla="*/ 2788602 h 3157496"/>
                <a:gd name="connsiteX47" fmla="*/ 11574 w 3302171"/>
                <a:gd name="connsiteY47" fmla="*/ 2487518 h 3157496"/>
                <a:gd name="connsiteX0" fmla="*/ 27192 w 3317789"/>
                <a:gd name="connsiteY0" fmla="*/ 2487518 h 3157496"/>
                <a:gd name="connsiteX1" fmla="*/ 60646 w 3317789"/>
                <a:gd name="connsiteY1" fmla="*/ 2164133 h 3157496"/>
                <a:gd name="connsiteX2" fmla="*/ 60645 w 3317789"/>
                <a:gd name="connsiteY2" fmla="*/ 1874201 h 3157496"/>
                <a:gd name="connsiteX3" fmla="*/ 38343 w 3317789"/>
                <a:gd name="connsiteY3" fmla="*/ 1550815 h 3157496"/>
                <a:gd name="connsiteX4" fmla="*/ 4890 w 3317789"/>
                <a:gd name="connsiteY4" fmla="*/ 1249733 h 3157496"/>
                <a:gd name="connsiteX5" fmla="*/ 16041 w 3317789"/>
                <a:gd name="connsiteY5" fmla="*/ 904045 h 3157496"/>
                <a:gd name="connsiteX6" fmla="*/ 149856 w 3317789"/>
                <a:gd name="connsiteY6" fmla="*/ 647567 h 3157496"/>
                <a:gd name="connsiteX7" fmla="*/ 82948 w 3317789"/>
                <a:gd name="connsiteY7" fmla="*/ 357635 h 3157496"/>
                <a:gd name="connsiteX8" fmla="*/ 127553 w 3317789"/>
                <a:gd name="connsiteY8" fmla="*/ 123459 h 3157496"/>
                <a:gd name="connsiteX9" fmla="*/ 406334 w 3317789"/>
                <a:gd name="connsiteY9" fmla="*/ 101157 h 3157496"/>
                <a:gd name="connsiteX10" fmla="*/ 774324 w 3317789"/>
                <a:gd name="connsiteY10" fmla="*/ 11947 h 3157496"/>
                <a:gd name="connsiteX11" fmla="*/ 1086558 w 3317789"/>
                <a:gd name="connsiteY11" fmla="*/ 101157 h 3157496"/>
                <a:gd name="connsiteX12" fmla="*/ 1387641 w 3317789"/>
                <a:gd name="connsiteY12" fmla="*/ 796 h 3157496"/>
                <a:gd name="connsiteX13" fmla="*/ 1922899 w 3317789"/>
                <a:gd name="connsiteY13" fmla="*/ 168064 h 3157496"/>
                <a:gd name="connsiteX14" fmla="*/ 2391251 w 3317789"/>
                <a:gd name="connsiteY14" fmla="*/ 11947 h 3157496"/>
                <a:gd name="connsiteX15" fmla="*/ 2547368 w 3317789"/>
                <a:gd name="connsiteY15" fmla="*/ 134611 h 3157496"/>
                <a:gd name="connsiteX16" fmla="*/ 2915358 w 3317789"/>
                <a:gd name="connsiteY16" fmla="*/ 56552 h 3157496"/>
                <a:gd name="connsiteX17" fmla="*/ 3216441 w 3317789"/>
                <a:gd name="connsiteY17" fmla="*/ 313030 h 3157496"/>
                <a:gd name="connsiteX18" fmla="*/ 3082626 w 3317789"/>
                <a:gd name="connsiteY18" fmla="*/ 681020 h 3157496"/>
                <a:gd name="connsiteX19" fmla="*/ 3316802 w 3317789"/>
                <a:gd name="connsiteY19" fmla="*/ 1049011 h 3157496"/>
                <a:gd name="connsiteX20" fmla="*/ 3171836 w 3317789"/>
                <a:gd name="connsiteY20" fmla="*/ 1316640 h 3157496"/>
                <a:gd name="connsiteX21" fmla="*/ 3305651 w 3317789"/>
                <a:gd name="connsiteY21" fmla="*/ 1628874 h 3157496"/>
                <a:gd name="connsiteX22" fmla="*/ 3060324 w 3317789"/>
                <a:gd name="connsiteY22" fmla="*/ 1896503 h 3157496"/>
                <a:gd name="connsiteX23" fmla="*/ 3116080 w 3317789"/>
                <a:gd name="connsiteY23" fmla="*/ 2219889 h 3157496"/>
                <a:gd name="connsiteX24" fmla="*/ 2937660 w 3317789"/>
                <a:gd name="connsiteY24" fmla="*/ 2532123 h 3157496"/>
                <a:gd name="connsiteX25" fmla="*/ 2469309 w 3317789"/>
                <a:gd name="connsiteY25" fmla="*/ 2532123 h 3157496"/>
                <a:gd name="connsiteX26" fmla="*/ 2257436 w 3317789"/>
                <a:gd name="connsiteY26" fmla="*/ 2766298 h 3157496"/>
                <a:gd name="connsiteX27" fmla="*/ 2201680 w 3317789"/>
                <a:gd name="connsiteY27" fmla="*/ 3022776 h 3157496"/>
                <a:gd name="connsiteX28" fmla="*/ 1911748 w 3317789"/>
                <a:gd name="connsiteY28" fmla="*/ 3156591 h 3157496"/>
                <a:gd name="connsiteX29" fmla="*/ 1722177 w 3317789"/>
                <a:gd name="connsiteY29" fmla="*/ 3056230 h 3157496"/>
                <a:gd name="connsiteX30" fmla="*/ 1632968 w 3317789"/>
                <a:gd name="connsiteY30" fmla="*/ 2632484 h 3157496"/>
                <a:gd name="connsiteX31" fmla="*/ 2000958 w 3317789"/>
                <a:gd name="connsiteY31" fmla="*/ 2275645 h 3157496"/>
                <a:gd name="connsiteX32" fmla="*/ 2435856 w 3317789"/>
                <a:gd name="connsiteY32" fmla="*/ 2175284 h 3157496"/>
                <a:gd name="connsiteX33" fmla="*/ 2558519 w 3317789"/>
                <a:gd name="connsiteY33" fmla="*/ 2008015 h 3157496"/>
                <a:gd name="connsiteX34" fmla="*/ 2569670 w 3317789"/>
                <a:gd name="connsiteY34" fmla="*/ 1417001 h 3157496"/>
                <a:gd name="connsiteX35" fmla="*/ 2525065 w 3317789"/>
                <a:gd name="connsiteY35" fmla="*/ 1171674 h 3157496"/>
                <a:gd name="connsiteX36" fmla="*/ 2547368 w 3317789"/>
                <a:gd name="connsiteY36" fmla="*/ 848289 h 3157496"/>
                <a:gd name="connsiteX37" fmla="*/ 2580821 w 3317789"/>
                <a:gd name="connsiteY37" fmla="*/ 725625 h 3157496"/>
                <a:gd name="connsiteX38" fmla="*/ 2157075 w 3317789"/>
                <a:gd name="connsiteY38" fmla="*/ 825986 h 3157496"/>
                <a:gd name="connsiteX39" fmla="*/ 1499153 w 3317789"/>
                <a:gd name="connsiteY39" fmla="*/ 825986 h 3157496"/>
                <a:gd name="connsiteX40" fmla="*/ 930441 w 3317789"/>
                <a:gd name="connsiteY40" fmla="*/ 736776 h 3157496"/>
                <a:gd name="connsiteX41" fmla="*/ 640509 w 3317789"/>
                <a:gd name="connsiteY41" fmla="*/ 703323 h 3157496"/>
                <a:gd name="connsiteX42" fmla="*/ 718568 w 3317789"/>
                <a:gd name="connsiteY42" fmla="*/ 1316640 h 3157496"/>
                <a:gd name="connsiteX43" fmla="*/ 651660 w 3317789"/>
                <a:gd name="connsiteY43" fmla="*/ 1929957 h 3157496"/>
                <a:gd name="connsiteX44" fmla="*/ 740870 w 3317789"/>
                <a:gd name="connsiteY44" fmla="*/ 2253342 h 3157496"/>
                <a:gd name="connsiteX45" fmla="*/ 685114 w 3317789"/>
                <a:gd name="connsiteY45" fmla="*/ 2766299 h 3157496"/>
                <a:gd name="connsiteX46" fmla="*/ 261368 w 3317789"/>
                <a:gd name="connsiteY46" fmla="*/ 2788602 h 3157496"/>
                <a:gd name="connsiteX47" fmla="*/ 27192 w 3317789"/>
                <a:gd name="connsiteY47" fmla="*/ 2487518 h 3157496"/>
                <a:gd name="connsiteX0" fmla="*/ 23051 w 3313648"/>
                <a:gd name="connsiteY0" fmla="*/ 2487518 h 3157496"/>
                <a:gd name="connsiteX1" fmla="*/ 56505 w 3313648"/>
                <a:gd name="connsiteY1" fmla="*/ 2164133 h 3157496"/>
                <a:gd name="connsiteX2" fmla="*/ 56504 w 3313648"/>
                <a:gd name="connsiteY2" fmla="*/ 1874201 h 3157496"/>
                <a:gd name="connsiteX3" fmla="*/ 34202 w 3313648"/>
                <a:gd name="connsiteY3" fmla="*/ 1550815 h 3157496"/>
                <a:gd name="connsiteX4" fmla="*/ 749 w 3313648"/>
                <a:gd name="connsiteY4" fmla="*/ 1249733 h 3157496"/>
                <a:gd name="connsiteX5" fmla="*/ 11900 w 3313648"/>
                <a:gd name="connsiteY5" fmla="*/ 904045 h 3157496"/>
                <a:gd name="connsiteX6" fmla="*/ 23052 w 3313648"/>
                <a:gd name="connsiteY6" fmla="*/ 625265 h 3157496"/>
                <a:gd name="connsiteX7" fmla="*/ 78807 w 3313648"/>
                <a:gd name="connsiteY7" fmla="*/ 357635 h 3157496"/>
                <a:gd name="connsiteX8" fmla="*/ 123412 w 3313648"/>
                <a:gd name="connsiteY8" fmla="*/ 123459 h 3157496"/>
                <a:gd name="connsiteX9" fmla="*/ 402193 w 3313648"/>
                <a:gd name="connsiteY9" fmla="*/ 101157 h 3157496"/>
                <a:gd name="connsiteX10" fmla="*/ 770183 w 3313648"/>
                <a:gd name="connsiteY10" fmla="*/ 11947 h 3157496"/>
                <a:gd name="connsiteX11" fmla="*/ 1082417 w 3313648"/>
                <a:gd name="connsiteY11" fmla="*/ 101157 h 3157496"/>
                <a:gd name="connsiteX12" fmla="*/ 1383500 w 3313648"/>
                <a:gd name="connsiteY12" fmla="*/ 796 h 3157496"/>
                <a:gd name="connsiteX13" fmla="*/ 1918758 w 3313648"/>
                <a:gd name="connsiteY13" fmla="*/ 168064 h 3157496"/>
                <a:gd name="connsiteX14" fmla="*/ 2387110 w 3313648"/>
                <a:gd name="connsiteY14" fmla="*/ 11947 h 3157496"/>
                <a:gd name="connsiteX15" fmla="*/ 2543227 w 3313648"/>
                <a:gd name="connsiteY15" fmla="*/ 134611 h 3157496"/>
                <a:gd name="connsiteX16" fmla="*/ 2911217 w 3313648"/>
                <a:gd name="connsiteY16" fmla="*/ 56552 h 3157496"/>
                <a:gd name="connsiteX17" fmla="*/ 3212300 w 3313648"/>
                <a:gd name="connsiteY17" fmla="*/ 313030 h 3157496"/>
                <a:gd name="connsiteX18" fmla="*/ 3078485 w 3313648"/>
                <a:gd name="connsiteY18" fmla="*/ 681020 h 3157496"/>
                <a:gd name="connsiteX19" fmla="*/ 3312661 w 3313648"/>
                <a:gd name="connsiteY19" fmla="*/ 1049011 h 3157496"/>
                <a:gd name="connsiteX20" fmla="*/ 3167695 w 3313648"/>
                <a:gd name="connsiteY20" fmla="*/ 1316640 h 3157496"/>
                <a:gd name="connsiteX21" fmla="*/ 3301510 w 3313648"/>
                <a:gd name="connsiteY21" fmla="*/ 1628874 h 3157496"/>
                <a:gd name="connsiteX22" fmla="*/ 3056183 w 3313648"/>
                <a:gd name="connsiteY22" fmla="*/ 1896503 h 3157496"/>
                <a:gd name="connsiteX23" fmla="*/ 3111939 w 3313648"/>
                <a:gd name="connsiteY23" fmla="*/ 2219889 h 3157496"/>
                <a:gd name="connsiteX24" fmla="*/ 2933519 w 3313648"/>
                <a:gd name="connsiteY24" fmla="*/ 2532123 h 3157496"/>
                <a:gd name="connsiteX25" fmla="*/ 2465168 w 3313648"/>
                <a:gd name="connsiteY25" fmla="*/ 2532123 h 3157496"/>
                <a:gd name="connsiteX26" fmla="*/ 2253295 w 3313648"/>
                <a:gd name="connsiteY26" fmla="*/ 2766298 h 3157496"/>
                <a:gd name="connsiteX27" fmla="*/ 2197539 w 3313648"/>
                <a:gd name="connsiteY27" fmla="*/ 3022776 h 3157496"/>
                <a:gd name="connsiteX28" fmla="*/ 1907607 w 3313648"/>
                <a:gd name="connsiteY28" fmla="*/ 3156591 h 3157496"/>
                <a:gd name="connsiteX29" fmla="*/ 1718036 w 3313648"/>
                <a:gd name="connsiteY29" fmla="*/ 3056230 h 3157496"/>
                <a:gd name="connsiteX30" fmla="*/ 1628827 w 3313648"/>
                <a:gd name="connsiteY30" fmla="*/ 2632484 h 3157496"/>
                <a:gd name="connsiteX31" fmla="*/ 1996817 w 3313648"/>
                <a:gd name="connsiteY31" fmla="*/ 2275645 h 3157496"/>
                <a:gd name="connsiteX32" fmla="*/ 2431715 w 3313648"/>
                <a:gd name="connsiteY32" fmla="*/ 2175284 h 3157496"/>
                <a:gd name="connsiteX33" fmla="*/ 2554378 w 3313648"/>
                <a:gd name="connsiteY33" fmla="*/ 2008015 h 3157496"/>
                <a:gd name="connsiteX34" fmla="*/ 2565529 w 3313648"/>
                <a:gd name="connsiteY34" fmla="*/ 1417001 h 3157496"/>
                <a:gd name="connsiteX35" fmla="*/ 2520924 w 3313648"/>
                <a:gd name="connsiteY35" fmla="*/ 1171674 h 3157496"/>
                <a:gd name="connsiteX36" fmla="*/ 2543227 w 3313648"/>
                <a:gd name="connsiteY36" fmla="*/ 848289 h 3157496"/>
                <a:gd name="connsiteX37" fmla="*/ 2576680 w 3313648"/>
                <a:gd name="connsiteY37" fmla="*/ 725625 h 3157496"/>
                <a:gd name="connsiteX38" fmla="*/ 2152934 w 3313648"/>
                <a:gd name="connsiteY38" fmla="*/ 825986 h 3157496"/>
                <a:gd name="connsiteX39" fmla="*/ 1495012 w 3313648"/>
                <a:gd name="connsiteY39" fmla="*/ 825986 h 3157496"/>
                <a:gd name="connsiteX40" fmla="*/ 926300 w 3313648"/>
                <a:gd name="connsiteY40" fmla="*/ 736776 h 3157496"/>
                <a:gd name="connsiteX41" fmla="*/ 636368 w 3313648"/>
                <a:gd name="connsiteY41" fmla="*/ 703323 h 3157496"/>
                <a:gd name="connsiteX42" fmla="*/ 714427 w 3313648"/>
                <a:gd name="connsiteY42" fmla="*/ 1316640 h 3157496"/>
                <a:gd name="connsiteX43" fmla="*/ 647519 w 3313648"/>
                <a:gd name="connsiteY43" fmla="*/ 1929957 h 3157496"/>
                <a:gd name="connsiteX44" fmla="*/ 736729 w 3313648"/>
                <a:gd name="connsiteY44" fmla="*/ 2253342 h 3157496"/>
                <a:gd name="connsiteX45" fmla="*/ 680973 w 3313648"/>
                <a:gd name="connsiteY45" fmla="*/ 2766299 h 3157496"/>
                <a:gd name="connsiteX46" fmla="*/ 257227 w 3313648"/>
                <a:gd name="connsiteY46" fmla="*/ 2788602 h 3157496"/>
                <a:gd name="connsiteX47" fmla="*/ 23051 w 3313648"/>
                <a:gd name="connsiteY47" fmla="*/ 2487518 h 3157496"/>
                <a:gd name="connsiteX0" fmla="*/ 23051 w 3313648"/>
                <a:gd name="connsiteY0" fmla="*/ 2504864 h 3174842"/>
                <a:gd name="connsiteX1" fmla="*/ 56505 w 3313648"/>
                <a:gd name="connsiteY1" fmla="*/ 2181479 h 3174842"/>
                <a:gd name="connsiteX2" fmla="*/ 56504 w 3313648"/>
                <a:gd name="connsiteY2" fmla="*/ 1891547 h 3174842"/>
                <a:gd name="connsiteX3" fmla="*/ 34202 w 3313648"/>
                <a:gd name="connsiteY3" fmla="*/ 1568161 h 3174842"/>
                <a:gd name="connsiteX4" fmla="*/ 749 w 3313648"/>
                <a:gd name="connsiteY4" fmla="*/ 1267079 h 3174842"/>
                <a:gd name="connsiteX5" fmla="*/ 11900 w 3313648"/>
                <a:gd name="connsiteY5" fmla="*/ 921391 h 3174842"/>
                <a:gd name="connsiteX6" fmla="*/ 23052 w 3313648"/>
                <a:gd name="connsiteY6" fmla="*/ 642611 h 3174842"/>
                <a:gd name="connsiteX7" fmla="*/ 78807 w 3313648"/>
                <a:gd name="connsiteY7" fmla="*/ 374981 h 3174842"/>
                <a:gd name="connsiteX8" fmla="*/ 123412 w 3313648"/>
                <a:gd name="connsiteY8" fmla="*/ 140805 h 3174842"/>
                <a:gd name="connsiteX9" fmla="*/ 402193 w 3313648"/>
                <a:gd name="connsiteY9" fmla="*/ 6991 h 3174842"/>
                <a:gd name="connsiteX10" fmla="*/ 770183 w 3313648"/>
                <a:gd name="connsiteY10" fmla="*/ 29293 h 3174842"/>
                <a:gd name="connsiteX11" fmla="*/ 1082417 w 3313648"/>
                <a:gd name="connsiteY11" fmla="*/ 118503 h 3174842"/>
                <a:gd name="connsiteX12" fmla="*/ 1383500 w 3313648"/>
                <a:gd name="connsiteY12" fmla="*/ 18142 h 3174842"/>
                <a:gd name="connsiteX13" fmla="*/ 1918758 w 3313648"/>
                <a:gd name="connsiteY13" fmla="*/ 185410 h 3174842"/>
                <a:gd name="connsiteX14" fmla="*/ 2387110 w 3313648"/>
                <a:gd name="connsiteY14" fmla="*/ 29293 h 3174842"/>
                <a:gd name="connsiteX15" fmla="*/ 2543227 w 3313648"/>
                <a:gd name="connsiteY15" fmla="*/ 151957 h 3174842"/>
                <a:gd name="connsiteX16" fmla="*/ 2911217 w 3313648"/>
                <a:gd name="connsiteY16" fmla="*/ 73898 h 3174842"/>
                <a:gd name="connsiteX17" fmla="*/ 3212300 w 3313648"/>
                <a:gd name="connsiteY17" fmla="*/ 330376 h 3174842"/>
                <a:gd name="connsiteX18" fmla="*/ 3078485 w 3313648"/>
                <a:gd name="connsiteY18" fmla="*/ 698366 h 3174842"/>
                <a:gd name="connsiteX19" fmla="*/ 3312661 w 3313648"/>
                <a:gd name="connsiteY19" fmla="*/ 1066357 h 3174842"/>
                <a:gd name="connsiteX20" fmla="*/ 3167695 w 3313648"/>
                <a:gd name="connsiteY20" fmla="*/ 1333986 h 3174842"/>
                <a:gd name="connsiteX21" fmla="*/ 3301510 w 3313648"/>
                <a:gd name="connsiteY21" fmla="*/ 1646220 h 3174842"/>
                <a:gd name="connsiteX22" fmla="*/ 3056183 w 3313648"/>
                <a:gd name="connsiteY22" fmla="*/ 1913849 h 3174842"/>
                <a:gd name="connsiteX23" fmla="*/ 3111939 w 3313648"/>
                <a:gd name="connsiteY23" fmla="*/ 2237235 h 3174842"/>
                <a:gd name="connsiteX24" fmla="*/ 2933519 w 3313648"/>
                <a:gd name="connsiteY24" fmla="*/ 2549469 h 3174842"/>
                <a:gd name="connsiteX25" fmla="*/ 2465168 w 3313648"/>
                <a:gd name="connsiteY25" fmla="*/ 2549469 h 3174842"/>
                <a:gd name="connsiteX26" fmla="*/ 2253295 w 3313648"/>
                <a:gd name="connsiteY26" fmla="*/ 2783644 h 3174842"/>
                <a:gd name="connsiteX27" fmla="*/ 2197539 w 3313648"/>
                <a:gd name="connsiteY27" fmla="*/ 3040122 h 3174842"/>
                <a:gd name="connsiteX28" fmla="*/ 1907607 w 3313648"/>
                <a:gd name="connsiteY28" fmla="*/ 3173937 h 3174842"/>
                <a:gd name="connsiteX29" fmla="*/ 1718036 w 3313648"/>
                <a:gd name="connsiteY29" fmla="*/ 3073576 h 3174842"/>
                <a:gd name="connsiteX30" fmla="*/ 1628827 w 3313648"/>
                <a:gd name="connsiteY30" fmla="*/ 2649830 h 3174842"/>
                <a:gd name="connsiteX31" fmla="*/ 1996817 w 3313648"/>
                <a:gd name="connsiteY31" fmla="*/ 2292991 h 3174842"/>
                <a:gd name="connsiteX32" fmla="*/ 2431715 w 3313648"/>
                <a:gd name="connsiteY32" fmla="*/ 2192630 h 3174842"/>
                <a:gd name="connsiteX33" fmla="*/ 2554378 w 3313648"/>
                <a:gd name="connsiteY33" fmla="*/ 2025361 h 3174842"/>
                <a:gd name="connsiteX34" fmla="*/ 2565529 w 3313648"/>
                <a:gd name="connsiteY34" fmla="*/ 1434347 h 3174842"/>
                <a:gd name="connsiteX35" fmla="*/ 2520924 w 3313648"/>
                <a:gd name="connsiteY35" fmla="*/ 1189020 h 3174842"/>
                <a:gd name="connsiteX36" fmla="*/ 2543227 w 3313648"/>
                <a:gd name="connsiteY36" fmla="*/ 865635 h 3174842"/>
                <a:gd name="connsiteX37" fmla="*/ 2576680 w 3313648"/>
                <a:gd name="connsiteY37" fmla="*/ 742971 h 3174842"/>
                <a:gd name="connsiteX38" fmla="*/ 2152934 w 3313648"/>
                <a:gd name="connsiteY38" fmla="*/ 843332 h 3174842"/>
                <a:gd name="connsiteX39" fmla="*/ 1495012 w 3313648"/>
                <a:gd name="connsiteY39" fmla="*/ 843332 h 3174842"/>
                <a:gd name="connsiteX40" fmla="*/ 926300 w 3313648"/>
                <a:gd name="connsiteY40" fmla="*/ 754122 h 3174842"/>
                <a:gd name="connsiteX41" fmla="*/ 636368 w 3313648"/>
                <a:gd name="connsiteY41" fmla="*/ 720669 h 3174842"/>
                <a:gd name="connsiteX42" fmla="*/ 714427 w 3313648"/>
                <a:gd name="connsiteY42" fmla="*/ 1333986 h 3174842"/>
                <a:gd name="connsiteX43" fmla="*/ 647519 w 3313648"/>
                <a:gd name="connsiteY43" fmla="*/ 1947303 h 3174842"/>
                <a:gd name="connsiteX44" fmla="*/ 736729 w 3313648"/>
                <a:gd name="connsiteY44" fmla="*/ 2270688 h 3174842"/>
                <a:gd name="connsiteX45" fmla="*/ 680973 w 3313648"/>
                <a:gd name="connsiteY45" fmla="*/ 2783645 h 3174842"/>
                <a:gd name="connsiteX46" fmla="*/ 257227 w 3313648"/>
                <a:gd name="connsiteY46" fmla="*/ 2805948 h 3174842"/>
                <a:gd name="connsiteX47" fmla="*/ 23051 w 3313648"/>
                <a:gd name="connsiteY47" fmla="*/ 2504864 h 3174842"/>
                <a:gd name="connsiteX0" fmla="*/ 23051 w 3313648"/>
                <a:gd name="connsiteY0" fmla="*/ 2504864 h 3174842"/>
                <a:gd name="connsiteX1" fmla="*/ 56505 w 3313648"/>
                <a:gd name="connsiteY1" fmla="*/ 2181479 h 3174842"/>
                <a:gd name="connsiteX2" fmla="*/ 56504 w 3313648"/>
                <a:gd name="connsiteY2" fmla="*/ 1891547 h 3174842"/>
                <a:gd name="connsiteX3" fmla="*/ 34202 w 3313648"/>
                <a:gd name="connsiteY3" fmla="*/ 1568161 h 3174842"/>
                <a:gd name="connsiteX4" fmla="*/ 749 w 3313648"/>
                <a:gd name="connsiteY4" fmla="*/ 1267079 h 3174842"/>
                <a:gd name="connsiteX5" fmla="*/ 11900 w 3313648"/>
                <a:gd name="connsiteY5" fmla="*/ 921391 h 3174842"/>
                <a:gd name="connsiteX6" fmla="*/ 23052 w 3313648"/>
                <a:gd name="connsiteY6" fmla="*/ 642611 h 3174842"/>
                <a:gd name="connsiteX7" fmla="*/ 78807 w 3313648"/>
                <a:gd name="connsiteY7" fmla="*/ 374981 h 3174842"/>
                <a:gd name="connsiteX8" fmla="*/ 123412 w 3313648"/>
                <a:gd name="connsiteY8" fmla="*/ 140805 h 3174842"/>
                <a:gd name="connsiteX9" fmla="*/ 402193 w 3313648"/>
                <a:gd name="connsiteY9" fmla="*/ 6991 h 3174842"/>
                <a:gd name="connsiteX10" fmla="*/ 770183 w 3313648"/>
                <a:gd name="connsiteY10" fmla="*/ 29293 h 3174842"/>
                <a:gd name="connsiteX11" fmla="*/ 1082417 w 3313648"/>
                <a:gd name="connsiteY11" fmla="*/ 118503 h 3174842"/>
                <a:gd name="connsiteX12" fmla="*/ 1383500 w 3313648"/>
                <a:gd name="connsiteY12" fmla="*/ 18142 h 3174842"/>
                <a:gd name="connsiteX13" fmla="*/ 1918758 w 3313648"/>
                <a:gd name="connsiteY13" fmla="*/ 185410 h 3174842"/>
                <a:gd name="connsiteX14" fmla="*/ 2387110 w 3313648"/>
                <a:gd name="connsiteY14" fmla="*/ 29293 h 3174842"/>
                <a:gd name="connsiteX15" fmla="*/ 2543227 w 3313648"/>
                <a:gd name="connsiteY15" fmla="*/ 151957 h 3174842"/>
                <a:gd name="connsiteX16" fmla="*/ 2911217 w 3313648"/>
                <a:gd name="connsiteY16" fmla="*/ 73898 h 3174842"/>
                <a:gd name="connsiteX17" fmla="*/ 3212300 w 3313648"/>
                <a:gd name="connsiteY17" fmla="*/ 330376 h 3174842"/>
                <a:gd name="connsiteX18" fmla="*/ 3078485 w 3313648"/>
                <a:gd name="connsiteY18" fmla="*/ 698366 h 3174842"/>
                <a:gd name="connsiteX19" fmla="*/ 3312661 w 3313648"/>
                <a:gd name="connsiteY19" fmla="*/ 1066357 h 3174842"/>
                <a:gd name="connsiteX20" fmla="*/ 3167695 w 3313648"/>
                <a:gd name="connsiteY20" fmla="*/ 1333986 h 3174842"/>
                <a:gd name="connsiteX21" fmla="*/ 3301510 w 3313648"/>
                <a:gd name="connsiteY21" fmla="*/ 1646220 h 3174842"/>
                <a:gd name="connsiteX22" fmla="*/ 3056183 w 3313648"/>
                <a:gd name="connsiteY22" fmla="*/ 1913849 h 3174842"/>
                <a:gd name="connsiteX23" fmla="*/ 3111939 w 3313648"/>
                <a:gd name="connsiteY23" fmla="*/ 2237235 h 3174842"/>
                <a:gd name="connsiteX24" fmla="*/ 2933519 w 3313648"/>
                <a:gd name="connsiteY24" fmla="*/ 2549469 h 3174842"/>
                <a:gd name="connsiteX25" fmla="*/ 2465168 w 3313648"/>
                <a:gd name="connsiteY25" fmla="*/ 2549469 h 3174842"/>
                <a:gd name="connsiteX26" fmla="*/ 2253295 w 3313648"/>
                <a:gd name="connsiteY26" fmla="*/ 2783644 h 3174842"/>
                <a:gd name="connsiteX27" fmla="*/ 2197539 w 3313648"/>
                <a:gd name="connsiteY27" fmla="*/ 3040122 h 3174842"/>
                <a:gd name="connsiteX28" fmla="*/ 1907607 w 3313648"/>
                <a:gd name="connsiteY28" fmla="*/ 3173937 h 3174842"/>
                <a:gd name="connsiteX29" fmla="*/ 1718036 w 3313648"/>
                <a:gd name="connsiteY29" fmla="*/ 3073576 h 3174842"/>
                <a:gd name="connsiteX30" fmla="*/ 1628827 w 3313648"/>
                <a:gd name="connsiteY30" fmla="*/ 2649830 h 3174842"/>
                <a:gd name="connsiteX31" fmla="*/ 1996817 w 3313648"/>
                <a:gd name="connsiteY31" fmla="*/ 2292991 h 3174842"/>
                <a:gd name="connsiteX32" fmla="*/ 2431715 w 3313648"/>
                <a:gd name="connsiteY32" fmla="*/ 2192630 h 3174842"/>
                <a:gd name="connsiteX33" fmla="*/ 2554378 w 3313648"/>
                <a:gd name="connsiteY33" fmla="*/ 2025361 h 3174842"/>
                <a:gd name="connsiteX34" fmla="*/ 2565529 w 3313648"/>
                <a:gd name="connsiteY34" fmla="*/ 1434347 h 3174842"/>
                <a:gd name="connsiteX35" fmla="*/ 2520924 w 3313648"/>
                <a:gd name="connsiteY35" fmla="*/ 1189020 h 3174842"/>
                <a:gd name="connsiteX36" fmla="*/ 2543227 w 3313648"/>
                <a:gd name="connsiteY36" fmla="*/ 865635 h 3174842"/>
                <a:gd name="connsiteX37" fmla="*/ 2576680 w 3313648"/>
                <a:gd name="connsiteY37" fmla="*/ 742971 h 3174842"/>
                <a:gd name="connsiteX38" fmla="*/ 2152934 w 3313648"/>
                <a:gd name="connsiteY38" fmla="*/ 843332 h 3174842"/>
                <a:gd name="connsiteX39" fmla="*/ 1495012 w 3313648"/>
                <a:gd name="connsiteY39" fmla="*/ 843332 h 3174842"/>
                <a:gd name="connsiteX40" fmla="*/ 926300 w 3313648"/>
                <a:gd name="connsiteY40" fmla="*/ 754122 h 3174842"/>
                <a:gd name="connsiteX41" fmla="*/ 636368 w 3313648"/>
                <a:gd name="connsiteY41" fmla="*/ 720669 h 3174842"/>
                <a:gd name="connsiteX42" fmla="*/ 714427 w 3313648"/>
                <a:gd name="connsiteY42" fmla="*/ 1333986 h 3174842"/>
                <a:gd name="connsiteX43" fmla="*/ 647519 w 3313648"/>
                <a:gd name="connsiteY43" fmla="*/ 1947303 h 3174842"/>
                <a:gd name="connsiteX44" fmla="*/ 736729 w 3313648"/>
                <a:gd name="connsiteY44" fmla="*/ 2270688 h 3174842"/>
                <a:gd name="connsiteX45" fmla="*/ 680973 w 3313648"/>
                <a:gd name="connsiteY45" fmla="*/ 2783645 h 3174842"/>
                <a:gd name="connsiteX46" fmla="*/ 257227 w 3313648"/>
                <a:gd name="connsiteY46" fmla="*/ 2805948 h 3174842"/>
                <a:gd name="connsiteX47" fmla="*/ 23051 w 3313648"/>
                <a:gd name="connsiteY47" fmla="*/ 2504864 h 3174842"/>
                <a:gd name="connsiteX0" fmla="*/ 23051 w 3313648"/>
                <a:gd name="connsiteY0" fmla="*/ 2503048 h 3173026"/>
                <a:gd name="connsiteX1" fmla="*/ 56505 w 3313648"/>
                <a:gd name="connsiteY1" fmla="*/ 2179663 h 3173026"/>
                <a:gd name="connsiteX2" fmla="*/ 56504 w 3313648"/>
                <a:gd name="connsiteY2" fmla="*/ 1889731 h 3173026"/>
                <a:gd name="connsiteX3" fmla="*/ 34202 w 3313648"/>
                <a:gd name="connsiteY3" fmla="*/ 1566345 h 3173026"/>
                <a:gd name="connsiteX4" fmla="*/ 749 w 3313648"/>
                <a:gd name="connsiteY4" fmla="*/ 1265263 h 3173026"/>
                <a:gd name="connsiteX5" fmla="*/ 11900 w 3313648"/>
                <a:gd name="connsiteY5" fmla="*/ 919575 h 3173026"/>
                <a:gd name="connsiteX6" fmla="*/ 23052 w 3313648"/>
                <a:gd name="connsiteY6" fmla="*/ 640795 h 3173026"/>
                <a:gd name="connsiteX7" fmla="*/ 78807 w 3313648"/>
                <a:gd name="connsiteY7" fmla="*/ 373165 h 3173026"/>
                <a:gd name="connsiteX8" fmla="*/ 123412 w 3313648"/>
                <a:gd name="connsiteY8" fmla="*/ 138989 h 3173026"/>
                <a:gd name="connsiteX9" fmla="*/ 402193 w 3313648"/>
                <a:gd name="connsiteY9" fmla="*/ 5175 h 3173026"/>
                <a:gd name="connsiteX10" fmla="*/ 770183 w 3313648"/>
                <a:gd name="connsiteY10" fmla="*/ 27477 h 3173026"/>
                <a:gd name="connsiteX11" fmla="*/ 1082417 w 3313648"/>
                <a:gd name="connsiteY11" fmla="*/ 27477 h 3173026"/>
                <a:gd name="connsiteX12" fmla="*/ 1383500 w 3313648"/>
                <a:gd name="connsiteY12" fmla="*/ 16326 h 3173026"/>
                <a:gd name="connsiteX13" fmla="*/ 1918758 w 3313648"/>
                <a:gd name="connsiteY13" fmla="*/ 183594 h 3173026"/>
                <a:gd name="connsiteX14" fmla="*/ 2387110 w 3313648"/>
                <a:gd name="connsiteY14" fmla="*/ 27477 h 3173026"/>
                <a:gd name="connsiteX15" fmla="*/ 2543227 w 3313648"/>
                <a:gd name="connsiteY15" fmla="*/ 150141 h 3173026"/>
                <a:gd name="connsiteX16" fmla="*/ 2911217 w 3313648"/>
                <a:gd name="connsiteY16" fmla="*/ 72082 h 3173026"/>
                <a:gd name="connsiteX17" fmla="*/ 3212300 w 3313648"/>
                <a:gd name="connsiteY17" fmla="*/ 328560 h 3173026"/>
                <a:gd name="connsiteX18" fmla="*/ 3078485 w 3313648"/>
                <a:gd name="connsiteY18" fmla="*/ 696550 h 3173026"/>
                <a:gd name="connsiteX19" fmla="*/ 3312661 w 3313648"/>
                <a:gd name="connsiteY19" fmla="*/ 1064541 h 3173026"/>
                <a:gd name="connsiteX20" fmla="*/ 3167695 w 3313648"/>
                <a:gd name="connsiteY20" fmla="*/ 1332170 h 3173026"/>
                <a:gd name="connsiteX21" fmla="*/ 3301510 w 3313648"/>
                <a:gd name="connsiteY21" fmla="*/ 1644404 h 3173026"/>
                <a:gd name="connsiteX22" fmla="*/ 3056183 w 3313648"/>
                <a:gd name="connsiteY22" fmla="*/ 1912033 h 3173026"/>
                <a:gd name="connsiteX23" fmla="*/ 3111939 w 3313648"/>
                <a:gd name="connsiteY23" fmla="*/ 2235419 h 3173026"/>
                <a:gd name="connsiteX24" fmla="*/ 2933519 w 3313648"/>
                <a:gd name="connsiteY24" fmla="*/ 2547653 h 3173026"/>
                <a:gd name="connsiteX25" fmla="*/ 2465168 w 3313648"/>
                <a:gd name="connsiteY25" fmla="*/ 2547653 h 3173026"/>
                <a:gd name="connsiteX26" fmla="*/ 2253295 w 3313648"/>
                <a:gd name="connsiteY26" fmla="*/ 2781828 h 3173026"/>
                <a:gd name="connsiteX27" fmla="*/ 2197539 w 3313648"/>
                <a:gd name="connsiteY27" fmla="*/ 3038306 h 3173026"/>
                <a:gd name="connsiteX28" fmla="*/ 1907607 w 3313648"/>
                <a:gd name="connsiteY28" fmla="*/ 3172121 h 3173026"/>
                <a:gd name="connsiteX29" fmla="*/ 1718036 w 3313648"/>
                <a:gd name="connsiteY29" fmla="*/ 3071760 h 3173026"/>
                <a:gd name="connsiteX30" fmla="*/ 1628827 w 3313648"/>
                <a:gd name="connsiteY30" fmla="*/ 2648014 h 3173026"/>
                <a:gd name="connsiteX31" fmla="*/ 1996817 w 3313648"/>
                <a:gd name="connsiteY31" fmla="*/ 2291175 h 3173026"/>
                <a:gd name="connsiteX32" fmla="*/ 2431715 w 3313648"/>
                <a:gd name="connsiteY32" fmla="*/ 2190814 h 3173026"/>
                <a:gd name="connsiteX33" fmla="*/ 2554378 w 3313648"/>
                <a:gd name="connsiteY33" fmla="*/ 2023545 h 3173026"/>
                <a:gd name="connsiteX34" fmla="*/ 2565529 w 3313648"/>
                <a:gd name="connsiteY34" fmla="*/ 1432531 h 3173026"/>
                <a:gd name="connsiteX35" fmla="*/ 2520924 w 3313648"/>
                <a:gd name="connsiteY35" fmla="*/ 1187204 h 3173026"/>
                <a:gd name="connsiteX36" fmla="*/ 2543227 w 3313648"/>
                <a:gd name="connsiteY36" fmla="*/ 863819 h 3173026"/>
                <a:gd name="connsiteX37" fmla="*/ 2576680 w 3313648"/>
                <a:gd name="connsiteY37" fmla="*/ 741155 h 3173026"/>
                <a:gd name="connsiteX38" fmla="*/ 2152934 w 3313648"/>
                <a:gd name="connsiteY38" fmla="*/ 841516 h 3173026"/>
                <a:gd name="connsiteX39" fmla="*/ 1495012 w 3313648"/>
                <a:gd name="connsiteY39" fmla="*/ 841516 h 3173026"/>
                <a:gd name="connsiteX40" fmla="*/ 926300 w 3313648"/>
                <a:gd name="connsiteY40" fmla="*/ 752306 h 3173026"/>
                <a:gd name="connsiteX41" fmla="*/ 636368 w 3313648"/>
                <a:gd name="connsiteY41" fmla="*/ 718853 h 3173026"/>
                <a:gd name="connsiteX42" fmla="*/ 714427 w 3313648"/>
                <a:gd name="connsiteY42" fmla="*/ 1332170 h 3173026"/>
                <a:gd name="connsiteX43" fmla="*/ 647519 w 3313648"/>
                <a:gd name="connsiteY43" fmla="*/ 1945487 h 3173026"/>
                <a:gd name="connsiteX44" fmla="*/ 736729 w 3313648"/>
                <a:gd name="connsiteY44" fmla="*/ 2268872 h 3173026"/>
                <a:gd name="connsiteX45" fmla="*/ 680973 w 3313648"/>
                <a:gd name="connsiteY45" fmla="*/ 2781829 h 3173026"/>
                <a:gd name="connsiteX46" fmla="*/ 257227 w 3313648"/>
                <a:gd name="connsiteY46" fmla="*/ 2804132 h 3173026"/>
                <a:gd name="connsiteX47" fmla="*/ 23051 w 3313648"/>
                <a:gd name="connsiteY47" fmla="*/ 2503048 h 3173026"/>
                <a:gd name="connsiteX0" fmla="*/ 23051 w 3313648"/>
                <a:gd name="connsiteY0" fmla="*/ 2503048 h 3173026"/>
                <a:gd name="connsiteX1" fmla="*/ 56505 w 3313648"/>
                <a:gd name="connsiteY1" fmla="*/ 2179663 h 3173026"/>
                <a:gd name="connsiteX2" fmla="*/ 56504 w 3313648"/>
                <a:gd name="connsiteY2" fmla="*/ 1889731 h 3173026"/>
                <a:gd name="connsiteX3" fmla="*/ 34202 w 3313648"/>
                <a:gd name="connsiteY3" fmla="*/ 1566345 h 3173026"/>
                <a:gd name="connsiteX4" fmla="*/ 749 w 3313648"/>
                <a:gd name="connsiteY4" fmla="*/ 1265263 h 3173026"/>
                <a:gd name="connsiteX5" fmla="*/ 11900 w 3313648"/>
                <a:gd name="connsiteY5" fmla="*/ 919575 h 3173026"/>
                <a:gd name="connsiteX6" fmla="*/ 23052 w 3313648"/>
                <a:gd name="connsiteY6" fmla="*/ 640795 h 3173026"/>
                <a:gd name="connsiteX7" fmla="*/ 78807 w 3313648"/>
                <a:gd name="connsiteY7" fmla="*/ 373165 h 3173026"/>
                <a:gd name="connsiteX8" fmla="*/ 123412 w 3313648"/>
                <a:gd name="connsiteY8" fmla="*/ 138989 h 3173026"/>
                <a:gd name="connsiteX9" fmla="*/ 402193 w 3313648"/>
                <a:gd name="connsiteY9" fmla="*/ 5175 h 3173026"/>
                <a:gd name="connsiteX10" fmla="*/ 770183 w 3313648"/>
                <a:gd name="connsiteY10" fmla="*/ 27477 h 3173026"/>
                <a:gd name="connsiteX11" fmla="*/ 1082417 w 3313648"/>
                <a:gd name="connsiteY11" fmla="*/ 27477 h 3173026"/>
                <a:gd name="connsiteX12" fmla="*/ 1383500 w 3313648"/>
                <a:gd name="connsiteY12" fmla="*/ 16326 h 3173026"/>
                <a:gd name="connsiteX13" fmla="*/ 1907607 w 3313648"/>
                <a:gd name="connsiteY13" fmla="*/ 83233 h 3173026"/>
                <a:gd name="connsiteX14" fmla="*/ 2387110 w 3313648"/>
                <a:gd name="connsiteY14" fmla="*/ 27477 h 3173026"/>
                <a:gd name="connsiteX15" fmla="*/ 2543227 w 3313648"/>
                <a:gd name="connsiteY15" fmla="*/ 150141 h 3173026"/>
                <a:gd name="connsiteX16" fmla="*/ 2911217 w 3313648"/>
                <a:gd name="connsiteY16" fmla="*/ 72082 h 3173026"/>
                <a:gd name="connsiteX17" fmla="*/ 3212300 w 3313648"/>
                <a:gd name="connsiteY17" fmla="*/ 328560 h 3173026"/>
                <a:gd name="connsiteX18" fmla="*/ 3078485 w 3313648"/>
                <a:gd name="connsiteY18" fmla="*/ 696550 h 3173026"/>
                <a:gd name="connsiteX19" fmla="*/ 3312661 w 3313648"/>
                <a:gd name="connsiteY19" fmla="*/ 1064541 h 3173026"/>
                <a:gd name="connsiteX20" fmla="*/ 3167695 w 3313648"/>
                <a:gd name="connsiteY20" fmla="*/ 1332170 h 3173026"/>
                <a:gd name="connsiteX21" fmla="*/ 3301510 w 3313648"/>
                <a:gd name="connsiteY21" fmla="*/ 1644404 h 3173026"/>
                <a:gd name="connsiteX22" fmla="*/ 3056183 w 3313648"/>
                <a:gd name="connsiteY22" fmla="*/ 1912033 h 3173026"/>
                <a:gd name="connsiteX23" fmla="*/ 3111939 w 3313648"/>
                <a:gd name="connsiteY23" fmla="*/ 2235419 h 3173026"/>
                <a:gd name="connsiteX24" fmla="*/ 2933519 w 3313648"/>
                <a:gd name="connsiteY24" fmla="*/ 2547653 h 3173026"/>
                <a:gd name="connsiteX25" fmla="*/ 2465168 w 3313648"/>
                <a:gd name="connsiteY25" fmla="*/ 2547653 h 3173026"/>
                <a:gd name="connsiteX26" fmla="*/ 2253295 w 3313648"/>
                <a:gd name="connsiteY26" fmla="*/ 2781828 h 3173026"/>
                <a:gd name="connsiteX27" fmla="*/ 2197539 w 3313648"/>
                <a:gd name="connsiteY27" fmla="*/ 3038306 h 3173026"/>
                <a:gd name="connsiteX28" fmla="*/ 1907607 w 3313648"/>
                <a:gd name="connsiteY28" fmla="*/ 3172121 h 3173026"/>
                <a:gd name="connsiteX29" fmla="*/ 1718036 w 3313648"/>
                <a:gd name="connsiteY29" fmla="*/ 3071760 h 3173026"/>
                <a:gd name="connsiteX30" fmla="*/ 1628827 w 3313648"/>
                <a:gd name="connsiteY30" fmla="*/ 2648014 h 3173026"/>
                <a:gd name="connsiteX31" fmla="*/ 1996817 w 3313648"/>
                <a:gd name="connsiteY31" fmla="*/ 2291175 h 3173026"/>
                <a:gd name="connsiteX32" fmla="*/ 2431715 w 3313648"/>
                <a:gd name="connsiteY32" fmla="*/ 2190814 h 3173026"/>
                <a:gd name="connsiteX33" fmla="*/ 2554378 w 3313648"/>
                <a:gd name="connsiteY33" fmla="*/ 2023545 h 3173026"/>
                <a:gd name="connsiteX34" fmla="*/ 2565529 w 3313648"/>
                <a:gd name="connsiteY34" fmla="*/ 1432531 h 3173026"/>
                <a:gd name="connsiteX35" fmla="*/ 2520924 w 3313648"/>
                <a:gd name="connsiteY35" fmla="*/ 1187204 h 3173026"/>
                <a:gd name="connsiteX36" fmla="*/ 2543227 w 3313648"/>
                <a:gd name="connsiteY36" fmla="*/ 863819 h 3173026"/>
                <a:gd name="connsiteX37" fmla="*/ 2576680 w 3313648"/>
                <a:gd name="connsiteY37" fmla="*/ 741155 h 3173026"/>
                <a:gd name="connsiteX38" fmla="*/ 2152934 w 3313648"/>
                <a:gd name="connsiteY38" fmla="*/ 841516 h 3173026"/>
                <a:gd name="connsiteX39" fmla="*/ 1495012 w 3313648"/>
                <a:gd name="connsiteY39" fmla="*/ 841516 h 3173026"/>
                <a:gd name="connsiteX40" fmla="*/ 926300 w 3313648"/>
                <a:gd name="connsiteY40" fmla="*/ 752306 h 3173026"/>
                <a:gd name="connsiteX41" fmla="*/ 636368 w 3313648"/>
                <a:gd name="connsiteY41" fmla="*/ 718853 h 3173026"/>
                <a:gd name="connsiteX42" fmla="*/ 714427 w 3313648"/>
                <a:gd name="connsiteY42" fmla="*/ 1332170 h 3173026"/>
                <a:gd name="connsiteX43" fmla="*/ 647519 w 3313648"/>
                <a:gd name="connsiteY43" fmla="*/ 1945487 h 3173026"/>
                <a:gd name="connsiteX44" fmla="*/ 736729 w 3313648"/>
                <a:gd name="connsiteY44" fmla="*/ 2268872 h 3173026"/>
                <a:gd name="connsiteX45" fmla="*/ 680973 w 3313648"/>
                <a:gd name="connsiteY45" fmla="*/ 2781829 h 3173026"/>
                <a:gd name="connsiteX46" fmla="*/ 257227 w 3313648"/>
                <a:gd name="connsiteY46" fmla="*/ 2804132 h 3173026"/>
                <a:gd name="connsiteX47" fmla="*/ 23051 w 3313648"/>
                <a:gd name="connsiteY47" fmla="*/ 2503048 h 3173026"/>
                <a:gd name="connsiteX0" fmla="*/ 23051 w 3313648"/>
                <a:gd name="connsiteY0" fmla="*/ 2503048 h 3173026"/>
                <a:gd name="connsiteX1" fmla="*/ 56505 w 3313648"/>
                <a:gd name="connsiteY1" fmla="*/ 2179663 h 3173026"/>
                <a:gd name="connsiteX2" fmla="*/ 56504 w 3313648"/>
                <a:gd name="connsiteY2" fmla="*/ 1889731 h 3173026"/>
                <a:gd name="connsiteX3" fmla="*/ 34202 w 3313648"/>
                <a:gd name="connsiteY3" fmla="*/ 1566345 h 3173026"/>
                <a:gd name="connsiteX4" fmla="*/ 749 w 3313648"/>
                <a:gd name="connsiteY4" fmla="*/ 1265263 h 3173026"/>
                <a:gd name="connsiteX5" fmla="*/ 11900 w 3313648"/>
                <a:gd name="connsiteY5" fmla="*/ 919575 h 3173026"/>
                <a:gd name="connsiteX6" fmla="*/ 23052 w 3313648"/>
                <a:gd name="connsiteY6" fmla="*/ 640795 h 3173026"/>
                <a:gd name="connsiteX7" fmla="*/ 78807 w 3313648"/>
                <a:gd name="connsiteY7" fmla="*/ 373165 h 3173026"/>
                <a:gd name="connsiteX8" fmla="*/ 123412 w 3313648"/>
                <a:gd name="connsiteY8" fmla="*/ 138989 h 3173026"/>
                <a:gd name="connsiteX9" fmla="*/ 402193 w 3313648"/>
                <a:gd name="connsiteY9" fmla="*/ 5175 h 3173026"/>
                <a:gd name="connsiteX10" fmla="*/ 770183 w 3313648"/>
                <a:gd name="connsiteY10" fmla="*/ 27477 h 3173026"/>
                <a:gd name="connsiteX11" fmla="*/ 1082417 w 3313648"/>
                <a:gd name="connsiteY11" fmla="*/ 27477 h 3173026"/>
                <a:gd name="connsiteX12" fmla="*/ 1383500 w 3313648"/>
                <a:gd name="connsiteY12" fmla="*/ 16326 h 3173026"/>
                <a:gd name="connsiteX13" fmla="*/ 1907607 w 3313648"/>
                <a:gd name="connsiteY13" fmla="*/ 83233 h 3173026"/>
                <a:gd name="connsiteX14" fmla="*/ 2387110 w 3313648"/>
                <a:gd name="connsiteY14" fmla="*/ 27477 h 3173026"/>
                <a:gd name="connsiteX15" fmla="*/ 2654739 w 3313648"/>
                <a:gd name="connsiteY15" fmla="*/ 94384 h 3173026"/>
                <a:gd name="connsiteX16" fmla="*/ 2911217 w 3313648"/>
                <a:gd name="connsiteY16" fmla="*/ 72082 h 3173026"/>
                <a:gd name="connsiteX17" fmla="*/ 3212300 w 3313648"/>
                <a:gd name="connsiteY17" fmla="*/ 328560 h 3173026"/>
                <a:gd name="connsiteX18" fmla="*/ 3078485 w 3313648"/>
                <a:gd name="connsiteY18" fmla="*/ 696550 h 3173026"/>
                <a:gd name="connsiteX19" fmla="*/ 3312661 w 3313648"/>
                <a:gd name="connsiteY19" fmla="*/ 1064541 h 3173026"/>
                <a:gd name="connsiteX20" fmla="*/ 3167695 w 3313648"/>
                <a:gd name="connsiteY20" fmla="*/ 1332170 h 3173026"/>
                <a:gd name="connsiteX21" fmla="*/ 3301510 w 3313648"/>
                <a:gd name="connsiteY21" fmla="*/ 1644404 h 3173026"/>
                <a:gd name="connsiteX22" fmla="*/ 3056183 w 3313648"/>
                <a:gd name="connsiteY22" fmla="*/ 1912033 h 3173026"/>
                <a:gd name="connsiteX23" fmla="*/ 3111939 w 3313648"/>
                <a:gd name="connsiteY23" fmla="*/ 2235419 h 3173026"/>
                <a:gd name="connsiteX24" fmla="*/ 2933519 w 3313648"/>
                <a:gd name="connsiteY24" fmla="*/ 2547653 h 3173026"/>
                <a:gd name="connsiteX25" fmla="*/ 2465168 w 3313648"/>
                <a:gd name="connsiteY25" fmla="*/ 2547653 h 3173026"/>
                <a:gd name="connsiteX26" fmla="*/ 2253295 w 3313648"/>
                <a:gd name="connsiteY26" fmla="*/ 2781828 h 3173026"/>
                <a:gd name="connsiteX27" fmla="*/ 2197539 w 3313648"/>
                <a:gd name="connsiteY27" fmla="*/ 3038306 h 3173026"/>
                <a:gd name="connsiteX28" fmla="*/ 1907607 w 3313648"/>
                <a:gd name="connsiteY28" fmla="*/ 3172121 h 3173026"/>
                <a:gd name="connsiteX29" fmla="*/ 1718036 w 3313648"/>
                <a:gd name="connsiteY29" fmla="*/ 3071760 h 3173026"/>
                <a:gd name="connsiteX30" fmla="*/ 1628827 w 3313648"/>
                <a:gd name="connsiteY30" fmla="*/ 2648014 h 3173026"/>
                <a:gd name="connsiteX31" fmla="*/ 1996817 w 3313648"/>
                <a:gd name="connsiteY31" fmla="*/ 2291175 h 3173026"/>
                <a:gd name="connsiteX32" fmla="*/ 2431715 w 3313648"/>
                <a:gd name="connsiteY32" fmla="*/ 2190814 h 3173026"/>
                <a:gd name="connsiteX33" fmla="*/ 2554378 w 3313648"/>
                <a:gd name="connsiteY33" fmla="*/ 2023545 h 3173026"/>
                <a:gd name="connsiteX34" fmla="*/ 2565529 w 3313648"/>
                <a:gd name="connsiteY34" fmla="*/ 1432531 h 3173026"/>
                <a:gd name="connsiteX35" fmla="*/ 2520924 w 3313648"/>
                <a:gd name="connsiteY35" fmla="*/ 1187204 h 3173026"/>
                <a:gd name="connsiteX36" fmla="*/ 2543227 w 3313648"/>
                <a:gd name="connsiteY36" fmla="*/ 863819 h 3173026"/>
                <a:gd name="connsiteX37" fmla="*/ 2576680 w 3313648"/>
                <a:gd name="connsiteY37" fmla="*/ 741155 h 3173026"/>
                <a:gd name="connsiteX38" fmla="*/ 2152934 w 3313648"/>
                <a:gd name="connsiteY38" fmla="*/ 841516 h 3173026"/>
                <a:gd name="connsiteX39" fmla="*/ 1495012 w 3313648"/>
                <a:gd name="connsiteY39" fmla="*/ 841516 h 3173026"/>
                <a:gd name="connsiteX40" fmla="*/ 926300 w 3313648"/>
                <a:gd name="connsiteY40" fmla="*/ 752306 h 3173026"/>
                <a:gd name="connsiteX41" fmla="*/ 636368 w 3313648"/>
                <a:gd name="connsiteY41" fmla="*/ 718853 h 3173026"/>
                <a:gd name="connsiteX42" fmla="*/ 714427 w 3313648"/>
                <a:gd name="connsiteY42" fmla="*/ 1332170 h 3173026"/>
                <a:gd name="connsiteX43" fmla="*/ 647519 w 3313648"/>
                <a:gd name="connsiteY43" fmla="*/ 1945487 h 3173026"/>
                <a:gd name="connsiteX44" fmla="*/ 736729 w 3313648"/>
                <a:gd name="connsiteY44" fmla="*/ 2268872 h 3173026"/>
                <a:gd name="connsiteX45" fmla="*/ 680973 w 3313648"/>
                <a:gd name="connsiteY45" fmla="*/ 2781829 h 3173026"/>
                <a:gd name="connsiteX46" fmla="*/ 257227 w 3313648"/>
                <a:gd name="connsiteY46" fmla="*/ 2804132 h 3173026"/>
                <a:gd name="connsiteX47" fmla="*/ 23051 w 3313648"/>
                <a:gd name="connsiteY47" fmla="*/ 2503048 h 3173026"/>
                <a:gd name="connsiteX0" fmla="*/ 23051 w 3313648"/>
                <a:gd name="connsiteY0" fmla="*/ 2503048 h 3173026"/>
                <a:gd name="connsiteX1" fmla="*/ 56505 w 3313648"/>
                <a:gd name="connsiteY1" fmla="*/ 2179663 h 3173026"/>
                <a:gd name="connsiteX2" fmla="*/ 56504 w 3313648"/>
                <a:gd name="connsiteY2" fmla="*/ 1889731 h 3173026"/>
                <a:gd name="connsiteX3" fmla="*/ 34202 w 3313648"/>
                <a:gd name="connsiteY3" fmla="*/ 1566345 h 3173026"/>
                <a:gd name="connsiteX4" fmla="*/ 749 w 3313648"/>
                <a:gd name="connsiteY4" fmla="*/ 1265263 h 3173026"/>
                <a:gd name="connsiteX5" fmla="*/ 11900 w 3313648"/>
                <a:gd name="connsiteY5" fmla="*/ 919575 h 3173026"/>
                <a:gd name="connsiteX6" fmla="*/ 23052 w 3313648"/>
                <a:gd name="connsiteY6" fmla="*/ 640795 h 3173026"/>
                <a:gd name="connsiteX7" fmla="*/ 78807 w 3313648"/>
                <a:gd name="connsiteY7" fmla="*/ 373165 h 3173026"/>
                <a:gd name="connsiteX8" fmla="*/ 123412 w 3313648"/>
                <a:gd name="connsiteY8" fmla="*/ 138989 h 3173026"/>
                <a:gd name="connsiteX9" fmla="*/ 402193 w 3313648"/>
                <a:gd name="connsiteY9" fmla="*/ 5175 h 3173026"/>
                <a:gd name="connsiteX10" fmla="*/ 770183 w 3313648"/>
                <a:gd name="connsiteY10" fmla="*/ 27477 h 3173026"/>
                <a:gd name="connsiteX11" fmla="*/ 1082417 w 3313648"/>
                <a:gd name="connsiteY11" fmla="*/ 27477 h 3173026"/>
                <a:gd name="connsiteX12" fmla="*/ 1383500 w 3313648"/>
                <a:gd name="connsiteY12" fmla="*/ 16326 h 3173026"/>
                <a:gd name="connsiteX13" fmla="*/ 1907607 w 3313648"/>
                <a:gd name="connsiteY13" fmla="*/ 83233 h 3173026"/>
                <a:gd name="connsiteX14" fmla="*/ 2353656 w 3313648"/>
                <a:gd name="connsiteY14" fmla="*/ 16326 h 3173026"/>
                <a:gd name="connsiteX15" fmla="*/ 2654739 w 3313648"/>
                <a:gd name="connsiteY15" fmla="*/ 94384 h 3173026"/>
                <a:gd name="connsiteX16" fmla="*/ 2911217 w 3313648"/>
                <a:gd name="connsiteY16" fmla="*/ 72082 h 3173026"/>
                <a:gd name="connsiteX17" fmla="*/ 3212300 w 3313648"/>
                <a:gd name="connsiteY17" fmla="*/ 328560 h 3173026"/>
                <a:gd name="connsiteX18" fmla="*/ 3078485 w 3313648"/>
                <a:gd name="connsiteY18" fmla="*/ 696550 h 3173026"/>
                <a:gd name="connsiteX19" fmla="*/ 3312661 w 3313648"/>
                <a:gd name="connsiteY19" fmla="*/ 1064541 h 3173026"/>
                <a:gd name="connsiteX20" fmla="*/ 3167695 w 3313648"/>
                <a:gd name="connsiteY20" fmla="*/ 1332170 h 3173026"/>
                <a:gd name="connsiteX21" fmla="*/ 3301510 w 3313648"/>
                <a:gd name="connsiteY21" fmla="*/ 1644404 h 3173026"/>
                <a:gd name="connsiteX22" fmla="*/ 3056183 w 3313648"/>
                <a:gd name="connsiteY22" fmla="*/ 1912033 h 3173026"/>
                <a:gd name="connsiteX23" fmla="*/ 3111939 w 3313648"/>
                <a:gd name="connsiteY23" fmla="*/ 2235419 h 3173026"/>
                <a:gd name="connsiteX24" fmla="*/ 2933519 w 3313648"/>
                <a:gd name="connsiteY24" fmla="*/ 2547653 h 3173026"/>
                <a:gd name="connsiteX25" fmla="*/ 2465168 w 3313648"/>
                <a:gd name="connsiteY25" fmla="*/ 2547653 h 3173026"/>
                <a:gd name="connsiteX26" fmla="*/ 2253295 w 3313648"/>
                <a:gd name="connsiteY26" fmla="*/ 2781828 h 3173026"/>
                <a:gd name="connsiteX27" fmla="*/ 2197539 w 3313648"/>
                <a:gd name="connsiteY27" fmla="*/ 3038306 h 3173026"/>
                <a:gd name="connsiteX28" fmla="*/ 1907607 w 3313648"/>
                <a:gd name="connsiteY28" fmla="*/ 3172121 h 3173026"/>
                <a:gd name="connsiteX29" fmla="*/ 1718036 w 3313648"/>
                <a:gd name="connsiteY29" fmla="*/ 3071760 h 3173026"/>
                <a:gd name="connsiteX30" fmla="*/ 1628827 w 3313648"/>
                <a:gd name="connsiteY30" fmla="*/ 2648014 h 3173026"/>
                <a:gd name="connsiteX31" fmla="*/ 1996817 w 3313648"/>
                <a:gd name="connsiteY31" fmla="*/ 2291175 h 3173026"/>
                <a:gd name="connsiteX32" fmla="*/ 2431715 w 3313648"/>
                <a:gd name="connsiteY32" fmla="*/ 2190814 h 3173026"/>
                <a:gd name="connsiteX33" fmla="*/ 2554378 w 3313648"/>
                <a:gd name="connsiteY33" fmla="*/ 2023545 h 3173026"/>
                <a:gd name="connsiteX34" fmla="*/ 2565529 w 3313648"/>
                <a:gd name="connsiteY34" fmla="*/ 1432531 h 3173026"/>
                <a:gd name="connsiteX35" fmla="*/ 2520924 w 3313648"/>
                <a:gd name="connsiteY35" fmla="*/ 1187204 h 3173026"/>
                <a:gd name="connsiteX36" fmla="*/ 2543227 w 3313648"/>
                <a:gd name="connsiteY36" fmla="*/ 863819 h 3173026"/>
                <a:gd name="connsiteX37" fmla="*/ 2576680 w 3313648"/>
                <a:gd name="connsiteY37" fmla="*/ 741155 h 3173026"/>
                <a:gd name="connsiteX38" fmla="*/ 2152934 w 3313648"/>
                <a:gd name="connsiteY38" fmla="*/ 841516 h 3173026"/>
                <a:gd name="connsiteX39" fmla="*/ 1495012 w 3313648"/>
                <a:gd name="connsiteY39" fmla="*/ 841516 h 3173026"/>
                <a:gd name="connsiteX40" fmla="*/ 926300 w 3313648"/>
                <a:gd name="connsiteY40" fmla="*/ 752306 h 3173026"/>
                <a:gd name="connsiteX41" fmla="*/ 636368 w 3313648"/>
                <a:gd name="connsiteY41" fmla="*/ 718853 h 3173026"/>
                <a:gd name="connsiteX42" fmla="*/ 714427 w 3313648"/>
                <a:gd name="connsiteY42" fmla="*/ 1332170 h 3173026"/>
                <a:gd name="connsiteX43" fmla="*/ 647519 w 3313648"/>
                <a:gd name="connsiteY43" fmla="*/ 1945487 h 3173026"/>
                <a:gd name="connsiteX44" fmla="*/ 736729 w 3313648"/>
                <a:gd name="connsiteY44" fmla="*/ 2268872 h 3173026"/>
                <a:gd name="connsiteX45" fmla="*/ 680973 w 3313648"/>
                <a:gd name="connsiteY45" fmla="*/ 2781829 h 3173026"/>
                <a:gd name="connsiteX46" fmla="*/ 257227 w 3313648"/>
                <a:gd name="connsiteY46" fmla="*/ 2804132 h 3173026"/>
                <a:gd name="connsiteX47" fmla="*/ 23051 w 3313648"/>
                <a:gd name="connsiteY47" fmla="*/ 2503048 h 3173026"/>
                <a:gd name="connsiteX0" fmla="*/ 23051 w 3313648"/>
                <a:gd name="connsiteY0" fmla="*/ 2503048 h 3173026"/>
                <a:gd name="connsiteX1" fmla="*/ 56505 w 3313648"/>
                <a:gd name="connsiteY1" fmla="*/ 2179663 h 3173026"/>
                <a:gd name="connsiteX2" fmla="*/ 56504 w 3313648"/>
                <a:gd name="connsiteY2" fmla="*/ 1889731 h 3173026"/>
                <a:gd name="connsiteX3" fmla="*/ 34202 w 3313648"/>
                <a:gd name="connsiteY3" fmla="*/ 1566345 h 3173026"/>
                <a:gd name="connsiteX4" fmla="*/ 749 w 3313648"/>
                <a:gd name="connsiteY4" fmla="*/ 1265263 h 3173026"/>
                <a:gd name="connsiteX5" fmla="*/ 11900 w 3313648"/>
                <a:gd name="connsiteY5" fmla="*/ 919575 h 3173026"/>
                <a:gd name="connsiteX6" fmla="*/ 23052 w 3313648"/>
                <a:gd name="connsiteY6" fmla="*/ 640795 h 3173026"/>
                <a:gd name="connsiteX7" fmla="*/ 78807 w 3313648"/>
                <a:gd name="connsiteY7" fmla="*/ 373165 h 3173026"/>
                <a:gd name="connsiteX8" fmla="*/ 123412 w 3313648"/>
                <a:gd name="connsiteY8" fmla="*/ 138989 h 3173026"/>
                <a:gd name="connsiteX9" fmla="*/ 402193 w 3313648"/>
                <a:gd name="connsiteY9" fmla="*/ 5175 h 3173026"/>
                <a:gd name="connsiteX10" fmla="*/ 770183 w 3313648"/>
                <a:gd name="connsiteY10" fmla="*/ 27477 h 3173026"/>
                <a:gd name="connsiteX11" fmla="*/ 1082417 w 3313648"/>
                <a:gd name="connsiteY11" fmla="*/ 27477 h 3173026"/>
                <a:gd name="connsiteX12" fmla="*/ 1383500 w 3313648"/>
                <a:gd name="connsiteY12" fmla="*/ 16326 h 3173026"/>
                <a:gd name="connsiteX13" fmla="*/ 1796095 w 3313648"/>
                <a:gd name="connsiteY13" fmla="*/ 83233 h 3173026"/>
                <a:gd name="connsiteX14" fmla="*/ 2353656 w 3313648"/>
                <a:gd name="connsiteY14" fmla="*/ 16326 h 3173026"/>
                <a:gd name="connsiteX15" fmla="*/ 2654739 w 3313648"/>
                <a:gd name="connsiteY15" fmla="*/ 94384 h 3173026"/>
                <a:gd name="connsiteX16" fmla="*/ 2911217 w 3313648"/>
                <a:gd name="connsiteY16" fmla="*/ 72082 h 3173026"/>
                <a:gd name="connsiteX17" fmla="*/ 3212300 w 3313648"/>
                <a:gd name="connsiteY17" fmla="*/ 328560 h 3173026"/>
                <a:gd name="connsiteX18" fmla="*/ 3078485 w 3313648"/>
                <a:gd name="connsiteY18" fmla="*/ 696550 h 3173026"/>
                <a:gd name="connsiteX19" fmla="*/ 3312661 w 3313648"/>
                <a:gd name="connsiteY19" fmla="*/ 1064541 h 3173026"/>
                <a:gd name="connsiteX20" fmla="*/ 3167695 w 3313648"/>
                <a:gd name="connsiteY20" fmla="*/ 1332170 h 3173026"/>
                <a:gd name="connsiteX21" fmla="*/ 3301510 w 3313648"/>
                <a:gd name="connsiteY21" fmla="*/ 1644404 h 3173026"/>
                <a:gd name="connsiteX22" fmla="*/ 3056183 w 3313648"/>
                <a:gd name="connsiteY22" fmla="*/ 1912033 h 3173026"/>
                <a:gd name="connsiteX23" fmla="*/ 3111939 w 3313648"/>
                <a:gd name="connsiteY23" fmla="*/ 2235419 h 3173026"/>
                <a:gd name="connsiteX24" fmla="*/ 2933519 w 3313648"/>
                <a:gd name="connsiteY24" fmla="*/ 2547653 h 3173026"/>
                <a:gd name="connsiteX25" fmla="*/ 2465168 w 3313648"/>
                <a:gd name="connsiteY25" fmla="*/ 2547653 h 3173026"/>
                <a:gd name="connsiteX26" fmla="*/ 2253295 w 3313648"/>
                <a:gd name="connsiteY26" fmla="*/ 2781828 h 3173026"/>
                <a:gd name="connsiteX27" fmla="*/ 2197539 w 3313648"/>
                <a:gd name="connsiteY27" fmla="*/ 3038306 h 3173026"/>
                <a:gd name="connsiteX28" fmla="*/ 1907607 w 3313648"/>
                <a:gd name="connsiteY28" fmla="*/ 3172121 h 3173026"/>
                <a:gd name="connsiteX29" fmla="*/ 1718036 w 3313648"/>
                <a:gd name="connsiteY29" fmla="*/ 3071760 h 3173026"/>
                <a:gd name="connsiteX30" fmla="*/ 1628827 w 3313648"/>
                <a:gd name="connsiteY30" fmla="*/ 2648014 h 3173026"/>
                <a:gd name="connsiteX31" fmla="*/ 1996817 w 3313648"/>
                <a:gd name="connsiteY31" fmla="*/ 2291175 h 3173026"/>
                <a:gd name="connsiteX32" fmla="*/ 2431715 w 3313648"/>
                <a:gd name="connsiteY32" fmla="*/ 2190814 h 3173026"/>
                <a:gd name="connsiteX33" fmla="*/ 2554378 w 3313648"/>
                <a:gd name="connsiteY33" fmla="*/ 2023545 h 3173026"/>
                <a:gd name="connsiteX34" fmla="*/ 2565529 w 3313648"/>
                <a:gd name="connsiteY34" fmla="*/ 1432531 h 3173026"/>
                <a:gd name="connsiteX35" fmla="*/ 2520924 w 3313648"/>
                <a:gd name="connsiteY35" fmla="*/ 1187204 h 3173026"/>
                <a:gd name="connsiteX36" fmla="*/ 2543227 w 3313648"/>
                <a:gd name="connsiteY36" fmla="*/ 863819 h 3173026"/>
                <a:gd name="connsiteX37" fmla="*/ 2576680 w 3313648"/>
                <a:gd name="connsiteY37" fmla="*/ 741155 h 3173026"/>
                <a:gd name="connsiteX38" fmla="*/ 2152934 w 3313648"/>
                <a:gd name="connsiteY38" fmla="*/ 841516 h 3173026"/>
                <a:gd name="connsiteX39" fmla="*/ 1495012 w 3313648"/>
                <a:gd name="connsiteY39" fmla="*/ 841516 h 3173026"/>
                <a:gd name="connsiteX40" fmla="*/ 926300 w 3313648"/>
                <a:gd name="connsiteY40" fmla="*/ 752306 h 3173026"/>
                <a:gd name="connsiteX41" fmla="*/ 636368 w 3313648"/>
                <a:gd name="connsiteY41" fmla="*/ 718853 h 3173026"/>
                <a:gd name="connsiteX42" fmla="*/ 714427 w 3313648"/>
                <a:gd name="connsiteY42" fmla="*/ 1332170 h 3173026"/>
                <a:gd name="connsiteX43" fmla="*/ 647519 w 3313648"/>
                <a:gd name="connsiteY43" fmla="*/ 1945487 h 3173026"/>
                <a:gd name="connsiteX44" fmla="*/ 736729 w 3313648"/>
                <a:gd name="connsiteY44" fmla="*/ 2268872 h 3173026"/>
                <a:gd name="connsiteX45" fmla="*/ 680973 w 3313648"/>
                <a:gd name="connsiteY45" fmla="*/ 2781829 h 3173026"/>
                <a:gd name="connsiteX46" fmla="*/ 257227 w 3313648"/>
                <a:gd name="connsiteY46" fmla="*/ 2804132 h 3173026"/>
                <a:gd name="connsiteX47" fmla="*/ 23051 w 3313648"/>
                <a:gd name="connsiteY47" fmla="*/ 2503048 h 3173026"/>
                <a:gd name="connsiteX0" fmla="*/ 23051 w 3313648"/>
                <a:gd name="connsiteY0" fmla="*/ 2503048 h 3173026"/>
                <a:gd name="connsiteX1" fmla="*/ 56505 w 3313648"/>
                <a:gd name="connsiteY1" fmla="*/ 2179663 h 3173026"/>
                <a:gd name="connsiteX2" fmla="*/ 56504 w 3313648"/>
                <a:gd name="connsiteY2" fmla="*/ 1889731 h 3173026"/>
                <a:gd name="connsiteX3" fmla="*/ 34202 w 3313648"/>
                <a:gd name="connsiteY3" fmla="*/ 1566345 h 3173026"/>
                <a:gd name="connsiteX4" fmla="*/ 749 w 3313648"/>
                <a:gd name="connsiteY4" fmla="*/ 1265263 h 3173026"/>
                <a:gd name="connsiteX5" fmla="*/ 11900 w 3313648"/>
                <a:gd name="connsiteY5" fmla="*/ 919575 h 3173026"/>
                <a:gd name="connsiteX6" fmla="*/ 23052 w 3313648"/>
                <a:gd name="connsiteY6" fmla="*/ 640795 h 3173026"/>
                <a:gd name="connsiteX7" fmla="*/ 78807 w 3313648"/>
                <a:gd name="connsiteY7" fmla="*/ 373165 h 3173026"/>
                <a:gd name="connsiteX8" fmla="*/ 123412 w 3313648"/>
                <a:gd name="connsiteY8" fmla="*/ 138989 h 3173026"/>
                <a:gd name="connsiteX9" fmla="*/ 402193 w 3313648"/>
                <a:gd name="connsiteY9" fmla="*/ 5175 h 3173026"/>
                <a:gd name="connsiteX10" fmla="*/ 770183 w 3313648"/>
                <a:gd name="connsiteY10" fmla="*/ 27477 h 3173026"/>
                <a:gd name="connsiteX11" fmla="*/ 1082417 w 3313648"/>
                <a:gd name="connsiteY11" fmla="*/ 27477 h 3173026"/>
                <a:gd name="connsiteX12" fmla="*/ 1383500 w 3313648"/>
                <a:gd name="connsiteY12" fmla="*/ 16326 h 3173026"/>
                <a:gd name="connsiteX13" fmla="*/ 1796095 w 3313648"/>
                <a:gd name="connsiteY13" fmla="*/ 83233 h 3173026"/>
                <a:gd name="connsiteX14" fmla="*/ 2230993 w 3313648"/>
                <a:gd name="connsiteY14" fmla="*/ 16326 h 3173026"/>
                <a:gd name="connsiteX15" fmla="*/ 2654739 w 3313648"/>
                <a:gd name="connsiteY15" fmla="*/ 94384 h 3173026"/>
                <a:gd name="connsiteX16" fmla="*/ 2911217 w 3313648"/>
                <a:gd name="connsiteY16" fmla="*/ 72082 h 3173026"/>
                <a:gd name="connsiteX17" fmla="*/ 3212300 w 3313648"/>
                <a:gd name="connsiteY17" fmla="*/ 328560 h 3173026"/>
                <a:gd name="connsiteX18" fmla="*/ 3078485 w 3313648"/>
                <a:gd name="connsiteY18" fmla="*/ 696550 h 3173026"/>
                <a:gd name="connsiteX19" fmla="*/ 3312661 w 3313648"/>
                <a:gd name="connsiteY19" fmla="*/ 1064541 h 3173026"/>
                <a:gd name="connsiteX20" fmla="*/ 3167695 w 3313648"/>
                <a:gd name="connsiteY20" fmla="*/ 1332170 h 3173026"/>
                <a:gd name="connsiteX21" fmla="*/ 3301510 w 3313648"/>
                <a:gd name="connsiteY21" fmla="*/ 1644404 h 3173026"/>
                <a:gd name="connsiteX22" fmla="*/ 3056183 w 3313648"/>
                <a:gd name="connsiteY22" fmla="*/ 1912033 h 3173026"/>
                <a:gd name="connsiteX23" fmla="*/ 3111939 w 3313648"/>
                <a:gd name="connsiteY23" fmla="*/ 2235419 h 3173026"/>
                <a:gd name="connsiteX24" fmla="*/ 2933519 w 3313648"/>
                <a:gd name="connsiteY24" fmla="*/ 2547653 h 3173026"/>
                <a:gd name="connsiteX25" fmla="*/ 2465168 w 3313648"/>
                <a:gd name="connsiteY25" fmla="*/ 2547653 h 3173026"/>
                <a:gd name="connsiteX26" fmla="*/ 2253295 w 3313648"/>
                <a:gd name="connsiteY26" fmla="*/ 2781828 h 3173026"/>
                <a:gd name="connsiteX27" fmla="*/ 2197539 w 3313648"/>
                <a:gd name="connsiteY27" fmla="*/ 3038306 h 3173026"/>
                <a:gd name="connsiteX28" fmla="*/ 1907607 w 3313648"/>
                <a:gd name="connsiteY28" fmla="*/ 3172121 h 3173026"/>
                <a:gd name="connsiteX29" fmla="*/ 1718036 w 3313648"/>
                <a:gd name="connsiteY29" fmla="*/ 3071760 h 3173026"/>
                <a:gd name="connsiteX30" fmla="*/ 1628827 w 3313648"/>
                <a:gd name="connsiteY30" fmla="*/ 2648014 h 3173026"/>
                <a:gd name="connsiteX31" fmla="*/ 1996817 w 3313648"/>
                <a:gd name="connsiteY31" fmla="*/ 2291175 h 3173026"/>
                <a:gd name="connsiteX32" fmla="*/ 2431715 w 3313648"/>
                <a:gd name="connsiteY32" fmla="*/ 2190814 h 3173026"/>
                <a:gd name="connsiteX33" fmla="*/ 2554378 w 3313648"/>
                <a:gd name="connsiteY33" fmla="*/ 2023545 h 3173026"/>
                <a:gd name="connsiteX34" fmla="*/ 2565529 w 3313648"/>
                <a:gd name="connsiteY34" fmla="*/ 1432531 h 3173026"/>
                <a:gd name="connsiteX35" fmla="*/ 2520924 w 3313648"/>
                <a:gd name="connsiteY35" fmla="*/ 1187204 h 3173026"/>
                <a:gd name="connsiteX36" fmla="*/ 2543227 w 3313648"/>
                <a:gd name="connsiteY36" fmla="*/ 863819 h 3173026"/>
                <a:gd name="connsiteX37" fmla="*/ 2576680 w 3313648"/>
                <a:gd name="connsiteY37" fmla="*/ 741155 h 3173026"/>
                <a:gd name="connsiteX38" fmla="*/ 2152934 w 3313648"/>
                <a:gd name="connsiteY38" fmla="*/ 841516 h 3173026"/>
                <a:gd name="connsiteX39" fmla="*/ 1495012 w 3313648"/>
                <a:gd name="connsiteY39" fmla="*/ 841516 h 3173026"/>
                <a:gd name="connsiteX40" fmla="*/ 926300 w 3313648"/>
                <a:gd name="connsiteY40" fmla="*/ 752306 h 3173026"/>
                <a:gd name="connsiteX41" fmla="*/ 636368 w 3313648"/>
                <a:gd name="connsiteY41" fmla="*/ 718853 h 3173026"/>
                <a:gd name="connsiteX42" fmla="*/ 714427 w 3313648"/>
                <a:gd name="connsiteY42" fmla="*/ 1332170 h 3173026"/>
                <a:gd name="connsiteX43" fmla="*/ 647519 w 3313648"/>
                <a:gd name="connsiteY43" fmla="*/ 1945487 h 3173026"/>
                <a:gd name="connsiteX44" fmla="*/ 736729 w 3313648"/>
                <a:gd name="connsiteY44" fmla="*/ 2268872 h 3173026"/>
                <a:gd name="connsiteX45" fmla="*/ 680973 w 3313648"/>
                <a:gd name="connsiteY45" fmla="*/ 2781829 h 3173026"/>
                <a:gd name="connsiteX46" fmla="*/ 257227 w 3313648"/>
                <a:gd name="connsiteY46" fmla="*/ 2804132 h 3173026"/>
                <a:gd name="connsiteX47" fmla="*/ 23051 w 3313648"/>
                <a:gd name="connsiteY47" fmla="*/ 2503048 h 3173026"/>
                <a:gd name="connsiteX0" fmla="*/ 23051 w 3313648"/>
                <a:gd name="connsiteY0" fmla="*/ 2503048 h 3173026"/>
                <a:gd name="connsiteX1" fmla="*/ 56505 w 3313648"/>
                <a:gd name="connsiteY1" fmla="*/ 2179663 h 3173026"/>
                <a:gd name="connsiteX2" fmla="*/ 56504 w 3313648"/>
                <a:gd name="connsiteY2" fmla="*/ 1889731 h 3173026"/>
                <a:gd name="connsiteX3" fmla="*/ 34202 w 3313648"/>
                <a:gd name="connsiteY3" fmla="*/ 1566345 h 3173026"/>
                <a:gd name="connsiteX4" fmla="*/ 749 w 3313648"/>
                <a:gd name="connsiteY4" fmla="*/ 1265263 h 3173026"/>
                <a:gd name="connsiteX5" fmla="*/ 11900 w 3313648"/>
                <a:gd name="connsiteY5" fmla="*/ 919575 h 3173026"/>
                <a:gd name="connsiteX6" fmla="*/ 23052 w 3313648"/>
                <a:gd name="connsiteY6" fmla="*/ 640795 h 3173026"/>
                <a:gd name="connsiteX7" fmla="*/ 78807 w 3313648"/>
                <a:gd name="connsiteY7" fmla="*/ 373165 h 3173026"/>
                <a:gd name="connsiteX8" fmla="*/ 123412 w 3313648"/>
                <a:gd name="connsiteY8" fmla="*/ 138989 h 3173026"/>
                <a:gd name="connsiteX9" fmla="*/ 402193 w 3313648"/>
                <a:gd name="connsiteY9" fmla="*/ 5175 h 3173026"/>
                <a:gd name="connsiteX10" fmla="*/ 770183 w 3313648"/>
                <a:gd name="connsiteY10" fmla="*/ 27477 h 3173026"/>
                <a:gd name="connsiteX11" fmla="*/ 1082417 w 3313648"/>
                <a:gd name="connsiteY11" fmla="*/ 27477 h 3173026"/>
                <a:gd name="connsiteX12" fmla="*/ 1383500 w 3313648"/>
                <a:gd name="connsiteY12" fmla="*/ 16326 h 3173026"/>
                <a:gd name="connsiteX13" fmla="*/ 1796095 w 3313648"/>
                <a:gd name="connsiteY13" fmla="*/ 83233 h 3173026"/>
                <a:gd name="connsiteX14" fmla="*/ 2230993 w 3313648"/>
                <a:gd name="connsiteY14" fmla="*/ 16326 h 3173026"/>
                <a:gd name="connsiteX15" fmla="*/ 2654739 w 3313648"/>
                <a:gd name="connsiteY15" fmla="*/ 94384 h 3173026"/>
                <a:gd name="connsiteX16" fmla="*/ 2911217 w 3313648"/>
                <a:gd name="connsiteY16" fmla="*/ 72082 h 3173026"/>
                <a:gd name="connsiteX17" fmla="*/ 3212300 w 3313648"/>
                <a:gd name="connsiteY17" fmla="*/ 328560 h 3173026"/>
                <a:gd name="connsiteX18" fmla="*/ 3078485 w 3313648"/>
                <a:gd name="connsiteY18" fmla="*/ 696550 h 3173026"/>
                <a:gd name="connsiteX19" fmla="*/ 3312661 w 3313648"/>
                <a:gd name="connsiteY19" fmla="*/ 1064541 h 3173026"/>
                <a:gd name="connsiteX20" fmla="*/ 3167695 w 3313648"/>
                <a:gd name="connsiteY20" fmla="*/ 1332170 h 3173026"/>
                <a:gd name="connsiteX21" fmla="*/ 3301510 w 3313648"/>
                <a:gd name="connsiteY21" fmla="*/ 1644404 h 3173026"/>
                <a:gd name="connsiteX22" fmla="*/ 3056183 w 3313648"/>
                <a:gd name="connsiteY22" fmla="*/ 1912033 h 3173026"/>
                <a:gd name="connsiteX23" fmla="*/ 3111939 w 3313648"/>
                <a:gd name="connsiteY23" fmla="*/ 2235419 h 3173026"/>
                <a:gd name="connsiteX24" fmla="*/ 2933519 w 3313648"/>
                <a:gd name="connsiteY24" fmla="*/ 2547653 h 3173026"/>
                <a:gd name="connsiteX25" fmla="*/ 2465168 w 3313648"/>
                <a:gd name="connsiteY25" fmla="*/ 2547653 h 3173026"/>
                <a:gd name="connsiteX26" fmla="*/ 2253295 w 3313648"/>
                <a:gd name="connsiteY26" fmla="*/ 2781828 h 3173026"/>
                <a:gd name="connsiteX27" fmla="*/ 2197539 w 3313648"/>
                <a:gd name="connsiteY27" fmla="*/ 3038306 h 3173026"/>
                <a:gd name="connsiteX28" fmla="*/ 1907607 w 3313648"/>
                <a:gd name="connsiteY28" fmla="*/ 3172121 h 3173026"/>
                <a:gd name="connsiteX29" fmla="*/ 1718036 w 3313648"/>
                <a:gd name="connsiteY29" fmla="*/ 3071760 h 3173026"/>
                <a:gd name="connsiteX30" fmla="*/ 1628827 w 3313648"/>
                <a:gd name="connsiteY30" fmla="*/ 2648014 h 3173026"/>
                <a:gd name="connsiteX31" fmla="*/ 1996817 w 3313648"/>
                <a:gd name="connsiteY31" fmla="*/ 2291175 h 3173026"/>
                <a:gd name="connsiteX32" fmla="*/ 2431715 w 3313648"/>
                <a:gd name="connsiteY32" fmla="*/ 2190814 h 3173026"/>
                <a:gd name="connsiteX33" fmla="*/ 2554378 w 3313648"/>
                <a:gd name="connsiteY33" fmla="*/ 2023545 h 3173026"/>
                <a:gd name="connsiteX34" fmla="*/ 2565529 w 3313648"/>
                <a:gd name="connsiteY34" fmla="*/ 1432531 h 3173026"/>
                <a:gd name="connsiteX35" fmla="*/ 2520924 w 3313648"/>
                <a:gd name="connsiteY35" fmla="*/ 1187204 h 3173026"/>
                <a:gd name="connsiteX36" fmla="*/ 2543227 w 3313648"/>
                <a:gd name="connsiteY36" fmla="*/ 863819 h 3173026"/>
                <a:gd name="connsiteX37" fmla="*/ 2576680 w 3313648"/>
                <a:gd name="connsiteY37" fmla="*/ 741155 h 3173026"/>
                <a:gd name="connsiteX38" fmla="*/ 2152934 w 3313648"/>
                <a:gd name="connsiteY38" fmla="*/ 841516 h 3173026"/>
                <a:gd name="connsiteX39" fmla="*/ 1495012 w 3313648"/>
                <a:gd name="connsiteY39" fmla="*/ 841516 h 3173026"/>
                <a:gd name="connsiteX40" fmla="*/ 926300 w 3313648"/>
                <a:gd name="connsiteY40" fmla="*/ 752306 h 3173026"/>
                <a:gd name="connsiteX41" fmla="*/ 636368 w 3313648"/>
                <a:gd name="connsiteY41" fmla="*/ 718853 h 3173026"/>
                <a:gd name="connsiteX42" fmla="*/ 714427 w 3313648"/>
                <a:gd name="connsiteY42" fmla="*/ 1332170 h 3173026"/>
                <a:gd name="connsiteX43" fmla="*/ 647519 w 3313648"/>
                <a:gd name="connsiteY43" fmla="*/ 1945487 h 3173026"/>
                <a:gd name="connsiteX44" fmla="*/ 736729 w 3313648"/>
                <a:gd name="connsiteY44" fmla="*/ 2268872 h 3173026"/>
                <a:gd name="connsiteX45" fmla="*/ 680973 w 3313648"/>
                <a:gd name="connsiteY45" fmla="*/ 2781829 h 3173026"/>
                <a:gd name="connsiteX46" fmla="*/ 257227 w 3313648"/>
                <a:gd name="connsiteY46" fmla="*/ 2804132 h 3173026"/>
                <a:gd name="connsiteX47" fmla="*/ 23051 w 3313648"/>
                <a:gd name="connsiteY47" fmla="*/ 2503048 h 3173026"/>
                <a:gd name="connsiteX0" fmla="*/ 23051 w 3313648"/>
                <a:gd name="connsiteY0" fmla="*/ 2502717 h 3172695"/>
                <a:gd name="connsiteX1" fmla="*/ 56505 w 3313648"/>
                <a:gd name="connsiteY1" fmla="*/ 2179332 h 3172695"/>
                <a:gd name="connsiteX2" fmla="*/ 56504 w 3313648"/>
                <a:gd name="connsiteY2" fmla="*/ 1889400 h 3172695"/>
                <a:gd name="connsiteX3" fmla="*/ 34202 w 3313648"/>
                <a:gd name="connsiteY3" fmla="*/ 1566014 h 3172695"/>
                <a:gd name="connsiteX4" fmla="*/ 749 w 3313648"/>
                <a:gd name="connsiteY4" fmla="*/ 1264932 h 3172695"/>
                <a:gd name="connsiteX5" fmla="*/ 11900 w 3313648"/>
                <a:gd name="connsiteY5" fmla="*/ 919244 h 3172695"/>
                <a:gd name="connsiteX6" fmla="*/ 23052 w 3313648"/>
                <a:gd name="connsiteY6" fmla="*/ 640464 h 3172695"/>
                <a:gd name="connsiteX7" fmla="*/ 78807 w 3313648"/>
                <a:gd name="connsiteY7" fmla="*/ 372834 h 3172695"/>
                <a:gd name="connsiteX8" fmla="*/ 123412 w 3313648"/>
                <a:gd name="connsiteY8" fmla="*/ 138658 h 3172695"/>
                <a:gd name="connsiteX9" fmla="*/ 402193 w 3313648"/>
                <a:gd name="connsiteY9" fmla="*/ 4844 h 3172695"/>
                <a:gd name="connsiteX10" fmla="*/ 770183 w 3313648"/>
                <a:gd name="connsiteY10" fmla="*/ 27146 h 3172695"/>
                <a:gd name="connsiteX11" fmla="*/ 1249685 w 3313648"/>
                <a:gd name="connsiteY11" fmla="*/ 4843 h 3172695"/>
                <a:gd name="connsiteX12" fmla="*/ 1383500 w 3313648"/>
                <a:gd name="connsiteY12" fmla="*/ 15995 h 3172695"/>
                <a:gd name="connsiteX13" fmla="*/ 1796095 w 3313648"/>
                <a:gd name="connsiteY13" fmla="*/ 82902 h 3172695"/>
                <a:gd name="connsiteX14" fmla="*/ 2230993 w 3313648"/>
                <a:gd name="connsiteY14" fmla="*/ 15995 h 3172695"/>
                <a:gd name="connsiteX15" fmla="*/ 2654739 w 3313648"/>
                <a:gd name="connsiteY15" fmla="*/ 94053 h 3172695"/>
                <a:gd name="connsiteX16" fmla="*/ 2911217 w 3313648"/>
                <a:gd name="connsiteY16" fmla="*/ 71751 h 3172695"/>
                <a:gd name="connsiteX17" fmla="*/ 3212300 w 3313648"/>
                <a:gd name="connsiteY17" fmla="*/ 328229 h 3172695"/>
                <a:gd name="connsiteX18" fmla="*/ 3078485 w 3313648"/>
                <a:gd name="connsiteY18" fmla="*/ 696219 h 3172695"/>
                <a:gd name="connsiteX19" fmla="*/ 3312661 w 3313648"/>
                <a:gd name="connsiteY19" fmla="*/ 1064210 h 3172695"/>
                <a:gd name="connsiteX20" fmla="*/ 3167695 w 3313648"/>
                <a:gd name="connsiteY20" fmla="*/ 1331839 h 3172695"/>
                <a:gd name="connsiteX21" fmla="*/ 3301510 w 3313648"/>
                <a:gd name="connsiteY21" fmla="*/ 1644073 h 3172695"/>
                <a:gd name="connsiteX22" fmla="*/ 3056183 w 3313648"/>
                <a:gd name="connsiteY22" fmla="*/ 1911702 h 3172695"/>
                <a:gd name="connsiteX23" fmla="*/ 3111939 w 3313648"/>
                <a:gd name="connsiteY23" fmla="*/ 2235088 h 3172695"/>
                <a:gd name="connsiteX24" fmla="*/ 2933519 w 3313648"/>
                <a:gd name="connsiteY24" fmla="*/ 2547322 h 3172695"/>
                <a:gd name="connsiteX25" fmla="*/ 2465168 w 3313648"/>
                <a:gd name="connsiteY25" fmla="*/ 2547322 h 3172695"/>
                <a:gd name="connsiteX26" fmla="*/ 2253295 w 3313648"/>
                <a:gd name="connsiteY26" fmla="*/ 2781497 h 3172695"/>
                <a:gd name="connsiteX27" fmla="*/ 2197539 w 3313648"/>
                <a:gd name="connsiteY27" fmla="*/ 3037975 h 3172695"/>
                <a:gd name="connsiteX28" fmla="*/ 1907607 w 3313648"/>
                <a:gd name="connsiteY28" fmla="*/ 3171790 h 3172695"/>
                <a:gd name="connsiteX29" fmla="*/ 1718036 w 3313648"/>
                <a:gd name="connsiteY29" fmla="*/ 3071429 h 3172695"/>
                <a:gd name="connsiteX30" fmla="*/ 1628827 w 3313648"/>
                <a:gd name="connsiteY30" fmla="*/ 2647683 h 3172695"/>
                <a:gd name="connsiteX31" fmla="*/ 1996817 w 3313648"/>
                <a:gd name="connsiteY31" fmla="*/ 2290844 h 3172695"/>
                <a:gd name="connsiteX32" fmla="*/ 2431715 w 3313648"/>
                <a:gd name="connsiteY32" fmla="*/ 2190483 h 3172695"/>
                <a:gd name="connsiteX33" fmla="*/ 2554378 w 3313648"/>
                <a:gd name="connsiteY33" fmla="*/ 2023214 h 3172695"/>
                <a:gd name="connsiteX34" fmla="*/ 2565529 w 3313648"/>
                <a:gd name="connsiteY34" fmla="*/ 1432200 h 3172695"/>
                <a:gd name="connsiteX35" fmla="*/ 2520924 w 3313648"/>
                <a:gd name="connsiteY35" fmla="*/ 1186873 h 3172695"/>
                <a:gd name="connsiteX36" fmla="*/ 2543227 w 3313648"/>
                <a:gd name="connsiteY36" fmla="*/ 863488 h 3172695"/>
                <a:gd name="connsiteX37" fmla="*/ 2576680 w 3313648"/>
                <a:gd name="connsiteY37" fmla="*/ 740824 h 3172695"/>
                <a:gd name="connsiteX38" fmla="*/ 2152934 w 3313648"/>
                <a:gd name="connsiteY38" fmla="*/ 841185 h 3172695"/>
                <a:gd name="connsiteX39" fmla="*/ 1495012 w 3313648"/>
                <a:gd name="connsiteY39" fmla="*/ 841185 h 3172695"/>
                <a:gd name="connsiteX40" fmla="*/ 926300 w 3313648"/>
                <a:gd name="connsiteY40" fmla="*/ 751975 h 3172695"/>
                <a:gd name="connsiteX41" fmla="*/ 636368 w 3313648"/>
                <a:gd name="connsiteY41" fmla="*/ 718522 h 3172695"/>
                <a:gd name="connsiteX42" fmla="*/ 714427 w 3313648"/>
                <a:gd name="connsiteY42" fmla="*/ 1331839 h 3172695"/>
                <a:gd name="connsiteX43" fmla="*/ 647519 w 3313648"/>
                <a:gd name="connsiteY43" fmla="*/ 1945156 h 3172695"/>
                <a:gd name="connsiteX44" fmla="*/ 736729 w 3313648"/>
                <a:gd name="connsiteY44" fmla="*/ 2268541 h 3172695"/>
                <a:gd name="connsiteX45" fmla="*/ 680973 w 3313648"/>
                <a:gd name="connsiteY45" fmla="*/ 2781498 h 3172695"/>
                <a:gd name="connsiteX46" fmla="*/ 257227 w 3313648"/>
                <a:gd name="connsiteY46" fmla="*/ 2803801 h 3172695"/>
                <a:gd name="connsiteX47" fmla="*/ 23051 w 3313648"/>
                <a:gd name="connsiteY47" fmla="*/ 2502717 h 3172695"/>
                <a:gd name="connsiteX0" fmla="*/ 23051 w 3313648"/>
                <a:gd name="connsiteY0" fmla="*/ 2502717 h 3172695"/>
                <a:gd name="connsiteX1" fmla="*/ 56505 w 3313648"/>
                <a:gd name="connsiteY1" fmla="*/ 2179332 h 3172695"/>
                <a:gd name="connsiteX2" fmla="*/ 56504 w 3313648"/>
                <a:gd name="connsiteY2" fmla="*/ 1889400 h 3172695"/>
                <a:gd name="connsiteX3" fmla="*/ 34202 w 3313648"/>
                <a:gd name="connsiteY3" fmla="*/ 1566014 h 3172695"/>
                <a:gd name="connsiteX4" fmla="*/ 749 w 3313648"/>
                <a:gd name="connsiteY4" fmla="*/ 1264932 h 3172695"/>
                <a:gd name="connsiteX5" fmla="*/ 11900 w 3313648"/>
                <a:gd name="connsiteY5" fmla="*/ 919244 h 3172695"/>
                <a:gd name="connsiteX6" fmla="*/ 23052 w 3313648"/>
                <a:gd name="connsiteY6" fmla="*/ 640464 h 3172695"/>
                <a:gd name="connsiteX7" fmla="*/ 78807 w 3313648"/>
                <a:gd name="connsiteY7" fmla="*/ 372834 h 3172695"/>
                <a:gd name="connsiteX8" fmla="*/ 123412 w 3313648"/>
                <a:gd name="connsiteY8" fmla="*/ 138658 h 3172695"/>
                <a:gd name="connsiteX9" fmla="*/ 402193 w 3313648"/>
                <a:gd name="connsiteY9" fmla="*/ 4844 h 3172695"/>
                <a:gd name="connsiteX10" fmla="*/ 770183 w 3313648"/>
                <a:gd name="connsiteY10" fmla="*/ 27146 h 3172695"/>
                <a:gd name="connsiteX11" fmla="*/ 1249685 w 3313648"/>
                <a:gd name="connsiteY11" fmla="*/ 4843 h 3172695"/>
                <a:gd name="connsiteX12" fmla="*/ 1584222 w 3313648"/>
                <a:gd name="connsiteY12" fmla="*/ 15995 h 3172695"/>
                <a:gd name="connsiteX13" fmla="*/ 1796095 w 3313648"/>
                <a:gd name="connsiteY13" fmla="*/ 82902 h 3172695"/>
                <a:gd name="connsiteX14" fmla="*/ 2230993 w 3313648"/>
                <a:gd name="connsiteY14" fmla="*/ 15995 h 3172695"/>
                <a:gd name="connsiteX15" fmla="*/ 2654739 w 3313648"/>
                <a:gd name="connsiteY15" fmla="*/ 94053 h 3172695"/>
                <a:gd name="connsiteX16" fmla="*/ 2911217 w 3313648"/>
                <a:gd name="connsiteY16" fmla="*/ 71751 h 3172695"/>
                <a:gd name="connsiteX17" fmla="*/ 3212300 w 3313648"/>
                <a:gd name="connsiteY17" fmla="*/ 328229 h 3172695"/>
                <a:gd name="connsiteX18" fmla="*/ 3078485 w 3313648"/>
                <a:gd name="connsiteY18" fmla="*/ 696219 h 3172695"/>
                <a:gd name="connsiteX19" fmla="*/ 3312661 w 3313648"/>
                <a:gd name="connsiteY19" fmla="*/ 1064210 h 3172695"/>
                <a:gd name="connsiteX20" fmla="*/ 3167695 w 3313648"/>
                <a:gd name="connsiteY20" fmla="*/ 1331839 h 3172695"/>
                <a:gd name="connsiteX21" fmla="*/ 3301510 w 3313648"/>
                <a:gd name="connsiteY21" fmla="*/ 1644073 h 3172695"/>
                <a:gd name="connsiteX22" fmla="*/ 3056183 w 3313648"/>
                <a:gd name="connsiteY22" fmla="*/ 1911702 h 3172695"/>
                <a:gd name="connsiteX23" fmla="*/ 3111939 w 3313648"/>
                <a:gd name="connsiteY23" fmla="*/ 2235088 h 3172695"/>
                <a:gd name="connsiteX24" fmla="*/ 2933519 w 3313648"/>
                <a:gd name="connsiteY24" fmla="*/ 2547322 h 3172695"/>
                <a:gd name="connsiteX25" fmla="*/ 2465168 w 3313648"/>
                <a:gd name="connsiteY25" fmla="*/ 2547322 h 3172695"/>
                <a:gd name="connsiteX26" fmla="*/ 2253295 w 3313648"/>
                <a:gd name="connsiteY26" fmla="*/ 2781497 h 3172695"/>
                <a:gd name="connsiteX27" fmla="*/ 2197539 w 3313648"/>
                <a:gd name="connsiteY27" fmla="*/ 3037975 h 3172695"/>
                <a:gd name="connsiteX28" fmla="*/ 1907607 w 3313648"/>
                <a:gd name="connsiteY28" fmla="*/ 3171790 h 3172695"/>
                <a:gd name="connsiteX29" fmla="*/ 1718036 w 3313648"/>
                <a:gd name="connsiteY29" fmla="*/ 3071429 h 3172695"/>
                <a:gd name="connsiteX30" fmla="*/ 1628827 w 3313648"/>
                <a:gd name="connsiteY30" fmla="*/ 2647683 h 3172695"/>
                <a:gd name="connsiteX31" fmla="*/ 1996817 w 3313648"/>
                <a:gd name="connsiteY31" fmla="*/ 2290844 h 3172695"/>
                <a:gd name="connsiteX32" fmla="*/ 2431715 w 3313648"/>
                <a:gd name="connsiteY32" fmla="*/ 2190483 h 3172695"/>
                <a:gd name="connsiteX33" fmla="*/ 2554378 w 3313648"/>
                <a:gd name="connsiteY33" fmla="*/ 2023214 h 3172695"/>
                <a:gd name="connsiteX34" fmla="*/ 2565529 w 3313648"/>
                <a:gd name="connsiteY34" fmla="*/ 1432200 h 3172695"/>
                <a:gd name="connsiteX35" fmla="*/ 2520924 w 3313648"/>
                <a:gd name="connsiteY35" fmla="*/ 1186873 h 3172695"/>
                <a:gd name="connsiteX36" fmla="*/ 2543227 w 3313648"/>
                <a:gd name="connsiteY36" fmla="*/ 863488 h 3172695"/>
                <a:gd name="connsiteX37" fmla="*/ 2576680 w 3313648"/>
                <a:gd name="connsiteY37" fmla="*/ 740824 h 3172695"/>
                <a:gd name="connsiteX38" fmla="*/ 2152934 w 3313648"/>
                <a:gd name="connsiteY38" fmla="*/ 841185 h 3172695"/>
                <a:gd name="connsiteX39" fmla="*/ 1495012 w 3313648"/>
                <a:gd name="connsiteY39" fmla="*/ 841185 h 3172695"/>
                <a:gd name="connsiteX40" fmla="*/ 926300 w 3313648"/>
                <a:gd name="connsiteY40" fmla="*/ 751975 h 3172695"/>
                <a:gd name="connsiteX41" fmla="*/ 636368 w 3313648"/>
                <a:gd name="connsiteY41" fmla="*/ 718522 h 3172695"/>
                <a:gd name="connsiteX42" fmla="*/ 714427 w 3313648"/>
                <a:gd name="connsiteY42" fmla="*/ 1331839 h 3172695"/>
                <a:gd name="connsiteX43" fmla="*/ 647519 w 3313648"/>
                <a:gd name="connsiteY43" fmla="*/ 1945156 h 3172695"/>
                <a:gd name="connsiteX44" fmla="*/ 736729 w 3313648"/>
                <a:gd name="connsiteY44" fmla="*/ 2268541 h 3172695"/>
                <a:gd name="connsiteX45" fmla="*/ 680973 w 3313648"/>
                <a:gd name="connsiteY45" fmla="*/ 2781498 h 3172695"/>
                <a:gd name="connsiteX46" fmla="*/ 257227 w 3313648"/>
                <a:gd name="connsiteY46" fmla="*/ 2803801 h 3172695"/>
                <a:gd name="connsiteX47" fmla="*/ 23051 w 3313648"/>
                <a:gd name="connsiteY47" fmla="*/ 2502717 h 3172695"/>
                <a:gd name="connsiteX0" fmla="*/ 23051 w 3313648"/>
                <a:gd name="connsiteY0" fmla="*/ 2501204 h 3171182"/>
                <a:gd name="connsiteX1" fmla="*/ 56505 w 3313648"/>
                <a:gd name="connsiteY1" fmla="*/ 2177819 h 3171182"/>
                <a:gd name="connsiteX2" fmla="*/ 56504 w 3313648"/>
                <a:gd name="connsiteY2" fmla="*/ 1887887 h 3171182"/>
                <a:gd name="connsiteX3" fmla="*/ 34202 w 3313648"/>
                <a:gd name="connsiteY3" fmla="*/ 1564501 h 3171182"/>
                <a:gd name="connsiteX4" fmla="*/ 749 w 3313648"/>
                <a:gd name="connsiteY4" fmla="*/ 1263419 h 3171182"/>
                <a:gd name="connsiteX5" fmla="*/ 11900 w 3313648"/>
                <a:gd name="connsiteY5" fmla="*/ 917731 h 3171182"/>
                <a:gd name="connsiteX6" fmla="*/ 23052 w 3313648"/>
                <a:gd name="connsiteY6" fmla="*/ 638951 h 3171182"/>
                <a:gd name="connsiteX7" fmla="*/ 78807 w 3313648"/>
                <a:gd name="connsiteY7" fmla="*/ 371321 h 3171182"/>
                <a:gd name="connsiteX8" fmla="*/ 123412 w 3313648"/>
                <a:gd name="connsiteY8" fmla="*/ 137145 h 3171182"/>
                <a:gd name="connsiteX9" fmla="*/ 402193 w 3313648"/>
                <a:gd name="connsiteY9" fmla="*/ 3331 h 3171182"/>
                <a:gd name="connsiteX10" fmla="*/ 781334 w 3313648"/>
                <a:gd name="connsiteY10" fmla="*/ 59087 h 3171182"/>
                <a:gd name="connsiteX11" fmla="*/ 1249685 w 3313648"/>
                <a:gd name="connsiteY11" fmla="*/ 3330 h 3171182"/>
                <a:gd name="connsiteX12" fmla="*/ 1584222 w 3313648"/>
                <a:gd name="connsiteY12" fmla="*/ 14482 h 3171182"/>
                <a:gd name="connsiteX13" fmla="*/ 1796095 w 3313648"/>
                <a:gd name="connsiteY13" fmla="*/ 81389 h 3171182"/>
                <a:gd name="connsiteX14" fmla="*/ 2230993 w 3313648"/>
                <a:gd name="connsiteY14" fmla="*/ 14482 h 3171182"/>
                <a:gd name="connsiteX15" fmla="*/ 2654739 w 3313648"/>
                <a:gd name="connsiteY15" fmla="*/ 92540 h 3171182"/>
                <a:gd name="connsiteX16" fmla="*/ 2911217 w 3313648"/>
                <a:gd name="connsiteY16" fmla="*/ 70238 h 3171182"/>
                <a:gd name="connsiteX17" fmla="*/ 3212300 w 3313648"/>
                <a:gd name="connsiteY17" fmla="*/ 326716 h 3171182"/>
                <a:gd name="connsiteX18" fmla="*/ 3078485 w 3313648"/>
                <a:gd name="connsiteY18" fmla="*/ 694706 h 3171182"/>
                <a:gd name="connsiteX19" fmla="*/ 3312661 w 3313648"/>
                <a:gd name="connsiteY19" fmla="*/ 1062697 h 3171182"/>
                <a:gd name="connsiteX20" fmla="*/ 3167695 w 3313648"/>
                <a:gd name="connsiteY20" fmla="*/ 1330326 h 3171182"/>
                <a:gd name="connsiteX21" fmla="*/ 3301510 w 3313648"/>
                <a:gd name="connsiteY21" fmla="*/ 1642560 h 3171182"/>
                <a:gd name="connsiteX22" fmla="*/ 3056183 w 3313648"/>
                <a:gd name="connsiteY22" fmla="*/ 1910189 h 3171182"/>
                <a:gd name="connsiteX23" fmla="*/ 3111939 w 3313648"/>
                <a:gd name="connsiteY23" fmla="*/ 2233575 h 3171182"/>
                <a:gd name="connsiteX24" fmla="*/ 2933519 w 3313648"/>
                <a:gd name="connsiteY24" fmla="*/ 2545809 h 3171182"/>
                <a:gd name="connsiteX25" fmla="*/ 2465168 w 3313648"/>
                <a:gd name="connsiteY25" fmla="*/ 2545809 h 3171182"/>
                <a:gd name="connsiteX26" fmla="*/ 2253295 w 3313648"/>
                <a:gd name="connsiteY26" fmla="*/ 2779984 h 3171182"/>
                <a:gd name="connsiteX27" fmla="*/ 2197539 w 3313648"/>
                <a:gd name="connsiteY27" fmla="*/ 3036462 h 3171182"/>
                <a:gd name="connsiteX28" fmla="*/ 1907607 w 3313648"/>
                <a:gd name="connsiteY28" fmla="*/ 3170277 h 3171182"/>
                <a:gd name="connsiteX29" fmla="*/ 1718036 w 3313648"/>
                <a:gd name="connsiteY29" fmla="*/ 3069916 h 3171182"/>
                <a:gd name="connsiteX30" fmla="*/ 1628827 w 3313648"/>
                <a:gd name="connsiteY30" fmla="*/ 2646170 h 3171182"/>
                <a:gd name="connsiteX31" fmla="*/ 1996817 w 3313648"/>
                <a:gd name="connsiteY31" fmla="*/ 2289331 h 3171182"/>
                <a:gd name="connsiteX32" fmla="*/ 2431715 w 3313648"/>
                <a:gd name="connsiteY32" fmla="*/ 2188970 h 3171182"/>
                <a:gd name="connsiteX33" fmla="*/ 2554378 w 3313648"/>
                <a:gd name="connsiteY33" fmla="*/ 2021701 h 3171182"/>
                <a:gd name="connsiteX34" fmla="*/ 2565529 w 3313648"/>
                <a:gd name="connsiteY34" fmla="*/ 1430687 h 3171182"/>
                <a:gd name="connsiteX35" fmla="*/ 2520924 w 3313648"/>
                <a:gd name="connsiteY35" fmla="*/ 1185360 h 3171182"/>
                <a:gd name="connsiteX36" fmla="*/ 2543227 w 3313648"/>
                <a:gd name="connsiteY36" fmla="*/ 861975 h 3171182"/>
                <a:gd name="connsiteX37" fmla="*/ 2576680 w 3313648"/>
                <a:gd name="connsiteY37" fmla="*/ 739311 h 3171182"/>
                <a:gd name="connsiteX38" fmla="*/ 2152934 w 3313648"/>
                <a:gd name="connsiteY38" fmla="*/ 839672 h 3171182"/>
                <a:gd name="connsiteX39" fmla="*/ 1495012 w 3313648"/>
                <a:gd name="connsiteY39" fmla="*/ 839672 h 3171182"/>
                <a:gd name="connsiteX40" fmla="*/ 926300 w 3313648"/>
                <a:gd name="connsiteY40" fmla="*/ 750462 h 3171182"/>
                <a:gd name="connsiteX41" fmla="*/ 636368 w 3313648"/>
                <a:gd name="connsiteY41" fmla="*/ 717009 h 3171182"/>
                <a:gd name="connsiteX42" fmla="*/ 714427 w 3313648"/>
                <a:gd name="connsiteY42" fmla="*/ 1330326 h 3171182"/>
                <a:gd name="connsiteX43" fmla="*/ 647519 w 3313648"/>
                <a:gd name="connsiteY43" fmla="*/ 1943643 h 3171182"/>
                <a:gd name="connsiteX44" fmla="*/ 736729 w 3313648"/>
                <a:gd name="connsiteY44" fmla="*/ 2267028 h 3171182"/>
                <a:gd name="connsiteX45" fmla="*/ 680973 w 3313648"/>
                <a:gd name="connsiteY45" fmla="*/ 2779985 h 3171182"/>
                <a:gd name="connsiteX46" fmla="*/ 257227 w 3313648"/>
                <a:gd name="connsiteY46" fmla="*/ 2802288 h 3171182"/>
                <a:gd name="connsiteX47" fmla="*/ 23051 w 3313648"/>
                <a:gd name="connsiteY47" fmla="*/ 2501204 h 3171182"/>
                <a:gd name="connsiteX0" fmla="*/ 23051 w 3313648"/>
                <a:gd name="connsiteY0" fmla="*/ 2500867 h 3170845"/>
                <a:gd name="connsiteX1" fmla="*/ 56505 w 3313648"/>
                <a:gd name="connsiteY1" fmla="*/ 2177482 h 3170845"/>
                <a:gd name="connsiteX2" fmla="*/ 56504 w 3313648"/>
                <a:gd name="connsiteY2" fmla="*/ 1887550 h 3170845"/>
                <a:gd name="connsiteX3" fmla="*/ 34202 w 3313648"/>
                <a:gd name="connsiteY3" fmla="*/ 1564164 h 3170845"/>
                <a:gd name="connsiteX4" fmla="*/ 749 w 3313648"/>
                <a:gd name="connsiteY4" fmla="*/ 1263082 h 3170845"/>
                <a:gd name="connsiteX5" fmla="*/ 11900 w 3313648"/>
                <a:gd name="connsiteY5" fmla="*/ 917394 h 3170845"/>
                <a:gd name="connsiteX6" fmla="*/ 23052 w 3313648"/>
                <a:gd name="connsiteY6" fmla="*/ 638614 h 3170845"/>
                <a:gd name="connsiteX7" fmla="*/ 78807 w 3313648"/>
                <a:gd name="connsiteY7" fmla="*/ 370984 h 3170845"/>
                <a:gd name="connsiteX8" fmla="*/ 123412 w 3313648"/>
                <a:gd name="connsiteY8" fmla="*/ 136808 h 3170845"/>
                <a:gd name="connsiteX9" fmla="*/ 402193 w 3313648"/>
                <a:gd name="connsiteY9" fmla="*/ 2994 h 3170845"/>
                <a:gd name="connsiteX10" fmla="*/ 781334 w 3313648"/>
                <a:gd name="connsiteY10" fmla="*/ 58750 h 3170845"/>
                <a:gd name="connsiteX11" fmla="*/ 1249685 w 3313648"/>
                <a:gd name="connsiteY11" fmla="*/ 2993 h 3170845"/>
                <a:gd name="connsiteX12" fmla="*/ 1584222 w 3313648"/>
                <a:gd name="connsiteY12" fmla="*/ 14145 h 3170845"/>
                <a:gd name="connsiteX13" fmla="*/ 1829549 w 3313648"/>
                <a:gd name="connsiteY13" fmla="*/ 69901 h 3170845"/>
                <a:gd name="connsiteX14" fmla="*/ 2230993 w 3313648"/>
                <a:gd name="connsiteY14" fmla="*/ 14145 h 3170845"/>
                <a:gd name="connsiteX15" fmla="*/ 2654739 w 3313648"/>
                <a:gd name="connsiteY15" fmla="*/ 92203 h 3170845"/>
                <a:gd name="connsiteX16" fmla="*/ 2911217 w 3313648"/>
                <a:gd name="connsiteY16" fmla="*/ 69901 h 3170845"/>
                <a:gd name="connsiteX17" fmla="*/ 3212300 w 3313648"/>
                <a:gd name="connsiteY17" fmla="*/ 326379 h 3170845"/>
                <a:gd name="connsiteX18" fmla="*/ 3078485 w 3313648"/>
                <a:gd name="connsiteY18" fmla="*/ 694369 h 3170845"/>
                <a:gd name="connsiteX19" fmla="*/ 3312661 w 3313648"/>
                <a:gd name="connsiteY19" fmla="*/ 1062360 h 3170845"/>
                <a:gd name="connsiteX20" fmla="*/ 3167695 w 3313648"/>
                <a:gd name="connsiteY20" fmla="*/ 1329989 h 3170845"/>
                <a:gd name="connsiteX21" fmla="*/ 3301510 w 3313648"/>
                <a:gd name="connsiteY21" fmla="*/ 1642223 h 3170845"/>
                <a:gd name="connsiteX22" fmla="*/ 3056183 w 3313648"/>
                <a:gd name="connsiteY22" fmla="*/ 1909852 h 3170845"/>
                <a:gd name="connsiteX23" fmla="*/ 3111939 w 3313648"/>
                <a:gd name="connsiteY23" fmla="*/ 2233238 h 3170845"/>
                <a:gd name="connsiteX24" fmla="*/ 2933519 w 3313648"/>
                <a:gd name="connsiteY24" fmla="*/ 2545472 h 3170845"/>
                <a:gd name="connsiteX25" fmla="*/ 2465168 w 3313648"/>
                <a:gd name="connsiteY25" fmla="*/ 2545472 h 3170845"/>
                <a:gd name="connsiteX26" fmla="*/ 2253295 w 3313648"/>
                <a:gd name="connsiteY26" fmla="*/ 2779647 h 3170845"/>
                <a:gd name="connsiteX27" fmla="*/ 2197539 w 3313648"/>
                <a:gd name="connsiteY27" fmla="*/ 3036125 h 3170845"/>
                <a:gd name="connsiteX28" fmla="*/ 1907607 w 3313648"/>
                <a:gd name="connsiteY28" fmla="*/ 3169940 h 3170845"/>
                <a:gd name="connsiteX29" fmla="*/ 1718036 w 3313648"/>
                <a:gd name="connsiteY29" fmla="*/ 3069579 h 3170845"/>
                <a:gd name="connsiteX30" fmla="*/ 1628827 w 3313648"/>
                <a:gd name="connsiteY30" fmla="*/ 2645833 h 3170845"/>
                <a:gd name="connsiteX31" fmla="*/ 1996817 w 3313648"/>
                <a:gd name="connsiteY31" fmla="*/ 2288994 h 3170845"/>
                <a:gd name="connsiteX32" fmla="*/ 2431715 w 3313648"/>
                <a:gd name="connsiteY32" fmla="*/ 2188633 h 3170845"/>
                <a:gd name="connsiteX33" fmla="*/ 2554378 w 3313648"/>
                <a:gd name="connsiteY33" fmla="*/ 2021364 h 3170845"/>
                <a:gd name="connsiteX34" fmla="*/ 2565529 w 3313648"/>
                <a:gd name="connsiteY34" fmla="*/ 1430350 h 3170845"/>
                <a:gd name="connsiteX35" fmla="*/ 2520924 w 3313648"/>
                <a:gd name="connsiteY35" fmla="*/ 1185023 h 3170845"/>
                <a:gd name="connsiteX36" fmla="*/ 2543227 w 3313648"/>
                <a:gd name="connsiteY36" fmla="*/ 861638 h 3170845"/>
                <a:gd name="connsiteX37" fmla="*/ 2576680 w 3313648"/>
                <a:gd name="connsiteY37" fmla="*/ 738974 h 3170845"/>
                <a:gd name="connsiteX38" fmla="*/ 2152934 w 3313648"/>
                <a:gd name="connsiteY38" fmla="*/ 839335 h 3170845"/>
                <a:gd name="connsiteX39" fmla="*/ 1495012 w 3313648"/>
                <a:gd name="connsiteY39" fmla="*/ 839335 h 3170845"/>
                <a:gd name="connsiteX40" fmla="*/ 926300 w 3313648"/>
                <a:gd name="connsiteY40" fmla="*/ 750125 h 3170845"/>
                <a:gd name="connsiteX41" fmla="*/ 636368 w 3313648"/>
                <a:gd name="connsiteY41" fmla="*/ 716672 h 3170845"/>
                <a:gd name="connsiteX42" fmla="*/ 714427 w 3313648"/>
                <a:gd name="connsiteY42" fmla="*/ 1329989 h 3170845"/>
                <a:gd name="connsiteX43" fmla="*/ 647519 w 3313648"/>
                <a:gd name="connsiteY43" fmla="*/ 1943306 h 3170845"/>
                <a:gd name="connsiteX44" fmla="*/ 736729 w 3313648"/>
                <a:gd name="connsiteY44" fmla="*/ 2266691 h 3170845"/>
                <a:gd name="connsiteX45" fmla="*/ 680973 w 3313648"/>
                <a:gd name="connsiteY45" fmla="*/ 2779648 h 3170845"/>
                <a:gd name="connsiteX46" fmla="*/ 257227 w 3313648"/>
                <a:gd name="connsiteY46" fmla="*/ 2801951 h 3170845"/>
                <a:gd name="connsiteX47" fmla="*/ 23051 w 3313648"/>
                <a:gd name="connsiteY47" fmla="*/ 2500867 h 3170845"/>
                <a:gd name="connsiteX0" fmla="*/ 23051 w 3313648"/>
                <a:gd name="connsiteY0" fmla="*/ 2500867 h 3170845"/>
                <a:gd name="connsiteX1" fmla="*/ 56505 w 3313648"/>
                <a:gd name="connsiteY1" fmla="*/ 2177482 h 3170845"/>
                <a:gd name="connsiteX2" fmla="*/ 56504 w 3313648"/>
                <a:gd name="connsiteY2" fmla="*/ 1887550 h 3170845"/>
                <a:gd name="connsiteX3" fmla="*/ 34202 w 3313648"/>
                <a:gd name="connsiteY3" fmla="*/ 1564164 h 3170845"/>
                <a:gd name="connsiteX4" fmla="*/ 749 w 3313648"/>
                <a:gd name="connsiteY4" fmla="*/ 1263082 h 3170845"/>
                <a:gd name="connsiteX5" fmla="*/ 11900 w 3313648"/>
                <a:gd name="connsiteY5" fmla="*/ 917394 h 3170845"/>
                <a:gd name="connsiteX6" fmla="*/ 23052 w 3313648"/>
                <a:gd name="connsiteY6" fmla="*/ 638614 h 3170845"/>
                <a:gd name="connsiteX7" fmla="*/ 78807 w 3313648"/>
                <a:gd name="connsiteY7" fmla="*/ 370984 h 3170845"/>
                <a:gd name="connsiteX8" fmla="*/ 123412 w 3313648"/>
                <a:gd name="connsiteY8" fmla="*/ 136808 h 3170845"/>
                <a:gd name="connsiteX9" fmla="*/ 402193 w 3313648"/>
                <a:gd name="connsiteY9" fmla="*/ 2994 h 3170845"/>
                <a:gd name="connsiteX10" fmla="*/ 781334 w 3313648"/>
                <a:gd name="connsiteY10" fmla="*/ 58750 h 3170845"/>
                <a:gd name="connsiteX11" fmla="*/ 1249685 w 3313648"/>
                <a:gd name="connsiteY11" fmla="*/ 2993 h 3170845"/>
                <a:gd name="connsiteX12" fmla="*/ 1584222 w 3313648"/>
                <a:gd name="connsiteY12" fmla="*/ 14145 h 3170845"/>
                <a:gd name="connsiteX13" fmla="*/ 1952212 w 3313648"/>
                <a:gd name="connsiteY13" fmla="*/ 69901 h 3170845"/>
                <a:gd name="connsiteX14" fmla="*/ 2230993 w 3313648"/>
                <a:gd name="connsiteY14" fmla="*/ 14145 h 3170845"/>
                <a:gd name="connsiteX15" fmla="*/ 2654739 w 3313648"/>
                <a:gd name="connsiteY15" fmla="*/ 92203 h 3170845"/>
                <a:gd name="connsiteX16" fmla="*/ 2911217 w 3313648"/>
                <a:gd name="connsiteY16" fmla="*/ 69901 h 3170845"/>
                <a:gd name="connsiteX17" fmla="*/ 3212300 w 3313648"/>
                <a:gd name="connsiteY17" fmla="*/ 326379 h 3170845"/>
                <a:gd name="connsiteX18" fmla="*/ 3078485 w 3313648"/>
                <a:gd name="connsiteY18" fmla="*/ 694369 h 3170845"/>
                <a:gd name="connsiteX19" fmla="*/ 3312661 w 3313648"/>
                <a:gd name="connsiteY19" fmla="*/ 1062360 h 3170845"/>
                <a:gd name="connsiteX20" fmla="*/ 3167695 w 3313648"/>
                <a:gd name="connsiteY20" fmla="*/ 1329989 h 3170845"/>
                <a:gd name="connsiteX21" fmla="*/ 3301510 w 3313648"/>
                <a:gd name="connsiteY21" fmla="*/ 1642223 h 3170845"/>
                <a:gd name="connsiteX22" fmla="*/ 3056183 w 3313648"/>
                <a:gd name="connsiteY22" fmla="*/ 1909852 h 3170845"/>
                <a:gd name="connsiteX23" fmla="*/ 3111939 w 3313648"/>
                <a:gd name="connsiteY23" fmla="*/ 2233238 h 3170845"/>
                <a:gd name="connsiteX24" fmla="*/ 2933519 w 3313648"/>
                <a:gd name="connsiteY24" fmla="*/ 2545472 h 3170845"/>
                <a:gd name="connsiteX25" fmla="*/ 2465168 w 3313648"/>
                <a:gd name="connsiteY25" fmla="*/ 2545472 h 3170845"/>
                <a:gd name="connsiteX26" fmla="*/ 2253295 w 3313648"/>
                <a:gd name="connsiteY26" fmla="*/ 2779647 h 3170845"/>
                <a:gd name="connsiteX27" fmla="*/ 2197539 w 3313648"/>
                <a:gd name="connsiteY27" fmla="*/ 3036125 h 3170845"/>
                <a:gd name="connsiteX28" fmla="*/ 1907607 w 3313648"/>
                <a:gd name="connsiteY28" fmla="*/ 3169940 h 3170845"/>
                <a:gd name="connsiteX29" fmla="*/ 1718036 w 3313648"/>
                <a:gd name="connsiteY29" fmla="*/ 3069579 h 3170845"/>
                <a:gd name="connsiteX30" fmla="*/ 1628827 w 3313648"/>
                <a:gd name="connsiteY30" fmla="*/ 2645833 h 3170845"/>
                <a:gd name="connsiteX31" fmla="*/ 1996817 w 3313648"/>
                <a:gd name="connsiteY31" fmla="*/ 2288994 h 3170845"/>
                <a:gd name="connsiteX32" fmla="*/ 2431715 w 3313648"/>
                <a:gd name="connsiteY32" fmla="*/ 2188633 h 3170845"/>
                <a:gd name="connsiteX33" fmla="*/ 2554378 w 3313648"/>
                <a:gd name="connsiteY33" fmla="*/ 2021364 h 3170845"/>
                <a:gd name="connsiteX34" fmla="*/ 2565529 w 3313648"/>
                <a:gd name="connsiteY34" fmla="*/ 1430350 h 3170845"/>
                <a:gd name="connsiteX35" fmla="*/ 2520924 w 3313648"/>
                <a:gd name="connsiteY35" fmla="*/ 1185023 h 3170845"/>
                <a:gd name="connsiteX36" fmla="*/ 2543227 w 3313648"/>
                <a:gd name="connsiteY36" fmla="*/ 861638 h 3170845"/>
                <a:gd name="connsiteX37" fmla="*/ 2576680 w 3313648"/>
                <a:gd name="connsiteY37" fmla="*/ 738974 h 3170845"/>
                <a:gd name="connsiteX38" fmla="*/ 2152934 w 3313648"/>
                <a:gd name="connsiteY38" fmla="*/ 839335 h 3170845"/>
                <a:gd name="connsiteX39" fmla="*/ 1495012 w 3313648"/>
                <a:gd name="connsiteY39" fmla="*/ 839335 h 3170845"/>
                <a:gd name="connsiteX40" fmla="*/ 926300 w 3313648"/>
                <a:gd name="connsiteY40" fmla="*/ 750125 h 3170845"/>
                <a:gd name="connsiteX41" fmla="*/ 636368 w 3313648"/>
                <a:gd name="connsiteY41" fmla="*/ 716672 h 3170845"/>
                <a:gd name="connsiteX42" fmla="*/ 714427 w 3313648"/>
                <a:gd name="connsiteY42" fmla="*/ 1329989 h 3170845"/>
                <a:gd name="connsiteX43" fmla="*/ 647519 w 3313648"/>
                <a:gd name="connsiteY43" fmla="*/ 1943306 h 3170845"/>
                <a:gd name="connsiteX44" fmla="*/ 736729 w 3313648"/>
                <a:gd name="connsiteY44" fmla="*/ 2266691 h 3170845"/>
                <a:gd name="connsiteX45" fmla="*/ 680973 w 3313648"/>
                <a:gd name="connsiteY45" fmla="*/ 2779648 h 3170845"/>
                <a:gd name="connsiteX46" fmla="*/ 257227 w 3313648"/>
                <a:gd name="connsiteY46" fmla="*/ 2801951 h 3170845"/>
                <a:gd name="connsiteX47" fmla="*/ 23051 w 3313648"/>
                <a:gd name="connsiteY47" fmla="*/ 2500867 h 3170845"/>
                <a:gd name="connsiteX0" fmla="*/ 23051 w 3313648"/>
                <a:gd name="connsiteY0" fmla="*/ 2500867 h 3170845"/>
                <a:gd name="connsiteX1" fmla="*/ 56505 w 3313648"/>
                <a:gd name="connsiteY1" fmla="*/ 2177482 h 3170845"/>
                <a:gd name="connsiteX2" fmla="*/ 56504 w 3313648"/>
                <a:gd name="connsiteY2" fmla="*/ 1887550 h 3170845"/>
                <a:gd name="connsiteX3" fmla="*/ 34202 w 3313648"/>
                <a:gd name="connsiteY3" fmla="*/ 1564164 h 3170845"/>
                <a:gd name="connsiteX4" fmla="*/ 749 w 3313648"/>
                <a:gd name="connsiteY4" fmla="*/ 1263082 h 3170845"/>
                <a:gd name="connsiteX5" fmla="*/ 11900 w 3313648"/>
                <a:gd name="connsiteY5" fmla="*/ 917394 h 3170845"/>
                <a:gd name="connsiteX6" fmla="*/ 23052 w 3313648"/>
                <a:gd name="connsiteY6" fmla="*/ 638614 h 3170845"/>
                <a:gd name="connsiteX7" fmla="*/ 78807 w 3313648"/>
                <a:gd name="connsiteY7" fmla="*/ 370984 h 3170845"/>
                <a:gd name="connsiteX8" fmla="*/ 123412 w 3313648"/>
                <a:gd name="connsiteY8" fmla="*/ 136808 h 3170845"/>
                <a:gd name="connsiteX9" fmla="*/ 402193 w 3313648"/>
                <a:gd name="connsiteY9" fmla="*/ 2994 h 3170845"/>
                <a:gd name="connsiteX10" fmla="*/ 781334 w 3313648"/>
                <a:gd name="connsiteY10" fmla="*/ 58750 h 3170845"/>
                <a:gd name="connsiteX11" fmla="*/ 1249685 w 3313648"/>
                <a:gd name="connsiteY11" fmla="*/ 2993 h 3170845"/>
                <a:gd name="connsiteX12" fmla="*/ 1584222 w 3313648"/>
                <a:gd name="connsiteY12" fmla="*/ 14145 h 3170845"/>
                <a:gd name="connsiteX13" fmla="*/ 1952212 w 3313648"/>
                <a:gd name="connsiteY13" fmla="*/ 69901 h 3170845"/>
                <a:gd name="connsiteX14" fmla="*/ 2331354 w 3313648"/>
                <a:gd name="connsiteY14" fmla="*/ 14145 h 3170845"/>
                <a:gd name="connsiteX15" fmla="*/ 2654739 w 3313648"/>
                <a:gd name="connsiteY15" fmla="*/ 92203 h 3170845"/>
                <a:gd name="connsiteX16" fmla="*/ 2911217 w 3313648"/>
                <a:gd name="connsiteY16" fmla="*/ 69901 h 3170845"/>
                <a:gd name="connsiteX17" fmla="*/ 3212300 w 3313648"/>
                <a:gd name="connsiteY17" fmla="*/ 326379 h 3170845"/>
                <a:gd name="connsiteX18" fmla="*/ 3078485 w 3313648"/>
                <a:gd name="connsiteY18" fmla="*/ 694369 h 3170845"/>
                <a:gd name="connsiteX19" fmla="*/ 3312661 w 3313648"/>
                <a:gd name="connsiteY19" fmla="*/ 1062360 h 3170845"/>
                <a:gd name="connsiteX20" fmla="*/ 3167695 w 3313648"/>
                <a:gd name="connsiteY20" fmla="*/ 1329989 h 3170845"/>
                <a:gd name="connsiteX21" fmla="*/ 3301510 w 3313648"/>
                <a:gd name="connsiteY21" fmla="*/ 1642223 h 3170845"/>
                <a:gd name="connsiteX22" fmla="*/ 3056183 w 3313648"/>
                <a:gd name="connsiteY22" fmla="*/ 1909852 h 3170845"/>
                <a:gd name="connsiteX23" fmla="*/ 3111939 w 3313648"/>
                <a:gd name="connsiteY23" fmla="*/ 2233238 h 3170845"/>
                <a:gd name="connsiteX24" fmla="*/ 2933519 w 3313648"/>
                <a:gd name="connsiteY24" fmla="*/ 2545472 h 3170845"/>
                <a:gd name="connsiteX25" fmla="*/ 2465168 w 3313648"/>
                <a:gd name="connsiteY25" fmla="*/ 2545472 h 3170845"/>
                <a:gd name="connsiteX26" fmla="*/ 2253295 w 3313648"/>
                <a:gd name="connsiteY26" fmla="*/ 2779647 h 3170845"/>
                <a:gd name="connsiteX27" fmla="*/ 2197539 w 3313648"/>
                <a:gd name="connsiteY27" fmla="*/ 3036125 h 3170845"/>
                <a:gd name="connsiteX28" fmla="*/ 1907607 w 3313648"/>
                <a:gd name="connsiteY28" fmla="*/ 3169940 h 3170845"/>
                <a:gd name="connsiteX29" fmla="*/ 1718036 w 3313648"/>
                <a:gd name="connsiteY29" fmla="*/ 3069579 h 3170845"/>
                <a:gd name="connsiteX30" fmla="*/ 1628827 w 3313648"/>
                <a:gd name="connsiteY30" fmla="*/ 2645833 h 3170845"/>
                <a:gd name="connsiteX31" fmla="*/ 1996817 w 3313648"/>
                <a:gd name="connsiteY31" fmla="*/ 2288994 h 3170845"/>
                <a:gd name="connsiteX32" fmla="*/ 2431715 w 3313648"/>
                <a:gd name="connsiteY32" fmla="*/ 2188633 h 3170845"/>
                <a:gd name="connsiteX33" fmla="*/ 2554378 w 3313648"/>
                <a:gd name="connsiteY33" fmla="*/ 2021364 h 3170845"/>
                <a:gd name="connsiteX34" fmla="*/ 2565529 w 3313648"/>
                <a:gd name="connsiteY34" fmla="*/ 1430350 h 3170845"/>
                <a:gd name="connsiteX35" fmla="*/ 2520924 w 3313648"/>
                <a:gd name="connsiteY35" fmla="*/ 1185023 h 3170845"/>
                <a:gd name="connsiteX36" fmla="*/ 2543227 w 3313648"/>
                <a:gd name="connsiteY36" fmla="*/ 861638 h 3170845"/>
                <a:gd name="connsiteX37" fmla="*/ 2576680 w 3313648"/>
                <a:gd name="connsiteY37" fmla="*/ 738974 h 3170845"/>
                <a:gd name="connsiteX38" fmla="*/ 2152934 w 3313648"/>
                <a:gd name="connsiteY38" fmla="*/ 839335 h 3170845"/>
                <a:gd name="connsiteX39" fmla="*/ 1495012 w 3313648"/>
                <a:gd name="connsiteY39" fmla="*/ 839335 h 3170845"/>
                <a:gd name="connsiteX40" fmla="*/ 926300 w 3313648"/>
                <a:gd name="connsiteY40" fmla="*/ 750125 h 3170845"/>
                <a:gd name="connsiteX41" fmla="*/ 636368 w 3313648"/>
                <a:gd name="connsiteY41" fmla="*/ 716672 h 3170845"/>
                <a:gd name="connsiteX42" fmla="*/ 714427 w 3313648"/>
                <a:gd name="connsiteY42" fmla="*/ 1329989 h 3170845"/>
                <a:gd name="connsiteX43" fmla="*/ 647519 w 3313648"/>
                <a:gd name="connsiteY43" fmla="*/ 1943306 h 3170845"/>
                <a:gd name="connsiteX44" fmla="*/ 736729 w 3313648"/>
                <a:gd name="connsiteY44" fmla="*/ 2266691 h 3170845"/>
                <a:gd name="connsiteX45" fmla="*/ 680973 w 3313648"/>
                <a:gd name="connsiteY45" fmla="*/ 2779648 h 3170845"/>
                <a:gd name="connsiteX46" fmla="*/ 257227 w 3313648"/>
                <a:gd name="connsiteY46" fmla="*/ 2801951 h 3170845"/>
                <a:gd name="connsiteX47" fmla="*/ 23051 w 3313648"/>
                <a:gd name="connsiteY47" fmla="*/ 2500867 h 3170845"/>
                <a:gd name="connsiteX0" fmla="*/ 23051 w 3313648"/>
                <a:gd name="connsiteY0" fmla="*/ 2500867 h 3170845"/>
                <a:gd name="connsiteX1" fmla="*/ 56505 w 3313648"/>
                <a:gd name="connsiteY1" fmla="*/ 2177482 h 3170845"/>
                <a:gd name="connsiteX2" fmla="*/ 56504 w 3313648"/>
                <a:gd name="connsiteY2" fmla="*/ 1887550 h 3170845"/>
                <a:gd name="connsiteX3" fmla="*/ 34202 w 3313648"/>
                <a:gd name="connsiteY3" fmla="*/ 1564164 h 3170845"/>
                <a:gd name="connsiteX4" fmla="*/ 749 w 3313648"/>
                <a:gd name="connsiteY4" fmla="*/ 1263082 h 3170845"/>
                <a:gd name="connsiteX5" fmla="*/ 11900 w 3313648"/>
                <a:gd name="connsiteY5" fmla="*/ 917394 h 3170845"/>
                <a:gd name="connsiteX6" fmla="*/ 23052 w 3313648"/>
                <a:gd name="connsiteY6" fmla="*/ 638614 h 3170845"/>
                <a:gd name="connsiteX7" fmla="*/ 78807 w 3313648"/>
                <a:gd name="connsiteY7" fmla="*/ 370984 h 3170845"/>
                <a:gd name="connsiteX8" fmla="*/ 123412 w 3313648"/>
                <a:gd name="connsiteY8" fmla="*/ 136808 h 3170845"/>
                <a:gd name="connsiteX9" fmla="*/ 402193 w 3313648"/>
                <a:gd name="connsiteY9" fmla="*/ 2994 h 3170845"/>
                <a:gd name="connsiteX10" fmla="*/ 781334 w 3313648"/>
                <a:gd name="connsiteY10" fmla="*/ 58750 h 3170845"/>
                <a:gd name="connsiteX11" fmla="*/ 1249685 w 3313648"/>
                <a:gd name="connsiteY11" fmla="*/ 2993 h 3170845"/>
                <a:gd name="connsiteX12" fmla="*/ 1584222 w 3313648"/>
                <a:gd name="connsiteY12" fmla="*/ 14145 h 3170845"/>
                <a:gd name="connsiteX13" fmla="*/ 1952212 w 3313648"/>
                <a:gd name="connsiteY13" fmla="*/ 69901 h 3170845"/>
                <a:gd name="connsiteX14" fmla="*/ 2331354 w 3313648"/>
                <a:gd name="connsiteY14" fmla="*/ 14145 h 3170845"/>
                <a:gd name="connsiteX15" fmla="*/ 2654739 w 3313648"/>
                <a:gd name="connsiteY15" fmla="*/ 92203 h 3170845"/>
                <a:gd name="connsiteX16" fmla="*/ 2911217 w 3313648"/>
                <a:gd name="connsiteY16" fmla="*/ 69901 h 3170845"/>
                <a:gd name="connsiteX17" fmla="*/ 3189998 w 3313648"/>
                <a:gd name="connsiteY17" fmla="*/ 359833 h 3170845"/>
                <a:gd name="connsiteX18" fmla="*/ 3078485 w 3313648"/>
                <a:gd name="connsiteY18" fmla="*/ 694369 h 3170845"/>
                <a:gd name="connsiteX19" fmla="*/ 3312661 w 3313648"/>
                <a:gd name="connsiteY19" fmla="*/ 1062360 h 3170845"/>
                <a:gd name="connsiteX20" fmla="*/ 3167695 w 3313648"/>
                <a:gd name="connsiteY20" fmla="*/ 1329989 h 3170845"/>
                <a:gd name="connsiteX21" fmla="*/ 3301510 w 3313648"/>
                <a:gd name="connsiteY21" fmla="*/ 1642223 h 3170845"/>
                <a:gd name="connsiteX22" fmla="*/ 3056183 w 3313648"/>
                <a:gd name="connsiteY22" fmla="*/ 1909852 h 3170845"/>
                <a:gd name="connsiteX23" fmla="*/ 3111939 w 3313648"/>
                <a:gd name="connsiteY23" fmla="*/ 2233238 h 3170845"/>
                <a:gd name="connsiteX24" fmla="*/ 2933519 w 3313648"/>
                <a:gd name="connsiteY24" fmla="*/ 2545472 h 3170845"/>
                <a:gd name="connsiteX25" fmla="*/ 2465168 w 3313648"/>
                <a:gd name="connsiteY25" fmla="*/ 2545472 h 3170845"/>
                <a:gd name="connsiteX26" fmla="*/ 2253295 w 3313648"/>
                <a:gd name="connsiteY26" fmla="*/ 2779647 h 3170845"/>
                <a:gd name="connsiteX27" fmla="*/ 2197539 w 3313648"/>
                <a:gd name="connsiteY27" fmla="*/ 3036125 h 3170845"/>
                <a:gd name="connsiteX28" fmla="*/ 1907607 w 3313648"/>
                <a:gd name="connsiteY28" fmla="*/ 3169940 h 3170845"/>
                <a:gd name="connsiteX29" fmla="*/ 1718036 w 3313648"/>
                <a:gd name="connsiteY29" fmla="*/ 3069579 h 3170845"/>
                <a:gd name="connsiteX30" fmla="*/ 1628827 w 3313648"/>
                <a:gd name="connsiteY30" fmla="*/ 2645833 h 3170845"/>
                <a:gd name="connsiteX31" fmla="*/ 1996817 w 3313648"/>
                <a:gd name="connsiteY31" fmla="*/ 2288994 h 3170845"/>
                <a:gd name="connsiteX32" fmla="*/ 2431715 w 3313648"/>
                <a:gd name="connsiteY32" fmla="*/ 2188633 h 3170845"/>
                <a:gd name="connsiteX33" fmla="*/ 2554378 w 3313648"/>
                <a:gd name="connsiteY33" fmla="*/ 2021364 h 3170845"/>
                <a:gd name="connsiteX34" fmla="*/ 2565529 w 3313648"/>
                <a:gd name="connsiteY34" fmla="*/ 1430350 h 3170845"/>
                <a:gd name="connsiteX35" fmla="*/ 2520924 w 3313648"/>
                <a:gd name="connsiteY35" fmla="*/ 1185023 h 3170845"/>
                <a:gd name="connsiteX36" fmla="*/ 2543227 w 3313648"/>
                <a:gd name="connsiteY36" fmla="*/ 861638 h 3170845"/>
                <a:gd name="connsiteX37" fmla="*/ 2576680 w 3313648"/>
                <a:gd name="connsiteY37" fmla="*/ 738974 h 3170845"/>
                <a:gd name="connsiteX38" fmla="*/ 2152934 w 3313648"/>
                <a:gd name="connsiteY38" fmla="*/ 839335 h 3170845"/>
                <a:gd name="connsiteX39" fmla="*/ 1495012 w 3313648"/>
                <a:gd name="connsiteY39" fmla="*/ 839335 h 3170845"/>
                <a:gd name="connsiteX40" fmla="*/ 926300 w 3313648"/>
                <a:gd name="connsiteY40" fmla="*/ 750125 h 3170845"/>
                <a:gd name="connsiteX41" fmla="*/ 636368 w 3313648"/>
                <a:gd name="connsiteY41" fmla="*/ 716672 h 3170845"/>
                <a:gd name="connsiteX42" fmla="*/ 714427 w 3313648"/>
                <a:gd name="connsiteY42" fmla="*/ 1329989 h 3170845"/>
                <a:gd name="connsiteX43" fmla="*/ 647519 w 3313648"/>
                <a:gd name="connsiteY43" fmla="*/ 1943306 h 3170845"/>
                <a:gd name="connsiteX44" fmla="*/ 736729 w 3313648"/>
                <a:gd name="connsiteY44" fmla="*/ 2266691 h 3170845"/>
                <a:gd name="connsiteX45" fmla="*/ 680973 w 3313648"/>
                <a:gd name="connsiteY45" fmla="*/ 2779648 h 3170845"/>
                <a:gd name="connsiteX46" fmla="*/ 257227 w 3313648"/>
                <a:gd name="connsiteY46" fmla="*/ 2801951 h 3170845"/>
                <a:gd name="connsiteX47" fmla="*/ 23051 w 3313648"/>
                <a:gd name="connsiteY47" fmla="*/ 2500867 h 3170845"/>
                <a:gd name="connsiteX0" fmla="*/ 23051 w 3312683"/>
                <a:gd name="connsiteY0" fmla="*/ 2500867 h 3170845"/>
                <a:gd name="connsiteX1" fmla="*/ 56505 w 3312683"/>
                <a:gd name="connsiteY1" fmla="*/ 2177482 h 3170845"/>
                <a:gd name="connsiteX2" fmla="*/ 56504 w 3312683"/>
                <a:gd name="connsiteY2" fmla="*/ 1887550 h 3170845"/>
                <a:gd name="connsiteX3" fmla="*/ 34202 w 3312683"/>
                <a:gd name="connsiteY3" fmla="*/ 1564164 h 3170845"/>
                <a:gd name="connsiteX4" fmla="*/ 749 w 3312683"/>
                <a:gd name="connsiteY4" fmla="*/ 1263082 h 3170845"/>
                <a:gd name="connsiteX5" fmla="*/ 11900 w 3312683"/>
                <a:gd name="connsiteY5" fmla="*/ 917394 h 3170845"/>
                <a:gd name="connsiteX6" fmla="*/ 23052 w 3312683"/>
                <a:gd name="connsiteY6" fmla="*/ 638614 h 3170845"/>
                <a:gd name="connsiteX7" fmla="*/ 78807 w 3312683"/>
                <a:gd name="connsiteY7" fmla="*/ 370984 h 3170845"/>
                <a:gd name="connsiteX8" fmla="*/ 123412 w 3312683"/>
                <a:gd name="connsiteY8" fmla="*/ 136808 h 3170845"/>
                <a:gd name="connsiteX9" fmla="*/ 402193 w 3312683"/>
                <a:gd name="connsiteY9" fmla="*/ 2994 h 3170845"/>
                <a:gd name="connsiteX10" fmla="*/ 781334 w 3312683"/>
                <a:gd name="connsiteY10" fmla="*/ 58750 h 3170845"/>
                <a:gd name="connsiteX11" fmla="*/ 1249685 w 3312683"/>
                <a:gd name="connsiteY11" fmla="*/ 2993 h 3170845"/>
                <a:gd name="connsiteX12" fmla="*/ 1584222 w 3312683"/>
                <a:gd name="connsiteY12" fmla="*/ 14145 h 3170845"/>
                <a:gd name="connsiteX13" fmla="*/ 1952212 w 3312683"/>
                <a:gd name="connsiteY13" fmla="*/ 69901 h 3170845"/>
                <a:gd name="connsiteX14" fmla="*/ 2331354 w 3312683"/>
                <a:gd name="connsiteY14" fmla="*/ 14145 h 3170845"/>
                <a:gd name="connsiteX15" fmla="*/ 2654739 w 3312683"/>
                <a:gd name="connsiteY15" fmla="*/ 92203 h 3170845"/>
                <a:gd name="connsiteX16" fmla="*/ 2911217 w 3312683"/>
                <a:gd name="connsiteY16" fmla="*/ 69901 h 3170845"/>
                <a:gd name="connsiteX17" fmla="*/ 3189998 w 3312683"/>
                <a:gd name="connsiteY17" fmla="*/ 359833 h 3170845"/>
                <a:gd name="connsiteX18" fmla="*/ 3178846 w 3312683"/>
                <a:gd name="connsiteY18" fmla="*/ 761277 h 3170845"/>
                <a:gd name="connsiteX19" fmla="*/ 3312661 w 3312683"/>
                <a:gd name="connsiteY19" fmla="*/ 1062360 h 3170845"/>
                <a:gd name="connsiteX20" fmla="*/ 3167695 w 3312683"/>
                <a:gd name="connsiteY20" fmla="*/ 1329989 h 3170845"/>
                <a:gd name="connsiteX21" fmla="*/ 3301510 w 3312683"/>
                <a:gd name="connsiteY21" fmla="*/ 1642223 h 3170845"/>
                <a:gd name="connsiteX22" fmla="*/ 3056183 w 3312683"/>
                <a:gd name="connsiteY22" fmla="*/ 1909852 h 3170845"/>
                <a:gd name="connsiteX23" fmla="*/ 3111939 w 3312683"/>
                <a:gd name="connsiteY23" fmla="*/ 2233238 h 3170845"/>
                <a:gd name="connsiteX24" fmla="*/ 2933519 w 3312683"/>
                <a:gd name="connsiteY24" fmla="*/ 2545472 h 3170845"/>
                <a:gd name="connsiteX25" fmla="*/ 2465168 w 3312683"/>
                <a:gd name="connsiteY25" fmla="*/ 2545472 h 3170845"/>
                <a:gd name="connsiteX26" fmla="*/ 2253295 w 3312683"/>
                <a:gd name="connsiteY26" fmla="*/ 2779647 h 3170845"/>
                <a:gd name="connsiteX27" fmla="*/ 2197539 w 3312683"/>
                <a:gd name="connsiteY27" fmla="*/ 3036125 h 3170845"/>
                <a:gd name="connsiteX28" fmla="*/ 1907607 w 3312683"/>
                <a:gd name="connsiteY28" fmla="*/ 3169940 h 3170845"/>
                <a:gd name="connsiteX29" fmla="*/ 1718036 w 3312683"/>
                <a:gd name="connsiteY29" fmla="*/ 3069579 h 3170845"/>
                <a:gd name="connsiteX30" fmla="*/ 1628827 w 3312683"/>
                <a:gd name="connsiteY30" fmla="*/ 2645833 h 3170845"/>
                <a:gd name="connsiteX31" fmla="*/ 1996817 w 3312683"/>
                <a:gd name="connsiteY31" fmla="*/ 2288994 h 3170845"/>
                <a:gd name="connsiteX32" fmla="*/ 2431715 w 3312683"/>
                <a:gd name="connsiteY32" fmla="*/ 2188633 h 3170845"/>
                <a:gd name="connsiteX33" fmla="*/ 2554378 w 3312683"/>
                <a:gd name="connsiteY33" fmla="*/ 2021364 h 3170845"/>
                <a:gd name="connsiteX34" fmla="*/ 2565529 w 3312683"/>
                <a:gd name="connsiteY34" fmla="*/ 1430350 h 3170845"/>
                <a:gd name="connsiteX35" fmla="*/ 2520924 w 3312683"/>
                <a:gd name="connsiteY35" fmla="*/ 1185023 h 3170845"/>
                <a:gd name="connsiteX36" fmla="*/ 2543227 w 3312683"/>
                <a:gd name="connsiteY36" fmla="*/ 861638 h 3170845"/>
                <a:gd name="connsiteX37" fmla="*/ 2576680 w 3312683"/>
                <a:gd name="connsiteY37" fmla="*/ 738974 h 3170845"/>
                <a:gd name="connsiteX38" fmla="*/ 2152934 w 3312683"/>
                <a:gd name="connsiteY38" fmla="*/ 839335 h 3170845"/>
                <a:gd name="connsiteX39" fmla="*/ 1495012 w 3312683"/>
                <a:gd name="connsiteY39" fmla="*/ 839335 h 3170845"/>
                <a:gd name="connsiteX40" fmla="*/ 926300 w 3312683"/>
                <a:gd name="connsiteY40" fmla="*/ 750125 h 3170845"/>
                <a:gd name="connsiteX41" fmla="*/ 636368 w 3312683"/>
                <a:gd name="connsiteY41" fmla="*/ 716672 h 3170845"/>
                <a:gd name="connsiteX42" fmla="*/ 714427 w 3312683"/>
                <a:gd name="connsiteY42" fmla="*/ 1329989 h 3170845"/>
                <a:gd name="connsiteX43" fmla="*/ 647519 w 3312683"/>
                <a:gd name="connsiteY43" fmla="*/ 1943306 h 3170845"/>
                <a:gd name="connsiteX44" fmla="*/ 736729 w 3312683"/>
                <a:gd name="connsiteY44" fmla="*/ 2266691 h 3170845"/>
                <a:gd name="connsiteX45" fmla="*/ 680973 w 3312683"/>
                <a:gd name="connsiteY45" fmla="*/ 2779648 h 3170845"/>
                <a:gd name="connsiteX46" fmla="*/ 257227 w 3312683"/>
                <a:gd name="connsiteY46" fmla="*/ 2801951 h 3170845"/>
                <a:gd name="connsiteX47" fmla="*/ 23051 w 3312683"/>
                <a:gd name="connsiteY47" fmla="*/ 2500867 h 3170845"/>
                <a:gd name="connsiteX0" fmla="*/ 23051 w 3312683"/>
                <a:gd name="connsiteY0" fmla="*/ 2500867 h 3170845"/>
                <a:gd name="connsiteX1" fmla="*/ 56505 w 3312683"/>
                <a:gd name="connsiteY1" fmla="*/ 2177482 h 3170845"/>
                <a:gd name="connsiteX2" fmla="*/ 56504 w 3312683"/>
                <a:gd name="connsiteY2" fmla="*/ 1887550 h 3170845"/>
                <a:gd name="connsiteX3" fmla="*/ 34202 w 3312683"/>
                <a:gd name="connsiteY3" fmla="*/ 1564164 h 3170845"/>
                <a:gd name="connsiteX4" fmla="*/ 749 w 3312683"/>
                <a:gd name="connsiteY4" fmla="*/ 1263082 h 3170845"/>
                <a:gd name="connsiteX5" fmla="*/ 11900 w 3312683"/>
                <a:gd name="connsiteY5" fmla="*/ 917394 h 3170845"/>
                <a:gd name="connsiteX6" fmla="*/ 23052 w 3312683"/>
                <a:gd name="connsiteY6" fmla="*/ 638614 h 3170845"/>
                <a:gd name="connsiteX7" fmla="*/ 78807 w 3312683"/>
                <a:gd name="connsiteY7" fmla="*/ 370984 h 3170845"/>
                <a:gd name="connsiteX8" fmla="*/ 123412 w 3312683"/>
                <a:gd name="connsiteY8" fmla="*/ 136808 h 3170845"/>
                <a:gd name="connsiteX9" fmla="*/ 402193 w 3312683"/>
                <a:gd name="connsiteY9" fmla="*/ 2994 h 3170845"/>
                <a:gd name="connsiteX10" fmla="*/ 781334 w 3312683"/>
                <a:gd name="connsiteY10" fmla="*/ 58750 h 3170845"/>
                <a:gd name="connsiteX11" fmla="*/ 1249685 w 3312683"/>
                <a:gd name="connsiteY11" fmla="*/ 2993 h 3170845"/>
                <a:gd name="connsiteX12" fmla="*/ 1584222 w 3312683"/>
                <a:gd name="connsiteY12" fmla="*/ 14145 h 3170845"/>
                <a:gd name="connsiteX13" fmla="*/ 1952212 w 3312683"/>
                <a:gd name="connsiteY13" fmla="*/ 69901 h 3170845"/>
                <a:gd name="connsiteX14" fmla="*/ 2331354 w 3312683"/>
                <a:gd name="connsiteY14" fmla="*/ 14145 h 3170845"/>
                <a:gd name="connsiteX15" fmla="*/ 2654739 w 3312683"/>
                <a:gd name="connsiteY15" fmla="*/ 92203 h 3170845"/>
                <a:gd name="connsiteX16" fmla="*/ 3123090 w 3312683"/>
                <a:gd name="connsiteY16" fmla="*/ 58750 h 3170845"/>
                <a:gd name="connsiteX17" fmla="*/ 3189998 w 3312683"/>
                <a:gd name="connsiteY17" fmla="*/ 359833 h 3170845"/>
                <a:gd name="connsiteX18" fmla="*/ 3178846 w 3312683"/>
                <a:gd name="connsiteY18" fmla="*/ 761277 h 3170845"/>
                <a:gd name="connsiteX19" fmla="*/ 3312661 w 3312683"/>
                <a:gd name="connsiteY19" fmla="*/ 1062360 h 3170845"/>
                <a:gd name="connsiteX20" fmla="*/ 3167695 w 3312683"/>
                <a:gd name="connsiteY20" fmla="*/ 1329989 h 3170845"/>
                <a:gd name="connsiteX21" fmla="*/ 3301510 w 3312683"/>
                <a:gd name="connsiteY21" fmla="*/ 1642223 h 3170845"/>
                <a:gd name="connsiteX22" fmla="*/ 3056183 w 3312683"/>
                <a:gd name="connsiteY22" fmla="*/ 1909852 h 3170845"/>
                <a:gd name="connsiteX23" fmla="*/ 3111939 w 3312683"/>
                <a:gd name="connsiteY23" fmla="*/ 2233238 h 3170845"/>
                <a:gd name="connsiteX24" fmla="*/ 2933519 w 3312683"/>
                <a:gd name="connsiteY24" fmla="*/ 2545472 h 3170845"/>
                <a:gd name="connsiteX25" fmla="*/ 2465168 w 3312683"/>
                <a:gd name="connsiteY25" fmla="*/ 2545472 h 3170845"/>
                <a:gd name="connsiteX26" fmla="*/ 2253295 w 3312683"/>
                <a:gd name="connsiteY26" fmla="*/ 2779647 h 3170845"/>
                <a:gd name="connsiteX27" fmla="*/ 2197539 w 3312683"/>
                <a:gd name="connsiteY27" fmla="*/ 3036125 h 3170845"/>
                <a:gd name="connsiteX28" fmla="*/ 1907607 w 3312683"/>
                <a:gd name="connsiteY28" fmla="*/ 3169940 h 3170845"/>
                <a:gd name="connsiteX29" fmla="*/ 1718036 w 3312683"/>
                <a:gd name="connsiteY29" fmla="*/ 3069579 h 3170845"/>
                <a:gd name="connsiteX30" fmla="*/ 1628827 w 3312683"/>
                <a:gd name="connsiteY30" fmla="*/ 2645833 h 3170845"/>
                <a:gd name="connsiteX31" fmla="*/ 1996817 w 3312683"/>
                <a:gd name="connsiteY31" fmla="*/ 2288994 h 3170845"/>
                <a:gd name="connsiteX32" fmla="*/ 2431715 w 3312683"/>
                <a:gd name="connsiteY32" fmla="*/ 2188633 h 3170845"/>
                <a:gd name="connsiteX33" fmla="*/ 2554378 w 3312683"/>
                <a:gd name="connsiteY33" fmla="*/ 2021364 h 3170845"/>
                <a:gd name="connsiteX34" fmla="*/ 2565529 w 3312683"/>
                <a:gd name="connsiteY34" fmla="*/ 1430350 h 3170845"/>
                <a:gd name="connsiteX35" fmla="*/ 2520924 w 3312683"/>
                <a:gd name="connsiteY35" fmla="*/ 1185023 h 3170845"/>
                <a:gd name="connsiteX36" fmla="*/ 2543227 w 3312683"/>
                <a:gd name="connsiteY36" fmla="*/ 861638 h 3170845"/>
                <a:gd name="connsiteX37" fmla="*/ 2576680 w 3312683"/>
                <a:gd name="connsiteY37" fmla="*/ 738974 h 3170845"/>
                <a:gd name="connsiteX38" fmla="*/ 2152934 w 3312683"/>
                <a:gd name="connsiteY38" fmla="*/ 839335 h 3170845"/>
                <a:gd name="connsiteX39" fmla="*/ 1495012 w 3312683"/>
                <a:gd name="connsiteY39" fmla="*/ 839335 h 3170845"/>
                <a:gd name="connsiteX40" fmla="*/ 926300 w 3312683"/>
                <a:gd name="connsiteY40" fmla="*/ 750125 h 3170845"/>
                <a:gd name="connsiteX41" fmla="*/ 636368 w 3312683"/>
                <a:gd name="connsiteY41" fmla="*/ 716672 h 3170845"/>
                <a:gd name="connsiteX42" fmla="*/ 714427 w 3312683"/>
                <a:gd name="connsiteY42" fmla="*/ 1329989 h 3170845"/>
                <a:gd name="connsiteX43" fmla="*/ 647519 w 3312683"/>
                <a:gd name="connsiteY43" fmla="*/ 1943306 h 3170845"/>
                <a:gd name="connsiteX44" fmla="*/ 736729 w 3312683"/>
                <a:gd name="connsiteY44" fmla="*/ 2266691 h 3170845"/>
                <a:gd name="connsiteX45" fmla="*/ 680973 w 3312683"/>
                <a:gd name="connsiteY45" fmla="*/ 2779648 h 3170845"/>
                <a:gd name="connsiteX46" fmla="*/ 257227 w 3312683"/>
                <a:gd name="connsiteY46" fmla="*/ 2801951 h 3170845"/>
                <a:gd name="connsiteX47" fmla="*/ 23051 w 3312683"/>
                <a:gd name="connsiteY47" fmla="*/ 2500867 h 3170845"/>
                <a:gd name="connsiteX0" fmla="*/ 23051 w 3312683"/>
                <a:gd name="connsiteY0" fmla="*/ 2500867 h 3170845"/>
                <a:gd name="connsiteX1" fmla="*/ 56505 w 3312683"/>
                <a:gd name="connsiteY1" fmla="*/ 2177482 h 3170845"/>
                <a:gd name="connsiteX2" fmla="*/ 56504 w 3312683"/>
                <a:gd name="connsiteY2" fmla="*/ 1887550 h 3170845"/>
                <a:gd name="connsiteX3" fmla="*/ 34202 w 3312683"/>
                <a:gd name="connsiteY3" fmla="*/ 1564164 h 3170845"/>
                <a:gd name="connsiteX4" fmla="*/ 749 w 3312683"/>
                <a:gd name="connsiteY4" fmla="*/ 1263082 h 3170845"/>
                <a:gd name="connsiteX5" fmla="*/ 11900 w 3312683"/>
                <a:gd name="connsiteY5" fmla="*/ 917394 h 3170845"/>
                <a:gd name="connsiteX6" fmla="*/ 23052 w 3312683"/>
                <a:gd name="connsiteY6" fmla="*/ 638614 h 3170845"/>
                <a:gd name="connsiteX7" fmla="*/ 78807 w 3312683"/>
                <a:gd name="connsiteY7" fmla="*/ 370984 h 3170845"/>
                <a:gd name="connsiteX8" fmla="*/ 123412 w 3312683"/>
                <a:gd name="connsiteY8" fmla="*/ 136808 h 3170845"/>
                <a:gd name="connsiteX9" fmla="*/ 402193 w 3312683"/>
                <a:gd name="connsiteY9" fmla="*/ 2994 h 3170845"/>
                <a:gd name="connsiteX10" fmla="*/ 781334 w 3312683"/>
                <a:gd name="connsiteY10" fmla="*/ 58750 h 3170845"/>
                <a:gd name="connsiteX11" fmla="*/ 1249685 w 3312683"/>
                <a:gd name="connsiteY11" fmla="*/ 2993 h 3170845"/>
                <a:gd name="connsiteX12" fmla="*/ 1584222 w 3312683"/>
                <a:gd name="connsiteY12" fmla="*/ 14145 h 3170845"/>
                <a:gd name="connsiteX13" fmla="*/ 1952212 w 3312683"/>
                <a:gd name="connsiteY13" fmla="*/ 69901 h 3170845"/>
                <a:gd name="connsiteX14" fmla="*/ 2331354 w 3312683"/>
                <a:gd name="connsiteY14" fmla="*/ 14145 h 3170845"/>
                <a:gd name="connsiteX15" fmla="*/ 2677042 w 3312683"/>
                <a:gd name="connsiteY15" fmla="*/ 58749 h 3170845"/>
                <a:gd name="connsiteX16" fmla="*/ 3123090 w 3312683"/>
                <a:gd name="connsiteY16" fmla="*/ 58750 h 3170845"/>
                <a:gd name="connsiteX17" fmla="*/ 3189998 w 3312683"/>
                <a:gd name="connsiteY17" fmla="*/ 359833 h 3170845"/>
                <a:gd name="connsiteX18" fmla="*/ 3178846 w 3312683"/>
                <a:gd name="connsiteY18" fmla="*/ 761277 h 3170845"/>
                <a:gd name="connsiteX19" fmla="*/ 3312661 w 3312683"/>
                <a:gd name="connsiteY19" fmla="*/ 1062360 h 3170845"/>
                <a:gd name="connsiteX20" fmla="*/ 3167695 w 3312683"/>
                <a:gd name="connsiteY20" fmla="*/ 1329989 h 3170845"/>
                <a:gd name="connsiteX21" fmla="*/ 3301510 w 3312683"/>
                <a:gd name="connsiteY21" fmla="*/ 1642223 h 3170845"/>
                <a:gd name="connsiteX22" fmla="*/ 3056183 w 3312683"/>
                <a:gd name="connsiteY22" fmla="*/ 1909852 h 3170845"/>
                <a:gd name="connsiteX23" fmla="*/ 3111939 w 3312683"/>
                <a:gd name="connsiteY23" fmla="*/ 2233238 h 3170845"/>
                <a:gd name="connsiteX24" fmla="*/ 2933519 w 3312683"/>
                <a:gd name="connsiteY24" fmla="*/ 2545472 h 3170845"/>
                <a:gd name="connsiteX25" fmla="*/ 2465168 w 3312683"/>
                <a:gd name="connsiteY25" fmla="*/ 2545472 h 3170845"/>
                <a:gd name="connsiteX26" fmla="*/ 2253295 w 3312683"/>
                <a:gd name="connsiteY26" fmla="*/ 2779647 h 3170845"/>
                <a:gd name="connsiteX27" fmla="*/ 2197539 w 3312683"/>
                <a:gd name="connsiteY27" fmla="*/ 3036125 h 3170845"/>
                <a:gd name="connsiteX28" fmla="*/ 1907607 w 3312683"/>
                <a:gd name="connsiteY28" fmla="*/ 3169940 h 3170845"/>
                <a:gd name="connsiteX29" fmla="*/ 1718036 w 3312683"/>
                <a:gd name="connsiteY29" fmla="*/ 3069579 h 3170845"/>
                <a:gd name="connsiteX30" fmla="*/ 1628827 w 3312683"/>
                <a:gd name="connsiteY30" fmla="*/ 2645833 h 3170845"/>
                <a:gd name="connsiteX31" fmla="*/ 1996817 w 3312683"/>
                <a:gd name="connsiteY31" fmla="*/ 2288994 h 3170845"/>
                <a:gd name="connsiteX32" fmla="*/ 2431715 w 3312683"/>
                <a:gd name="connsiteY32" fmla="*/ 2188633 h 3170845"/>
                <a:gd name="connsiteX33" fmla="*/ 2554378 w 3312683"/>
                <a:gd name="connsiteY33" fmla="*/ 2021364 h 3170845"/>
                <a:gd name="connsiteX34" fmla="*/ 2565529 w 3312683"/>
                <a:gd name="connsiteY34" fmla="*/ 1430350 h 3170845"/>
                <a:gd name="connsiteX35" fmla="*/ 2520924 w 3312683"/>
                <a:gd name="connsiteY35" fmla="*/ 1185023 h 3170845"/>
                <a:gd name="connsiteX36" fmla="*/ 2543227 w 3312683"/>
                <a:gd name="connsiteY36" fmla="*/ 861638 h 3170845"/>
                <a:gd name="connsiteX37" fmla="*/ 2576680 w 3312683"/>
                <a:gd name="connsiteY37" fmla="*/ 738974 h 3170845"/>
                <a:gd name="connsiteX38" fmla="*/ 2152934 w 3312683"/>
                <a:gd name="connsiteY38" fmla="*/ 839335 h 3170845"/>
                <a:gd name="connsiteX39" fmla="*/ 1495012 w 3312683"/>
                <a:gd name="connsiteY39" fmla="*/ 839335 h 3170845"/>
                <a:gd name="connsiteX40" fmla="*/ 926300 w 3312683"/>
                <a:gd name="connsiteY40" fmla="*/ 750125 h 3170845"/>
                <a:gd name="connsiteX41" fmla="*/ 636368 w 3312683"/>
                <a:gd name="connsiteY41" fmla="*/ 716672 h 3170845"/>
                <a:gd name="connsiteX42" fmla="*/ 714427 w 3312683"/>
                <a:gd name="connsiteY42" fmla="*/ 1329989 h 3170845"/>
                <a:gd name="connsiteX43" fmla="*/ 647519 w 3312683"/>
                <a:gd name="connsiteY43" fmla="*/ 1943306 h 3170845"/>
                <a:gd name="connsiteX44" fmla="*/ 736729 w 3312683"/>
                <a:gd name="connsiteY44" fmla="*/ 2266691 h 3170845"/>
                <a:gd name="connsiteX45" fmla="*/ 680973 w 3312683"/>
                <a:gd name="connsiteY45" fmla="*/ 2779648 h 3170845"/>
                <a:gd name="connsiteX46" fmla="*/ 257227 w 3312683"/>
                <a:gd name="connsiteY46" fmla="*/ 2801951 h 3170845"/>
                <a:gd name="connsiteX47" fmla="*/ 23051 w 3312683"/>
                <a:gd name="connsiteY47" fmla="*/ 2500867 h 3170845"/>
                <a:gd name="connsiteX0" fmla="*/ 23051 w 3312683"/>
                <a:gd name="connsiteY0" fmla="*/ 2500867 h 3170845"/>
                <a:gd name="connsiteX1" fmla="*/ 56505 w 3312683"/>
                <a:gd name="connsiteY1" fmla="*/ 2177482 h 3170845"/>
                <a:gd name="connsiteX2" fmla="*/ 56504 w 3312683"/>
                <a:gd name="connsiteY2" fmla="*/ 1887550 h 3170845"/>
                <a:gd name="connsiteX3" fmla="*/ 34202 w 3312683"/>
                <a:gd name="connsiteY3" fmla="*/ 1564164 h 3170845"/>
                <a:gd name="connsiteX4" fmla="*/ 749 w 3312683"/>
                <a:gd name="connsiteY4" fmla="*/ 1263082 h 3170845"/>
                <a:gd name="connsiteX5" fmla="*/ 11900 w 3312683"/>
                <a:gd name="connsiteY5" fmla="*/ 917394 h 3170845"/>
                <a:gd name="connsiteX6" fmla="*/ 23052 w 3312683"/>
                <a:gd name="connsiteY6" fmla="*/ 638614 h 3170845"/>
                <a:gd name="connsiteX7" fmla="*/ 78807 w 3312683"/>
                <a:gd name="connsiteY7" fmla="*/ 370984 h 3170845"/>
                <a:gd name="connsiteX8" fmla="*/ 123412 w 3312683"/>
                <a:gd name="connsiteY8" fmla="*/ 136808 h 3170845"/>
                <a:gd name="connsiteX9" fmla="*/ 402193 w 3312683"/>
                <a:gd name="connsiteY9" fmla="*/ 2994 h 3170845"/>
                <a:gd name="connsiteX10" fmla="*/ 781334 w 3312683"/>
                <a:gd name="connsiteY10" fmla="*/ 58750 h 3170845"/>
                <a:gd name="connsiteX11" fmla="*/ 1249685 w 3312683"/>
                <a:gd name="connsiteY11" fmla="*/ 2993 h 3170845"/>
                <a:gd name="connsiteX12" fmla="*/ 1584222 w 3312683"/>
                <a:gd name="connsiteY12" fmla="*/ 14145 h 3170845"/>
                <a:gd name="connsiteX13" fmla="*/ 1952212 w 3312683"/>
                <a:gd name="connsiteY13" fmla="*/ 69901 h 3170845"/>
                <a:gd name="connsiteX14" fmla="*/ 2331354 w 3312683"/>
                <a:gd name="connsiteY14" fmla="*/ 14145 h 3170845"/>
                <a:gd name="connsiteX15" fmla="*/ 2677042 w 3312683"/>
                <a:gd name="connsiteY15" fmla="*/ 58749 h 3170845"/>
                <a:gd name="connsiteX16" fmla="*/ 3123090 w 3312683"/>
                <a:gd name="connsiteY16" fmla="*/ 58750 h 3170845"/>
                <a:gd name="connsiteX17" fmla="*/ 3189998 w 3312683"/>
                <a:gd name="connsiteY17" fmla="*/ 359833 h 3170845"/>
                <a:gd name="connsiteX18" fmla="*/ 3178846 w 3312683"/>
                <a:gd name="connsiteY18" fmla="*/ 761277 h 3170845"/>
                <a:gd name="connsiteX19" fmla="*/ 3312661 w 3312683"/>
                <a:gd name="connsiteY19" fmla="*/ 1062360 h 3170845"/>
                <a:gd name="connsiteX20" fmla="*/ 3167695 w 3312683"/>
                <a:gd name="connsiteY20" fmla="*/ 1329989 h 3170845"/>
                <a:gd name="connsiteX21" fmla="*/ 3301510 w 3312683"/>
                <a:gd name="connsiteY21" fmla="*/ 1642223 h 3170845"/>
                <a:gd name="connsiteX22" fmla="*/ 3056183 w 3312683"/>
                <a:gd name="connsiteY22" fmla="*/ 1909852 h 3170845"/>
                <a:gd name="connsiteX23" fmla="*/ 3111939 w 3312683"/>
                <a:gd name="connsiteY23" fmla="*/ 2233238 h 3170845"/>
                <a:gd name="connsiteX24" fmla="*/ 2933519 w 3312683"/>
                <a:gd name="connsiteY24" fmla="*/ 2545472 h 3170845"/>
                <a:gd name="connsiteX25" fmla="*/ 2465168 w 3312683"/>
                <a:gd name="connsiteY25" fmla="*/ 2545472 h 3170845"/>
                <a:gd name="connsiteX26" fmla="*/ 2253295 w 3312683"/>
                <a:gd name="connsiteY26" fmla="*/ 2779647 h 3170845"/>
                <a:gd name="connsiteX27" fmla="*/ 2197539 w 3312683"/>
                <a:gd name="connsiteY27" fmla="*/ 3036125 h 3170845"/>
                <a:gd name="connsiteX28" fmla="*/ 1907607 w 3312683"/>
                <a:gd name="connsiteY28" fmla="*/ 3169940 h 3170845"/>
                <a:gd name="connsiteX29" fmla="*/ 1718036 w 3312683"/>
                <a:gd name="connsiteY29" fmla="*/ 3069579 h 3170845"/>
                <a:gd name="connsiteX30" fmla="*/ 1628827 w 3312683"/>
                <a:gd name="connsiteY30" fmla="*/ 2645833 h 3170845"/>
                <a:gd name="connsiteX31" fmla="*/ 1996817 w 3312683"/>
                <a:gd name="connsiteY31" fmla="*/ 2288994 h 3170845"/>
                <a:gd name="connsiteX32" fmla="*/ 2431715 w 3312683"/>
                <a:gd name="connsiteY32" fmla="*/ 2188633 h 3170845"/>
                <a:gd name="connsiteX33" fmla="*/ 2554378 w 3312683"/>
                <a:gd name="connsiteY33" fmla="*/ 2021364 h 3170845"/>
                <a:gd name="connsiteX34" fmla="*/ 2565529 w 3312683"/>
                <a:gd name="connsiteY34" fmla="*/ 1430350 h 3170845"/>
                <a:gd name="connsiteX35" fmla="*/ 2520924 w 3312683"/>
                <a:gd name="connsiteY35" fmla="*/ 1185023 h 3170845"/>
                <a:gd name="connsiteX36" fmla="*/ 2543227 w 3312683"/>
                <a:gd name="connsiteY36" fmla="*/ 861638 h 3170845"/>
                <a:gd name="connsiteX37" fmla="*/ 2576680 w 3312683"/>
                <a:gd name="connsiteY37" fmla="*/ 738974 h 3170845"/>
                <a:gd name="connsiteX38" fmla="*/ 2152934 w 3312683"/>
                <a:gd name="connsiteY38" fmla="*/ 839335 h 3170845"/>
                <a:gd name="connsiteX39" fmla="*/ 1495012 w 3312683"/>
                <a:gd name="connsiteY39" fmla="*/ 839335 h 3170845"/>
                <a:gd name="connsiteX40" fmla="*/ 926300 w 3312683"/>
                <a:gd name="connsiteY40" fmla="*/ 750125 h 3170845"/>
                <a:gd name="connsiteX41" fmla="*/ 636368 w 3312683"/>
                <a:gd name="connsiteY41" fmla="*/ 716672 h 3170845"/>
                <a:gd name="connsiteX42" fmla="*/ 714427 w 3312683"/>
                <a:gd name="connsiteY42" fmla="*/ 1329989 h 3170845"/>
                <a:gd name="connsiteX43" fmla="*/ 647519 w 3312683"/>
                <a:gd name="connsiteY43" fmla="*/ 1943306 h 3170845"/>
                <a:gd name="connsiteX44" fmla="*/ 736729 w 3312683"/>
                <a:gd name="connsiteY44" fmla="*/ 2266691 h 3170845"/>
                <a:gd name="connsiteX45" fmla="*/ 680973 w 3312683"/>
                <a:gd name="connsiteY45" fmla="*/ 2779648 h 3170845"/>
                <a:gd name="connsiteX46" fmla="*/ 257227 w 3312683"/>
                <a:gd name="connsiteY46" fmla="*/ 2801951 h 3170845"/>
                <a:gd name="connsiteX47" fmla="*/ 23051 w 3312683"/>
                <a:gd name="connsiteY47" fmla="*/ 2500867 h 3170845"/>
                <a:gd name="connsiteX0" fmla="*/ 23051 w 3312683"/>
                <a:gd name="connsiteY0" fmla="*/ 2500867 h 3170845"/>
                <a:gd name="connsiteX1" fmla="*/ 56505 w 3312683"/>
                <a:gd name="connsiteY1" fmla="*/ 2177482 h 3170845"/>
                <a:gd name="connsiteX2" fmla="*/ 56504 w 3312683"/>
                <a:gd name="connsiteY2" fmla="*/ 1887550 h 3170845"/>
                <a:gd name="connsiteX3" fmla="*/ 34202 w 3312683"/>
                <a:gd name="connsiteY3" fmla="*/ 1564164 h 3170845"/>
                <a:gd name="connsiteX4" fmla="*/ 749 w 3312683"/>
                <a:gd name="connsiteY4" fmla="*/ 1263082 h 3170845"/>
                <a:gd name="connsiteX5" fmla="*/ 11900 w 3312683"/>
                <a:gd name="connsiteY5" fmla="*/ 917394 h 3170845"/>
                <a:gd name="connsiteX6" fmla="*/ 23052 w 3312683"/>
                <a:gd name="connsiteY6" fmla="*/ 638614 h 3170845"/>
                <a:gd name="connsiteX7" fmla="*/ 78807 w 3312683"/>
                <a:gd name="connsiteY7" fmla="*/ 370984 h 3170845"/>
                <a:gd name="connsiteX8" fmla="*/ 123412 w 3312683"/>
                <a:gd name="connsiteY8" fmla="*/ 136808 h 3170845"/>
                <a:gd name="connsiteX9" fmla="*/ 402193 w 3312683"/>
                <a:gd name="connsiteY9" fmla="*/ 2994 h 3170845"/>
                <a:gd name="connsiteX10" fmla="*/ 781334 w 3312683"/>
                <a:gd name="connsiteY10" fmla="*/ 58750 h 3170845"/>
                <a:gd name="connsiteX11" fmla="*/ 1249685 w 3312683"/>
                <a:gd name="connsiteY11" fmla="*/ 2993 h 3170845"/>
                <a:gd name="connsiteX12" fmla="*/ 1584222 w 3312683"/>
                <a:gd name="connsiteY12" fmla="*/ 14145 h 3170845"/>
                <a:gd name="connsiteX13" fmla="*/ 1952212 w 3312683"/>
                <a:gd name="connsiteY13" fmla="*/ 69901 h 3170845"/>
                <a:gd name="connsiteX14" fmla="*/ 2331354 w 3312683"/>
                <a:gd name="connsiteY14" fmla="*/ 14145 h 3170845"/>
                <a:gd name="connsiteX15" fmla="*/ 2677042 w 3312683"/>
                <a:gd name="connsiteY15" fmla="*/ 58749 h 3170845"/>
                <a:gd name="connsiteX16" fmla="*/ 3123090 w 3312683"/>
                <a:gd name="connsiteY16" fmla="*/ 58750 h 3170845"/>
                <a:gd name="connsiteX17" fmla="*/ 3189998 w 3312683"/>
                <a:gd name="connsiteY17" fmla="*/ 359833 h 3170845"/>
                <a:gd name="connsiteX18" fmla="*/ 3178846 w 3312683"/>
                <a:gd name="connsiteY18" fmla="*/ 761277 h 3170845"/>
                <a:gd name="connsiteX19" fmla="*/ 3312661 w 3312683"/>
                <a:gd name="connsiteY19" fmla="*/ 1062360 h 3170845"/>
                <a:gd name="connsiteX20" fmla="*/ 3167695 w 3312683"/>
                <a:gd name="connsiteY20" fmla="*/ 1329989 h 3170845"/>
                <a:gd name="connsiteX21" fmla="*/ 3301510 w 3312683"/>
                <a:gd name="connsiteY21" fmla="*/ 1642223 h 3170845"/>
                <a:gd name="connsiteX22" fmla="*/ 3056183 w 3312683"/>
                <a:gd name="connsiteY22" fmla="*/ 1909852 h 3170845"/>
                <a:gd name="connsiteX23" fmla="*/ 3111939 w 3312683"/>
                <a:gd name="connsiteY23" fmla="*/ 2233238 h 3170845"/>
                <a:gd name="connsiteX24" fmla="*/ 2933519 w 3312683"/>
                <a:gd name="connsiteY24" fmla="*/ 2545472 h 3170845"/>
                <a:gd name="connsiteX25" fmla="*/ 2465168 w 3312683"/>
                <a:gd name="connsiteY25" fmla="*/ 2545472 h 3170845"/>
                <a:gd name="connsiteX26" fmla="*/ 2253295 w 3312683"/>
                <a:gd name="connsiteY26" fmla="*/ 2779647 h 3170845"/>
                <a:gd name="connsiteX27" fmla="*/ 2197539 w 3312683"/>
                <a:gd name="connsiteY27" fmla="*/ 3036125 h 3170845"/>
                <a:gd name="connsiteX28" fmla="*/ 1907607 w 3312683"/>
                <a:gd name="connsiteY28" fmla="*/ 3169940 h 3170845"/>
                <a:gd name="connsiteX29" fmla="*/ 1718036 w 3312683"/>
                <a:gd name="connsiteY29" fmla="*/ 3069579 h 3170845"/>
                <a:gd name="connsiteX30" fmla="*/ 1628827 w 3312683"/>
                <a:gd name="connsiteY30" fmla="*/ 2645833 h 3170845"/>
                <a:gd name="connsiteX31" fmla="*/ 1996817 w 3312683"/>
                <a:gd name="connsiteY31" fmla="*/ 2288994 h 3170845"/>
                <a:gd name="connsiteX32" fmla="*/ 2431715 w 3312683"/>
                <a:gd name="connsiteY32" fmla="*/ 2188633 h 3170845"/>
                <a:gd name="connsiteX33" fmla="*/ 2554378 w 3312683"/>
                <a:gd name="connsiteY33" fmla="*/ 2021364 h 3170845"/>
                <a:gd name="connsiteX34" fmla="*/ 2565529 w 3312683"/>
                <a:gd name="connsiteY34" fmla="*/ 1430350 h 3170845"/>
                <a:gd name="connsiteX35" fmla="*/ 2520924 w 3312683"/>
                <a:gd name="connsiteY35" fmla="*/ 1185023 h 3170845"/>
                <a:gd name="connsiteX36" fmla="*/ 2543227 w 3312683"/>
                <a:gd name="connsiteY36" fmla="*/ 861638 h 3170845"/>
                <a:gd name="connsiteX37" fmla="*/ 2576680 w 3312683"/>
                <a:gd name="connsiteY37" fmla="*/ 738974 h 3170845"/>
                <a:gd name="connsiteX38" fmla="*/ 2152934 w 3312683"/>
                <a:gd name="connsiteY38" fmla="*/ 839335 h 3170845"/>
                <a:gd name="connsiteX39" fmla="*/ 1495012 w 3312683"/>
                <a:gd name="connsiteY39" fmla="*/ 839335 h 3170845"/>
                <a:gd name="connsiteX40" fmla="*/ 926300 w 3312683"/>
                <a:gd name="connsiteY40" fmla="*/ 750125 h 3170845"/>
                <a:gd name="connsiteX41" fmla="*/ 636368 w 3312683"/>
                <a:gd name="connsiteY41" fmla="*/ 716672 h 3170845"/>
                <a:gd name="connsiteX42" fmla="*/ 714427 w 3312683"/>
                <a:gd name="connsiteY42" fmla="*/ 1329989 h 3170845"/>
                <a:gd name="connsiteX43" fmla="*/ 647519 w 3312683"/>
                <a:gd name="connsiteY43" fmla="*/ 1943306 h 3170845"/>
                <a:gd name="connsiteX44" fmla="*/ 736729 w 3312683"/>
                <a:gd name="connsiteY44" fmla="*/ 2266691 h 3170845"/>
                <a:gd name="connsiteX45" fmla="*/ 680973 w 3312683"/>
                <a:gd name="connsiteY45" fmla="*/ 2779648 h 3170845"/>
                <a:gd name="connsiteX46" fmla="*/ 257227 w 3312683"/>
                <a:gd name="connsiteY46" fmla="*/ 2801951 h 3170845"/>
                <a:gd name="connsiteX47" fmla="*/ 23051 w 3312683"/>
                <a:gd name="connsiteY47" fmla="*/ 2500867 h 3170845"/>
                <a:gd name="connsiteX0" fmla="*/ 23051 w 3303116"/>
                <a:gd name="connsiteY0" fmla="*/ 2500867 h 3170845"/>
                <a:gd name="connsiteX1" fmla="*/ 56505 w 3303116"/>
                <a:gd name="connsiteY1" fmla="*/ 2177482 h 3170845"/>
                <a:gd name="connsiteX2" fmla="*/ 56504 w 3303116"/>
                <a:gd name="connsiteY2" fmla="*/ 1887550 h 3170845"/>
                <a:gd name="connsiteX3" fmla="*/ 34202 w 3303116"/>
                <a:gd name="connsiteY3" fmla="*/ 1564164 h 3170845"/>
                <a:gd name="connsiteX4" fmla="*/ 749 w 3303116"/>
                <a:gd name="connsiteY4" fmla="*/ 1263082 h 3170845"/>
                <a:gd name="connsiteX5" fmla="*/ 11900 w 3303116"/>
                <a:gd name="connsiteY5" fmla="*/ 917394 h 3170845"/>
                <a:gd name="connsiteX6" fmla="*/ 23052 w 3303116"/>
                <a:gd name="connsiteY6" fmla="*/ 638614 h 3170845"/>
                <a:gd name="connsiteX7" fmla="*/ 78807 w 3303116"/>
                <a:gd name="connsiteY7" fmla="*/ 370984 h 3170845"/>
                <a:gd name="connsiteX8" fmla="*/ 123412 w 3303116"/>
                <a:gd name="connsiteY8" fmla="*/ 136808 h 3170845"/>
                <a:gd name="connsiteX9" fmla="*/ 402193 w 3303116"/>
                <a:gd name="connsiteY9" fmla="*/ 2994 h 3170845"/>
                <a:gd name="connsiteX10" fmla="*/ 781334 w 3303116"/>
                <a:gd name="connsiteY10" fmla="*/ 58750 h 3170845"/>
                <a:gd name="connsiteX11" fmla="*/ 1249685 w 3303116"/>
                <a:gd name="connsiteY11" fmla="*/ 2993 h 3170845"/>
                <a:gd name="connsiteX12" fmla="*/ 1584222 w 3303116"/>
                <a:gd name="connsiteY12" fmla="*/ 14145 h 3170845"/>
                <a:gd name="connsiteX13" fmla="*/ 1952212 w 3303116"/>
                <a:gd name="connsiteY13" fmla="*/ 69901 h 3170845"/>
                <a:gd name="connsiteX14" fmla="*/ 2331354 w 3303116"/>
                <a:gd name="connsiteY14" fmla="*/ 14145 h 3170845"/>
                <a:gd name="connsiteX15" fmla="*/ 2677042 w 3303116"/>
                <a:gd name="connsiteY15" fmla="*/ 58749 h 3170845"/>
                <a:gd name="connsiteX16" fmla="*/ 3123090 w 3303116"/>
                <a:gd name="connsiteY16" fmla="*/ 58750 h 3170845"/>
                <a:gd name="connsiteX17" fmla="*/ 3189998 w 3303116"/>
                <a:gd name="connsiteY17" fmla="*/ 359833 h 3170845"/>
                <a:gd name="connsiteX18" fmla="*/ 3178846 w 3303116"/>
                <a:gd name="connsiteY18" fmla="*/ 761277 h 3170845"/>
                <a:gd name="connsiteX19" fmla="*/ 3279207 w 3303116"/>
                <a:gd name="connsiteY19" fmla="*/ 1062360 h 3170845"/>
                <a:gd name="connsiteX20" fmla="*/ 3167695 w 3303116"/>
                <a:gd name="connsiteY20" fmla="*/ 1329989 h 3170845"/>
                <a:gd name="connsiteX21" fmla="*/ 3301510 w 3303116"/>
                <a:gd name="connsiteY21" fmla="*/ 1642223 h 3170845"/>
                <a:gd name="connsiteX22" fmla="*/ 3056183 w 3303116"/>
                <a:gd name="connsiteY22" fmla="*/ 1909852 h 3170845"/>
                <a:gd name="connsiteX23" fmla="*/ 3111939 w 3303116"/>
                <a:gd name="connsiteY23" fmla="*/ 2233238 h 3170845"/>
                <a:gd name="connsiteX24" fmla="*/ 2933519 w 3303116"/>
                <a:gd name="connsiteY24" fmla="*/ 2545472 h 3170845"/>
                <a:gd name="connsiteX25" fmla="*/ 2465168 w 3303116"/>
                <a:gd name="connsiteY25" fmla="*/ 2545472 h 3170845"/>
                <a:gd name="connsiteX26" fmla="*/ 2253295 w 3303116"/>
                <a:gd name="connsiteY26" fmla="*/ 2779647 h 3170845"/>
                <a:gd name="connsiteX27" fmla="*/ 2197539 w 3303116"/>
                <a:gd name="connsiteY27" fmla="*/ 3036125 h 3170845"/>
                <a:gd name="connsiteX28" fmla="*/ 1907607 w 3303116"/>
                <a:gd name="connsiteY28" fmla="*/ 3169940 h 3170845"/>
                <a:gd name="connsiteX29" fmla="*/ 1718036 w 3303116"/>
                <a:gd name="connsiteY29" fmla="*/ 3069579 h 3170845"/>
                <a:gd name="connsiteX30" fmla="*/ 1628827 w 3303116"/>
                <a:gd name="connsiteY30" fmla="*/ 2645833 h 3170845"/>
                <a:gd name="connsiteX31" fmla="*/ 1996817 w 3303116"/>
                <a:gd name="connsiteY31" fmla="*/ 2288994 h 3170845"/>
                <a:gd name="connsiteX32" fmla="*/ 2431715 w 3303116"/>
                <a:gd name="connsiteY32" fmla="*/ 2188633 h 3170845"/>
                <a:gd name="connsiteX33" fmla="*/ 2554378 w 3303116"/>
                <a:gd name="connsiteY33" fmla="*/ 2021364 h 3170845"/>
                <a:gd name="connsiteX34" fmla="*/ 2565529 w 3303116"/>
                <a:gd name="connsiteY34" fmla="*/ 1430350 h 3170845"/>
                <a:gd name="connsiteX35" fmla="*/ 2520924 w 3303116"/>
                <a:gd name="connsiteY35" fmla="*/ 1185023 h 3170845"/>
                <a:gd name="connsiteX36" fmla="*/ 2543227 w 3303116"/>
                <a:gd name="connsiteY36" fmla="*/ 861638 h 3170845"/>
                <a:gd name="connsiteX37" fmla="*/ 2576680 w 3303116"/>
                <a:gd name="connsiteY37" fmla="*/ 738974 h 3170845"/>
                <a:gd name="connsiteX38" fmla="*/ 2152934 w 3303116"/>
                <a:gd name="connsiteY38" fmla="*/ 839335 h 3170845"/>
                <a:gd name="connsiteX39" fmla="*/ 1495012 w 3303116"/>
                <a:gd name="connsiteY39" fmla="*/ 839335 h 3170845"/>
                <a:gd name="connsiteX40" fmla="*/ 926300 w 3303116"/>
                <a:gd name="connsiteY40" fmla="*/ 750125 h 3170845"/>
                <a:gd name="connsiteX41" fmla="*/ 636368 w 3303116"/>
                <a:gd name="connsiteY41" fmla="*/ 716672 h 3170845"/>
                <a:gd name="connsiteX42" fmla="*/ 714427 w 3303116"/>
                <a:gd name="connsiteY42" fmla="*/ 1329989 h 3170845"/>
                <a:gd name="connsiteX43" fmla="*/ 647519 w 3303116"/>
                <a:gd name="connsiteY43" fmla="*/ 1943306 h 3170845"/>
                <a:gd name="connsiteX44" fmla="*/ 736729 w 3303116"/>
                <a:gd name="connsiteY44" fmla="*/ 2266691 h 3170845"/>
                <a:gd name="connsiteX45" fmla="*/ 680973 w 3303116"/>
                <a:gd name="connsiteY45" fmla="*/ 2779648 h 3170845"/>
                <a:gd name="connsiteX46" fmla="*/ 257227 w 3303116"/>
                <a:gd name="connsiteY46" fmla="*/ 2801951 h 3170845"/>
                <a:gd name="connsiteX47" fmla="*/ 23051 w 3303116"/>
                <a:gd name="connsiteY47" fmla="*/ 2500867 h 3170845"/>
                <a:gd name="connsiteX0" fmla="*/ 23051 w 3281025"/>
                <a:gd name="connsiteY0" fmla="*/ 2500867 h 3170845"/>
                <a:gd name="connsiteX1" fmla="*/ 56505 w 3281025"/>
                <a:gd name="connsiteY1" fmla="*/ 2177482 h 3170845"/>
                <a:gd name="connsiteX2" fmla="*/ 56504 w 3281025"/>
                <a:gd name="connsiteY2" fmla="*/ 1887550 h 3170845"/>
                <a:gd name="connsiteX3" fmla="*/ 34202 w 3281025"/>
                <a:gd name="connsiteY3" fmla="*/ 1564164 h 3170845"/>
                <a:gd name="connsiteX4" fmla="*/ 749 w 3281025"/>
                <a:gd name="connsiteY4" fmla="*/ 1263082 h 3170845"/>
                <a:gd name="connsiteX5" fmla="*/ 11900 w 3281025"/>
                <a:gd name="connsiteY5" fmla="*/ 917394 h 3170845"/>
                <a:gd name="connsiteX6" fmla="*/ 23052 w 3281025"/>
                <a:gd name="connsiteY6" fmla="*/ 638614 h 3170845"/>
                <a:gd name="connsiteX7" fmla="*/ 78807 w 3281025"/>
                <a:gd name="connsiteY7" fmla="*/ 370984 h 3170845"/>
                <a:gd name="connsiteX8" fmla="*/ 123412 w 3281025"/>
                <a:gd name="connsiteY8" fmla="*/ 136808 h 3170845"/>
                <a:gd name="connsiteX9" fmla="*/ 402193 w 3281025"/>
                <a:gd name="connsiteY9" fmla="*/ 2994 h 3170845"/>
                <a:gd name="connsiteX10" fmla="*/ 781334 w 3281025"/>
                <a:gd name="connsiteY10" fmla="*/ 58750 h 3170845"/>
                <a:gd name="connsiteX11" fmla="*/ 1249685 w 3281025"/>
                <a:gd name="connsiteY11" fmla="*/ 2993 h 3170845"/>
                <a:gd name="connsiteX12" fmla="*/ 1584222 w 3281025"/>
                <a:gd name="connsiteY12" fmla="*/ 14145 h 3170845"/>
                <a:gd name="connsiteX13" fmla="*/ 1952212 w 3281025"/>
                <a:gd name="connsiteY13" fmla="*/ 69901 h 3170845"/>
                <a:gd name="connsiteX14" fmla="*/ 2331354 w 3281025"/>
                <a:gd name="connsiteY14" fmla="*/ 14145 h 3170845"/>
                <a:gd name="connsiteX15" fmla="*/ 2677042 w 3281025"/>
                <a:gd name="connsiteY15" fmla="*/ 58749 h 3170845"/>
                <a:gd name="connsiteX16" fmla="*/ 3123090 w 3281025"/>
                <a:gd name="connsiteY16" fmla="*/ 58750 h 3170845"/>
                <a:gd name="connsiteX17" fmla="*/ 3189998 w 3281025"/>
                <a:gd name="connsiteY17" fmla="*/ 359833 h 3170845"/>
                <a:gd name="connsiteX18" fmla="*/ 3178846 w 3281025"/>
                <a:gd name="connsiteY18" fmla="*/ 761277 h 3170845"/>
                <a:gd name="connsiteX19" fmla="*/ 3279207 w 3281025"/>
                <a:gd name="connsiteY19" fmla="*/ 1062360 h 3170845"/>
                <a:gd name="connsiteX20" fmla="*/ 3167695 w 3281025"/>
                <a:gd name="connsiteY20" fmla="*/ 1329989 h 3170845"/>
                <a:gd name="connsiteX21" fmla="*/ 3279208 w 3281025"/>
                <a:gd name="connsiteY21" fmla="*/ 1675676 h 3170845"/>
                <a:gd name="connsiteX22" fmla="*/ 3056183 w 3281025"/>
                <a:gd name="connsiteY22" fmla="*/ 1909852 h 3170845"/>
                <a:gd name="connsiteX23" fmla="*/ 3111939 w 3281025"/>
                <a:gd name="connsiteY23" fmla="*/ 2233238 h 3170845"/>
                <a:gd name="connsiteX24" fmla="*/ 2933519 w 3281025"/>
                <a:gd name="connsiteY24" fmla="*/ 2545472 h 3170845"/>
                <a:gd name="connsiteX25" fmla="*/ 2465168 w 3281025"/>
                <a:gd name="connsiteY25" fmla="*/ 2545472 h 3170845"/>
                <a:gd name="connsiteX26" fmla="*/ 2253295 w 3281025"/>
                <a:gd name="connsiteY26" fmla="*/ 2779647 h 3170845"/>
                <a:gd name="connsiteX27" fmla="*/ 2197539 w 3281025"/>
                <a:gd name="connsiteY27" fmla="*/ 3036125 h 3170845"/>
                <a:gd name="connsiteX28" fmla="*/ 1907607 w 3281025"/>
                <a:gd name="connsiteY28" fmla="*/ 3169940 h 3170845"/>
                <a:gd name="connsiteX29" fmla="*/ 1718036 w 3281025"/>
                <a:gd name="connsiteY29" fmla="*/ 3069579 h 3170845"/>
                <a:gd name="connsiteX30" fmla="*/ 1628827 w 3281025"/>
                <a:gd name="connsiteY30" fmla="*/ 2645833 h 3170845"/>
                <a:gd name="connsiteX31" fmla="*/ 1996817 w 3281025"/>
                <a:gd name="connsiteY31" fmla="*/ 2288994 h 3170845"/>
                <a:gd name="connsiteX32" fmla="*/ 2431715 w 3281025"/>
                <a:gd name="connsiteY32" fmla="*/ 2188633 h 3170845"/>
                <a:gd name="connsiteX33" fmla="*/ 2554378 w 3281025"/>
                <a:gd name="connsiteY33" fmla="*/ 2021364 h 3170845"/>
                <a:gd name="connsiteX34" fmla="*/ 2565529 w 3281025"/>
                <a:gd name="connsiteY34" fmla="*/ 1430350 h 3170845"/>
                <a:gd name="connsiteX35" fmla="*/ 2520924 w 3281025"/>
                <a:gd name="connsiteY35" fmla="*/ 1185023 h 3170845"/>
                <a:gd name="connsiteX36" fmla="*/ 2543227 w 3281025"/>
                <a:gd name="connsiteY36" fmla="*/ 861638 h 3170845"/>
                <a:gd name="connsiteX37" fmla="*/ 2576680 w 3281025"/>
                <a:gd name="connsiteY37" fmla="*/ 738974 h 3170845"/>
                <a:gd name="connsiteX38" fmla="*/ 2152934 w 3281025"/>
                <a:gd name="connsiteY38" fmla="*/ 839335 h 3170845"/>
                <a:gd name="connsiteX39" fmla="*/ 1495012 w 3281025"/>
                <a:gd name="connsiteY39" fmla="*/ 839335 h 3170845"/>
                <a:gd name="connsiteX40" fmla="*/ 926300 w 3281025"/>
                <a:gd name="connsiteY40" fmla="*/ 750125 h 3170845"/>
                <a:gd name="connsiteX41" fmla="*/ 636368 w 3281025"/>
                <a:gd name="connsiteY41" fmla="*/ 716672 h 3170845"/>
                <a:gd name="connsiteX42" fmla="*/ 714427 w 3281025"/>
                <a:gd name="connsiteY42" fmla="*/ 1329989 h 3170845"/>
                <a:gd name="connsiteX43" fmla="*/ 647519 w 3281025"/>
                <a:gd name="connsiteY43" fmla="*/ 1943306 h 3170845"/>
                <a:gd name="connsiteX44" fmla="*/ 736729 w 3281025"/>
                <a:gd name="connsiteY44" fmla="*/ 2266691 h 3170845"/>
                <a:gd name="connsiteX45" fmla="*/ 680973 w 3281025"/>
                <a:gd name="connsiteY45" fmla="*/ 2779648 h 3170845"/>
                <a:gd name="connsiteX46" fmla="*/ 257227 w 3281025"/>
                <a:gd name="connsiteY46" fmla="*/ 2801951 h 3170845"/>
                <a:gd name="connsiteX47" fmla="*/ 23051 w 3281025"/>
                <a:gd name="connsiteY47" fmla="*/ 2500867 h 3170845"/>
                <a:gd name="connsiteX0" fmla="*/ 23051 w 3280160"/>
                <a:gd name="connsiteY0" fmla="*/ 2500867 h 3170845"/>
                <a:gd name="connsiteX1" fmla="*/ 56505 w 3280160"/>
                <a:gd name="connsiteY1" fmla="*/ 2177482 h 3170845"/>
                <a:gd name="connsiteX2" fmla="*/ 56504 w 3280160"/>
                <a:gd name="connsiteY2" fmla="*/ 1887550 h 3170845"/>
                <a:gd name="connsiteX3" fmla="*/ 34202 w 3280160"/>
                <a:gd name="connsiteY3" fmla="*/ 1564164 h 3170845"/>
                <a:gd name="connsiteX4" fmla="*/ 749 w 3280160"/>
                <a:gd name="connsiteY4" fmla="*/ 1263082 h 3170845"/>
                <a:gd name="connsiteX5" fmla="*/ 11900 w 3280160"/>
                <a:gd name="connsiteY5" fmla="*/ 917394 h 3170845"/>
                <a:gd name="connsiteX6" fmla="*/ 23052 w 3280160"/>
                <a:gd name="connsiteY6" fmla="*/ 638614 h 3170845"/>
                <a:gd name="connsiteX7" fmla="*/ 78807 w 3280160"/>
                <a:gd name="connsiteY7" fmla="*/ 370984 h 3170845"/>
                <a:gd name="connsiteX8" fmla="*/ 123412 w 3280160"/>
                <a:gd name="connsiteY8" fmla="*/ 136808 h 3170845"/>
                <a:gd name="connsiteX9" fmla="*/ 402193 w 3280160"/>
                <a:gd name="connsiteY9" fmla="*/ 2994 h 3170845"/>
                <a:gd name="connsiteX10" fmla="*/ 781334 w 3280160"/>
                <a:gd name="connsiteY10" fmla="*/ 58750 h 3170845"/>
                <a:gd name="connsiteX11" fmla="*/ 1249685 w 3280160"/>
                <a:gd name="connsiteY11" fmla="*/ 2993 h 3170845"/>
                <a:gd name="connsiteX12" fmla="*/ 1584222 w 3280160"/>
                <a:gd name="connsiteY12" fmla="*/ 14145 h 3170845"/>
                <a:gd name="connsiteX13" fmla="*/ 1952212 w 3280160"/>
                <a:gd name="connsiteY13" fmla="*/ 69901 h 3170845"/>
                <a:gd name="connsiteX14" fmla="*/ 2331354 w 3280160"/>
                <a:gd name="connsiteY14" fmla="*/ 14145 h 3170845"/>
                <a:gd name="connsiteX15" fmla="*/ 2677042 w 3280160"/>
                <a:gd name="connsiteY15" fmla="*/ 58749 h 3170845"/>
                <a:gd name="connsiteX16" fmla="*/ 3123090 w 3280160"/>
                <a:gd name="connsiteY16" fmla="*/ 58750 h 3170845"/>
                <a:gd name="connsiteX17" fmla="*/ 3189998 w 3280160"/>
                <a:gd name="connsiteY17" fmla="*/ 359833 h 3170845"/>
                <a:gd name="connsiteX18" fmla="*/ 3178846 w 3280160"/>
                <a:gd name="connsiteY18" fmla="*/ 761277 h 3170845"/>
                <a:gd name="connsiteX19" fmla="*/ 3279207 w 3280160"/>
                <a:gd name="connsiteY19" fmla="*/ 1062360 h 3170845"/>
                <a:gd name="connsiteX20" fmla="*/ 3167695 w 3280160"/>
                <a:gd name="connsiteY20" fmla="*/ 1329989 h 3170845"/>
                <a:gd name="connsiteX21" fmla="*/ 3279208 w 3280160"/>
                <a:gd name="connsiteY21" fmla="*/ 1675676 h 3170845"/>
                <a:gd name="connsiteX22" fmla="*/ 3089637 w 3280160"/>
                <a:gd name="connsiteY22" fmla="*/ 1965608 h 3170845"/>
                <a:gd name="connsiteX23" fmla="*/ 3111939 w 3280160"/>
                <a:gd name="connsiteY23" fmla="*/ 2233238 h 3170845"/>
                <a:gd name="connsiteX24" fmla="*/ 2933519 w 3280160"/>
                <a:gd name="connsiteY24" fmla="*/ 2545472 h 3170845"/>
                <a:gd name="connsiteX25" fmla="*/ 2465168 w 3280160"/>
                <a:gd name="connsiteY25" fmla="*/ 2545472 h 3170845"/>
                <a:gd name="connsiteX26" fmla="*/ 2253295 w 3280160"/>
                <a:gd name="connsiteY26" fmla="*/ 2779647 h 3170845"/>
                <a:gd name="connsiteX27" fmla="*/ 2197539 w 3280160"/>
                <a:gd name="connsiteY27" fmla="*/ 3036125 h 3170845"/>
                <a:gd name="connsiteX28" fmla="*/ 1907607 w 3280160"/>
                <a:gd name="connsiteY28" fmla="*/ 3169940 h 3170845"/>
                <a:gd name="connsiteX29" fmla="*/ 1718036 w 3280160"/>
                <a:gd name="connsiteY29" fmla="*/ 3069579 h 3170845"/>
                <a:gd name="connsiteX30" fmla="*/ 1628827 w 3280160"/>
                <a:gd name="connsiteY30" fmla="*/ 2645833 h 3170845"/>
                <a:gd name="connsiteX31" fmla="*/ 1996817 w 3280160"/>
                <a:gd name="connsiteY31" fmla="*/ 2288994 h 3170845"/>
                <a:gd name="connsiteX32" fmla="*/ 2431715 w 3280160"/>
                <a:gd name="connsiteY32" fmla="*/ 2188633 h 3170845"/>
                <a:gd name="connsiteX33" fmla="*/ 2554378 w 3280160"/>
                <a:gd name="connsiteY33" fmla="*/ 2021364 h 3170845"/>
                <a:gd name="connsiteX34" fmla="*/ 2565529 w 3280160"/>
                <a:gd name="connsiteY34" fmla="*/ 1430350 h 3170845"/>
                <a:gd name="connsiteX35" fmla="*/ 2520924 w 3280160"/>
                <a:gd name="connsiteY35" fmla="*/ 1185023 h 3170845"/>
                <a:gd name="connsiteX36" fmla="*/ 2543227 w 3280160"/>
                <a:gd name="connsiteY36" fmla="*/ 861638 h 3170845"/>
                <a:gd name="connsiteX37" fmla="*/ 2576680 w 3280160"/>
                <a:gd name="connsiteY37" fmla="*/ 738974 h 3170845"/>
                <a:gd name="connsiteX38" fmla="*/ 2152934 w 3280160"/>
                <a:gd name="connsiteY38" fmla="*/ 839335 h 3170845"/>
                <a:gd name="connsiteX39" fmla="*/ 1495012 w 3280160"/>
                <a:gd name="connsiteY39" fmla="*/ 839335 h 3170845"/>
                <a:gd name="connsiteX40" fmla="*/ 926300 w 3280160"/>
                <a:gd name="connsiteY40" fmla="*/ 750125 h 3170845"/>
                <a:gd name="connsiteX41" fmla="*/ 636368 w 3280160"/>
                <a:gd name="connsiteY41" fmla="*/ 716672 h 3170845"/>
                <a:gd name="connsiteX42" fmla="*/ 714427 w 3280160"/>
                <a:gd name="connsiteY42" fmla="*/ 1329989 h 3170845"/>
                <a:gd name="connsiteX43" fmla="*/ 647519 w 3280160"/>
                <a:gd name="connsiteY43" fmla="*/ 1943306 h 3170845"/>
                <a:gd name="connsiteX44" fmla="*/ 736729 w 3280160"/>
                <a:gd name="connsiteY44" fmla="*/ 2266691 h 3170845"/>
                <a:gd name="connsiteX45" fmla="*/ 680973 w 3280160"/>
                <a:gd name="connsiteY45" fmla="*/ 2779648 h 3170845"/>
                <a:gd name="connsiteX46" fmla="*/ 257227 w 3280160"/>
                <a:gd name="connsiteY46" fmla="*/ 2801951 h 3170845"/>
                <a:gd name="connsiteX47" fmla="*/ 23051 w 3280160"/>
                <a:gd name="connsiteY47" fmla="*/ 2500867 h 3170845"/>
                <a:gd name="connsiteX0" fmla="*/ 23051 w 3280160"/>
                <a:gd name="connsiteY0" fmla="*/ 2500867 h 3170845"/>
                <a:gd name="connsiteX1" fmla="*/ 56505 w 3280160"/>
                <a:gd name="connsiteY1" fmla="*/ 2177482 h 3170845"/>
                <a:gd name="connsiteX2" fmla="*/ 56504 w 3280160"/>
                <a:gd name="connsiteY2" fmla="*/ 1887550 h 3170845"/>
                <a:gd name="connsiteX3" fmla="*/ 34202 w 3280160"/>
                <a:gd name="connsiteY3" fmla="*/ 1564164 h 3170845"/>
                <a:gd name="connsiteX4" fmla="*/ 749 w 3280160"/>
                <a:gd name="connsiteY4" fmla="*/ 1263082 h 3170845"/>
                <a:gd name="connsiteX5" fmla="*/ 11900 w 3280160"/>
                <a:gd name="connsiteY5" fmla="*/ 917394 h 3170845"/>
                <a:gd name="connsiteX6" fmla="*/ 23052 w 3280160"/>
                <a:gd name="connsiteY6" fmla="*/ 638614 h 3170845"/>
                <a:gd name="connsiteX7" fmla="*/ 78807 w 3280160"/>
                <a:gd name="connsiteY7" fmla="*/ 370984 h 3170845"/>
                <a:gd name="connsiteX8" fmla="*/ 123412 w 3280160"/>
                <a:gd name="connsiteY8" fmla="*/ 136808 h 3170845"/>
                <a:gd name="connsiteX9" fmla="*/ 402193 w 3280160"/>
                <a:gd name="connsiteY9" fmla="*/ 2994 h 3170845"/>
                <a:gd name="connsiteX10" fmla="*/ 781334 w 3280160"/>
                <a:gd name="connsiteY10" fmla="*/ 58750 h 3170845"/>
                <a:gd name="connsiteX11" fmla="*/ 1249685 w 3280160"/>
                <a:gd name="connsiteY11" fmla="*/ 2993 h 3170845"/>
                <a:gd name="connsiteX12" fmla="*/ 1584222 w 3280160"/>
                <a:gd name="connsiteY12" fmla="*/ 14145 h 3170845"/>
                <a:gd name="connsiteX13" fmla="*/ 1952212 w 3280160"/>
                <a:gd name="connsiteY13" fmla="*/ 69901 h 3170845"/>
                <a:gd name="connsiteX14" fmla="*/ 2331354 w 3280160"/>
                <a:gd name="connsiteY14" fmla="*/ 14145 h 3170845"/>
                <a:gd name="connsiteX15" fmla="*/ 2677042 w 3280160"/>
                <a:gd name="connsiteY15" fmla="*/ 58749 h 3170845"/>
                <a:gd name="connsiteX16" fmla="*/ 3123090 w 3280160"/>
                <a:gd name="connsiteY16" fmla="*/ 58750 h 3170845"/>
                <a:gd name="connsiteX17" fmla="*/ 3189998 w 3280160"/>
                <a:gd name="connsiteY17" fmla="*/ 359833 h 3170845"/>
                <a:gd name="connsiteX18" fmla="*/ 3178846 w 3280160"/>
                <a:gd name="connsiteY18" fmla="*/ 761277 h 3170845"/>
                <a:gd name="connsiteX19" fmla="*/ 3279207 w 3280160"/>
                <a:gd name="connsiteY19" fmla="*/ 1062360 h 3170845"/>
                <a:gd name="connsiteX20" fmla="*/ 3167695 w 3280160"/>
                <a:gd name="connsiteY20" fmla="*/ 1329989 h 3170845"/>
                <a:gd name="connsiteX21" fmla="*/ 3279208 w 3280160"/>
                <a:gd name="connsiteY21" fmla="*/ 1675676 h 3170845"/>
                <a:gd name="connsiteX22" fmla="*/ 3089637 w 3280160"/>
                <a:gd name="connsiteY22" fmla="*/ 1965608 h 3170845"/>
                <a:gd name="connsiteX23" fmla="*/ 3111939 w 3280160"/>
                <a:gd name="connsiteY23" fmla="*/ 2233238 h 3170845"/>
                <a:gd name="connsiteX24" fmla="*/ 2933519 w 3280160"/>
                <a:gd name="connsiteY24" fmla="*/ 2545472 h 3170845"/>
                <a:gd name="connsiteX25" fmla="*/ 2431714 w 3280160"/>
                <a:gd name="connsiteY25" fmla="*/ 2634681 h 3170845"/>
                <a:gd name="connsiteX26" fmla="*/ 2253295 w 3280160"/>
                <a:gd name="connsiteY26" fmla="*/ 2779647 h 3170845"/>
                <a:gd name="connsiteX27" fmla="*/ 2197539 w 3280160"/>
                <a:gd name="connsiteY27" fmla="*/ 3036125 h 3170845"/>
                <a:gd name="connsiteX28" fmla="*/ 1907607 w 3280160"/>
                <a:gd name="connsiteY28" fmla="*/ 3169940 h 3170845"/>
                <a:gd name="connsiteX29" fmla="*/ 1718036 w 3280160"/>
                <a:gd name="connsiteY29" fmla="*/ 3069579 h 3170845"/>
                <a:gd name="connsiteX30" fmla="*/ 1628827 w 3280160"/>
                <a:gd name="connsiteY30" fmla="*/ 2645833 h 3170845"/>
                <a:gd name="connsiteX31" fmla="*/ 1996817 w 3280160"/>
                <a:gd name="connsiteY31" fmla="*/ 2288994 h 3170845"/>
                <a:gd name="connsiteX32" fmla="*/ 2431715 w 3280160"/>
                <a:gd name="connsiteY32" fmla="*/ 2188633 h 3170845"/>
                <a:gd name="connsiteX33" fmla="*/ 2554378 w 3280160"/>
                <a:gd name="connsiteY33" fmla="*/ 2021364 h 3170845"/>
                <a:gd name="connsiteX34" fmla="*/ 2565529 w 3280160"/>
                <a:gd name="connsiteY34" fmla="*/ 1430350 h 3170845"/>
                <a:gd name="connsiteX35" fmla="*/ 2520924 w 3280160"/>
                <a:gd name="connsiteY35" fmla="*/ 1185023 h 3170845"/>
                <a:gd name="connsiteX36" fmla="*/ 2543227 w 3280160"/>
                <a:gd name="connsiteY36" fmla="*/ 861638 h 3170845"/>
                <a:gd name="connsiteX37" fmla="*/ 2576680 w 3280160"/>
                <a:gd name="connsiteY37" fmla="*/ 738974 h 3170845"/>
                <a:gd name="connsiteX38" fmla="*/ 2152934 w 3280160"/>
                <a:gd name="connsiteY38" fmla="*/ 839335 h 3170845"/>
                <a:gd name="connsiteX39" fmla="*/ 1495012 w 3280160"/>
                <a:gd name="connsiteY39" fmla="*/ 839335 h 3170845"/>
                <a:gd name="connsiteX40" fmla="*/ 926300 w 3280160"/>
                <a:gd name="connsiteY40" fmla="*/ 750125 h 3170845"/>
                <a:gd name="connsiteX41" fmla="*/ 636368 w 3280160"/>
                <a:gd name="connsiteY41" fmla="*/ 716672 h 3170845"/>
                <a:gd name="connsiteX42" fmla="*/ 714427 w 3280160"/>
                <a:gd name="connsiteY42" fmla="*/ 1329989 h 3170845"/>
                <a:gd name="connsiteX43" fmla="*/ 647519 w 3280160"/>
                <a:gd name="connsiteY43" fmla="*/ 1943306 h 3170845"/>
                <a:gd name="connsiteX44" fmla="*/ 736729 w 3280160"/>
                <a:gd name="connsiteY44" fmla="*/ 2266691 h 3170845"/>
                <a:gd name="connsiteX45" fmla="*/ 680973 w 3280160"/>
                <a:gd name="connsiteY45" fmla="*/ 2779648 h 3170845"/>
                <a:gd name="connsiteX46" fmla="*/ 257227 w 3280160"/>
                <a:gd name="connsiteY46" fmla="*/ 2801951 h 3170845"/>
                <a:gd name="connsiteX47" fmla="*/ 23051 w 3280160"/>
                <a:gd name="connsiteY47" fmla="*/ 2500867 h 3170845"/>
                <a:gd name="connsiteX0" fmla="*/ 23051 w 3280160"/>
                <a:gd name="connsiteY0" fmla="*/ 2500867 h 3170845"/>
                <a:gd name="connsiteX1" fmla="*/ 56505 w 3280160"/>
                <a:gd name="connsiteY1" fmla="*/ 2177482 h 3170845"/>
                <a:gd name="connsiteX2" fmla="*/ 56504 w 3280160"/>
                <a:gd name="connsiteY2" fmla="*/ 1887550 h 3170845"/>
                <a:gd name="connsiteX3" fmla="*/ 34202 w 3280160"/>
                <a:gd name="connsiteY3" fmla="*/ 1564164 h 3170845"/>
                <a:gd name="connsiteX4" fmla="*/ 749 w 3280160"/>
                <a:gd name="connsiteY4" fmla="*/ 1263082 h 3170845"/>
                <a:gd name="connsiteX5" fmla="*/ 11900 w 3280160"/>
                <a:gd name="connsiteY5" fmla="*/ 917394 h 3170845"/>
                <a:gd name="connsiteX6" fmla="*/ 23052 w 3280160"/>
                <a:gd name="connsiteY6" fmla="*/ 638614 h 3170845"/>
                <a:gd name="connsiteX7" fmla="*/ 78807 w 3280160"/>
                <a:gd name="connsiteY7" fmla="*/ 370984 h 3170845"/>
                <a:gd name="connsiteX8" fmla="*/ 123412 w 3280160"/>
                <a:gd name="connsiteY8" fmla="*/ 136808 h 3170845"/>
                <a:gd name="connsiteX9" fmla="*/ 402193 w 3280160"/>
                <a:gd name="connsiteY9" fmla="*/ 2994 h 3170845"/>
                <a:gd name="connsiteX10" fmla="*/ 781334 w 3280160"/>
                <a:gd name="connsiteY10" fmla="*/ 58750 h 3170845"/>
                <a:gd name="connsiteX11" fmla="*/ 1249685 w 3280160"/>
                <a:gd name="connsiteY11" fmla="*/ 2993 h 3170845"/>
                <a:gd name="connsiteX12" fmla="*/ 1584222 w 3280160"/>
                <a:gd name="connsiteY12" fmla="*/ 14145 h 3170845"/>
                <a:gd name="connsiteX13" fmla="*/ 1952212 w 3280160"/>
                <a:gd name="connsiteY13" fmla="*/ 69901 h 3170845"/>
                <a:gd name="connsiteX14" fmla="*/ 2331354 w 3280160"/>
                <a:gd name="connsiteY14" fmla="*/ 14145 h 3170845"/>
                <a:gd name="connsiteX15" fmla="*/ 2677042 w 3280160"/>
                <a:gd name="connsiteY15" fmla="*/ 58749 h 3170845"/>
                <a:gd name="connsiteX16" fmla="*/ 3123090 w 3280160"/>
                <a:gd name="connsiteY16" fmla="*/ 58750 h 3170845"/>
                <a:gd name="connsiteX17" fmla="*/ 3189998 w 3280160"/>
                <a:gd name="connsiteY17" fmla="*/ 359833 h 3170845"/>
                <a:gd name="connsiteX18" fmla="*/ 3178846 w 3280160"/>
                <a:gd name="connsiteY18" fmla="*/ 761277 h 3170845"/>
                <a:gd name="connsiteX19" fmla="*/ 3279207 w 3280160"/>
                <a:gd name="connsiteY19" fmla="*/ 1062360 h 3170845"/>
                <a:gd name="connsiteX20" fmla="*/ 3167695 w 3280160"/>
                <a:gd name="connsiteY20" fmla="*/ 1329989 h 3170845"/>
                <a:gd name="connsiteX21" fmla="*/ 3279208 w 3280160"/>
                <a:gd name="connsiteY21" fmla="*/ 1675676 h 3170845"/>
                <a:gd name="connsiteX22" fmla="*/ 3089637 w 3280160"/>
                <a:gd name="connsiteY22" fmla="*/ 1965608 h 3170845"/>
                <a:gd name="connsiteX23" fmla="*/ 3111939 w 3280160"/>
                <a:gd name="connsiteY23" fmla="*/ 2233238 h 3170845"/>
                <a:gd name="connsiteX24" fmla="*/ 2933519 w 3280160"/>
                <a:gd name="connsiteY24" fmla="*/ 2545472 h 3170845"/>
                <a:gd name="connsiteX25" fmla="*/ 2431714 w 3280160"/>
                <a:gd name="connsiteY25" fmla="*/ 2634681 h 3170845"/>
                <a:gd name="connsiteX26" fmla="*/ 2253295 w 3280160"/>
                <a:gd name="connsiteY26" fmla="*/ 2779647 h 3170845"/>
                <a:gd name="connsiteX27" fmla="*/ 2197539 w 3280160"/>
                <a:gd name="connsiteY27" fmla="*/ 3036125 h 3170845"/>
                <a:gd name="connsiteX28" fmla="*/ 1907607 w 3280160"/>
                <a:gd name="connsiteY28" fmla="*/ 3169940 h 3170845"/>
                <a:gd name="connsiteX29" fmla="*/ 1718036 w 3280160"/>
                <a:gd name="connsiteY29" fmla="*/ 3069579 h 3170845"/>
                <a:gd name="connsiteX30" fmla="*/ 1628827 w 3280160"/>
                <a:gd name="connsiteY30" fmla="*/ 2645833 h 3170845"/>
                <a:gd name="connsiteX31" fmla="*/ 1996817 w 3280160"/>
                <a:gd name="connsiteY31" fmla="*/ 2288994 h 3170845"/>
                <a:gd name="connsiteX32" fmla="*/ 2431715 w 3280160"/>
                <a:gd name="connsiteY32" fmla="*/ 2188633 h 3170845"/>
                <a:gd name="connsiteX33" fmla="*/ 2554378 w 3280160"/>
                <a:gd name="connsiteY33" fmla="*/ 2021364 h 3170845"/>
                <a:gd name="connsiteX34" fmla="*/ 2565529 w 3280160"/>
                <a:gd name="connsiteY34" fmla="*/ 1430350 h 3170845"/>
                <a:gd name="connsiteX35" fmla="*/ 2520924 w 3280160"/>
                <a:gd name="connsiteY35" fmla="*/ 1185023 h 3170845"/>
                <a:gd name="connsiteX36" fmla="*/ 2543227 w 3280160"/>
                <a:gd name="connsiteY36" fmla="*/ 861638 h 3170845"/>
                <a:gd name="connsiteX37" fmla="*/ 2576680 w 3280160"/>
                <a:gd name="connsiteY37" fmla="*/ 738974 h 3170845"/>
                <a:gd name="connsiteX38" fmla="*/ 2152934 w 3280160"/>
                <a:gd name="connsiteY38" fmla="*/ 839335 h 3170845"/>
                <a:gd name="connsiteX39" fmla="*/ 1495012 w 3280160"/>
                <a:gd name="connsiteY39" fmla="*/ 839335 h 3170845"/>
                <a:gd name="connsiteX40" fmla="*/ 926300 w 3280160"/>
                <a:gd name="connsiteY40" fmla="*/ 750125 h 3170845"/>
                <a:gd name="connsiteX41" fmla="*/ 636368 w 3280160"/>
                <a:gd name="connsiteY41" fmla="*/ 716672 h 3170845"/>
                <a:gd name="connsiteX42" fmla="*/ 714427 w 3280160"/>
                <a:gd name="connsiteY42" fmla="*/ 1329989 h 3170845"/>
                <a:gd name="connsiteX43" fmla="*/ 647519 w 3280160"/>
                <a:gd name="connsiteY43" fmla="*/ 1943306 h 3170845"/>
                <a:gd name="connsiteX44" fmla="*/ 736729 w 3280160"/>
                <a:gd name="connsiteY44" fmla="*/ 2266691 h 3170845"/>
                <a:gd name="connsiteX45" fmla="*/ 680973 w 3280160"/>
                <a:gd name="connsiteY45" fmla="*/ 2779648 h 3170845"/>
                <a:gd name="connsiteX46" fmla="*/ 257227 w 3280160"/>
                <a:gd name="connsiteY46" fmla="*/ 2801951 h 3170845"/>
                <a:gd name="connsiteX47" fmla="*/ 23051 w 3280160"/>
                <a:gd name="connsiteY47" fmla="*/ 2500867 h 3170845"/>
                <a:gd name="connsiteX0" fmla="*/ 23051 w 3279236"/>
                <a:gd name="connsiteY0" fmla="*/ 2500867 h 3170845"/>
                <a:gd name="connsiteX1" fmla="*/ 56505 w 3279236"/>
                <a:gd name="connsiteY1" fmla="*/ 2177482 h 3170845"/>
                <a:gd name="connsiteX2" fmla="*/ 56504 w 3279236"/>
                <a:gd name="connsiteY2" fmla="*/ 1887550 h 3170845"/>
                <a:gd name="connsiteX3" fmla="*/ 34202 w 3279236"/>
                <a:gd name="connsiteY3" fmla="*/ 1564164 h 3170845"/>
                <a:gd name="connsiteX4" fmla="*/ 749 w 3279236"/>
                <a:gd name="connsiteY4" fmla="*/ 1263082 h 3170845"/>
                <a:gd name="connsiteX5" fmla="*/ 11900 w 3279236"/>
                <a:gd name="connsiteY5" fmla="*/ 917394 h 3170845"/>
                <a:gd name="connsiteX6" fmla="*/ 23052 w 3279236"/>
                <a:gd name="connsiteY6" fmla="*/ 638614 h 3170845"/>
                <a:gd name="connsiteX7" fmla="*/ 78807 w 3279236"/>
                <a:gd name="connsiteY7" fmla="*/ 370984 h 3170845"/>
                <a:gd name="connsiteX8" fmla="*/ 123412 w 3279236"/>
                <a:gd name="connsiteY8" fmla="*/ 136808 h 3170845"/>
                <a:gd name="connsiteX9" fmla="*/ 402193 w 3279236"/>
                <a:gd name="connsiteY9" fmla="*/ 2994 h 3170845"/>
                <a:gd name="connsiteX10" fmla="*/ 781334 w 3279236"/>
                <a:gd name="connsiteY10" fmla="*/ 58750 h 3170845"/>
                <a:gd name="connsiteX11" fmla="*/ 1249685 w 3279236"/>
                <a:gd name="connsiteY11" fmla="*/ 2993 h 3170845"/>
                <a:gd name="connsiteX12" fmla="*/ 1584222 w 3279236"/>
                <a:gd name="connsiteY12" fmla="*/ 14145 h 3170845"/>
                <a:gd name="connsiteX13" fmla="*/ 1952212 w 3279236"/>
                <a:gd name="connsiteY13" fmla="*/ 69901 h 3170845"/>
                <a:gd name="connsiteX14" fmla="*/ 2331354 w 3279236"/>
                <a:gd name="connsiteY14" fmla="*/ 14145 h 3170845"/>
                <a:gd name="connsiteX15" fmla="*/ 2677042 w 3279236"/>
                <a:gd name="connsiteY15" fmla="*/ 58749 h 3170845"/>
                <a:gd name="connsiteX16" fmla="*/ 3123090 w 3279236"/>
                <a:gd name="connsiteY16" fmla="*/ 58750 h 3170845"/>
                <a:gd name="connsiteX17" fmla="*/ 3189998 w 3279236"/>
                <a:gd name="connsiteY17" fmla="*/ 359833 h 3170845"/>
                <a:gd name="connsiteX18" fmla="*/ 3178846 w 3279236"/>
                <a:gd name="connsiteY18" fmla="*/ 761277 h 3170845"/>
                <a:gd name="connsiteX19" fmla="*/ 3279207 w 3279236"/>
                <a:gd name="connsiteY19" fmla="*/ 1062360 h 3170845"/>
                <a:gd name="connsiteX20" fmla="*/ 3167695 w 3279236"/>
                <a:gd name="connsiteY20" fmla="*/ 1329989 h 3170845"/>
                <a:gd name="connsiteX21" fmla="*/ 3279208 w 3279236"/>
                <a:gd name="connsiteY21" fmla="*/ 1675676 h 3170845"/>
                <a:gd name="connsiteX22" fmla="*/ 3156544 w 3279236"/>
                <a:gd name="connsiteY22" fmla="*/ 1976760 h 3170845"/>
                <a:gd name="connsiteX23" fmla="*/ 3111939 w 3279236"/>
                <a:gd name="connsiteY23" fmla="*/ 2233238 h 3170845"/>
                <a:gd name="connsiteX24" fmla="*/ 2933519 w 3279236"/>
                <a:gd name="connsiteY24" fmla="*/ 2545472 h 3170845"/>
                <a:gd name="connsiteX25" fmla="*/ 2431714 w 3279236"/>
                <a:gd name="connsiteY25" fmla="*/ 2634681 h 3170845"/>
                <a:gd name="connsiteX26" fmla="*/ 2253295 w 3279236"/>
                <a:gd name="connsiteY26" fmla="*/ 2779647 h 3170845"/>
                <a:gd name="connsiteX27" fmla="*/ 2197539 w 3279236"/>
                <a:gd name="connsiteY27" fmla="*/ 3036125 h 3170845"/>
                <a:gd name="connsiteX28" fmla="*/ 1907607 w 3279236"/>
                <a:gd name="connsiteY28" fmla="*/ 3169940 h 3170845"/>
                <a:gd name="connsiteX29" fmla="*/ 1718036 w 3279236"/>
                <a:gd name="connsiteY29" fmla="*/ 3069579 h 3170845"/>
                <a:gd name="connsiteX30" fmla="*/ 1628827 w 3279236"/>
                <a:gd name="connsiteY30" fmla="*/ 2645833 h 3170845"/>
                <a:gd name="connsiteX31" fmla="*/ 1996817 w 3279236"/>
                <a:gd name="connsiteY31" fmla="*/ 2288994 h 3170845"/>
                <a:gd name="connsiteX32" fmla="*/ 2431715 w 3279236"/>
                <a:gd name="connsiteY32" fmla="*/ 2188633 h 3170845"/>
                <a:gd name="connsiteX33" fmla="*/ 2554378 w 3279236"/>
                <a:gd name="connsiteY33" fmla="*/ 2021364 h 3170845"/>
                <a:gd name="connsiteX34" fmla="*/ 2565529 w 3279236"/>
                <a:gd name="connsiteY34" fmla="*/ 1430350 h 3170845"/>
                <a:gd name="connsiteX35" fmla="*/ 2520924 w 3279236"/>
                <a:gd name="connsiteY35" fmla="*/ 1185023 h 3170845"/>
                <a:gd name="connsiteX36" fmla="*/ 2543227 w 3279236"/>
                <a:gd name="connsiteY36" fmla="*/ 861638 h 3170845"/>
                <a:gd name="connsiteX37" fmla="*/ 2576680 w 3279236"/>
                <a:gd name="connsiteY37" fmla="*/ 738974 h 3170845"/>
                <a:gd name="connsiteX38" fmla="*/ 2152934 w 3279236"/>
                <a:gd name="connsiteY38" fmla="*/ 839335 h 3170845"/>
                <a:gd name="connsiteX39" fmla="*/ 1495012 w 3279236"/>
                <a:gd name="connsiteY39" fmla="*/ 839335 h 3170845"/>
                <a:gd name="connsiteX40" fmla="*/ 926300 w 3279236"/>
                <a:gd name="connsiteY40" fmla="*/ 750125 h 3170845"/>
                <a:gd name="connsiteX41" fmla="*/ 636368 w 3279236"/>
                <a:gd name="connsiteY41" fmla="*/ 716672 h 3170845"/>
                <a:gd name="connsiteX42" fmla="*/ 714427 w 3279236"/>
                <a:gd name="connsiteY42" fmla="*/ 1329989 h 3170845"/>
                <a:gd name="connsiteX43" fmla="*/ 647519 w 3279236"/>
                <a:gd name="connsiteY43" fmla="*/ 1943306 h 3170845"/>
                <a:gd name="connsiteX44" fmla="*/ 736729 w 3279236"/>
                <a:gd name="connsiteY44" fmla="*/ 2266691 h 3170845"/>
                <a:gd name="connsiteX45" fmla="*/ 680973 w 3279236"/>
                <a:gd name="connsiteY45" fmla="*/ 2779648 h 3170845"/>
                <a:gd name="connsiteX46" fmla="*/ 257227 w 3279236"/>
                <a:gd name="connsiteY46" fmla="*/ 2801951 h 3170845"/>
                <a:gd name="connsiteX47" fmla="*/ 23051 w 3279236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431715 w 3279993"/>
                <a:gd name="connsiteY32" fmla="*/ 2188633 h 3170845"/>
                <a:gd name="connsiteX33" fmla="*/ 2554378 w 3279993"/>
                <a:gd name="connsiteY33" fmla="*/ 2021364 h 3170845"/>
                <a:gd name="connsiteX34" fmla="*/ 2565529 w 3279993"/>
                <a:gd name="connsiteY34" fmla="*/ 1430350 h 3170845"/>
                <a:gd name="connsiteX35" fmla="*/ 2520924 w 3279993"/>
                <a:gd name="connsiteY35" fmla="*/ 1185023 h 3170845"/>
                <a:gd name="connsiteX36" fmla="*/ 2543227 w 3279993"/>
                <a:gd name="connsiteY36" fmla="*/ 861638 h 3170845"/>
                <a:gd name="connsiteX37" fmla="*/ 2576680 w 3279993"/>
                <a:gd name="connsiteY37" fmla="*/ 738974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431715 w 3279993"/>
                <a:gd name="connsiteY32" fmla="*/ 2188633 h 3170845"/>
                <a:gd name="connsiteX33" fmla="*/ 2554378 w 3279993"/>
                <a:gd name="connsiteY33" fmla="*/ 2021364 h 3170845"/>
                <a:gd name="connsiteX34" fmla="*/ 2565529 w 3279993"/>
                <a:gd name="connsiteY34" fmla="*/ 1430350 h 3170845"/>
                <a:gd name="connsiteX35" fmla="*/ 2520924 w 3279993"/>
                <a:gd name="connsiteY35" fmla="*/ 1185023 h 3170845"/>
                <a:gd name="connsiteX36" fmla="*/ 2654740 w 3279993"/>
                <a:gd name="connsiteY36" fmla="*/ 984300 h 3170845"/>
                <a:gd name="connsiteX37" fmla="*/ 2543227 w 3279993"/>
                <a:gd name="connsiteY37" fmla="*/ 861638 h 3170845"/>
                <a:gd name="connsiteX38" fmla="*/ 2576680 w 3279993"/>
                <a:gd name="connsiteY38" fmla="*/ 738974 h 3170845"/>
                <a:gd name="connsiteX39" fmla="*/ 2152934 w 3279993"/>
                <a:gd name="connsiteY39" fmla="*/ 839335 h 3170845"/>
                <a:gd name="connsiteX40" fmla="*/ 1495012 w 3279993"/>
                <a:gd name="connsiteY40" fmla="*/ 839335 h 3170845"/>
                <a:gd name="connsiteX41" fmla="*/ 926300 w 3279993"/>
                <a:gd name="connsiteY41" fmla="*/ 750125 h 3170845"/>
                <a:gd name="connsiteX42" fmla="*/ 636368 w 3279993"/>
                <a:gd name="connsiteY42" fmla="*/ 716672 h 3170845"/>
                <a:gd name="connsiteX43" fmla="*/ 714427 w 3279993"/>
                <a:gd name="connsiteY43" fmla="*/ 1329989 h 3170845"/>
                <a:gd name="connsiteX44" fmla="*/ 647519 w 3279993"/>
                <a:gd name="connsiteY44" fmla="*/ 1943306 h 3170845"/>
                <a:gd name="connsiteX45" fmla="*/ 736729 w 3279993"/>
                <a:gd name="connsiteY45" fmla="*/ 2266691 h 3170845"/>
                <a:gd name="connsiteX46" fmla="*/ 680973 w 3279993"/>
                <a:gd name="connsiteY46" fmla="*/ 2779648 h 3170845"/>
                <a:gd name="connsiteX47" fmla="*/ 257227 w 3279993"/>
                <a:gd name="connsiteY47" fmla="*/ 2801951 h 3170845"/>
                <a:gd name="connsiteX48" fmla="*/ 23051 w 3279993"/>
                <a:gd name="connsiteY48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431715 w 3279993"/>
                <a:gd name="connsiteY32" fmla="*/ 2188633 h 3170845"/>
                <a:gd name="connsiteX33" fmla="*/ 2554378 w 3279993"/>
                <a:gd name="connsiteY33" fmla="*/ 2021364 h 3170845"/>
                <a:gd name="connsiteX34" fmla="*/ 2565529 w 3279993"/>
                <a:gd name="connsiteY34" fmla="*/ 1430350 h 3170845"/>
                <a:gd name="connsiteX35" fmla="*/ 2520924 w 3279993"/>
                <a:gd name="connsiteY35" fmla="*/ 1185023 h 3170845"/>
                <a:gd name="connsiteX36" fmla="*/ 2654740 w 3279993"/>
                <a:gd name="connsiteY36" fmla="*/ 984300 h 3170845"/>
                <a:gd name="connsiteX37" fmla="*/ 2576680 w 3279993"/>
                <a:gd name="connsiteY37" fmla="*/ 738974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431715 w 3279993"/>
                <a:gd name="connsiteY32" fmla="*/ 2188633 h 3170845"/>
                <a:gd name="connsiteX33" fmla="*/ 2554378 w 3279993"/>
                <a:gd name="connsiteY33" fmla="*/ 2021364 h 3170845"/>
                <a:gd name="connsiteX34" fmla="*/ 2565529 w 3279993"/>
                <a:gd name="connsiteY34" fmla="*/ 1430350 h 3170845"/>
                <a:gd name="connsiteX35" fmla="*/ 2520924 w 3279993"/>
                <a:gd name="connsiteY35" fmla="*/ 1185023 h 3170845"/>
                <a:gd name="connsiteX36" fmla="*/ 2654740 w 3279993"/>
                <a:gd name="connsiteY36" fmla="*/ 984300 h 3170845"/>
                <a:gd name="connsiteX37" fmla="*/ 2587832 w 3279993"/>
                <a:gd name="connsiteY37" fmla="*/ 705521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431715 w 3279993"/>
                <a:gd name="connsiteY32" fmla="*/ 2188633 h 3170845"/>
                <a:gd name="connsiteX33" fmla="*/ 2554378 w 3279993"/>
                <a:gd name="connsiteY33" fmla="*/ 2021364 h 3170845"/>
                <a:gd name="connsiteX34" fmla="*/ 2665890 w 3279993"/>
                <a:gd name="connsiteY34" fmla="*/ 1608770 h 3170845"/>
                <a:gd name="connsiteX35" fmla="*/ 2520924 w 3279993"/>
                <a:gd name="connsiteY35" fmla="*/ 1185023 h 3170845"/>
                <a:gd name="connsiteX36" fmla="*/ 2654740 w 3279993"/>
                <a:gd name="connsiteY36" fmla="*/ 984300 h 3170845"/>
                <a:gd name="connsiteX37" fmla="*/ 2587832 w 3279993"/>
                <a:gd name="connsiteY37" fmla="*/ 705521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431715 w 3279993"/>
                <a:gd name="connsiteY32" fmla="*/ 2188633 h 3170845"/>
                <a:gd name="connsiteX33" fmla="*/ 2554378 w 3279993"/>
                <a:gd name="connsiteY33" fmla="*/ 2021364 h 3170845"/>
                <a:gd name="connsiteX34" fmla="*/ 2665890 w 3279993"/>
                <a:gd name="connsiteY34" fmla="*/ 1608770 h 3170845"/>
                <a:gd name="connsiteX35" fmla="*/ 2621285 w 3279993"/>
                <a:gd name="connsiteY35" fmla="*/ 1240780 h 3170845"/>
                <a:gd name="connsiteX36" fmla="*/ 2654740 w 3279993"/>
                <a:gd name="connsiteY36" fmla="*/ 984300 h 3170845"/>
                <a:gd name="connsiteX37" fmla="*/ 2587832 w 3279993"/>
                <a:gd name="connsiteY37" fmla="*/ 705521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431715 w 3279993"/>
                <a:gd name="connsiteY32" fmla="*/ 2188633 h 3170845"/>
                <a:gd name="connsiteX33" fmla="*/ 2554378 w 3279993"/>
                <a:gd name="connsiteY33" fmla="*/ 2021364 h 3170845"/>
                <a:gd name="connsiteX34" fmla="*/ 2699344 w 3279993"/>
                <a:gd name="connsiteY34" fmla="*/ 1608770 h 3170845"/>
                <a:gd name="connsiteX35" fmla="*/ 2621285 w 3279993"/>
                <a:gd name="connsiteY35" fmla="*/ 1240780 h 3170845"/>
                <a:gd name="connsiteX36" fmla="*/ 2654740 w 3279993"/>
                <a:gd name="connsiteY36" fmla="*/ 984300 h 3170845"/>
                <a:gd name="connsiteX37" fmla="*/ 2587832 w 3279993"/>
                <a:gd name="connsiteY37" fmla="*/ 705521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431715 w 3279993"/>
                <a:gd name="connsiteY32" fmla="*/ 2188633 h 3170845"/>
                <a:gd name="connsiteX33" fmla="*/ 2710495 w 3279993"/>
                <a:gd name="connsiteY33" fmla="*/ 2177482 h 3170845"/>
                <a:gd name="connsiteX34" fmla="*/ 2699344 w 3279993"/>
                <a:gd name="connsiteY34" fmla="*/ 1608770 h 3170845"/>
                <a:gd name="connsiteX35" fmla="*/ 2621285 w 3279993"/>
                <a:gd name="connsiteY35" fmla="*/ 1240780 h 3170845"/>
                <a:gd name="connsiteX36" fmla="*/ 2654740 w 3279993"/>
                <a:gd name="connsiteY36" fmla="*/ 984300 h 3170845"/>
                <a:gd name="connsiteX37" fmla="*/ 2587832 w 3279993"/>
                <a:gd name="connsiteY37" fmla="*/ 705521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431715 w 3279993"/>
                <a:gd name="connsiteY32" fmla="*/ 2188633 h 3170845"/>
                <a:gd name="connsiteX33" fmla="*/ 2710495 w 3279993"/>
                <a:gd name="connsiteY33" fmla="*/ 2177482 h 3170845"/>
                <a:gd name="connsiteX34" fmla="*/ 2621285 w 3279993"/>
                <a:gd name="connsiteY34" fmla="*/ 1653375 h 3170845"/>
                <a:gd name="connsiteX35" fmla="*/ 2621285 w 3279993"/>
                <a:gd name="connsiteY35" fmla="*/ 1240780 h 3170845"/>
                <a:gd name="connsiteX36" fmla="*/ 2654740 w 3279993"/>
                <a:gd name="connsiteY36" fmla="*/ 984300 h 3170845"/>
                <a:gd name="connsiteX37" fmla="*/ 2587832 w 3279993"/>
                <a:gd name="connsiteY37" fmla="*/ 705521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431715 w 3279993"/>
                <a:gd name="connsiteY32" fmla="*/ 2188633 h 3170845"/>
                <a:gd name="connsiteX33" fmla="*/ 2654739 w 3279993"/>
                <a:gd name="connsiteY33" fmla="*/ 2065970 h 3170845"/>
                <a:gd name="connsiteX34" fmla="*/ 2621285 w 3279993"/>
                <a:gd name="connsiteY34" fmla="*/ 1653375 h 3170845"/>
                <a:gd name="connsiteX35" fmla="*/ 2621285 w 3279993"/>
                <a:gd name="connsiteY35" fmla="*/ 1240780 h 3170845"/>
                <a:gd name="connsiteX36" fmla="*/ 2654740 w 3279993"/>
                <a:gd name="connsiteY36" fmla="*/ 984300 h 3170845"/>
                <a:gd name="connsiteX37" fmla="*/ 2587832 w 3279993"/>
                <a:gd name="connsiteY37" fmla="*/ 705521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364807 w 3279993"/>
                <a:gd name="connsiteY32" fmla="*/ 2088272 h 3170845"/>
                <a:gd name="connsiteX33" fmla="*/ 2654739 w 3279993"/>
                <a:gd name="connsiteY33" fmla="*/ 2065970 h 3170845"/>
                <a:gd name="connsiteX34" fmla="*/ 2621285 w 3279993"/>
                <a:gd name="connsiteY34" fmla="*/ 1653375 h 3170845"/>
                <a:gd name="connsiteX35" fmla="*/ 2621285 w 3279993"/>
                <a:gd name="connsiteY35" fmla="*/ 1240780 h 3170845"/>
                <a:gd name="connsiteX36" fmla="*/ 2654740 w 3279993"/>
                <a:gd name="connsiteY36" fmla="*/ 984300 h 3170845"/>
                <a:gd name="connsiteX37" fmla="*/ 2587832 w 3279993"/>
                <a:gd name="connsiteY37" fmla="*/ 705521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96817 w 3279993"/>
                <a:gd name="connsiteY31" fmla="*/ 2288994 h 3170845"/>
                <a:gd name="connsiteX32" fmla="*/ 2364807 w 3279993"/>
                <a:gd name="connsiteY32" fmla="*/ 2088272 h 3170845"/>
                <a:gd name="connsiteX33" fmla="*/ 2654739 w 3279993"/>
                <a:gd name="connsiteY33" fmla="*/ 2065970 h 3170845"/>
                <a:gd name="connsiteX34" fmla="*/ 2621285 w 3279993"/>
                <a:gd name="connsiteY34" fmla="*/ 1653375 h 3170845"/>
                <a:gd name="connsiteX35" fmla="*/ 2621285 w 3279993"/>
                <a:gd name="connsiteY35" fmla="*/ 1240780 h 3170845"/>
                <a:gd name="connsiteX36" fmla="*/ 2654740 w 3279993"/>
                <a:gd name="connsiteY36" fmla="*/ 984300 h 3170845"/>
                <a:gd name="connsiteX37" fmla="*/ 2587832 w 3279993"/>
                <a:gd name="connsiteY37" fmla="*/ 705521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0845"/>
                <a:gd name="connsiteX1" fmla="*/ 56505 w 3279993"/>
                <a:gd name="connsiteY1" fmla="*/ 2177482 h 3170845"/>
                <a:gd name="connsiteX2" fmla="*/ 56504 w 3279993"/>
                <a:gd name="connsiteY2" fmla="*/ 1887550 h 3170845"/>
                <a:gd name="connsiteX3" fmla="*/ 34202 w 3279993"/>
                <a:gd name="connsiteY3" fmla="*/ 1564164 h 3170845"/>
                <a:gd name="connsiteX4" fmla="*/ 749 w 3279993"/>
                <a:gd name="connsiteY4" fmla="*/ 1263082 h 3170845"/>
                <a:gd name="connsiteX5" fmla="*/ 11900 w 3279993"/>
                <a:gd name="connsiteY5" fmla="*/ 917394 h 3170845"/>
                <a:gd name="connsiteX6" fmla="*/ 23052 w 3279993"/>
                <a:gd name="connsiteY6" fmla="*/ 638614 h 3170845"/>
                <a:gd name="connsiteX7" fmla="*/ 78807 w 3279993"/>
                <a:gd name="connsiteY7" fmla="*/ 370984 h 3170845"/>
                <a:gd name="connsiteX8" fmla="*/ 123412 w 3279993"/>
                <a:gd name="connsiteY8" fmla="*/ 136808 h 3170845"/>
                <a:gd name="connsiteX9" fmla="*/ 402193 w 3279993"/>
                <a:gd name="connsiteY9" fmla="*/ 2994 h 3170845"/>
                <a:gd name="connsiteX10" fmla="*/ 781334 w 3279993"/>
                <a:gd name="connsiteY10" fmla="*/ 58750 h 3170845"/>
                <a:gd name="connsiteX11" fmla="*/ 1249685 w 3279993"/>
                <a:gd name="connsiteY11" fmla="*/ 2993 h 3170845"/>
                <a:gd name="connsiteX12" fmla="*/ 1584222 w 3279993"/>
                <a:gd name="connsiteY12" fmla="*/ 14145 h 3170845"/>
                <a:gd name="connsiteX13" fmla="*/ 1952212 w 3279993"/>
                <a:gd name="connsiteY13" fmla="*/ 69901 h 3170845"/>
                <a:gd name="connsiteX14" fmla="*/ 2331354 w 3279993"/>
                <a:gd name="connsiteY14" fmla="*/ 14145 h 3170845"/>
                <a:gd name="connsiteX15" fmla="*/ 2677042 w 3279993"/>
                <a:gd name="connsiteY15" fmla="*/ 58749 h 3170845"/>
                <a:gd name="connsiteX16" fmla="*/ 3123090 w 3279993"/>
                <a:gd name="connsiteY16" fmla="*/ 58750 h 3170845"/>
                <a:gd name="connsiteX17" fmla="*/ 3189998 w 3279993"/>
                <a:gd name="connsiteY17" fmla="*/ 359833 h 3170845"/>
                <a:gd name="connsiteX18" fmla="*/ 3178846 w 3279993"/>
                <a:gd name="connsiteY18" fmla="*/ 761277 h 3170845"/>
                <a:gd name="connsiteX19" fmla="*/ 3279207 w 3279993"/>
                <a:gd name="connsiteY19" fmla="*/ 1062360 h 3170845"/>
                <a:gd name="connsiteX20" fmla="*/ 3212300 w 3279993"/>
                <a:gd name="connsiteY20" fmla="*/ 1363442 h 3170845"/>
                <a:gd name="connsiteX21" fmla="*/ 3279208 w 3279993"/>
                <a:gd name="connsiteY21" fmla="*/ 1675676 h 3170845"/>
                <a:gd name="connsiteX22" fmla="*/ 3156544 w 3279993"/>
                <a:gd name="connsiteY22" fmla="*/ 1976760 h 3170845"/>
                <a:gd name="connsiteX23" fmla="*/ 3111939 w 3279993"/>
                <a:gd name="connsiteY23" fmla="*/ 2233238 h 3170845"/>
                <a:gd name="connsiteX24" fmla="*/ 2933519 w 3279993"/>
                <a:gd name="connsiteY24" fmla="*/ 2545472 h 3170845"/>
                <a:gd name="connsiteX25" fmla="*/ 2431714 w 3279993"/>
                <a:gd name="connsiteY25" fmla="*/ 2634681 h 3170845"/>
                <a:gd name="connsiteX26" fmla="*/ 2253295 w 3279993"/>
                <a:gd name="connsiteY26" fmla="*/ 2779647 h 3170845"/>
                <a:gd name="connsiteX27" fmla="*/ 2197539 w 3279993"/>
                <a:gd name="connsiteY27" fmla="*/ 3036125 h 3170845"/>
                <a:gd name="connsiteX28" fmla="*/ 1907607 w 3279993"/>
                <a:gd name="connsiteY28" fmla="*/ 3169940 h 3170845"/>
                <a:gd name="connsiteX29" fmla="*/ 1718036 w 3279993"/>
                <a:gd name="connsiteY29" fmla="*/ 3069579 h 3170845"/>
                <a:gd name="connsiteX30" fmla="*/ 1628827 w 3279993"/>
                <a:gd name="connsiteY30" fmla="*/ 2645833 h 3170845"/>
                <a:gd name="connsiteX31" fmla="*/ 1941061 w 3279993"/>
                <a:gd name="connsiteY31" fmla="*/ 2244389 h 3170845"/>
                <a:gd name="connsiteX32" fmla="*/ 2364807 w 3279993"/>
                <a:gd name="connsiteY32" fmla="*/ 2088272 h 3170845"/>
                <a:gd name="connsiteX33" fmla="*/ 2654739 w 3279993"/>
                <a:gd name="connsiteY33" fmla="*/ 2065970 h 3170845"/>
                <a:gd name="connsiteX34" fmla="*/ 2621285 w 3279993"/>
                <a:gd name="connsiteY34" fmla="*/ 1653375 h 3170845"/>
                <a:gd name="connsiteX35" fmla="*/ 2621285 w 3279993"/>
                <a:gd name="connsiteY35" fmla="*/ 1240780 h 3170845"/>
                <a:gd name="connsiteX36" fmla="*/ 2654740 w 3279993"/>
                <a:gd name="connsiteY36" fmla="*/ 984300 h 3170845"/>
                <a:gd name="connsiteX37" fmla="*/ 2587832 w 3279993"/>
                <a:gd name="connsiteY37" fmla="*/ 705521 h 3170845"/>
                <a:gd name="connsiteX38" fmla="*/ 2152934 w 3279993"/>
                <a:gd name="connsiteY38" fmla="*/ 839335 h 3170845"/>
                <a:gd name="connsiteX39" fmla="*/ 1495012 w 3279993"/>
                <a:gd name="connsiteY39" fmla="*/ 839335 h 3170845"/>
                <a:gd name="connsiteX40" fmla="*/ 926300 w 3279993"/>
                <a:gd name="connsiteY40" fmla="*/ 750125 h 3170845"/>
                <a:gd name="connsiteX41" fmla="*/ 636368 w 3279993"/>
                <a:gd name="connsiteY41" fmla="*/ 716672 h 3170845"/>
                <a:gd name="connsiteX42" fmla="*/ 714427 w 3279993"/>
                <a:gd name="connsiteY42" fmla="*/ 1329989 h 3170845"/>
                <a:gd name="connsiteX43" fmla="*/ 647519 w 3279993"/>
                <a:gd name="connsiteY43" fmla="*/ 1943306 h 3170845"/>
                <a:gd name="connsiteX44" fmla="*/ 736729 w 3279993"/>
                <a:gd name="connsiteY44" fmla="*/ 2266691 h 3170845"/>
                <a:gd name="connsiteX45" fmla="*/ 680973 w 3279993"/>
                <a:gd name="connsiteY45" fmla="*/ 2779648 h 3170845"/>
                <a:gd name="connsiteX46" fmla="*/ 257227 w 3279993"/>
                <a:gd name="connsiteY46" fmla="*/ 2801951 h 3170845"/>
                <a:gd name="connsiteX47" fmla="*/ 23051 w 3279993"/>
                <a:gd name="connsiteY47" fmla="*/ 2500867 h 3170845"/>
                <a:gd name="connsiteX0" fmla="*/ 23051 w 3279993"/>
                <a:gd name="connsiteY0" fmla="*/ 2500867 h 3171540"/>
                <a:gd name="connsiteX1" fmla="*/ 56505 w 3279993"/>
                <a:gd name="connsiteY1" fmla="*/ 2177482 h 3171540"/>
                <a:gd name="connsiteX2" fmla="*/ 56504 w 3279993"/>
                <a:gd name="connsiteY2" fmla="*/ 1887550 h 3171540"/>
                <a:gd name="connsiteX3" fmla="*/ 34202 w 3279993"/>
                <a:gd name="connsiteY3" fmla="*/ 1564164 h 3171540"/>
                <a:gd name="connsiteX4" fmla="*/ 749 w 3279993"/>
                <a:gd name="connsiteY4" fmla="*/ 1263082 h 3171540"/>
                <a:gd name="connsiteX5" fmla="*/ 11900 w 3279993"/>
                <a:gd name="connsiteY5" fmla="*/ 917394 h 3171540"/>
                <a:gd name="connsiteX6" fmla="*/ 23052 w 3279993"/>
                <a:gd name="connsiteY6" fmla="*/ 638614 h 3171540"/>
                <a:gd name="connsiteX7" fmla="*/ 78807 w 3279993"/>
                <a:gd name="connsiteY7" fmla="*/ 370984 h 3171540"/>
                <a:gd name="connsiteX8" fmla="*/ 123412 w 3279993"/>
                <a:gd name="connsiteY8" fmla="*/ 136808 h 3171540"/>
                <a:gd name="connsiteX9" fmla="*/ 402193 w 3279993"/>
                <a:gd name="connsiteY9" fmla="*/ 2994 h 3171540"/>
                <a:gd name="connsiteX10" fmla="*/ 781334 w 3279993"/>
                <a:gd name="connsiteY10" fmla="*/ 58750 h 3171540"/>
                <a:gd name="connsiteX11" fmla="*/ 1249685 w 3279993"/>
                <a:gd name="connsiteY11" fmla="*/ 2993 h 3171540"/>
                <a:gd name="connsiteX12" fmla="*/ 1584222 w 3279993"/>
                <a:gd name="connsiteY12" fmla="*/ 14145 h 3171540"/>
                <a:gd name="connsiteX13" fmla="*/ 1952212 w 3279993"/>
                <a:gd name="connsiteY13" fmla="*/ 69901 h 3171540"/>
                <a:gd name="connsiteX14" fmla="*/ 2331354 w 3279993"/>
                <a:gd name="connsiteY14" fmla="*/ 14145 h 3171540"/>
                <a:gd name="connsiteX15" fmla="*/ 2677042 w 3279993"/>
                <a:gd name="connsiteY15" fmla="*/ 58749 h 3171540"/>
                <a:gd name="connsiteX16" fmla="*/ 3123090 w 3279993"/>
                <a:gd name="connsiteY16" fmla="*/ 58750 h 3171540"/>
                <a:gd name="connsiteX17" fmla="*/ 3189998 w 3279993"/>
                <a:gd name="connsiteY17" fmla="*/ 359833 h 3171540"/>
                <a:gd name="connsiteX18" fmla="*/ 3178846 w 3279993"/>
                <a:gd name="connsiteY18" fmla="*/ 761277 h 3171540"/>
                <a:gd name="connsiteX19" fmla="*/ 3279207 w 3279993"/>
                <a:gd name="connsiteY19" fmla="*/ 1062360 h 3171540"/>
                <a:gd name="connsiteX20" fmla="*/ 3212300 w 3279993"/>
                <a:gd name="connsiteY20" fmla="*/ 1363442 h 3171540"/>
                <a:gd name="connsiteX21" fmla="*/ 3279208 w 3279993"/>
                <a:gd name="connsiteY21" fmla="*/ 1675676 h 3171540"/>
                <a:gd name="connsiteX22" fmla="*/ 3156544 w 3279993"/>
                <a:gd name="connsiteY22" fmla="*/ 1976760 h 3171540"/>
                <a:gd name="connsiteX23" fmla="*/ 3111939 w 3279993"/>
                <a:gd name="connsiteY23" fmla="*/ 2233238 h 3171540"/>
                <a:gd name="connsiteX24" fmla="*/ 2933519 w 3279993"/>
                <a:gd name="connsiteY24" fmla="*/ 2545472 h 3171540"/>
                <a:gd name="connsiteX25" fmla="*/ 2431714 w 3279993"/>
                <a:gd name="connsiteY25" fmla="*/ 2634681 h 3171540"/>
                <a:gd name="connsiteX26" fmla="*/ 2253295 w 3279993"/>
                <a:gd name="connsiteY26" fmla="*/ 2779647 h 3171540"/>
                <a:gd name="connsiteX27" fmla="*/ 2197539 w 3279993"/>
                <a:gd name="connsiteY27" fmla="*/ 3036125 h 3171540"/>
                <a:gd name="connsiteX28" fmla="*/ 1907607 w 3279993"/>
                <a:gd name="connsiteY28" fmla="*/ 3169940 h 3171540"/>
                <a:gd name="connsiteX29" fmla="*/ 1718036 w 3279993"/>
                <a:gd name="connsiteY29" fmla="*/ 3069579 h 3171540"/>
                <a:gd name="connsiteX30" fmla="*/ 1706885 w 3279993"/>
                <a:gd name="connsiteY30" fmla="*/ 2556624 h 3171540"/>
                <a:gd name="connsiteX31" fmla="*/ 1941061 w 3279993"/>
                <a:gd name="connsiteY31" fmla="*/ 2244389 h 3171540"/>
                <a:gd name="connsiteX32" fmla="*/ 2364807 w 3279993"/>
                <a:gd name="connsiteY32" fmla="*/ 2088272 h 3171540"/>
                <a:gd name="connsiteX33" fmla="*/ 2654739 w 3279993"/>
                <a:gd name="connsiteY33" fmla="*/ 2065970 h 3171540"/>
                <a:gd name="connsiteX34" fmla="*/ 2621285 w 3279993"/>
                <a:gd name="connsiteY34" fmla="*/ 1653375 h 3171540"/>
                <a:gd name="connsiteX35" fmla="*/ 2621285 w 3279993"/>
                <a:gd name="connsiteY35" fmla="*/ 1240780 h 3171540"/>
                <a:gd name="connsiteX36" fmla="*/ 2654740 w 3279993"/>
                <a:gd name="connsiteY36" fmla="*/ 984300 h 3171540"/>
                <a:gd name="connsiteX37" fmla="*/ 2587832 w 3279993"/>
                <a:gd name="connsiteY37" fmla="*/ 705521 h 3171540"/>
                <a:gd name="connsiteX38" fmla="*/ 2152934 w 3279993"/>
                <a:gd name="connsiteY38" fmla="*/ 839335 h 3171540"/>
                <a:gd name="connsiteX39" fmla="*/ 1495012 w 3279993"/>
                <a:gd name="connsiteY39" fmla="*/ 839335 h 3171540"/>
                <a:gd name="connsiteX40" fmla="*/ 926300 w 3279993"/>
                <a:gd name="connsiteY40" fmla="*/ 750125 h 3171540"/>
                <a:gd name="connsiteX41" fmla="*/ 636368 w 3279993"/>
                <a:gd name="connsiteY41" fmla="*/ 716672 h 3171540"/>
                <a:gd name="connsiteX42" fmla="*/ 714427 w 3279993"/>
                <a:gd name="connsiteY42" fmla="*/ 1329989 h 3171540"/>
                <a:gd name="connsiteX43" fmla="*/ 647519 w 3279993"/>
                <a:gd name="connsiteY43" fmla="*/ 1943306 h 3171540"/>
                <a:gd name="connsiteX44" fmla="*/ 736729 w 3279993"/>
                <a:gd name="connsiteY44" fmla="*/ 2266691 h 3171540"/>
                <a:gd name="connsiteX45" fmla="*/ 680973 w 3279993"/>
                <a:gd name="connsiteY45" fmla="*/ 2779648 h 3171540"/>
                <a:gd name="connsiteX46" fmla="*/ 257227 w 3279993"/>
                <a:gd name="connsiteY46" fmla="*/ 2801951 h 3171540"/>
                <a:gd name="connsiteX47" fmla="*/ 23051 w 3279993"/>
                <a:gd name="connsiteY47" fmla="*/ 2500867 h 3171540"/>
                <a:gd name="connsiteX0" fmla="*/ 23051 w 3279993"/>
                <a:gd name="connsiteY0" fmla="*/ 2500867 h 3170444"/>
                <a:gd name="connsiteX1" fmla="*/ 56505 w 3279993"/>
                <a:gd name="connsiteY1" fmla="*/ 2177482 h 3170444"/>
                <a:gd name="connsiteX2" fmla="*/ 56504 w 3279993"/>
                <a:gd name="connsiteY2" fmla="*/ 1887550 h 3170444"/>
                <a:gd name="connsiteX3" fmla="*/ 34202 w 3279993"/>
                <a:gd name="connsiteY3" fmla="*/ 1564164 h 3170444"/>
                <a:gd name="connsiteX4" fmla="*/ 749 w 3279993"/>
                <a:gd name="connsiteY4" fmla="*/ 1263082 h 3170444"/>
                <a:gd name="connsiteX5" fmla="*/ 11900 w 3279993"/>
                <a:gd name="connsiteY5" fmla="*/ 917394 h 3170444"/>
                <a:gd name="connsiteX6" fmla="*/ 23052 w 3279993"/>
                <a:gd name="connsiteY6" fmla="*/ 638614 h 3170444"/>
                <a:gd name="connsiteX7" fmla="*/ 78807 w 3279993"/>
                <a:gd name="connsiteY7" fmla="*/ 370984 h 3170444"/>
                <a:gd name="connsiteX8" fmla="*/ 123412 w 3279993"/>
                <a:gd name="connsiteY8" fmla="*/ 136808 h 3170444"/>
                <a:gd name="connsiteX9" fmla="*/ 402193 w 3279993"/>
                <a:gd name="connsiteY9" fmla="*/ 2994 h 3170444"/>
                <a:gd name="connsiteX10" fmla="*/ 781334 w 3279993"/>
                <a:gd name="connsiteY10" fmla="*/ 58750 h 3170444"/>
                <a:gd name="connsiteX11" fmla="*/ 1249685 w 3279993"/>
                <a:gd name="connsiteY11" fmla="*/ 2993 h 3170444"/>
                <a:gd name="connsiteX12" fmla="*/ 1584222 w 3279993"/>
                <a:gd name="connsiteY12" fmla="*/ 14145 h 3170444"/>
                <a:gd name="connsiteX13" fmla="*/ 1952212 w 3279993"/>
                <a:gd name="connsiteY13" fmla="*/ 69901 h 3170444"/>
                <a:gd name="connsiteX14" fmla="*/ 2331354 w 3279993"/>
                <a:gd name="connsiteY14" fmla="*/ 14145 h 3170444"/>
                <a:gd name="connsiteX15" fmla="*/ 2677042 w 3279993"/>
                <a:gd name="connsiteY15" fmla="*/ 58749 h 3170444"/>
                <a:gd name="connsiteX16" fmla="*/ 3123090 w 3279993"/>
                <a:gd name="connsiteY16" fmla="*/ 58750 h 3170444"/>
                <a:gd name="connsiteX17" fmla="*/ 3189998 w 3279993"/>
                <a:gd name="connsiteY17" fmla="*/ 359833 h 3170444"/>
                <a:gd name="connsiteX18" fmla="*/ 3178846 w 3279993"/>
                <a:gd name="connsiteY18" fmla="*/ 761277 h 3170444"/>
                <a:gd name="connsiteX19" fmla="*/ 3279207 w 3279993"/>
                <a:gd name="connsiteY19" fmla="*/ 1062360 h 3170444"/>
                <a:gd name="connsiteX20" fmla="*/ 3212300 w 3279993"/>
                <a:gd name="connsiteY20" fmla="*/ 1363442 h 3170444"/>
                <a:gd name="connsiteX21" fmla="*/ 3279208 w 3279993"/>
                <a:gd name="connsiteY21" fmla="*/ 1675676 h 3170444"/>
                <a:gd name="connsiteX22" fmla="*/ 3156544 w 3279993"/>
                <a:gd name="connsiteY22" fmla="*/ 1976760 h 3170444"/>
                <a:gd name="connsiteX23" fmla="*/ 3111939 w 3279993"/>
                <a:gd name="connsiteY23" fmla="*/ 2233238 h 3170444"/>
                <a:gd name="connsiteX24" fmla="*/ 2933519 w 3279993"/>
                <a:gd name="connsiteY24" fmla="*/ 2545472 h 3170444"/>
                <a:gd name="connsiteX25" fmla="*/ 2431714 w 3279993"/>
                <a:gd name="connsiteY25" fmla="*/ 2634681 h 3170444"/>
                <a:gd name="connsiteX26" fmla="*/ 2253295 w 3279993"/>
                <a:gd name="connsiteY26" fmla="*/ 2779647 h 3170444"/>
                <a:gd name="connsiteX27" fmla="*/ 2197539 w 3279993"/>
                <a:gd name="connsiteY27" fmla="*/ 3036125 h 3170444"/>
                <a:gd name="connsiteX28" fmla="*/ 1907607 w 3279993"/>
                <a:gd name="connsiteY28" fmla="*/ 3169940 h 3170444"/>
                <a:gd name="connsiteX29" fmla="*/ 1639977 w 3279993"/>
                <a:gd name="connsiteY29" fmla="*/ 2991521 h 3170444"/>
                <a:gd name="connsiteX30" fmla="*/ 1706885 w 3279993"/>
                <a:gd name="connsiteY30" fmla="*/ 2556624 h 3170444"/>
                <a:gd name="connsiteX31" fmla="*/ 1941061 w 3279993"/>
                <a:gd name="connsiteY31" fmla="*/ 2244389 h 3170444"/>
                <a:gd name="connsiteX32" fmla="*/ 2364807 w 3279993"/>
                <a:gd name="connsiteY32" fmla="*/ 2088272 h 3170444"/>
                <a:gd name="connsiteX33" fmla="*/ 2654739 w 3279993"/>
                <a:gd name="connsiteY33" fmla="*/ 2065970 h 3170444"/>
                <a:gd name="connsiteX34" fmla="*/ 2621285 w 3279993"/>
                <a:gd name="connsiteY34" fmla="*/ 1653375 h 3170444"/>
                <a:gd name="connsiteX35" fmla="*/ 2621285 w 3279993"/>
                <a:gd name="connsiteY35" fmla="*/ 1240780 h 3170444"/>
                <a:gd name="connsiteX36" fmla="*/ 2654740 w 3279993"/>
                <a:gd name="connsiteY36" fmla="*/ 984300 h 3170444"/>
                <a:gd name="connsiteX37" fmla="*/ 2587832 w 3279993"/>
                <a:gd name="connsiteY37" fmla="*/ 705521 h 3170444"/>
                <a:gd name="connsiteX38" fmla="*/ 2152934 w 3279993"/>
                <a:gd name="connsiteY38" fmla="*/ 839335 h 3170444"/>
                <a:gd name="connsiteX39" fmla="*/ 1495012 w 3279993"/>
                <a:gd name="connsiteY39" fmla="*/ 839335 h 3170444"/>
                <a:gd name="connsiteX40" fmla="*/ 926300 w 3279993"/>
                <a:gd name="connsiteY40" fmla="*/ 750125 h 3170444"/>
                <a:gd name="connsiteX41" fmla="*/ 636368 w 3279993"/>
                <a:gd name="connsiteY41" fmla="*/ 716672 h 3170444"/>
                <a:gd name="connsiteX42" fmla="*/ 714427 w 3279993"/>
                <a:gd name="connsiteY42" fmla="*/ 1329989 h 3170444"/>
                <a:gd name="connsiteX43" fmla="*/ 647519 w 3279993"/>
                <a:gd name="connsiteY43" fmla="*/ 1943306 h 3170444"/>
                <a:gd name="connsiteX44" fmla="*/ 736729 w 3279993"/>
                <a:gd name="connsiteY44" fmla="*/ 2266691 h 3170444"/>
                <a:gd name="connsiteX45" fmla="*/ 680973 w 3279993"/>
                <a:gd name="connsiteY45" fmla="*/ 2779648 h 3170444"/>
                <a:gd name="connsiteX46" fmla="*/ 257227 w 3279993"/>
                <a:gd name="connsiteY46" fmla="*/ 2801951 h 3170444"/>
                <a:gd name="connsiteX47" fmla="*/ 23051 w 3279993"/>
                <a:gd name="connsiteY47" fmla="*/ 2500867 h 3170444"/>
                <a:gd name="connsiteX0" fmla="*/ 23051 w 3279993"/>
                <a:gd name="connsiteY0" fmla="*/ 2500867 h 3237148"/>
                <a:gd name="connsiteX1" fmla="*/ 56505 w 3279993"/>
                <a:gd name="connsiteY1" fmla="*/ 2177482 h 3237148"/>
                <a:gd name="connsiteX2" fmla="*/ 56504 w 3279993"/>
                <a:gd name="connsiteY2" fmla="*/ 1887550 h 3237148"/>
                <a:gd name="connsiteX3" fmla="*/ 34202 w 3279993"/>
                <a:gd name="connsiteY3" fmla="*/ 1564164 h 3237148"/>
                <a:gd name="connsiteX4" fmla="*/ 749 w 3279993"/>
                <a:gd name="connsiteY4" fmla="*/ 1263082 h 3237148"/>
                <a:gd name="connsiteX5" fmla="*/ 11900 w 3279993"/>
                <a:gd name="connsiteY5" fmla="*/ 917394 h 3237148"/>
                <a:gd name="connsiteX6" fmla="*/ 23052 w 3279993"/>
                <a:gd name="connsiteY6" fmla="*/ 638614 h 3237148"/>
                <a:gd name="connsiteX7" fmla="*/ 78807 w 3279993"/>
                <a:gd name="connsiteY7" fmla="*/ 370984 h 3237148"/>
                <a:gd name="connsiteX8" fmla="*/ 123412 w 3279993"/>
                <a:gd name="connsiteY8" fmla="*/ 136808 h 3237148"/>
                <a:gd name="connsiteX9" fmla="*/ 402193 w 3279993"/>
                <a:gd name="connsiteY9" fmla="*/ 2994 h 3237148"/>
                <a:gd name="connsiteX10" fmla="*/ 781334 w 3279993"/>
                <a:gd name="connsiteY10" fmla="*/ 58750 h 3237148"/>
                <a:gd name="connsiteX11" fmla="*/ 1249685 w 3279993"/>
                <a:gd name="connsiteY11" fmla="*/ 2993 h 3237148"/>
                <a:gd name="connsiteX12" fmla="*/ 1584222 w 3279993"/>
                <a:gd name="connsiteY12" fmla="*/ 14145 h 3237148"/>
                <a:gd name="connsiteX13" fmla="*/ 1952212 w 3279993"/>
                <a:gd name="connsiteY13" fmla="*/ 69901 h 3237148"/>
                <a:gd name="connsiteX14" fmla="*/ 2331354 w 3279993"/>
                <a:gd name="connsiteY14" fmla="*/ 14145 h 3237148"/>
                <a:gd name="connsiteX15" fmla="*/ 2677042 w 3279993"/>
                <a:gd name="connsiteY15" fmla="*/ 58749 h 3237148"/>
                <a:gd name="connsiteX16" fmla="*/ 3123090 w 3279993"/>
                <a:gd name="connsiteY16" fmla="*/ 58750 h 3237148"/>
                <a:gd name="connsiteX17" fmla="*/ 3189998 w 3279993"/>
                <a:gd name="connsiteY17" fmla="*/ 359833 h 3237148"/>
                <a:gd name="connsiteX18" fmla="*/ 3178846 w 3279993"/>
                <a:gd name="connsiteY18" fmla="*/ 761277 h 3237148"/>
                <a:gd name="connsiteX19" fmla="*/ 3279207 w 3279993"/>
                <a:gd name="connsiteY19" fmla="*/ 1062360 h 3237148"/>
                <a:gd name="connsiteX20" fmla="*/ 3212300 w 3279993"/>
                <a:gd name="connsiteY20" fmla="*/ 1363442 h 3237148"/>
                <a:gd name="connsiteX21" fmla="*/ 3279208 w 3279993"/>
                <a:gd name="connsiteY21" fmla="*/ 1675676 h 3237148"/>
                <a:gd name="connsiteX22" fmla="*/ 3156544 w 3279993"/>
                <a:gd name="connsiteY22" fmla="*/ 1976760 h 3237148"/>
                <a:gd name="connsiteX23" fmla="*/ 3111939 w 3279993"/>
                <a:gd name="connsiteY23" fmla="*/ 2233238 h 3237148"/>
                <a:gd name="connsiteX24" fmla="*/ 2933519 w 3279993"/>
                <a:gd name="connsiteY24" fmla="*/ 2545472 h 3237148"/>
                <a:gd name="connsiteX25" fmla="*/ 2431714 w 3279993"/>
                <a:gd name="connsiteY25" fmla="*/ 2634681 h 3237148"/>
                <a:gd name="connsiteX26" fmla="*/ 2253295 w 3279993"/>
                <a:gd name="connsiteY26" fmla="*/ 2779647 h 3237148"/>
                <a:gd name="connsiteX27" fmla="*/ 2197539 w 3279993"/>
                <a:gd name="connsiteY27" fmla="*/ 3036125 h 3237148"/>
                <a:gd name="connsiteX28" fmla="*/ 1896456 w 3279993"/>
                <a:gd name="connsiteY28" fmla="*/ 3236847 h 3237148"/>
                <a:gd name="connsiteX29" fmla="*/ 1639977 w 3279993"/>
                <a:gd name="connsiteY29" fmla="*/ 2991521 h 3237148"/>
                <a:gd name="connsiteX30" fmla="*/ 1706885 w 3279993"/>
                <a:gd name="connsiteY30" fmla="*/ 2556624 h 3237148"/>
                <a:gd name="connsiteX31" fmla="*/ 1941061 w 3279993"/>
                <a:gd name="connsiteY31" fmla="*/ 2244389 h 3237148"/>
                <a:gd name="connsiteX32" fmla="*/ 2364807 w 3279993"/>
                <a:gd name="connsiteY32" fmla="*/ 2088272 h 3237148"/>
                <a:gd name="connsiteX33" fmla="*/ 2654739 w 3279993"/>
                <a:gd name="connsiteY33" fmla="*/ 2065970 h 3237148"/>
                <a:gd name="connsiteX34" fmla="*/ 2621285 w 3279993"/>
                <a:gd name="connsiteY34" fmla="*/ 1653375 h 3237148"/>
                <a:gd name="connsiteX35" fmla="*/ 2621285 w 3279993"/>
                <a:gd name="connsiteY35" fmla="*/ 1240780 h 3237148"/>
                <a:gd name="connsiteX36" fmla="*/ 2654740 w 3279993"/>
                <a:gd name="connsiteY36" fmla="*/ 984300 h 3237148"/>
                <a:gd name="connsiteX37" fmla="*/ 2587832 w 3279993"/>
                <a:gd name="connsiteY37" fmla="*/ 705521 h 3237148"/>
                <a:gd name="connsiteX38" fmla="*/ 2152934 w 3279993"/>
                <a:gd name="connsiteY38" fmla="*/ 839335 h 3237148"/>
                <a:gd name="connsiteX39" fmla="*/ 1495012 w 3279993"/>
                <a:gd name="connsiteY39" fmla="*/ 839335 h 3237148"/>
                <a:gd name="connsiteX40" fmla="*/ 926300 w 3279993"/>
                <a:gd name="connsiteY40" fmla="*/ 750125 h 3237148"/>
                <a:gd name="connsiteX41" fmla="*/ 636368 w 3279993"/>
                <a:gd name="connsiteY41" fmla="*/ 716672 h 3237148"/>
                <a:gd name="connsiteX42" fmla="*/ 714427 w 3279993"/>
                <a:gd name="connsiteY42" fmla="*/ 1329989 h 3237148"/>
                <a:gd name="connsiteX43" fmla="*/ 647519 w 3279993"/>
                <a:gd name="connsiteY43" fmla="*/ 1943306 h 3237148"/>
                <a:gd name="connsiteX44" fmla="*/ 736729 w 3279993"/>
                <a:gd name="connsiteY44" fmla="*/ 2266691 h 3237148"/>
                <a:gd name="connsiteX45" fmla="*/ 680973 w 3279993"/>
                <a:gd name="connsiteY45" fmla="*/ 2779648 h 3237148"/>
                <a:gd name="connsiteX46" fmla="*/ 257227 w 3279993"/>
                <a:gd name="connsiteY46" fmla="*/ 2801951 h 3237148"/>
                <a:gd name="connsiteX47" fmla="*/ 23051 w 3279993"/>
                <a:gd name="connsiteY47" fmla="*/ 2500867 h 3237148"/>
                <a:gd name="connsiteX0" fmla="*/ 23051 w 3279993"/>
                <a:gd name="connsiteY0" fmla="*/ 2500867 h 3237148"/>
                <a:gd name="connsiteX1" fmla="*/ 56505 w 3279993"/>
                <a:gd name="connsiteY1" fmla="*/ 2177482 h 3237148"/>
                <a:gd name="connsiteX2" fmla="*/ 56504 w 3279993"/>
                <a:gd name="connsiteY2" fmla="*/ 1887550 h 3237148"/>
                <a:gd name="connsiteX3" fmla="*/ 34202 w 3279993"/>
                <a:gd name="connsiteY3" fmla="*/ 1564164 h 3237148"/>
                <a:gd name="connsiteX4" fmla="*/ 749 w 3279993"/>
                <a:gd name="connsiteY4" fmla="*/ 1263082 h 3237148"/>
                <a:gd name="connsiteX5" fmla="*/ 11900 w 3279993"/>
                <a:gd name="connsiteY5" fmla="*/ 917394 h 3237148"/>
                <a:gd name="connsiteX6" fmla="*/ 23052 w 3279993"/>
                <a:gd name="connsiteY6" fmla="*/ 638614 h 3237148"/>
                <a:gd name="connsiteX7" fmla="*/ 78807 w 3279993"/>
                <a:gd name="connsiteY7" fmla="*/ 370984 h 3237148"/>
                <a:gd name="connsiteX8" fmla="*/ 123412 w 3279993"/>
                <a:gd name="connsiteY8" fmla="*/ 136808 h 3237148"/>
                <a:gd name="connsiteX9" fmla="*/ 402193 w 3279993"/>
                <a:gd name="connsiteY9" fmla="*/ 2994 h 3237148"/>
                <a:gd name="connsiteX10" fmla="*/ 781334 w 3279993"/>
                <a:gd name="connsiteY10" fmla="*/ 58750 h 3237148"/>
                <a:gd name="connsiteX11" fmla="*/ 1249685 w 3279993"/>
                <a:gd name="connsiteY11" fmla="*/ 2993 h 3237148"/>
                <a:gd name="connsiteX12" fmla="*/ 1584222 w 3279993"/>
                <a:gd name="connsiteY12" fmla="*/ 14145 h 3237148"/>
                <a:gd name="connsiteX13" fmla="*/ 1952212 w 3279993"/>
                <a:gd name="connsiteY13" fmla="*/ 69901 h 3237148"/>
                <a:gd name="connsiteX14" fmla="*/ 2331354 w 3279993"/>
                <a:gd name="connsiteY14" fmla="*/ 14145 h 3237148"/>
                <a:gd name="connsiteX15" fmla="*/ 2677042 w 3279993"/>
                <a:gd name="connsiteY15" fmla="*/ 58749 h 3237148"/>
                <a:gd name="connsiteX16" fmla="*/ 3123090 w 3279993"/>
                <a:gd name="connsiteY16" fmla="*/ 58750 h 3237148"/>
                <a:gd name="connsiteX17" fmla="*/ 3189998 w 3279993"/>
                <a:gd name="connsiteY17" fmla="*/ 359833 h 3237148"/>
                <a:gd name="connsiteX18" fmla="*/ 3178846 w 3279993"/>
                <a:gd name="connsiteY18" fmla="*/ 761277 h 3237148"/>
                <a:gd name="connsiteX19" fmla="*/ 3279207 w 3279993"/>
                <a:gd name="connsiteY19" fmla="*/ 1062360 h 3237148"/>
                <a:gd name="connsiteX20" fmla="*/ 3212300 w 3279993"/>
                <a:gd name="connsiteY20" fmla="*/ 1363442 h 3237148"/>
                <a:gd name="connsiteX21" fmla="*/ 3279208 w 3279993"/>
                <a:gd name="connsiteY21" fmla="*/ 1675676 h 3237148"/>
                <a:gd name="connsiteX22" fmla="*/ 3156544 w 3279993"/>
                <a:gd name="connsiteY22" fmla="*/ 1976760 h 3237148"/>
                <a:gd name="connsiteX23" fmla="*/ 3111939 w 3279993"/>
                <a:gd name="connsiteY23" fmla="*/ 2233238 h 3237148"/>
                <a:gd name="connsiteX24" fmla="*/ 2933519 w 3279993"/>
                <a:gd name="connsiteY24" fmla="*/ 2545472 h 3237148"/>
                <a:gd name="connsiteX25" fmla="*/ 2431714 w 3279993"/>
                <a:gd name="connsiteY25" fmla="*/ 2634681 h 3237148"/>
                <a:gd name="connsiteX26" fmla="*/ 2253295 w 3279993"/>
                <a:gd name="connsiteY26" fmla="*/ 2779647 h 3237148"/>
                <a:gd name="connsiteX27" fmla="*/ 2197539 w 3279993"/>
                <a:gd name="connsiteY27" fmla="*/ 3036125 h 3237148"/>
                <a:gd name="connsiteX28" fmla="*/ 1896456 w 3279993"/>
                <a:gd name="connsiteY28" fmla="*/ 3236847 h 3237148"/>
                <a:gd name="connsiteX29" fmla="*/ 1639977 w 3279993"/>
                <a:gd name="connsiteY29" fmla="*/ 2991521 h 3237148"/>
                <a:gd name="connsiteX30" fmla="*/ 1706885 w 3279993"/>
                <a:gd name="connsiteY30" fmla="*/ 2556624 h 3237148"/>
                <a:gd name="connsiteX31" fmla="*/ 1941061 w 3279993"/>
                <a:gd name="connsiteY31" fmla="*/ 2244389 h 3237148"/>
                <a:gd name="connsiteX32" fmla="*/ 2364807 w 3279993"/>
                <a:gd name="connsiteY32" fmla="*/ 2088272 h 3237148"/>
                <a:gd name="connsiteX33" fmla="*/ 2654739 w 3279993"/>
                <a:gd name="connsiteY33" fmla="*/ 2065970 h 3237148"/>
                <a:gd name="connsiteX34" fmla="*/ 2621285 w 3279993"/>
                <a:gd name="connsiteY34" fmla="*/ 1653375 h 3237148"/>
                <a:gd name="connsiteX35" fmla="*/ 2621285 w 3279993"/>
                <a:gd name="connsiteY35" fmla="*/ 1240780 h 3237148"/>
                <a:gd name="connsiteX36" fmla="*/ 2654740 w 3279993"/>
                <a:gd name="connsiteY36" fmla="*/ 984300 h 3237148"/>
                <a:gd name="connsiteX37" fmla="*/ 2587832 w 3279993"/>
                <a:gd name="connsiteY37" fmla="*/ 705521 h 3237148"/>
                <a:gd name="connsiteX38" fmla="*/ 2152934 w 3279993"/>
                <a:gd name="connsiteY38" fmla="*/ 839335 h 3237148"/>
                <a:gd name="connsiteX39" fmla="*/ 1495012 w 3279993"/>
                <a:gd name="connsiteY39" fmla="*/ 839335 h 3237148"/>
                <a:gd name="connsiteX40" fmla="*/ 926300 w 3279993"/>
                <a:gd name="connsiteY40" fmla="*/ 750125 h 3237148"/>
                <a:gd name="connsiteX41" fmla="*/ 636368 w 3279993"/>
                <a:gd name="connsiteY41" fmla="*/ 716672 h 3237148"/>
                <a:gd name="connsiteX42" fmla="*/ 714427 w 3279993"/>
                <a:gd name="connsiteY42" fmla="*/ 1329989 h 3237148"/>
                <a:gd name="connsiteX43" fmla="*/ 647519 w 3279993"/>
                <a:gd name="connsiteY43" fmla="*/ 1943306 h 3237148"/>
                <a:gd name="connsiteX44" fmla="*/ 736729 w 3279993"/>
                <a:gd name="connsiteY44" fmla="*/ 2266691 h 3237148"/>
                <a:gd name="connsiteX45" fmla="*/ 870544 w 3279993"/>
                <a:gd name="connsiteY45" fmla="*/ 2779648 h 3237148"/>
                <a:gd name="connsiteX46" fmla="*/ 257227 w 3279993"/>
                <a:gd name="connsiteY46" fmla="*/ 2801951 h 3237148"/>
                <a:gd name="connsiteX47" fmla="*/ 23051 w 3279993"/>
                <a:gd name="connsiteY47" fmla="*/ 2500867 h 3237148"/>
                <a:gd name="connsiteX0" fmla="*/ 23051 w 3279993"/>
                <a:gd name="connsiteY0" fmla="*/ 2500867 h 3237148"/>
                <a:gd name="connsiteX1" fmla="*/ 56505 w 3279993"/>
                <a:gd name="connsiteY1" fmla="*/ 2177482 h 3237148"/>
                <a:gd name="connsiteX2" fmla="*/ 56504 w 3279993"/>
                <a:gd name="connsiteY2" fmla="*/ 1887550 h 3237148"/>
                <a:gd name="connsiteX3" fmla="*/ 34202 w 3279993"/>
                <a:gd name="connsiteY3" fmla="*/ 1564164 h 3237148"/>
                <a:gd name="connsiteX4" fmla="*/ 749 w 3279993"/>
                <a:gd name="connsiteY4" fmla="*/ 1263082 h 3237148"/>
                <a:gd name="connsiteX5" fmla="*/ 11900 w 3279993"/>
                <a:gd name="connsiteY5" fmla="*/ 917394 h 3237148"/>
                <a:gd name="connsiteX6" fmla="*/ 23052 w 3279993"/>
                <a:gd name="connsiteY6" fmla="*/ 638614 h 3237148"/>
                <a:gd name="connsiteX7" fmla="*/ 78807 w 3279993"/>
                <a:gd name="connsiteY7" fmla="*/ 370984 h 3237148"/>
                <a:gd name="connsiteX8" fmla="*/ 123412 w 3279993"/>
                <a:gd name="connsiteY8" fmla="*/ 136808 h 3237148"/>
                <a:gd name="connsiteX9" fmla="*/ 402193 w 3279993"/>
                <a:gd name="connsiteY9" fmla="*/ 2994 h 3237148"/>
                <a:gd name="connsiteX10" fmla="*/ 781334 w 3279993"/>
                <a:gd name="connsiteY10" fmla="*/ 58750 h 3237148"/>
                <a:gd name="connsiteX11" fmla="*/ 1249685 w 3279993"/>
                <a:gd name="connsiteY11" fmla="*/ 2993 h 3237148"/>
                <a:gd name="connsiteX12" fmla="*/ 1584222 w 3279993"/>
                <a:gd name="connsiteY12" fmla="*/ 14145 h 3237148"/>
                <a:gd name="connsiteX13" fmla="*/ 1952212 w 3279993"/>
                <a:gd name="connsiteY13" fmla="*/ 69901 h 3237148"/>
                <a:gd name="connsiteX14" fmla="*/ 2331354 w 3279993"/>
                <a:gd name="connsiteY14" fmla="*/ 14145 h 3237148"/>
                <a:gd name="connsiteX15" fmla="*/ 2677042 w 3279993"/>
                <a:gd name="connsiteY15" fmla="*/ 58749 h 3237148"/>
                <a:gd name="connsiteX16" fmla="*/ 3123090 w 3279993"/>
                <a:gd name="connsiteY16" fmla="*/ 58750 h 3237148"/>
                <a:gd name="connsiteX17" fmla="*/ 3189998 w 3279993"/>
                <a:gd name="connsiteY17" fmla="*/ 359833 h 3237148"/>
                <a:gd name="connsiteX18" fmla="*/ 3178846 w 3279993"/>
                <a:gd name="connsiteY18" fmla="*/ 761277 h 3237148"/>
                <a:gd name="connsiteX19" fmla="*/ 3279207 w 3279993"/>
                <a:gd name="connsiteY19" fmla="*/ 1062360 h 3237148"/>
                <a:gd name="connsiteX20" fmla="*/ 3212300 w 3279993"/>
                <a:gd name="connsiteY20" fmla="*/ 1363442 h 3237148"/>
                <a:gd name="connsiteX21" fmla="*/ 3279208 w 3279993"/>
                <a:gd name="connsiteY21" fmla="*/ 1675676 h 3237148"/>
                <a:gd name="connsiteX22" fmla="*/ 3156544 w 3279993"/>
                <a:gd name="connsiteY22" fmla="*/ 1976760 h 3237148"/>
                <a:gd name="connsiteX23" fmla="*/ 3111939 w 3279993"/>
                <a:gd name="connsiteY23" fmla="*/ 2233238 h 3237148"/>
                <a:gd name="connsiteX24" fmla="*/ 2933519 w 3279993"/>
                <a:gd name="connsiteY24" fmla="*/ 2545472 h 3237148"/>
                <a:gd name="connsiteX25" fmla="*/ 2431714 w 3279993"/>
                <a:gd name="connsiteY25" fmla="*/ 2634681 h 3237148"/>
                <a:gd name="connsiteX26" fmla="*/ 2253295 w 3279993"/>
                <a:gd name="connsiteY26" fmla="*/ 2779647 h 3237148"/>
                <a:gd name="connsiteX27" fmla="*/ 2197539 w 3279993"/>
                <a:gd name="connsiteY27" fmla="*/ 3036125 h 3237148"/>
                <a:gd name="connsiteX28" fmla="*/ 1896456 w 3279993"/>
                <a:gd name="connsiteY28" fmla="*/ 3236847 h 3237148"/>
                <a:gd name="connsiteX29" fmla="*/ 1639977 w 3279993"/>
                <a:gd name="connsiteY29" fmla="*/ 2991521 h 3237148"/>
                <a:gd name="connsiteX30" fmla="*/ 1706885 w 3279993"/>
                <a:gd name="connsiteY30" fmla="*/ 2556624 h 3237148"/>
                <a:gd name="connsiteX31" fmla="*/ 1941061 w 3279993"/>
                <a:gd name="connsiteY31" fmla="*/ 2244389 h 3237148"/>
                <a:gd name="connsiteX32" fmla="*/ 2364807 w 3279993"/>
                <a:gd name="connsiteY32" fmla="*/ 2088272 h 3237148"/>
                <a:gd name="connsiteX33" fmla="*/ 2654739 w 3279993"/>
                <a:gd name="connsiteY33" fmla="*/ 2065970 h 3237148"/>
                <a:gd name="connsiteX34" fmla="*/ 2621285 w 3279993"/>
                <a:gd name="connsiteY34" fmla="*/ 1653375 h 3237148"/>
                <a:gd name="connsiteX35" fmla="*/ 2621285 w 3279993"/>
                <a:gd name="connsiteY35" fmla="*/ 1240780 h 3237148"/>
                <a:gd name="connsiteX36" fmla="*/ 2654740 w 3279993"/>
                <a:gd name="connsiteY36" fmla="*/ 984300 h 3237148"/>
                <a:gd name="connsiteX37" fmla="*/ 2587832 w 3279993"/>
                <a:gd name="connsiteY37" fmla="*/ 705521 h 3237148"/>
                <a:gd name="connsiteX38" fmla="*/ 2152934 w 3279993"/>
                <a:gd name="connsiteY38" fmla="*/ 839335 h 3237148"/>
                <a:gd name="connsiteX39" fmla="*/ 1495012 w 3279993"/>
                <a:gd name="connsiteY39" fmla="*/ 839335 h 3237148"/>
                <a:gd name="connsiteX40" fmla="*/ 926300 w 3279993"/>
                <a:gd name="connsiteY40" fmla="*/ 750125 h 3237148"/>
                <a:gd name="connsiteX41" fmla="*/ 636368 w 3279993"/>
                <a:gd name="connsiteY41" fmla="*/ 716672 h 3237148"/>
                <a:gd name="connsiteX42" fmla="*/ 714427 w 3279993"/>
                <a:gd name="connsiteY42" fmla="*/ 1329989 h 3237148"/>
                <a:gd name="connsiteX43" fmla="*/ 647519 w 3279993"/>
                <a:gd name="connsiteY43" fmla="*/ 1943306 h 3237148"/>
                <a:gd name="connsiteX44" fmla="*/ 770183 w 3279993"/>
                <a:gd name="connsiteY44" fmla="*/ 2244388 h 3237148"/>
                <a:gd name="connsiteX45" fmla="*/ 870544 w 3279993"/>
                <a:gd name="connsiteY45" fmla="*/ 2779648 h 3237148"/>
                <a:gd name="connsiteX46" fmla="*/ 257227 w 3279993"/>
                <a:gd name="connsiteY46" fmla="*/ 2801951 h 3237148"/>
                <a:gd name="connsiteX47" fmla="*/ 23051 w 3279993"/>
                <a:gd name="connsiteY47" fmla="*/ 2500867 h 3237148"/>
                <a:gd name="connsiteX0" fmla="*/ 23051 w 3279993"/>
                <a:gd name="connsiteY0" fmla="*/ 2500867 h 3237148"/>
                <a:gd name="connsiteX1" fmla="*/ 56505 w 3279993"/>
                <a:gd name="connsiteY1" fmla="*/ 2177482 h 3237148"/>
                <a:gd name="connsiteX2" fmla="*/ 56504 w 3279993"/>
                <a:gd name="connsiteY2" fmla="*/ 1887550 h 3237148"/>
                <a:gd name="connsiteX3" fmla="*/ 34202 w 3279993"/>
                <a:gd name="connsiteY3" fmla="*/ 1564164 h 3237148"/>
                <a:gd name="connsiteX4" fmla="*/ 749 w 3279993"/>
                <a:gd name="connsiteY4" fmla="*/ 1263082 h 3237148"/>
                <a:gd name="connsiteX5" fmla="*/ 11900 w 3279993"/>
                <a:gd name="connsiteY5" fmla="*/ 917394 h 3237148"/>
                <a:gd name="connsiteX6" fmla="*/ 23052 w 3279993"/>
                <a:gd name="connsiteY6" fmla="*/ 638614 h 3237148"/>
                <a:gd name="connsiteX7" fmla="*/ 78807 w 3279993"/>
                <a:gd name="connsiteY7" fmla="*/ 370984 h 3237148"/>
                <a:gd name="connsiteX8" fmla="*/ 123412 w 3279993"/>
                <a:gd name="connsiteY8" fmla="*/ 136808 h 3237148"/>
                <a:gd name="connsiteX9" fmla="*/ 402193 w 3279993"/>
                <a:gd name="connsiteY9" fmla="*/ 2994 h 3237148"/>
                <a:gd name="connsiteX10" fmla="*/ 781334 w 3279993"/>
                <a:gd name="connsiteY10" fmla="*/ 58750 h 3237148"/>
                <a:gd name="connsiteX11" fmla="*/ 1249685 w 3279993"/>
                <a:gd name="connsiteY11" fmla="*/ 2993 h 3237148"/>
                <a:gd name="connsiteX12" fmla="*/ 1584222 w 3279993"/>
                <a:gd name="connsiteY12" fmla="*/ 14145 h 3237148"/>
                <a:gd name="connsiteX13" fmla="*/ 1952212 w 3279993"/>
                <a:gd name="connsiteY13" fmla="*/ 69901 h 3237148"/>
                <a:gd name="connsiteX14" fmla="*/ 2331354 w 3279993"/>
                <a:gd name="connsiteY14" fmla="*/ 14145 h 3237148"/>
                <a:gd name="connsiteX15" fmla="*/ 2677042 w 3279993"/>
                <a:gd name="connsiteY15" fmla="*/ 58749 h 3237148"/>
                <a:gd name="connsiteX16" fmla="*/ 3123090 w 3279993"/>
                <a:gd name="connsiteY16" fmla="*/ 58750 h 3237148"/>
                <a:gd name="connsiteX17" fmla="*/ 3189998 w 3279993"/>
                <a:gd name="connsiteY17" fmla="*/ 359833 h 3237148"/>
                <a:gd name="connsiteX18" fmla="*/ 3178846 w 3279993"/>
                <a:gd name="connsiteY18" fmla="*/ 761277 h 3237148"/>
                <a:gd name="connsiteX19" fmla="*/ 3279207 w 3279993"/>
                <a:gd name="connsiteY19" fmla="*/ 1062360 h 3237148"/>
                <a:gd name="connsiteX20" fmla="*/ 3212300 w 3279993"/>
                <a:gd name="connsiteY20" fmla="*/ 1363442 h 3237148"/>
                <a:gd name="connsiteX21" fmla="*/ 3279208 w 3279993"/>
                <a:gd name="connsiteY21" fmla="*/ 1675676 h 3237148"/>
                <a:gd name="connsiteX22" fmla="*/ 3156544 w 3279993"/>
                <a:gd name="connsiteY22" fmla="*/ 1976760 h 3237148"/>
                <a:gd name="connsiteX23" fmla="*/ 3111939 w 3279993"/>
                <a:gd name="connsiteY23" fmla="*/ 2233238 h 3237148"/>
                <a:gd name="connsiteX24" fmla="*/ 2933519 w 3279993"/>
                <a:gd name="connsiteY24" fmla="*/ 2545472 h 3237148"/>
                <a:gd name="connsiteX25" fmla="*/ 2431714 w 3279993"/>
                <a:gd name="connsiteY25" fmla="*/ 2634681 h 3237148"/>
                <a:gd name="connsiteX26" fmla="*/ 2253295 w 3279993"/>
                <a:gd name="connsiteY26" fmla="*/ 2779647 h 3237148"/>
                <a:gd name="connsiteX27" fmla="*/ 2197539 w 3279993"/>
                <a:gd name="connsiteY27" fmla="*/ 3036125 h 3237148"/>
                <a:gd name="connsiteX28" fmla="*/ 1896456 w 3279993"/>
                <a:gd name="connsiteY28" fmla="*/ 3236847 h 3237148"/>
                <a:gd name="connsiteX29" fmla="*/ 1639977 w 3279993"/>
                <a:gd name="connsiteY29" fmla="*/ 2991521 h 3237148"/>
                <a:gd name="connsiteX30" fmla="*/ 1706885 w 3279993"/>
                <a:gd name="connsiteY30" fmla="*/ 2556624 h 3237148"/>
                <a:gd name="connsiteX31" fmla="*/ 1941061 w 3279993"/>
                <a:gd name="connsiteY31" fmla="*/ 2244389 h 3237148"/>
                <a:gd name="connsiteX32" fmla="*/ 2364807 w 3279993"/>
                <a:gd name="connsiteY32" fmla="*/ 2088272 h 3237148"/>
                <a:gd name="connsiteX33" fmla="*/ 2654739 w 3279993"/>
                <a:gd name="connsiteY33" fmla="*/ 2065970 h 3237148"/>
                <a:gd name="connsiteX34" fmla="*/ 2621285 w 3279993"/>
                <a:gd name="connsiteY34" fmla="*/ 1653375 h 3237148"/>
                <a:gd name="connsiteX35" fmla="*/ 2621285 w 3279993"/>
                <a:gd name="connsiteY35" fmla="*/ 1240780 h 3237148"/>
                <a:gd name="connsiteX36" fmla="*/ 2654740 w 3279993"/>
                <a:gd name="connsiteY36" fmla="*/ 984300 h 3237148"/>
                <a:gd name="connsiteX37" fmla="*/ 2587832 w 3279993"/>
                <a:gd name="connsiteY37" fmla="*/ 705521 h 3237148"/>
                <a:gd name="connsiteX38" fmla="*/ 2152934 w 3279993"/>
                <a:gd name="connsiteY38" fmla="*/ 839335 h 3237148"/>
                <a:gd name="connsiteX39" fmla="*/ 1495012 w 3279993"/>
                <a:gd name="connsiteY39" fmla="*/ 839335 h 3237148"/>
                <a:gd name="connsiteX40" fmla="*/ 926300 w 3279993"/>
                <a:gd name="connsiteY40" fmla="*/ 750125 h 3237148"/>
                <a:gd name="connsiteX41" fmla="*/ 636368 w 3279993"/>
                <a:gd name="connsiteY41" fmla="*/ 716672 h 3237148"/>
                <a:gd name="connsiteX42" fmla="*/ 714427 w 3279993"/>
                <a:gd name="connsiteY42" fmla="*/ 1329989 h 3237148"/>
                <a:gd name="connsiteX43" fmla="*/ 647519 w 3279993"/>
                <a:gd name="connsiteY43" fmla="*/ 1943306 h 3237148"/>
                <a:gd name="connsiteX44" fmla="*/ 770183 w 3279993"/>
                <a:gd name="connsiteY44" fmla="*/ 2244388 h 3237148"/>
                <a:gd name="connsiteX45" fmla="*/ 870544 w 3279993"/>
                <a:gd name="connsiteY45" fmla="*/ 2779648 h 3237148"/>
                <a:gd name="connsiteX46" fmla="*/ 413344 w 3279993"/>
                <a:gd name="connsiteY46" fmla="*/ 2757347 h 3237148"/>
                <a:gd name="connsiteX47" fmla="*/ 23051 w 3279993"/>
                <a:gd name="connsiteY47" fmla="*/ 2500867 h 3237148"/>
                <a:gd name="connsiteX0" fmla="*/ 145714 w 3279993"/>
                <a:gd name="connsiteY0" fmla="*/ 2512018 h 3237148"/>
                <a:gd name="connsiteX1" fmla="*/ 56505 w 3279993"/>
                <a:gd name="connsiteY1" fmla="*/ 2177482 h 3237148"/>
                <a:gd name="connsiteX2" fmla="*/ 56504 w 3279993"/>
                <a:gd name="connsiteY2" fmla="*/ 1887550 h 3237148"/>
                <a:gd name="connsiteX3" fmla="*/ 34202 w 3279993"/>
                <a:gd name="connsiteY3" fmla="*/ 1564164 h 3237148"/>
                <a:gd name="connsiteX4" fmla="*/ 749 w 3279993"/>
                <a:gd name="connsiteY4" fmla="*/ 1263082 h 3237148"/>
                <a:gd name="connsiteX5" fmla="*/ 11900 w 3279993"/>
                <a:gd name="connsiteY5" fmla="*/ 917394 h 3237148"/>
                <a:gd name="connsiteX6" fmla="*/ 23052 w 3279993"/>
                <a:gd name="connsiteY6" fmla="*/ 638614 h 3237148"/>
                <a:gd name="connsiteX7" fmla="*/ 78807 w 3279993"/>
                <a:gd name="connsiteY7" fmla="*/ 370984 h 3237148"/>
                <a:gd name="connsiteX8" fmla="*/ 123412 w 3279993"/>
                <a:gd name="connsiteY8" fmla="*/ 136808 h 3237148"/>
                <a:gd name="connsiteX9" fmla="*/ 402193 w 3279993"/>
                <a:gd name="connsiteY9" fmla="*/ 2994 h 3237148"/>
                <a:gd name="connsiteX10" fmla="*/ 781334 w 3279993"/>
                <a:gd name="connsiteY10" fmla="*/ 58750 h 3237148"/>
                <a:gd name="connsiteX11" fmla="*/ 1249685 w 3279993"/>
                <a:gd name="connsiteY11" fmla="*/ 2993 h 3237148"/>
                <a:gd name="connsiteX12" fmla="*/ 1584222 w 3279993"/>
                <a:gd name="connsiteY12" fmla="*/ 14145 h 3237148"/>
                <a:gd name="connsiteX13" fmla="*/ 1952212 w 3279993"/>
                <a:gd name="connsiteY13" fmla="*/ 69901 h 3237148"/>
                <a:gd name="connsiteX14" fmla="*/ 2331354 w 3279993"/>
                <a:gd name="connsiteY14" fmla="*/ 14145 h 3237148"/>
                <a:gd name="connsiteX15" fmla="*/ 2677042 w 3279993"/>
                <a:gd name="connsiteY15" fmla="*/ 58749 h 3237148"/>
                <a:gd name="connsiteX16" fmla="*/ 3123090 w 3279993"/>
                <a:gd name="connsiteY16" fmla="*/ 58750 h 3237148"/>
                <a:gd name="connsiteX17" fmla="*/ 3189998 w 3279993"/>
                <a:gd name="connsiteY17" fmla="*/ 359833 h 3237148"/>
                <a:gd name="connsiteX18" fmla="*/ 3178846 w 3279993"/>
                <a:gd name="connsiteY18" fmla="*/ 761277 h 3237148"/>
                <a:gd name="connsiteX19" fmla="*/ 3279207 w 3279993"/>
                <a:gd name="connsiteY19" fmla="*/ 1062360 h 3237148"/>
                <a:gd name="connsiteX20" fmla="*/ 3212300 w 3279993"/>
                <a:gd name="connsiteY20" fmla="*/ 1363442 h 3237148"/>
                <a:gd name="connsiteX21" fmla="*/ 3279208 w 3279993"/>
                <a:gd name="connsiteY21" fmla="*/ 1675676 h 3237148"/>
                <a:gd name="connsiteX22" fmla="*/ 3156544 w 3279993"/>
                <a:gd name="connsiteY22" fmla="*/ 1976760 h 3237148"/>
                <a:gd name="connsiteX23" fmla="*/ 3111939 w 3279993"/>
                <a:gd name="connsiteY23" fmla="*/ 2233238 h 3237148"/>
                <a:gd name="connsiteX24" fmla="*/ 2933519 w 3279993"/>
                <a:gd name="connsiteY24" fmla="*/ 2545472 h 3237148"/>
                <a:gd name="connsiteX25" fmla="*/ 2431714 w 3279993"/>
                <a:gd name="connsiteY25" fmla="*/ 2634681 h 3237148"/>
                <a:gd name="connsiteX26" fmla="*/ 2253295 w 3279993"/>
                <a:gd name="connsiteY26" fmla="*/ 2779647 h 3237148"/>
                <a:gd name="connsiteX27" fmla="*/ 2197539 w 3279993"/>
                <a:gd name="connsiteY27" fmla="*/ 3036125 h 3237148"/>
                <a:gd name="connsiteX28" fmla="*/ 1896456 w 3279993"/>
                <a:gd name="connsiteY28" fmla="*/ 3236847 h 3237148"/>
                <a:gd name="connsiteX29" fmla="*/ 1639977 w 3279993"/>
                <a:gd name="connsiteY29" fmla="*/ 2991521 h 3237148"/>
                <a:gd name="connsiteX30" fmla="*/ 1706885 w 3279993"/>
                <a:gd name="connsiteY30" fmla="*/ 2556624 h 3237148"/>
                <a:gd name="connsiteX31" fmla="*/ 1941061 w 3279993"/>
                <a:gd name="connsiteY31" fmla="*/ 2244389 h 3237148"/>
                <a:gd name="connsiteX32" fmla="*/ 2364807 w 3279993"/>
                <a:gd name="connsiteY32" fmla="*/ 2088272 h 3237148"/>
                <a:gd name="connsiteX33" fmla="*/ 2654739 w 3279993"/>
                <a:gd name="connsiteY33" fmla="*/ 2065970 h 3237148"/>
                <a:gd name="connsiteX34" fmla="*/ 2621285 w 3279993"/>
                <a:gd name="connsiteY34" fmla="*/ 1653375 h 3237148"/>
                <a:gd name="connsiteX35" fmla="*/ 2621285 w 3279993"/>
                <a:gd name="connsiteY35" fmla="*/ 1240780 h 3237148"/>
                <a:gd name="connsiteX36" fmla="*/ 2654740 w 3279993"/>
                <a:gd name="connsiteY36" fmla="*/ 984300 h 3237148"/>
                <a:gd name="connsiteX37" fmla="*/ 2587832 w 3279993"/>
                <a:gd name="connsiteY37" fmla="*/ 705521 h 3237148"/>
                <a:gd name="connsiteX38" fmla="*/ 2152934 w 3279993"/>
                <a:gd name="connsiteY38" fmla="*/ 839335 h 3237148"/>
                <a:gd name="connsiteX39" fmla="*/ 1495012 w 3279993"/>
                <a:gd name="connsiteY39" fmla="*/ 839335 h 3237148"/>
                <a:gd name="connsiteX40" fmla="*/ 926300 w 3279993"/>
                <a:gd name="connsiteY40" fmla="*/ 750125 h 3237148"/>
                <a:gd name="connsiteX41" fmla="*/ 636368 w 3279993"/>
                <a:gd name="connsiteY41" fmla="*/ 716672 h 3237148"/>
                <a:gd name="connsiteX42" fmla="*/ 714427 w 3279993"/>
                <a:gd name="connsiteY42" fmla="*/ 1329989 h 3237148"/>
                <a:gd name="connsiteX43" fmla="*/ 647519 w 3279993"/>
                <a:gd name="connsiteY43" fmla="*/ 1943306 h 3237148"/>
                <a:gd name="connsiteX44" fmla="*/ 770183 w 3279993"/>
                <a:gd name="connsiteY44" fmla="*/ 2244388 h 3237148"/>
                <a:gd name="connsiteX45" fmla="*/ 870544 w 3279993"/>
                <a:gd name="connsiteY45" fmla="*/ 2779648 h 3237148"/>
                <a:gd name="connsiteX46" fmla="*/ 413344 w 3279993"/>
                <a:gd name="connsiteY46" fmla="*/ 2757347 h 3237148"/>
                <a:gd name="connsiteX47" fmla="*/ 145714 w 3279993"/>
                <a:gd name="connsiteY47" fmla="*/ 2512018 h 3237148"/>
                <a:gd name="connsiteX0" fmla="*/ 145714 w 3279993"/>
                <a:gd name="connsiteY0" fmla="*/ 2512018 h 3237148"/>
                <a:gd name="connsiteX1" fmla="*/ 56505 w 3279993"/>
                <a:gd name="connsiteY1" fmla="*/ 2177482 h 3237148"/>
                <a:gd name="connsiteX2" fmla="*/ 56504 w 3279993"/>
                <a:gd name="connsiteY2" fmla="*/ 1887550 h 3237148"/>
                <a:gd name="connsiteX3" fmla="*/ 34202 w 3279993"/>
                <a:gd name="connsiteY3" fmla="*/ 1564164 h 3237148"/>
                <a:gd name="connsiteX4" fmla="*/ 749 w 3279993"/>
                <a:gd name="connsiteY4" fmla="*/ 1263082 h 3237148"/>
                <a:gd name="connsiteX5" fmla="*/ 11900 w 3279993"/>
                <a:gd name="connsiteY5" fmla="*/ 917394 h 3237148"/>
                <a:gd name="connsiteX6" fmla="*/ 23052 w 3279993"/>
                <a:gd name="connsiteY6" fmla="*/ 638614 h 3237148"/>
                <a:gd name="connsiteX7" fmla="*/ 78807 w 3279993"/>
                <a:gd name="connsiteY7" fmla="*/ 370984 h 3237148"/>
                <a:gd name="connsiteX8" fmla="*/ 123412 w 3279993"/>
                <a:gd name="connsiteY8" fmla="*/ 136808 h 3237148"/>
                <a:gd name="connsiteX9" fmla="*/ 402193 w 3279993"/>
                <a:gd name="connsiteY9" fmla="*/ 2994 h 3237148"/>
                <a:gd name="connsiteX10" fmla="*/ 781334 w 3279993"/>
                <a:gd name="connsiteY10" fmla="*/ 58750 h 3237148"/>
                <a:gd name="connsiteX11" fmla="*/ 1249685 w 3279993"/>
                <a:gd name="connsiteY11" fmla="*/ 2993 h 3237148"/>
                <a:gd name="connsiteX12" fmla="*/ 1584222 w 3279993"/>
                <a:gd name="connsiteY12" fmla="*/ 14145 h 3237148"/>
                <a:gd name="connsiteX13" fmla="*/ 1952212 w 3279993"/>
                <a:gd name="connsiteY13" fmla="*/ 69901 h 3237148"/>
                <a:gd name="connsiteX14" fmla="*/ 2331354 w 3279993"/>
                <a:gd name="connsiteY14" fmla="*/ 14145 h 3237148"/>
                <a:gd name="connsiteX15" fmla="*/ 2677042 w 3279993"/>
                <a:gd name="connsiteY15" fmla="*/ 58749 h 3237148"/>
                <a:gd name="connsiteX16" fmla="*/ 3123090 w 3279993"/>
                <a:gd name="connsiteY16" fmla="*/ 58750 h 3237148"/>
                <a:gd name="connsiteX17" fmla="*/ 3189998 w 3279993"/>
                <a:gd name="connsiteY17" fmla="*/ 359833 h 3237148"/>
                <a:gd name="connsiteX18" fmla="*/ 3178846 w 3279993"/>
                <a:gd name="connsiteY18" fmla="*/ 761277 h 3237148"/>
                <a:gd name="connsiteX19" fmla="*/ 3279207 w 3279993"/>
                <a:gd name="connsiteY19" fmla="*/ 1062360 h 3237148"/>
                <a:gd name="connsiteX20" fmla="*/ 3212300 w 3279993"/>
                <a:gd name="connsiteY20" fmla="*/ 1363442 h 3237148"/>
                <a:gd name="connsiteX21" fmla="*/ 3279208 w 3279993"/>
                <a:gd name="connsiteY21" fmla="*/ 1675676 h 3237148"/>
                <a:gd name="connsiteX22" fmla="*/ 3156544 w 3279993"/>
                <a:gd name="connsiteY22" fmla="*/ 1976760 h 3237148"/>
                <a:gd name="connsiteX23" fmla="*/ 3111939 w 3279993"/>
                <a:gd name="connsiteY23" fmla="*/ 2233238 h 3237148"/>
                <a:gd name="connsiteX24" fmla="*/ 2933519 w 3279993"/>
                <a:gd name="connsiteY24" fmla="*/ 2545472 h 3237148"/>
                <a:gd name="connsiteX25" fmla="*/ 2431714 w 3279993"/>
                <a:gd name="connsiteY25" fmla="*/ 2634681 h 3237148"/>
                <a:gd name="connsiteX26" fmla="*/ 2253295 w 3279993"/>
                <a:gd name="connsiteY26" fmla="*/ 2779647 h 3237148"/>
                <a:gd name="connsiteX27" fmla="*/ 2197539 w 3279993"/>
                <a:gd name="connsiteY27" fmla="*/ 3036125 h 3237148"/>
                <a:gd name="connsiteX28" fmla="*/ 1896456 w 3279993"/>
                <a:gd name="connsiteY28" fmla="*/ 3236847 h 3237148"/>
                <a:gd name="connsiteX29" fmla="*/ 1639977 w 3279993"/>
                <a:gd name="connsiteY29" fmla="*/ 2991521 h 3237148"/>
                <a:gd name="connsiteX30" fmla="*/ 1706885 w 3279993"/>
                <a:gd name="connsiteY30" fmla="*/ 2556624 h 3237148"/>
                <a:gd name="connsiteX31" fmla="*/ 1941061 w 3279993"/>
                <a:gd name="connsiteY31" fmla="*/ 2244389 h 3237148"/>
                <a:gd name="connsiteX32" fmla="*/ 2364807 w 3279993"/>
                <a:gd name="connsiteY32" fmla="*/ 2088272 h 3237148"/>
                <a:gd name="connsiteX33" fmla="*/ 2654739 w 3279993"/>
                <a:gd name="connsiteY33" fmla="*/ 2065970 h 3237148"/>
                <a:gd name="connsiteX34" fmla="*/ 2621285 w 3279993"/>
                <a:gd name="connsiteY34" fmla="*/ 1653375 h 3237148"/>
                <a:gd name="connsiteX35" fmla="*/ 2621285 w 3279993"/>
                <a:gd name="connsiteY35" fmla="*/ 1240780 h 3237148"/>
                <a:gd name="connsiteX36" fmla="*/ 2654740 w 3279993"/>
                <a:gd name="connsiteY36" fmla="*/ 984300 h 3237148"/>
                <a:gd name="connsiteX37" fmla="*/ 2587832 w 3279993"/>
                <a:gd name="connsiteY37" fmla="*/ 705521 h 3237148"/>
                <a:gd name="connsiteX38" fmla="*/ 2152934 w 3279993"/>
                <a:gd name="connsiteY38" fmla="*/ 839335 h 3237148"/>
                <a:gd name="connsiteX39" fmla="*/ 1495012 w 3279993"/>
                <a:gd name="connsiteY39" fmla="*/ 839335 h 3237148"/>
                <a:gd name="connsiteX40" fmla="*/ 926300 w 3279993"/>
                <a:gd name="connsiteY40" fmla="*/ 750125 h 3237148"/>
                <a:gd name="connsiteX41" fmla="*/ 636368 w 3279993"/>
                <a:gd name="connsiteY41" fmla="*/ 716672 h 3237148"/>
                <a:gd name="connsiteX42" fmla="*/ 714427 w 3279993"/>
                <a:gd name="connsiteY42" fmla="*/ 1329989 h 3237148"/>
                <a:gd name="connsiteX43" fmla="*/ 647519 w 3279993"/>
                <a:gd name="connsiteY43" fmla="*/ 1943306 h 3237148"/>
                <a:gd name="connsiteX44" fmla="*/ 859393 w 3279993"/>
                <a:gd name="connsiteY44" fmla="*/ 2222086 h 3237148"/>
                <a:gd name="connsiteX45" fmla="*/ 870544 w 3279993"/>
                <a:gd name="connsiteY45" fmla="*/ 2779648 h 3237148"/>
                <a:gd name="connsiteX46" fmla="*/ 413344 w 3279993"/>
                <a:gd name="connsiteY46" fmla="*/ 2757347 h 3237148"/>
                <a:gd name="connsiteX47" fmla="*/ 145714 w 3279993"/>
                <a:gd name="connsiteY47" fmla="*/ 2512018 h 3237148"/>
                <a:gd name="connsiteX0" fmla="*/ 145714 w 3279993"/>
                <a:gd name="connsiteY0" fmla="*/ 2512018 h 3237148"/>
                <a:gd name="connsiteX1" fmla="*/ 56505 w 3279993"/>
                <a:gd name="connsiteY1" fmla="*/ 2177482 h 3237148"/>
                <a:gd name="connsiteX2" fmla="*/ 56504 w 3279993"/>
                <a:gd name="connsiteY2" fmla="*/ 1887550 h 3237148"/>
                <a:gd name="connsiteX3" fmla="*/ 34202 w 3279993"/>
                <a:gd name="connsiteY3" fmla="*/ 1564164 h 3237148"/>
                <a:gd name="connsiteX4" fmla="*/ 749 w 3279993"/>
                <a:gd name="connsiteY4" fmla="*/ 1263082 h 3237148"/>
                <a:gd name="connsiteX5" fmla="*/ 11900 w 3279993"/>
                <a:gd name="connsiteY5" fmla="*/ 917394 h 3237148"/>
                <a:gd name="connsiteX6" fmla="*/ 23052 w 3279993"/>
                <a:gd name="connsiteY6" fmla="*/ 638614 h 3237148"/>
                <a:gd name="connsiteX7" fmla="*/ 78807 w 3279993"/>
                <a:gd name="connsiteY7" fmla="*/ 370984 h 3237148"/>
                <a:gd name="connsiteX8" fmla="*/ 123412 w 3279993"/>
                <a:gd name="connsiteY8" fmla="*/ 136808 h 3237148"/>
                <a:gd name="connsiteX9" fmla="*/ 402193 w 3279993"/>
                <a:gd name="connsiteY9" fmla="*/ 2994 h 3237148"/>
                <a:gd name="connsiteX10" fmla="*/ 781334 w 3279993"/>
                <a:gd name="connsiteY10" fmla="*/ 58750 h 3237148"/>
                <a:gd name="connsiteX11" fmla="*/ 1249685 w 3279993"/>
                <a:gd name="connsiteY11" fmla="*/ 2993 h 3237148"/>
                <a:gd name="connsiteX12" fmla="*/ 1584222 w 3279993"/>
                <a:gd name="connsiteY12" fmla="*/ 14145 h 3237148"/>
                <a:gd name="connsiteX13" fmla="*/ 1952212 w 3279993"/>
                <a:gd name="connsiteY13" fmla="*/ 69901 h 3237148"/>
                <a:gd name="connsiteX14" fmla="*/ 2331354 w 3279993"/>
                <a:gd name="connsiteY14" fmla="*/ 14145 h 3237148"/>
                <a:gd name="connsiteX15" fmla="*/ 2677042 w 3279993"/>
                <a:gd name="connsiteY15" fmla="*/ 58749 h 3237148"/>
                <a:gd name="connsiteX16" fmla="*/ 3123090 w 3279993"/>
                <a:gd name="connsiteY16" fmla="*/ 58750 h 3237148"/>
                <a:gd name="connsiteX17" fmla="*/ 3189998 w 3279993"/>
                <a:gd name="connsiteY17" fmla="*/ 359833 h 3237148"/>
                <a:gd name="connsiteX18" fmla="*/ 3178846 w 3279993"/>
                <a:gd name="connsiteY18" fmla="*/ 761277 h 3237148"/>
                <a:gd name="connsiteX19" fmla="*/ 3279207 w 3279993"/>
                <a:gd name="connsiteY19" fmla="*/ 1062360 h 3237148"/>
                <a:gd name="connsiteX20" fmla="*/ 3212300 w 3279993"/>
                <a:gd name="connsiteY20" fmla="*/ 1363442 h 3237148"/>
                <a:gd name="connsiteX21" fmla="*/ 3279208 w 3279993"/>
                <a:gd name="connsiteY21" fmla="*/ 1675676 h 3237148"/>
                <a:gd name="connsiteX22" fmla="*/ 3156544 w 3279993"/>
                <a:gd name="connsiteY22" fmla="*/ 1976760 h 3237148"/>
                <a:gd name="connsiteX23" fmla="*/ 3111939 w 3279993"/>
                <a:gd name="connsiteY23" fmla="*/ 2233238 h 3237148"/>
                <a:gd name="connsiteX24" fmla="*/ 2933519 w 3279993"/>
                <a:gd name="connsiteY24" fmla="*/ 2545472 h 3237148"/>
                <a:gd name="connsiteX25" fmla="*/ 2431714 w 3279993"/>
                <a:gd name="connsiteY25" fmla="*/ 2634681 h 3237148"/>
                <a:gd name="connsiteX26" fmla="*/ 2253295 w 3279993"/>
                <a:gd name="connsiteY26" fmla="*/ 2779647 h 3237148"/>
                <a:gd name="connsiteX27" fmla="*/ 2197539 w 3279993"/>
                <a:gd name="connsiteY27" fmla="*/ 3036125 h 3237148"/>
                <a:gd name="connsiteX28" fmla="*/ 1896456 w 3279993"/>
                <a:gd name="connsiteY28" fmla="*/ 3236847 h 3237148"/>
                <a:gd name="connsiteX29" fmla="*/ 1639977 w 3279993"/>
                <a:gd name="connsiteY29" fmla="*/ 2991521 h 3237148"/>
                <a:gd name="connsiteX30" fmla="*/ 1706885 w 3279993"/>
                <a:gd name="connsiteY30" fmla="*/ 2556624 h 3237148"/>
                <a:gd name="connsiteX31" fmla="*/ 1941061 w 3279993"/>
                <a:gd name="connsiteY31" fmla="*/ 2244389 h 3237148"/>
                <a:gd name="connsiteX32" fmla="*/ 2364807 w 3279993"/>
                <a:gd name="connsiteY32" fmla="*/ 2088272 h 3237148"/>
                <a:gd name="connsiteX33" fmla="*/ 2654739 w 3279993"/>
                <a:gd name="connsiteY33" fmla="*/ 2065970 h 3237148"/>
                <a:gd name="connsiteX34" fmla="*/ 2621285 w 3279993"/>
                <a:gd name="connsiteY34" fmla="*/ 1653375 h 3237148"/>
                <a:gd name="connsiteX35" fmla="*/ 2621285 w 3279993"/>
                <a:gd name="connsiteY35" fmla="*/ 1240780 h 3237148"/>
                <a:gd name="connsiteX36" fmla="*/ 2654740 w 3279993"/>
                <a:gd name="connsiteY36" fmla="*/ 984300 h 3237148"/>
                <a:gd name="connsiteX37" fmla="*/ 2587832 w 3279993"/>
                <a:gd name="connsiteY37" fmla="*/ 705521 h 3237148"/>
                <a:gd name="connsiteX38" fmla="*/ 2152934 w 3279993"/>
                <a:gd name="connsiteY38" fmla="*/ 839335 h 3237148"/>
                <a:gd name="connsiteX39" fmla="*/ 1495012 w 3279993"/>
                <a:gd name="connsiteY39" fmla="*/ 839335 h 3237148"/>
                <a:gd name="connsiteX40" fmla="*/ 926300 w 3279993"/>
                <a:gd name="connsiteY40" fmla="*/ 750125 h 3237148"/>
                <a:gd name="connsiteX41" fmla="*/ 636368 w 3279993"/>
                <a:gd name="connsiteY41" fmla="*/ 716672 h 3237148"/>
                <a:gd name="connsiteX42" fmla="*/ 714427 w 3279993"/>
                <a:gd name="connsiteY42" fmla="*/ 1329989 h 3237148"/>
                <a:gd name="connsiteX43" fmla="*/ 647519 w 3279993"/>
                <a:gd name="connsiteY43" fmla="*/ 1943306 h 3237148"/>
                <a:gd name="connsiteX44" fmla="*/ 859393 w 3279993"/>
                <a:gd name="connsiteY44" fmla="*/ 2222086 h 3237148"/>
                <a:gd name="connsiteX45" fmla="*/ 814788 w 3279993"/>
                <a:gd name="connsiteY45" fmla="*/ 2712741 h 3237148"/>
                <a:gd name="connsiteX46" fmla="*/ 413344 w 3279993"/>
                <a:gd name="connsiteY46" fmla="*/ 2757347 h 3237148"/>
                <a:gd name="connsiteX47" fmla="*/ 145714 w 3279993"/>
                <a:gd name="connsiteY47" fmla="*/ 2512018 h 3237148"/>
                <a:gd name="connsiteX0" fmla="*/ 145714 w 3279644"/>
                <a:gd name="connsiteY0" fmla="*/ 2512018 h 3237148"/>
                <a:gd name="connsiteX1" fmla="*/ 56505 w 3279644"/>
                <a:gd name="connsiteY1" fmla="*/ 2177482 h 3237148"/>
                <a:gd name="connsiteX2" fmla="*/ 56504 w 3279644"/>
                <a:gd name="connsiteY2" fmla="*/ 1887550 h 3237148"/>
                <a:gd name="connsiteX3" fmla="*/ 34202 w 3279644"/>
                <a:gd name="connsiteY3" fmla="*/ 1564164 h 3237148"/>
                <a:gd name="connsiteX4" fmla="*/ 749 w 3279644"/>
                <a:gd name="connsiteY4" fmla="*/ 1263082 h 3237148"/>
                <a:gd name="connsiteX5" fmla="*/ 11900 w 3279644"/>
                <a:gd name="connsiteY5" fmla="*/ 917394 h 3237148"/>
                <a:gd name="connsiteX6" fmla="*/ 23052 w 3279644"/>
                <a:gd name="connsiteY6" fmla="*/ 638614 h 3237148"/>
                <a:gd name="connsiteX7" fmla="*/ 78807 w 3279644"/>
                <a:gd name="connsiteY7" fmla="*/ 370984 h 3237148"/>
                <a:gd name="connsiteX8" fmla="*/ 123412 w 3279644"/>
                <a:gd name="connsiteY8" fmla="*/ 136808 h 3237148"/>
                <a:gd name="connsiteX9" fmla="*/ 402193 w 3279644"/>
                <a:gd name="connsiteY9" fmla="*/ 2994 h 3237148"/>
                <a:gd name="connsiteX10" fmla="*/ 781334 w 3279644"/>
                <a:gd name="connsiteY10" fmla="*/ 58750 h 3237148"/>
                <a:gd name="connsiteX11" fmla="*/ 1249685 w 3279644"/>
                <a:gd name="connsiteY11" fmla="*/ 2993 h 3237148"/>
                <a:gd name="connsiteX12" fmla="*/ 1584222 w 3279644"/>
                <a:gd name="connsiteY12" fmla="*/ 14145 h 3237148"/>
                <a:gd name="connsiteX13" fmla="*/ 1952212 w 3279644"/>
                <a:gd name="connsiteY13" fmla="*/ 69901 h 3237148"/>
                <a:gd name="connsiteX14" fmla="*/ 2331354 w 3279644"/>
                <a:gd name="connsiteY14" fmla="*/ 14145 h 3237148"/>
                <a:gd name="connsiteX15" fmla="*/ 2677042 w 3279644"/>
                <a:gd name="connsiteY15" fmla="*/ 58749 h 3237148"/>
                <a:gd name="connsiteX16" fmla="*/ 3123090 w 3279644"/>
                <a:gd name="connsiteY16" fmla="*/ 58750 h 3237148"/>
                <a:gd name="connsiteX17" fmla="*/ 3189998 w 3279644"/>
                <a:gd name="connsiteY17" fmla="*/ 359833 h 3237148"/>
                <a:gd name="connsiteX18" fmla="*/ 3178846 w 3279644"/>
                <a:gd name="connsiteY18" fmla="*/ 761277 h 3237148"/>
                <a:gd name="connsiteX19" fmla="*/ 3279207 w 3279644"/>
                <a:gd name="connsiteY19" fmla="*/ 1062360 h 3237148"/>
                <a:gd name="connsiteX20" fmla="*/ 3212300 w 3279644"/>
                <a:gd name="connsiteY20" fmla="*/ 1363442 h 3237148"/>
                <a:gd name="connsiteX21" fmla="*/ 3279208 w 3279644"/>
                <a:gd name="connsiteY21" fmla="*/ 1675676 h 3237148"/>
                <a:gd name="connsiteX22" fmla="*/ 3234603 w 3279644"/>
                <a:gd name="connsiteY22" fmla="*/ 2021364 h 3237148"/>
                <a:gd name="connsiteX23" fmla="*/ 3111939 w 3279644"/>
                <a:gd name="connsiteY23" fmla="*/ 2233238 h 3237148"/>
                <a:gd name="connsiteX24" fmla="*/ 2933519 w 3279644"/>
                <a:gd name="connsiteY24" fmla="*/ 2545472 h 3237148"/>
                <a:gd name="connsiteX25" fmla="*/ 2431714 w 3279644"/>
                <a:gd name="connsiteY25" fmla="*/ 2634681 h 3237148"/>
                <a:gd name="connsiteX26" fmla="*/ 2253295 w 3279644"/>
                <a:gd name="connsiteY26" fmla="*/ 2779647 h 3237148"/>
                <a:gd name="connsiteX27" fmla="*/ 2197539 w 3279644"/>
                <a:gd name="connsiteY27" fmla="*/ 3036125 h 3237148"/>
                <a:gd name="connsiteX28" fmla="*/ 1896456 w 3279644"/>
                <a:gd name="connsiteY28" fmla="*/ 3236847 h 3237148"/>
                <a:gd name="connsiteX29" fmla="*/ 1639977 w 3279644"/>
                <a:gd name="connsiteY29" fmla="*/ 2991521 h 3237148"/>
                <a:gd name="connsiteX30" fmla="*/ 1706885 w 3279644"/>
                <a:gd name="connsiteY30" fmla="*/ 2556624 h 3237148"/>
                <a:gd name="connsiteX31" fmla="*/ 1941061 w 3279644"/>
                <a:gd name="connsiteY31" fmla="*/ 2244389 h 3237148"/>
                <a:gd name="connsiteX32" fmla="*/ 2364807 w 3279644"/>
                <a:gd name="connsiteY32" fmla="*/ 2088272 h 3237148"/>
                <a:gd name="connsiteX33" fmla="*/ 2654739 w 3279644"/>
                <a:gd name="connsiteY33" fmla="*/ 2065970 h 3237148"/>
                <a:gd name="connsiteX34" fmla="*/ 2621285 w 3279644"/>
                <a:gd name="connsiteY34" fmla="*/ 1653375 h 3237148"/>
                <a:gd name="connsiteX35" fmla="*/ 2621285 w 3279644"/>
                <a:gd name="connsiteY35" fmla="*/ 1240780 h 3237148"/>
                <a:gd name="connsiteX36" fmla="*/ 2654740 w 3279644"/>
                <a:gd name="connsiteY36" fmla="*/ 984300 h 3237148"/>
                <a:gd name="connsiteX37" fmla="*/ 2587832 w 3279644"/>
                <a:gd name="connsiteY37" fmla="*/ 705521 h 3237148"/>
                <a:gd name="connsiteX38" fmla="*/ 2152934 w 3279644"/>
                <a:gd name="connsiteY38" fmla="*/ 839335 h 3237148"/>
                <a:gd name="connsiteX39" fmla="*/ 1495012 w 3279644"/>
                <a:gd name="connsiteY39" fmla="*/ 839335 h 3237148"/>
                <a:gd name="connsiteX40" fmla="*/ 926300 w 3279644"/>
                <a:gd name="connsiteY40" fmla="*/ 750125 h 3237148"/>
                <a:gd name="connsiteX41" fmla="*/ 636368 w 3279644"/>
                <a:gd name="connsiteY41" fmla="*/ 716672 h 3237148"/>
                <a:gd name="connsiteX42" fmla="*/ 714427 w 3279644"/>
                <a:gd name="connsiteY42" fmla="*/ 1329989 h 3237148"/>
                <a:gd name="connsiteX43" fmla="*/ 647519 w 3279644"/>
                <a:gd name="connsiteY43" fmla="*/ 1943306 h 3237148"/>
                <a:gd name="connsiteX44" fmla="*/ 859393 w 3279644"/>
                <a:gd name="connsiteY44" fmla="*/ 2222086 h 3237148"/>
                <a:gd name="connsiteX45" fmla="*/ 814788 w 3279644"/>
                <a:gd name="connsiteY45" fmla="*/ 2712741 h 3237148"/>
                <a:gd name="connsiteX46" fmla="*/ 413344 w 3279644"/>
                <a:gd name="connsiteY46" fmla="*/ 2757347 h 3237148"/>
                <a:gd name="connsiteX47" fmla="*/ 145714 w 3279644"/>
                <a:gd name="connsiteY47" fmla="*/ 2512018 h 3237148"/>
                <a:gd name="connsiteX0" fmla="*/ 145714 w 3279588"/>
                <a:gd name="connsiteY0" fmla="*/ 2512018 h 3237148"/>
                <a:gd name="connsiteX1" fmla="*/ 56505 w 3279588"/>
                <a:gd name="connsiteY1" fmla="*/ 2177482 h 3237148"/>
                <a:gd name="connsiteX2" fmla="*/ 56504 w 3279588"/>
                <a:gd name="connsiteY2" fmla="*/ 1887550 h 3237148"/>
                <a:gd name="connsiteX3" fmla="*/ 34202 w 3279588"/>
                <a:gd name="connsiteY3" fmla="*/ 1564164 h 3237148"/>
                <a:gd name="connsiteX4" fmla="*/ 749 w 3279588"/>
                <a:gd name="connsiteY4" fmla="*/ 1263082 h 3237148"/>
                <a:gd name="connsiteX5" fmla="*/ 11900 w 3279588"/>
                <a:gd name="connsiteY5" fmla="*/ 917394 h 3237148"/>
                <a:gd name="connsiteX6" fmla="*/ 23052 w 3279588"/>
                <a:gd name="connsiteY6" fmla="*/ 638614 h 3237148"/>
                <a:gd name="connsiteX7" fmla="*/ 78807 w 3279588"/>
                <a:gd name="connsiteY7" fmla="*/ 370984 h 3237148"/>
                <a:gd name="connsiteX8" fmla="*/ 123412 w 3279588"/>
                <a:gd name="connsiteY8" fmla="*/ 136808 h 3237148"/>
                <a:gd name="connsiteX9" fmla="*/ 402193 w 3279588"/>
                <a:gd name="connsiteY9" fmla="*/ 2994 h 3237148"/>
                <a:gd name="connsiteX10" fmla="*/ 781334 w 3279588"/>
                <a:gd name="connsiteY10" fmla="*/ 58750 h 3237148"/>
                <a:gd name="connsiteX11" fmla="*/ 1249685 w 3279588"/>
                <a:gd name="connsiteY11" fmla="*/ 2993 h 3237148"/>
                <a:gd name="connsiteX12" fmla="*/ 1584222 w 3279588"/>
                <a:gd name="connsiteY12" fmla="*/ 14145 h 3237148"/>
                <a:gd name="connsiteX13" fmla="*/ 1952212 w 3279588"/>
                <a:gd name="connsiteY13" fmla="*/ 69901 h 3237148"/>
                <a:gd name="connsiteX14" fmla="*/ 2331354 w 3279588"/>
                <a:gd name="connsiteY14" fmla="*/ 14145 h 3237148"/>
                <a:gd name="connsiteX15" fmla="*/ 2677042 w 3279588"/>
                <a:gd name="connsiteY15" fmla="*/ 58749 h 3237148"/>
                <a:gd name="connsiteX16" fmla="*/ 3123090 w 3279588"/>
                <a:gd name="connsiteY16" fmla="*/ 58750 h 3237148"/>
                <a:gd name="connsiteX17" fmla="*/ 3189998 w 3279588"/>
                <a:gd name="connsiteY17" fmla="*/ 359833 h 3237148"/>
                <a:gd name="connsiteX18" fmla="*/ 3178846 w 3279588"/>
                <a:gd name="connsiteY18" fmla="*/ 761277 h 3237148"/>
                <a:gd name="connsiteX19" fmla="*/ 3279207 w 3279588"/>
                <a:gd name="connsiteY19" fmla="*/ 1062360 h 3237148"/>
                <a:gd name="connsiteX20" fmla="*/ 3212300 w 3279588"/>
                <a:gd name="connsiteY20" fmla="*/ 1363442 h 3237148"/>
                <a:gd name="connsiteX21" fmla="*/ 3279208 w 3279588"/>
                <a:gd name="connsiteY21" fmla="*/ 1675676 h 3237148"/>
                <a:gd name="connsiteX22" fmla="*/ 3234603 w 3279588"/>
                <a:gd name="connsiteY22" fmla="*/ 2021364 h 3237148"/>
                <a:gd name="connsiteX23" fmla="*/ 3134242 w 3279588"/>
                <a:gd name="connsiteY23" fmla="*/ 2333599 h 3237148"/>
                <a:gd name="connsiteX24" fmla="*/ 2933519 w 3279588"/>
                <a:gd name="connsiteY24" fmla="*/ 2545472 h 3237148"/>
                <a:gd name="connsiteX25" fmla="*/ 2431714 w 3279588"/>
                <a:gd name="connsiteY25" fmla="*/ 2634681 h 3237148"/>
                <a:gd name="connsiteX26" fmla="*/ 2253295 w 3279588"/>
                <a:gd name="connsiteY26" fmla="*/ 2779647 h 3237148"/>
                <a:gd name="connsiteX27" fmla="*/ 2197539 w 3279588"/>
                <a:gd name="connsiteY27" fmla="*/ 3036125 h 3237148"/>
                <a:gd name="connsiteX28" fmla="*/ 1896456 w 3279588"/>
                <a:gd name="connsiteY28" fmla="*/ 3236847 h 3237148"/>
                <a:gd name="connsiteX29" fmla="*/ 1639977 w 3279588"/>
                <a:gd name="connsiteY29" fmla="*/ 2991521 h 3237148"/>
                <a:gd name="connsiteX30" fmla="*/ 1706885 w 3279588"/>
                <a:gd name="connsiteY30" fmla="*/ 2556624 h 3237148"/>
                <a:gd name="connsiteX31" fmla="*/ 1941061 w 3279588"/>
                <a:gd name="connsiteY31" fmla="*/ 2244389 h 3237148"/>
                <a:gd name="connsiteX32" fmla="*/ 2364807 w 3279588"/>
                <a:gd name="connsiteY32" fmla="*/ 2088272 h 3237148"/>
                <a:gd name="connsiteX33" fmla="*/ 2654739 w 3279588"/>
                <a:gd name="connsiteY33" fmla="*/ 2065970 h 3237148"/>
                <a:gd name="connsiteX34" fmla="*/ 2621285 w 3279588"/>
                <a:gd name="connsiteY34" fmla="*/ 1653375 h 3237148"/>
                <a:gd name="connsiteX35" fmla="*/ 2621285 w 3279588"/>
                <a:gd name="connsiteY35" fmla="*/ 1240780 h 3237148"/>
                <a:gd name="connsiteX36" fmla="*/ 2654740 w 3279588"/>
                <a:gd name="connsiteY36" fmla="*/ 984300 h 3237148"/>
                <a:gd name="connsiteX37" fmla="*/ 2587832 w 3279588"/>
                <a:gd name="connsiteY37" fmla="*/ 705521 h 3237148"/>
                <a:gd name="connsiteX38" fmla="*/ 2152934 w 3279588"/>
                <a:gd name="connsiteY38" fmla="*/ 839335 h 3237148"/>
                <a:gd name="connsiteX39" fmla="*/ 1495012 w 3279588"/>
                <a:gd name="connsiteY39" fmla="*/ 839335 h 3237148"/>
                <a:gd name="connsiteX40" fmla="*/ 926300 w 3279588"/>
                <a:gd name="connsiteY40" fmla="*/ 750125 h 3237148"/>
                <a:gd name="connsiteX41" fmla="*/ 636368 w 3279588"/>
                <a:gd name="connsiteY41" fmla="*/ 716672 h 3237148"/>
                <a:gd name="connsiteX42" fmla="*/ 714427 w 3279588"/>
                <a:gd name="connsiteY42" fmla="*/ 1329989 h 3237148"/>
                <a:gd name="connsiteX43" fmla="*/ 647519 w 3279588"/>
                <a:gd name="connsiteY43" fmla="*/ 1943306 h 3237148"/>
                <a:gd name="connsiteX44" fmla="*/ 859393 w 3279588"/>
                <a:gd name="connsiteY44" fmla="*/ 2222086 h 3237148"/>
                <a:gd name="connsiteX45" fmla="*/ 814788 w 3279588"/>
                <a:gd name="connsiteY45" fmla="*/ 2712741 h 3237148"/>
                <a:gd name="connsiteX46" fmla="*/ 413344 w 3279588"/>
                <a:gd name="connsiteY46" fmla="*/ 2757347 h 3237148"/>
                <a:gd name="connsiteX47" fmla="*/ 145714 w 3279588"/>
                <a:gd name="connsiteY47" fmla="*/ 2512018 h 3237148"/>
                <a:gd name="connsiteX0" fmla="*/ 145714 w 3279588"/>
                <a:gd name="connsiteY0" fmla="*/ 2512018 h 3237148"/>
                <a:gd name="connsiteX1" fmla="*/ 56505 w 3279588"/>
                <a:gd name="connsiteY1" fmla="*/ 2177482 h 3237148"/>
                <a:gd name="connsiteX2" fmla="*/ 56504 w 3279588"/>
                <a:gd name="connsiteY2" fmla="*/ 1887550 h 3237148"/>
                <a:gd name="connsiteX3" fmla="*/ 34202 w 3279588"/>
                <a:gd name="connsiteY3" fmla="*/ 1564164 h 3237148"/>
                <a:gd name="connsiteX4" fmla="*/ 749 w 3279588"/>
                <a:gd name="connsiteY4" fmla="*/ 1263082 h 3237148"/>
                <a:gd name="connsiteX5" fmla="*/ 11900 w 3279588"/>
                <a:gd name="connsiteY5" fmla="*/ 917394 h 3237148"/>
                <a:gd name="connsiteX6" fmla="*/ 23052 w 3279588"/>
                <a:gd name="connsiteY6" fmla="*/ 638614 h 3237148"/>
                <a:gd name="connsiteX7" fmla="*/ 78807 w 3279588"/>
                <a:gd name="connsiteY7" fmla="*/ 370984 h 3237148"/>
                <a:gd name="connsiteX8" fmla="*/ 123412 w 3279588"/>
                <a:gd name="connsiteY8" fmla="*/ 136808 h 3237148"/>
                <a:gd name="connsiteX9" fmla="*/ 402193 w 3279588"/>
                <a:gd name="connsiteY9" fmla="*/ 2994 h 3237148"/>
                <a:gd name="connsiteX10" fmla="*/ 781334 w 3279588"/>
                <a:gd name="connsiteY10" fmla="*/ 58750 h 3237148"/>
                <a:gd name="connsiteX11" fmla="*/ 1249685 w 3279588"/>
                <a:gd name="connsiteY11" fmla="*/ 2993 h 3237148"/>
                <a:gd name="connsiteX12" fmla="*/ 1584222 w 3279588"/>
                <a:gd name="connsiteY12" fmla="*/ 14145 h 3237148"/>
                <a:gd name="connsiteX13" fmla="*/ 1952212 w 3279588"/>
                <a:gd name="connsiteY13" fmla="*/ 69901 h 3237148"/>
                <a:gd name="connsiteX14" fmla="*/ 2331354 w 3279588"/>
                <a:gd name="connsiteY14" fmla="*/ 14145 h 3237148"/>
                <a:gd name="connsiteX15" fmla="*/ 2677042 w 3279588"/>
                <a:gd name="connsiteY15" fmla="*/ 58749 h 3237148"/>
                <a:gd name="connsiteX16" fmla="*/ 3123090 w 3279588"/>
                <a:gd name="connsiteY16" fmla="*/ 58750 h 3237148"/>
                <a:gd name="connsiteX17" fmla="*/ 3189998 w 3279588"/>
                <a:gd name="connsiteY17" fmla="*/ 359833 h 3237148"/>
                <a:gd name="connsiteX18" fmla="*/ 3178846 w 3279588"/>
                <a:gd name="connsiteY18" fmla="*/ 761277 h 3237148"/>
                <a:gd name="connsiteX19" fmla="*/ 3279207 w 3279588"/>
                <a:gd name="connsiteY19" fmla="*/ 1062360 h 3237148"/>
                <a:gd name="connsiteX20" fmla="*/ 3212300 w 3279588"/>
                <a:gd name="connsiteY20" fmla="*/ 1363442 h 3237148"/>
                <a:gd name="connsiteX21" fmla="*/ 3279208 w 3279588"/>
                <a:gd name="connsiteY21" fmla="*/ 1675676 h 3237148"/>
                <a:gd name="connsiteX22" fmla="*/ 3234603 w 3279588"/>
                <a:gd name="connsiteY22" fmla="*/ 2021364 h 3237148"/>
                <a:gd name="connsiteX23" fmla="*/ 3134242 w 3279588"/>
                <a:gd name="connsiteY23" fmla="*/ 2333599 h 3237148"/>
                <a:gd name="connsiteX24" fmla="*/ 2855460 w 3279588"/>
                <a:gd name="connsiteY24" fmla="*/ 2612379 h 3237148"/>
                <a:gd name="connsiteX25" fmla="*/ 2431714 w 3279588"/>
                <a:gd name="connsiteY25" fmla="*/ 2634681 h 3237148"/>
                <a:gd name="connsiteX26" fmla="*/ 2253295 w 3279588"/>
                <a:gd name="connsiteY26" fmla="*/ 2779647 h 3237148"/>
                <a:gd name="connsiteX27" fmla="*/ 2197539 w 3279588"/>
                <a:gd name="connsiteY27" fmla="*/ 3036125 h 3237148"/>
                <a:gd name="connsiteX28" fmla="*/ 1896456 w 3279588"/>
                <a:gd name="connsiteY28" fmla="*/ 3236847 h 3237148"/>
                <a:gd name="connsiteX29" fmla="*/ 1639977 w 3279588"/>
                <a:gd name="connsiteY29" fmla="*/ 2991521 h 3237148"/>
                <a:gd name="connsiteX30" fmla="*/ 1706885 w 3279588"/>
                <a:gd name="connsiteY30" fmla="*/ 2556624 h 3237148"/>
                <a:gd name="connsiteX31" fmla="*/ 1941061 w 3279588"/>
                <a:gd name="connsiteY31" fmla="*/ 2244389 h 3237148"/>
                <a:gd name="connsiteX32" fmla="*/ 2364807 w 3279588"/>
                <a:gd name="connsiteY32" fmla="*/ 2088272 h 3237148"/>
                <a:gd name="connsiteX33" fmla="*/ 2654739 w 3279588"/>
                <a:gd name="connsiteY33" fmla="*/ 2065970 h 3237148"/>
                <a:gd name="connsiteX34" fmla="*/ 2621285 w 3279588"/>
                <a:gd name="connsiteY34" fmla="*/ 1653375 h 3237148"/>
                <a:gd name="connsiteX35" fmla="*/ 2621285 w 3279588"/>
                <a:gd name="connsiteY35" fmla="*/ 1240780 h 3237148"/>
                <a:gd name="connsiteX36" fmla="*/ 2654740 w 3279588"/>
                <a:gd name="connsiteY36" fmla="*/ 984300 h 3237148"/>
                <a:gd name="connsiteX37" fmla="*/ 2587832 w 3279588"/>
                <a:gd name="connsiteY37" fmla="*/ 705521 h 3237148"/>
                <a:gd name="connsiteX38" fmla="*/ 2152934 w 3279588"/>
                <a:gd name="connsiteY38" fmla="*/ 839335 h 3237148"/>
                <a:gd name="connsiteX39" fmla="*/ 1495012 w 3279588"/>
                <a:gd name="connsiteY39" fmla="*/ 839335 h 3237148"/>
                <a:gd name="connsiteX40" fmla="*/ 926300 w 3279588"/>
                <a:gd name="connsiteY40" fmla="*/ 750125 h 3237148"/>
                <a:gd name="connsiteX41" fmla="*/ 636368 w 3279588"/>
                <a:gd name="connsiteY41" fmla="*/ 716672 h 3237148"/>
                <a:gd name="connsiteX42" fmla="*/ 714427 w 3279588"/>
                <a:gd name="connsiteY42" fmla="*/ 1329989 h 3237148"/>
                <a:gd name="connsiteX43" fmla="*/ 647519 w 3279588"/>
                <a:gd name="connsiteY43" fmla="*/ 1943306 h 3237148"/>
                <a:gd name="connsiteX44" fmla="*/ 859393 w 3279588"/>
                <a:gd name="connsiteY44" fmla="*/ 2222086 h 3237148"/>
                <a:gd name="connsiteX45" fmla="*/ 814788 w 3279588"/>
                <a:gd name="connsiteY45" fmla="*/ 2712741 h 3237148"/>
                <a:gd name="connsiteX46" fmla="*/ 413344 w 3279588"/>
                <a:gd name="connsiteY46" fmla="*/ 2757347 h 3237148"/>
                <a:gd name="connsiteX47" fmla="*/ 145714 w 3279588"/>
                <a:gd name="connsiteY47" fmla="*/ 2512018 h 3237148"/>
                <a:gd name="connsiteX0" fmla="*/ 145714 w 3282085"/>
                <a:gd name="connsiteY0" fmla="*/ 2512018 h 3237148"/>
                <a:gd name="connsiteX1" fmla="*/ 56505 w 3282085"/>
                <a:gd name="connsiteY1" fmla="*/ 2177482 h 3237148"/>
                <a:gd name="connsiteX2" fmla="*/ 56504 w 3282085"/>
                <a:gd name="connsiteY2" fmla="*/ 1887550 h 3237148"/>
                <a:gd name="connsiteX3" fmla="*/ 34202 w 3282085"/>
                <a:gd name="connsiteY3" fmla="*/ 1564164 h 3237148"/>
                <a:gd name="connsiteX4" fmla="*/ 749 w 3282085"/>
                <a:gd name="connsiteY4" fmla="*/ 1263082 h 3237148"/>
                <a:gd name="connsiteX5" fmla="*/ 11900 w 3282085"/>
                <a:gd name="connsiteY5" fmla="*/ 917394 h 3237148"/>
                <a:gd name="connsiteX6" fmla="*/ 23052 w 3282085"/>
                <a:gd name="connsiteY6" fmla="*/ 638614 h 3237148"/>
                <a:gd name="connsiteX7" fmla="*/ 78807 w 3282085"/>
                <a:gd name="connsiteY7" fmla="*/ 370984 h 3237148"/>
                <a:gd name="connsiteX8" fmla="*/ 123412 w 3282085"/>
                <a:gd name="connsiteY8" fmla="*/ 136808 h 3237148"/>
                <a:gd name="connsiteX9" fmla="*/ 402193 w 3282085"/>
                <a:gd name="connsiteY9" fmla="*/ 2994 h 3237148"/>
                <a:gd name="connsiteX10" fmla="*/ 781334 w 3282085"/>
                <a:gd name="connsiteY10" fmla="*/ 58750 h 3237148"/>
                <a:gd name="connsiteX11" fmla="*/ 1249685 w 3282085"/>
                <a:gd name="connsiteY11" fmla="*/ 2993 h 3237148"/>
                <a:gd name="connsiteX12" fmla="*/ 1584222 w 3282085"/>
                <a:gd name="connsiteY12" fmla="*/ 14145 h 3237148"/>
                <a:gd name="connsiteX13" fmla="*/ 1952212 w 3282085"/>
                <a:gd name="connsiteY13" fmla="*/ 69901 h 3237148"/>
                <a:gd name="connsiteX14" fmla="*/ 2331354 w 3282085"/>
                <a:gd name="connsiteY14" fmla="*/ 14145 h 3237148"/>
                <a:gd name="connsiteX15" fmla="*/ 2677042 w 3282085"/>
                <a:gd name="connsiteY15" fmla="*/ 58749 h 3237148"/>
                <a:gd name="connsiteX16" fmla="*/ 3123090 w 3282085"/>
                <a:gd name="connsiteY16" fmla="*/ 58750 h 3237148"/>
                <a:gd name="connsiteX17" fmla="*/ 3189998 w 3282085"/>
                <a:gd name="connsiteY17" fmla="*/ 359833 h 3237148"/>
                <a:gd name="connsiteX18" fmla="*/ 3178846 w 3282085"/>
                <a:gd name="connsiteY18" fmla="*/ 761277 h 3237148"/>
                <a:gd name="connsiteX19" fmla="*/ 3279207 w 3282085"/>
                <a:gd name="connsiteY19" fmla="*/ 1062360 h 3237148"/>
                <a:gd name="connsiteX20" fmla="*/ 3256905 w 3282085"/>
                <a:gd name="connsiteY20" fmla="*/ 1408047 h 3237148"/>
                <a:gd name="connsiteX21" fmla="*/ 3279208 w 3282085"/>
                <a:gd name="connsiteY21" fmla="*/ 1675676 h 3237148"/>
                <a:gd name="connsiteX22" fmla="*/ 3234603 w 3282085"/>
                <a:gd name="connsiteY22" fmla="*/ 2021364 h 3237148"/>
                <a:gd name="connsiteX23" fmla="*/ 3134242 w 3282085"/>
                <a:gd name="connsiteY23" fmla="*/ 2333599 h 3237148"/>
                <a:gd name="connsiteX24" fmla="*/ 2855460 w 3282085"/>
                <a:gd name="connsiteY24" fmla="*/ 2612379 h 3237148"/>
                <a:gd name="connsiteX25" fmla="*/ 2431714 w 3282085"/>
                <a:gd name="connsiteY25" fmla="*/ 2634681 h 3237148"/>
                <a:gd name="connsiteX26" fmla="*/ 2253295 w 3282085"/>
                <a:gd name="connsiteY26" fmla="*/ 2779647 h 3237148"/>
                <a:gd name="connsiteX27" fmla="*/ 2197539 w 3282085"/>
                <a:gd name="connsiteY27" fmla="*/ 3036125 h 3237148"/>
                <a:gd name="connsiteX28" fmla="*/ 1896456 w 3282085"/>
                <a:gd name="connsiteY28" fmla="*/ 3236847 h 3237148"/>
                <a:gd name="connsiteX29" fmla="*/ 1639977 w 3282085"/>
                <a:gd name="connsiteY29" fmla="*/ 2991521 h 3237148"/>
                <a:gd name="connsiteX30" fmla="*/ 1706885 w 3282085"/>
                <a:gd name="connsiteY30" fmla="*/ 2556624 h 3237148"/>
                <a:gd name="connsiteX31" fmla="*/ 1941061 w 3282085"/>
                <a:gd name="connsiteY31" fmla="*/ 2244389 h 3237148"/>
                <a:gd name="connsiteX32" fmla="*/ 2364807 w 3282085"/>
                <a:gd name="connsiteY32" fmla="*/ 2088272 h 3237148"/>
                <a:gd name="connsiteX33" fmla="*/ 2654739 w 3282085"/>
                <a:gd name="connsiteY33" fmla="*/ 2065970 h 3237148"/>
                <a:gd name="connsiteX34" fmla="*/ 2621285 w 3282085"/>
                <a:gd name="connsiteY34" fmla="*/ 1653375 h 3237148"/>
                <a:gd name="connsiteX35" fmla="*/ 2621285 w 3282085"/>
                <a:gd name="connsiteY35" fmla="*/ 1240780 h 3237148"/>
                <a:gd name="connsiteX36" fmla="*/ 2654740 w 3282085"/>
                <a:gd name="connsiteY36" fmla="*/ 984300 h 3237148"/>
                <a:gd name="connsiteX37" fmla="*/ 2587832 w 3282085"/>
                <a:gd name="connsiteY37" fmla="*/ 705521 h 3237148"/>
                <a:gd name="connsiteX38" fmla="*/ 2152934 w 3282085"/>
                <a:gd name="connsiteY38" fmla="*/ 839335 h 3237148"/>
                <a:gd name="connsiteX39" fmla="*/ 1495012 w 3282085"/>
                <a:gd name="connsiteY39" fmla="*/ 839335 h 3237148"/>
                <a:gd name="connsiteX40" fmla="*/ 926300 w 3282085"/>
                <a:gd name="connsiteY40" fmla="*/ 750125 h 3237148"/>
                <a:gd name="connsiteX41" fmla="*/ 636368 w 3282085"/>
                <a:gd name="connsiteY41" fmla="*/ 716672 h 3237148"/>
                <a:gd name="connsiteX42" fmla="*/ 714427 w 3282085"/>
                <a:gd name="connsiteY42" fmla="*/ 1329989 h 3237148"/>
                <a:gd name="connsiteX43" fmla="*/ 647519 w 3282085"/>
                <a:gd name="connsiteY43" fmla="*/ 1943306 h 3237148"/>
                <a:gd name="connsiteX44" fmla="*/ 859393 w 3282085"/>
                <a:gd name="connsiteY44" fmla="*/ 2222086 h 3237148"/>
                <a:gd name="connsiteX45" fmla="*/ 814788 w 3282085"/>
                <a:gd name="connsiteY45" fmla="*/ 2712741 h 3237148"/>
                <a:gd name="connsiteX46" fmla="*/ 413344 w 3282085"/>
                <a:gd name="connsiteY46" fmla="*/ 2757347 h 3237148"/>
                <a:gd name="connsiteX47" fmla="*/ 145714 w 3282085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77042 w 3279571"/>
                <a:gd name="connsiteY15" fmla="*/ 58749 h 3237148"/>
                <a:gd name="connsiteX16" fmla="*/ 3123090 w 3279571"/>
                <a:gd name="connsiteY16" fmla="*/ 58750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152934 w 3279571"/>
                <a:gd name="connsiteY38" fmla="*/ 839335 h 3237148"/>
                <a:gd name="connsiteX39" fmla="*/ 1495012 w 3279571"/>
                <a:gd name="connsiteY39" fmla="*/ 839335 h 3237148"/>
                <a:gd name="connsiteX40" fmla="*/ 926300 w 3279571"/>
                <a:gd name="connsiteY40" fmla="*/ 750125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77042 w 3279571"/>
                <a:gd name="connsiteY15" fmla="*/ 58749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152934 w 3279571"/>
                <a:gd name="connsiteY38" fmla="*/ 839335 h 3237148"/>
                <a:gd name="connsiteX39" fmla="*/ 1495012 w 3279571"/>
                <a:gd name="connsiteY39" fmla="*/ 839335 h 3237148"/>
                <a:gd name="connsiteX40" fmla="*/ 926300 w 3279571"/>
                <a:gd name="connsiteY40" fmla="*/ 750125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152934 w 3279571"/>
                <a:gd name="connsiteY38" fmla="*/ 839335 h 3237148"/>
                <a:gd name="connsiteX39" fmla="*/ 1495012 w 3279571"/>
                <a:gd name="connsiteY39" fmla="*/ 839335 h 3237148"/>
                <a:gd name="connsiteX40" fmla="*/ 926300 w 3279571"/>
                <a:gd name="connsiteY40" fmla="*/ 750125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086027 w 3279571"/>
                <a:gd name="connsiteY38" fmla="*/ 705520 h 3237148"/>
                <a:gd name="connsiteX39" fmla="*/ 1495012 w 3279571"/>
                <a:gd name="connsiteY39" fmla="*/ 839335 h 3237148"/>
                <a:gd name="connsiteX40" fmla="*/ 926300 w 3279571"/>
                <a:gd name="connsiteY40" fmla="*/ 750125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086027 w 3279571"/>
                <a:gd name="connsiteY38" fmla="*/ 705520 h 3237148"/>
                <a:gd name="connsiteX39" fmla="*/ 1472710 w 3279571"/>
                <a:gd name="connsiteY39" fmla="*/ 738974 h 3237148"/>
                <a:gd name="connsiteX40" fmla="*/ 926300 w 3279571"/>
                <a:gd name="connsiteY40" fmla="*/ 750125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086027 w 3279571"/>
                <a:gd name="connsiteY38" fmla="*/ 750124 h 3237148"/>
                <a:gd name="connsiteX39" fmla="*/ 1472710 w 3279571"/>
                <a:gd name="connsiteY39" fmla="*/ 738974 h 3237148"/>
                <a:gd name="connsiteX40" fmla="*/ 926300 w 3279571"/>
                <a:gd name="connsiteY40" fmla="*/ 750125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086027 w 3279571"/>
                <a:gd name="connsiteY38" fmla="*/ 750124 h 3237148"/>
                <a:gd name="connsiteX39" fmla="*/ 1472710 w 3279571"/>
                <a:gd name="connsiteY39" fmla="*/ 738974 h 3237148"/>
                <a:gd name="connsiteX40" fmla="*/ 926300 w 3279571"/>
                <a:gd name="connsiteY40" fmla="*/ 750125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086027 w 3279571"/>
                <a:gd name="connsiteY38" fmla="*/ 705519 h 3237148"/>
                <a:gd name="connsiteX39" fmla="*/ 1472710 w 3279571"/>
                <a:gd name="connsiteY39" fmla="*/ 738974 h 3237148"/>
                <a:gd name="connsiteX40" fmla="*/ 926300 w 3279571"/>
                <a:gd name="connsiteY40" fmla="*/ 750125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086027 w 3279571"/>
                <a:gd name="connsiteY38" fmla="*/ 705519 h 3237148"/>
                <a:gd name="connsiteX39" fmla="*/ 1584222 w 3279571"/>
                <a:gd name="connsiteY39" fmla="*/ 694369 h 3237148"/>
                <a:gd name="connsiteX40" fmla="*/ 926300 w 3279571"/>
                <a:gd name="connsiteY40" fmla="*/ 750125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086027 w 3279571"/>
                <a:gd name="connsiteY38" fmla="*/ 705519 h 3237148"/>
                <a:gd name="connsiteX39" fmla="*/ 1584222 w 3279571"/>
                <a:gd name="connsiteY39" fmla="*/ 694369 h 3237148"/>
                <a:gd name="connsiteX40" fmla="*/ 970904 w 3279571"/>
                <a:gd name="connsiteY40" fmla="*/ 672067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086027 w 3279571"/>
                <a:gd name="connsiteY38" fmla="*/ 705519 h 3237148"/>
                <a:gd name="connsiteX39" fmla="*/ 1584222 w 3279571"/>
                <a:gd name="connsiteY39" fmla="*/ 694369 h 3237148"/>
                <a:gd name="connsiteX40" fmla="*/ 970904 w 3279571"/>
                <a:gd name="connsiteY40" fmla="*/ 672067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086027 w 3279571"/>
                <a:gd name="connsiteY38" fmla="*/ 705519 h 3237148"/>
                <a:gd name="connsiteX39" fmla="*/ 1584222 w 3279571"/>
                <a:gd name="connsiteY39" fmla="*/ 694369 h 3237148"/>
                <a:gd name="connsiteX40" fmla="*/ 1004358 w 3279571"/>
                <a:gd name="connsiteY40" fmla="*/ 727823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086027 w 3279571"/>
                <a:gd name="connsiteY38" fmla="*/ 705519 h 3237148"/>
                <a:gd name="connsiteX39" fmla="*/ 1428105 w 3279571"/>
                <a:gd name="connsiteY39" fmla="*/ 638612 h 3237148"/>
                <a:gd name="connsiteX40" fmla="*/ 1004358 w 3279571"/>
                <a:gd name="connsiteY40" fmla="*/ 727823 h 3237148"/>
                <a:gd name="connsiteX41" fmla="*/ 636368 w 3279571"/>
                <a:gd name="connsiteY41" fmla="*/ 716672 h 3237148"/>
                <a:gd name="connsiteX42" fmla="*/ 714427 w 3279571"/>
                <a:gd name="connsiteY42" fmla="*/ 1329989 h 3237148"/>
                <a:gd name="connsiteX43" fmla="*/ 647519 w 3279571"/>
                <a:gd name="connsiteY43" fmla="*/ 1943306 h 3237148"/>
                <a:gd name="connsiteX44" fmla="*/ 859393 w 3279571"/>
                <a:gd name="connsiteY44" fmla="*/ 2222086 h 3237148"/>
                <a:gd name="connsiteX45" fmla="*/ 814788 w 3279571"/>
                <a:gd name="connsiteY45" fmla="*/ 2712741 h 3237148"/>
                <a:gd name="connsiteX46" fmla="*/ 413344 w 3279571"/>
                <a:gd name="connsiteY46" fmla="*/ 2757347 h 3237148"/>
                <a:gd name="connsiteX47" fmla="*/ 145714 w 3279571"/>
                <a:gd name="connsiteY47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086027 w 3279571"/>
                <a:gd name="connsiteY38" fmla="*/ 705519 h 3237148"/>
                <a:gd name="connsiteX39" fmla="*/ 1829550 w 3279571"/>
                <a:gd name="connsiteY39" fmla="*/ 750123 h 3237148"/>
                <a:gd name="connsiteX40" fmla="*/ 1428105 w 3279571"/>
                <a:gd name="connsiteY40" fmla="*/ 638612 h 3237148"/>
                <a:gd name="connsiteX41" fmla="*/ 1004358 w 3279571"/>
                <a:gd name="connsiteY41" fmla="*/ 727823 h 3237148"/>
                <a:gd name="connsiteX42" fmla="*/ 636368 w 3279571"/>
                <a:gd name="connsiteY42" fmla="*/ 716672 h 3237148"/>
                <a:gd name="connsiteX43" fmla="*/ 714427 w 3279571"/>
                <a:gd name="connsiteY43" fmla="*/ 1329989 h 3237148"/>
                <a:gd name="connsiteX44" fmla="*/ 647519 w 3279571"/>
                <a:gd name="connsiteY44" fmla="*/ 1943306 h 3237148"/>
                <a:gd name="connsiteX45" fmla="*/ 859393 w 3279571"/>
                <a:gd name="connsiteY45" fmla="*/ 2222086 h 3237148"/>
                <a:gd name="connsiteX46" fmla="*/ 814788 w 3279571"/>
                <a:gd name="connsiteY46" fmla="*/ 2712741 h 3237148"/>
                <a:gd name="connsiteX47" fmla="*/ 413344 w 3279571"/>
                <a:gd name="connsiteY47" fmla="*/ 2757347 h 3237148"/>
                <a:gd name="connsiteX48" fmla="*/ 145714 w 3279571"/>
                <a:gd name="connsiteY48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141783 w 3279571"/>
                <a:gd name="connsiteY38" fmla="*/ 649763 h 3237148"/>
                <a:gd name="connsiteX39" fmla="*/ 1829550 w 3279571"/>
                <a:gd name="connsiteY39" fmla="*/ 750123 h 3237148"/>
                <a:gd name="connsiteX40" fmla="*/ 1428105 w 3279571"/>
                <a:gd name="connsiteY40" fmla="*/ 638612 h 3237148"/>
                <a:gd name="connsiteX41" fmla="*/ 1004358 w 3279571"/>
                <a:gd name="connsiteY41" fmla="*/ 727823 h 3237148"/>
                <a:gd name="connsiteX42" fmla="*/ 636368 w 3279571"/>
                <a:gd name="connsiteY42" fmla="*/ 716672 h 3237148"/>
                <a:gd name="connsiteX43" fmla="*/ 714427 w 3279571"/>
                <a:gd name="connsiteY43" fmla="*/ 1329989 h 3237148"/>
                <a:gd name="connsiteX44" fmla="*/ 647519 w 3279571"/>
                <a:gd name="connsiteY44" fmla="*/ 1943306 h 3237148"/>
                <a:gd name="connsiteX45" fmla="*/ 859393 w 3279571"/>
                <a:gd name="connsiteY45" fmla="*/ 2222086 h 3237148"/>
                <a:gd name="connsiteX46" fmla="*/ 814788 w 3279571"/>
                <a:gd name="connsiteY46" fmla="*/ 2712741 h 3237148"/>
                <a:gd name="connsiteX47" fmla="*/ 413344 w 3279571"/>
                <a:gd name="connsiteY47" fmla="*/ 2757347 h 3237148"/>
                <a:gd name="connsiteX48" fmla="*/ 145714 w 3279571"/>
                <a:gd name="connsiteY48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587832 w 3279571"/>
                <a:gd name="connsiteY37" fmla="*/ 705521 h 3237148"/>
                <a:gd name="connsiteX38" fmla="*/ 2409413 w 3279571"/>
                <a:gd name="connsiteY38" fmla="*/ 716670 h 3237148"/>
                <a:gd name="connsiteX39" fmla="*/ 2141783 w 3279571"/>
                <a:gd name="connsiteY39" fmla="*/ 649763 h 3237148"/>
                <a:gd name="connsiteX40" fmla="*/ 1829550 w 3279571"/>
                <a:gd name="connsiteY40" fmla="*/ 750123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409413 w 3279571"/>
                <a:gd name="connsiteY38" fmla="*/ 716670 h 3237148"/>
                <a:gd name="connsiteX39" fmla="*/ 2141783 w 3279571"/>
                <a:gd name="connsiteY39" fmla="*/ 649763 h 3237148"/>
                <a:gd name="connsiteX40" fmla="*/ 1829550 w 3279571"/>
                <a:gd name="connsiteY40" fmla="*/ 750123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409413 w 3279571"/>
                <a:gd name="connsiteY38" fmla="*/ 716670 h 3237148"/>
                <a:gd name="connsiteX39" fmla="*/ 2141783 w 3279571"/>
                <a:gd name="connsiteY39" fmla="*/ 649763 h 3237148"/>
                <a:gd name="connsiteX40" fmla="*/ 1762643 w 3279571"/>
                <a:gd name="connsiteY40" fmla="*/ 738972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409413 w 3279571"/>
                <a:gd name="connsiteY38" fmla="*/ 716670 h 3237148"/>
                <a:gd name="connsiteX39" fmla="*/ 2141783 w 3279571"/>
                <a:gd name="connsiteY39" fmla="*/ 649763 h 3237148"/>
                <a:gd name="connsiteX40" fmla="*/ 1762643 w 3279571"/>
                <a:gd name="connsiteY40" fmla="*/ 738972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409413 w 3279571"/>
                <a:gd name="connsiteY38" fmla="*/ 716670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409413 w 3279571"/>
                <a:gd name="connsiteY38" fmla="*/ 716670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09052 w 3279571"/>
                <a:gd name="connsiteY38" fmla="*/ 727821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442867 w 3279571"/>
                <a:gd name="connsiteY38" fmla="*/ 716669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442867 w 3279571"/>
                <a:gd name="connsiteY38" fmla="*/ 716669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442867 w 3279571"/>
                <a:gd name="connsiteY38" fmla="*/ 716669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442867 w 3279571"/>
                <a:gd name="connsiteY38" fmla="*/ 716669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87111 w 3279571"/>
                <a:gd name="connsiteY38" fmla="*/ 672064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1004358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87111 w 3279571"/>
                <a:gd name="connsiteY38" fmla="*/ 672064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926299 w 3279571"/>
                <a:gd name="connsiteY42" fmla="*/ 705521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87111 w 3279571"/>
                <a:gd name="connsiteY38" fmla="*/ 672064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1004357 w 3279571"/>
                <a:gd name="connsiteY42" fmla="*/ 727823 h 3237148"/>
                <a:gd name="connsiteX43" fmla="*/ 636368 w 3279571"/>
                <a:gd name="connsiteY43" fmla="*/ 716672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87111 w 3279571"/>
                <a:gd name="connsiteY38" fmla="*/ 672064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1004357 w 3279571"/>
                <a:gd name="connsiteY42" fmla="*/ 727823 h 3237148"/>
                <a:gd name="connsiteX43" fmla="*/ 580612 w 3279571"/>
                <a:gd name="connsiteY43" fmla="*/ 616311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87111 w 3279571"/>
                <a:gd name="connsiteY38" fmla="*/ 672064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428105 w 3279571"/>
                <a:gd name="connsiteY41" fmla="*/ 638612 h 3237148"/>
                <a:gd name="connsiteX42" fmla="*/ 993206 w 3279571"/>
                <a:gd name="connsiteY42" fmla="*/ 672067 h 3237148"/>
                <a:gd name="connsiteX43" fmla="*/ 580612 w 3279571"/>
                <a:gd name="connsiteY43" fmla="*/ 616311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87111 w 3279571"/>
                <a:gd name="connsiteY38" fmla="*/ 672064 h 3237148"/>
                <a:gd name="connsiteX39" fmla="*/ 2141783 w 3279571"/>
                <a:gd name="connsiteY39" fmla="*/ 649763 h 3237148"/>
                <a:gd name="connsiteX40" fmla="*/ 1762643 w 3279571"/>
                <a:gd name="connsiteY40" fmla="*/ 694367 h 3237148"/>
                <a:gd name="connsiteX41" fmla="*/ 1361198 w 3279571"/>
                <a:gd name="connsiteY41" fmla="*/ 638612 h 3237148"/>
                <a:gd name="connsiteX42" fmla="*/ 993206 w 3279571"/>
                <a:gd name="connsiteY42" fmla="*/ 672067 h 3237148"/>
                <a:gd name="connsiteX43" fmla="*/ 580612 w 3279571"/>
                <a:gd name="connsiteY43" fmla="*/ 616311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87111 w 3279571"/>
                <a:gd name="connsiteY38" fmla="*/ 672064 h 3237148"/>
                <a:gd name="connsiteX39" fmla="*/ 2141783 w 3279571"/>
                <a:gd name="connsiteY39" fmla="*/ 649763 h 3237148"/>
                <a:gd name="connsiteX40" fmla="*/ 1762643 w 3279571"/>
                <a:gd name="connsiteY40" fmla="*/ 649762 h 3237148"/>
                <a:gd name="connsiteX41" fmla="*/ 1361198 w 3279571"/>
                <a:gd name="connsiteY41" fmla="*/ 638612 h 3237148"/>
                <a:gd name="connsiteX42" fmla="*/ 993206 w 3279571"/>
                <a:gd name="connsiteY42" fmla="*/ 672067 h 3237148"/>
                <a:gd name="connsiteX43" fmla="*/ 580612 w 3279571"/>
                <a:gd name="connsiteY43" fmla="*/ 616311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87111 w 3279571"/>
                <a:gd name="connsiteY38" fmla="*/ 672064 h 3237148"/>
                <a:gd name="connsiteX39" fmla="*/ 2108329 w 3279571"/>
                <a:gd name="connsiteY39" fmla="*/ 582855 h 3237148"/>
                <a:gd name="connsiteX40" fmla="*/ 1762643 w 3279571"/>
                <a:gd name="connsiteY40" fmla="*/ 649762 h 3237148"/>
                <a:gd name="connsiteX41" fmla="*/ 1361198 w 3279571"/>
                <a:gd name="connsiteY41" fmla="*/ 638612 h 3237148"/>
                <a:gd name="connsiteX42" fmla="*/ 993206 w 3279571"/>
                <a:gd name="connsiteY42" fmla="*/ 672067 h 3237148"/>
                <a:gd name="connsiteX43" fmla="*/ 580612 w 3279571"/>
                <a:gd name="connsiteY43" fmla="*/ 616311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21285 w 3279571"/>
                <a:gd name="connsiteY35" fmla="*/ 1240780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87111 w 3279571"/>
                <a:gd name="connsiteY38" fmla="*/ 672064 h 3237148"/>
                <a:gd name="connsiteX39" fmla="*/ 2108329 w 3279571"/>
                <a:gd name="connsiteY39" fmla="*/ 582855 h 3237148"/>
                <a:gd name="connsiteX40" fmla="*/ 1762643 w 3279571"/>
                <a:gd name="connsiteY40" fmla="*/ 649762 h 3237148"/>
                <a:gd name="connsiteX41" fmla="*/ 1372349 w 3279571"/>
                <a:gd name="connsiteY41" fmla="*/ 616310 h 3237148"/>
                <a:gd name="connsiteX42" fmla="*/ 993206 w 3279571"/>
                <a:gd name="connsiteY42" fmla="*/ 672067 h 3237148"/>
                <a:gd name="connsiteX43" fmla="*/ 580612 w 3279571"/>
                <a:gd name="connsiteY43" fmla="*/ 616311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21285 w 3279571"/>
                <a:gd name="connsiteY34" fmla="*/ 1653375 h 3237148"/>
                <a:gd name="connsiteX35" fmla="*/ 2688192 w 3279571"/>
                <a:gd name="connsiteY35" fmla="*/ 1251931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87111 w 3279571"/>
                <a:gd name="connsiteY38" fmla="*/ 672064 h 3237148"/>
                <a:gd name="connsiteX39" fmla="*/ 2108329 w 3279571"/>
                <a:gd name="connsiteY39" fmla="*/ 582855 h 3237148"/>
                <a:gd name="connsiteX40" fmla="*/ 1762643 w 3279571"/>
                <a:gd name="connsiteY40" fmla="*/ 649762 h 3237148"/>
                <a:gd name="connsiteX41" fmla="*/ 1372349 w 3279571"/>
                <a:gd name="connsiteY41" fmla="*/ 616310 h 3237148"/>
                <a:gd name="connsiteX42" fmla="*/ 993206 w 3279571"/>
                <a:gd name="connsiteY42" fmla="*/ 672067 h 3237148"/>
                <a:gd name="connsiteX43" fmla="*/ 580612 w 3279571"/>
                <a:gd name="connsiteY43" fmla="*/ 616311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571"/>
                <a:gd name="connsiteY0" fmla="*/ 2512018 h 3237148"/>
                <a:gd name="connsiteX1" fmla="*/ 56505 w 3279571"/>
                <a:gd name="connsiteY1" fmla="*/ 2177482 h 3237148"/>
                <a:gd name="connsiteX2" fmla="*/ 56504 w 3279571"/>
                <a:gd name="connsiteY2" fmla="*/ 1887550 h 3237148"/>
                <a:gd name="connsiteX3" fmla="*/ 34202 w 3279571"/>
                <a:gd name="connsiteY3" fmla="*/ 1564164 h 3237148"/>
                <a:gd name="connsiteX4" fmla="*/ 749 w 3279571"/>
                <a:gd name="connsiteY4" fmla="*/ 1263082 h 3237148"/>
                <a:gd name="connsiteX5" fmla="*/ 11900 w 3279571"/>
                <a:gd name="connsiteY5" fmla="*/ 917394 h 3237148"/>
                <a:gd name="connsiteX6" fmla="*/ 23052 w 3279571"/>
                <a:gd name="connsiteY6" fmla="*/ 638614 h 3237148"/>
                <a:gd name="connsiteX7" fmla="*/ 78807 w 3279571"/>
                <a:gd name="connsiteY7" fmla="*/ 370984 h 3237148"/>
                <a:gd name="connsiteX8" fmla="*/ 123412 w 3279571"/>
                <a:gd name="connsiteY8" fmla="*/ 136808 h 3237148"/>
                <a:gd name="connsiteX9" fmla="*/ 402193 w 3279571"/>
                <a:gd name="connsiteY9" fmla="*/ 2994 h 3237148"/>
                <a:gd name="connsiteX10" fmla="*/ 781334 w 3279571"/>
                <a:gd name="connsiteY10" fmla="*/ 58750 h 3237148"/>
                <a:gd name="connsiteX11" fmla="*/ 1249685 w 3279571"/>
                <a:gd name="connsiteY11" fmla="*/ 2993 h 3237148"/>
                <a:gd name="connsiteX12" fmla="*/ 1584222 w 3279571"/>
                <a:gd name="connsiteY12" fmla="*/ 14145 h 3237148"/>
                <a:gd name="connsiteX13" fmla="*/ 1952212 w 3279571"/>
                <a:gd name="connsiteY13" fmla="*/ 69901 h 3237148"/>
                <a:gd name="connsiteX14" fmla="*/ 2331354 w 3279571"/>
                <a:gd name="connsiteY14" fmla="*/ 14145 h 3237148"/>
                <a:gd name="connsiteX15" fmla="*/ 2665891 w 3279571"/>
                <a:gd name="connsiteY15" fmla="*/ 25296 h 3237148"/>
                <a:gd name="connsiteX16" fmla="*/ 3089637 w 3279571"/>
                <a:gd name="connsiteY16" fmla="*/ 47599 h 3237148"/>
                <a:gd name="connsiteX17" fmla="*/ 3189998 w 3279571"/>
                <a:gd name="connsiteY17" fmla="*/ 359833 h 3237148"/>
                <a:gd name="connsiteX18" fmla="*/ 3234602 w 3279571"/>
                <a:gd name="connsiteY18" fmla="*/ 738975 h 3237148"/>
                <a:gd name="connsiteX19" fmla="*/ 3279207 w 3279571"/>
                <a:gd name="connsiteY19" fmla="*/ 1062360 h 3237148"/>
                <a:gd name="connsiteX20" fmla="*/ 3256905 w 3279571"/>
                <a:gd name="connsiteY20" fmla="*/ 1408047 h 3237148"/>
                <a:gd name="connsiteX21" fmla="*/ 3279208 w 3279571"/>
                <a:gd name="connsiteY21" fmla="*/ 1675676 h 3237148"/>
                <a:gd name="connsiteX22" fmla="*/ 3234603 w 3279571"/>
                <a:gd name="connsiteY22" fmla="*/ 2021364 h 3237148"/>
                <a:gd name="connsiteX23" fmla="*/ 3134242 w 3279571"/>
                <a:gd name="connsiteY23" fmla="*/ 2333599 h 3237148"/>
                <a:gd name="connsiteX24" fmla="*/ 2855460 w 3279571"/>
                <a:gd name="connsiteY24" fmla="*/ 2612379 h 3237148"/>
                <a:gd name="connsiteX25" fmla="*/ 2431714 w 3279571"/>
                <a:gd name="connsiteY25" fmla="*/ 2634681 h 3237148"/>
                <a:gd name="connsiteX26" fmla="*/ 2253295 w 3279571"/>
                <a:gd name="connsiteY26" fmla="*/ 2779647 h 3237148"/>
                <a:gd name="connsiteX27" fmla="*/ 2197539 w 3279571"/>
                <a:gd name="connsiteY27" fmla="*/ 3036125 h 3237148"/>
                <a:gd name="connsiteX28" fmla="*/ 1896456 w 3279571"/>
                <a:gd name="connsiteY28" fmla="*/ 3236847 h 3237148"/>
                <a:gd name="connsiteX29" fmla="*/ 1639977 w 3279571"/>
                <a:gd name="connsiteY29" fmla="*/ 2991521 h 3237148"/>
                <a:gd name="connsiteX30" fmla="*/ 1706885 w 3279571"/>
                <a:gd name="connsiteY30" fmla="*/ 2556624 h 3237148"/>
                <a:gd name="connsiteX31" fmla="*/ 1941061 w 3279571"/>
                <a:gd name="connsiteY31" fmla="*/ 2244389 h 3237148"/>
                <a:gd name="connsiteX32" fmla="*/ 2364807 w 3279571"/>
                <a:gd name="connsiteY32" fmla="*/ 2088272 h 3237148"/>
                <a:gd name="connsiteX33" fmla="*/ 2654739 w 3279571"/>
                <a:gd name="connsiteY33" fmla="*/ 2065970 h 3237148"/>
                <a:gd name="connsiteX34" fmla="*/ 2643587 w 3279571"/>
                <a:gd name="connsiteY34" fmla="*/ 1653375 h 3237148"/>
                <a:gd name="connsiteX35" fmla="*/ 2688192 w 3279571"/>
                <a:gd name="connsiteY35" fmla="*/ 1251931 h 3237148"/>
                <a:gd name="connsiteX36" fmla="*/ 2654740 w 3279571"/>
                <a:gd name="connsiteY36" fmla="*/ 984300 h 3237148"/>
                <a:gd name="connsiteX37" fmla="*/ 2632437 w 3279571"/>
                <a:gd name="connsiteY37" fmla="*/ 616312 h 3237148"/>
                <a:gd name="connsiteX38" fmla="*/ 2387111 w 3279571"/>
                <a:gd name="connsiteY38" fmla="*/ 672064 h 3237148"/>
                <a:gd name="connsiteX39" fmla="*/ 2108329 w 3279571"/>
                <a:gd name="connsiteY39" fmla="*/ 582855 h 3237148"/>
                <a:gd name="connsiteX40" fmla="*/ 1762643 w 3279571"/>
                <a:gd name="connsiteY40" fmla="*/ 649762 h 3237148"/>
                <a:gd name="connsiteX41" fmla="*/ 1372349 w 3279571"/>
                <a:gd name="connsiteY41" fmla="*/ 616310 h 3237148"/>
                <a:gd name="connsiteX42" fmla="*/ 993206 w 3279571"/>
                <a:gd name="connsiteY42" fmla="*/ 672067 h 3237148"/>
                <a:gd name="connsiteX43" fmla="*/ 580612 w 3279571"/>
                <a:gd name="connsiteY43" fmla="*/ 616311 h 3237148"/>
                <a:gd name="connsiteX44" fmla="*/ 714427 w 3279571"/>
                <a:gd name="connsiteY44" fmla="*/ 1329989 h 3237148"/>
                <a:gd name="connsiteX45" fmla="*/ 647519 w 3279571"/>
                <a:gd name="connsiteY45" fmla="*/ 1943306 h 3237148"/>
                <a:gd name="connsiteX46" fmla="*/ 859393 w 3279571"/>
                <a:gd name="connsiteY46" fmla="*/ 2222086 h 3237148"/>
                <a:gd name="connsiteX47" fmla="*/ 814788 w 3279571"/>
                <a:gd name="connsiteY47" fmla="*/ 2712741 h 3237148"/>
                <a:gd name="connsiteX48" fmla="*/ 413344 w 3279571"/>
                <a:gd name="connsiteY48" fmla="*/ 2757347 h 3237148"/>
                <a:gd name="connsiteX49" fmla="*/ 145714 w 3279571"/>
                <a:gd name="connsiteY49" fmla="*/ 2512018 h 3237148"/>
                <a:gd name="connsiteX0" fmla="*/ 145714 w 3279316"/>
                <a:gd name="connsiteY0" fmla="*/ 2512018 h 3237148"/>
                <a:gd name="connsiteX1" fmla="*/ 56505 w 3279316"/>
                <a:gd name="connsiteY1" fmla="*/ 2177482 h 3237148"/>
                <a:gd name="connsiteX2" fmla="*/ 56504 w 3279316"/>
                <a:gd name="connsiteY2" fmla="*/ 1887550 h 3237148"/>
                <a:gd name="connsiteX3" fmla="*/ 34202 w 3279316"/>
                <a:gd name="connsiteY3" fmla="*/ 1564164 h 3237148"/>
                <a:gd name="connsiteX4" fmla="*/ 749 w 3279316"/>
                <a:gd name="connsiteY4" fmla="*/ 1263082 h 3237148"/>
                <a:gd name="connsiteX5" fmla="*/ 11900 w 3279316"/>
                <a:gd name="connsiteY5" fmla="*/ 917394 h 3237148"/>
                <a:gd name="connsiteX6" fmla="*/ 23052 w 3279316"/>
                <a:gd name="connsiteY6" fmla="*/ 638614 h 3237148"/>
                <a:gd name="connsiteX7" fmla="*/ 78807 w 3279316"/>
                <a:gd name="connsiteY7" fmla="*/ 370984 h 3237148"/>
                <a:gd name="connsiteX8" fmla="*/ 123412 w 3279316"/>
                <a:gd name="connsiteY8" fmla="*/ 136808 h 3237148"/>
                <a:gd name="connsiteX9" fmla="*/ 402193 w 3279316"/>
                <a:gd name="connsiteY9" fmla="*/ 2994 h 3237148"/>
                <a:gd name="connsiteX10" fmla="*/ 781334 w 3279316"/>
                <a:gd name="connsiteY10" fmla="*/ 58750 h 3237148"/>
                <a:gd name="connsiteX11" fmla="*/ 1249685 w 3279316"/>
                <a:gd name="connsiteY11" fmla="*/ 2993 h 3237148"/>
                <a:gd name="connsiteX12" fmla="*/ 1584222 w 3279316"/>
                <a:gd name="connsiteY12" fmla="*/ 14145 h 3237148"/>
                <a:gd name="connsiteX13" fmla="*/ 1952212 w 3279316"/>
                <a:gd name="connsiteY13" fmla="*/ 69901 h 3237148"/>
                <a:gd name="connsiteX14" fmla="*/ 2331354 w 3279316"/>
                <a:gd name="connsiteY14" fmla="*/ 14145 h 3237148"/>
                <a:gd name="connsiteX15" fmla="*/ 2665891 w 3279316"/>
                <a:gd name="connsiteY15" fmla="*/ 25296 h 3237148"/>
                <a:gd name="connsiteX16" fmla="*/ 3089637 w 3279316"/>
                <a:gd name="connsiteY16" fmla="*/ 47599 h 3237148"/>
                <a:gd name="connsiteX17" fmla="*/ 3189998 w 3279316"/>
                <a:gd name="connsiteY17" fmla="*/ 359833 h 3237148"/>
                <a:gd name="connsiteX18" fmla="*/ 3234602 w 3279316"/>
                <a:gd name="connsiteY18" fmla="*/ 738975 h 3237148"/>
                <a:gd name="connsiteX19" fmla="*/ 3279207 w 3279316"/>
                <a:gd name="connsiteY19" fmla="*/ 1062360 h 3237148"/>
                <a:gd name="connsiteX20" fmla="*/ 3223451 w 3279316"/>
                <a:gd name="connsiteY20" fmla="*/ 1408047 h 3237148"/>
                <a:gd name="connsiteX21" fmla="*/ 3279208 w 3279316"/>
                <a:gd name="connsiteY21" fmla="*/ 1675676 h 3237148"/>
                <a:gd name="connsiteX22" fmla="*/ 3234603 w 3279316"/>
                <a:gd name="connsiteY22" fmla="*/ 2021364 h 3237148"/>
                <a:gd name="connsiteX23" fmla="*/ 3134242 w 3279316"/>
                <a:gd name="connsiteY23" fmla="*/ 2333599 h 3237148"/>
                <a:gd name="connsiteX24" fmla="*/ 2855460 w 3279316"/>
                <a:gd name="connsiteY24" fmla="*/ 2612379 h 3237148"/>
                <a:gd name="connsiteX25" fmla="*/ 2431714 w 3279316"/>
                <a:gd name="connsiteY25" fmla="*/ 2634681 h 3237148"/>
                <a:gd name="connsiteX26" fmla="*/ 2253295 w 3279316"/>
                <a:gd name="connsiteY26" fmla="*/ 2779647 h 3237148"/>
                <a:gd name="connsiteX27" fmla="*/ 2197539 w 3279316"/>
                <a:gd name="connsiteY27" fmla="*/ 3036125 h 3237148"/>
                <a:gd name="connsiteX28" fmla="*/ 1896456 w 3279316"/>
                <a:gd name="connsiteY28" fmla="*/ 3236847 h 3237148"/>
                <a:gd name="connsiteX29" fmla="*/ 1639977 w 3279316"/>
                <a:gd name="connsiteY29" fmla="*/ 2991521 h 3237148"/>
                <a:gd name="connsiteX30" fmla="*/ 1706885 w 3279316"/>
                <a:gd name="connsiteY30" fmla="*/ 2556624 h 3237148"/>
                <a:gd name="connsiteX31" fmla="*/ 1941061 w 3279316"/>
                <a:gd name="connsiteY31" fmla="*/ 2244389 h 3237148"/>
                <a:gd name="connsiteX32" fmla="*/ 2364807 w 3279316"/>
                <a:gd name="connsiteY32" fmla="*/ 2088272 h 3237148"/>
                <a:gd name="connsiteX33" fmla="*/ 2654739 w 3279316"/>
                <a:gd name="connsiteY33" fmla="*/ 2065970 h 3237148"/>
                <a:gd name="connsiteX34" fmla="*/ 2643587 w 3279316"/>
                <a:gd name="connsiteY34" fmla="*/ 1653375 h 3237148"/>
                <a:gd name="connsiteX35" fmla="*/ 2688192 w 3279316"/>
                <a:gd name="connsiteY35" fmla="*/ 1251931 h 3237148"/>
                <a:gd name="connsiteX36" fmla="*/ 2654740 w 3279316"/>
                <a:gd name="connsiteY36" fmla="*/ 984300 h 3237148"/>
                <a:gd name="connsiteX37" fmla="*/ 2632437 w 3279316"/>
                <a:gd name="connsiteY37" fmla="*/ 616312 h 3237148"/>
                <a:gd name="connsiteX38" fmla="*/ 2387111 w 3279316"/>
                <a:gd name="connsiteY38" fmla="*/ 672064 h 3237148"/>
                <a:gd name="connsiteX39" fmla="*/ 2108329 w 3279316"/>
                <a:gd name="connsiteY39" fmla="*/ 582855 h 3237148"/>
                <a:gd name="connsiteX40" fmla="*/ 1762643 w 3279316"/>
                <a:gd name="connsiteY40" fmla="*/ 649762 h 3237148"/>
                <a:gd name="connsiteX41" fmla="*/ 1372349 w 3279316"/>
                <a:gd name="connsiteY41" fmla="*/ 616310 h 3237148"/>
                <a:gd name="connsiteX42" fmla="*/ 993206 w 3279316"/>
                <a:gd name="connsiteY42" fmla="*/ 672067 h 3237148"/>
                <a:gd name="connsiteX43" fmla="*/ 580612 w 3279316"/>
                <a:gd name="connsiteY43" fmla="*/ 616311 h 3237148"/>
                <a:gd name="connsiteX44" fmla="*/ 714427 w 3279316"/>
                <a:gd name="connsiteY44" fmla="*/ 1329989 h 3237148"/>
                <a:gd name="connsiteX45" fmla="*/ 647519 w 3279316"/>
                <a:gd name="connsiteY45" fmla="*/ 1943306 h 3237148"/>
                <a:gd name="connsiteX46" fmla="*/ 859393 w 3279316"/>
                <a:gd name="connsiteY46" fmla="*/ 2222086 h 3237148"/>
                <a:gd name="connsiteX47" fmla="*/ 814788 w 3279316"/>
                <a:gd name="connsiteY47" fmla="*/ 2712741 h 3237148"/>
                <a:gd name="connsiteX48" fmla="*/ 413344 w 3279316"/>
                <a:gd name="connsiteY48" fmla="*/ 2757347 h 3237148"/>
                <a:gd name="connsiteX49" fmla="*/ 145714 w 3279316"/>
                <a:gd name="connsiteY49" fmla="*/ 2512018 h 3237148"/>
                <a:gd name="connsiteX0" fmla="*/ 145714 w 3280460"/>
                <a:gd name="connsiteY0" fmla="*/ 2512018 h 3237148"/>
                <a:gd name="connsiteX1" fmla="*/ 56505 w 3280460"/>
                <a:gd name="connsiteY1" fmla="*/ 2177482 h 3237148"/>
                <a:gd name="connsiteX2" fmla="*/ 56504 w 3280460"/>
                <a:gd name="connsiteY2" fmla="*/ 1887550 h 3237148"/>
                <a:gd name="connsiteX3" fmla="*/ 34202 w 3280460"/>
                <a:gd name="connsiteY3" fmla="*/ 1564164 h 3237148"/>
                <a:gd name="connsiteX4" fmla="*/ 749 w 3280460"/>
                <a:gd name="connsiteY4" fmla="*/ 1263082 h 3237148"/>
                <a:gd name="connsiteX5" fmla="*/ 11900 w 3280460"/>
                <a:gd name="connsiteY5" fmla="*/ 917394 h 3237148"/>
                <a:gd name="connsiteX6" fmla="*/ 23052 w 3280460"/>
                <a:gd name="connsiteY6" fmla="*/ 638614 h 3237148"/>
                <a:gd name="connsiteX7" fmla="*/ 78807 w 3280460"/>
                <a:gd name="connsiteY7" fmla="*/ 370984 h 3237148"/>
                <a:gd name="connsiteX8" fmla="*/ 123412 w 3280460"/>
                <a:gd name="connsiteY8" fmla="*/ 136808 h 3237148"/>
                <a:gd name="connsiteX9" fmla="*/ 402193 w 3280460"/>
                <a:gd name="connsiteY9" fmla="*/ 2994 h 3237148"/>
                <a:gd name="connsiteX10" fmla="*/ 781334 w 3280460"/>
                <a:gd name="connsiteY10" fmla="*/ 58750 h 3237148"/>
                <a:gd name="connsiteX11" fmla="*/ 1249685 w 3280460"/>
                <a:gd name="connsiteY11" fmla="*/ 2993 h 3237148"/>
                <a:gd name="connsiteX12" fmla="*/ 1584222 w 3280460"/>
                <a:gd name="connsiteY12" fmla="*/ 14145 h 3237148"/>
                <a:gd name="connsiteX13" fmla="*/ 1952212 w 3280460"/>
                <a:gd name="connsiteY13" fmla="*/ 69901 h 3237148"/>
                <a:gd name="connsiteX14" fmla="*/ 2331354 w 3280460"/>
                <a:gd name="connsiteY14" fmla="*/ 14145 h 3237148"/>
                <a:gd name="connsiteX15" fmla="*/ 2665891 w 3280460"/>
                <a:gd name="connsiteY15" fmla="*/ 25296 h 3237148"/>
                <a:gd name="connsiteX16" fmla="*/ 3089637 w 3280460"/>
                <a:gd name="connsiteY16" fmla="*/ 47599 h 3237148"/>
                <a:gd name="connsiteX17" fmla="*/ 3189998 w 3280460"/>
                <a:gd name="connsiteY17" fmla="*/ 359833 h 3237148"/>
                <a:gd name="connsiteX18" fmla="*/ 3156543 w 3280460"/>
                <a:gd name="connsiteY18" fmla="*/ 738975 h 3237148"/>
                <a:gd name="connsiteX19" fmla="*/ 3279207 w 3280460"/>
                <a:gd name="connsiteY19" fmla="*/ 1062360 h 3237148"/>
                <a:gd name="connsiteX20" fmla="*/ 3223451 w 3280460"/>
                <a:gd name="connsiteY20" fmla="*/ 1408047 h 3237148"/>
                <a:gd name="connsiteX21" fmla="*/ 3279208 w 3280460"/>
                <a:gd name="connsiteY21" fmla="*/ 1675676 h 3237148"/>
                <a:gd name="connsiteX22" fmla="*/ 3234603 w 3280460"/>
                <a:gd name="connsiteY22" fmla="*/ 2021364 h 3237148"/>
                <a:gd name="connsiteX23" fmla="*/ 3134242 w 3280460"/>
                <a:gd name="connsiteY23" fmla="*/ 2333599 h 3237148"/>
                <a:gd name="connsiteX24" fmla="*/ 2855460 w 3280460"/>
                <a:gd name="connsiteY24" fmla="*/ 2612379 h 3237148"/>
                <a:gd name="connsiteX25" fmla="*/ 2431714 w 3280460"/>
                <a:gd name="connsiteY25" fmla="*/ 2634681 h 3237148"/>
                <a:gd name="connsiteX26" fmla="*/ 2253295 w 3280460"/>
                <a:gd name="connsiteY26" fmla="*/ 2779647 h 3237148"/>
                <a:gd name="connsiteX27" fmla="*/ 2197539 w 3280460"/>
                <a:gd name="connsiteY27" fmla="*/ 3036125 h 3237148"/>
                <a:gd name="connsiteX28" fmla="*/ 1896456 w 3280460"/>
                <a:gd name="connsiteY28" fmla="*/ 3236847 h 3237148"/>
                <a:gd name="connsiteX29" fmla="*/ 1639977 w 3280460"/>
                <a:gd name="connsiteY29" fmla="*/ 2991521 h 3237148"/>
                <a:gd name="connsiteX30" fmla="*/ 1706885 w 3280460"/>
                <a:gd name="connsiteY30" fmla="*/ 2556624 h 3237148"/>
                <a:gd name="connsiteX31" fmla="*/ 1941061 w 3280460"/>
                <a:gd name="connsiteY31" fmla="*/ 2244389 h 3237148"/>
                <a:gd name="connsiteX32" fmla="*/ 2364807 w 3280460"/>
                <a:gd name="connsiteY32" fmla="*/ 2088272 h 3237148"/>
                <a:gd name="connsiteX33" fmla="*/ 2654739 w 3280460"/>
                <a:gd name="connsiteY33" fmla="*/ 2065970 h 3237148"/>
                <a:gd name="connsiteX34" fmla="*/ 2643587 w 3280460"/>
                <a:gd name="connsiteY34" fmla="*/ 1653375 h 3237148"/>
                <a:gd name="connsiteX35" fmla="*/ 2688192 w 3280460"/>
                <a:gd name="connsiteY35" fmla="*/ 1251931 h 3237148"/>
                <a:gd name="connsiteX36" fmla="*/ 2654740 w 3280460"/>
                <a:gd name="connsiteY36" fmla="*/ 984300 h 3237148"/>
                <a:gd name="connsiteX37" fmla="*/ 2632437 w 3280460"/>
                <a:gd name="connsiteY37" fmla="*/ 616312 h 3237148"/>
                <a:gd name="connsiteX38" fmla="*/ 2387111 w 3280460"/>
                <a:gd name="connsiteY38" fmla="*/ 672064 h 3237148"/>
                <a:gd name="connsiteX39" fmla="*/ 2108329 w 3280460"/>
                <a:gd name="connsiteY39" fmla="*/ 582855 h 3237148"/>
                <a:gd name="connsiteX40" fmla="*/ 1762643 w 3280460"/>
                <a:gd name="connsiteY40" fmla="*/ 649762 h 3237148"/>
                <a:gd name="connsiteX41" fmla="*/ 1372349 w 3280460"/>
                <a:gd name="connsiteY41" fmla="*/ 616310 h 3237148"/>
                <a:gd name="connsiteX42" fmla="*/ 993206 w 3280460"/>
                <a:gd name="connsiteY42" fmla="*/ 672067 h 3237148"/>
                <a:gd name="connsiteX43" fmla="*/ 580612 w 3280460"/>
                <a:gd name="connsiteY43" fmla="*/ 616311 h 3237148"/>
                <a:gd name="connsiteX44" fmla="*/ 714427 w 3280460"/>
                <a:gd name="connsiteY44" fmla="*/ 1329989 h 3237148"/>
                <a:gd name="connsiteX45" fmla="*/ 647519 w 3280460"/>
                <a:gd name="connsiteY45" fmla="*/ 1943306 h 3237148"/>
                <a:gd name="connsiteX46" fmla="*/ 859393 w 3280460"/>
                <a:gd name="connsiteY46" fmla="*/ 2222086 h 3237148"/>
                <a:gd name="connsiteX47" fmla="*/ 814788 w 3280460"/>
                <a:gd name="connsiteY47" fmla="*/ 2712741 h 3237148"/>
                <a:gd name="connsiteX48" fmla="*/ 413344 w 3280460"/>
                <a:gd name="connsiteY48" fmla="*/ 2757347 h 3237148"/>
                <a:gd name="connsiteX49" fmla="*/ 145714 w 3280460"/>
                <a:gd name="connsiteY49" fmla="*/ 2512018 h 3237148"/>
                <a:gd name="connsiteX0" fmla="*/ 145714 w 3280460"/>
                <a:gd name="connsiteY0" fmla="*/ 2512018 h 3237148"/>
                <a:gd name="connsiteX1" fmla="*/ 56505 w 3280460"/>
                <a:gd name="connsiteY1" fmla="*/ 2177482 h 3237148"/>
                <a:gd name="connsiteX2" fmla="*/ 56504 w 3280460"/>
                <a:gd name="connsiteY2" fmla="*/ 1887550 h 3237148"/>
                <a:gd name="connsiteX3" fmla="*/ 34202 w 3280460"/>
                <a:gd name="connsiteY3" fmla="*/ 1564164 h 3237148"/>
                <a:gd name="connsiteX4" fmla="*/ 749 w 3280460"/>
                <a:gd name="connsiteY4" fmla="*/ 1263082 h 3237148"/>
                <a:gd name="connsiteX5" fmla="*/ 11900 w 3280460"/>
                <a:gd name="connsiteY5" fmla="*/ 917394 h 3237148"/>
                <a:gd name="connsiteX6" fmla="*/ 23052 w 3280460"/>
                <a:gd name="connsiteY6" fmla="*/ 638614 h 3237148"/>
                <a:gd name="connsiteX7" fmla="*/ 78807 w 3280460"/>
                <a:gd name="connsiteY7" fmla="*/ 370984 h 3237148"/>
                <a:gd name="connsiteX8" fmla="*/ 123412 w 3280460"/>
                <a:gd name="connsiteY8" fmla="*/ 136808 h 3237148"/>
                <a:gd name="connsiteX9" fmla="*/ 402193 w 3280460"/>
                <a:gd name="connsiteY9" fmla="*/ 2994 h 3237148"/>
                <a:gd name="connsiteX10" fmla="*/ 781334 w 3280460"/>
                <a:gd name="connsiteY10" fmla="*/ 58750 h 3237148"/>
                <a:gd name="connsiteX11" fmla="*/ 1249685 w 3280460"/>
                <a:gd name="connsiteY11" fmla="*/ 2993 h 3237148"/>
                <a:gd name="connsiteX12" fmla="*/ 1584222 w 3280460"/>
                <a:gd name="connsiteY12" fmla="*/ 14145 h 3237148"/>
                <a:gd name="connsiteX13" fmla="*/ 1952212 w 3280460"/>
                <a:gd name="connsiteY13" fmla="*/ 69901 h 3237148"/>
                <a:gd name="connsiteX14" fmla="*/ 2331354 w 3280460"/>
                <a:gd name="connsiteY14" fmla="*/ 14145 h 3237148"/>
                <a:gd name="connsiteX15" fmla="*/ 2665891 w 3280460"/>
                <a:gd name="connsiteY15" fmla="*/ 25296 h 3237148"/>
                <a:gd name="connsiteX16" fmla="*/ 3089637 w 3280460"/>
                <a:gd name="connsiteY16" fmla="*/ 47599 h 3237148"/>
                <a:gd name="connsiteX17" fmla="*/ 3189998 w 3280460"/>
                <a:gd name="connsiteY17" fmla="*/ 359833 h 3237148"/>
                <a:gd name="connsiteX18" fmla="*/ 3156543 w 3280460"/>
                <a:gd name="connsiteY18" fmla="*/ 738975 h 3237148"/>
                <a:gd name="connsiteX19" fmla="*/ 3279207 w 3280460"/>
                <a:gd name="connsiteY19" fmla="*/ 1062360 h 3237148"/>
                <a:gd name="connsiteX20" fmla="*/ 3223451 w 3280460"/>
                <a:gd name="connsiteY20" fmla="*/ 1408047 h 3237148"/>
                <a:gd name="connsiteX21" fmla="*/ 3279208 w 3280460"/>
                <a:gd name="connsiteY21" fmla="*/ 1675676 h 3237148"/>
                <a:gd name="connsiteX22" fmla="*/ 3234603 w 3280460"/>
                <a:gd name="connsiteY22" fmla="*/ 2021364 h 3237148"/>
                <a:gd name="connsiteX23" fmla="*/ 3134242 w 3280460"/>
                <a:gd name="connsiteY23" fmla="*/ 2333599 h 3237148"/>
                <a:gd name="connsiteX24" fmla="*/ 2855460 w 3280460"/>
                <a:gd name="connsiteY24" fmla="*/ 2612379 h 3237148"/>
                <a:gd name="connsiteX25" fmla="*/ 2431714 w 3280460"/>
                <a:gd name="connsiteY25" fmla="*/ 2634681 h 3237148"/>
                <a:gd name="connsiteX26" fmla="*/ 2253295 w 3280460"/>
                <a:gd name="connsiteY26" fmla="*/ 2779647 h 3237148"/>
                <a:gd name="connsiteX27" fmla="*/ 2197539 w 3280460"/>
                <a:gd name="connsiteY27" fmla="*/ 3036125 h 3237148"/>
                <a:gd name="connsiteX28" fmla="*/ 1896456 w 3280460"/>
                <a:gd name="connsiteY28" fmla="*/ 3236847 h 3237148"/>
                <a:gd name="connsiteX29" fmla="*/ 1639977 w 3280460"/>
                <a:gd name="connsiteY29" fmla="*/ 2991521 h 3237148"/>
                <a:gd name="connsiteX30" fmla="*/ 1706885 w 3280460"/>
                <a:gd name="connsiteY30" fmla="*/ 2556624 h 3237148"/>
                <a:gd name="connsiteX31" fmla="*/ 1941061 w 3280460"/>
                <a:gd name="connsiteY31" fmla="*/ 2244389 h 3237148"/>
                <a:gd name="connsiteX32" fmla="*/ 2364807 w 3280460"/>
                <a:gd name="connsiteY32" fmla="*/ 2088272 h 3237148"/>
                <a:gd name="connsiteX33" fmla="*/ 2654739 w 3280460"/>
                <a:gd name="connsiteY33" fmla="*/ 2065970 h 3237148"/>
                <a:gd name="connsiteX34" fmla="*/ 2643587 w 3280460"/>
                <a:gd name="connsiteY34" fmla="*/ 1653375 h 3237148"/>
                <a:gd name="connsiteX35" fmla="*/ 2688192 w 3280460"/>
                <a:gd name="connsiteY35" fmla="*/ 1251931 h 3237148"/>
                <a:gd name="connsiteX36" fmla="*/ 2654740 w 3280460"/>
                <a:gd name="connsiteY36" fmla="*/ 984300 h 3237148"/>
                <a:gd name="connsiteX37" fmla="*/ 2632437 w 3280460"/>
                <a:gd name="connsiteY37" fmla="*/ 616312 h 3237148"/>
                <a:gd name="connsiteX38" fmla="*/ 2387111 w 3280460"/>
                <a:gd name="connsiteY38" fmla="*/ 672064 h 3237148"/>
                <a:gd name="connsiteX39" fmla="*/ 2108329 w 3280460"/>
                <a:gd name="connsiteY39" fmla="*/ 582855 h 3237148"/>
                <a:gd name="connsiteX40" fmla="*/ 1762643 w 3280460"/>
                <a:gd name="connsiteY40" fmla="*/ 649762 h 3237148"/>
                <a:gd name="connsiteX41" fmla="*/ 1372349 w 3280460"/>
                <a:gd name="connsiteY41" fmla="*/ 616310 h 3237148"/>
                <a:gd name="connsiteX42" fmla="*/ 993206 w 3280460"/>
                <a:gd name="connsiteY42" fmla="*/ 672067 h 3237148"/>
                <a:gd name="connsiteX43" fmla="*/ 580612 w 3280460"/>
                <a:gd name="connsiteY43" fmla="*/ 616311 h 3237148"/>
                <a:gd name="connsiteX44" fmla="*/ 714427 w 3280460"/>
                <a:gd name="connsiteY44" fmla="*/ 1329989 h 3237148"/>
                <a:gd name="connsiteX45" fmla="*/ 647519 w 3280460"/>
                <a:gd name="connsiteY45" fmla="*/ 1943306 h 3237148"/>
                <a:gd name="connsiteX46" fmla="*/ 859393 w 3280460"/>
                <a:gd name="connsiteY46" fmla="*/ 2222086 h 3237148"/>
                <a:gd name="connsiteX47" fmla="*/ 814788 w 3280460"/>
                <a:gd name="connsiteY47" fmla="*/ 2712741 h 3237148"/>
                <a:gd name="connsiteX48" fmla="*/ 413344 w 3280460"/>
                <a:gd name="connsiteY48" fmla="*/ 2757347 h 3237148"/>
                <a:gd name="connsiteX49" fmla="*/ 145714 w 3280460"/>
                <a:gd name="connsiteY49" fmla="*/ 2512018 h 3237148"/>
                <a:gd name="connsiteX0" fmla="*/ 145714 w 3279316"/>
                <a:gd name="connsiteY0" fmla="*/ 2512018 h 3237148"/>
                <a:gd name="connsiteX1" fmla="*/ 56505 w 3279316"/>
                <a:gd name="connsiteY1" fmla="*/ 2177482 h 3237148"/>
                <a:gd name="connsiteX2" fmla="*/ 56504 w 3279316"/>
                <a:gd name="connsiteY2" fmla="*/ 1887550 h 3237148"/>
                <a:gd name="connsiteX3" fmla="*/ 34202 w 3279316"/>
                <a:gd name="connsiteY3" fmla="*/ 1564164 h 3237148"/>
                <a:gd name="connsiteX4" fmla="*/ 749 w 3279316"/>
                <a:gd name="connsiteY4" fmla="*/ 1263082 h 3237148"/>
                <a:gd name="connsiteX5" fmla="*/ 11900 w 3279316"/>
                <a:gd name="connsiteY5" fmla="*/ 917394 h 3237148"/>
                <a:gd name="connsiteX6" fmla="*/ 23052 w 3279316"/>
                <a:gd name="connsiteY6" fmla="*/ 638614 h 3237148"/>
                <a:gd name="connsiteX7" fmla="*/ 78807 w 3279316"/>
                <a:gd name="connsiteY7" fmla="*/ 370984 h 3237148"/>
                <a:gd name="connsiteX8" fmla="*/ 123412 w 3279316"/>
                <a:gd name="connsiteY8" fmla="*/ 136808 h 3237148"/>
                <a:gd name="connsiteX9" fmla="*/ 402193 w 3279316"/>
                <a:gd name="connsiteY9" fmla="*/ 2994 h 3237148"/>
                <a:gd name="connsiteX10" fmla="*/ 781334 w 3279316"/>
                <a:gd name="connsiteY10" fmla="*/ 58750 h 3237148"/>
                <a:gd name="connsiteX11" fmla="*/ 1249685 w 3279316"/>
                <a:gd name="connsiteY11" fmla="*/ 2993 h 3237148"/>
                <a:gd name="connsiteX12" fmla="*/ 1584222 w 3279316"/>
                <a:gd name="connsiteY12" fmla="*/ 14145 h 3237148"/>
                <a:gd name="connsiteX13" fmla="*/ 1952212 w 3279316"/>
                <a:gd name="connsiteY13" fmla="*/ 69901 h 3237148"/>
                <a:gd name="connsiteX14" fmla="*/ 2331354 w 3279316"/>
                <a:gd name="connsiteY14" fmla="*/ 14145 h 3237148"/>
                <a:gd name="connsiteX15" fmla="*/ 2665891 w 3279316"/>
                <a:gd name="connsiteY15" fmla="*/ 25296 h 3237148"/>
                <a:gd name="connsiteX16" fmla="*/ 3089637 w 3279316"/>
                <a:gd name="connsiteY16" fmla="*/ 47599 h 3237148"/>
                <a:gd name="connsiteX17" fmla="*/ 3189998 w 3279316"/>
                <a:gd name="connsiteY17" fmla="*/ 359833 h 3237148"/>
                <a:gd name="connsiteX18" fmla="*/ 3156543 w 3279316"/>
                <a:gd name="connsiteY18" fmla="*/ 738975 h 3237148"/>
                <a:gd name="connsiteX19" fmla="*/ 3245753 w 3279316"/>
                <a:gd name="connsiteY19" fmla="*/ 1028906 h 3237148"/>
                <a:gd name="connsiteX20" fmla="*/ 3223451 w 3279316"/>
                <a:gd name="connsiteY20" fmla="*/ 1408047 h 3237148"/>
                <a:gd name="connsiteX21" fmla="*/ 3279208 w 3279316"/>
                <a:gd name="connsiteY21" fmla="*/ 1675676 h 3237148"/>
                <a:gd name="connsiteX22" fmla="*/ 3234603 w 3279316"/>
                <a:gd name="connsiteY22" fmla="*/ 2021364 h 3237148"/>
                <a:gd name="connsiteX23" fmla="*/ 3134242 w 3279316"/>
                <a:gd name="connsiteY23" fmla="*/ 2333599 h 3237148"/>
                <a:gd name="connsiteX24" fmla="*/ 2855460 w 3279316"/>
                <a:gd name="connsiteY24" fmla="*/ 2612379 h 3237148"/>
                <a:gd name="connsiteX25" fmla="*/ 2431714 w 3279316"/>
                <a:gd name="connsiteY25" fmla="*/ 2634681 h 3237148"/>
                <a:gd name="connsiteX26" fmla="*/ 2253295 w 3279316"/>
                <a:gd name="connsiteY26" fmla="*/ 2779647 h 3237148"/>
                <a:gd name="connsiteX27" fmla="*/ 2197539 w 3279316"/>
                <a:gd name="connsiteY27" fmla="*/ 3036125 h 3237148"/>
                <a:gd name="connsiteX28" fmla="*/ 1896456 w 3279316"/>
                <a:gd name="connsiteY28" fmla="*/ 3236847 h 3237148"/>
                <a:gd name="connsiteX29" fmla="*/ 1639977 w 3279316"/>
                <a:gd name="connsiteY29" fmla="*/ 2991521 h 3237148"/>
                <a:gd name="connsiteX30" fmla="*/ 1706885 w 3279316"/>
                <a:gd name="connsiteY30" fmla="*/ 2556624 h 3237148"/>
                <a:gd name="connsiteX31" fmla="*/ 1941061 w 3279316"/>
                <a:gd name="connsiteY31" fmla="*/ 2244389 h 3237148"/>
                <a:gd name="connsiteX32" fmla="*/ 2364807 w 3279316"/>
                <a:gd name="connsiteY32" fmla="*/ 2088272 h 3237148"/>
                <a:gd name="connsiteX33" fmla="*/ 2654739 w 3279316"/>
                <a:gd name="connsiteY33" fmla="*/ 2065970 h 3237148"/>
                <a:gd name="connsiteX34" fmla="*/ 2643587 w 3279316"/>
                <a:gd name="connsiteY34" fmla="*/ 1653375 h 3237148"/>
                <a:gd name="connsiteX35" fmla="*/ 2688192 w 3279316"/>
                <a:gd name="connsiteY35" fmla="*/ 1251931 h 3237148"/>
                <a:gd name="connsiteX36" fmla="*/ 2654740 w 3279316"/>
                <a:gd name="connsiteY36" fmla="*/ 984300 h 3237148"/>
                <a:gd name="connsiteX37" fmla="*/ 2632437 w 3279316"/>
                <a:gd name="connsiteY37" fmla="*/ 616312 h 3237148"/>
                <a:gd name="connsiteX38" fmla="*/ 2387111 w 3279316"/>
                <a:gd name="connsiteY38" fmla="*/ 672064 h 3237148"/>
                <a:gd name="connsiteX39" fmla="*/ 2108329 w 3279316"/>
                <a:gd name="connsiteY39" fmla="*/ 582855 h 3237148"/>
                <a:gd name="connsiteX40" fmla="*/ 1762643 w 3279316"/>
                <a:gd name="connsiteY40" fmla="*/ 649762 h 3237148"/>
                <a:gd name="connsiteX41" fmla="*/ 1372349 w 3279316"/>
                <a:gd name="connsiteY41" fmla="*/ 616310 h 3237148"/>
                <a:gd name="connsiteX42" fmla="*/ 993206 w 3279316"/>
                <a:gd name="connsiteY42" fmla="*/ 672067 h 3237148"/>
                <a:gd name="connsiteX43" fmla="*/ 580612 w 3279316"/>
                <a:gd name="connsiteY43" fmla="*/ 616311 h 3237148"/>
                <a:gd name="connsiteX44" fmla="*/ 714427 w 3279316"/>
                <a:gd name="connsiteY44" fmla="*/ 1329989 h 3237148"/>
                <a:gd name="connsiteX45" fmla="*/ 647519 w 3279316"/>
                <a:gd name="connsiteY45" fmla="*/ 1943306 h 3237148"/>
                <a:gd name="connsiteX46" fmla="*/ 859393 w 3279316"/>
                <a:gd name="connsiteY46" fmla="*/ 2222086 h 3237148"/>
                <a:gd name="connsiteX47" fmla="*/ 814788 w 3279316"/>
                <a:gd name="connsiteY47" fmla="*/ 2712741 h 3237148"/>
                <a:gd name="connsiteX48" fmla="*/ 413344 w 3279316"/>
                <a:gd name="connsiteY48" fmla="*/ 2757347 h 3237148"/>
                <a:gd name="connsiteX49" fmla="*/ 145714 w 3279316"/>
                <a:gd name="connsiteY49" fmla="*/ 2512018 h 3237148"/>
                <a:gd name="connsiteX0" fmla="*/ 145714 w 3279599"/>
                <a:gd name="connsiteY0" fmla="*/ 2512018 h 3237148"/>
                <a:gd name="connsiteX1" fmla="*/ 56505 w 3279599"/>
                <a:gd name="connsiteY1" fmla="*/ 2177482 h 3237148"/>
                <a:gd name="connsiteX2" fmla="*/ 56504 w 3279599"/>
                <a:gd name="connsiteY2" fmla="*/ 1887550 h 3237148"/>
                <a:gd name="connsiteX3" fmla="*/ 34202 w 3279599"/>
                <a:gd name="connsiteY3" fmla="*/ 1564164 h 3237148"/>
                <a:gd name="connsiteX4" fmla="*/ 749 w 3279599"/>
                <a:gd name="connsiteY4" fmla="*/ 1263082 h 3237148"/>
                <a:gd name="connsiteX5" fmla="*/ 11900 w 3279599"/>
                <a:gd name="connsiteY5" fmla="*/ 917394 h 3237148"/>
                <a:gd name="connsiteX6" fmla="*/ 23052 w 3279599"/>
                <a:gd name="connsiteY6" fmla="*/ 638614 h 3237148"/>
                <a:gd name="connsiteX7" fmla="*/ 78807 w 3279599"/>
                <a:gd name="connsiteY7" fmla="*/ 370984 h 3237148"/>
                <a:gd name="connsiteX8" fmla="*/ 123412 w 3279599"/>
                <a:gd name="connsiteY8" fmla="*/ 136808 h 3237148"/>
                <a:gd name="connsiteX9" fmla="*/ 402193 w 3279599"/>
                <a:gd name="connsiteY9" fmla="*/ 2994 h 3237148"/>
                <a:gd name="connsiteX10" fmla="*/ 781334 w 3279599"/>
                <a:gd name="connsiteY10" fmla="*/ 58750 h 3237148"/>
                <a:gd name="connsiteX11" fmla="*/ 1249685 w 3279599"/>
                <a:gd name="connsiteY11" fmla="*/ 2993 h 3237148"/>
                <a:gd name="connsiteX12" fmla="*/ 1584222 w 3279599"/>
                <a:gd name="connsiteY12" fmla="*/ 14145 h 3237148"/>
                <a:gd name="connsiteX13" fmla="*/ 1952212 w 3279599"/>
                <a:gd name="connsiteY13" fmla="*/ 69901 h 3237148"/>
                <a:gd name="connsiteX14" fmla="*/ 2331354 w 3279599"/>
                <a:gd name="connsiteY14" fmla="*/ 14145 h 3237148"/>
                <a:gd name="connsiteX15" fmla="*/ 2665891 w 3279599"/>
                <a:gd name="connsiteY15" fmla="*/ 25296 h 3237148"/>
                <a:gd name="connsiteX16" fmla="*/ 3089637 w 3279599"/>
                <a:gd name="connsiteY16" fmla="*/ 47599 h 3237148"/>
                <a:gd name="connsiteX17" fmla="*/ 3189998 w 3279599"/>
                <a:gd name="connsiteY17" fmla="*/ 359833 h 3237148"/>
                <a:gd name="connsiteX18" fmla="*/ 3156543 w 3279599"/>
                <a:gd name="connsiteY18" fmla="*/ 738975 h 3237148"/>
                <a:gd name="connsiteX19" fmla="*/ 3245753 w 3279599"/>
                <a:gd name="connsiteY19" fmla="*/ 1028906 h 3237148"/>
                <a:gd name="connsiteX20" fmla="*/ 3223451 w 3279599"/>
                <a:gd name="connsiteY20" fmla="*/ 1408047 h 3237148"/>
                <a:gd name="connsiteX21" fmla="*/ 3279208 w 3279599"/>
                <a:gd name="connsiteY21" fmla="*/ 1675676 h 3237148"/>
                <a:gd name="connsiteX22" fmla="*/ 3189998 w 3279599"/>
                <a:gd name="connsiteY22" fmla="*/ 2021364 h 3237148"/>
                <a:gd name="connsiteX23" fmla="*/ 3134242 w 3279599"/>
                <a:gd name="connsiteY23" fmla="*/ 2333599 h 3237148"/>
                <a:gd name="connsiteX24" fmla="*/ 2855460 w 3279599"/>
                <a:gd name="connsiteY24" fmla="*/ 2612379 h 3237148"/>
                <a:gd name="connsiteX25" fmla="*/ 2431714 w 3279599"/>
                <a:gd name="connsiteY25" fmla="*/ 2634681 h 3237148"/>
                <a:gd name="connsiteX26" fmla="*/ 2253295 w 3279599"/>
                <a:gd name="connsiteY26" fmla="*/ 2779647 h 3237148"/>
                <a:gd name="connsiteX27" fmla="*/ 2197539 w 3279599"/>
                <a:gd name="connsiteY27" fmla="*/ 3036125 h 3237148"/>
                <a:gd name="connsiteX28" fmla="*/ 1896456 w 3279599"/>
                <a:gd name="connsiteY28" fmla="*/ 3236847 h 3237148"/>
                <a:gd name="connsiteX29" fmla="*/ 1639977 w 3279599"/>
                <a:gd name="connsiteY29" fmla="*/ 2991521 h 3237148"/>
                <a:gd name="connsiteX30" fmla="*/ 1706885 w 3279599"/>
                <a:gd name="connsiteY30" fmla="*/ 2556624 h 3237148"/>
                <a:gd name="connsiteX31" fmla="*/ 1941061 w 3279599"/>
                <a:gd name="connsiteY31" fmla="*/ 2244389 h 3237148"/>
                <a:gd name="connsiteX32" fmla="*/ 2364807 w 3279599"/>
                <a:gd name="connsiteY32" fmla="*/ 2088272 h 3237148"/>
                <a:gd name="connsiteX33" fmla="*/ 2654739 w 3279599"/>
                <a:gd name="connsiteY33" fmla="*/ 2065970 h 3237148"/>
                <a:gd name="connsiteX34" fmla="*/ 2643587 w 3279599"/>
                <a:gd name="connsiteY34" fmla="*/ 1653375 h 3237148"/>
                <a:gd name="connsiteX35" fmla="*/ 2688192 w 3279599"/>
                <a:gd name="connsiteY35" fmla="*/ 1251931 h 3237148"/>
                <a:gd name="connsiteX36" fmla="*/ 2654740 w 3279599"/>
                <a:gd name="connsiteY36" fmla="*/ 984300 h 3237148"/>
                <a:gd name="connsiteX37" fmla="*/ 2632437 w 3279599"/>
                <a:gd name="connsiteY37" fmla="*/ 616312 h 3237148"/>
                <a:gd name="connsiteX38" fmla="*/ 2387111 w 3279599"/>
                <a:gd name="connsiteY38" fmla="*/ 672064 h 3237148"/>
                <a:gd name="connsiteX39" fmla="*/ 2108329 w 3279599"/>
                <a:gd name="connsiteY39" fmla="*/ 582855 h 3237148"/>
                <a:gd name="connsiteX40" fmla="*/ 1762643 w 3279599"/>
                <a:gd name="connsiteY40" fmla="*/ 649762 h 3237148"/>
                <a:gd name="connsiteX41" fmla="*/ 1372349 w 3279599"/>
                <a:gd name="connsiteY41" fmla="*/ 616310 h 3237148"/>
                <a:gd name="connsiteX42" fmla="*/ 993206 w 3279599"/>
                <a:gd name="connsiteY42" fmla="*/ 672067 h 3237148"/>
                <a:gd name="connsiteX43" fmla="*/ 580612 w 3279599"/>
                <a:gd name="connsiteY43" fmla="*/ 616311 h 3237148"/>
                <a:gd name="connsiteX44" fmla="*/ 714427 w 3279599"/>
                <a:gd name="connsiteY44" fmla="*/ 1329989 h 3237148"/>
                <a:gd name="connsiteX45" fmla="*/ 647519 w 3279599"/>
                <a:gd name="connsiteY45" fmla="*/ 1943306 h 3237148"/>
                <a:gd name="connsiteX46" fmla="*/ 859393 w 3279599"/>
                <a:gd name="connsiteY46" fmla="*/ 2222086 h 3237148"/>
                <a:gd name="connsiteX47" fmla="*/ 814788 w 3279599"/>
                <a:gd name="connsiteY47" fmla="*/ 2712741 h 3237148"/>
                <a:gd name="connsiteX48" fmla="*/ 413344 w 3279599"/>
                <a:gd name="connsiteY48" fmla="*/ 2757347 h 3237148"/>
                <a:gd name="connsiteX49" fmla="*/ 145714 w 3279599"/>
                <a:gd name="connsiteY49" fmla="*/ 2512018 h 323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279599" h="3237148">
                  <a:moveTo>
                    <a:pt x="145714" y="2512018"/>
                  </a:moveTo>
                  <a:cubicBezTo>
                    <a:pt x="86241" y="2415374"/>
                    <a:pt x="71373" y="2281560"/>
                    <a:pt x="56505" y="2177482"/>
                  </a:cubicBezTo>
                  <a:cubicBezTo>
                    <a:pt x="41637" y="2073404"/>
                    <a:pt x="60221" y="1989770"/>
                    <a:pt x="56504" y="1887550"/>
                  </a:cubicBezTo>
                  <a:cubicBezTo>
                    <a:pt x="52787" y="1785330"/>
                    <a:pt x="43494" y="1668242"/>
                    <a:pt x="34202" y="1564164"/>
                  </a:cubicBezTo>
                  <a:cubicBezTo>
                    <a:pt x="24910" y="1460086"/>
                    <a:pt x="4466" y="1370877"/>
                    <a:pt x="749" y="1263082"/>
                  </a:cubicBezTo>
                  <a:cubicBezTo>
                    <a:pt x="-2968" y="1155287"/>
                    <a:pt x="8183" y="1021472"/>
                    <a:pt x="11900" y="917394"/>
                  </a:cubicBezTo>
                  <a:cubicBezTo>
                    <a:pt x="15617" y="813316"/>
                    <a:pt x="11901" y="729682"/>
                    <a:pt x="23052" y="638614"/>
                  </a:cubicBezTo>
                  <a:cubicBezTo>
                    <a:pt x="34203" y="547546"/>
                    <a:pt x="62080" y="454618"/>
                    <a:pt x="78807" y="370984"/>
                  </a:cubicBezTo>
                  <a:cubicBezTo>
                    <a:pt x="95534" y="287350"/>
                    <a:pt x="69514" y="198140"/>
                    <a:pt x="123412" y="136808"/>
                  </a:cubicBezTo>
                  <a:cubicBezTo>
                    <a:pt x="177310" y="75476"/>
                    <a:pt x="292539" y="16004"/>
                    <a:pt x="402193" y="2994"/>
                  </a:cubicBezTo>
                  <a:cubicBezTo>
                    <a:pt x="511847" y="-10016"/>
                    <a:pt x="640085" y="58750"/>
                    <a:pt x="781334" y="58750"/>
                  </a:cubicBezTo>
                  <a:cubicBezTo>
                    <a:pt x="922583" y="58750"/>
                    <a:pt x="1115870" y="10427"/>
                    <a:pt x="1249685" y="2993"/>
                  </a:cubicBezTo>
                  <a:cubicBezTo>
                    <a:pt x="1383500" y="-4441"/>
                    <a:pt x="1467134" y="2994"/>
                    <a:pt x="1584222" y="14145"/>
                  </a:cubicBezTo>
                  <a:cubicBezTo>
                    <a:pt x="1701310" y="25296"/>
                    <a:pt x="1827690" y="69901"/>
                    <a:pt x="1952212" y="69901"/>
                  </a:cubicBezTo>
                  <a:cubicBezTo>
                    <a:pt x="2076734" y="69901"/>
                    <a:pt x="2212408" y="21579"/>
                    <a:pt x="2331354" y="14145"/>
                  </a:cubicBezTo>
                  <a:cubicBezTo>
                    <a:pt x="2450301" y="6711"/>
                    <a:pt x="2539511" y="19720"/>
                    <a:pt x="2665891" y="25296"/>
                  </a:cubicBezTo>
                  <a:cubicBezTo>
                    <a:pt x="2792272" y="30872"/>
                    <a:pt x="3002286" y="-8157"/>
                    <a:pt x="3089637" y="47599"/>
                  </a:cubicBezTo>
                  <a:cubicBezTo>
                    <a:pt x="3176988" y="103355"/>
                    <a:pt x="3178847" y="244604"/>
                    <a:pt x="3189998" y="359833"/>
                  </a:cubicBezTo>
                  <a:cubicBezTo>
                    <a:pt x="3201149" y="475062"/>
                    <a:pt x="3147251" y="627463"/>
                    <a:pt x="3156543" y="738975"/>
                  </a:cubicBezTo>
                  <a:cubicBezTo>
                    <a:pt x="3165835" y="850487"/>
                    <a:pt x="3234602" y="839335"/>
                    <a:pt x="3245753" y="1028906"/>
                  </a:cubicBezTo>
                  <a:cubicBezTo>
                    <a:pt x="3256904" y="1218477"/>
                    <a:pt x="3217875" y="1300252"/>
                    <a:pt x="3223451" y="1408047"/>
                  </a:cubicBezTo>
                  <a:cubicBezTo>
                    <a:pt x="3229027" y="1515842"/>
                    <a:pt x="3284783" y="1573457"/>
                    <a:pt x="3279208" y="1675676"/>
                  </a:cubicBezTo>
                  <a:cubicBezTo>
                    <a:pt x="3273633" y="1777895"/>
                    <a:pt x="3214159" y="1911710"/>
                    <a:pt x="3189998" y="2021364"/>
                  </a:cubicBezTo>
                  <a:cubicBezTo>
                    <a:pt x="3165837" y="2131018"/>
                    <a:pt x="3189998" y="2235097"/>
                    <a:pt x="3134242" y="2333599"/>
                  </a:cubicBezTo>
                  <a:cubicBezTo>
                    <a:pt x="3078486" y="2432101"/>
                    <a:pt x="2972548" y="2562199"/>
                    <a:pt x="2855460" y="2612379"/>
                  </a:cubicBezTo>
                  <a:cubicBezTo>
                    <a:pt x="2738372" y="2662559"/>
                    <a:pt x="2532075" y="2606803"/>
                    <a:pt x="2431714" y="2634681"/>
                  </a:cubicBezTo>
                  <a:cubicBezTo>
                    <a:pt x="2331353" y="2662559"/>
                    <a:pt x="2292324" y="2712740"/>
                    <a:pt x="2253295" y="2779647"/>
                  </a:cubicBezTo>
                  <a:cubicBezTo>
                    <a:pt x="2214266" y="2846554"/>
                    <a:pt x="2257012" y="2959925"/>
                    <a:pt x="2197539" y="3036125"/>
                  </a:cubicBezTo>
                  <a:cubicBezTo>
                    <a:pt x="2138066" y="3112325"/>
                    <a:pt x="1989383" y="3244281"/>
                    <a:pt x="1896456" y="3236847"/>
                  </a:cubicBezTo>
                  <a:cubicBezTo>
                    <a:pt x="1803529" y="3229413"/>
                    <a:pt x="1671572" y="3104891"/>
                    <a:pt x="1639977" y="2991521"/>
                  </a:cubicBezTo>
                  <a:cubicBezTo>
                    <a:pt x="1608382" y="2878151"/>
                    <a:pt x="1656704" y="2681146"/>
                    <a:pt x="1706885" y="2556624"/>
                  </a:cubicBezTo>
                  <a:cubicBezTo>
                    <a:pt x="1757066" y="2432102"/>
                    <a:pt x="1831407" y="2322448"/>
                    <a:pt x="1941061" y="2244389"/>
                  </a:cubicBezTo>
                  <a:cubicBezTo>
                    <a:pt x="2050715" y="2166330"/>
                    <a:pt x="2245861" y="2118008"/>
                    <a:pt x="2364807" y="2088272"/>
                  </a:cubicBezTo>
                  <a:cubicBezTo>
                    <a:pt x="2483753" y="2058536"/>
                    <a:pt x="2608276" y="2138453"/>
                    <a:pt x="2654739" y="2065970"/>
                  </a:cubicBezTo>
                  <a:cubicBezTo>
                    <a:pt x="2701202" y="1993487"/>
                    <a:pt x="2638011" y="1789048"/>
                    <a:pt x="2643587" y="1653375"/>
                  </a:cubicBezTo>
                  <a:cubicBezTo>
                    <a:pt x="2649163" y="1517702"/>
                    <a:pt x="2686333" y="1363443"/>
                    <a:pt x="2688192" y="1251931"/>
                  </a:cubicBezTo>
                  <a:cubicBezTo>
                    <a:pt x="2690051" y="1140419"/>
                    <a:pt x="2645447" y="1058641"/>
                    <a:pt x="2654740" y="984300"/>
                  </a:cubicBezTo>
                  <a:cubicBezTo>
                    <a:pt x="2664033" y="909959"/>
                    <a:pt x="2677042" y="668351"/>
                    <a:pt x="2632437" y="616312"/>
                  </a:cubicBezTo>
                  <a:cubicBezTo>
                    <a:pt x="2587832" y="564273"/>
                    <a:pt x="2506057" y="647904"/>
                    <a:pt x="2387111" y="672064"/>
                  </a:cubicBezTo>
                  <a:cubicBezTo>
                    <a:pt x="2201258" y="673922"/>
                    <a:pt x="2212407" y="586572"/>
                    <a:pt x="2108329" y="582855"/>
                  </a:cubicBezTo>
                  <a:cubicBezTo>
                    <a:pt x="2004251" y="579138"/>
                    <a:pt x="1928053" y="638611"/>
                    <a:pt x="1762643" y="649762"/>
                  </a:cubicBezTo>
                  <a:cubicBezTo>
                    <a:pt x="1652989" y="638611"/>
                    <a:pt x="1500588" y="612593"/>
                    <a:pt x="1372349" y="616310"/>
                  </a:cubicBezTo>
                  <a:cubicBezTo>
                    <a:pt x="1244110" y="620027"/>
                    <a:pt x="1125162" y="672067"/>
                    <a:pt x="993206" y="672067"/>
                  </a:cubicBezTo>
                  <a:cubicBezTo>
                    <a:pt x="861250" y="672067"/>
                    <a:pt x="627075" y="506657"/>
                    <a:pt x="580612" y="616311"/>
                  </a:cubicBezTo>
                  <a:cubicBezTo>
                    <a:pt x="534149" y="725965"/>
                    <a:pt x="712569" y="1125550"/>
                    <a:pt x="714427" y="1329989"/>
                  </a:cubicBezTo>
                  <a:cubicBezTo>
                    <a:pt x="716286" y="1534428"/>
                    <a:pt x="623358" y="1794623"/>
                    <a:pt x="647519" y="1943306"/>
                  </a:cubicBezTo>
                  <a:cubicBezTo>
                    <a:pt x="671680" y="2091989"/>
                    <a:pt x="831515" y="2093847"/>
                    <a:pt x="859393" y="2222086"/>
                  </a:cubicBezTo>
                  <a:cubicBezTo>
                    <a:pt x="887271" y="2350325"/>
                    <a:pt x="918866" y="2556624"/>
                    <a:pt x="814788" y="2712741"/>
                  </a:cubicBezTo>
                  <a:cubicBezTo>
                    <a:pt x="744164" y="2757346"/>
                    <a:pt x="524856" y="2790801"/>
                    <a:pt x="413344" y="2757347"/>
                  </a:cubicBezTo>
                  <a:cubicBezTo>
                    <a:pt x="301832" y="2723893"/>
                    <a:pt x="205187" y="2608662"/>
                    <a:pt x="145714" y="2512018"/>
                  </a:cubicBezTo>
                  <a:close/>
                </a:path>
              </a:pathLst>
            </a:custGeom>
            <a:solidFill>
              <a:srgbClr val="F6CEE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B9B12095-C2F5-4B92-8E53-F3C4C408861E}"/>
                </a:ext>
              </a:extLst>
            </p:cNvPr>
            <p:cNvSpPr/>
            <p:nvPr/>
          </p:nvSpPr>
          <p:spPr>
            <a:xfrm rot="19716896">
              <a:off x="5388769" y="3374231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B0FAD8A8-8334-4C79-86F1-348ED3F0B32B}"/>
                </a:ext>
              </a:extLst>
            </p:cNvPr>
            <p:cNvSpPr/>
            <p:nvPr/>
          </p:nvSpPr>
          <p:spPr>
            <a:xfrm rot="1941529">
              <a:off x="5602130" y="3430713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964EC91-3070-49F7-A0DE-ECEFE5D70B65}"/>
                </a:ext>
              </a:extLst>
            </p:cNvPr>
            <p:cNvSpPr/>
            <p:nvPr/>
          </p:nvSpPr>
          <p:spPr>
            <a:xfrm rot="1941529">
              <a:off x="5346164" y="3067306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56F30D2E-C19F-4D7D-9512-371B8ACE21C1}"/>
                </a:ext>
              </a:extLst>
            </p:cNvPr>
            <p:cNvSpPr/>
            <p:nvPr/>
          </p:nvSpPr>
          <p:spPr>
            <a:xfrm rot="20060340">
              <a:off x="5536727" y="3086147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ADAF2CA9-F52E-43FA-AB96-1AF324E1DFC3}"/>
                </a:ext>
              </a:extLst>
            </p:cNvPr>
            <p:cNvSpPr/>
            <p:nvPr/>
          </p:nvSpPr>
          <p:spPr>
            <a:xfrm rot="572251">
              <a:off x="5363748" y="2759149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F1ABF6DD-CFF8-4B9D-8224-D049671266F0}"/>
                </a:ext>
              </a:extLst>
            </p:cNvPr>
            <p:cNvSpPr/>
            <p:nvPr/>
          </p:nvSpPr>
          <p:spPr>
            <a:xfrm rot="18830044">
              <a:off x="5488409" y="2567198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6ABF57E8-4BF4-4DA7-AB19-D5DCEE32EA30}"/>
                </a:ext>
              </a:extLst>
            </p:cNvPr>
            <p:cNvSpPr/>
            <p:nvPr/>
          </p:nvSpPr>
          <p:spPr>
            <a:xfrm rot="1941529">
              <a:off x="5249533" y="2574488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6D03ABD9-21DF-4F6F-A723-882EFBBCD481}"/>
                </a:ext>
              </a:extLst>
            </p:cNvPr>
            <p:cNvSpPr/>
            <p:nvPr/>
          </p:nvSpPr>
          <p:spPr>
            <a:xfrm rot="17313945">
              <a:off x="5517517" y="2392659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3F54B5C-02B9-42D1-9F00-88A29A36F26D}"/>
                </a:ext>
              </a:extLst>
            </p:cNvPr>
            <p:cNvSpPr/>
            <p:nvPr/>
          </p:nvSpPr>
          <p:spPr>
            <a:xfrm rot="4358960">
              <a:off x="5213115" y="2361311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04F5ED4-19CC-4169-A582-73C50F0D8DF8}"/>
                </a:ext>
              </a:extLst>
            </p:cNvPr>
            <p:cNvSpPr/>
            <p:nvPr/>
          </p:nvSpPr>
          <p:spPr>
            <a:xfrm rot="514599">
              <a:off x="5388768" y="2143080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DE7CF20B-7EF4-4B90-BE24-8324CE96E049}"/>
                </a:ext>
              </a:extLst>
            </p:cNvPr>
            <p:cNvSpPr/>
            <p:nvPr/>
          </p:nvSpPr>
          <p:spPr>
            <a:xfrm rot="17688285">
              <a:off x="5195073" y="2021257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59A9983-2EBE-42C2-8909-77397BA97DDC}"/>
                </a:ext>
              </a:extLst>
            </p:cNvPr>
            <p:cNvSpPr/>
            <p:nvPr/>
          </p:nvSpPr>
          <p:spPr>
            <a:xfrm rot="4358960">
              <a:off x="5411565" y="1889254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3B6A94B9-A40D-4656-953D-EBB857440A4B}"/>
                </a:ext>
              </a:extLst>
            </p:cNvPr>
            <p:cNvSpPr/>
            <p:nvPr/>
          </p:nvSpPr>
          <p:spPr>
            <a:xfrm rot="21172829">
              <a:off x="5211120" y="1783433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C18B97C8-90EC-4394-B851-127BAE14FAF5}"/>
                </a:ext>
              </a:extLst>
            </p:cNvPr>
            <p:cNvSpPr/>
            <p:nvPr/>
          </p:nvSpPr>
          <p:spPr>
            <a:xfrm rot="19042562">
              <a:off x="5448351" y="1632913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C53643CA-F705-41D5-BBAF-7F5F6833DE5C}"/>
                </a:ext>
              </a:extLst>
            </p:cNvPr>
            <p:cNvSpPr/>
            <p:nvPr/>
          </p:nvSpPr>
          <p:spPr>
            <a:xfrm rot="8109501">
              <a:off x="8010534" y="2822331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6169FA30-04BE-403A-8726-E40FB595BCCE}"/>
                </a:ext>
              </a:extLst>
            </p:cNvPr>
            <p:cNvSpPr/>
            <p:nvPr/>
          </p:nvSpPr>
          <p:spPr>
            <a:xfrm rot="11934134">
              <a:off x="7794613" y="3135987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185F86E2-E07A-49AC-AF1E-914D5D741532}"/>
                </a:ext>
              </a:extLst>
            </p:cNvPr>
            <p:cNvSpPr/>
            <p:nvPr/>
          </p:nvSpPr>
          <p:spPr>
            <a:xfrm rot="11934134">
              <a:off x="7813896" y="2760121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3C6B97F8-41CB-45DE-A693-766101E49697}"/>
                </a:ext>
              </a:extLst>
            </p:cNvPr>
            <p:cNvSpPr/>
            <p:nvPr/>
          </p:nvSpPr>
          <p:spPr>
            <a:xfrm rot="8452945">
              <a:off x="8081807" y="2557061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8882BD19-3070-405E-B9D6-7F95479F29A7}"/>
                </a:ext>
              </a:extLst>
            </p:cNvPr>
            <p:cNvSpPr/>
            <p:nvPr/>
          </p:nvSpPr>
          <p:spPr>
            <a:xfrm rot="10564856">
              <a:off x="7982702" y="2236315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6606D5EA-A007-461B-8A18-03C08DB78A11}"/>
                </a:ext>
              </a:extLst>
            </p:cNvPr>
            <p:cNvSpPr/>
            <p:nvPr/>
          </p:nvSpPr>
          <p:spPr>
            <a:xfrm rot="7222649">
              <a:off x="8033489" y="2038112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CAF5D76F-125A-4619-A8B4-1434F5C0FF3B}"/>
                </a:ext>
              </a:extLst>
            </p:cNvPr>
            <p:cNvSpPr/>
            <p:nvPr/>
          </p:nvSpPr>
          <p:spPr>
            <a:xfrm rot="11934134">
              <a:off x="7762782" y="2502791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ABC2DBC4-ABD8-4B6E-9A7B-1C58FC5CD901}"/>
                </a:ext>
              </a:extLst>
            </p:cNvPr>
            <p:cNvSpPr/>
            <p:nvPr/>
          </p:nvSpPr>
          <p:spPr>
            <a:xfrm rot="5706550">
              <a:off x="8062597" y="1863573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3D7195B0-EF0F-4CFE-851D-54E317F9A7ED}"/>
                </a:ext>
              </a:extLst>
            </p:cNvPr>
            <p:cNvSpPr/>
            <p:nvPr/>
          </p:nvSpPr>
          <p:spPr>
            <a:xfrm rot="14351565">
              <a:off x="7853321" y="1922717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C8DF2D55-075B-4E57-A029-795697364C93}"/>
                </a:ext>
              </a:extLst>
            </p:cNvPr>
            <p:cNvSpPr/>
            <p:nvPr/>
          </p:nvSpPr>
          <p:spPr>
            <a:xfrm rot="10507204">
              <a:off x="7933848" y="1613994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31031F14-1E2F-4E98-8230-87C838B2EE0F}"/>
                </a:ext>
              </a:extLst>
            </p:cNvPr>
            <p:cNvSpPr/>
            <p:nvPr/>
          </p:nvSpPr>
          <p:spPr>
            <a:xfrm rot="6080890">
              <a:off x="7740153" y="1492171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3D980E2F-87C5-4FCC-A66E-25A58D0C8259}"/>
                </a:ext>
              </a:extLst>
            </p:cNvPr>
            <p:cNvSpPr/>
            <p:nvPr/>
          </p:nvSpPr>
          <p:spPr>
            <a:xfrm rot="14351565">
              <a:off x="7956645" y="1360168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9819A347-315D-4050-8D13-B7CB900FDEB0}"/>
                </a:ext>
              </a:extLst>
            </p:cNvPr>
            <p:cNvSpPr/>
            <p:nvPr/>
          </p:nvSpPr>
          <p:spPr>
            <a:xfrm rot="9565434">
              <a:off x="7756200" y="1254347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274CCA2D-1A5C-4B31-A28B-828FBD1F3989}"/>
                </a:ext>
              </a:extLst>
            </p:cNvPr>
            <p:cNvSpPr/>
            <p:nvPr/>
          </p:nvSpPr>
          <p:spPr>
            <a:xfrm rot="7435167">
              <a:off x="7993431" y="1103827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BCB59C51-EC93-4803-95B6-DE1E039C5E81}"/>
                </a:ext>
              </a:extLst>
            </p:cNvPr>
            <p:cNvSpPr/>
            <p:nvPr/>
          </p:nvSpPr>
          <p:spPr>
            <a:xfrm rot="19716896">
              <a:off x="6912743" y="3877672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F0FAFAAA-6249-4090-9242-C183A08FD4CA}"/>
                </a:ext>
              </a:extLst>
            </p:cNvPr>
            <p:cNvSpPr/>
            <p:nvPr/>
          </p:nvSpPr>
          <p:spPr>
            <a:xfrm rot="4723349">
              <a:off x="7803558" y="3362881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6856ED4B-5B0D-412B-BD1C-A787CE5BEA78}"/>
                </a:ext>
              </a:extLst>
            </p:cNvPr>
            <p:cNvSpPr/>
            <p:nvPr/>
          </p:nvSpPr>
          <p:spPr>
            <a:xfrm rot="1941529">
              <a:off x="6782859" y="3689195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42F52DEC-5849-422B-8D69-43DF21D676E4}"/>
                </a:ext>
              </a:extLst>
            </p:cNvPr>
            <p:cNvSpPr/>
            <p:nvPr/>
          </p:nvSpPr>
          <p:spPr>
            <a:xfrm rot="16200000">
              <a:off x="7102667" y="3689196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47A8E3E2-ED23-4A6A-AE5F-2E7B7DF73690}"/>
                </a:ext>
              </a:extLst>
            </p:cNvPr>
            <p:cNvSpPr/>
            <p:nvPr/>
          </p:nvSpPr>
          <p:spPr>
            <a:xfrm rot="572251">
              <a:off x="6962480" y="3491644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6EEBC7E0-AB6A-474E-8789-A6BE522D006F}"/>
                </a:ext>
              </a:extLst>
            </p:cNvPr>
            <p:cNvSpPr/>
            <p:nvPr/>
          </p:nvSpPr>
          <p:spPr>
            <a:xfrm rot="18830044">
              <a:off x="7835632" y="2271098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24D90EF5-109A-40E7-8A03-81A90EE38B9C}"/>
                </a:ext>
              </a:extLst>
            </p:cNvPr>
            <p:cNvSpPr/>
            <p:nvPr/>
          </p:nvSpPr>
          <p:spPr>
            <a:xfrm rot="1941529">
              <a:off x="6132698" y="1368210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DB77FB63-E29C-4654-9DA7-0C92C6DD70FA}"/>
                </a:ext>
              </a:extLst>
            </p:cNvPr>
            <p:cNvSpPr/>
            <p:nvPr/>
          </p:nvSpPr>
          <p:spPr>
            <a:xfrm rot="17313945">
              <a:off x="6293864" y="1129545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85E81C5C-0518-431E-8380-3655553C6182}"/>
                </a:ext>
              </a:extLst>
            </p:cNvPr>
            <p:cNvSpPr/>
            <p:nvPr/>
          </p:nvSpPr>
          <p:spPr>
            <a:xfrm rot="4358960">
              <a:off x="5924436" y="1170299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661CB5EE-B1D6-438D-87B9-664AD55A51F6}"/>
                </a:ext>
              </a:extLst>
            </p:cNvPr>
            <p:cNvSpPr/>
            <p:nvPr/>
          </p:nvSpPr>
          <p:spPr>
            <a:xfrm rot="514599">
              <a:off x="5804401" y="1304500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BA6F9011-41A3-48FC-9007-EFB3FBCAAB30}"/>
                </a:ext>
              </a:extLst>
            </p:cNvPr>
            <p:cNvSpPr/>
            <p:nvPr/>
          </p:nvSpPr>
          <p:spPr>
            <a:xfrm rot="17688285">
              <a:off x="5583470" y="1161603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5C1841A5-C382-42D1-B023-976E34D5C90C}"/>
                </a:ext>
              </a:extLst>
            </p:cNvPr>
            <p:cNvSpPr/>
            <p:nvPr/>
          </p:nvSpPr>
          <p:spPr>
            <a:xfrm rot="4358960">
              <a:off x="5268733" y="1430811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DAF36B97-57B0-4E7F-8B54-5F4C47334A82}"/>
                </a:ext>
              </a:extLst>
            </p:cNvPr>
            <p:cNvSpPr/>
            <p:nvPr/>
          </p:nvSpPr>
          <p:spPr>
            <a:xfrm rot="21172829">
              <a:off x="5390700" y="1212567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D2DC6183-EB05-437B-BD95-CB84B56C6DAB}"/>
                </a:ext>
              </a:extLst>
            </p:cNvPr>
            <p:cNvSpPr/>
            <p:nvPr/>
          </p:nvSpPr>
          <p:spPr>
            <a:xfrm rot="19042562">
              <a:off x="7475248" y="1283089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0B80CE20-F036-4EA0-AAE4-263A69CEEC0F}"/>
                </a:ext>
              </a:extLst>
            </p:cNvPr>
            <p:cNvSpPr/>
            <p:nvPr/>
          </p:nvSpPr>
          <p:spPr>
            <a:xfrm rot="19716896">
              <a:off x="7108454" y="3321841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35CA46F8-60D4-4B3B-8D4E-B10DE8147A81}"/>
                </a:ext>
              </a:extLst>
            </p:cNvPr>
            <p:cNvSpPr/>
            <p:nvPr/>
          </p:nvSpPr>
          <p:spPr>
            <a:xfrm rot="1941529">
              <a:off x="7401325" y="3404244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47A6EEC6-446B-44B2-861D-8D7DA4DE9750}"/>
                </a:ext>
              </a:extLst>
            </p:cNvPr>
            <p:cNvSpPr/>
            <p:nvPr/>
          </p:nvSpPr>
          <p:spPr>
            <a:xfrm rot="1941529">
              <a:off x="7336887" y="3220597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476F40A5-7725-4DC7-841A-009480F7C5A3}"/>
                </a:ext>
              </a:extLst>
            </p:cNvPr>
            <p:cNvSpPr/>
            <p:nvPr/>
          </p:nvSpPr>
          <p:spPr>
            <a:xfrm rot="20060340">
              <a:off x="7527450" y="3239438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BB064465-922E-43DA-AD9B-963EF79ACD16}"/>
                </a:ext>
              </a:extLst>
            </p:cNvPr>
            <p:cNvSpPr/>
            <p:nvPr/>
          </p:nvSpPr>
          <p:spPr>
            <a:xfrm rot="19042562">
              <a:off x="6567816" y="1105587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7A6E7780-BEF1-4942-BD1E-DDBD5875C57C}"/>
                </a:ext>
              </a:extLst>
            </p:cNvPr>
            <p:cNvSpPr/>
            <p:nvPr/>
          </p:nvSpPr>
          <p:spPr>
            <a:xfrm rot="19042562">
              <a:off x="6548041" y="1366251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061C29E4-50A9-4D44-BF3D-5BB0B568F4B1}"/>
                </a:ext>
              </a:extLst>
            </p:cNvPr>
            <p:cNvSpPr/>
            <p:nvPr/>
          </p:nvSpPr>
          <p:spPr>
            <a:xfrm rot="13984376">
              <a:off x="6848262" y="1129545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E23B4833-2BF1-4F48-A732-BDEF25019658}"/>
                </a:ext>
              </a:extLst>
            </p:cNvPr>
            <p:cNvSpPr/>
            <p:nvPr/>
          </p:nvSpPr>
          <p:spPr>
            <a:xfrm rot="16592691">
              <a:off x="7000662" y="1281945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4BDF8FF5-C9B3-4782-B042-632753788978}"/>
                </a:ext>
              </a:extLst>
            </p:cNvPr>
            <p:cNvSpPr/>
            <p:nvPr/>
          </p:nvSpPr>
          <p:spPr>
            <a:xfrm rot="8109501">
              <a:off x="7211374" y="1117272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FB844E15-1012-4CFA-A44E-767283C24F74}"/>
                </a:ext>
              </a:extLst>
            </p:cNvPr>
            <p:cNvSpPr/>
            <p:nvPr/>
          </p:nvSpPr>
          <p:spPr>
            <a:xfrm rot="15119669">
              <a:off x="7248007" y="1345640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76BE544E-D609-40C9-9F7B-9A3810A6C03A}"/>
                </a:ext>
              </a:extLst>
            </p:cNvPr>
            <p:cNvSpPr/>
            <p:nvPr/>
          </p:nvSpPr>
          <p:spPr>
            <a:xfrm rot="14351565">
              <a:off x="7576392" y="1116338"/>
              <a:ext cx="53026" cy="160706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F6CE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3" name="C. diff colonization">
            <a:extLst>
              <a:ext uri="{FF2B5EF4-FFF2-40B4-BE49-F238E27FC236}">
                <a16:creationId xmlns:a16="http://schemas.microsoft.com/office/drawing/2014/main" id="{C01D766D-B8FD-4993-80A2-6BCD3D57A3A8}"/>
              </a:ext>
            </a:extLst>
          </p:cNvPr>
          <p:cNvSpPr txBox="1"/>
          <p:nvPr/>
        </p:nvSpPr>
        <p:spPr>
          <a:xfrm>
            <a:off x="2352779" y="1604523"/>
            <a:ext cx="1565341" cy="715089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dirty="0"/>
              <a:t>C. diff</a:t>
            </a:r>
            <a:r>
              <a:rPr lang="en-US" dirty="0"/>
              <a:t> colonization</a:t>
            </a:r>
            <a:endParaRPr lang="en-US" i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825E93B-74E5-4927-BF91-C1CB966A2847}"/>
              </a:ext>
            </a:extLst>
          </p:cNvPr>
          <p:cNvSpPr txBox="1"/>
          <p:nvPr/>
        </p:nvSpPr>
        <p:spPr>
          <a:xfrm>
            <a:off x="1859370" y="2502786"/>
            <a:ext cx="2550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Detection of </a:t>
            </a:r>
            <a:r>
              <a:rPr lang="en-US" sz="1600" i="1" dirty="0"/>
              <a:t>C. diff</a:t>
            </a:r>
            <a:r>
              <a:rPr lang="en-US" sz="1600" dirty="0"/>
              <a:t> without clinical symptoms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35599ED-D731-4B62-8236-B454642BB368}"/>
              </a:ext>
            </a:extLst>
          </p:cNvPr>
          <p:cNvSpPr txBox="1"/>
          <p:nvPr/>
        </p:nvSpPr>
        <p:spPr>
          <a:xfrm>
            <a:off x="1709703" y="3187045"/>
            <a:ext cx="2889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4-15% of healthy adults</a:t>
            </a:r>
          </a:p>
          <a:p>
            <a:pPr algn="ctr"/>
            <a:r>
              <a:rPr lang="en-US" sz="1600" dirty="0"/>
              <a:t>21% of hospitalized adults</a:t>
            </a:r>
          </a:p>
          <a:p>
            <a:pPr algn="ctr"/>
            <a:r>
              <a:rPr lang="en-US" sz="1600" dirty="0"/>
              <a:t>15-30% of LTC facility residents </a:t>
            </a:r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7F832F1E-B6C1-4DF4-9C03-2D701831B9AA}"/>
              </a:ext>
            </a:extLst>
          </p:cNvPr>
          <p:cNvSpPr/>
          <p:nvPr/>
        </p:nvSpPr>
        <p:spPr>
          <a:xfrm rot="11025951">
            <a:off x="5869732" y="4252027"/>
            <a:ext cx="1825270" cy="570638"/>
          </a:xfrm>
          <a:custGeom>
            <a:avLst/>
            <a:gdLst>
              <a:gd name="connsiteX0" fmla="*/ 1175440 w 1833588"/>
              <a:gd name="connsiteY0" fmla="*/ 3761 h 573539"/>
              <a:gd name="connsiteX1" fmla="*/ 762845 w 1833588"/>
              <a:gd name="connsiteY1" fmla="*/ 59517 h 573539"/>
              <a:gd name="connsiteX2" fmla="*/ 327948 w 1833588"/>
              <a:gd name="connsiteY2" fmla="*/ 182181 h 573539"/>
              <a:gd name="connsiteX3" fmla="*/ 4562 w 1833588"/>
              <a:gd name="connsiteY3" fmla="*/ 483264 h 573539"/>
              <a:gd name="connsiteX4" fmla="*/ 171830 w 1833588"/>
              <a:gd name="connsiteY4" fmla="*/ 572473 h 573539"/>
              <a:gd name="connsiteX5" fmla="*/ 629030 w 1833588"/>
              <a:gd name="connsiteY5" fmla="*/ 438659 h 573539"/>
              <a:gd name="connsiteX6" fmla="*/ 952416 w 1833588"/>
              <a:gd name="connsiteY6" fmla="*/ 550171 h 573539"/>
              <a:gd name="connsiteX7" fmla="*/ 1264650 w 1833588"/>
              <a:gd name="connsiteY7" fmla="*/ 293693 h 573539"/>
              <a:gd name="connsiteX8" fmla="*/ 1744152 w 1833588"/>
              <a:gd name="connsiteY8" fmla="*/ 349449 h 573539"/>
              <a:gd name="connsiteX9" fmla="*/ 1799909 w 1833588"/>
              <a:gd name="connsiteY9" fmla="*/ 137576 h 573539"/>
              <a:gd name="connsiteX10" fmla="*/ 1365011 w 1833588"/>
              <a:gd name="connsiteY10" fmla="*/ 159878 h 573539"/>
              <a:gd name="connsiteX11" fmla="*/ 1175440 w 1833588"/>
              <a:gd name="connsiteY11" fmla="*/ 3761 h 573539"/>
              <a:gd name="connsiteX0" fmla="*/ 1175440 w 1833588"/>
              <a:gd name="connsiteY0" fmla="*/ 0 h 569778"/>
              <a:gd name="connsiteX1" fmla="*/ 785148 w 1833588"/>
              <a:gd name="connsiteY1" fmla="*/ 156117 h 569778"/>
              <a:gd name="connsiteX2" fmla="*/ 327948 w 1833588"/>
              <a:gd name="connsiteY2" fmla="*/ 178420 h 569778"/>
              <a:gd name="connsiteX3" fmla="*/ 4562 w 1833588"/>
              <a:gd name="connsiteY3" fmla="*/ 479503 h 569778"/>
              <a:gd name="connsiteX4" fmla="*/ 171830 w 1833588"/>
              <a:gd name="connsiteY4" fmla="*/ 568712 h 569778"/>
              <a:gd name="connsiteX5" fmla="*/ 629030 w 1833588"/>
              <a:gd name="connsiteY5" fmla="*/ 434898 h 569778"/>
              <a:gd name="connsiteX6" fmla="*/ 952416 w 1833588"/>
              <a:gd name="connsiteY6" fmla="*/ 546410 h 569778"/>
              <a:gd name="connsiteX7" fmla="*/ 1264650 w 1833588"/>
              <a:gd name="connsiteY7" fmla="*/ 289932 h 569778"/>
              <a:gd name="connsiteX8" fmla="*/ 1744152 w 1833588"/>
              <a:gd name="connsiteY8" fmla="*/ 345688 h 569778"/>
              <a:gd name="connsiteX9" fmla="*/ 1799909 w 1833588"/>
              <a:gd name="connsiteY9" fmla="*/ 133815 h 569778"/>
              <a:gd name="connsiteX10" fmla="*/ 1365011 w 1833588"/>
              <a:gd name="connsiteY10" fmla="*/ 156117 h 569778"/>
              <a:gd name="connsiteX11" fmla="*/ 1175440 w 1833588"/>
              <a:gd name="connsiteY11" fmla="*/ 0 h 569778"/>
              <a:gd name="connsiteX0" fmla="*/ 1174445 w 1832593"/>
              <a:gd name="connsiteY0" fmla="*/ 0 h 569879"/>
              <a:gd name="connsiteX1" fmla="*/ 784153 w 1832593"/>
              <a:gd name="connsiteY1" fmla="*/ 156117 h 569879"/>
              <a:gd name="connsiteX2" fmla="*/ 304650 w 1832593"/>
              <a:gd name="connsiteY2" fmla="*/ 156117 h 569879"/>
              <a:gd name="connsiteX3" fmla="*/ 3567 w 1832593"/>
              <a:gd name="connsiteY3" fmla="*/ 479503 h 569879"/>
              <a:gd name="connsiteX4" fmla="*/ 170835 w 1832593"/>
              <a:gd name="connsiteY4" fmla="*/ 568712 h 569879"/>
              <a:gd name="connsiteX5" fmla="*/ 628035 w 1832593"/>
              <a:gd name="connsiteY5" fmla="*/ 434898 h 569879"/>
              <a:gd name="connsiteX6" fmla="*/ 951421 w 1832593"/>
              <a:gd name="connsiteY6" fmla="*/ 546410 h 569879"/>
              <a:gd name="connsiteX7" fmla="*/ 1263655 w 1832593"/>
              <a:gd name="connsiteY7" fmla="*/ 289932 h 569879"/>
              <a:gd name="connsiteX8" fmla="*/ 1743157 w 1832593"/>
              <a:gd name="connsiteY8" fmla="*/ 345688 h 569879"/>
              <a:gd name="connsiteX9" fmla="*/ 1798914 w 1832593"/>
              <a:gd name="connsiteY9" fmla="*/ 133815 h 569879"/>
              <a:gd name="connsiteX10" fmla="*/ 1364016 w 1832593"/>
              <a:gd name="connsiteY10" fmla="*/ 156117 h 569879"/>
              <a:gd name="connsiteX11" fmla="*/ 1174445 w 1832593"/>
              <a:gd name="connsiteY11" fmla="*/ 0 h 569879"/>
              <a:gd name="connsiteX0" fmla="*/ 1174445 w 1832593"/>
              <a:gd name="connsiteY0" fmla="*/ 1661 h 571540"/>
              <a:gd name="connsiteX1" fmla="*/ 784153 w 1832593"/>
              <a:gd name="connsiteY1" fmla="*/ 157778 h 571540"/>
              <a:gd name="connsiteX2" fmla="*/ 304650 w 1832593"/>
              <a:gd name="connsiteY2" fmla="*/ 157778 h 571540"/>
              <a:gd name="connsiteX3" fmla="*/ 3567 w 1832593"/>
              <a:gd name="connsiteY3" fmla="*/ 481164 h 571540"/>
              <a:gd name="connsiteX4" fmla="*/ 170835 w 1832593"/>
              <a:gd name="connsiteY4" fmla="*/ 570373 h 571540"/>
              <a:gd name="connsiteX5" fmla="*/ 628035 w 1832593"/>
              <a:gd name="connsiteY5" fmla="*/ 436559 h 571540"/>
              <a:gd name="connsiteX6" fmla="*/ 951421 w 1832593"/>
              <a:gd name="connsiteY6" fmla="*/ 548071 h 571540"/>
              <a:gd name="connsiteX7" fmla="*/ 1263655 w 1832593"/>
              <a:gd name="connsiteY7" fmla="*/ 291593 h 571540"/>
              <a:gd name="connsiteX8" fmla="*/ 1743157 w 1832593"/>
              <a:gd name="connsiteY8" fmla="*/ 347349 h 571540"/>
              <a:gd name="connsiteX9" fmla="*/ 1798914 w 1832593"/>
              <a:gd name="connsiteY9" fmla="*/ 135476 h 571540"/>
              <a:gd name="connsiteX10" fmla="*/ 1486680 w 1832593"/>
              <a:gd name="connsiteY10" fmla="*/ 79720 h 571540"/>
              <a:gd name="connsiteX11" fmla="*/ 1174445 w 1832593"/>
              <a:gd name="connsiteY11" fmla="*/ 1661 h 571540"/>
              <a:gd name="connsiteX0" fmla="*/ 1174445 w 1825713"/>
              <a:gd name="connsiteY0" fmla="*/ 1661 h 571540"/>
              <a:gd name="connsiteX1" fmla="*/ 784153 w 1825713"/>
              <a:gd name="connsiteY1" fmla="*/ 157778 h 571540"/>
              <a:gd name="connsiteX2" fmla="*/ 304650 w 1825713"/>
              <a:gd name="connsiteY2" fmla="*/ 157778 h 571540"/>
              <a:gd name="connsiteX3" fmla="*/ 3567 w 1825713"/>
              <a:gd name="connsiteY3" fmla="*/ 481164 h 571540"/>
              <a:gd name="connsiteX4" fmla="*/ 170835 w 1825713"/>
              <a:gd name="connsiteY4" fmla="*/ 570373 h 571540"/>
              <a:gd name="connsiteX5" fmla="*/ 628035 w 1825713"/>
              <a:gd name="connsiteY5" fmla="*/ 436559 h 571540"/>
              <a:gd name="connsiteX6" fmla="*/ 951421 w 1825713"/>
              <a:gd name="connsiteY6" fmla="*/ 548071 h 571540"/>
              <a:gd name="connsiteX7" fmla="*/ 1450478 w 1825713"/>
              <a:gd name="connsiteY7" fmla="*/ 413399 h 571540"/>
              <a:gd name="connsiteX8" fmla="*/ 1743157 w 1825713"/>
              <a:gd name="connsiteY8" fmla="*/ 347349 h 571540"/>
              <a:gd name="connsiteX9" fmla="*/ 1798914 w 1825713"/>
              <a:gd name="connsiteY9" fmla="*/ 135476 h 571540"/>
              <a:gd name="connsiteX10" fmla="*/ 1486680 w 1825713"/>
              <a:gd name="connsiteY10" fmla="*/ 79720 h 571540"/>
              <a:gd name="connsiteX11" fmla="*/ 1174445 w 1825713"/>
              <a:gd name="connsiteY11" fmla="*/ 1661 h 571540"/>
              <a:gd name="connsiteX0" fmla="*/ 1174002 w 1825270"/>
              <a:gd name="connsiteY0" fmla="*/ 1661 h 570638"/>
              <a:gd name="connsiteX1" fmla="*/ 783710 w 1825270"/>
              <a:gd name="connsiteY1" fmla="*/ 157778 h 570638"/>
              <a:gd name="connsiteX2" fmla="*/ 304207 w 1825270"/>
              <a:gd name="connsiteY2" fmla="*/ 157778 h 570638"/>
              <a:gd name="connsiteX3" fmla="*/ 3124 w 1825270"/>
              <a:gd name="connsiteY3" fmla="*/ 481164 h 570638"/>
              <a:gd name="connsiteX4" fmla="*/ 170392 w 1825270"/>
              <a:gd name="connsiteY4" fmla="*/ 570373 h 570638"/>
              <a:gd name="connsiteX5" fmla="*/ 531842 w 1825270"/>
              <a:gd name="connsiteY5" fmla="*/ 509914 h 570638"/>
              <a:gd name="connsiteX6" fmla="*/ 950978 w 1825270"/>
              <a:gd name="connsiteY6" fmla="*/ 548071 h 570638"/>
              <a:gd name="connsiteX7" fmla="*/ 1450035 w 1825270"/>
              <a:gd name="connsiteY7" fmla="*/ 413399 h 570638"/>
              <a:gd name="connsiteX8" fmla="*/ 1742714 w 1825270"/>
              <a:gd name="connsiteY8" fmla="*/ 347349 h 570638"/>
              <a:gd name="connsiteX9" fmla="*/ 1798471 w 1825270"/>
              <a:gd name="connsiteY9" fmla="*/ 135476 h 570638"/>
              <a:gd name="connsiteX10" fmla="*/ 1486237 w 1825270"/>
              <a:gd name="connsiteY10" fmla="*/ 79720 h 570638"/>
              <a:gd name="connsiteX11" fmla="*/ 1174002 w 1825270"/>
              <a:gd name="connsiteY11" fmla="*/ 1661 h 57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5270" h="570638">
                <a:moveTo>
                  <a:pt x="1174002" y="1661"/>
                </a:moveTo>
                <a:cubicBezTo>
                  <a:pt x="1056914" y="14671"/>
                  <a:pt x="928676" y="131759"/>
                  <a:pt x="783710" y="157778"/>
                </a:cubicBezTo>
                <a:cubicBezTo>
                  <a:pt x="638744" y="183798"/>
                  <a:pt x="434305" y="103880"/>
                  <a:pt x="304207" y="157778"/>
                </a:cubicBezTo>
                <a:cubicBezTo>
                  <a:pt x="174109" y="211676"/>
                  <a:pt x="25427" y="412398"/>
                  <a:pt x="3124" y="481164"/>
                </a:cubicBezTo>
                <a:cubicBezTo>
                  <a:pt x="-19179" y="549930"/>
                  <a:pt x="82272" y="565581"/>
                  <a:pt x="170392" y="570373"/>
                </a:cubicBezTo>
                <a:cubicBezTo>
                  <a:pt x="258512" y="575165"/>
                  <a:pt x="401744" y="513631"/>
                  <a:pt x="531842" y="509914"/>
                </a:cubicBezTo>
                <a:cubicBezTo>
                  <a:pt x="661940" y="506197"/>
                  <a:pt x="797946" y="564157"/>
                  <a:pt x="950978" y="548071"/>
                </a:cubicBezTo>
                <a:cubicBezTo>
                  <a:pt x="1104010" y="531985"/>
                  <a:pt x="1318079" y="446853"/>
                  <a:pt x="1450035" y="413399"/>
                </a:cubicBezTo>
                <a:cubicBezTo>
                  <a:pt x="1581991" y="379945"/>
                  <a:pt x="1684641" y="393670"/>
                  <a:pt x="1742714" y="347349"/>
                </a:cubicBezTo>
                <a:cubicBezTo>
                  <a:pt x="1800787" y="301028"/>
                  <a:pt x="1861661" y="167071"/>
                  <a:pt x="1798471" y="135476"/>
                </a:cubicBezTo>
                <a:cubicBezTo>
                  <a:pt x="1735281" y="103881"/>
                  <a:pt x="1595891" y="103881"/>
                  <a:pt x="1486237" y="79720"/>
                </a:cubicBezTo>
                <a:cubicBezTo>
                  <a:pt x="1376583" y="55559"/>
                  <a:pt x="1291090" y="-11349"/>
                  <a:pt x="1174002" y="1661"/>
                </a:cubicBezTo>
                <a:close/>
              </a:path>
            </a:pathLst>
          </a:custGeom>
          <a:solidFill>
            <a:srgbClr val="C08340"/>
          </a:solidFill>
          <a:ln>
            <a:solidFill>
              <a:srgbClr val="C083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86B714BB-82FF-4CEC-A487-1F345329D6A3}"/>
              </a:ext>
            </a:extLst>
          </p:cNvPr>
          <p:cNvCxnSpPr>
            <a:cxnSpLocks/>
            <a:stCxn id="125" idx="3"/>
          </p:cNvCxnSpPr>
          <p:nvPr/>
        </p:nvCxnSpPr>
        <p:spPr>
          <a:xfrm rot="10800000" flipH="1">
            <a:off x="7702776" y="1880082"/>
            <a:ext cx="1043483" cy="2521579"/>
          </a:xfrm>
          <a:prstGeom prst="bentConnector3">
            <a:avLst>
              <a:gd name="adj1" fmla="val 492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CDI">
            <a:extLst>
              <a:ext uri="{FF2B5EF4-FFF2-40B4-BE49-F238E27FC236}">
                <a16:creationId xmlns:a16="http://schemas.microsoft.com/office/drawing/2014/main" id="{04C8E85C-282F-4254-B9E1-C811EDF54BBF}"/>
              </a:ext>
            </a:extLst>
          </p:cNvPr>
          <p:cNvSpPr txBox="1"/>
          <p:nvPr/>
        </p:nvSpPr>
        <p:spPr>
          <a:xfrm>
            <a:off x="8746260" y="1675769"/>
            <a:ext cx="2278399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dirty="0"/>
              <a:t>C. diff</a:t>
            </a:r>
            <a:r>
              <a:rPr lang="en-US" dirty="0"/>
              <a:t> infection (CDI)</a:t>
            </a:r>
            <a:endParaRPr lang="en-US" i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B91E28C-B288-41E4-B2BE-B2BA12D32889}"/>
              </a:ext>
            </a:extLst>
          </p:cNvPr>
          <p:cNvSpPr txBox="1"/>
          <p:nvPr/>
        </p:nvSpPr>
        <p:spPr>
          <a:xfrm>
            <a:off x="9082678" y="4561649"/>
            <a:ext cx="19419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Risk factors</a:t>
            </a:r>
            <a:r>
              <a:rPr lang="en-US" sz="1600" dirty="0"/>
              <a:t>:</a:t>
            </a:r>
          </a:p>
          <a:p>
            <a:pPr algn="ctr"/>
            <a:r>
              <a:rPr lang="en-US" sz="1600" dirty="0"/>
              <a:t>&gt;65 </a:t>
            </a:r>
            <a:r>
              <a:rPr lang="en-US" sz="1600" dirty="0" err="1"/>
              <a:t>yo</a:t>
            </a:r>
            <a:endParaRPr lang="en-US" sz="1600" dirty="0"/>
          </a:p>
          <a:p>
            <a:pPr algn="ctr"/>
            <a:r>
              <a:rPr lang="en-US" sz="1600" dirty="0"/>
              <a:t>Healthcare exposure</a:t>
            </a:r>
          </a:p>
          <a:p>
            <a:pPr algn="ctr"/>
            <a:r>
              <a:rPr lang="en-US" sz="1600" dirty="0"/>
              <a:t>Antibiotic use</a:t>
            </a:r>
          </a:p>
          <a:p>
            <a:pPr algn="ctr"/>
            <a:r>
              <a:rPr lang="en-US" sz="1600" dirty="0">
                <a:solidFill>
                  <a:schemeClr val="accent2"/>
                </a:solidFill>
              </a:rPr>
              <a:t>Cardiac disease</a:t>
            </a:r>
          </a:p>
          <a:p>
            <a:pPr algn="ctr"/>
            <a:r>
              <a:rPr lang="en-US" sz="1600" dirty="0">
                <a:solidFill>
                  <a:schemeClr val="accent2"/>
                </a:solidFill>
              </a:rPr>
              <a:t>CKD</a:t>
            </a:r>
          </a:p>
          <a:p>
            <a:pPr algn="ctr"/>
            <a:r>
              <a:rPr lang="en-US" sz="1600" dirty="0">
                <a:solidFill>
                  <a:schemeClr val="accent2"/>
                </a:solidFill>
              </a:rPr>
              <a:t>IBD</a:t>
            </a:r>
          </a:p>
        </p:txBody>
      </p:sp>
      <p:graphicFrame>
        <p:nvGraphicFramePr>
          <p:cNvPr id="140" name="Chart 139">
            <a:extLst>
              <a:ext uri="{FF2B5EF4-FFF2-40B4-BE49-F238E27FC236}">
                <a16:creationId xmlns:a16="http://schemas.microsoft.com/office/drawing/2014/main" id="{CD075F05-B06E-4C70-A012-A13B0369CC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6505039"/>
              </p:ext>
            </p:extLst>
          </p:nvPr>
        </p:nvGraphicFramePr>
        <p:xfrm>
          <a:off x="8522401" y="2113610"/>
          <a:ext cx="2948679" cy="2418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1F30AAFC-2FF8-492C-830A-492330D8DC08}"/>
              </a:ext>
            </a:extLst>
          </p:cNvPr>
          <p:cNvCxnSpPr>
            <a:cxnSpLocks/>
            <a:stCxn id="66" idx="1"/>
            <a:endCxn id="113" idx="3"/>
          </p:cNvCxnSpPr>
          <p:nvPr/>
        </p:nvCxnSpPr>
        <p:spPr>
          <a:xfrm rot="10800000" flipV="1">
            <a:off x="3918120" y="1835232"/>
            <a:ext cx="965544" cy="1268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7" name="Graphic 146" descr="Cursor with solid fill">
            <a:extLst>
              <a:ext uri="{FF2B5EF4-FFF2-40B4-BE49-F238E27FC236}">
                <a16:creationId xmlns:a16="http://schemas.microsoft.com/office/drawing/2014/main" id="{5E9B37CF-C9D9-461E-AF77-A83614C893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61757" y="2159457"/>
            <a:ext cx="291548" cy="291548"/>
          </a:xfrm>
          <a:prstGeom prst="rect">
            <a:avLst/>
          </a:prstGeom>
        </p:spPr>
      </p:pic>
      <p:pic>
        <p:nvPicPr>
          <p:cNvPr id="148" name="Graphic 147" descr="Cursor with solid fill">
            <a:extLst>
              <a:ext uri="{FF2B5EF4-FFF2-40B4-BE49-F238E27FC236}">
                <a16:creationId xmlns:a16="http://schemas.microsoft.com/office/drawing/2014/main" id="{2B360DA7-EE3C-41A5-A600-B40FBA1448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4895" y="1945265"/>
            <a:ext cx="291548" cy="291548"/>
          </a:xfrm>
          <a:prstGeom prst="rect">
            <a:avLst/>
          </a:prstGeom>
        </p:spPr>
      </p:pic>
      <p:sp>
        <p:nvSpPr>
          <p:cNvPr id="152" name="Left Brace 151">
            <a:extLst>
              <a:ext uri="{FF2B5EF4-FFF2-40B4-BE49-F238E27FC236}">
                <a16:creationId xmlns:a16="http://schemas.microsoft.com/office/drawing/2014/main" id="{893BFB50-34AD-4CEE-A16E-D4F7E279D9CF}"/>
              </a:ext>
            </a:extLst>
          </p:cNvPr>
          <p:cNvSpPr/>
          <p:nvPr/>
        </p:nvSpPr>
        <p:spPr>
          <a:xfrm>
            <a:off x="9269455" y="5601784"/>
            <a:ext cx="119871" cy="731143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ight Brace 152">
            <a:extLst>
              <a:ext uri="{FF2B5EF4-FFF2-40B4-BE49-F238E27FC236}">
                <a16:creationId xmlns:a16="http://schemas.microsoft.com/office/drawing/2014/main" id="{3314E1A8-3973-485D-9A4B-D1561D2D867D}"/>
              </a:ext>
            </a:extLst>
          </p:cNvPr>
          <p:cNvSpPr/>
          <p:nvPr/>
        </p:nvSpPr>
        <p:spPr>
          <a:xfrm>
            <a:off x="10745024" y="5601783"/>
            <a:ext cx="119871" cy="731143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D09D2CC-75AD-4C71-945B-FC9BE992185D}"/>
              </a:ext>
            </a:extLst>
          </p:cNvPr>
          <p:cNvSpPr txBox="1"/>
          <p:nvPr/>
        </p:nvSpPr>
        <p:spPr>
          <a:xfrm>
            <a:off x="7980390" y="5608097"/>
            <a:ext cx="12968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</a:rPr>
              <a:t>RFs for community acquired CDI</a:t>
            </a:r>
          </a:p>
        </p:txBody>
      </p:sp>
      <p:sp>
        <p:nvSpPr>
          <p:cNvPr id="109" name="Rectangle: Rounded Corners 108">
            <a:hlinkClick r:id="rId10" action="ppaction://hlinksldjump"/>
            <a:extLst>
              <a:ext uri="{FF2B5EF4-FFF2-40B4-BE49-F238E27FC236}">
                <a16:creationId xmlns:a16="http://schemas.microsoft.com/office/drawing/2014/main" id="{88C19D08-A2A1-4549-A9A5-948B4805B9E7}"/>
              </a:ext>
            </a:extLst>
          </p:cNvPr>
          <p:cNvSpPr/>
          <p:nvPr/>
        </p:nvSpPr>
        <p:spPr>
          <a:xfrm>
            <a:off x="188844" y="2440400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10" name="Graphic 109" descr="Cursor with solid fill">
            <a:extLst>
              <a:ext uri="{FF2B5EF4-FFF2-40B4-BE49-F238E27FC236}">
                <a16:creationId xmlns:a16="http://schemas.microsoft.com/office/drawing/2014/main" id="{115A1406-793E-4CD1-875B-31BDA4680D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4974" y="2593140"/>
            <a:ext cx="291548" cy="29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2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</p:childTnLst>
        </p:cTn>
      </p:par>
    </p:tnLst>
    <p:bldLst>
      <p:bldP spid="119" grpId="0"/>
      <p:bldP spid="121" grpId="0"/>
      <p:bldP spid="135" grpId="0"/>
      <p:bldGraphic spid="140" grpId="0">
        <p:bldAsOne/>
      </p:bldGraphic>
      <p:bldP spid="152" grpId="0" animBg="1"/>
      <p:bldP spid="153" grpId="0" animBg="1"/>
      <p:bldP spid="15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hlinkClick r:id="rId3" action="ppaction://hlinksldjump"/>
            <a:extLst>
              <a:ext uri="{FF2B5EF4-FFF2-40B4-BE49-F238E27FC236}">
                <a16:creationId xmlns:a16="http://schemas.microsoft.com/office/drawing/2014/main" id="{A31A70F8-DE19-4498-8D90-C0731B3CBEF6}"/>
              </a:ext>
            </a:extLst>
          </p:cNvPr>
          <p:cNvSpPr/>
          <p:nvPr/>
        </p:nvSpPr>
        <p:spPr>
          <a:xfrm>
            <a:off x="188844" y="217003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Epi and RF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0AD96432-ED8F-41D8-A054-E78EBA4B3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4974" y="389282"/>
            <a:ext cx="291548" cy="29154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4ED947-52BB-41B4-8BCE-4ABA319EAE45}"/>
              </a:ext>
            </a:extLst>
          </p:cNvPr>
          <p:cNvSpPr/>
          <p:nvPr/>
        </p:nvSpPr>
        <p:spPr>
          <a:xfrm>
            <a:off x="188844" y="635276"/>
            <a:ext cx="1321904" cy="318053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Diagnosis</a:t>
            </a:r>
          </a:p>
        </p:txBody>
      </p:sp>
      <p:sp>
        <p:nvSpPr>
          <p:cNvPr id="15" name="Rectangle: Rounded Corners 14">
            <a:hlinkClick r:id="rId6" action="ppaction://hlinksldjump"/>
            <a:extLst>
              <a:ext uri="{FF2B5EF4-FFF2-40B4-BE49-F238E27FC236}">
                <a16:creationId xmlns:a16="http://schemas.microsoft.com/office/drawing/2014/main" id="{AC4D6C3C-6D0D-40CD-BF46-5499FB114A76}"/>
              </a:ext>
            </a:extLst>
          </p:cNvPr>
          <p:cNvSpPr/>
          <p:nvPr/>
        </p:nvSpPr>
        <p:spPr>
          <a:xfrm>
            <a:off x="188844" y="1080054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16" name="Rectangle: Rounded Corners 15">
            <a:hlinkClick r:id="rId7" action="ppaction://hlinksldjump"/>
            <a:extLst>
              <a:ext uri="{FF2B5EF4-FFF2-40B4-BE49-F238E27FC236}">
                <a16:creationId xmlns:a16="http://schemas.microsoft.com/office/drawing/2014/main" id="{9BF8B724-6295-40F1-8969-10502862CD02}"/>
              </a:ext>
            </a:extLst>
          </p:cNvPr>
          <p:cNvSpPr/>
          <p:nvPr/>
        </p:nvSpPr>
        <p:spPr>
          <a:xfrm>
            <a:off x="188844" y="1519033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Treatment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10D21F03-3392-49A6-8BC1-26C6E3047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4974" y="1239080"/>
            <a:ext cx="291548" cy="291548"/>
          </a:xfrm>
          <a:prstGeom prst="rect">
            <a:avLst/>
          </a:prstGeom>
        </p:spPr>
      </p:pic>
      <p:pic>
        <p:nvPicPr>
          <p:cNvPr id="18" name="Graphic 17" descr="Cursor with solid fill">
            <a:extLst>
              <a:ext uri="{FF2B5EF4-FFF2-40B4-BE49-F238E27FC236}">
                <a16:creationId xmlns:a16="http://schemas.microsoft.com/office/drawing/2014/main" id="{99DCA35D-1AEC-421D-9E8B-6AE580D66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4974" y="1678059"/>
            <a:ext cx="291548" cy="291548"/>
          </a:xfrm>
          <a:prstGeom prst="rect">
            <a:avLst/>
          </a:prstGeom>
        </p:spPr>
      </p:pic>
      <p:sp>
        <p:nvSpPr>
          <p:cNvPr id="21" name="Rectangle: Rounded Corners 20">
            <a:hlinkClick r:id="rId8" action="ppaction://hlinksldjump"/>
            <a:extLst>
              <a:ext uri="{FF2B5EF4-FFF2-40B4-BE49-F238E27FC236}">
                <a16:creationId xmlns:a16="http://schemas.microsoft.com/office/drawing/2014/main" id="{5DD55CFD-6033-4E5C-8ADA-BF1D531A0917}"/>
              </a:ext>
            </a:extLst>
          </p:cNvPr>
          <p:cNvSpPr/>
          <p:nvPr/>
        </p:nvSpPr>
        <p:spPr>
          <a:xfrm>
            <a:off x="188844" y="1969607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Prevention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806761A8-3F1D-4150-80FC-CCA60DF227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4974" y="2128633"/>
            <a:ext cx="291548" cy="29154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B8FED4F-A6A7-4185-87BA-1B0381CE151E}"/>
              </a:ext>
            </a:extLst>
          </p:cNvPr>
          <p:cNvSpPr/>
          <p:nvPr/>
        </p:nvSpPr>
        <p:spPr>
          <a:xfrm>
            <a:off x="5051500" y="217003"/>
            <a:ext cx="4031167" cy="8821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 diarrhea (≥3 unformed stools/24 h)</a:t>
            </a:r>
          </a:p>
          <a:p>
            <a:pPr algn="ctr"/>
            <a:r>
              <a:rPr lang="en-US" dirty="0"/>
              <a:t>OR</a:t>
            </a:r>
          </a:p>
          <a:p>
            <a:pPr algn="ctr"/>
            <a:r>
              <a:rPr lang="en-US" dirty="0"/>
              <a:t>Ileus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B35738-084B-4012-AF3F-7918778B1ED8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 flipH="1">
            <a:off x="7067083" y="1099103"/>
            <a:ext cx="1" cy="19784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51E18DD-3026-46DB-B16C-405488B6D28C}"/>
              </a:ext>
            </a:extLst>
          </p:cNvPr>
          <p:cNvSpPr/>
          <p:nvPr/>
        </p:nvSpPr>
        <p:spPr>
          <a:xfrm>
            <a:off x="6045352" y="1296951"/>
            <a:ext cx="2043462" cy="406791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stool studies</a:t>
            </a:r>
          </a:p>
        </p:txBody>
      </p:sp>
      <p:sp>
        <p:nvSpPr>
          <p:cNvPr id="26" name="GDH">
            <a:extLst>
              <a:ext uri="{FF2B5EF4-FFF2-40B4-BE49-F238E27FC236}">
                <a16:creationId xmlns:a16="http://schemas.microsoft.com/office/drawing/2014/main" id="{8003C110-5EAF-44D0-8EE0-5594E2F10565}"/>
              </a:ext>
            </a:extLst>
          </p:cNvPr>
          <p:cNvSpPr/>
          <p:nvPr/>
        </p:nvSpPr>
        <p:spPr>
          <a:xfrm>
            <a:off x="7571395" y="1974453"/>
            <a:ext cx="1246150" cy="36647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GDH Ag</a:t>
            </a:r>
          </a:p>
        </p:txBody>
      </p:sp>
      <p:sp>
        <p:nvSpPr>
          <p:cNvPr id="27" name="Toxin PCR">
            <a:extLst>
              <a:ext uri="{FF2B5EF4-FFF2-40B4-BE49-F238E27FC236}">
                <a16:creationId xmlns:a16="http://schemas.microsoft.com/office/drawing/2014/main" id="{06C99D93-E2A2-4C9F-9352-50F497F96AE9}"/>
              </a:ext>
            </a:extLst>
          </p:cNvPr>
          <p:cNvSpPr/>
          <p:nvPr/>
        </p:nvSpPr>
        <p:spPr>
          <a:xfrm>
            <a:off x="4633794" y="1974452"/>
            <a:ext cx="1807894" cy="36647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Toxin A/B PCR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60F77F-8E8D-491A-AD4E-7047CDF9D495}"/>
              </a:ext>
            </a:extLst>
          </p:cNvPr>
          <p:cNvSpPr/>
          <p:nvPr/>
        </p:nvSpPr>
        <p:spPr>
          <a:xfrm>
            <a:off x="5529669" y="2808266"/>
            <a:ext cx="1556605" cy="98926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F09952-06D6-4224-8EE2-FE96EDD5237D}"/>
              </a:ext>
            </a:extLst>
          </p:cNvPr>
          <p:cNvSpPr/>
          <p:nvPr/>
        </p:nvSpPr>
        <p:spPr>
          <a:xfrm>
            <a:off x="7086274" y="2805858"/>
            <a:ext cx="1615923" cy="99408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Indeterminant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2C6EC3-AA76-46FA-AF06-9202F236896F}"/>
              </a:ext>
            </a:extLst>
          </p:cNvPr>
          <p:cNvSpPr/>
          <p:nvPr/>
        </p:nvSpPr>
        <p:spPr>
          <a:xfrm>
            <a:off x="5527318" y="3773541"/>
            <a:ext cx="1558956" cy="98926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Indeterminant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60A32E-931A-49AC-AC02-D2DE184816B9}"/>
              </a:ext>
            </a:extLst>
          </p:cNvPr>
          <p:cNvSpPr/>
          <p:nvPr/>
        </p:nvSpPr>
        <p:spPr>
          <a:xfrm>
            <a:off x="7086274" y="3773543"/>
            <a:ext cx="1615923" cy="9887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Rule out CDI</a:t>
            </a:r>
            <a:endParaRPr lang="en-US" i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E84B95-5F22-4DFF-AABA-6E329D667EBA}"/>
              </a:ext>
            </a:extLst>
          </p:cNvPr>
          <p:cNvSpPr txBox="1"/>
          <p:nvPr/>
        </p:nvSpPr>
        <p:spPr>
          <a:xfrm>
            <a:off x="7486287" y="2483580"/>
            <a:ext cx="960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GDH -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4A0688-F70B-44E7-86B9-F5210FC352F4}"/>
              </a:ext>
            </a:extLst>
          </p:cNvPr>
          <p:cNvSpPr txBox="1"/>
          <p:nvPr/>
        </p:nvSpPr>
        <p:spPr>
          <a:xfrm>
            <a:off x="5778135" y="2483580"/>
            <a:ext cx="980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GDH +</a:t>
            </a:r>
          </a:p>
        </p:txBody>
      </p:sp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0192A1BB-4B79-4BF7-83D3-7D6DEA7CA8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7259" y="2195150"/>
            <a:ext cx="291548" cy="291548"/>
          </a:xfrm>
          <a:prstGeom prst="rect">
            <a:avLst/>
          </a:prstGeom>
        </p:spPr>
      </p:pic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5F017C26-8974-46B2-85D6-4E11955FAD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5280" y="2195150"/>
            <a:ext cx="291548" cy="29154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CF18BB1-CE4D-4651-85CB-270D92FE1D9D}"/>
              </a:ext>
            </a:extLst>
          </p:cNvPr>
          <p:cNvSpPr txBox="1"/>
          <p:nvPr/>
        </p:nvSpPr>
        <p:spPr>
          <a:xfrm>
            <a:off x="4702342" y="3026423"/>
            <a:ext cx="929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Toxin PCR 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C677D4-6FC1-401A-B324-62EF2164C16F}"/>
              </a:ext>
            </a:extLst>
          </p:cNvPr>
          <p:cNvSpPr txBox="1"/>
          <p:nvPr/>
        </p:nvSpPr>
        <p:spPr>
          <a:xfrm>
            <a:off x="4783633" y="4003972"/>
            <a:ext cx="766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Toxin PCR -</a:t>
            </a:r>
          </a:p>
        </p:txBody>
      </p:sp>
      <p:sp>
        <p:nvSpPr>
          <p:cNvPr id="63" name="C.diff NAAT">
            <a:extLst>
              <a:ext uri="{FF2B5EF4-FFF2-40B4-BE49-F238E27FC236}">
                <a16:creationId xmlns:a16="http://schemas.microsoft.com/office/drawing/2014/main" id="{CFD8C3CF-B638-4345-84A5-4C383E215215}"/>
              </a:ext>
            </a:extLst>
          </p:cNvPr>
          <p:cNvSpPr/>
          <p:nvPr/>
        </p:nvSpPr>
        <p:spPr>
          <a:xfrm>
            <a:off x="6372552" y="5300806"/>
            <a:ext cx="1558955" cy="36647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C. diff </a:t>
            </a:r>
            <a:r>
              <a:rPr lang="en-US" dirty="0">
                <a:solidFill>
                  <a:schemeClr val="tx1"/>
                </a:solidFill>
              </a:rPr>
              <a:t>NAAT</a:t>
            </a:r>
          </a:p>
        </p:txBody>
      </p:sp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9CD996EC-F318-44D9-8D7A-C71049DBC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4981" y="5515456"/>
            <a:ext cx="291548" cy="291548"/>
          </a:xfrm>
          <a:prstGeom prst="rect">
            <a:avLst/>
          </a:prstGeom>
        </p:spPr>
      </p:pic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86FCB1CD-1A34-46C0-9FC7-399710A93654}"/>
              </a:ext>
            </a:extLst>
          </p:cNvPr>
          <p:cNvCxnSpPr>
            <a:stCxn id="25" idx="2"/>
            <a:endCxn id="27" idx="0"/>
          </p:cNvCxnSpPr>
          <p:nvPr/>
        </p:nvCxnSpPr>
        <p:spPr>
          <a:xfrm rot="5400000">
            <a:off x="6167057" y="1074426"/>
            <a:ext cx="270710" cy="1529342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79FC8382-8703-4F60-81C8-F1DDFADA5394}"/>
              </a:ext>
            </a:extLst>
          </p:cNvPr>
          <p:cNvCxnSpPr>
            <a:stCxn id="25" idx="2"/>
            <a:endCxn id="26" idx="0"/>
          </p:cNvCxnSpPr>
          <p:nvPr/>
        </p:nvCxnSpPr>
        <p:spPr>
          <a:xfrm rot="16200000" flipH="1">
            <a:off x="7495421" y="1275403"/>
            <a:ext cx="270711" cy="1127387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F6F3C139-FCD3-4DB2-8218-FA5AFF5E52C5}"/>
              </a:ext>
            </a:extLst>
          </p:cNvPr>
          <p:cNvCxnSpPr>
            <a:cxnSpLocks/>
            <a:stCxn id="30" idx="2"/>
            <a:endCxn id="63" idx="0"/>
          </p:cNvCxnSpPr>
          <p:nvPr/>
        </p:nvCxnSpPr>
        <p:spPr>
          <a:xfrm rot="16200000" flipH="1">
            <a:off x="6460413" y="4609189"/>
            <a:ext cx="538000" cy="84523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23B5ADF0-F7A8-4344-B1B1-8A5E1E006CF8}"/>
              </a:ext>
            </a:extLst>
          </p:cNvPr>
          <p:cNvCxnSpPr>
            <a:cxnSpLocks/>
            <a:stCxn id="29" idx="3"/>
            <a:endCxn id="63" idx="0"/>
          </p:cNvCxnSpPr>
          <p:nvPr/>
        </p:nvCxnSpPr>
        <p:spPr>
          <a:xfrm flipH="1">
            <a:off x="7152030" y="3302899"/>
            <a:ext cx="1550167" cy="1997907"/>
          </a:xfrm>
          <a:prstGeom prst="bentConnector4">
            <a:avLst>
              <a:gd name="adj1" fmla="val -14747"/>
              <a:gd name="adj2" fmla="val 86984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E3AEF87A-F736-433F-89E4-2B0F9BCA8545}"/>
              </a:ext>
            </a:extLst>
          </p:cNvPr>
          <p:cNvCxnSpPr>
            <a:cxnSpLocks/>
            <a:stCxn id="63" idx="2"/>
            <a:endCxn id="138" idx="0"/>
          </p:cNvCxnSpPr>
          <p:nvPr/>
        </p:nvCxnSpPr>
        <p:spPr>
          <a:xfrm rot="16200000" flipH="1">
            <a:off x="7671472" y="5147835"/>
            <a:ext cx="538566" cy="157745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A5B5922-CFC9-457C-9B4A-DB2EB704EC10}"/>
              </a:ext>
            </a:extLst>
          </p:cNvPr>
          <p:cNvSpPr/>
          <p:nvPr/>
        </p:nvSpPr>
        <p:spPr>
          <a:xfrm>
            <a:off x="7921519" y="6205844"/>
            <a:ext cx="1615923" cy="4943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Rule out CDI</a:t>
            </a:r>
            <a:endParaRPr lang="en-US" i="1" dirty="0"/>
          </a:p>
        </p:txBody>
      </p: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4280909B-35B1-41C8-BA4B-8338666954F5}"/>
              </a:ext>
            </a:extLst>
          </p:cNvPr>
          <p:cNvCxnSpPr>
            <a:cxnSpLocks/>
            <a:stCxn id="63" idx="2"/>
            <a:endCxn id="149" idx="0"/>
          </p:cNvCxnSpPr>
          <p:nvPr/>
        </p:nvCxnSpPr>
        <p:spPr>
          <a:xfrm rot="5400000">
            <a:off x="6137281" y="5192749"/>
            <a:ext cx="540220" cy="148927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514E7CE-6263-49CF-8BE6-A126F7AAFBE8}"/>
              </a:ext>
            </a:extLst>
          </p:cNvPr>
          <p:cNvSpPr/>
          <p:nvPr/>
        </p:nvSpPr>
        <p:spPr>
          <a:xfrm>
            <a:off x="4884449" y="6207498"/>
            <a:ext cx="1556605" cy="44209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CDI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962226B-8BF1-48E4-ABD4-CC8BA8B80DDB}"/>
              </a:ext>
            </a:extLst>
          </p:cNvPr>
          <p:cNvSpPr txBox="1"/>
          <p:nvPr/>
        </p:nvSpPr>
        <p:spPr>
          <a:xfrm>
            <a:off x="6048608" y="5714213"/>
            <a:ext cx="33393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+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434D57E-7954-4183-A46A-D2EAC1FA1A7F}"/>
              </a:ext>
            </a:extLst>
          </p:cNvPr>
          <p:cNvSpPr txBox="1"/>
          <p:nvPr/>
        </p:nvSpPr>
        <p:spPr>
          <a:xfrm>
            <a:off x="8042029" y="5727564"/>
            <a:ext cx="29154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-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66D519A-77C7-4536-85BD-A8E04B23EF63}"/>
              </a:ext>
            </a:extLst>
          </p:cNvPr>
          <p:cNvSpPr txBox="1"/>
          <p:nvPr/>
        </p:nvSpPr>
        <p:spPr>
          <a:xfrm>
            <a:off x="9082667" y="3954405"/>
            <a:ext cx="24458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Indeterminant results should be followed with C. diff NAAT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D9FD0FD-F9D1-4F46-A7AB-BACEFD00B436}"/>
              </a:ext>
            </a:extLst>
          </p:cNvPr>
          <p:cNvGrpSpPr/>
          <p:nvPr/>
        </p:nvGrpSpPr>
        <p:grpSpPr>
          <a:xfrm>
            <a:off x="1956289" y="1479261"/>
            <a:ext cx="2677505" cy="1823638"/>
            <a:chOff x="1956289" y="1479261"/>
            <a:chExt cx="2677505" cy="1823638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2D3D579-63A9-406B-A7A7-CE23ABC04141}"/>
                </a:ext>
              </a:extLst>
            </p:cNvPr>
            <p:cNvSpPr/>
            <p:nvPr/>
          </p:nvSpPr>
          <p:spPr>
            <a:xfrm>
              <a:off x="1956289" y="1479261"/>
              <a:ext cx="2290132" cy="1823638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400" dirty="0"/>
                <a:t>Detects toxins produced by toxigenic </a:t>
              </a:r>
              <a:r>
                <a:rPr lang="en-US" sz="1400" i="1" dirty="0"/>
                <a:t>C. diff </a:t>
              </a:r>
              <a:r>
                <a:rPr lang="en-US" sz="1400" dirty="0"/>
                <a:t>strains. </a:t>
              </a:r>
            </a:p>
            <a:p>
              <a:pPr algn="ctr"/>
              <a:endParaRPr lang="en-US" sz="1400" dirty="0"/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0AEFA5D-0601-49F5-BB33-C00F657CC655}"/>
                </a:ext>
              </a:extLst>
            </p:cNvPr>
            <p:cNvCxnSpPr>
              <a:cxnSpLocks/>
              <a:stCxn id="27" idx="1"/>
            </p:cNvCxnSpPr>
            <p:nvPr/>
          </p:nvCxnSpPr>
          <p:spPr>
            <a:xfrm flipH="1">
              <a:off x="4246421" y="2157688"/>
              <a:ext cx="387373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17A4CB35-4380-4410-B1BB-C54E4E4A8EEE}"/>
                </a:ext>
              </a:extLst>
            </p:cNvPr>
            <p:cNvSpPr/>
            <p:nvPr/>
          </p:nvSpPr>
          <p:spPr>
            <a:xfrm>
              <a:off x="2043243" y="2028926"/>
              <a:ext cx="904144" cy="7769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↑ specificity (94-98%)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E3CD985A-FA72-46B6-BCEC-7B0ADAFAEB70}"/>
                </a:ext>
              </a:extLst>
            </p:cNvPr>
            <p:cNvSpPr/>
            <p:nvPr/>
          </p:nvSpPr>
          <p:spPr>
            <a:xfrm>
              <a:off x="3012741" y="2028926"/>
              <a:ext cx="1169922" cy="1174266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↑ false negative depending on specimen handling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14DEF805-6DA2-4474-88F8-34FC59EBA083}"/>
              </a:ext>
            </a:extLst>
          </p:cNvPr>
          <p:cNvGrpSpPr/>
          <p:nvPr/>
        </p:nvGrpSpPr>
        <p:grpSpPr>
          <a:xfrm>
            <a:off x="8817545" y="1413536"/>
            <a:ext cx="3185611" cy="1708806"/>
            <a:chOff x="8817545" y="1413536"/>
            <a:chExt cx="3185611" cy="1708806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87BD20D-BA92-4EF6-BA41-2BBABC516776}"/>
                </a:ext>
              </a:extLst>
            </p:cNvPr>
            <p:cNvGrpSpPr/>
            <p:nvPr/>
          </p:nvGrpSpPr>
          <p:grpSpPr>
            <a:xfrm>
              <a:off x="8817545" y="1413536"/>
              <a:ext cx="3185611" cy="1708806"/>
              <a:chOff x="8715897" y="1271290"/>
              <a:chExt cx="3185611" cy="1708806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83AD50BD-7ABA-4F5E-9F1F-886F2BA9168B}"/>
                  </a:ext>
                </a:extLst>
              </p:cNvPr>
              <p:cNvCxnSpPr>
                <a:cxnSpLocks/>
                <a:stCxn id="26" idx="3"/>
              </p:cNvCxnSpPr>
              <p:nvPr/>
            </p:nvCxnSpPr>
            <p:spPr>
              <a:xfrm>
                <a:off x="8715897" y="2015443"/>
                <a:ext cx="486330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186BF08-9702-4FB9-BBB3-177DF52BBE72}"/>
                  </a:ext>
                </a:extLst>
              </p:cNvPr>
              <p:cNvSpPr/>
              <p:nvPr/>
            </p:nvSpPr>
            <p:spPr>
              <a:xfrm>
                <a:off x="9147230" y="1271290"/>
                <a:ext cx="2754278" cy="1708806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sz="1400" dirty="0"/>
                  <a:t>Detects an enzyme produced by all </a:t>
                </a:r>
                <a:r>
                  <a:rPr lang="en-US" sz="1400" i="1" dirty="0"/>
                  <a:t>C. diff </a:t>
                </a:r>
                <a:r>
                  <a:rPr lang="en-US" sz="1400" dirty="0"/>
                  <a:t>strains. </a:t>
                </a:r>
              </a:p>
            </p:txBody>
          </p:sp>
        </p:grp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29D0409-A667-41AA-8D05-27BE4F04F61F}"/>
                </a:ext>
              </a:extLst>
            </p:cNvPr>
            <p:cNvSpPr/>
            <p:nvPr/>
          </p:nvSpPr>
          <p:spPr>
            <a:xfrm>
              <a:off x="9303875" y="1996564"/>
              <a:ext cx="931835" cy="80929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↑ sensitivity (94-96%)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B7A04C04-F2EA-45C4-B825-F78CAD7A7EB7}"/>
                </a:ext>
              </a:extLst>
            </p:cNvPr>
            <p:cNvSpPr/>
            <p:nvPr/>
          </p:nvSpPr>
          <p:spPr>
            <a:xfrm>
              <a:off x="10321788" y="1994924"/>
              <a:ext cx="1575787" cy="1031499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Cannot differentiate toxin and non-toxin producing strains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5D1F004-F42A-42A2-A475-5D84FF729D7B}"/>
              </a:ext>
            </a:extLst>
          </p:cNvPr>
          <p:cNvGrpSpPr/>
          <p:nvPr/>
        </p:nvGrpSpPr>
        <p:grpSpPr>
          <a:xfrm>
            <a:off x="1933248" y="4819178"/>
            <a:ext cx="4439304" cy="1321491"/>
            <a:chOff x="1933248" y="4819178"/>
            <a:chExt cx="4439304" cy="1321491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D71351A-93BD-4A5A-B444-E85CCDD5C519}"/>
                </a:ext>
              </a:extLst>
            </p:cNvPr>
            <p:cNvSpPr/>
            <p:nvPr/>
          </p:nvSpPr>
          <p:spPr>
            <a:xfrm>
              <a:off x="1933248" y="4819178"/>
              <a:ext cx="3175749" cy="1321491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400" dirty="0"/>
                <a:t>Detects presence of gene encoding toxin. </a:t>
              </a:r>
            </a:p>
          </p:txBody>
        </p: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8731465-F21D-4EC3-B706-597C92362D52}"/>
                </a:ext>
              </a:extLst>
            </p:cNvPr>
            <p:cNvCxnSpPr>
              <a:cxnSpLocks/>
              <a:stCxn id="63" idx="1"/>
              <a:endCxn id="128" idx="3"/>
            </p:cNvCxnSpPr>
            <p:nvPr/>
          </p:nvCxnSpPr>
          <p:spPr>
            <a:xfrm flipH="1" flipV="1">
              <a:off x="5108997" y="5479924"/>
              <a:ext cx="1263555" cy="411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75A12ACC-A58F-445B-9765-F7026434C4EC}"/>
                </a:ext>
              </a:extLst>
            </p:cNvPr>
            <p:cNvSpPr/>
            <p:nvPr/>
          </p:nvSpPr>
          <p:spPr>
            <a:xfrm>
              <a:off x="2048622" y="5151775"/>
              <a:ext cx="1240846" cy="81261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Confirms toxigenic strain of </a:t>
              </a:r>
              <a:r>
                <a:rPr lang="en-US" sz="1400" i="1" dirty="0"/>
                <a:t>C. diff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A5845AD9-FFFA-4977-9832-CA74DE23A94F}"/>
                </a:ext>
              </a:extLst>
            </p:cNvPr>
            <p:cNvSpPr/>
            <p:nvPr/>
          </p:nvSpPr>
          <p:spPr>
            <a:xfrm>
              <a:off x="3350676" y="5142867"/>
              <a:ext cx="1655477" cy="82152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Cannot differentiate colonization and infection</a:t>
              </a:r>
            </a:p>
          </p:txBody>
        </p:sp>
      </p:grpSp>
      <p:sp>
        <p:nvSpPr>
          <p:cNvPr id="55" name="Rectangle: Rounded Corners 54">
            <a:hlinkClick r:id="rId9" action="ppaction://hlinksldjump"/>
            <a:extLst>
              <a:ext uri="{FF2B5EF4-FFF2-40B4-BE49-F238E27FC236}">
                <a16:creationId xmlns:a16="http://schemas.microsoft.com/office/drawing/2014/main" id="{88A8F723-519E-4DC5-AD82-0FE0E4EE07B3}"/>
              </a:ext>
            </a:extLst>
          </p:cNvPr>
          <p:cNvSpPr/>
          <p:nvPr/>
        </p:nvSpPr>
        <p:spPr>
          <a:xfrm>
            <a:off x="188844" y="2440400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CA7FC93A-778B-40BB-A9CF-B8BA32F8F3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4974" y="2593140"/>
            <a:ext cx="291548" cy="29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/>
      <p:bldP spid="32" grpId="1"/>
      <p:bldP spid="33" grpId="0"/>
      <p:bldP spid="33" grpId="1"/>
      <p:bldP spid="36" grpId="0"/>
      <p:bldP spid="36" grpId="1"/>
      <p:bldP spid="37" grpId="0"/>
      <p:bldP spid="37" grpId="1"/>
      <p:bldP spid="63" grpId="0" animBg="1"/>
      <p:bldP spid="63" grpId="1" animBg="1"/>
      <p:bldP spid="138" grpId="0" animBg="1"/>
      <p:bldP spid="149" grpId="0" animBg="1"/>
      <p:bldP spid="154" grpId="0" animBg="1"/>
      <p:bldP spid="156" grpId="0" animBg="1"/>
      <p:bldP spid="167" grpId="0"/>
      <p:bldP spid="16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hlinkClick r:id="rId2" action="ppaction://hlinksldjump"/>
            <a:extLst>
              <a:ext uri="{FF2B5EF4-FFF2-40B4-BE49-F238E27FC236}">
                <a16:creationId xmlns:a16="http://schemas.microsoft.com/office/drawing/2014/main" id="{A31A70F8-DE19-4498-8D90-C0731B3CBEF6}"/>
              </a:ext>
            </a:extLst>
          </p:cNvPr>
          <p:cNvSpPr/>
          <p:nvPr/>
        </p:nvSpPr>
        <p:spPr>
          <a:xfrm>
            <a:off x="188844" y="217003"/>
            <a:ext cx="1321904" cy="31805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Epi and RF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0AD96432-ED8F-41D8-A054-E78EBA4B3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389282"/>
            <a:ext cx="291548" cy="291548"/>
          </a:xfrm>
          <a:prstGeom prst="rect">
            <a:avLst/>
          </a:prstGeom>
        </p:spPr>
      </p:pic>
      <p:sp>
        <p:nvSpPr>
          <p:cNvPr id="15" name="Rectangle: Rounded Corners 14">
            <a:hlinkClick r:id="rId5" action="ppaction://hlinksldjump"/>
            <a:extLst>
              <a:ext uri="{FF2B5EF4-FFF2-40B4-BE49-F238E27FC236}">
                <a16:creationId xmlns:a16="http://schemas.microsoft.com/office/drawing/2014/main" id="{0FE36B4F-87AC-488C-B8C6-674C97134F9C}"/>
              </a:ext>
            </a:extLst>
          </p:cNvPr>
          <p:cNvSpPr/>
          <p:nvPr/>
        </p:nvSpPr>
        <p:spPr>
          <a:xfrm>
            <a:off x="188844" y="1080054"/>
            <a:ext cx="1321904" cy="318053"/>
          </a:xfrm>
          <a:prstGeom prst="roundRect">
            <a:avLst/>
          </a:prstGeom>
          <a:solidFill>
            <a:schemeClr val="accent6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Definitions</a:t>
            </a:r>
          </a:p>
        </p:txBody>
      </p:sp>
      <p:sp>
        <p:nvSpPr>
          <p:cNvPr id="16" name="Rectangle: Rounded Corners 15">
            <a:hlinkClick r:id="rId6" action="ppaction://hlinksldjump"/>
            <a:extLst>
              <a:ext uri="{FF2B5EF4-FFF2-40B4-BE49-F238E27FC236}">
                <a16:creationId xmlns:a16="http://schemas.microsoft.com/office/drawing/2014/main" id="{3257CB01-6F38-4D4C-9814-D1CCEFD5CF15}"/>
              </a:ext>
            </a:extLst>
          </p:cNvPr>
          <p:cNvSpPr/>
          <p:nvPr/>
        </p:nvSpPr>
        <p:spPr>
          <a:xfrm>
            <a:off x="188844" y="1519033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Treatment</a:t>
            </a:r>
          </a:p>
        </p:txBody>
      </p:sp>
      <p:pic>
        <p:nvPicPr>
          <p:cNvPr id="18" name="Graphic 17" descr="Cursor with solid fill">
            <a:extLst>
              <a:ext uri="{FF2B5EF4-FFF2-40B4-BE49-F238E27FC236}">
                <a16:creationId xmlns:a16="http://schemas.microsoft.com/office/drawing/2014/main" id="{1B8E3D68-F1A9-4F10-9BE4-059410B37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1678059"/>
            <a:ext cx="291548" cy="291548"/>
          </a:xfrm>
          <a:prstGeom prst="rect">
            <a:avLst/>
          </a:prstGeom>
        </p:spPr>
      </p:pic>
      <p:sp>
        <p:nvSpPr>
          <p:cNvPr id="19" name="Rectangle: Rounded Corners 18">
            <a:hlinkClick r:id="rId7" action="ppaction://hlinksldjump"/>
            <a:extLst>
              <a:ext uri="{FF2B5EF4-FFF2-40B4-BE49-F238E27FC236}">
                <a16:creationId xmlns:a16="http://schemas.microsoft.com/office/drawing/2014/main" id="{3F1D64C2-59B5-4DB2-B08E-113EF5FA83B7}"/>
              </a:ext>
            </a:extLst>
          </p:cNvPr>
          <p:cNvSpPr/>
          <p:nvPr/>
        </p:nvSpPr>
        <p:spPr>
          <a:xfrm>
            <a:off x="188844" y="635276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FA1A456F-C3F0-44E6-8A54-DE103F870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807555"/>
            <a:ext cx="291548" cy="291548"/>
          </a:xfrm>
          <a:prstGeom prst="rect">
            <a:avLst/>
          </a:prstGeom>
        </p:spPr>
      </p:pic>
      <p:sp>
        <p:nvSpPr>
          <p:cNvPr id="21" name="Rectangle: Rounded Corners 20">
            <a:hlinkClick r:id="rId8" action="ppaction://hlinksldjump"/>
            <a:extLst>
              <a:ext uri="{FF2B5EF4-FFF2-40B4-BE49-F238E27FC236}">
                <a16:creationId xmlns:a16="http://schemas.microsoft.com/office/drawing/2014/main" id="{5BFA80B8-E90B-4CA3-BEDE-346EF670D6D9}"/>
              </a:ext>
            </a:extLst>
          </p:cNvPr>
          <p:cNvSpPr/>
          <p:nvPr/>
        </p:nvSpPr>
        <p:spPr>
          <a:xfrm>
            <a:off x="188844" y="1969607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Prevention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43F712D6-FFDF-49B6-A3F8-86D481A4C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2128633"/>
            <a:ext cx="291548" cy="29154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539D3DC-47E8-478E-AFB6-262C12C4628D}"/>
              </a:ext>
            </a:extLst>
          </p:cNvPr>
          <p:cNvGrpSpPr/>
          <p:nvPr/>
        </p:nvGrpSpPr>
        <p:grpSpPr>
          <a:xfrm>
            <a:off x="2686878" y="353327"/>
            <a:ext cx="6635542" cy="947855"/>
            <a:chOff x="2647929" y="535056"/>
            <a:chExt cx="8425232" cy="947855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CFF8A12-5B23-4668-8AA5-59CC3EDE79F0}"/>
                </a:ext>
              </a:extLst>
            </p:cNvPr>
            <p:cNvSpPr/>
            <p:nvPr/>
          </p:nvSpPr>
          <p:spPr>
            <a:xfrm>
              <a:off x="2647929" y="535056"/>
              <a:ext cx="8425232" cy="947855"/>
            </a:xfrm>
            <a:custGeom>
              <a:avLst/>
              <a:gdLst>
                <a:gd name="connsiteX0" fmla="*/ 0 w 5486400"/>
                <a:gd name="connsiteY0" fmla="*/ 735981 h 1182030"/>
                <a:gd name="connsiteX1" fmla="*/ 4683512 w 5486400"/>
                <a:gd name="connsiteY1" fmla="*/ 423747 h 1182030"/>
                <a:gd name="connsiteX2" fmla="*/ 4694663 w 5486400"/>
                <a:gd name="connsiteY2" fmla="*/ 0 h 1182030"/>
                <a:gd name="connsiteX3" fmla="*/ 5486400 w 5486400"/>
                <a:gd name="connsiteY3" fmla="*/ 535259 h 1182030"/>
                <a:gd name="connsiteX4" fmla="*/ 4806176 w 5486400"/>
                <a:gd name="connsiteY4" fmla="*/ 1182030 h 1182030"/>
                <a:gd name="connsiteX5" fmla="*/ 4750420 w 5486400"/>
                <a:gd name="connsiteY5" fmla="*/ 802888 h 1182030"/>
                <a:gd name="connsiteX6" fmla="*/ 0 w 5486400"/>
                <a:gd name="connsiteY6" fmla="*/ 735981 h 1182030"/>
                <a:gd name="connsiteX0" fmla="*/ 0 w 5486400"/>
                <a:gd name="connsiteY0" fmla="*/ 735981 h 1193181"/>
                <a:gd name="connsiteX1" fmla="*/ 4683512 w 5486400"/>
                <a:gd name="connsiteY1" fmla="*/ 423747 h 1193181"/>
                <a:gd name="connsiteX2" fmla="*/ 4694663 w 5486400"/>
                <a:gd name="connsiteY2" fmla="*/ 0 h 1193181"/>
                <a:gd name="connsiteX3" fmla="*/ 5486400 w 5486400"/>
                <a:gd name="connsiteY3" fmla="*/ 535259 h 1193181"/>
                <a:gd name="connsiteX4" fmla="*/ 4739269 w 5486400"/>
                <a:gd name="connsiteY4" fmla="*/ 1193181 h 1193181"/>
                <a:gd name="connsiteX5" fmla="*/ 4750420 w 5486400"/>
                <a:gd name="connsiteY5" fmla="*/ 802888 h 1193181"/>
                <a:gd name="connsiteX6" fmla="*/ 0 w 5486400"/>
                <a:gd name="connsiteY6" fmla="*/ 735981 h 1193181"/>
                <a:gd name="connsiteX0" fmla="*/ 0 w 5486400"/>
                <a:gd name="connsiteY0" fmla="*/ 735981 h 1193181"/>
                <a:gd name="connsiteX1" fmla="*/ 4772722 w 5486400"/>
                <a:gd name="connsiteY1" fmla="*/ 423747 h 1193181"/>
                <a:gd name="connsiteX2" fmla="*/ 4694663 w 5486400"/>
                <a:gd name="connsiteY2" fmla="*/ 0 h 1193181"/>
                <a:gd name="connsiteX3" fmla="*/ 5486400 w 5486400"/>
                <a:gd name="connsiteY3" fmla="*/ 535259 h 1193181"/>
                <a:gd name="connsiteX4" fmla="*/ 4739269 w 5486400"/>
                <a:gd name="connsiteY4" fmla="*/ 1193181 h 1193181"/>
                <a:gd name="connsiteX5" fmla="*/ 4750420 w 5486400"/>
                <a:gd name="connsiteY5" fmla="*/ 802888 h 1193181"/>
                <a:gd name="connsiteX6" fmla="*/ 0 w 5486400"/>
                <a:gd name="connsiteY6" fmla="*/ 735981 h 1193181"/>
                <a:gd name="connsiteX0" fmla="*/ 0 w 5486400"/>
                <a:gd name="connsiteY0" fmla="*/ 724830 h 1182030"/>
                <a:gd name="connsiteX1" fmla="*/ 4772722 w 5486400"/>
                <a:gd name="connsiteY1" fmla="*/ 412596 h 1182030"/>
                <a:gd name="connsiteX2" fmla="*/ 4772721 w 5486400"/>
                <a:gd name="connsiteY2" fmla="*/ 0 h 1182030"/>
                <a:gd name="connsiteX3" fmla="*/ 5486400 w 5486400"/>
                <a:gd name="connsiteY3" fmla="*/ 524108 h 1182030"/>
                <a:gd name="connsiteX4" fmla="*/ 4739269 w 5486400"/>
                <a:gd name="connsiteY4" fmla="*/ 1182030 h 1182030"/>
                <a:gd name="connsiteX5" fmla="*/ 4750420 w 5486400"/>
                <a:gd name="connsiteY5" fmla="*/ 791737 h 1182030"/>
                <a:gd name="connsiteX6" fmla="*/ 0 w 5486400"/>
                <a:gd name="connsiteY6" fmla="*/ 724830 h 1182030"/>
                <a:gd name="connsiteX0" fmla="*/ 0 w 5486400"/>
                <a:gd name="connsiteY0" fmla="*/ 724830 h 1148576"/>
                <a:gd name="connsiteX1" fmla="*/ 4772722 w 5486400"/>
                <a:gd name="connsiteY1" fmla="*/ 412596 h 1148576"/>
                <a:gd name="connsiteX2" fmla="*/ 4772721 w 5486400"/>
                <a:gd name="connsiteY2" fmla="*/ 0 h 1148576"/>
                <a:gd name="connsiteX3" fmla="*/ 5486400 w 5486400"/>
                <a:gd name="connsiteY3" fmla="*/ 524108 h 1148576"/>
                <a:gd name="connsiteX4" fmla="*/ 4772722 w 5486400"/>
                <a:gd name="connsiteY4" fmla="*/ 1148576 h 1148576"/>
                <a:gd name="connsiteX5" fmla="*/ 4750420 w 5486400"/>
                <a:gd name="connsiteY5" fmla="*/ 791737 h 1148576"/>
                <a:gd name="connsiteX6" fmla="*/ 0 w 5486400"/>
                <a:gd name="connsiteY6" fmla="*/ 724830 h 1148576"/>
                <a:gd name="connsiteX0" fmla="*/ 0 w 5486400"/>
                <a:gd name="connsiteY0" fmla="*/ 724830 h 1148576"/>
                <a:gd name="connsiteX1" fmla="*/ 4772722 w 5486400"/>
                <a:gd name="connsiteY1" fmla="*/ 412596 h 1148576"/>
                <a:gd name="connsiteX2" fmla="*/ 4772721 w 5486400"/>
                <a:gd name="connsiteY2" fmla="*/ 0 h 1148576"/>
                <a:gd name="connsiteX3" fmla="*/ 5486400 w 5486400"/>
                <a:gd name="connsiteY3" fmla="*/ 524108 h 1148576"/>
                <a:gd name="connsiteX4" fmla="*/ 4772722 w 5486400"/>
                <a:gd name="connsiteY4" fmla="*/ 1148576 h 1148576"/>
                <a:gd name="connsiteX5" fmla="*/ 4750420 w 5486400"/>
                <a:gd name="connsiteY5" fmla="*/ 791737 h 1148576"/>
                <a:gd name="connsiteX6" fmla="*/ 0 w 5486400"/>
                <a:gd name="connsiteY6" fmla="*/ 724830 h 1148576"/>
                <a:gd name="connsiteX0" fmla="*/ 0 w 5486400"/>
                <a:gd name="connsiteY0" fmla="*/ 646771 h 1070517"/>
                <a:gd name="connsiteX1" fmla="*/ 4772722 w 5486400"/>
                <a:gd name="connsiteY1" fmla="*/ 334537 h 1070517"/>
                <a:gd name="connsiteX2" fmla="*/ 4795023 w 5486400"/>
                <a:gd name="connsiteY2" fmla="*/ 0 h 1070517"/>
                <a:gd name="connsiteX3" fmla="*/ 5486400 w 5486400"/>
                <a:gd name="connsiteY3" fmla="*/ 446049 h 1070517"/>
                <a:gd name="connsiteX4" fmla="*/ 4772722 w 5486400"/>
                <a:gd name="connsiteY4" fmla="*/ 1070517 h 1070517"/>
                <a:gd name="connsiteX5" fmla="*/ 4750420 w 5486400"/>
                <a:gd name="connsiteY5" fmla="*/ 713678 h 1070517"/>
                <a:gd name="connsiteX6" fmla="*/ 0 w 5486400"/>
                <a:gd name="connsiteY6" fmla="*/ 646771 h 1070517"/>
                <a:gd name="connsiteX0" fmla="*/ 0 w 5486400"/>
                <a:gd name="connsiteY0" fmla="*/ 646771 h 970156"/>
                <a:gd name="connsiteX1" fmla="*/ 4772722 w 5486400"/>
                <a:gd name="connsiteY1" fmla="*/ 334537 h 970156"/>
                <a:gd name="connsiteX2" fmla="*/ 4795023 w 5486400"/>
                <a:gd name="connsiteY2" fmla="*/ 0 h 970156"/>
                <a:gd name="connsiteX3" fmla="*/ 5486400 w 5486400"/>
                <a:gd name="connsiteY3" fmla="*/ 446049 h 970156"/>
                <a:gd name="connsiteX4" fmla="*/ 4806176 w 5486400"/>
                <a:gd name="connsiteY4" fmla="*/ 970156 h 970156"/>
                <a:gd name="connsiteX5" fmla="*/ 4750420 w 5486400"/>
                <a:gd name="connsiteY5" fmla="*/ 713678 h 970156"/>
                <a:gd name="connsiteX6" fmla="*/ 0 w 5486400"/>
                <a:gd name="connsiteY6" fmla="*/ 646771 h 970156"/>
                <a:gd name="connsiteX0" fmla="*/ 0 w 5486400"/>
                <a:gd name="connsiteY0" fmla="*/ 646771 h 970156"/>
                <a:gd name="connsiteX1" fmla="*/ 4772722 w 5486400"/>
                <a:gd name="connsiteY1" fmla="*/ 334537 h 970156"/>
                <a:gd name="connsiteX2" fmla="*/ 4795023 w 5486400"/>
                <a:gd name="connsiteY2" fmla="*/ 0 h 970156"/>
                <a:gd name="connsiteX3" fmla="*/ 5486400 w 5486400"/>
                <a:gd name="connsiteY3" fmla="*/ 446049 h 970156"/>
                <a:gd name="connsiteX4" fmla="*/ 4806176 w 5486400"/>
                <a:gd name="connsiteY4" fmla="*/ 970156 h 970156"/>
                <a:gd name="connsiteX5" fmla="*/ 4783874 w 5486400"/>
                <a:gd name="connsiteY5" fmla="*/ 735980 h 970156"/>
                <a:gd name="connsiteX6" fmla="*/ 0 w 5486400"/>
                <a:gd name="connsiteY6" fmla="*/ 646771 h 970156"/>
                <a:gd name="connsiteX0" fmla="*/ 0 w 5486400"/>
                <a:gd name="connsiteY0" fmla="*/ 613318 h 936703"/>
                <a:gd name="connsiteX1" fmla="*/ 4772722 w 5486400"/>
                <a:gd name="connsiteY1" fmla="*/ 301084 h 936703"/>
                <a:gd name="connsiteX2" fmla="*/ 4795023 w 5486400"/>
                <a:gd name="connsiteY2" fmla="*/ 0 h 936703"/>
                <a:gd name="connsiteX3" fmla="*/ 5486400 w 5486400"/>
                <a:gd name="connsiteY3" fmla="*/ 412596 h 936703"/>
                <a:gd name="connsiteX4" fmla="*/ 4806176 w 5486400"/>
                <a:gd name="connsiteY4" fmla="*/ 936703 h 936703"/>
                <a:gd name="connsiteX5" fmla="*/ 4783874 w 5486400"/>
                <a:gd name="connsiteY5" fmla="*/ 702527 h 936703"/>
                <a:gd name="connsiteX6" fmla="*/ 0 w 5486400"/>
                <a:gd name="connsiteY6" fmla="*/ 613318 h 936703"/>
                <a:gd name="connsiteX0" fmla="*/ 0 w 5486400"/>
                <a:gd name="connsiteY0" fmla="*/ 613318 h 936703"/>
                <a:gd name="connsiteX1" fmla="*/ 4772722 w 5486400"/>
                <a:gd name="connsiteY1" fmla="*/ 301084 h 936703"/>
                <a:gd name="connsiteX2" fmla="*/ 4795023 w 5486400"/>
                <a:gd name="connsiteY2" fmla="*/ 0 h 936703"/>
                <a:gd name="connsiteX3" fmla="*/ 5486400 w 5486400"/>
                <a:gd name="connsiteY3" fmla="*/ 412596 h 936703"/>
                <a:gd name="connsiteX4" fmla="*/ 4806176 w 5486400"/>
                <a:gd name="connsiteY4" fmla="*/ 936703 h 936703"/>
                <a:gd name="connsiteX5" fmla="*/ 4783874 w 5486400"/>
                <a:gd name="connsiteY5" fmla="*/ 702527 h 936703"/>
                <a:gd name="connsiteX6" fmla="*/ 0 w 5486400"/>
                <a:gd name="connsiteY6" fmla="*/ 613318 h 936703"/>
                <a:gd name="connsiteX0" fmla="*/ 0 w 5486400"/>
                <a:gd name="connsiteY0" fmla="*/ 613318 h 936703"/>
                <a:gd name="connsiteX1" fmla="*/ 4783873 w 5486400"/>
                <a:gd name="connsiteY1" fmla="*/ 312235 h 936703"/>
                <a:gd name="connsiteX2" fmla="*/ 4795023 w 5486400"/>
                <a:gd name="connsiteY2" fmla="*/ 0 h 936703"/>
                <a:gd name="connsiteX3" fmla="*/ 5486400 w 5486400"/>
                <a:gd name="connsiteY3" fmla="*/ 412596 h 936703"/>
                <a:gd name="connsiteX4" fmla="*/ 4806176 w 5486400"/>
                <a:gd name="connsiteY4" fmla="*/ 936703 h 936703"/>
                <a:gd name="connsiteX5" fmla="*/ 4783874 w 5486400"/>
                <a:gd name="connsiteY5" fmla="*/ 702527 h 936703"/>
                <a:gd name="connsiteX6" fmla="*/ 0 w 5486400"/>
                <a:gd name="connsiteY6" fmla="*/ 613318 h 936703"/>
                <a:gd name="connsiteX0" fmla="*/ 0 w 5486400"/>
                <a:gd name="connsiteY0" fmla="*/ 613318 h 936703"/>
                <a:gd name="connsiteX1" fmla="*/ 4783873 w 5486400"/>
                <a:gd name="connsiteY1" fmla="*/ 312235 h 936703"/>
                <a:gd name="connsiteX2" fmla="*/ 4795023 w 5486400"/>
                <a:gd name="connsiteY2" fmla="*/ 0 h 936703"/>
                <a:gd name="connsiteX3" fmla="*/ 5486400 w 5486400"/>
                <a:gd name="connsiteY3" fmla="*/ 412596 h 936703"/>
                <a:gd name="connsiteX4" fmla="*/ 4806176 w 5486400"/>
                <a:gd name="connsiteY4" fmla="*/ 936703 h 936703"/>
                <a:gd name="connsiteX5" fmla="*/ 4783874 w 5486400"/>
                <a:gd name="connsiteY5" fmla="*/ 669073 h 936703"/>
                <a:gd name="connsiteX6" fmla="*/ 0 w 5486400"/>
                <a:gd name="connsiteY6" fmla="*/ 613318 h 936703"/>
                <a:gd name="connsiteX0" fmla="*/ 0 w 5486400"/>
                <a:gd name="connsiteY0" fmla="*/ 524108 h 936703"/>
                <a:gd name="connsiteX1" fmla="*/ 4783873 w 5486400"/>
                <a:gd name="connsiteY1" fmla="*/ 312235 h 936703"/>
                <a:gd name="connsiteX2" fmla="*/ 4795023 w 5486400"/>
                <a:gd name="connsiteY2" fmla="*/ 0 h 936703"/>
                <a:gd name="connsiteX3" fmla="*/ 5486400 w 5486400"/>
                <a:gd name="connsiteY3" fmla="*/ 412596 h 936703"/>
                <a:gd name="connsiteX4" fmla="*/ 4806176 w 5486400"/>
                <a:gd name="connsiteY4" fmla="*/ 936703 h 936703"/>
                <a:gd name="connsiteX5" fmla="*/ 4783874 w 5486400"/>
                <a:gd name="connsiteY5" fmla="*/ 669073 h 936703"/>
                <a:gd name="connsiteX6" fmla="*/ 0 w 5486400"/>
                <a:gd name="connsiteY6" fmla="*/ 524108 h 936703"/>
                <a:gd name="connsiteX0" fmla="*/ 0 w 5296829"/>
                <a:gd name="connsiteY0" fmla="*/ 524108 h 936703"/>
                <a:gd name="connsiteX1" fmla="*/ 4783873 w 5296829"/>
                <a:gd name="connsiteY1" fmla="*/ 312235 h 936703"/>
                <a:gd name="connsiteX2" fmla="*/ 4795023 w 5296829"/>
                <a:gd name="connsiteY2" fmla="*/ 0 h 936703"/>
                <a:gd name="connsiteX3" fmla="*/ 5296829 w 5296829"/>
                <a:gd name="connsiteY3" fmla="*/ 490654 h 936703"/>
                <a:gd name="connsiteX4" fmla="*/ 4806176 w 5296829"/>
                <a:gd name="connsiteY4" fmla="*/ 936703 h 936703"/>
                <a:gd name="connsiteX5" fmla="*/ 4783874 w 5296829"/>
                <a:gd name="connsiteY5" fmla="*/ 669073 h 936703"/>
                <a:gd name="connsiteX6" fmla="*/ 0 w 5296829"/>
                <a:gd name="connsiteY6" fmla="*/ 524108 h 936703"/>
                <a:gd name="connsiteX0" fmla="*/ 0 w 5296829"/>
                <a:gd name="connsiteY0" fmla="*/ 524108 h 970157"/>
                <a:gd name="connsiteX1" fmla="*/ 4783873 w 5296829"/>
                <a:gd name="connsiteY1" fmla="*/ 312235 h 970157"/>
                <a:gd name="connsiteX2" fmla="*/ 4795023 w 5296829"/>
                <a:gd name="connsiteY2" fmla="*/ 0 h 970157"/>
                <a:gd name="connsiteX3" fmla="*/ 5296829 w 5296829"/>
                <a:gd name="connsiteY3" fmla="*/ 490654 h 970157"/>
                <a:gd name="connsiteX4" fmla="*/ 4806176 w 5296829"/>
                <a:gd name="connsiteY4" fmla="*/ 970157 h 970157"/>
                <a:gd name="connsiteX5" fmla="*/ 4783874 w 5296829"/>
                <a:gd name="connsiteY5" fmla="*/ 669073 h 970157"/>
                <a:gd name="connsiteX6" fmla="*/ 0 w 5296829"/>
                <a:gd name="connsiteY6" fmla="*/ 524108 h 970157"/>
                <a:gd name="connsiteX0" fmla="*/ 0 w 5296829"/>
                <a:gd name="connsiteY0" fmla="*/ 501806 h 947855"/>
                <a:gd name="connsiteX1" fmla="*/ 4783873 w 5296829"/>
                <a:gd name="connsiteY1" fmla="*/ 289933 h 947855"/>
                <a:gd name="connsiteX2" fmla="*/ 4795023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83874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783873 w 5296829"/>
                <a:gd name="connsiteY1" fmla="*/ 289933 h 947855"/>
                <a:gd name="connsiteX2" fmla="*/ 4795023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83874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811916 w 5296829"/>
                <a:gd name="connsiteY1" fmla="*/ 289933 h 947855"/>
                <a:gd name="connsiteX2" fmla="*/ 4795023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83874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811916 w 5296829"/>
                <a:gd name="connsiteY1" fmla="*/ 289933 h 947855"/>
                <a:gd name="connsiteX2" fmla="*/ 4795023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97895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811916 w 5296829"/>
                <a:gd name="connsiteY1" fmla="*/ 289933 h 947855"/>
                <a:gd name="connsiteX2" fmla="*/ 4795023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97895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811916 w 5296829"/>
                <a:gd name="connsiteY1" fmla="*/ 289933 h 947855"/>
                <a:gd name="connsiteX2" fmla="*/ 4816056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97895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811916 w 5296829"/>
                <a:gd name="connsiteY1" fmla="*/ 289933 h 947855"/>
                <a:gd name="connsiteX2" fmla="*/ 4816056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818927 w 5296829"/>
                <a:gd name="connsiteY5" fmla="*/ 657922 h 947855"/>
                <a:gd name="connsiteX6" fmla="*/ 0 w 5296829"/>
                <a:gd name="connsiteY6" fmla="*/ 501806 h 94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96829" h="947855">
                  <a:moveTo>
                    <a:pt x="0" y="501806"/>
                  </a:moveTo>
                  <a:lnTo>
                    <a:pt x="4811916" y="289933"/>
                  </a:lnTo>
                  <a:cubicBezTo>
                    <a:pt x="4811916" y="152401"/>
                    <a:pt x="4816056" y="137532"/>
                    <a:pt x="4816056" y="0"/>
                  </a:cubicBezTo>
                  <a:lnTo>
                    <a:pt x="5296829" y="468352"/>
                  </a:lnTo>
                  <a:lnTo>
                    <a:pt x="4806176" y="947855"/>
                  </a:lnTo>
                  <a:lnTo>
                    <a:pt x="4818927" y="657922"/>
                  </a:lnTo>
                  <a:lnTo>
                    <a:pt x="0" y="50180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50000">
                  <a:schemeClr val="accent2"/>
                </a:gs>
                <a:gs pos="100000">
                  <a:srgbClr val="C00000"/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58BEC46-B0D6-48B3-9CCC-F020F08EE52D}"/>
                </a:ext>
              </a:extLst>
            </p:cNvPr>
            <p:cNvSpPr txBox="1"/>
            <p:nvPr/>
          </p:nvSpPr>
          <p:spPr>
            <a:xfrm>
              <a:off x="9196748" y="824317"/>
              <a:ext cx="16302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Severity</a:t>
              </a:r>
            </a:p>
          </p:txBody>
        </p:sp>
      </p:grpSp>
      <p:sp>
        <p:nvSpPr>
          <p:cNvPr id="41" name="Nonsevere CDI">
            <a:extLst>
              <a:ext uri="{FF2B5EF4-FFF2-40B4-BE49-F238E27FC236}">
                <a16:creationId xmlns:a16="http://schemas.microsoft.com/office/drawing/2014/main" id="{8CB964E7-64EC-42C9-B2D9-660356E092FB}"/>
              </a:ext>
            </a:extLst>
          </p:cNvPr>
          <p:cNvSpPr/>
          <p:nvPr/>
        </p:nvSpPr>
        <p:spPr>
          <a:xfrm>
            <a:off x="1958731" y="1457361"/>
            <a:ext cx="1661486" cy="36647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Non-severe CDI</a:t>
            </a:r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A30498D2-F366-4ADF-BFDC-2CC6DD0DA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443" y="1691312"/>
            <a:ext cx="291548" cy="291548"/>
          </a:xfrm>
          <a:prstGeom prst="rect">
            <a:avLst/>
          </a:prstGeom>
        </p:spPr>
      </p:pic>
      <p:sp>
        <p:nvSpPr>
          <p:cNvPr id="43" name="Severe CDI">
            <a:extLst>
              <a:ext uri="{FF2B5EF4-FFF2-40B4-BE49-F238E27FC236}">
                <a16:creationId xmlns:a16="http://schemas.microsoft.com/office/drawing/2014/main" id="{9C3349DD-E930-472E-A61A-89C8703FC24C}"/>
              </a:ext>
            </a:extLst>
          </p:cNvPr>
          <p:cNvSpPr/>
          <p:nvPr/>
        </p:nvSpPr>
        <p:spPr>
          <a:xfrm>
            <a:off x="4295895" y="1449404"/>
            <a:ext cx="1661486" cy="36647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Severe CDI</a:t>
            </a:r>
          </a:p>
        </p:txBody>
      </p:sp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283B7554-DE81-4368-84E0-082077A40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607" y="1683355"/>
            <a:ext cx="291548" cy="291548"/>
          </a:xfrm>
          <a:prstGeom prst="rect">
            <a:avLst/>
          </a:prstGeom>
        </p:spPr>
      </p:pic>
      <p:sp>
        <p:nvSpPr>
          <p:cNvPr id="45" name="Fulminant CDI">
            <a:extLst>
              <a:ext uri="{FF2B5EF4-FFF2-40B4-BE49-F238E27FC236}">
                <a16:creationId xmlns:a16="http://schemas.microsoft.com/office/drawing/2014/main" id="{CCBDB90F-19EF-4BA7-9AF1-556AE127FF6A}"/>
              </a:ext>
            </a:extLst>
          </p:cNvPr>
          <p:cNvSpPr/>
          <p:nvPr/>
        </p:nvSpPr>
        <p:spPr>
          <a:xfrm>
            <a:off x="6818409" y="1444628"/>
            <a:ext cx="1661486" cy="36647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Fulminant CDI</a:t>
            </a:r>
          </a:p>
        </p:txBody>
      </p:sp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E4925C12-BE40-4ADA-A5B3-365DD6644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4121" y="1678579"/>
            <a:ext cx="291548" cy="291548"/>
          </a:xfrm>
          <a:prstGeom prst="rect">
            <a:avLst/>
          </a:prstGeom>
        </p:spPr>
      </p:pic>
      <p:sp>
        <p:nvSpPr>
          <p:cNvPr id="47" name="Recurrent CDI">
            <a:extLst>
              <a:ext uri="{FF2B5EF4-FFF2-40B4-BE49-F238E27FC236}">
                <a16:creationId xmlns:a16="http://schemas.microsoft.com/office/drawing/2014/main" id="{A330249D-674F-42DB-AC2D-C58E96A902E1}"/>
              </a:ext>
            </a:extLst>
          </p:cNvPr>
          <p:cNvSpPr/>
          <p:nvPr/>
        </p:nvSpPr>
        <p:spPr>
          <a:xfrm>
            <a:off x="9657836" y="1451954"/>
            <a:ext cx="1661486" cy="36647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Recurrent CDI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0D42C321-D835-4713-8F12-0DD77FEFF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3548" y="1685905"/>
            <a:ext cx="291548" cy="29154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2A2547D-7307-433E-952D-4FEBB9E77F98}"/>
              </a:ext>
            </a:extLst>
          </p:cNvPr>
          <p:cNvSpPr txBox="1"/>
          <p:nvPr/>
        </p:nvSpPr>
        <p:spPr>
          <a:xfrm>
            <a:off x="1765807" y="2077220"/>
            <a:ext cx="2047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Absence of severe criteria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3818F6-B584-4208-9FA5-BBD3646598C5}"/>
              </a:ext>
            </a:extLst>
          </p:cNvPr>
          <p:cNvSpPr txBox="1"/>
          <p:nvPr/>
        </p:nvSpPr>
        <p:spPr>
          <a:xfrm>
            <a:off x="4055820" y="2086210"/>
            <a:ext cx="2091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WBC &gt; 15k OR</a:t>
            </a:r>
          </a:p>
          <a:p>
            <a:pPr algn="ctr"/>
            <a:r>
              <a:rPr lang="en-US" sz="1600" dirty="0"/>
              <a:t>Cr ≥ 1.5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798E25-AEC5-4AF5-98B6-CFDB2FB49391}"/>
              </a:ext>
            </a:extLst>
          </p:cNvPr>
          <p:cNvSpPr txBox="1"/>
          <p:nvPr/>
        </p:nvSpPr>
        <p:spPr>
          <a:xfrm>
            <a:off x="9180987" y="2038370"/>
            <a:ext cx="26151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Recurrent diarrhea + confirmatory test within 8 </a:t>
            </a:r>
            <a:r>
              <a:rPr lang="en-US" sz="1600" dirty="0" err="1"/>
              <a:t>wk</a:t>
            </a:r>
            <a:r>
              <a:rPr lang="en-US" sz="1600" dirty="0"/>
              <a:t> of initial episode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1DCC974-BA30-46D2-8E64-E61CB066C9C9}"/>
              </a:ext>
            </a:extLst>
          </p:cNvPr>
          <p:cNvGrpSpPr/>
          <p:nvPr/>
        </p:nvGrpSpPr>
        <p:grpSpPr>
          <a:xfrm>
            <a:off x="9941052" y="401728"/>
            <a:ext cx="1110580" cy="835125"/>
            <a:chOff x="9975059" y="440578"/>
            <a:chExt cx="1110580" cy="83512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3BD32CE-BBD6-41F4-B87B-9B0FF41C6E92}"/>
                </a:ext>
              </a:extLst>
            </p:cNvPr>
            <p:cNvSpPr txBox="1"/>
            <p:nvPr/>
          </p:nvSpPr>
          <p:spPr>
            <a:xfrm>
              <a:off x="9975059" y="654472"/>
              <a:ext cx="11105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20%</a:t>
              </a: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98CE2C5-9B49-4D3D-8359-FF26EB7D67A8}"/>
                </a:ext>
              </a:extLst>
            </p:cNvPr>
            <p:cNvSpPr/>
            <p:nvPr/>
          </p:nvSpPr>
          <p:spPr>
            <a:xfrm>
              <a:off x="10059287" y="440578"/>
              <a:ext cx="885070" cy="835125"/>
            </a:xfrm>
            <a:custGeom>
              <a:avLst/>
              <a:gdLst>
                <a:gd name="connsiteX0" fmla="*/ 0 w 1271070"/>
                <a:gd name="connsiteY0" fmla="*/ 325198 h 1081254"/>
                <a:gd name="connsiteX1" fmla="*/ 211873 w 1271070"/>
                <a:gd name="connsiteY1" fmla="*/ 102173 h 1081254"/>
                <a:gd name="connsiteX2" fmla="*/ 613317 w 1271070"/>
                <a:gd name="connsiteY2" fmla="*/ 1812 h 1081254"/>
                <a:gd name="connsiteX3" fmla="*/ 1070517 w 1271070"/>
                <a:gd name="connsiteY3" fmla="*/ 180232 h 1081254"/>
                <a:gd name="connsiteX4" fmla="*/ 1260087 w 1271070"/>
                <a:gd name="connsiteY4" fmla="*/ 726641 h 1081254"/>
                <a:gd name="connsiteX5" fmla="*/ 769434 w 1271070"/>
                <a:gd name="connsiteY5" fmla="*/ 1072329 h 1081254"/>
                <a:gd name="connsiteX6" fmla="*/ 200722 w 1271070"/>
                <a:gd name="connsiteY6" fmla="*/ 960817 h 1081254"/>
                <a:gd name="connsiteX7" fmla="*/ 144966 w 1271070"/>
                <a:gd name="connsiteY7" fmla="*/ 760095 h 1081254"/>
                <a:gd name="connsiteX0" fmla="*/ 0 w 1286546"/>
                <a:gd name="connsiteY0" fmla="*/ 324378 h 1080434"/>
                <a:gd name="connsiteX1" fmla="*/ 211873 w 1286546"/>
                <a:gd name="connsiteY1" fmla="*/ 101353 h 1080434"/>
                <a:gd name="connsiteX2" fmla="*/ 613317 w 1286546"/>
                <a:gd name="connsiteY2" fmla="*/ 992 h 1080434"/>
                <a:gd name="connsiteX3" fmla="*/ 1156223 w 1286546"/>
                <a:gd name="connsiteY3" fmla="*/ 156187 h 1080434"/>
                <a:gd name="connsiteX4" fmla="*/ 1260087 w 1286546"/>
                <a:gd name="connsiteY4" fmla="*/ 725821 h 1080434"/>
                <a:gd name="connsiteX5" fmla="*/ 769434 w 1286546"/>
                <a:gd name="connsiteY5" fmla="*/ 1071509 h 1080434"/>
                <a:gd name="connsiteX6" fmla="*/ 200722 w 1286546"/>
                <a:gd name="connsiteY6" fmla="*/ 959997 h 1080434"/>
                <a:gd name="connsiteX7" fmla="*/ 144966 w 1286546"/>
                <a:gd name="connsiteY7" fmla="*/ 759275 h 1080434"/>
                <a:gd name="connsiteX0" fmla="*/ 0 w 1323664"/>
                <a:gd name="connsiteY0" fmla="*/ 324378 h 1079151"/>
                <a:gd name="connsiteX1" fmla="*/ 211873 w 1323664"/>
                <a:gd name="connsiteY1" fmla="*/ 101353 h 1079151"/>
                <a:gd name="connsiteX2" fmla="*/ 613317 w 1323664"/>
                <a:gd name="connsiteY2" fmla="*/ 992 h 1079151"/>
                <a:gd name="connsiteX3" fmla="*/ 1156223 w 1323664"/>
                <a:gd name="connsiteY3" fmla="*/ 156187 h 1079151"/>
                <a:gd name="connsiteX4" fmla="*/ 1302938 w 1323664"/>
                <a:gd name="connsiteY4" fmla="*/ 749044 h 1079151"/>
                <a:gd name="connsiteX5" fmla="*/ 769434 w 1323664"/>
                <a:gd name="connsiteY5" fmla="*/ 1071509 h 1079151"/>
                <a:gd name="connsiteX6" fmla="*/ 200722 w 1323664"/>
                <a:gd name="connsiteY6" fmla="*/ 959997 h 1079151"/>
                <a:gd name="connsiteX7" fmla="*/ 144966 w 1323664"/>
                <a:gd name="connsiteY7" fmla="*/ 759275 h 1079151"/>
                <a:gd name="connsiteX0" fmla="*/ 0 w 1323664"/>
                <a:gd name="connsiteY0" fmla="*/ 324378 h 1079151"/>
                <a:gd name="connsiteX1" fmla="*/ 211873 w 1323664"/>
                <a:gd name="connsiteY1" fmla="*/ 101353 h 1079151"/>
                <a:gd name="connsiteX2" fmla="*/ 613317 w 1323664"/>
                <a:gd name="connsiteY2" fmla="*/ 992 h 1079151"/>
                <a:gd name="connsiteX3" fmla="*/ 1156223 w 1323664"/>
                <a:gd name="connsiteY3" fmla="*/ 156187 h 1079151"/>
                <a:gd name="connsiteX4" fmla="*/ 1302938 w 1323664"/>
                <a:gd name="connsiteY4" fmla="*/ 749044 h 1079151"/>
                <a:gd name="connsiteX5" fmla="*/ 769434 w 1323664"/>
                <a:gd name="connsiteY5" fmla="*/ 1071509 h 1079151"/>
                <a:gd name="connsiteX6" fmla="*/ 200722 w 1323664"/>
                <a:gd name="connsiteY6" fmla="*/ 959997 h 1079151"/>
                <a:gd name="connsiteX7" fmla="*/ 59262 w 1323664"/>
                <a:gd name="connsiteY7" fmla="*/ 747662 h 1079151"/>
                <a:gd name="connsiteX0" fmla="*/ 0 w 1323664"/>
                <a:gd name="connsiteY0" fmla="*/ 324378 h 1079151"/>
                <a:gd name="connsiteX1" fmla="*/ 211873 w 1323664"/>
                <a:gd name="connsiteY1" fmla="*/ 101353 h 1079151"/>
                <a:gd name="connsiteX2" fmla="*/ 613317 w 1323664"/>
                <a:gd name="connsiteY2" fmla="*/ 992 h 1079151"/>
                <a:gd name="connsiteX3" fmla="*/ 1156223 w 1323664"/>
                <a:gd name="connsiteY3" fmla="*/ 156187 h 1079151"/>
                <a:gd name="connsiteX4" fmla="*/ 1302938 w 1323664"/>
                <a:gd name="connsiteY4" fmla="*/ 749044 h 1079151"/>
                <a:gd name="connsiteX5" fmla="*/ 769434 w 1323664"/>
                <a:gd name="connsiteY5" fmla="*/ 1071509 h 1079151"/>
                <a:gd name="connsiteX6" fmla="*/ 200722 w 1323664"/>
                <a:gd name="connsiteY6" fmla="*/ 959997 h 1079151"/>
                <a:gd name="connsiteX7" fmla="*/ 16409 w 1323664"/>
                <a:gd name="connsiteY7" fmla="*/ 747662 h 1079151"/>
                <a:gd name="connsiteX0" fmla="*/ 0 w 1323664"/>
                <a:gd name="connsiteY0" fmla="*/ 324378 h 1079151"/>
                <a:gd name="connsiteX1" fmla="*/ 211873 w 1323664"/>
                <a:gd name="connsiteY1" fmla="*/ 101353 h 1079151"/>
                <a:gd name="connsiteX2" fmla="*/ 613317 w 1323664"/>
                <a:gd name="connsiteY2" fmla="*/ 992 h 1079151"/>
                <a:gd name="connsiteX3" fmla="*/ 1156223 w 1323664"/>
                <a:gd name="connsiteY3" fmla="*/ 156187 h 1079151"/>
                <a:gd name="connsiteX4" fmla="*/ 1302938 w 1323664"/>
                <a:gd name="connsiteY4" fmla="*/ 749044 h 1079151"/>
                <a:gd name="connsiteX5" fmla="*/ 769434 w 1323664"/>
                <a:gd name="connsiteY5" fmla="*/ 1071509 h 1079151"/>
                <a:gd name="connsiteX6" fmla="*/ 200722 w 1323664"/>
                <a:gd name="connsiteY6" fmla="*/ 959997 h 1079151"/>
                <a:gd name="connsiteX7" fmla="*/ 16409 w 1323664"/>
                <a:gd name="connsiteY7" fmla="*/ 724438 h 1079151"/>
                <a:gd name="connsiteX0" fmla="*/ 0 w 1331466"/>
                <a:gd name="connsiteY0" fmla="*/ 324378 h 1037073"/>
                <a:gd name="connsiteX1" fmla="*/ 211873 w 1331466"/>
                <a:gd name="connsiteY1" fmla="*/ 101353 h 1037073"/>
                <a:gd name="connsiteX2" fmla="*/ 613317 w 1331466"/>
                <a:gd name="connsiteY2" fmla="*/ 992 h 1037073"/>
                <a:gd name="connsiteX3" fmla="*/ 1156223 w 1331466"/>
                <a:gd name="connsiteY3" fmla="*/ 156187 h 1037073"/>
                <a:gd name="connsiteX4" fmla="*/ 1302938 w 1331466"/>
                <a:gd name="connsiteY4" fmla="*/ 749044 h 1037073"/>
                <a:gd name="connsiteX5" fmla="*/ 655161 w 1331466"/>
                <a:gd name="connsiteY5" fmla="*/ 1025061 h 1037073"/>
                <a:gd name="connsiteX6" fmla="*/ 200722 w 1331466"/>
                <a:gd name="connsiteY6" fmla="*/ 959997 h 1037073"/>
                <a:gd name="connsiteX7" fmla="*/ 16409 w 1331466"/>
                <a:gd name="connsiteY7" fmla="*/ 724438 h 1037073"/>
                <a:gd name="connsiteX0" fmla="*/ 0 w 1241149"/>
                <a:gd name="connsiteY0" fmla="*/ 324378 h 1037073"/>
                <a:gd name="connsiteX1" fmla="*/ 211873 w 1241149"/>
                <a:gd name="connsiteY1" fmla="*/ 101353 h 1037073"/>
                <a:gd name="connsiteX2" fmla="*/ 613317 w 1241149"/>
                <a:gd name="connsiteY2" fmla="*/ 992 h 1037073"/>
                <a:gd name="connsiteX3" fmla="*/ 1156223 w 1241149"/>
                <a:gd name="connsiteY3" fmla="*/ 156187 h 1037073"/>
                <a:gd name="connsiteX4" fmla="*/ 1188666 w 1241149"/>
                <a:gd name="connsiteY4" fmla="*/ 749044 h 1037073"/>
                <a:gd name="connsiteX5" fmla="*/ 655161 w 1241149"/>
                <a:gd name="connsiteY5" fmla="*/ 1025061 h 1037073"/>
                <a:gd name="connsiteX6" fmla="*/ 200722 w 1241149"/>
                <a:gd name="connsiteY6" fmla="*/ 959997 h 1037073"/>
                <a:gd name="connsiteX7" fmla="*/ 16409 w 1241149"/>
                <a:gd name="connsiteY7" fmla="*/ 724438 h 1037073"/>
                <a:gd name="connsiteX0" fmla="*/ 0 w 1216258"/>
                <a:gd name="connsiteY0" fmla="*/ 326691 h 1039386"/>
                <a:gd name="connsiteX1" fmla="*/ 211873 w 1216258"/>
                <a:gd name="connsiteY1" fmla="*/ 103666 h 1039386"/>
                <a:gd name="connsiteX2" fmla="*/ 613317 w 1216258"/>
                <a:gd name="connsiteY2" fmla="*/ 3305 h 1039386"/>
                <a:gd name="connsiteX3" fmla="*/ 1084803 w 1216258"/>
                <a:gd name="connsiteY3" fmla="*/ 216560 h 1039386"/>
                <a:gd name="connsiteX4" fmla="*/ 1188666 w 1216258"/>
                <a:gd name="connsiteY4" fmla="*/ 751357 h 1039386"/>
                <a:gd name="connsiteX5" fmla="*/ 655161 w 1216258"/>
                <a:gd name="connsiteY5" fmla="*/ 1027374 h 1039386"/>
                <a:gd name="connsiteX6" fmla="*/ 200722 w 1216258"/>
                <a:gd name="connsiteY6" fmla="*/ 962310 h 1039386"/>
                <a:gd name="connsiteX7" fmla="*/ 16409 w 1216258"/>
                <a:gd name="connsiteY7" fmla="*/ 726751 h 1039386"/>
                <a:gd name="connsiteX0" fmla="*/ 0 w 1218246"/>
                <a:gd name="connsiteY0" fmla="*/ 272923 h 985618"/>
                <a:gd name="connsiteX1" fmla="*/ 211873 w 1218246"/>
                <a:gd name="connsiteY1" fmla="*/ 49898 h 985618"/>
                <a:gd name="connsiteX2" fmla="*/ 541896 w 1218246"/>
                <a:gd name="connsiteY2" fmla="*/ 7597 h 985618"/>
                <a:gd name="connsiteX3" fmla="*/ 1084803 w 1218246"/>
                <a:gd name="connsiteY3" fmla="*/ 162792 h 985618"/>
                <a:gd name="connsiteX4" fmla="*/ 1188666 w 1218246"/>
                <a:gd name="connsiteY4" fmla="*/ 697589 h 985618"/>
                <a:gd name="connsiteX5" fmla="*/ 655161 w 1218246"/>
                <a:gd name="connsiteY5" fmla="*/ 973606 h 985618"/>
                <a:gd name="connsiteX6" fmla="*/ 200722 w 1218246"/>
                <a:gd name="connsiteY6" fmla="*/ 908542 h 985618"/>
                <a:gd name="connsiteX7" fmla="*/ 16409 w 1218246"/>
                <a:gd name="connsiteY7" fmla="*/ 672983 h 985618"/>
                <a:gd name="connsiteX0" fmla="*/ 0 w 1214604"/>
                <a:gd name="connsiteY0" fmla="*/ 275444 h 988139"/>
                <a:gd name="connsiteX1" fmla="*/ 211873 w 1214604"/>
                <a:gd name="connsiteY1" fmla="*/ 52419 h 988139"/>
                <a:gd name="connsiteX2" fmla="*/ 541896 w 1214604"/>
                <a:gd name="connsiteY2" fmla="*/ 10118 h 988139"/>
                <a:gd name="connsiteX3" fmla="*/ 1070518 w 1214604"/>
                <a:gd name="connsiteY3" fmla="*/ 200149 h 988139"/>
                <a:gd name="connsiteX4" fmla="*/ 1188666 w 1214604"/>
                <a:gd name="connsiteY4" fmla="*/ 700110 h 988139"/>
                <a:gd name="connsiteX5" fmla="*/ 655161 w 1214604"/>
                <a:gd name="connsiteY5" fmla="*/ 976127 h 988139"/>
                <a:gd name="connsiteX6" fmla="*/ 200722 w 1214604"/>
                <a:gd name="connsiteY6" fmla="*/ 911063 h 988139"/>
                <a:gd name="connsiteX7" fmla="*/ 16409 w 1214604"/>
                <a:gd name="connsiteY7" fmla="*/ 675504 h 988139"/>
                <a:gd name="connsiteX0" fmla="*/ 0 w 1212274"/>
                <a:gd name="connsiteY0" fmla="*/ 236166 h 948861"/>
                <a:gd name="connsiteX1" fmla="*/ 211873 w 1212274"/>
                <a:gd name="connsiteY1" fmla="*/ 13141 h 948861"/>
                <a:gd name="connsiteX2" fmla="*/ 641884 w 1212274"/>
                <a:gd name="connsiteY2" fmla="*/ 40513 h 948861"/>
                <a:gd name="connsiteX3" fmla="*/ 1070518 w 1212274"/>
                <a:gd name="connsiteY3" fmla="*/ 160871 h 948861"/>
                <a:gd name="connsiteX4" fmla="*/ 1188666 w 1212274"/>
                <a:gd name="connsiteY4" fmla="*/ 660832 h 948861"/>
                <a:gd name="connsiteX5" fmla="*/ 655161 w 1212274"/>
                <a:gd name="connsiteY5" fmla="*/ 936849 h 948861"/>
                <a:gd name="connsiteX6" fmla="*/ 200722 w 1212274"/>
                <a:gd name="connsiteY6" fmla="*/ 871785 h 948861"/>
                <a:gd name="connsiteX7" fmla="*/ 16409 w 1212274"/>
                <a:gd name="connsiteY7" fmla="*/ 636226 h 948861"/>
                <a:gd name="connsiteX0" fmla="*/ 0 w 1212274"/>
                <a:gd name="connsiteY0" fmla="*/ 196924 h 909619"/>
                <a:gd name="connsiteX1" fmla="*/ 240441 w 1212274"/>
                <a:gd name="connsiteY1" fmla="*/ 66795 h 909619"/>
                <a:gd name="connsiteX2" fmla="*/ 641884 w 1212274"/>
                <a:gd name="connsiteY2" fmla="*/ 1271 h 909619"/>
                <a:gd name="connsiteX3" fmla="*/ 1070518 w 1212274"/>
                <a:gd name="connsiteY3" fmla="*/ 121629 h 909619"/>
                <a:gd name="connsiteX4" fmla="*/ 1188666 w 1212274"/>
                <a:gd name="connsiteY4" fmla="*/ 621590 h 909619"/>
                <a:gd name="connsiteX5" fmla="*/ 655161 w 1212274"/>
                <a:gd name="connsiteY5" fmla="*/ 897607 h 909619"/>
                <a:gd name="connsiteX6" fmla="*/ 200722 w 1212274"/>
                <a:gd name="connsiteY6" fmla="*/ 832543 h 909619"/>
                <a:gd name="connsiteX7" fmla="*/ 16409 w 1212274"/>
                <a:gd name="connsiteY7" fmla="*/ 596984 h 909619"/>
                <a:gd name="connsiteX0" fmla="*/ 29965 w 1199386"/>
                <a:gd name="connsiteY0" fmla="*/ 302035 h 910223"/>
                <a:gd name="connsiteX1" fmla="*/ 227553 w 1199386"/>
                <a:gd name="connsiteY1" fmla="*/ 67399 h 910223"/>
                <a:gd name="connsiteX2" fmla="*/ 628996 w 1199386"/>
                <a:gd name="connsiteY2" fmla="*/ 1875 h 910223"/>
                <a:gd name="connsiteX3" fmla="*/ 1057630 w 1199386"/>
                <a:gd name="connsiteY3" fmla="*/ 122233 h 910223"/>
                <a:gd name="connsiteX4" fmla="*/ 1175778 w 1199386"/>
                <a:gd name="connsiteY4" fmla="*/ 622194 h 910223"/>
                <a:gd name="connsiteX5" fmla="*/ 642273 w 1199386"/>
                <a:gd name="connsiteY5" fmla="*/ 898211 h 910223"/>
                <a:gd name="connsiteX6" fmla="*/ 187834 w 1199386"/>
                <a:gd name="connsiteY6" fmla="*/ 833147 h 910223"/>
                <a:gd name="connsiteX7" fmla="*/ 3521 w 1199386"/>
                <a:gd name="connsiteY7" fmla="*/ 597588 h 910223"/>
                <a:gd name="connsiteX0" fmla="*/ 29965 w 1200018"/>
                <a:gd name="connsiteY0" fmla="*/ 336017 h 944205"/>
                <a:gd name="connsiteX1" fmla="*/ 227553 w 1200018"/>
                <a:gd name="connsiteY1" fmla="*/ 101381 h 944205"/>
                <a:gd name="connsiteX2" fmla="*/ 600429 w 1200018"/>
                <a:gd name="connsiteY2" fmla="*/ 1022 h 944205"/>
                <a:gd name="connsiteX3" fmla="*/ 1057630 w 1200018"/>
                <a:gd name="connsiteY3" fmla="*/ 156215 h 944205"/>
                <a:gd name="connsiteX4" fmla="*/ 1175778 w 1200018"/>
                <a:gd name="connsiteY4" fmla="*/ 656176 h 944205"/>
                <a:gd name="connsiteX5" fmla="*/ 642273 w 1200018"/>
                <a:gd name="connsiteY5" fmla="*/ 932193 h 944205"/>
                <a:gd name="connsiteX6" fmla="*/ 187834 w 1200018"/>
                <a:gd name="connsiteY6" fmla="*/ 867129 h 944205"/>
                <a:gd name="connsiteX7" fmla="*/ 3521 w 1200018"/>
                <a:gd name="connsiteY7" fmla="*/ 631570 h 944205"/>
                <a:gd name="connsiteX0" fmla="*/ 29965 w 1200019"/>
                <a:gd name="connsiteY0" fmla="*/ 336017 h 950725"/>
                <a:gd name="connsiteX1" fmla="*/ 227553 w 1200019"/>
                <a:gd name="connsiteY1" fmla="*/ 101381 h 950725"/>
                <a:gd name="connsiteX2" fmla="*/ 600429 w 1200019"/>
                <a:gd name="connsiteY2" fmla="*/ 1022 h 950725"/>
                <a:gd name="connsiteX3" fmla="*/ 1057630 w 1200019"/>
                <a:gd name="connsiteY3" fmla="*/ 156215 h 950725"/>
                <a:gd name="connsiteX4" fmla="*/ 1175779 w 1200019"/>
                <a:gd name="connsiteY4" fmla="*/ 563280 h 950725"/>
                <a:gd name="connsiteX5" fmla="*/ 642273 w 1200019"/>
                <a:gd name="connsiteY5" fmla="*/ 932193 h 950725"/>
                <a:gd name="connsiteX6" fmla="*/ 187834 w 1200019"/>
                <a:gd name="connsiteY6" fmla="*/ 867129 h 950725"/>
                <a:gd name="connsiteX7" fmla="*/ 3521 w 1200019"/>
                <a:gd name="connsiteY7" fmla="*/ 631570 h 950725"/>
                <a:gd name="connsiteX0" fmla="*/ 29965 w 1188344"/>
                <a:gd name="connsiteY0" fmla="*/ 336017 h 950725"/>
                <a:gd name="connsiteX1" fmla="*/ 227553 w 1188344"/>
                <a:gd name="connsiteY1" fmla="*/ 101381 h 950725"/>
                <a:gd name="connsiteX2" fmla="*/ 600429 w 1188344"/>
                <a:gd name="connsiteY2" fmla="*/ 1022 h 950725"/>
                <a:gd name="connsiteX3" fmla="*/ 1057630 w 1188344"/>
                <a:gd name="connsiteY3" fmla="*/ 156215 h 950725"/>
                <a:gd name="connsiteX4" fmla="*/ 1175779 w 1188344"/>
                <a:gd name="connsiteY4" fmla="*/ 563280 h 950725"/>
                <a:gd name="connsiteX5" fmla="*/ 642273 w 1188344"/>
                <a:gd name="connsiteY5" fmla="*/ 932193 h 950725"/>
                <a:gd name="connsiteX6" fmla="*/ 187834 w 1188344"/>
                <a:gd name="connsiteY6" fmla="*/ 867129 h 950725"/>
                <a:gd name="connsiteX7" fmla="*/ 3521 w 1188344"/>
                <a:gd name="connsiteY7" fmla="*/ 631570 h 950725"/>
                <a:gd name="connsiteX0" fmla="*/ 29965 w 1183770"/>
                <a:gd name="connsiteY0" fmla="*/ 336017 h 941233"/>
                <a:gd name="connsiteX1" fmla="*/ 227553 w 1183770"/>
                <a:gd name="connsiteY1" fmla="*/ 101381 h 941233"/>
                <a:gd name="connsiteX2" fmla="*/ 600429 w 1183770"/>
                <a:gd name="connsiteY2" fmla="*/ 1022 h 941233"/>
                <a:gd name="connsiteX3" fmla="*/ 1057630 w 1183770"/>
                <a:gd name="connsiteY3" fmla="*/ 156215 h 941233"/>
                <a:gd name="connsiteX4" fmla="*/ 1175779 w 1183770"/>
                <a:gd name="connsiteY4" fmla="*/ 563280 h 941233"/>
                <a:gd name="connsiteX5" fmla="*/ 885103 w 1183770"/>
                <a:gd name="connsiteY5" fmla="*/ 920580 h 941233"/>
                <a:gd name="connsiteX6" fmla="*/ 187834 w 1183770"/>
                <a:gd name="connsiteY6" fmla="*/ 867129 h 941233"/>
                <a:gd name="connsiteX7" fmla="*/ 3521 w 1183770"/>
                <a:gd name="connsiteY7" fmla="*/ 631570 h 941233"/>
                <a:gd name="connsiteX0" fmla="*/ 29965 w 1184662"/>
                <a:gd name="connsiteY0" fmla="*/ 336017 h 923781"/>
                <a:gd name="connsiteX1" fmla="*/ 227553 w 1184662"/>
                <a:gd name="connsiteY1" fmla="*/ 101381 h 923781"/>
                <a:gd name="connsiteX2" fmla="*/ 600429 w 1184662"/>
                <a:gd name="connsiteY2" fmla="*/ 1022 h 923781"/>
                <a:gd name="connsiteX3" fmla="*/ 1057630 w 1184662"/>
                <a:gd name="connsiteY3" fmla="*/ 156215 h 923781"/>
                <a:gd name="connsiteX4" fmla="*/ 1175779 w 1184662"/>
                <a:gd name="connsiteY4" fmla="*/ 563280 h 923781"/>
                <a:gd name="connsiteX5" fmla="*/ 870818 w 1184662"/>
                <a:gd name="connsiteY5" fmla="*/ 897356 h 923781"/>
                <a:gd name="connsiteX6" fmla="*/ 187834 w 1184662"/>
                <a:gd name="connsiteY6" fmla="*/ 867129 h 923781"/>
                <a:gd name="connsiteX7" fmla="*/ 3521 w 1184662"/>
                <a:gd name="connsiteY7" fmla="*/ 631570 h 923781"/>
                <a:gd name="connsiteX0" fmla="*/ 0 w 1154697"/>
                <a:gd name="connsiteY0" fmla="*/ 336017 h 923781"/>
                <a:gd name="connsiteX1" fmla="*/ 197588 w 1154697"/>
                <a:gd name="connsiteY1" fmla="*/ 101381 h 923781"/>
                <a:gd name="connsiteX2" fmla="*/ 570464 w 1154697"/>
                <a:gd name="connsiteY2" fmla="*/ 1022 h 923781"/>
                <a:gd name="connsiteX3" fmla="*/ 1027665 w 1154697"/>
                <a:gd name="connsiteY3" fmla="*/ 156215 h 923781"/>
                <a:gd name="connsiteX4" fmla="*/ 1145814 w 1154697"/>
                <a:gd name="connsiteY4" fmla="*/ 563280 h 923781"/>
                <a:gd name="connsiteX5" fmla="*/ 840853 w 1154697"/>
                <a:gd name="connsiteY5" fmla="*/ 897356 h 923781"/>
                <a:gd name="connsiteX6" fmla="*/ 157869 w 1154697"/>
                <a:gd name="connsiteY6" fmla="*/ 867129 h 923781"/>
                <a:gd name="connsiteX7" fmla="*/ 30693 w 1154697"/>
                <a:gd name="connsiteY7" fmla="*/ 585122 h 923781"/>
                <a:gd name="connsiteX0" fmla="*/ 0 w 1154697"/>
                <a:gd name="connsiteY0" fmla="*/ 336017 h 919738"/>
                <a:gd name="connsiteX1" fmla="*/ 197588 w 1154697"/>
                <a:gd name="connsiteY1" fmla="*/ 101381 h 919738"/>
                <a:gd name="connsiteX2" fmla="*/ 570464 w 1154697"/>
                <a:gd name="connsiteY2" fmla="*/ 1022 h 919738"/>
                <a:gd name="connsiteX3" fmla="*/ 1027665 w 1154697"/>
                <a:gd name="connsiteY3" fmla="*/ 156215 h 919738"/>
                <a:gd name="connsiteX4" fmla="*/ 1145814 w 1154697"/>
                <a:gd name="connsiteY4" fmla="*/ 563280 h 919738"/>
                <a:gd name="connsiteX5" fmla="*/ 840853 w 1154697"/>
                <a:gd name="connsiteY5" fmla="*/ 897356 h 919738"/>
                <a:gd name="connsiteX6" fmla="*/ 243573 w 1154697"/>
                <a:gd name="connsiteY6" fmla="*/ 855517 h 919738"/>
                <a:gd name="connsiteX7" fmla="*/ 30693 w 1154697"/>
                <a:gd name="connsiteY7" fmla="*/ 585122 h 919738"/>
                <a:gd name="connsiteX0" fmla="*/ 0 w 1154697"/>
                <a:gd name="connsiteY0" fmla="*/ 336017 h 935214"/>
                <a:gd name="connsiteX1" fmla="*/ 197588 w 1154697"/>
                <a:gd name="connsiteY1" fmla="*/ 101381 h 935214"/>
                <a:gd name="connsiteX2" fmla="*/ 570464 w 1154697"/>
                <a:gd name="connsiteY2" fmla="*/ 1022 h 935214"/>
                <a:gd name="connsiteX3" fmla="*/ 1027665 w 1154697"/>
                <a:gd name="connsiteY3" fmla="*/ 156215 h 935214"/>
                <a:gd name="connsiteX4" fmla="*/ 1145814 w 1154697"/>
                <a:gd name="connsiteY4" fmla="*/ 563280 h 935214"/>
                <a:gd name="connsiteX5" fmla="*/ 840853 w 1154697"/>
                <a:gd name="connsiteY5" fmla="*/ 897356 h 935214"/>
                <a:gd name="connsiteX6" fmla="*/ 243573 w 1154697"/>
                <a:gd name="connsiteY6" fmla="*/ 855517 h 935214"/>
                <a:gd name="connsiteX7" fmla="*/ 30693 w 1154697"/>
                <a:gd name="connsiteY7" fmla="*/ 585122 h 935214"/>
                <a:gd name="connsiteX0" fmla="*/ 0 w 1154697"/>
                <a:gd name="connsiteY0" fmla="*/ 336017 h 926724"/>
                <a:gd name="connsiteX1" fmla="*/ 197588 w 1154697"/>
                <a:gd name="connsiteY1" fmla="*/ 101381 h 926724"/>
                <a:gd name="connsiteX2" fmla="*/ 570464 w 1154697"/>
                <a:gd name="connsiteY2" fmla="*/ 1022 h 926724"/>
                <a:gd name="connsiteX3" fmla="*/ 1027665 w 1154697"/>
                <a:gd name="connsiteY3" fmla="*/ 156215 h 926724"/>
                <a:gd name="connsiteX4" fmla="*/ 1145814 w 1154697"/>
                <a:gd name="connsiteY4" fmla="*/ 563280 h 926724"/>
                <a:gd name="connsiteX5" fmla="*/ 840852 w 1154697"/>
                <a:gd name="connsiteY5" fmla="*/ 885744 h 926724"/>
                <a:gd name="connsiteX6" fmla="*/ 243573 w 1154697"/>
                <a:gd name="connsiteY6" fmla="*/ 855517 h 926724"/>
                <a:gd name="connsiteX7" fmla="*/ 30693 w 1154697"/>
                <a:gd name="connsiteY7" fmla="*/ 585122 h 926724"/>
                <a:gd name="connsiteX0" fmla="*/ 0 w 1154697"/>
                <a:gd name="connsiteY0" fmla="*/ 336017 h 926724"/>
                <a:gd name="connsiteX1" fmla="*/ 197588 w 1154697"/>
                <a:gd name="connsiteY1" fmla="*/ 101381 h 926724"/>
                <a:gd name="connsiteX2" fmla="*/ 570464 w 1154697"/>
                <a:gd name="connsiteY2" fmla="*/ 1022 h 926724"/>
                <a:gd name="connsiteX3" fmla="*/ 1027665 w 1154697"/>
                <a:gd name="connsiteY3" fmla="*/ 156215 h 926724"/>
                <a:gd name="connsiteX4" fmla="*/ 1145814 w 1154697"/>
                <a:gd name="connsiteY4" fmla="*/ 563280 h 926724"/>
                <a:gd name="connsiteX5" fmla="*/ 840852 w 1154697"/>
                <a:gd name="connsiteY5" fmla="*/ 885744 h 926724"/>
                <a:gd name="connsiteX6" fmla="*/ 243573 w 1154697"/>
                <a:gd name="connsiteY6" fmla="*/ 855517 h 926724"/>
                <a:gd name="connsiteX7" fmla="*/ 30693 w 1154697"/>
                <a:gd name="connsiteY7" fmla="*/ 585122 h 926724"/>
                <a:gd name="connsiteX0" fmla="*/ 0 w 1157287"/>
                <a:gd name="connsiteY0" fmla="*/ 335379 h 926086"/>
                <a:gd name="connsiteX1" fmla="*/ 197588 w 1157287"/>
                <a:gd name="connsiteY1" fmla="*/ 100743 h 926086"/>
                <a:gd name="connsiteX2" fmla="*/ 570464 w 1157287"/>
                <a:gd name="connsiteY2" fmla="*/ 384 h 926086"/>
                <a:gd name="connsiteX3" fmla="*/ 1041949 w 1157287"/>
                <a:gd name="connsiteY3" fmla="*/ 132353 h 926086"/>
                <a:gd name="connsiteX4" fmla="*/ 1145814 w 1157287"/>
                <a:gd name="connsiteY4" fmla="*/ 562642 h 926086"/>
                <a:gd name="connsiteX5" fmla="*/ 840852 w 1157287"/>
                <a:gd name="connsiteY5" fmla="*/ 885106 h 926086"/>
                <a:gd name="connsiteX6" fmla="*/ 243573 w 1157287"/>
                <a:gd name="connsiteY6" fmla="*/ 854879 h 926086"/>
                <a:gd name="connsiteX7" fmla="*/ 30693 w 1157287"/>
                <a:gd name="connsiteY7" fmla="*/ 584484 h 926086"/>
                <a:gd name="connsiteX0" fmla="*/ 0 w 1156201"/>
                <a:gd name="connsiteY0" fmla="*/ 346933 h 937640"/>
                <a:gd name="connsiteX1" fmla="*/ 197588 w 1156201"/>
                <a:gd name="connsiteY1" fmla="*/ 112297 h 937640"/>
                <a:gd name="connsiteX2" fmla="*/ 627601 w 1156201"/>
                <a:gd name="connsiteY2" fmla="*/ 326 h 937640"/>
                <a:gd name="connsiteX3" fmla="*/ 1041949 w 1156201"/>
                <a:gd name="connsiteY3" fmla="*/ 143907 h 937640"/>
                <a:gd name="connsiteX4" fmla="*/ 1145814 w 1156201"/>
                <a:gd name="connsiteY4" fmla="*/ 574196 h 937640"/>
                <a:gd name="connsiteX5" fmla="*/ 840852 w 1156201"/>
                <a:gd name="connsiteY5" fmla="*/ 896660 h 937640"/>
                <a:gd name="connsiteX6" fmla="*/ 243573 w 1156201"/>
                <a:gd name="connsiteY6" fmla="*/ 866433 h 937640"/>
                <a:gd name="connsiteX7" fmla="*/ 30693 w 1156201"/>
                <a:gd name="connsiteY7" fmla="*/ 596038 h 937640"/>
                <a:gd name="connsiteX0" fmla="*/ 0 w 1156201"/>
                <a:gd name="connsiteY0" fmla="*/ 346933 h 937640"/>
                <a:gd name="connsiteX1" fmla="*/ 197588 w 1156201"/>
                <a:gd name="connsiteY1" fmla="*/ 112297 h 937640"/>
                <a:gd name="connsiteX2" fmla="*/ 627601 w 1156201"/>
                <a:gd name="connsiteY2" fmla="*/ 326 h 937640"/>
                <a:gd name="connsiteX3" fmla="*/ 1041949 w 1156201"/>
                <a:gd name="connsiteY3" fmla="*/ 143907 h 937640"/>
                <a:gd name="connsiteX4" fmla="*/ 1145814 w 1156201"/>
                <a:gd name="connsiteY4" fmla="*/ 574196 h 937640"/>
                <a:gd name="connsiteX5" fmla="*/ 840852 w 1156201"/>
                <a:gd name="connsiteY5" fmla="*/ 896660 h 937640"/>
                <a:gd name="connsiteX6" fmla="*/ 243573 w 1156201"/>
                <a:gd name="connsiteY6" fmla="*/ 866433 h 937640"/>
                <a:gd name="connsiteX7" fmla="*/ 30693 w 1156201"/>
                <a:gd name="connsiteY7" fmla="*/ 596038 h 937640"/>
                <a:gd name="connsiteX0" fmla="*/ 0 w 1182539"/>
                <a:gd name="connsiteY0" fmla="*/ 346933 h 926505"/>
                <a:gd name="connsiteX1" fmla="*/ 197588 w 1182539"/>
                <a:gd name="connsiteY1" fmla="*/ 112297 h 926505"/>
                <a:gd name="connsiteX2" fmla="*/ 627601 w 1182539"/>
                <a:gd name="connsiteY2" fmla="*/ 326 h 926505"/>
                <a:gd name="connsiteX3" fmla="*/ 1041949 w 1182539"/>
                <a:gd name="connsiteY3" fmla="*/ 143907 h 926505"/>
                <a:gd name="connsiteX4" fmla="*/ 1174383 w 1182539"/>
                <a:gd name="connsiteY4" fmla="*/ 516136 h 926505"/>
                <a:gd name="connsiteX5" fmla="*/ 840852 w 1182539"/>
                <a:gd name="connsiteY5" fmla="*/ 896660 h 926505"/>
                <a:gd name="connsiteX6" fmla="*/ 243573 w 1182539"/>
                <a:gd name="connsiteY6" fmla="*/ 866433 h 926505"/>
                <a:gd name="connsiteX7" fmla="*/ 30693 w 1182539"/>
                <a:gd name="connsiteY7" fmla="*/ 596038 h 926505"/>
                <a:gd name="connsiteX0" fmla="*/ 0 w 1182539"/>
                <a:gd name="connsiteY0" fmla="*/ 346933 h 926505"/>
                <a:gd name="connsiteX1" fmla="*/ 197588 w 1182539"/>
                <a:gd name="connsiteY1" fmla="*/ 112297 h 926505"/>
                <a:gd name="connsiteX2" fmla="*/ 627601 w 1182539"/>
                <a:gd name="connsiteY2" fmla="*/ 326 h 926505"/>
                <a:gd name="connsiteX3" fmla="*/ 1041949 w 1182539"/>
                <a:gd name="connsiteY3" fmla="*/ 143907 h 926505"/>
                <a:gd name="connsiteX4" fmla="*/ 1174383 w 1182539"/>
                <a:gd name="connsiteY4" fmla="*/ 516136 h 926505"/>
                <a:gd name="connsiteX5" fmla="*/ 840852 w 1182539"/>
                <a:gd name="connsiteY5" fmla="*/ 896660 h 926505"/>
                <a:gd name="connsiteX6" fmla="*/ 243573 w 1182539"/>
                <a:gd name="connsiteY6" fmla="*/ 866433 h 926505"/>
                <a:gd name="connsiteX7" fmla="*/ 30693 w 1182539"/>
                <a:gd name="connsiteY7" fmla="*/ 596038 h 926505"/>
                <a:gd name="connsiteX0" fmla="*/ 0 w 1182539"/>
                <a:gd name="connsiteY0" fmla="*/ 346933 h 947080"/>
                <a:gd name="connsiteX1" fmla="*/ 197588 w 1182539"/>
                <a:gd name="connsiteY1" fmla="*/ 112297 h 947080"/>
                <a:gd name="connsiteX2" fmla="*/ 627601 w 1182539"/>
                <a:gd name="connsiteY2" fmla="*/ 326 h 947080"/>
                <a:gd name="connsiteX3" fmla="*/ 1041949 w 1182539"/>
                <a:gd name="connsiteY3" fmla="*/ 143907 h 947080"/>
                <a:gd name="connsiteX4" fmla="*/ 1174383 w 1182539"/>
                <a:gd name="connsiteY4" fmla="*/ 516136 h 947080"/>
                <a:gd name="connsiteX5" fmla="*/ 840852 w 1182539"/>
                <a:gd name="connsiteY5" fmla="*/ 896660 h 947080"/>
                <a:gd name="connsiteX6" fmla="*/ 243573 w 1182539"/>
                <a:gd name="connsiteY6" fmla="*/ 866433 h 947080"/>
                <a:gd name="connsiteX7" fmla="*/ 30693 w 1182539"/>
                <a:gd name="connsiteY7" fmla="*/ 596038 h 947080"/>
                <a:gd name="connsiteX0" fmla="*/ 0 w 1180141"/>
                <a:gd name="connsiteY0" fmla="*/ 346933 h 955590"/>
                <a:gd name="connsiteX1" fmla="*/ 197588 w 1180141"/>
                <a:gd name="connsiteY1" fmla="*/ 112297 h 955590"/>
                <a:gd name="connsiteX2" fmla="*/ 627601 w 1180141"/>
                <a:gd name="connsiteY2" fmla="*/ 326 h 955590"/>
                <a:gd name="connsiteX3" fmla="*/ 1041949 w 1180141"/>
                <a:gd name="connsiteY3" fmla="*/ 143907 h 955590"/>
                <a:gd name="connsiteX4" fmla="*/ 1174383 w 1180141"/>
                <a:gd name="connsiteY4" fmla="*/ 516136 h 955590"/>
                <a:gd name="connsiteX5" fmla="*/ 883703 w 1180141"/>
                <a:gd name="connsiteY5" fmla="*/ 908272 h 955590"/>
                <a:gd name="connsiteX6" fmla="*/ 243573 w 1180141"/>
                <a:gd name="connsiteY6" fmla="*/ 866433 h 955590"/>
                <a:gd name="connsiteX7" fmla="*/ 30693 w 1180141"/>
                <a:gd name="connsiteY7" fmla="*/ 596038 h 955590"/>
                <a:gd name="connsiteX0" fmla="*/ 0 w 1207549"/>
                <a:gd name="connsiteY0" fmla="*/ 346933 h 935812"/>
                <a:gd name="connsiteX1" fmla="*/ 197588 w 1207549"/>
                <a:gd name="connsiteY1" fmla="*/ 112297 h 935812"/>
                <a:gd name="connsiteX2" fmla="*/ 627601 w 1207549"/>
                <a:gd name="connsiteY2" fmla="*/ 326 h 935812"/>
                <a:gd name="connsiteX3" fmla="*/ 1041949 w 1207549"/>
                <a:gd name="connsiteY3" fmla="*/ 143907 h 935812"/>
                <a:gd name="connsiteX4" fmla="*/ 1202951 w 1207549"/>
                <a:gd name="connsiteY4" fmla="*/ 504523 h 935812"/>
                <a:gd name="connsiteX5" fmla="*/ 883703 w 1207549"/>
                <a:gd name="connsiteY5" fmla="*/ 908272 h 935812"/>
                <a:gd name="connsiteX6" fmla="*/ 243573 w 1207549"/>
                <a:gd name="connsiteY6" fmla="*/ 866433 h 935812"/>
                <a:gd name="connsiteX7" fmla="*/ 30693 w 1207549"/>
                <a:gd name="connsiteY7" fmla="*/ 596038 h 935812"/>
                <a:gd name="connsiteX0" fmla="*/ 0 w 1202973"/>
                <a:gd name="connsiteY0" fmla="*/ 346933 h 935812"/>
                <a:gd name="connsiteX1" fmla="*/ 197588 w 1202973"/>
                <a:gd name="connsiteY1" fmla="*/ 112297 h 935812"/>
                <a:gd name="connsiteX2" fmla="*/ 627601 w 1202973"/>
                <a:gd name="connsiteY2" fmla="*/ 326 h 935812"/>
                <a:gd name="connsiteX3" fmla="*/ 1041949 w 1202973"/>
                <a:gd name="connsiteY3" fmla="*/ 143907 h 935812"/>
                <a:gd name="connsiteX4" fmla="*/ 1202951 w 1202973"/>
                <a:gd name="connsiteY4" fmla="*/ 504523 h 935812"/>
                <a:gd name="connsiteX5" fmla="*/ 883703 w 1202973"/>
                <a:gd name="connsiteY5" fmla="*/ 908272 h 935812"/>
                <a:gd name="connsiteX6" fmla="*/ 243573 w 1202973"/>
                <a:gd name="connsiteY6" fmla="*/ 866433 h 935812"/>
                <a:gd name="connsiteX7" fmla="*/ 30693 w 1202973"/>
                <a:gd name="connsiteY7" fmla="*/ 596038 h 935812"/>
                <a:gd name="connsiteX0" fmla="*/ 0 w 1209633"/>
                <a:gd name="connsiteY0" fmla="*/ 346933 h 935812"/>
                <a:gd name="connsiteX1" fmla="*/ 197588 w 1209633"/>
                <a:gd name="connsiteY1" fmla="*/ 112297 h 935812"/>
                <a:gd name="connsiteX2" fmla="*/ 627601 w 1209633"/>
                <a:gd name="connsiteY2" fmla="*/ 326 h 935812"/>
                <a:gd name="connsiteX3" fmla="*/ 1041949 w 1209633"/>
                <a:gd name="connsiteY3" fmla="*/ 143907 h 935812"/>
                <a:gd name="connsiteX4" fmla="*/ 1202951 w 1209633"/>
                <a:gd name="connsiteY4" fmla="*/ 504523 h 935812"/>
                <a:gd name="connsiteX5" fmla="*/ 840851 w 1209633"/>
                <a:gd name="connsiteY5" fmla="*/ 908272 h 935812"/>
                <a:gd name="connsiteX6" fmla="*/ 243573 w 1209633"/>
                <a:gd name="connsiteY6" fmla="*/ 866433 h 935812"/>
                <a:gd name="connsiteX7" fmla="*/ 30693 w 1209633"/>
                <a:gd name="connsiteY7" fmla="*/ 596038 h 935812"/>
                <a:gd name="connsiteX0" fmla="*/ 0 w 1209632"/>
                <a:gd name="connsiteY0" fmla="*/ 346933 h 935812"/>
                <a:gd name="connsiteX1" fmla="*/ 197588 w 1209632"/>
                <a:gd name="connsiteY1" fmla="*/ 112297 h 935812"/>
                <a:gd name="connsiteX2" fmla="*/ 627601 w 1209632"/>
                <a:gd name="connsiteY2" fmla="*/ 326 h 935812"/>
                <a:gd name="connsiteX3" fmla="*/ 1041949 w 1209632"/>
                <a:gd name="connsiteY3" fmla="*/ 143907 h 935812"/>
                <a:gd name="connsiteX4" fmla="*/ 1202951 w 1209632"/>
                <a:gd name="connsiteY4" fmla="*/ 504523 h 935812"/>
                <a:gd name="connsiteX5" fmla="*/ 840851 w 1209632"/>
                <a:gd name="connsiteY5" fmla="*/ 908272 h 935812"/>
                <a:gd name="connsiteX6" fmla="*/ 243573 w 1209632"/>
                <a:gd name="connsiteY6" fmla="*/ 866433 h 935812"/>
                <a:gd name="connsiteX7" fmla="*/ 30693 w 1209632"/>
                <a:gd name="connsiteY7" fmla="*/ 596038 h 935812"/>
                <a:gd name="connsiteX0" fmla="*/ 0 w 1209632"/>
                <a:gd name="connsiteY0" fmla="*/ 346933 h 935812"/>
                <a:gd name="connsiteX1" fmla="*/ 197588 w 1209632"/>
                <a:gd name="connsiteY1" fmla="*/ 112297 h 935812"/>
                <a:gd name="connsiteX2" fmla="*/ 627601 w 1209632"/>
                <a:gd name="connsiteY2" fmla="*/ 326 h 935812"/>
                <a:gd name="connsiteX3" fmla="*/ 1041949 w 1209632"/>
                <a:gd name="connsiteY3" fmla="*/ 143907 h 935812"/>
                <a:gd name="connsiteX4" fmla="*/ 1202951 w 1209632"/>
                <a:gd name="connsiteY4" fmla="*/ 504523 h 935812"/>
                <a:gd name="connsiteX5" fmla="*/ 840851 w 1209632"/>
                <a:gd name="connsiteY5" fmla="*/ 908272 h 935812"/>
                <a:gd name="connsiteX6" fmla="*/ 243573 w 1209632"/>
                <a:gd name="connsiteY6" fmla="*/ 866433 h 935812"/>
                <a:gd name="connsiteX7" fmla="*/ 30693 w 1209632"/>
                <a:gd name="connsiteY7" fmla="*/ 596038 h 935812"/>
                <a:gd name="connsiteX0" fmla="*/ 0 w 1205707"/>
                <a:gd name="connsiteY0" fmla="*/ 346933 h 935812"/>
                <a:gd name="connsiteX1" fmla="*/ 197588 w 1205707"/>
                <a:gd name="connsiteY1" fmla="*/ 112297 h 935812"/>
                <a:gd name="connsiteX2" fmla="*/ 627601 w 1205707"/>
                <a:gd name="connsiteY2" fmla="*/ 326 h 935812"/>
                <a:gd name="connsiteX3" fmla="*/ 1041949 w 1205707"/>
                <a:gd name="connsiteY3" fmla="*/ 143907 h 935812"/>
                <a:gd name="connsiteX4" fmla="*/ 1202951 w 1205707"/>
                <a:gd name="connsiteY4" fmla="*/ 504523 h 935812"/>
                <a:gd name="connsiteX5" fmla="*/ 840851 w 1205707"/>
                <a:gd name="connsiteY5" fmla="*/ 908272 h 935812"/>
                <a:gd name="connsiteX6" fmla="*/ 243573 w 1205707"/>
                <a:gd name="connsiteY6" fmla="*/ 866433 h 935812"/>
                <a:gd name="connsiteX7" fmla="*/ 30693 w 1205707"/>
                <a:gd name="connsiteY7" fmla="*/ 596038 h 935812"/>
                <a:gd name="connsiteX0" fmla="*/ 0 w 1205707"/>
                <a:gd name="connsiteY0" fmla="*/ 346933 h 935812"/>
                <a:gd name="connsiteX1" fmla="*/ 197588 w 1205707"/>
                <a:gd name="connsiteY1" fmla="*/ 112297 h 935812"/>
                <a:gd name="connsiteX2" fmla="*/ 627601 w 1205707"/>
                <a:gd name="connsiteY2" fmla="*/ 326 h 935812"/>
                <a:gd name="connsiteX3" fmla="*/ 1041949 w 1205707"/>
                <a:gd name="connsiteY3" fmla="*/ 143907 h 935812"/>
                <a:gd name="connsiteX4" fmla="*/ 1202951 w 1205707"/>
                <a:gd name="connsiteY4" fmla="*/ 504523 h 935812"/>
                <a:gd name="connsiteX5" fmla="*/ 840851 w 1205707"/>
                <a:gd name="connsiteY5" fmla="*/ 908272 h 935812"/>
                <a:gd name="connsiteX6" fmla="*/ 243573 w 1205707"/>
                <a:gd name="connsiteY6" fmla="*/ 866433 h 935812"/>
                <a:gd name="connsiteX7" fmla="*/ 30693 w 1205707"/>
                <a:gd name="connsiteY7" fmla="*/ 596038 h 935812"/>
                <a:gd name="connsiteX0" fmla="*/ 0 w 1205707"/>
                <a:gd name="connsiteY0" fmla="*/ 346933 h 935812"/>
                <a:gd name="connsiteX1" fmla="*/ 197588 w 1205707"/>
                <a:gd name="connsiteY1" fmla="*/ 112297 h 935812"/>
                <a:gd name="connsiteX2" fmla="*/ 627601 w 1205707"/>
                <a:gd name="connsiteY2" fmla="*/ 326 h 935812"/>
                <a:gd name="connsiteX3" fmla="*/ 1041949 w 1205707"/>
                <a:gd name="connsiteY3" fmla="*/ 143907 h 935812"/>
                <a:gd name="connsiteX4" fmla="*/ 1202951 w 1205707"/>
                <a:gd name="connsiteY4" fmla="*/ 504523 h 935812"/>
                <a:gd name="connsiteX5" fmla="*/ 840851 w 1205707"/>
                <a:gd name="connsiteY5" fmla="*/ 908272 h 935812"/>
                <a:gd name="connsiteX6" fmla="*/ 243573 w 1205707"/>
                <a:gd name="connsiteY6" fmla="*/ 866433 h 935812"/>
                <a:gd name="connsiteX7" fmla="*/ 30693 w 1205707"/>
                <a:gd name="connsiteY7" fmla="*/ 596038 h 935812"/>
                <a:gd name="connsiteX0" fmla="*/ 0 w 1207170"/>
                <a:gd name="connsiteY0" fmla="*/ 365619 h 954498"/>
                <a:gd name="connsiteX1" fmla="*/ 197588 w 1207170"/>
                <a:gd name="connsiteY1" fmla="*/ 130983 h 954498"/>
                <a:gd name="connsiteX2" fmla="*/ 627601 w 1207170"/>
                <a:gd name="connsiteY2" fmla="*/ 19012 h 954498"/>
                <a:gd name="connsiteX3" fmla="*/ 1202951 w 1207170"/>
                <a:gd name="connsiteY3" fmla="*/ 523209 h 954498"/>
                <a:gd name="connsiteX4" fmla="*/ 840851 w 1207170"/>
                <a:gd name="connsiteY4" fmla="*/ 926958 h 954498"/>
                <a:gd name="connsiteX5" fmla="*/ 243573 w 1207170"/>
                <a:gd name="connsiteY5" fmla="*/ 885119 h 954498"/>
                <a:gd name="connsiteX6" fmla="*/ 30693 w 1207170"/>
                <a:gd name="connsiteY6" fmla="*/ 614724 h 954498"/>
                <a:gd name="connsiteX0" fmla="*/ 0 w 1202977"/>
                <a:gd name="connsiteY0" fmla="*/ 365619 h 954498"/>
                <a:gd name="connsiteX1" fmla="*/ 197588 w 1202977"/>
                <a:gd name="connsiteY1" fmla="*/ 130983 h 954498"/>
                <a:gd name="connsiteX2" fmla="*/ 856146 w 1202977"/>
                <a:gd name="connsiteY2" fmla="*/ 19012 h 954498"/>
                <a:gd name="connsiteX3" fmla="*/ 1202951 w 1202977"/>
                <a:gd name="connsiteY3" fmla="*/ 523209 h 954498"/>
                <a:gd name="connsiteX4" fmla="*/ 840851 w 1202977"/>
                <a:gd name="connsiteY4" fmla="*/ 926958 h 954498"/>
                <a:gd name="connsiteX5" fmla="*/ 243573 w 1202977"/>
                <a:gd name="connsiteY5" fmla="*/ 885119 h 954498"/>
                <a:gd name="connsiteX6" fmla="*/ 30693 w 1202977"/>
                <a:gd name="connsiteY6" fmla="*/ 614724 h 954498"/>
                <a:gd name="connsiteX0" fmla="*/ 0 w 1203202"/>
                <a:gd name="connsiteY0" fmla="*/ 389310 h 978189"/>
                <a:gd name="connsiteX1" fmla="*/ 197588 w 1203202"/>
                <a:gd name="connsiteY1" fmla="*/ 154674 h 978189"/>
                <a:gd name="connsiteX2" fmla="*/ 856146 w 1203202"/>
                <a:gd name="connsiteY2" fmla="*/ 42703 h 978189"/>
                <a:gd name="connsiteX3" fmla="*/ 1202951 w 1203202"/>
                <a:gd name="connsiteY3" fmla="*/ 546900 h 978189"/>
                <a:gd name="connsiteX4" fmla="*/ 840851 w 1203202"/>
                <a:gd name="connsiteY4" fmla="*/ 950649 h 978189"/>
                <a:gd name="connsiteX5" fmla="*/ 243573 w 1203202"/>
                <a:gd name="connsiteY5" fmla="*/ 908810 h 978189"/>
                <a:gd name="connsiteX6" fmla="*/ 30693 w 1203202"/>
                <a:gd name="connsiteY6" fmla="*/ 638415 h 978189"/>
                <a:gd name="connsiteX0" fmla="*/ 0 w 1202951"/>
                <a:gd name="connsiteY0" fmla="*/ 389310 h 978189"/>
                <a:gd name="connsiteX1" fmla="*/ 197588 w 1202951"/>
                <a:gd name="connsiteY1" fmla="*/ 154674 h 978189"/>
                <a:gd name="connsiteX2" fmla="*/ 841863 w 1202951"/>
                <a:gd name="connsiteY2" fmla="*/ 42703 h 978189"/>
                <a:gd name="connsiteX3" fmla="*/ 1202951 w 1202951"/>
                <a:gd name="connsiteY3" fmla="*/ 546900 h 978189"/>
                <a:gd name="connsiteX4" fmla="*/ 840851 w 1202951"/>
                <a:gd name="connsiteY4" fmla="*/ 950649 h 978189"/>
                <a:gd name="connsiteX5" fmla="*/ 243573 w 1202951"/>
                <a:gd name="connsiteY5" fmla="*/ 908810 h 978189"/>
                <a:gd name="connsiteX6" fmla="*/ 30693 w 1202951"/>
                <a:gd name="connsiteY6" fmla="*/ 638415 h 978189"/>
                <a:gd name="connsiteX0" fmla="*/ 0 w 1202951"/>
                <a:gd name="connsiteY0" fmla="*/ 348228 h 937107"/>
                <a:gd name="connsiteX1" fmla="*/ 841863 w 1202951"/>
                <a:gd name="connsiteY1" fmla="*/ 1621 h 937107"/>
                <a:gd name="connsiteX2" fmla="*/ 1202951 w 1202951"/>
                <a:gd name="connsiteY2" fmla="*/ 505818 h 937107"/>
                <a:gd name="connsiteX3" fmla="*/ 840851 w 1202951"/>
                <a:gd name="connsiteY3" fmla="*/ 909567 h 937107"/>
                <a:gd name="connsiteX4" fmla="*/ 243573 w 1202951"/>
                <a:gd name="connsiteY4" fmla="*/ 867728 h 937107"/>
                <a:gd name="connsiteX5" fmla="*/ 30693 w 1202951"/>
                <a:gd name="connsiteY5" fmla="*/ 597333 h 937107"/>
                <a:gd name="connsiteX0" fmla="*/ 0 w 1202951"/>
                <a:gd name="connsiteY0" fmla="*/ 354464 h 943343"/>
                <a:gd name="connsiteX1" fmla="*/ 841863 w 1202951"/>
                <a:gd name="connsiteY1" fmla="*/ 7857 h 943343"/>
                <a:gd name="connsiteX2" fmla="*/ 1202951 w 1202951"/>
                <a:gd name="connsiteY2" fmla="*/ 512054 h 943343"/>
                <a:gd name="connsiteX3" fmla="*/ 840851 w 1202951"/>
                <a:gd name="connsiteY3" fmla="*/ 915803 h 943343"/>
                <a:gd name="connsiteX4" fmla="*/ 243573 w 1202951"/>
                <a:gd name="connsiteY4" fmla="*/ 873964 h 943343"/>
                <a:gd name="connsiteX5" fmla="*/ 30693 w 1202951"/>
                <a:gd name="connsiteY5" fmla="*/ 603569 h 943343"/>
                <a:gd name="connsiteX0" fmla="*/ 0 w 1203755"/>
                <a:gd name="connsiteY0" fmla="*/ 376037 h 964916"/>
                <a:gd name="connsiteX1" fmla="*/ 756159 w 1203755"/>
                <a:gd name="connsiteY1" fmla="*/ 6206 h 964916"/>
                <a:gd name="connsiteX2" fmla="*/ 1202951 w 1203755"/>
                <a:gd name="connsiteY2" fmla="*/ 533627 h 964916"/>
                <a:gd name="connsiteX3" fmla="*/ 840851 w 1203755"/>
                <a:gd name="connsiteY3" fmla="*/ 937376 h 964916"/>
                <a:gd name="connsiteX4" fmla="*/ 243573 w 1203755"/>
                <a:gd name="connsiteY4" fmla="*/ 895537 h 964916"/>
                <a:gd name="connsiteX5" fmla="*/ 30693 w 1203755"/>
                <a:gd name="connsiteY5" fmla="*/ 625142 h 964916"/>
                <a:gd name="connsiteX0" fmla="*/ 0 w 1203606"/>
                <a:gd name="connsiteY0" fmla="*/ 376037 h 964916"/>
                <a:gd name="connsiteX1" fmla="*/ 756159 w 1203606"/>
                <a:gd name="connsiteY1" fmla="*/ 6206 h 964916"/>
                <a:gd name="connsiteX2" fmla="*/ 1202951 w 1203606"/>
                <a:gd name="connsiteY2" fmla="*/ 533627 h 964916"/>
                <a:gd name="connsiteX3" fmla="*/ 840851 w 1203606"/>
                <a:gd name="connsiteY3" fmla="*/ 937376 h 964916"/>
                <a:gd name="connsiteX4" fmla="*/ 243573 w 1203606"/>
                <a:gd name="connsiteY4" fmla="*/ 895537 h 964916"/>
                <a:gd name="connsiteX5" fmla="*/ 30693 w 1203606"/>
                <a:gd name="connsiteY5" fmla="*/ 625142 h 964916"/>
                <a:gd name="connsiteX0" fmla="*/ 0 w 1203607"/>
                <a:gd name="connsiteY0" fmla="*/ 379959 h 968838"/>
                <a:gd name="connsiteX1" fmla="*/ 756159 w 1203607"/>
                <a:gd name="connsiteY1" fmla="*/ 10128 h 968838"/>
                <a:gd name="connsiteX2" fmla="*/ 1202951 w 1203607"/>
                <a:gd name="connsiteY2" fmla="*/ 537549 h 968838"/>
                <a:gd name="connsiteX3" fmla="*/ 840851 w 1203607"/>
                <a:gd name="connsiteY3" fmla="*/ 941298 h 968838"/>
                <a:gd name="connsiteX4" fmla="*/ 243573 w 1203607"/>
                <a:gd name="connsiteY4" fmla="*/ 899459 h 968838"/>
                <a:gd name="connsiteX5" fmla="*/ 30693 w 1203607"/>
                <a:gd name="connsiteY5" fmla="*/ 629064 h 968838"/>
                <a:gd name="connsiteX0" fmla="*/ 0 w 1203607"/>
                <a:gd name="connsiteY0" fmla="*/ 445960 h 1034839"/>
                <a:gd name="connsiteX1" fmla="*/ 756159 w 1203607"/>
                <a:gd name="connsiteY1" fmla="*/ 6457 h 1034839"/>
                <a:gd name="connsiteX2" fmla="*/ 1202951 w 1203607"/>
                <a:gd name="connsiteY2" fmla="*/ 603550 h 1034839"/>
                <a:gd name="connsiteX3" fmla="*/ 840851 w 1203607"/>
                <a:gd name="connsiteY3" fmla="*/ 1007299 h 1034839"/>
                <a:gd name="connsiteX4" fmla="*/ 243573 w 1203607"/>
                <a:gd name="connsiteY4" fmla="*/ 965460 h 1034839"/>
                <a:gd name="connsiteX5" fmla="*/ 30693 w 1203607"/>
                <a:gd name="connsiteY5" fmla="*/ 695065 h 1034839"/>
                <a:gd name="connsiteX0" fmla="*/ 0 w 1204361"/>
                <a:gd name="connsiteY0" fmla="*/ 369304 h 958183"/>
                <a:gd name="connsiteX1" fmla="*/ 713306 w 1204361"/>
                <a:gd name="connsiteY1" fmla="*/ 11085 h 958183"/>
                <a:gd name="connsiteX2" fmla="*/ 1202951 w 1204361"/>
                <a:gd name="connsiteY2" fmla="*/ 526894 h 958183"/>
                <a:gd name="connsiteX3" fmla="*/ 840851 w 1204361"/>
                <a:gd name="connsiteY3" fmla="*/ 930643 h 958183"/>
                <a:gd name="connsiteX4" fmla="*/ 243573 w 1204361"/>
                <a:gd name="connsiteY4" fmla="*/ 888804 h 958183"/>
                <a:gd name="connsiteX5" fmla="*/ 30693 w 1204361"/>
                <a:gd name="connsiteY5" fmla="*/ 618409 h 958183"/>
                <a:gd name="connsiteX0" fmla="*/ 15037 w 1176548"/>
                <a:gd name="connsiteY0" fmla="*/ 407328 h 949759"/>
                <a:gd name="connsiteX1" fmla="*/ 685492 w 1176548"/>
                <a:gd name="connsiteY1" fmla="*/ 2661 h 949759"/>
                <a:gd name="connsiteX2" fmla="*/ 1175137 w 1176548"/>
                <a:gd name="connsiteY2" fmla="*/ 518470 h 949759"/>
                <a:gd name="connsiteX3" fmla="*/ 813037 w 1176548"/>
                <a:gd name="connsiteY3" fmla="*/ 922219 h 949759"/>
                <a:gd name="connsiteX4" fmla="*/ 215759 w 1176548"/>
                <a:gd name="connsiteY4" fmla="*/ 880380 h 949759"/>
                <a:gd name="connsiteX5" fmla="*/ 2879 w 1176548"/>
                <a:gd name="connsiteY5" fmla="*/ 609985 h 949759"/>
                <a:gd name="connsiteX0" fmla="*/ 15036 w 1176545"/>
                <a:gd name="connsiteY0" fmla="*/ 406487 h 950638"/>
                <a:gd name="connsiteX1" fmla="*/ 685491 w 1176545"/>
                <a:gd name="connsiteY1" fmla="*/ 1820 h 950638"/>
                <a:gd name="connsiteX2" fmla="*/ 1175135 w 1176545"/>
                <a:gd name="connsiteY2" fmla="*/ 494405 h 950638"/>
                <a:gd name="connsiteX3" fmla="*/ 813036 w 1176545"/>
                <a:gd name="connsiteY3" fmla="*/ 921378 h 950638"/>
                <a:gd name="connsiteX4" fmla="*/ 215758 w 1176545"/>
                <a:gd name="connsiteY4" fmla="*/ 879539 h 950638"/>
                <a:gd name="connsiteX5" fmla="*/ 2878 w 1176545"/>
                <a:gd name="connsiteY5" fmla="*/ 609144 h 950638"/>
                <a:gd name="connsiteX0" fmla="*/ 15036 w 1176180"/>
                <a:gd name="connsiteY0" fmla="*/ 406487 h 950638"/>
                <a:gd name="connsiteX1" fmla="*/ 685491 w 1176180"/>
                <a:gd name="connsiteY1" fmla="*/ 1820 h 950638"/>
                <a:gd name="connsiteX2" fmla="*/ 1175135 w 1176180"/>
                <a:gd name="connsiteY2" fmla="*/ 494405 h 950638"/>
                <a:gd name="connsiteX3" fmla="*/ 813036 w 1176180"/>
                <a:gd name="connsiteY3" fmla="*/ 921378 h 950638"/>
                <a:gd name="connsiteX4" fmla="*/ 215758 w 1176180"/>
                <a:gd name="connsiteY4" fmla="*/ 879539 h 950638"/>
                <a:gd name="connsiteX5" fmla="*/ 2878 w 1176180"/>
                <a:gd name="connsiteY5" fmla="*/ 609144 h 950638"/>
                <a:gd name="connsiteX0" fmla="*/ 15036 w 1176546"/>
                <a:gd name="connsiteY0" fmla="*/ 406487 h 950638"/>
                <a:gd name="connsiteX1" fmla="*/ 685491 w 1176546"/>
                <a:gd name="connsiteY1" fmla="*/ 1820 h 950638"/>
                <a:gd name="connsiteX2" fmla="*/ 1175135 w 1176546"/>
                <a:gd name="connsiteY2" fmla="*/ 494405 h 950638"/>
                <a:gd name="connsiteX3" fmla="*/ 813036 w 1176546"/>
                <a:gd name="connsiteY3" fmla="*/ 921378 h 950638"/>
                <a:gd name="connsiteX4" fmla="*/ 215758 w 1176546"/>
                <a:gd name="connsiteY4" fmla="*/ 879539 h 950638"/>
                <a:gd name="connsiteX5" fmla="*/ 2878 w 1176546"/>
                <a:gd name="connsiteY5" fmla="*/ 609144 h 950638"/>
                <a:gd name="connsiteX0" fmla="*/ 15036 w 1176545"/>
                <a:gd name="connsiteY0" fmla="*/ 404947 h 953396"/>
                <a:gd name="connsiteX1" fmla="*/ 685491 w 1176545"/>
                <a:gd name="connsiteY1" fmla="*/ 280 h 953396"/>
                <a:gd name="connsiteX2" fmla="*/ 1175134 w 1176545"/>
                <a:gd name="connsiteY2" fmla="*/ 434806 h 953396"/>
                <a:gd name="connsiteX3" fmla="*/ 813036 w 1176545"/>
                <a:gd name="connsiteY3" fmla="*/ 919838 h 953396"/>
                <a:gd name="connsiteX4" fmla="*/ 215758 w 1176545"/>
                <a:gd name="connsiteY4" fmla="*/ 877999 h 953396"/>
                <a:gd name="connsiteX5" fmla="*/ 2878 w 1176545"/>
                <a:gd name="connsiteY5" fmla="*/ 607604 h 953396"/>
                <a:gd name="connsiteX0" fmla="*/ 15036 w 1182613"/>
                <a:gd name="connsiteY0" fmla="*/ 404947 h 953397"/>
                <a:gd name="connsiteX1" fmla="*/ 485515 w 1182613"/>
                <a:gd name="connsiteY1" fmla="*/ 280 h 953397"/>
                <a:gd name="connsiteX2" fmla="*/ 1175134 w 1182613"/>
                <a:gd name="connsiteY2" fmla="*/ 434806 h 953397"/>
                <a:gd name="connsiteX3" fmla="*/ 813036 w 1182613"/>
                <a:gd name="connsiteY3" fmla="*/ 919838 h 953397"/>
                <a:gd name="connsiteX4" fmla="*/ 215758 w 1182613"/>
                <a:gd name="connsiteY4" fmla="*/ 877999 h 953397"/>
                <a:gd name="connsiteX5" fmla="*/ 2878 w 1182613"/>
                <a:gd name="connsiteY5" fmla="*/ 607604 h 953397"/>
                <a:gd name="connsiteX0" fmla="*/ 15036 w 1182819"/>
                <a:gd name="connsiteY0" fmla="*/ 419419 h 967869"/>
                <a:gd name="connsiteX1" fmla="*/ 485515 w 1182819"/>
                <a:gd name="connsiteY1" fmla="*/ 14752 h 967869"/>
                <a:gd name="connsiteX2" fmla="*/ 1013814 w 1182819"/>
                <a:gd name="connsiteY2" fmla="*/ 122592 h 967869"/>
                <a:gd name="connsiteX3" fmla="*/ 1175134 w 1182819"/>
                <a:gd name="connsiteY3" fmla="*/ 449278 h 967869"/>
                <a:gd name="connsiteX4" fmla="*/ 813036 w 1182819"/>
                <a:gd name="connsiteY4" fmla="*/ 934310 h 967869"/>
                <a:gd name="connsiteX5" fmla="*/ 215758 w 1182819"/>
                <a:gd name="connsiteY5" fmla="*/ 892471 h 967869"/>
                <a:gd name="connsiteX6" fmla="*/ 2878 w 1182819"/>
                <a:gd name="connsiteY6" fmla="*/ 622076 h 967869"/>
                <a:gd name="connsiteX0" fmla="*/ 15036 w 1209865"/>
                <a:gd name="connsiteY0" fmla="*/ 419419 h 965289"/>
                <a:gd name="connsiteX1" fmla="*/ 485515 w 1209865"/>
                <a:gd name="connsiteY1" fmla="*/ 14752 h 965289"/>
                <a:gd name="connsiteX2" fmla="*/ 1013814 w 1209865"/>
                <a:gd name="connsiteY2" fmla="*/ 122592 h 965289"/>
                <a:gd name="connsiteX3" fmla="*/ 1203703 w 1209865"/>
                <a:gd name="connsiteY3" fmla="*/ 484115 h 965289"/>
                <a:gd name="connsiteX4" fmla="*/ 813036 w 1209865"/>
                <a:gd name="connsiteY4" fmla="*/ 934310 h 965289"/>
                <a:gd name="connsiteX5" fmla="*/ 215758 w 1209865"/>
                <a:gd name="connsiteY5" fmla="*/ 892471 h 965289"/>
                <a:gd name="connsiteX6" fmla="*/ 2878 w 1209865"/>
                <a:gd name="connsiteY6" fmla="*/ 622076 h 965289"/>
                <a:gd name="connsiteX0" fmla="*/ 15036 w 1196265"/>
                <a:gd name="connsiteY0" fmla="*/ 419419 h 957552"/>
                <a:gd name="connsiteX1" fmla="*/ 485515 w 1196265"/>
                <a:gd name="connsiteY1" fmla="*/ 14752 h 957552"/>
                <a:gd name="connsiteX2" fmla="*/ 1013814 w 1196265"/>
                <a:gd name="connsiteY2" fmla="*/ 122592 h 957552"/>
                <a:gd name="connsiteX3" fmla="*/ 1189420 w 1196265"/>
                <a:gd name="connsiteY3" fmla="*/ 588623 h 957552"/>
                <a:gd name="connsiteX4" fmla="*/ 813036 w 1196265"/>
                <a:gd name="connsiteY4" fmla="*/ 934310 h 957552"/>
                <a:gd name="connsiteX5" fmla="*/ 215758 w 1196265"/>
                <a:gd name="connsiteY5" fmla="*/ 892471 h 957552"/>
                <a:gd name="connsiteX6" fmla="*/ 2878 w 1196265"/>
                <a:gd name="connsiteY6" fmla="*/ 622076 h 957552"/>
                <a:gd name="connsiteX0" fmla="*/ 15036 w 1196265"/>
                <a:gd name="connsiteY0" fmla="*/ 419419 h 957552"/>
                <a:gd name="connsiteX1" fmla="*/ 485515 w 1196265"/>
                <a:gd name="connsiteY1" fmla="*/ 14752 h 957552"/>
                <a:gd name="connsiteX2" fmla="*/ 1013814 w 1196265"/>
                <a:gd name="connsiteY2" fmla="*/ 122592 h 957552"/>
                <a:gd name="connsiteX3" fmla="*/ 1189420 w 1196265"/>
                <a:gd name="connsiteY3" fmla="*/ 588623 h 957552"/>
                <a:gd name="connsiteX4" fmla="*/ 813036 w 1196265"/>
                <a:gd name="connsiteY4" fmla="*/ 934310 h 957552"/>
                <a:gd name="connsiteX5" fmla="*/ 215758 w 1196265"/>
                <a:gd name="connsiteY5" fmla="*/ 892471 h 957552"/>
                <a:gd name="connsiteX6" fmla="*/ 2878 w 1196265"/>
                <a:gd name="connsiteY6" fmla="*/ 622076 h 957552"/>
                <a:gd name="connsiteX0" fmla="*/ 15036 w 1196265"/>
                <a:gd name="connsiteY0" fmla="*/ 363803 h 901936"/>
                <a:gd name="connsiteX1" fmla="*/ 456946 w 1196265"/>
                <a:gd name="connsiteY1" fmla="*/ 28809 h 901936"/>
                <a:gd name="connsiteX2" fmla="*/ 1013814 w 1196265"/>
                <a:gd name="connsiteY2" fmla="*/ 66976 h 901936"/>
                <a:gd name="connsiteX3" fmla="*/ 1189420 w 1196265"/>
                <a:gd name="connsiteY3" fmla="*/ 533007 h 901936"/>
                <a:gd name="connsiteX4" fmla="*/ 813036 w 1196265"/>
                <a:gd name="connsiteY4" fmla="*/ 878694 h 901936"/>
                <a:gd name="connsiteX5" fmla="*/ 215758 w 1196265"/>
                <a:gd name="connsiteY5" fmla="*/ 836855 h 901936"/>
                <a:gd name="connsiteX6" fmla="*/ 2878 w 1196265"/>
                <a:gd name="connsiteY6" fmla="*/ 566460 h 901936"/>
                <a:gd name="connsiteX0" fmla="*/ 15036 w 1192090"/>
                <a:gd name="connsiteY0" fmla="*/ 352316 h 890449"/>
                <a:gd name="connsiteX1" fmla="*/ 456946 w 1192090"/>
                <a:gd name="connsiteY1" fmla="*/ 17322 h 890449"/>
                <a:gd name="connsiteX2" fmla="*/ 956677 w 1192090"/>
                <a:gd name="connsiteY2" fmla="*/ 90326 h 890449"/>
                <a:gd name="connsiteX3" fmla="*/ 1189420 w 1192090"/>
                <a:gd name="connsiteY3" fmla="*/ 521520 h 890449"/>
                <a:gd name="connsiteX4" fmla="*/ 813036 w 1192090"/>
                <a:gd name="connsiteY4" fmla="*/ 867207 h 890449"/>
                <a:gd name="connsiteX5" fmla="*/ 215758 w 1192090"/>
                <a:gd name="connsiteY5" fmla="*/ 825368 h 890449"/>
                <a:gd name="connsiteX6" fmla="*/ 2878 w 1192090"/>
                <a:gd name="connsiteY6" fmla="*/ 554973 h 890449"/>
                <a:gd name="connsiteX0" fmla="*/ 15036 w 1192091"/>
                <a:gd name="connsiteY0" fmla="*/ 352316 h 890449"/>
                <a:gd name="connsiteX1" fmla="*/ 456946 w 1192091"/>
                <a:gd name="connsiteY1" fmla="*/ 17322 h 890449"/>
                <a:gd name="connsiteX2" fmla="*/ 956677 w 1192091"/>
                <a:gd name="connsiteY2" fmla="*/ 90326 h 890449"/>
                <a:gd name="connsiteX3" fmla="*/ 1189420 w 1192091"/>
                <a:gd name="connsiteY3" fmla="*/ 521520 h 890449"/>
                <a:gd name="connsiteX4" fmla="*/ 813036 w 1192091"/>
                <a:gd name="connsiteY4" fmla="*/ 867207 h 890449"/>
                <a:gd name="connsiteX5" fmla="*/ 215758 w 1192091"/>
                <a:gd name="connsiteY5" fmla="*/ 825368 h 890449"/>
                <a:gd name="connsiteX6" fmla="*/ 2878 w 1192091"/>
                <a:gd name="connsiteY6" fmla="*/ 554973 h 890449"/>
                <a:gd name="connsiteX0" fmla="*/ 15036 w 1192091"/>
                <a:gd name="connsiteY0" fmla="*/ 352316 h 890449"/>
                <a:gd name="connsiteX1" fmla="*/ 456946 w 1192091"/>
                <a:gd name="connsiteY1" fmla="*/ 17322 h 890449"/>
                <a:gd name="connsiteX2" fmla="*/ 956677 w 1192091"/>
                <a:gd name="connsiteY2" fmla="*/ 90326 h 890449"/>
                <a:gd name="connsiteX3" fmla="*/ 1189420 w 1192091"/>
                <a:gd name="connsiteY3" fmla="*/ 521520 h 890449"/>
                <a:gd name="connsiteX4" fmla="*/ 813036 w 1192091"/>
                <a:gd name="connsiteY4" fmla="*/ 867207 h 890449"/>
                <a:gd name="connsiteX5" fmla="*/ 215758 w 1192091"/>
                <a:gd name="connsiteY5" fmla="*/ 825368 h 890449"/>
                <a:gd name="connsiteX6" fmla="*/ 2878 w 1192091"/>
                <a:gd name="connsiteY6" fmla="*/ 554973 h 890449"/>
                <a:gd name="connsiteX0" fmla="*/ 15036 w 1189936"/>
                <a:gd name="connsiteY0" fmla="*/ 352316 h 890449"/>
                <a:gd name="connsiteX1" fmla="*/ 456946 w 1189936"/>
                <a:gd name="connsiteY1" fmla="*/ 17322 h 890449"/>
                <a:gd name="connsiteX2" fmla="*/ 956677 w 1189936"/>
                <a:gd name="connsiteY2" fmla="*/ 90326 h 890449"/>
                <a:gd name="connsiteX3" fmla="*/ 1189420 w 1189936"/>
                <a:gd name="connsiteY3" fmla="*/ 521520 h 890449"/>
                <a:gd name="connsiteX4" fmla="*/ 813036 w 1189936"/>
                <a:gd name="connsiteY4" fmla="*/ 867207 h 890449"/>
                <a:gd name="connsiteX5" fmla="*/ 215758 w 1189936"/>
                <a:gd name="connsiteY5" fmla="*/ 825368 h 890449"/>
                <a:gd name="connsiteX6" fmla="*/ 2878 w 1189936"/>
                <a:gd name="connsiteY6" fmla="*/ 554973 h 890449"/>
                <a:gd name="connsiteX0" fmla="*/ 14258 w 1189158"/>
                <a:gd name="connsiteY0" fmla="*/ 352316 h 904678"/>
                <a:gd name="connsiteX1" fmla="*/ 456168 w 1189158"/>
                <a:gd name="connsiteY1" fmla="*/ 17322 h 904678"/>
                <a:gd name="connsiteX2" fmla="*/ 955899 w 1189158"/>
                <a:gd name="connsiteY2" fmla="*/ 90326 h 904678"/>
                <a:gd name="connsiteX3" fmla="*/ 1188642 w 1189158"/>
                <a:gd name="connsiteY3" fmla="*/ 521520 h 904678"/>
                <a:gd name="connsiteX4" fmla="*/ 812258 w 1189158"/>
                <a:gd name="connsiteY4" fmla="*/ 867207 h 904678"/>
                <a:gd name="connsiteX5" fmla="*/ 272116 w 1189158"/>
                <a:gd name="connsiteY5" fmla="*/ 860204 h 904678"/>
                <a:gd name="connsiteX6" fmla="*/ 2100 w 1189158"/>
                <a:gd name="connsiteY6" fmla="*/ 554973 h 904678"/>
                <a:gd name="connsiteX0" fmla="*/ 14258 w 1191313"/>
                <a:gd name="connsiteY0" fmla="*/ 352316 h 919421"/>
                <a:gd name="connsiteX1" fmla="*/ 456168 w 1191313"/>
                <a:gd name="connsiteY1" fmla="*/ 17322 h 919421"/>
                <a:gd name="connsiteX2" fmla="*/ 955899 w 1191313"/>
                <a:gd name="connsiteY2" fmla="*/ 90326 h 919421"/>
                <a:gd name="connsiteX3" fmla="*/ 1188642 w 1191313"/>
                <a:gd name="connsiteY3" fmla="*/ 521520 h 919421"/>
                <a:gd name="connsiteX4" fmla="*/ 812258 w 1191313"/>
                <a:gd name="connsiteY4" fmla="*/ 890432 h 919421"/>
                <a:gd name="connsiteX5" fmla="*/ 272116 w 1191313"/>
                <a:gd name="connsiteY5" fmla="*/ 860204 h 919421"/>
                <a:gd name="connsiteX6" fmla="*/ 2100 w 1191313"/>
                <a:gd name="connsiteY6" fmla="*/ 554973 h 919421"/>
                <a:gd name="connsiteX0" fmla="*/ 14258 w 1135577"/>
                <a:gd name="connsiteY0" fmla="*/ 352316 h 919421"/>
                <a:gd name="connsiteX1" fmla="*/ 456168 w 1135577"/>
                <a:gd name="connsiteY1" fmla="*/ 17322 h 919421"/>
                <a:gd name="connsiteX2" fmla="*/ 955899 w 1135577"/>
                <a:gd name="connsiteY2" fmla="*/ 90326 h 919421"/>
                <a:gd name="connsiteX3" fmla="*/ 1131506 w 1135577"/>
                <a:gd name="connsiteY3" fmla="*/ 521520 h 919421"/>
                <a:gd name="connsiteX4" fmla="*/ 812258 w 1135577"/>
                <a:gd name="connsiteY4" fmla="*/ 890432 h 919421"/>
                <a:gd name="connsiteX5" fmla="*/ 272116 w 1135577"/>
                <a:gd name="connsiteY5" fmla="*/ 860204 h 919421"/>
                <a:gd name="connsiteX6" fmla="*/ 2100 w 1135577"/>
                <a:gd name="connsiteY6" fmla="*/ 554973 h 919421"/>
                <a:gd name="connsiteX0" fmla="*/ 14258 w 1132387"/>
                <a:gd name="connsiteY0" fmla="*/ 352316 h 919421"/>
                <a:gd name="connsiteX1" fmla="*/ 456168 w 1132387"/>
                <a:gd name="connsiteY1" fmla="*/ 17322 h 919421"/>
                <a:gd name="connsiteX2" fmla="*/ 955899 w 1132387"/>
                <a:gd name="connsiteY2" fmla="*/ 90326 h 919421"/>
                <a:gd name="connsiteX3" fmla="*/ 1131506 w 1132387"/>
                <a:gd name="connsiteY3" fmla="*/ 521520 h 919421"/>
                <a:gd name="connsiteX4" fmla="*/ 812258 w 1132387"/>
                <a:gd name="connsiteY4" fmla="*/ 890432 h 919421"/>
                <a:gd name="connsiteX5" fmla="*/ 272116 w 1132387"/>
                <a:gd name="connsiteY5" fmla="*/ 860204 h 919421"/>
                <a:gd name="connsiteX6" fmla="*/ 2100 w 1132387"/>
                <a:gd name="connsiteY6" fmla="*/ 554973 h 919421"/>
                <a:gd name="connsiteX0" fmla="*/ 14258 w 1132388"/>
                <a:gd name="connsiteY0" fmla="*/ 352316 h 919421"/>
                <a:gd name="connsiteX1" fmla="*/ 456168 w 1132388"/>
                <a:gd name="connsiteY1" fmla="*/ 17322 h 919421"/>
                <a:gd name="connsiteX2" fmla="*/ 955899 w 1132388"/>
                <a:gd name="connsiteY2" fmla="*/ 90326 h 919421"/>
                <a:gd name="connsiteX3" fmla="*/ 1131506 w 1132388"/>
                <a:gd name="connsiteY3" fmla="*/ 521520 h 919421"/>
                <a:gd name="connsiteX4" fmla="*/ 812258 w 1132388"/>
                <a:gd name="connsiteY4" fmla="*/ 890432 h 919421"/>
                <a:gd name="connsiteX5" fmla="*/ 272116 w 1132388"/>
                <a:gd name="connsiteY5" fmla="*/ 860204 h 919421"/>
                <a:gd name="connsiteX6" fmla="*/ 2100 w 1132388"/>
                <a:gd name="connsiteY6" fmla="*/ 554973 h 919421"/>
                <a:gd name="connsiteX0" fmla="*/ 14258 w 1133721"/>
                <a:gd name="connsiteY0" fmla="*/ 343649 h 910754"/>
                <a:gd name="connsiteX1" fmla="*/ 456168 w 1133721"/>
                <a:gd name="connsiteY1" fmla="*/ 8655 h 910754"/>
                <a:gd name="connsiteX2" fmla="*/ 927331 w 1133721"/>
                <a:gd name="connsiteY2" fmla="*/ 128107 h 910754"/>
                <a:gd name="connsiteX3" fmla="*/ 1131506 w 1133721"/>
                <a:gd name="connsiteY3" fmla="*/ 512853 h 910754"/>
                <a:gd name="connsiteX4" fmla="*/ 812258 w 1133721"/>
                <a:gd name="connsiteY4" fmla="*/ 881765 h 910754"/>
                <a:gd name="connsiteX5" fmla="*/ 272116 w 1133721"/>
                <a:gd name="connsiteY5" fmla="*/ 851537 h 910754"/>
                <a:gd name="connsiteX6" fmla="*/ 2100 w 1133721"/>
                <a:gd name="connsiteY6" fmla="*/ 546306 h 910754"/>
                <a:gd name="connsiteX0" fmla="*/ 14258 w 1133722"/>
                <a:gd name="connsiteY0" fmla="*/ 312336 h 879441"/>
                <a:gd name="connsiteX1" fmla="*/ 413316 w 1133722"/>
                <a:gd name="connsiteY1" fmla="*/ 12179 h 879441"/>
                <a:gd name="connsiteX2" fmla="*/ 927331 w 1133722"/>
                <a:gd name="connsiteY2" fmla="*/ 96794 h 879441"/>
                <a:gd name="connsiteX3" fmla="*/ 1131506 w 1133722"/>
                <a:gd name="connsiteY3" fmla="*/ 481540 h 879441"/>
                <a:gd name="connsiteX4" fmla="*/ 812258 w 1133722"/>
                <a:gd name="connsiteY4" fmla="*/ 850452 h 879441"/>
                <a:gd name="connsiteX5" fmla="*/ 272116 w 1133722"/>
                <a:gd name="connsiteY5" fmla="*/ 820224 h 879441"/>
                <a:gd name="connsiteX6" fmla="*/ 2100 w 1133722"/>
                <a:gd name="connsiteY6" fmla="*/ 514993 h 879441"/>
                <a:gd name="connsiteX0" fmla="*/ 14258 w 1133722"/>
                <a:gd name="connsiteY0" fmla="*/ 312336 h 879441"/>
                <a:gd name="connsiteX1" fmla="*/ 413316 w 1133722"/>
                <a:gd name="connsiteY1" fmla="*/ 12179 h 879441"/>
                <a:gd name="connsiteX2" fmla="*/ 927331 w 1133722"/>
                <a:gd name="connsiteY2" fmla="*/ 96794 h 879441"/>
                <a:gd name="connsiteX3" fmla="*/ 1131506 w 1133722"/>
                <a:gd name="connsiteY3" fmla="*/ 481540 h 879441"/>
                <a:gd name="connsiteX4" fmla="*/ 812258 w 1133722"/>
                <a:gd name="connsiteY4" fmla="*/ 850452 h 879441"/>
                <a:gd name="connsiteX5" fmla="*/ 272116 w 1133722"/>
                <a:gd name="connsiteY5" fmla="*/ 820224 h 879441"/>
                <a:gd name="connsiteX6" fmla="*/ 2100 w 1133722"/>
                <a:gd name="connsiteY6" fmla="*/ 514993 h 879441"/>
                <a:gd name="connsiteX0" fmla="*/ 14258 w 1133722"/>
                <a:gd name="connsiteY0" fmla="*/ 312336 h 879441"/>
                <a:gd name="connsiteX1" fmla="*/ 413316 w 1133722"/>
                <a:gd name="connsiteY1" fmla="*/ 12179 h 879441"/>
                <a:gd name="connsiteX2" fmla="*/ 927331 w 1133722"/>
                <a:gd name="connsiteY2" fmla="*/ 96794 h 879441"/>
                <a:gd name="connsiteX3" fmla="*/ 1131506 w 1133722"/>
                <a:gd name="connsiteY3" fmla="*/ 481540 h 879441"/>
                <a:gd name="connsiteX4" fmla="*/ 812258 w 1133722"/>
                <a:gd name="connsiteY4" fmla="*/ 850452 h 879441"/>
                <a:gd name="connsiteX5" fmla="*/ 272116 w 1133722"/>
                <a:gd name="connsiteY5" fmla="*/ 820224 h 879441"/>
                <a:gd name="connsiteX6" fmla="*/ 2100 w 1133722"/>
                <a:gd name="connsiteY6" fmla="*/ 514993 h 879441"/>
                <a:gd name="connsiteX0" fmla="*/ 14258 w 1133722"/>
                <a:gd name="connsiteY0" fmla="*/ 312336 h 879441"/>
                <a:gd name="connsiteX1" fmla="*/ 413316 w 1133722"/>
                <a:gd name="connsiteY1" fmla="*/ 12179 h 879441"/>
                <a:gd name="connsiteX2" fmla="*/ 927331 w 1133722"/>
                <a:gd name="connsiteY2" fmla="*/ 96794 h 879441"/>
                <a:gd name="connsiteX3" fmla="*/ 1131506 w 1133722"/>
                <a:gd name="connsiteY3" fmla="*/ 481540 h 879441"/>
                <a:gd name="connsiteX4" fmla="*/ 812258 w 1133722"/>
                <a:gd name="connsiteY4" fmla="*/ 850452 h 879441"/>
                <a:gd name="connsiteX5" fmla="*/ 272116 w 1133722"/>
                <a:gd name="connsiteY5" fmla="*/ 820224 h 879441"/>
                <a:gd name="connsiteX6" fmla="*/ 2100 w 1133722"/>
                <a:gd name="connsiteY6" fmla="*/ 514993 h 879441"/>
                <a:gd name="connsiteX0" fmla="*/ 14258 w 1133722"/>
                <a:gd name="connsiteY0" fmla="*/ 302526 h 869631"/>
                <a:gd name="connsiteX1" fmla="*/ 427600 w 1133722"/>
                <a:gd name="connsiteY1" fmla="*/ 13981 h 869631"/>
                <a:gd name="connsiteX2" fmla="*/ 927331 w 1133722"/>
                <a:gd name="connsiteY2" fmla="*/ 86984 h 869631"/>
                <a:gd name="connsiteX3" fmla="*/ 1131506 w 1133722"/>
                <a:gd name="connsiteY3" fmla="*/ 471730 h 869631"/>
                <a:gd name="connsiteX4" fmla="*/ 812258 w 1133722"/>
                <a:gd name="connsiteY4" fmla="*/ 840642 h 869631"/>
                <a:gd name="connsiteX5" fmla="*/ 272116 w 1133722"/>
                <a:gd name="connsiteY5" fmla="*/ 810414 h 869631"/>
                <a:gd name="connsiteX6" fmla="*/ 2100 w 1133722"/>
                <a:gd name="connsiteY6" fmla="*/ 505183 h 869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3722" h="869631">
                  <a:moveTo>
                    <a:pt x="14258" y="302526"/>
                  </a:moveTo>
                  <a:cubicBezTo>
                    <a:pt x="175361" y="102585"/>
                    <a:pt x="204000" y="49905"/>
                    <a:pt x="427600" y="13981"/>
                  </a:cubicBezTo>
                  <a:cubicBezTo>
                    <a:pt x="651200" y="-21943"/>
                    <a:pt x="812395" y="14563"/>
                    <a:pt x="927331" y="86984"/>
                  </a:cubicBezTo>
                  <a:cubicBezTo>
                    <a:pt x="1042268" y="159405"/>
                    <a:pt x="1150686" y="253225"/>
                    <a:pt x="1131506" y="471730"/>
                  </a:cubicBezTo>
                  <a:cubicBezTo>
                    <a:pt x="1112326" y="690235"/>
                    <a:pt x="955490" y="784195"/>
                    <a:pt x="812258" y="840642"/>
                  </a:cubicBezTo>
                  <a:cubicBezTo>
                    <a:pt x="669026" y="897089"/>
                    <a:pt x="376194" y="862453"/>
                    <a:pt x="272116" y="810414"/>
                  </a:cubicBezTo>
                  <a:cubicBezTo>
                    <a:pt x="168038" y="758375"/>
                    <a:pt x="-22061" y="579524"/>
                    <a:pt x="2100" y="505183"/>
                  </a:cubicBezTo>
                </a:path>
              </a:pathLst>
            </a:custGeom>
            <a:noFill/>
            <a:ln w="57150">
              <a:solidFill>
                <a:schemeClr val="accent6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1CE30C6-3005-4EFE-AE91-38330FBDED83}"/>
              </a:ext>
            </a:extLst>
          </p:cNvPr>
          <p:cNvSpPr txBox="1"/>
          <p:nvPr/>
        </p:nvSpPr>
        <p:spPr>
          <a:xfrm>
            <a:off x="6304471" y="2030743"/>
            <a:ext cx="2689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Severe CDI +</a:t>
            </a:r>
          </a:p>
          <a:p>
            <a:pPr algn="ctr"/>
            <a:r>
              <a:rPr lang="en-US" sz="1600" dirty="0"/>
              <a:t>Hypotension/ shock </a:t>
            </a:r>
          </a:p>
          <a:p>
            <a:pPr algn="ctr"/>
            <a:r>
              <a:rPr lang="en-US" sz="1600" dirty="0"/>
              <a:t>OR ileus/ megacolon</a:t>
            </a:r>
          </a:p>
        </p:txBody>
      </p:sp>
      <p:sp>
        <p:nvSpPr>
          <p:cNvPr id="29" name="Rectangle: Rounded Corners 28">
            <a:hlinkClick r:id="rId9" action="ppaction://hlinksldjump"/>
            <a:extLst>
              <a:ext uri="{FF2B5EF4-FFF2-40B4-BE49-F238E27FC236}">
                <a16:creationId xmlns:a16="http://schemas.microsoft.com/office/drawing/2014/main" id="{6683B5F0-338F-4A87-BEA4-3A841838EEAF}"/>
              </a:ext>
            </a:extLst>
          </p:cNvPr>
          <p:cNvSpPr/>
          <p:nvPr/>
        </p:nvSpPr>
        <p:spPr>
          <a:xfrm>
            <a:off x="188844" y="2440400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31" name="Graphic 30" descr="Cursor with solid fill">
            <a:extLst>
              <a:ext uri="{FF2B5EF4-FFF2-40B4-BE49-F238E27FC236}">
                <a16:creationId xmlns:a16="http://schemas.microsoft.com/office/drawing/2014/main" id="{DAC2ED0F-7AB8-443C-95C8-FC31F611B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2593140"/>
            <a:ext cx="291548" cy="29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08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1A70F8-DE19-4498-8D90-C0731B3CBEF6}"/>
              </a:ext>
            </a:extLst>
          </p:cNvPr>
          <p:cNvSpPr/>
          <p:nvPr/>
        </p:nvSpPr>
        <p:spPr>
          <a:xfrm>
            <a:off x="188844" y="217003"/>
            <a:ext cx="1321904" cy="31805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Risk factors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0AD96432-ED8F-41D8-A054-E78EBA4B3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389282"/>
            <a:ext cx="291548" cy="291548"/>
          </a:xfrm>
          <a:prstGeom prst="rect">
            <a:avLst/>
          </a:prstGeom>
        </p:spPr>
      </p:pic>
      <p:sp>
        <p:nvSpPr>
          <p:cNvPr id="15" name="Rectangle: Rounded Corners 14">
            <a:hlinkClick r:id="rId5" action="ppaction://hlinksldjump"/>
            <a:extLst>
              <a:ext uri="{FF2B5EF4-FFF2-40B4-BE49-F238E27FC236}">
                <a16:creationId xmlns:a16="http://schemas.microsoft.com/office/drawing/2014/main" id="{3FE159C5-903E-4065-B3AF-C9E06573679D}"/>
              </a:ext>
            </a:extLst>
          </p:cNvPr>
          <p:cNvSpPr/>
          <p:nvPr/>
        </p:nvSpPr>
        <p:spPr>
          <a:xfrm>
            <a:off x="188844" y="1080054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16" name="Rectangle: Rounded Corners 15">
            <a:hlinkClick r:id="rId6" action="ppaction://hlinksldjump"/>
            <a:extLst>
              <a:ext uri="{FF2B5EF4-FFF2-40B4-BE49-F238E27FC236}">
                <a16:creationId xmlns:a16="http://schemas.microsoft.com/office/drawing/2014/main" id="{3F594781-E153-4F46-9D71-82135D56D1E5}"/>
              </a:ext>
            </a:extLst>
          </p:cNvPr>
          <p:cNvSpPr/>
          <p:nvPr/>
        </p:nvSpPr>
        <p:spPr>
          <a:xfrm>
            <a:off x="188844" y="1519033"/>
            <a:ext cx="1321904" cy="318053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Treatment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83B19FE1-D207-49DD-90F6-4458FE558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1239080"/>
            <a:ext cx="291548" cy="291548"/>
          </a:xfrm>
          <a:prstGeom prst="rect">
            <a:avLst/>
          </a:prstGeom>
        </p:spPr>
      </p:pic>
      <p:sp>
        <p:nvSpPr>
          <p:cNvPr id="19" name="Rectangle: Rounded Corners 18">
            <a:hlinkClick r:id="rId7" action="ppaction://hlinksldjump"/>
            <a:extLst>
              <a:ext uri="{FF2B5EF4-FFF2-40B4-BE49-F238E27FC236}">
                <a16:creationId xmlns:a16="http://schemas.microsoft.com/office/drawing/2014/main" id="{52BAA800-081D-4786-A9DE-DEF7777B648A}"/>
              </a:ext>
            </a:extLst>
          </p:cNvPr>
          <p:cNvSpPr/>
          <p:nvPr/>
        </p:nvSpPr>
        <p:spPr>
          <a:xfrm>
            <a:off x="188844" y="635276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B640F253-2AD2-4C5D-BC44-B74389F8B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807555"/>
            <a:ext cx="291548" cy="291548"/>
          </a:xfrm>
          <a:prstGeom prst="rect">
            <a:avLst/>
          </a:prstGeom>
        </p:spPr>
      </p:pic>
      <p:sp>
        <p:nvSpPr>
          <p:cNvPr id="21" name="Rectangle: Rounded Corners 20">
            <a:hlinkClick r:id="rId8" action="ppaction://hlinksldjump"/>
            <a:extLst>
              <a:ext uri="{FF2B5EF4-FFF2-40B4-BE49-F238E27FC236}">
                <a16:creationId xmlns:a16="http://schemas.microsoft.com/office/drawing/2014/main" id="{06525282-3C7C-4CC6-88EC-5FA6846EC85F}"/>
              </a:ext>
            </a:extLst>
          </p:cNvPr>
          <p:cNvSpPr/>
          <p:nvPr/>
        </p:nvSpPr>
        <p:spPr>
          <a:xfrm>
            <a:off x="188844" y="1969607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Prevention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F88508B6-7036-4A8B-8D7D-93C2B5BB7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2128633"/>
            <a:ext cx="291548" cy="29154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BECD449-18BC-47A5-8FED-BAF02CD928E0}"/>
              </a:ext>
            </a:extLst>
          </p:cNvPr>
          <p:cNvSpPr txBox="1"/>
          <p:nvPr/>
        </p:nvSpPr>
        <p:spPr>
          <a:xfrm>
            <a:off x="1510748" y="3405266"/>
            <a:ext cx="2948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038" indent="-173038">
              <a:buFont typeface="+mj-lt"/>
              <a:buAutoNum type="arabicPeriod"/>
            </a:pPr>
            <a:r>
              <a:rPr lang="en-US" sz="1600" dirty="0"/>
              <a:t>Fidaxomicin 200 mg BID x 10 d</a:t>
            </a:r>
          </a:p>
          <a:p>
            <a:pPr marL="173038" indent="-173038">
              <a:buFont typeface="+mj-lt"/>
              <a:buAutoNum type="arabicPeriod"/>
            </a:pPr>
            <a:r>
              <a:rPr lang="en-US" sz="1600" dirty="0"/>
              <a:t>PO </a:t>
            </a:r>
            <a:r>
              <a:rPr lang="en-US" sz="1600" dirty="0" err="1"/>
              <a:t>vanc</a:t>
            </a:r>
            <a:r>
              <a:rPr lang="en-US" sz="1600" dirty="0"/>
              <a:t> 125 mg q6h x 10 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D3FD8A-E320-4FC0-BC29-5AE13105EA5A}"/>
              </a:ext>
            </a:extLst>
          </p:cNvPr>
          <p:cNvCxnSpPr>
            <a:cxnSpLocks/>
          </p:cNvCxnSpPr>
          <p:nvPr/>
        </p:nvCxnSpPr>
        <p:spPr>
          <a:xfrm>
            <a:off x="1227100" y="3111608"/>
            <a:ext cx="10668677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A4653E0-F5B9-4F10-B9A3-9EB9B328DE85}"/>
              </a:ext>
            </a:extLst>
          </p:cNvPr>
          <p:cNvSpPr txBox="1"/>
          <p:nvPr/>
        </p:nvSpPr>
        <p:spPr>
          <a:xfrm>
            <a:off x="6252370" y="3411840"/>
            <a:ext cx="2793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038" indent="-173038"/>
            <a:r>
              <a:rPr lang="en-US" sz="1600" dirty="0"/>
              <a:t>PO </a:t>
            </a:r>
            <a:r>
              <a:rPr lang="en-US" sz="1600" dirty="0" err="1"/>
              <a:t>vanc</a:t>
            </a:r>
            <a:r>
              <a:rPr lang="en-US" sz="1600" dirty="0"/>
              <a:t> 500 mg q6h</a:t>
            </a:r>
          </a:p>
          <a:p>
            <a:pPr marL="173038" indent="-173038"/>
            <a:r>
              <a:rPr lang="en-US" sz="1600" dirty="0"/>
              <a:t>± IV metronidazole 500 mg q8h</a:t>
            </a:r>
          </a:p>
          <a:p>
            <a:pPr marL="173038" indent="-173038"/>
            <a:r>
              <a:rPr lang="en-US" sz="1600" dirty="0"/>
              <a:t>± PR </a:t>
            </a:r>
            <a:r>
              <a:rPr lang="en-US" sz="1600" dirty="0" err="1"/>
              <a:t>vanc</a:t>
            </a:r>
            <a:r>
              <a:rPr lang="en-US" sz="1600" dirty="0"/>
              <a:t> 500 mg q6h</a:t>
            </a:r>
          </a:p>
          <a:p>
            <a:pPr marL="173038" indent="-173038"/>
            <a:endParaRPr lang="en-US" sz="1600" dirty="0"/>
          </a:p>
          <a:p>
            <a:pPr marL="173038" indent="-173038"/>
            <a:r>
              <a:rPr lang="en-US" sz="1600" dirty="0"/>
              <a:t>Surgical consultation if no improvement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B351A4-CFE0-44FC-95A6-AACAB25D5285}"/>
              </a:ext>
            </a:extLst>
          </p:cNvPr>
          <p:cNvSpPr txBox="1"/>
          <p:nvPr/>
        </p:nvSpPr>
        <p:spPr>
          <a:xfrm>
            <a:off x="9082168" y="3335102"/>
            <a:ext cx="29485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1</a:t>
            </a:r>
            <a:r>
              <a:rPr lang="en-US" sz="1600" u="sng" baseline="30000" dirty="0"/>
              <a:t>st</a:t>
            </a:r>
            <a:r>
              <a:rPr lang="en-US" sz="1600" u="sng" dirty="0"/>
              <a:t> recurrence</a:t>
            </a:r>
            <a:r>
              <a:rPr lang="en-US" sz="1600" dirty="0"/>
              <a:t>:</a:t>
            </a:r>
          </a:p>
          <a:p>
            <a:pPr marL="173038" indent="-173038">
              <a:spcAft>
                <a:spcPts val="300"/>
              </a:spcAft>
              <a:buFont typeface="+mj-lt"/>
              <a:buAutoNum type="arabicPeriod"/>
            </a:pPr>
            <a:r>
              <a:rPr lang="en-US" sz="1600" dirty="0"/>
              <a:t>Fidaxomicin x 10 d</a:t>
            </a:r>
          </a:p>
          <a:p>
            <a:pPr marL="173038" indent="-173038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Tapered/pulsed-dose PO </a:t>
            </a:r>
            <a:r>
              <a:rPr lang="en-US" sz="1600" dirty="0" err="1"/>
              <a:t>vanc</a:t>
            </a:r>
            <a:endParaRPr lang="en-US" sz="1600" dirty="0"/>
          </a:p>
          <a:p>
            <a:pPr marL="173038" indent="-173038">
              <a:spcAft>
                <a:spcPts val="300"/>
              </a:spcAft>
              <a:buFont typeface="+mj-lt"/>
              <a:buAutoNum type="arabicPeriod"/>
            </a:pPr>
            <a:r>
              <a:rPr lang="en-US" sz="1600" dirty="0"/>
              <a:t>PO </a:t>
            </a:r>
            <a:r>
              <a:rPr lang="en-US" sz="1600" dirty="0" err="1"/>
              <a:t>vanc</a:t>
            </a:r>
            <a:r>
              <a:rPr lang="en-US" sz="1600" dirty="0"/>
              <a:t> x 10 d</a:t>
            </a:r>
          </a:p>
          <a:p>
            <a:pPr algn="ctr">
              <a:spcAft>
                <a:spcPts val="600"/>
              </a:spcAft>
            </a:pPr>
            <a:r>
              <a:rPr lang="en-US" sz="1600" dirty="0"/>
              <a:t>± </a:t>
            </a:r>
            <a:r>
              <a:rPr lang="en-US" sz="1600" dirty="0" err="1"/>
              <a:t>bezlotoxumab</a:t>
            </a:r>
            <a:endParaRPr lang="en-US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A9DE68-C6DA-4AC3-8125-7EE3BCDF2679}"/>
              </a:ext>
            </a:extLst>
          </p:cNvPr>
          <p:cNvSpPr txBox="1"/>
          <p:nvPr/>
        </p:nvSpPr>
        <p:spPr>
          <a:xfrm>
            <a:off x="9126873" y="4954703"/>
            <a:ext cx="2903803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/>
              <a:t>≥ 2 recurrences</a:t>
            </a:r>
            <a:r>
              <a:rPr lang="en-US" sz="1600" dirty="0"/>
              <a:t>:</a:t>
            </a:r>
          </a:p>
          <a:p>
            <a:pPr marL="173038" indent="-173038">
              <a:buFont typeface="+mj-lt"/>
              <a:buAutoNum type="arabicPeriod"/>
            </a:pPr>
            <a:r>
              <a:rPr lang="en-US" sz="1600" dirty="0"/>
              <a:t>FMT</a:t>
            </a:r>
          </a:p>
          <a:p>
            <a:pPr marL="173038" indent="-173038">
              <a:buFont typeface="+mj-lt"/>
              <a:buAutoNum type="arabicPeriod"/>
            </a:pPr>
            <a:r>
              <a:rPr lang="en-US" sz="1600" dirty="0"/>
              <a:t>Tapered/pulsed-dose PO </a:t>
            </a:r>
            <a:r>
              <a:rPr lang="en-US" sz="1600" dirty="0" err="1"/>
              <a:t>vanc</a:t>
            </a:r>
            <a:endParaRPr lang="en-US" sz="1600" dirty="0"/>
          </a:p>
          <a:p>
            <a:pPr marL="173038" indent="-173038">
              <a:spcAft>
                <a:spcPts val="300"/>
              </a:spcAft>
              <a:buFont typeface="+mj-lt"/>
              <a:buAutoNum type="arabicPeriod"/>
            </a:pPr>
            <a:r>
              <a:rPr lang="en-US" sz="1600" dirty="0"/>
              <a:t>PO </a:t>
            </a:r>
            <a:r>
              <a:rPr lang="en-US" sz="1600" dirty="0" err="1"/>
              <a:t>vanc</a:t>
            </a:r>
            <a:r>
              <a:rPr lang="en-US" sz="1600" dirty="0"/>
              <a:t> x 10 d→ </a:t>
            </a:r>
            <a:r>
              <a:rPr lang="en-US" sz="1600" dirty="0" err="1"/>
              <a:t>rifaximin</a:t>
            </a:r>
            <a:r>
              <a:rPr lang="en-US" sz="1600" dirty="0"/>
              <a:t> 400 mg TID x 20 d</a:t>
            </a:r>
          </a:p>
          <a:p>
            <a:pPr algn="ctr">
              <a:spcBef>
                <a:spcPts val="300"/>
              </a:spcBef>
            </a:pPr>
            <a:r>
              <a:rPr lang="en-US" sz="1600" dirty="0"/>
              <a:t>± </a:t>
            </a:r>
            <a:r>
              <a:rPr lang="en-US" sz="1600" dirty="0" err="1"/>
              <a:t>bezlotoxumab</a:t>
            </a:r>
            <a:endParaRPr lang="en-US" sz="16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B92C5E2-6C6F-4250-B88C-81752D2CB5B2}"/>
              </a:ext>
            </a:extLst>
          </p:cNvPr>
          <p:cNvGrpSpPr/>
          <p:nvPr/>
        </p:nvGrpSpPr>
        <p:grpSpPr>
          <a:xfrm>
            <a:off x="2686878" y="353327"/>
            <a:ext cx="6635542" cy="947855"/>
            <a:chOff x="2647929" y="535056"/>
            <a:chExt cx="8425232" cy="947855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85DD4E4-F4E6-438F-BE34-BB20C662744B}"/>
                </a:ext>
              </a:extLst>
            </p:cNvPr>
            <p:cNvSpPr/>
            <p:nvPr/>
          </p:nvSpPr>
          <p:spPr>
            <a:xfrm>
              <a:off x="2647929" y="535056"/>
              <a:ext cx="8425232" cy="947855"/>
            </a:xfrm>
            <a:custGeom>
              <a:avLst/>
              <a:gdLst>
                <a:gd name="connsiteX0" fmla="*/ 0 w 5486400"/>
                <a:gd name="connsiteY0" fmla="*/ 735981 h 1182030"/>
                <a:gd name="connsiteX1" fmla="*/ 4683512 w 5486400"/>
                <a:gd name="connsiteY1" fmla="*/ 423747 h 1182030"/>
                <a:gd name="connsiteX2" fmla="*/ 4694663 w 5486400"/>
                <a:gd name="connsiteY2" fmla="*/ 0 h 1182030"/>
                <a:gd name="connsiteX3" fmla="*/ 5486400 w 5486400"/>
                <a:gd name="connsiteY3" fmla="*/ 535259 h 1182030"/>
                <a:gd name="connsiteX4" fmla="*/ 4806176 w 5486400"/>
                <a:gd name="connsiteY4" fmla="*/ 1182030 h 1182030"/>
                <a:gd name="connsiteX5" fmla="*/ 4750420 w 5486400"/>
                <a:gd name="connsiteY5" fmla="*/ 802888 h 1182030"/>
                <a:gd name="connsiteX6" fmla="*/ 0 w 5486400"/>
                <a:gd name="connsiteY6" fmla="*/ 735981 h 1182030"/>
                <a:gd name="connsiteX0" fmla="*/ 0 w 5486400"/>
                <a:gd name="connsiteY0" fmla="*/ 735981 h 1193181"/>
                <a:gd name="connsiteX1" fmla="*/ 4683512 w 5486400"/>
                <a:gd name="connsiteY1" fmla="*/ 423747 h 1193181"/>
                <a:gd name="connsiteX2" fmla="*/ 4694663 w 5486400"/>
                <a:gd name="connsiteY2" fmla="*/ 0 h 1193181"/>
                <a:gd name="connsiteX3" fmla="*/ 5486400 w 5486400"/>
                <a:gd name="connsiteY3" fmla="*/ 535259 h 1193181"/>
                <a:gd name="connsiteX4" fmla="*/ 4739269 w 5486400"/>
                <a:gd name="connsiteY4" fmla="*/ 1193181 h 1193181"/>
                <a:gd name="connsiteX5" fmla="*/ 4750420 w 5486400"/>
                <a:gd name="connsiteY5" fmla="*/ 802888 h 1193181"/>
                <a:gd name="connsiteX6" fmla="*/ 0 w 5486400"/>
                <a:gd name="connsiteY6" fmla="*/ 735981 h 1193181"/>
                <a:gd name="connsiteX0" fmla="*/ 0 w 5486400"/>
                <a:gd name="connsiteY0" fmla="*/ 735981 h 1193181"/>
                <a:gd name="connsiteX1" fmla="*/ 4772722 w 5486400"/>
                <a:gd name="connsiteY1" fmla="*/ 423747 h 1193181"/>
                <a:gd name="connsiteX2" fmla="*/ 4694663 w 5486400"/>
                <a:gd name="connsiteY2" fmla="*/ 0 h 1193181"/>
                <a:gd name="connsiteX3" fmla="*/ 5486400 w 5486400"/>
                <a:gd name="connsiteY3" fmla="*/ 535259 h 1193181"/>
                <a:gd name="connsiteX4" fmla="*/ 4739269 w 5486400"/>
                <a:gd name="connsiteY4" fmla="*/ 1193181 h 1193181"/>
                <a:gd name="connsiteX5" fmla="*/ 4750420 w 5486400"/>
                <a:gd name="connsiteY5" fmla="*/ 802888 h 1193181"/>
                <a:gd name="connsiteX6" fmla="*/ 0 w 5486400"/>
                <a:gd name="connsiteY6" fmla="*/ 735981 h 1193181"/>
                <a:gd name="connsiteX0" fmla="*/ 0 w 5486400"/>
                <a:gd name="connsiteY0" fmla="*/ 724830 h 1182030"/>
                <a:gd name="connsiteX1" fmla="*/ 4772722 w 5486400"/>
                <a:gd name="connsiteY1" fmla="*/ 412596 h 1182030"/>
                <a:gd name="connsiteX2" fmla="*/ 4772721 w 5486400"/>
                <a:gd name="connsiteY2" fmla="*/ 0 h 1182030"/>
                <a:gd name="connsiteX3" fmla="*/ 5486400 w 5486400"/>
                <a:gd name="connsiteY3" fmla="*/ 524108 h 1182030"/>
                <a:gd name="connsiteX4" fmla="*/ 4739269 w 5486400"/>
                <a:gd name="connsiteY4" fmla="*/ 1182030 h 1182030"/>
                <a:gd name="connsiteX5" fmla="*/ 4750420 w 5486400"/>
                <a:gd name="connsiteY5" fmla="*/ 791737 h 1182030"/>
                <a:gd name="connsiteX6" fmla="*/ 0 w 5486400"/>
                <a:gd name="connsiteY6" fmla="*/ 724830 h 1182030"/>
                <a:gd name="connsiteX0" fmla="*/ 0 w 5486400"/>
                <a:gd name="connsiteY0" fmla="*/ 724830 h 1148576"/>
                <a:gd name="connsiteX1" fmla="*/ 4772722 w 5486400"/>
                <a:gd name="connsiteY1" fmla="*/ 412596 h 1148576"/>
                <a:gd name="connsiteX2" fmla="*/ 4772721 w 5486400"/>
                <a:gd name="connsiteY2" fmla="*/ 0 h 1148576"/>
                <a:gd name="connsiteX3" fmla="*/ 5486400 w 5486400"/>
                <a:gd name="connsiteY3" fmla="*/ 524108 h 1148576"/>
                <a:gd name="connsiteX4" fmla="*/ 4772722 w 5486400"/>
                <a:gd name="connsiteY4" fmla="*/ 1148576 h 1148576"/>
                <a:gd name="connsiteX5" fmla="*/ 4750420 w 5486400"/>
                <a:gd name="connsiteY5" fmla="*/ 791737 h 1148576"/>
                <a:gd name="connsiteX6" fmla="*/ 0 w 5486400"/>
                <a:gd name="connsiteY6" fmla="*/ 724830 h 1148576"/>
                <a:gd name="connsiteX0" fmla="*/ 0 w 5486400"/>
                <a:gd name="connsiteY0" fmla="*/ 724830 h 1148576"/>
                <a:gd name="connsiteX1" fmla="*/ 4772722 w 5486400"/>
                <a:gd name="connsiteY1" fmla="*/ 412596 h 1148576"/>
                <a:gd name="connsiteX2" fmla="*/ 4772721 w 5486400"/>
                <a:gd name="connsiteY2" fmla="*/ 0 h 1148576"/>
                <a:gd name="connsiteX3" fmla="*/ 5486400 w 5486400"/>
                <a:gd name="connsiteY3" fmla="*/ 524108 h 1148576"/>
                <a:gd name="connsiteX4" fmla="*/ 4772722 w 5486400"/>
                <a:gd name="connsiteY4" fmla="*/ 1148576 h 1148576"/>
                <a:gd name="connsiteX5" fmla="*/ 4750420 w 5486400"/>
                <a:gd name="connsiteY5" fmla="*/ 791737 h 1148576"/>
                <a:gd name="connsiteX6" fmla="*/ 0 w 5486400"/>
                <a:gd name="connsiteY6" fmla="*/ 724830 h 1148576"/>
                <a:gd name="connsiteX0" fmla="*/ 0 w 5486400"/>
                <a:gd name="connsiteY0" fmla="*/ 646771 h 1070517"/>
                <a:gd name="connsiteX1" fmla="*/ 4772722 w 5486400"/>
                <a:gd name="connsiteY1" fmla="*/ 334537 h 1070517"/>
                <a:gd name="connsiteX2" fmla="*/ 4795023 w 5486400"/>
                <a:gd name="connsiteY2" fmla="*/ 0 h 1070517"/>
                <a:gd name="connsiteX3" fmla="*/ 5486400 w 5486400"/>
                <a:gd name="connsiteY3" fmla="*/ 446049 h 1070517"/>
                <a:gd name="connsiteX4" fmla="*/ 4772722 w 5486400"/>
                <a:gd name="connsiteY4" fmla="*/ 1070517 h 1070517"/>
                <a:gd name="connsiteX5" fmla="*/ 4750420 w 5486400"/>
                <a:gd name="connsiteY5" fmla="*/ 713678 h 1070517"/>
                <a:gd name="connsiteX6" fmla="*/ 0 w 5486400"/>
                <a:gd name="connsiteY6" fmla="*/ 646771 h 1070517"/>
                <a:gd name="connsiteX0" fmla="*/ 0 w 5486400"/>
                <a:gd name="connsiteY0" fmla="*/ 646771 h 970156"/>
                <a:gd name="connsiteX1" fmla="*/ 4772722 w 5486400"/>
                <a:gd name="connsiteY1" fmla="*/ 334537 h 970156"/>
                <a:gd name="connsiteX2" fmla="*/ 4795023 w 5486400"/>
                <a:gd name="connsiteY2" fmla="*/ 0 h 970156"/>
                <a:gd name="connsiteX3" fmla="*/ 5486400 w 5486400"/>
                <a:gd name="connsiteY3" fmla="*/ 446049 h 970156"/>
                <a:gd name="connsiteX4" fmla="*/ 4806176 w 5486400"/>
                <a:gd name="connsiteY4" fmla="*/ 970156 h 970156"/>
                <a:gd name="connsiteX5" fmla="*/ 4750420 w 5486400"/>
                <a:gd name="connsiteY5" fmla="*/ 713678 h 970156"/>
                <a:gd name="connsiteX6" fmla="*/ 0 w 5486400"/>
                <a:gd name="connsiteY6" fmla="*/ 646771 h 970156"/>
                <a:gd name="connsiteX0" fmla="*/ 0 w 5486400"/>
                <a:gd name="connsiteY0" fmla="*/ 646771 h 970156"/>
                <a:gd name="connsiteX1" fmla="*/ 4772722 w 5486400"/>
                <a:gd name="connsiteY1" fmla="*/ 334537 h 970156"/>
                <a:gd name="connsiteX2" fmla="*/ 4795023 w 5486400"/>
                <a:gd name="connsiteY2" fmla="*/ 0 h 970156"/>
                <a:gd name="connsiteX3" fmla="*/ 5486400 w 5486400"/>
                <a:gd name="connsiteY3" fmla="*/ 446049 h 970156"/>
                <a:gd name="connsiteX4" fmla="*/ 4806176 w 5486400"/>
                <a:gd name="connsiteY4" fmla="*/ 970156 h 970156"/>
                <a:gd name="connsiteX5" fmla="*/ 4783874 w 5486400"/>
                <a:gd name="connsiteY5" fmla="*/ 735980 h 970156"/>
                <a:gd name="connsiteX6" fmla="*/ 0 w 5486400"/>
                <a:gd name="connsiteY6" fmla="*/ 646771 h 970156"/>
                <a:gd name="connsiteX0" fmla="*/ 0 w 5486400"/>
                <a:gd name="connsiteY0" fmla="*/ 613318 h 936703"/>
                <a:gd name="connsiteX1" fmla="*/ 4772722 w 5486400"/>
                <a:gd name="connsiteY1" fmla="*/ 301084 h 936703"/>
                <a:gd name="connsiteX2" fmla="*/ 4795023 w 5486400"/>
                <a:gd name="connsiteY2" fmla="*/ 0 h 936703"/>
                <a:gd name="connsiteX3" fmla="*/ 5486400 w 5486400"/>
                <a:gd name="connsiteY3" fmla="*/ 412596 h 936703"/>
                <a:gd name="connsiteX4" fmla="*/ 4806176 w 5486400"/>
                <a:gd name="connsiteY4" fmla="*/ 936703 h 936703"/>
                <a:gd name="connsiteX5" fmla="*/ 4783874 w 5486400"/>
                <a:gd name="connsiteY5" fmla="*/ 702527 h 936703"/>
                <a:gd name="connsiteX6" fmla="*/ 0 w 5486400"/>
                <a:gd name="connsiteY6" fmla="*/ 613318 h 936703"/>
                <a:gd name="connsiteX0" fmla="*/ 0 w 5486400"/>
                <a:gd name="connsiteY0" fmla="*/ 613318 h 936703"/>
                <a:gd name="connsiteX1" fmla="*/ 4772722 w 5486400"/>
                <a:gd name="connsiteY1" fmla="*/ 301084 h 936703"/>
                <a:gd name="connsiteX2" fmla="*/ 4795023 w 5486400"/>
                <a:gd name="connsiteY2" fmla="*/ 0 h 936703"/>
                <a:gd name="connsiteX3" fmla="*/ 5486400 w 5486400"/>
                <a:gd name="connsiteY3" fmla="*/ 412596 h 936703"/>
                <a:gd name="connsiteX4" fmla="*/ 4806176 w 5486400"/>
                <a:gd name="connsiteY4" fmla="*/ 936703 h 936703"/>
                <a:gd name="connsiteX5" fmla="*/ 4783874 w 5486400"/>
                <a:gd name="connsiteY5" fmla="*/ 702527 h 936703"/>
                <a:gd name="connsiteX6" fmla="*/ 0 w 5486400"/>
                <a:gd name="connsiteY6" fmla="*/ 613318 h 936703"/>
                <a:gd name="connsiteX0" fmla="*/ 0 w 5486400"/>
                <a:gd name="connsiteY0" fmla="*/ 613318 h 936703"/>
                <a:gd name="connsiteX1" fmla="*/ 4783873 w 5486400"/>
                <a:gd name="connsiteY1" fmla="*/ 312235 h 936703"/>
                <a:gd name="connsiteX2" fmla="*/ 4795023 w 5486400"/>
                <a:gd name="connsiteY2" fmla="*/ 0 h 936703"/>
                <a:gd name="connsiteX3" fmla="*/ 5486400 w 5486400"/>
                <a:gd name="connsiteY3" fmla="*/ 412596 h 936703"/>
                <a:gd name="connsiteX4" fmla="*/ 4806176 w 5486400"/>
                <a:gd name="connsiteY4" fmla="*/ 936703 h 936703"/>
                <a:gd name="connsiteX5" fmla="*/ 4783874 w 5486400"/>
                <a:gd name="connsiteY5" fmla="*/ 702527 h 936703"/>
                <a:gd name="connsiteX6" fmla="*/ 0 w 5486400"/>
                <a:gd name="connsiteY6" fmla="*/ 613318 h 936703"/>
                <a:gd name="connsiteX0" fmla="*/ 0 w 5486400"/>
                <a:gd name="connsiteY0" fmla="*/ 613318 h 936703"/>
                <a:gd name="connsiteX1" fmla="*/ 4783873 w 5486400"/>
                <a:gd name="connsiteY1" fmla="*/ 312235 h 936703"/>
                <a:gd name="connsiteX2" fmla="*/ 4795023 w 5486400"/>
                <a:gd name="connsiteY2" fmla="*/ 0 h 936703"/>
                <a:gd name="connsiteX3" fmla="*/ 5486400 w 5486400"/>
                <a:gd name="connsiteY3" fmla="*/ 412596 h 936703"/>
                <a:gd name="connsiteX4" fmla="*/ 4806176 w 5486400"/>
                <a:gd name="connsiteY4" fmla="*/ 936703 h 936703"/>
                <a:gd name="connsiteX5" fmla="*/ 4783874 w 5486400"/>
                <a:gd name="connsiteY5" fmla="*/ 669073 h 936703"/>
                <a:gd name="connsiteX6" fmla="*/ 0 w 5486400"/>
                <a:gd name="connsiteY6" fmla="*/ 613318 h 936703"/>
                <a:gd name="connsiteX0" fmla="*/ 0 w 5486400"/>
                <a:gd name="connsiteY0" fmla="*/ 524108 h 936703"/>
                <a:gd name="connsiteX1" fmla="*/ 4783873 w 5486400"/>
                <a:gd name="connsiteY1" fmla="*/ 312235 h 936703"/>
                <a:gd name="connsiteX2" fmla="*/ 4795023 w 5486400"/>
                <a:gd name="connsiteY2" fmla="*/ 0 h 936703"/>
                <a:gd name="connsiteX3" fmla="*/ 5486400 w 5486400"/>
                <a:gd name="connsiteY3" fmla="*/ 412596 h 936703"/>
                <a:gd name="connsiteX4" fmla="*/ 4806176 w 5486400"/>
                <a:gd name="connsiteY4" fmla="*/ 936703 h 936703"/>
                <a:gd name="connsiteX5" fmla="*/ 4783874 w 5486400"/>
                <a:gd name="connsiteY5" fmla="*/ 669073 h 936703"/>
                <a:gd name="connsiteX6" fmla="*/ 0 w 5486400"/>
                <a:gd name="connsiteY6" fmla="*/ 524108 h 936703"/>
                <a:gd name="connsiteX0" fmla="*/ 0 w 5296829"/>
                <a:gd name="connsiteY0" fmla="*/ 524108 h 936703"/>
                <a:gd name="connsiteX1" fmla="*/ 4783873 w 5296829"/>
                <a:gd name="connsiteY1" fmla="*/ 312235 h 936703"/>
                <a:gd name="connsiteX2" fmla="*/ 4795023 w 5296829"/>
                <a:gd name="connsiteY2" fmla="*/ 0 h 936703"/>
                <a:gd name="connsiteX3" fmla="*/ 5296829 w 5296829"/>
                <a:gd name="connsiteY3" fmla="*/ 490654 h 936703"/>
                <a:gd name="connsiteX4" fmla="*/ 4806176 w 5296829"/>
                <a:gd name="connsiteY4" fmla="*/ 936703 h 936703"/>
                <a:gd name="connsiteX5" fmla="*/ 4783874 w 5296829"/>
                <a:gd name="connsiteY5" fmla="*/ 669073 h 936703"/>
                <a:gd name="connsiteX6" fmla="*/ 0 w 5296829"/>
                <a:gd name="connsiteY6" fmla="*/ 524108 h 936703"/>
                <a:gd name="connsiteX0" fmla="*/ 0 w 5296829"/>
                <a:gd name="connsiteY0" fmla="*/ 524108 h 970157"/>
                <a:gd name="connsiteX1" fmla="*/ 4783873 w 5296829"/>
                <a:gd name="connsiteY1" fmla="*/ 312235 h 970157"/>
                <a:gd name="connsiteX2" fmla="*/ 4795023 w 5296829"/>
                <a:gd name="connsiteY2" fmla="*/ 0 h 970157"/>
                <a:gd name="connsiteX3" fmla="*/ 5296829 w 5296829"/>
                <a:gd name="connsiteY3" fmla="*/ 490654 h 970157"/>
                <a:gd name="connsiteX4" fmla="*/ 4806176 w 5296829"/>
                <a:gd name="connsiteY4" fmla="*/ 970157 h 970157"/>
                <a:gd name="connsiteX5" fmla="*/ 4783874 w 5296829"/>
                <a:gd name="connsiteY5" fmla="*/ 669073 h 970157"/>
                <a:gd name="connsiteX6" fmla="*/ 0 w 5296829"/>
                <a:gd name="connsiteY6" fmla="*/ 524108 h 970157"/>
                <a:gd name="connsiteX0" fmla="*/ 0 w 5296829"/>
                <a:gd name="connsiteY0" fmla="*/ 501806 h 947855"/>
                <a:gd name="connsiteX1" fmla="*/ 4783873 w 5296829"/>
                <a:gd name="connsiteY1" fmla="*/ 289933 h 947855"/>
                <a:gd name="connsiteX2" fmla="*/ 4795023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83874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783873 w 5296829"/>
                <a:gd name="connsiteY1" fmla="*/ 289933 h 947855"/>
                <a:gd name="connsiteX2" fmla="*/ 4795023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83874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811916 w 5296829"/>
                <a:gd name="connsiteY1" fmla="*/ 289933 h 947855"/>
                <a:gd name="connsiteX2" fmla="*/ 4795023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83874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811916 w 5296829"/>
                <a:gd name="connsiteY1" fmla="*/ 289933 h 947855"/>
                <a:gd name="connsiteX2" fmla="*/ 4795023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97895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811916 w 5296829"/>
                <a:gd name="connsiteY1" fmla="*/ 289933 h 947855"/>
                <a:gd name="connsiteX2" fmla="*/ 4795023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97895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811916 w 5296829"/>
                <a:gd name="connsiteY1" fmla="*/ 289933 h 947855"/>
                <a:gd name="connsiteX2" fmla="*/ 4816056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797895 w 5296829"/>
                <a:gd name="connsiteY5" fmla="*/ 646771 h 947855"/>
                <a:gd name="connsiteX6" fmla="*/ 0 w 5296829"/>
                <a:gd name="connsiteY6" fmla="*/ 501806 h 947855"/>
                <a:gd name="connsiteX0" fmla="*/ 0 w 5296829"/>
                <a:gd name="connsiteY0" fmla="*/ 501806 h 947855"/>
                <a:gd name="connsiteX1" fmla="*/ 4811916 w 5296829"/>
                <a:gd name="connsiteY1" fmla="*/ 289933 h 947855"/>
                <a:gd name="connsiteX2" fmla="*/ 4816056 w 5296829"/>
                <a:gd name="connsiteY2" fmla="*/ 0 h 947855"/>
                <a:gd name="connsiteX3" fmla="*/ 5296829 w 5296829"/>
                <a:gd name="connsiteY3" fmla="*/ 468352 h 947855"/>
                <a:gd name="connsiteX4" fmla="*/ 4806176 w 5296829"/>
                <a:gd name="connsiteY4" fmla="*/ 947855 h 947855"/>
                <a:gd name="connsiteX5" fmla="*/ 4818927 w 5296829"/>
                <a:gd name="connsiteY5" fmla="*/ 657922 h 947855"/>
                <a:gd name="connsiteX6" fmla="*/ 0 w 5296829"/>
                <a:gd name="connsiteY6" fmla="*/ 501806 h 94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96829" h="947855">
                  <a:moveTo>
                    <a:pt x="0" y="501806"/>
                  </a:moveTo>
                  <a:lnTo>
                    <a:pt x="4811916" y="289933"/>
                  </a:lnTo>
                  <a:cubicBezTo>
                    <a:pt x="4811916" y="152401"/>
                    <a:pt x="4816056" y="137532"/>
                    <a:pt x="4816056" y="0"/>
                  </a:cubicBezTo>
                  <a:lnTo>
                    <a:pt x="5296829" y="468352"/>
                  </a:lnTo>
                  <a:lnTo>
                    <a:pt x="4806176" y="947855"/>
                  </a:lnTo>
                  <a:lnTo>
                    <a:pt x="4818927" y="657922"/>
                  </a:lnTo>
                  <a:lnTo>
                    <a:pt x="0" y="50180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50000">
                  <a:schemeClr val="accent2"/>
                </a:gs>
                <a:gs pos="100000">
                  <a:srgbClr val="C00000"/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B871B2D-1531-4E55-B5C6-FBBF4E6608EC}"/>
                </a:ext>
              </a:extLst>
            </p:cNvPr>
            <p:cNvSpPr txBox="1"/>
            <p:nvPr/>
          </p:nvSpPr>
          <p:spPr>
            <a:xfrm>
              <a:off x="9196748" y="824317"/>
              <a:ext cx="16302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Severity</a:t>
              </a:r>
            </a:p>
          </p:txBody>
        </p:sp>
      </p:grpSp>
      <p:sp>
        <p:nvSpPr>
          <p:cNvPr id="46" name="Nonsevere CDI">
            <a:extLst>
              <a:ext uri="{FF2B5EF4-FFF2-40B4-BE49-F238E27FC236}">
                <a16:creationId xmlns:a16="http://schemas.microsoft.com/office/drawing/2014/main" id="{597A4927-A591-4158-B01D-1DC22BABCC09}"/>
              </a:ext>
            </a:extLst>
          </p:cNvPr>
          <p:cNvSpPr/>
          <p:nvPr/>
        </p:nvSpPr>
        <p:spPr>
          <a:xfrm>
            <a:off x="1958731" y="1457361"/>
            <a:ext cx="1661486" cy="36647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Non-severe CDI</a:t>
            </a:r>
          </a:p>
        </p:txBody>
      </p:sp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6D67159C-4DC3-482C-BA43-0D0060798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443" y="1691312"/>
            <a:ext cx="291548" cy="291548"/>
          </a:xfrm>
          <a:prstGeom prst="rect">
            <a:avLst/>
          </a:prstGeom>
        </p:spPr>
      </p:pic>
      <p:sp>
        <p:nvSpPr>
          <p:cNvPr id="48" name="Severe CDI">
            <a:extLst>
              <a:ext uri="{FF2B5EF4-FFF2-40B4-BE49-F238E27FC236}">
                <a16:creationId xmlns:a16="http://schemas.microsoft.com/office/drawing/2014/main" id="{F0DB25F7-0C92-4D9F-914D-BFB6B735C05A}"/>
              </a:ext>
            </a:extLst>
          </p:cNvPr>
          <p:cNvSpPr/>
          <p:nvPr/>
        </p:nvSpPr>
        <p:spPr>
          <a:xfrm>
            <a:off x="4295895" y="1449404"/>
            <a:ext cx="1661486" cy="36647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Severe CDI</a:t>
            </a:r>
          </a:p>
        </p:txBody>
      </p:sp>
      <p:pic>
        <p:nvPicPr>
          <p:cNvPr id="49" name="Graphic 48" descr="Cursor with solid fill">
            <a:extLst>
              <a:ext uri="{FF2B5EF4-FFF2-40B4-BE49-F238E27FC236}">
                <a16:creationId xmlns:a16="http://schemas.microsoft.com/office/drawing/2014/main" id="{272FFECB-81B1-439F-B980-F906735F0A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607" y="1683355"/>
            <a:ext cx="291548" cy="291548"/>
          </a:xfrm>
          <a:prstGeom prst="rect">
            <a:avLst/>
          </a:prstGeom>
        </p:spPr>
      </p:pic>
      <p:sp>
        <p:nvSpPr>
          <p:cNvPr id="50" name="Fulminant CDI">
            <a:extLst>
              <a:ext uri="{FF2B5EF4-FFF2-40B4-BE49-F238E27FC236}">
                <a16:creationId xmlns:a16="http://schemas.microsoft.com/office/drawing/2014/main" id="{71F2D599-F035-43A9-9CEE-5B7850BC50CC}"/>
              </a:ext>
            </a:extLst>
          </p:cNvPr>
          <p:cNvSpPr/>
          <p:nvPr/>
        </p:nvSpPr>
        <p:spPr>
          <a:xfrm>
            <a:off x="6818409" y="1444628"/>
            <a:ext cx="1661486" cy="36647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Fulminant CDI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7F31EB93-8C88-4ABB-A0D6-CCFA81C25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4121" y="1678579"/>
            <a:ext cx="291548" cy="291548"/>
          </a:xfrm>
          <a:prstGeom prst="rect">
            <a:avLst/>
          </a:prstGeom>
        </p:spPr>
      </p:pic>
      <p:sp>
        <p:nvSpPr>
          <p:cNvPr id="52" name="Recurrent CDI">
            <a:extLst>
              <a:ext uri="{FF2B5EF4-FFF2-40B4-BE49-F238E27FC236}">
                <a16:creationId xmlns:a16="http://schemas.microsoft.com/office/drawing/2014/main" id="{0CD25082-C061-4930-BFA1-7110BE6463FA}"/>
              </a:ext>
            </a:extLst>
          </p:cNvPr>
          <p:cNvSpPr/>
          <p:nvPr/>
        </p:nvSpPr>
        <p:spPr>
          <a:xfrm>
            <a:off x="9657836" y="1451954"/>
            <a:ext cx="1661486" cy="36647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Recurrent CDI</a:t>
            </a:r>
          </a:p>
        </p:txBody>
      </p:sp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BF9C7D33-2A77-4564-BEDE-4E60FE337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3548" y="1685905"/>
            <a:ext cx="291548" cy="291548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C34493E-03C7-414D-8D65-86DE9950776C}"/>
              </a:ext>
            </a:extLst>
          </p:cNvPr>
          <p:cNvSpPr txBox="1"/>
          <p:nvPr/>
        </p:nvSpPr>
        <p:spPr>
          <a:xfrm>
            <a:off x="1765807" y="2077220"/>
            <a:ext cx="2047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Absence of severe criteria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6962C5-0F26-454B-B544-9B0DF58A28E8}"/>
              </a:ext>
            </a:extLst>
          </p:cNvPr>
          <p:cNvSpPr txBox="1"/>
          <p:nvPr/>
        </p:nvSpPr>
        <p:spPr>
          <a:xfrm>
            <a:off x="4055820" y="2086210"/>
            <a:ext cx="2091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WBC &gt; 15k OR</a:t>
            </a:r>
          </a:p>
          <a:p>
            <a:pPr algn="ctr"/>
            <a:r>
              <a:rPr lang="en-US" sz="1600" dirty="0"/>
              <a:t>Cr ≥ 1.5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021C82-7877-494C-B62D-979BBE95EB8D}"/>
              </a:ext>
            </a:extLst>
          </p:cNvPr>
          <p:cNvSpPr txBox="1"/>
          <p:nvPr/>
        </p:nvSpPr>
        <p:spPr>
          <a:xfrm>
            <a:off x="9180987" y="2038370"/>
            <a:ext cx="26151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Recurrent diarrhea + confirmatory test within 8 </a:t>
            </a:r>
            <a:r>
              <a:rPr lang="en-US" sz="1600" dirty="0" err="1"/>
              <a:t>wk</a:t>
            </a:r>
            <a:r>
              <a:rPr lang="en-US" sz="1600" dirty="0"/>
              <a:t> of initial episode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2C7CCAE-A6D7-4898-92C8-13311DB12431}"/>
              </a:ext>
            </a:extLst>
          </p:cNvPr>
          <p:cNvGrpSpPr/>
          <p:nvPr/>
        </p:nvGrpSpPr>
        <p:grpSpPr>
          <a:xfrm>
            <a:off x="9941052" y="401728"/>
            <a:ext cx="1110580" cy="835125"/>
            <a:chOff x="9975059" y="440578"/>
            <a:chExt cx="1110580" cy="835125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AE80B76-E05F-4093-A5EB-D2F30135A720}"/>
                </a:ext>
              </a:extLst>
            </p:cNvPr>
            <p:cNvSpPr txBox="1"/>
            <p:nvPr/>
          </p:nvSpPr>
          <p:spPr>
            <a:xfrm>
              <a:off x="9975059" y="654472"/>
              <a:ext cx="11105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20%</a:t>
              </a: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11892F2-421D-4211-8B3C-AACD52082F23}"/>
                </a:ext>
              </a:extLst>
            </p:cNvPr>
            <p:cNvSpPr/>
            <p:nvPr/>
          </p:nvSpPr>
          <p:spPr>
            <a:xfrm>
              <a:off x="10059287" y="440578"/>
              <a:ext cx="885070" cy="835125"/>
            </a:xfrm>
            <a:custGeom>
              <a:avLst/>
              <a:gdLst>
                <a:gd name="connsiteX0" fmla="*/ 0 w 1271070"/>
                <a:gd name="connsiteY0" fmla="*/ 325198 h 1081254"/>
                <a:gd name="connsiteX1" fmla="*/ 211873 w 1271070"/>
                <a:gd name="connsiteY1" fmla="*/ 102173 h 1081254"/>
                <a:gd name="connsiteX2" fmla="*/ 613317 w 1271070"/>
                <a:gd name="connsiteY2" fmla="*/ 1812 h 1081254"/>
                <a:gd name="connsiteX3" fmla="*/ 1070517 w 1271070"/>
                <a:gd name="connsiteY3" fmla="*/ 180232 h 1081254"/>
                <a:gd name="connsiteX4" fmla="*/ 1260087 w 1271070"/>
                <a:gd name="connsiteY4" fmla="*/ 726641 h 1081254"/>
                <a:gd name="connsiteX5" fmla="*/ 769434 w 1271070"/>
                <a:gd name="connsiteY5" fmla="*/ 1072329 h 1081254"/>
                <a:gd name="connsiteX6" fmla="*/ 200722 w 1271070"/>
                <a:gd name="connsiteY6" fmla="*/ 960817 h 1081254"/>
                <a:gd name="connsiteX7" fmla="*/ 144966 w 1271070"/>
                <a:gd name="connsiteY7" fmla="*/ 760095 h 1081254"/>
                <a:gd name="connsiteX0" fmla="*/ 0 w 1286546"/>
                <a:gd name="connsiteY0" fmla="*/ 324378 h 1080434"/>
                <a:gd name="connsiteX1" fmla="*/ 211873 w 1286546"/>
                <a:gd name="connsiteY1" fmla="*/ 101353 h 1080434"/>
                <a:gd name="connsiteX2" fmla="*/ 613317 w 1286546"/>
                <a:gd name="connsiteY2" fmla="*/ 992 h 1080434"/>
                <a:gd name="connsiteX3" fmla="*/ 1156223 w 1286546"/>
                <a:gd name="connsiteY3" fmla="*/ 156187 h 1080434"/>
                <a:gd name="connsiteX4" fmla="*/ 1260087 w 1286546"/>
                <a:gd name="connsiteY4" fmla="*/ 725821 h 1080434"/>
                <a:gd name="connsiteX5" fmla="*/ 769434 w 1286546"/>
                <a:gd name="connsiteY5" fmla="*/ 1071509 h 1080434"/>
                <a:gd name="connsiteX6" fmla="*/ 200722 w 1286546"/>
                <a:gd name="connsiteY6" fmla="*/ 959997 h 1080434"/>
                <a:gd name="connsiteX7" fmla="*/ 144966 w 1286546"/>
                <a:gd name="connsiteY7" fmla="*/ 759275 h 1080434"/>
                <a:gd name="connsiteX0" fmla="*/ 0 w 1323664"/>
                <a:gd name="connsiteY0" fmla="*/ 324378 h 1079151"/>
                <a:gd name="connsiteX1" fmla="*/ 211873 w 1323664"/>
                <a:gd name="connsiteY1" fmla="*/ 101353 h 1079151"/>
                <a:gd name="connsiteX2" fmla="*/ 613317 w 1323664"/>
                <a:gd name="connsiteY2" fmla="*/ 992 h 1079151"/>
                <a:gd name="connsiteX3" fmla="*/ 1156223 w 1323664"/>
                <a:gd name="connsiteY3" fmla="*/ 156187 h 1079151"/>
                <a:gd name="connsiteX4" fmla="*/ 1302938 w 1323664"/>
                <a:gd name="connsiteY4" fmla="*/ 749044 h 1079151"/>
                <a:gd name="connsiteX5" fmla="*/ 769434 w 1323664"/>
                <a:gd name="connsiteY5" fmla="*/ 1071509 h 1079151"/>
                <a:gd name="connsiteX6" fmla="*/ 200722 w 1323664"/>
                <a:gd name="connsiteY6" fmla="*/ 959997 h 1079151"/>
                <a:gd name="connsiteX7" fmla="*/ 144966 w 1323664"/>
                <a:gd name="connsiteY7" fmla="*/ 759275 h 1079151"/>
                <a:gd name="connsiteX0" fmla="*/ 0 w 1323664"/>
                <a:gd name="connsiteY0" fmla="*/ 324378 h 1079151"/>
                <a:gd name="connsiteX1" fmla="*/ 211873 w 1323664"/>
                <a:gd name="connsiteY1" fmla="*/ 101353 h 1079151"/>
                <a:gd name="connsiteX2" fmla="*/ 613317 w 1323664"/>
                <a:gd name="connsiteY2" fmla="*/ 992 h 1079151"/>
                <a:gd name="connsiteX3" fmla="*/ 1156223 w 1323664"/>
                <a:gd name="connsiteY3" fmla="*/ 156187 h 1079151"/>
                <a:gd name="connsiteX4" fmla="*/ 1302938 w 1323664"/>
                <a:gd name="connsiteY4" fmla="*/ 749044 h 1079151"/>
                <a:gd name="connsiteX5" fmla="*/ 769434 w 1323664"/>
                <a:gd name="connsiteY5" fmla="*/ 1071509 h 1079151"/>
                <a:gd name="connsiteX6" fmla="*/ 200722 w 1323664"/>
                <a:gd name="connsiteY6" fmla="*/ 959997 h 1079151"/>
                <a:gd name="connsiteX7" fmla="*/ 59262 w 1323664"/>
                <a:gd name="connsiteY7" fmla="*/ 747662 h 1079151"/>
                <a:gd name="connsiteX0" fmla="*/ 0 w 1323664"/>
                <a:gd name="connsiteY0" fmla="*/ 324378 h 1079151"/>
                <a:gd name="connsiteX1" fmla="*/ 211873 w 1323664"/>
                <a:gd name="connsiteY1" fmla="*/ 101353 h 1079151"/>
                <a:gd name="connsiteX2" fmla="*/ 613317 w 1323664"/>
                <a:gd name="connsiteY2" fmla="*/ 992 h 1079151"/>
                <a:gd name="connsiteX3" fmla="*/ 1156223 w 1323664"/>
                <a:gd name="connsiteY3" fmla="*/ 156187 h 1079151"/>
                <a:gd name="connsiteX4" fmla="*/ 1302938 w 1323664"/>
                <a:gd name="connsiteY4" fmla="*/ 749044 h 1079151"/>
                <a:gd name="connsiteX5" fmla="*/ 769434 w 1323664"/>
                <a:gd name="connsiteY5" fmla="*/ 1071509 h 1079151"/>
                <a:gd name="connsiteX6" fmla="*/ 200722 w 1323664"/>
                <a:gd name="connsiteY6" fmla="*/ 959997 h 1079151"/>
                <a:gd name="connsiteX7" fmla="*/ 16409 w 1323664"/>
                <a:gd name="connsiteY7" fmla="*/ 747662 h 1079151"/>
                <a:gd name="connsiteX0" fmla="*/ 0 w 1323664"/>
                <a:gd name="connsiteY0" fmla="*/ 324378 h 1079151"/>
                <a:gd name="connsiteX1" fmla="*/ 211873 w 1323664"/>
                <a:gd name="connsiteY1" fmla="*/ 101353 h 1079151"/>
                <a:gd name="connsiteX2" fmla="*/ 613317 w 1323664"/>
                <a:gd name="connsiteY2" fmla="*/ 992 h 1079151"/>
                <a:gd name="connsiteX3" fmla="*/ 1156223 w 1323664"/>
                <a:gd name="connsiteY3" fmla="*/ 156187 h 1079151"/>
                <a:gd name="connsiteX4" fmla="*/ 1302938 w 1323664"/>
                <a:gd name="connsiteY4" fmla="*/ 749044 h 1079151"/>
                <a:gd name="connsiteX5" fmla="*/ 769434 w 1323664"/>
                <a:gd name="connsiteY5" fmla="*/ 1071509 h 1079151"/>
                <a:gd name="connsiteX6" fmla="*/ 200722 w 1323664"/>
                <a:gd name="connsiteY6" fmla="*/ 959997 h 1079151"/>
                <a:gd name="connsiteX7" fmla="*/ 16409 w 1323664"/>
                <a:gd name="connsiteY7" fmla="*/ 724438 h 1079151"/>
                <a:gd name="connsiteX0" fmla="*/ 0 w 1331466"/>
                <a:gd name="connsiteY0" fmla="*/ 324378 h 1037073"/>
                <a:gd name="connsiteX1" fmla="*/ 211873 w 1331466"/>
                <a:gd name="connsiteY1" fmla="*/ 101353 h 1037073"/>
                <a:gd name="connsiteX2" fmla="*/ 613317 w 1331466"/>
                <a:gd name="connsiteY2" fmla="*/ 992 h 1037073"/>
                <a:gd name="connsiteX3" fmla="*/ 1156223 w 1331466"/>
                <a:gd name="connsiteY3" fmla="*/ 156187 h 1037073"/>
                <a:gd name="connsiteX4" fmla="*/ 1302938 w 1331466"/>
                <a:gd name="connsiteY4" fmla="*/ 749044 h 1037073"/>
                <a:gd name="connsiteX5" fmla="*/ 655161 w 1331466"/>
                <a:gd name="connsiteY5" fmla="*/ 1025061 h 1037073"/>
                <a:gd name="connsiteX6" fmla="*/ 200722 w 1331466"/>
                <a:gd name="connsiteY6" fmla="*/ 959997 h 1037073"/>
                <a:gd name="connsiteX7" fmla="*/ 16409 w 1331466"/>
                <a:gd name="connsiteY7" fmla="*/ 724438 h 1037073"/>
                <a:gd name="connsiteX0" fmla="*/ 0 w 1241149"/>
                <a:gd name="connsiteY0" fmla="*/ 324378 h 1037073"/>
                <a:gd name="connsiteX1" fmla="*/ 211873 w 1241149"/>
                <a:gd name="connsiteY1" fmla="*/ 101353 h 1037073"/>
                <a:gd name="connsiteX2" fmla="*/ 613317 w 1241149"/>
                <a:gd name="connsiteY2" fmla="*/ 992 h 1037073"/>
                <a:gd name="connsiteX3" fmla="*/ 1156223 w 1241149"/>
                <a:gd name="connsiteY3" fmla="*/ 156187 h 1037073"/>
                <a:gd name="connsiteX4" fmla="*/ 1188666 w 1241149"/>
                <a:gd name="connsiteY4" fmla="*/ 749044 h 1037073"/>
                <a:gd name="connsiteX5" fmla="*/ 655161 w 1241149"/>
                <a:gd name="connsiteY5" fmla="*/ 1025061 h 1037073"/>
                <a:gd name="connsiteX6" fmla="*/ 200722 w 1241149"/>
                <a:gd name="connsiteY6" fmla="*/ 959997 h 1037073"/>
                <a:gd name="connsiteX7" fmla="*/ 16409 w 1241149"/>
                <a:gd name="connsiteY7" fmla="*/ 724438 h 1037073"/>
                <a:gd name="connsiteX0" fmla="*/ 0 w 1216258"/>
                <a:gd name="connsiteY0" fmla="*/ 326691 h 1039386"/>
                <a:gd name="connsiteX1" fmla="*/ 211873 w 1216258"/>
                <a:gd name="connsiteY1" fmla="*/ 103666 h 1039386"/>
                <a:gd name="connsiteX2" fmla="*/ 613317 w 1216258"/>
                <a:gd name="connsiteY2" fmla="*/ 3305 h 1039386"/>
                <a:gd name="connsiteX3" fmla="*/ 1084803 w 1216258"/>
                <a:gd name="connsiteY3" fmla="*/ 216560 h 1039386"/>
                <a:gd name="connsiteX4" fmla="*/ 1188666 w 1216258"/>
                <a:gd name="connsiteY4" fmla="*/ 751357 h 1039386"/>
                <a:gd name="connsiteX5" fmla="*/ 655161 w 1216258"/>
                <a:gd name="connsiteY5" fmla="*/ 1027374 h 1039386"/>
                <a:gd name="connsiteX6" fmla="*/ 200722 w 1216258"/>
                <a:gd name="connsiteY6" fmla="*/ 962310 h 1039386"/>
                <a:gd name="connsiteX7" fmla="*/ 16409 w 1216258"/>
                <a:gd name="connsiteY7" fmla="*/ 726751 h 1039386"/>
                <a:gd name="connsiteX0" fmla="*/ 0 w 1218246"/>
                <a:gd name="connsiteY0" fmla="*/ 272923 h 985618"/>
                <a:gd name="connsiteX1" fmla="*/ 211873 w 1218246"/>
                <a:gd name="connsiteY1" fmla="*/ 49898 h 985618"/>
                <a:gd name="connsiteX2" fmla="*/ 541896 w 1218246"/>
                <a:gd name="connsiteY2" fmla="*/ 7597 h 985618"/>
                <a:gd name="connsiteX3" fmla="*/ 1084803 w 1218246"/>
                <a:gd name="connsiteY3" fmla="*/ 162792 h 985618"/>
                <a:gd name="connsiteX4" fmla="*/ 1188666 w 1218246"/>
                <a:gd name="connsiteY4" fmla="*/ 697589 h 985618"/>
                <a:gd name="connsiteX5" fmla="*/ 655161 w 1218246"/>
                <a:gd name="connsiteY5" fmla="*/ 973606 h 985618"/>
                <a:gd name="connsiteX6" fmla="*/ 200722 w 1218246"/>
                <a:gd name="connsiteY6" fmla="*/ 908542 h 985618"/>
                <a:gd name="connsiteX7" fmla="*/ 16409 w 1218246"/>
                <a:gd name="connsiteY7" fmla="*/ 672983 h 985618"/>
                <a:gd name="connsiteX0" fmla="*/ 0 w 1214604"/>
                <a:gd name="connsiteY0" fmla="*/ 275444 h 988139"/>
                <a:gd name="connsiteX1" fmla="*/ 211873 w 1214604"/>
                <a:gd name="connsiteY1" fmla="*/ 52419 h 988139"/>
                <a:gd name="connsiteX2" fmla="*/ 541896 w 1214604"/>
                <a:gd name="connsiteY2" fmla="*/ 10118 h 988139"/>
                <a:gd name="connsiteX3" fmla="*/ 1070518 w 1214604"/>
                <a:gd name="connsiteY3" fmla="*/ 200149 h 988139"/>
                <a:gd name="connsiteX4" fmla="*/ 1188666 w 1214604"/>
                <a:gd name="connsiteY4" fmla="*/ 700110 h 988139"/>
                <a:gd name="connsiteX5" fmla="*/ 655161 w 1214604"/>
                <a:gd name="connsiteY5" fmla="*/ 976127 h 988139"/>
                <a:gd name="connsiteX6" fmla="*/ 200722 w 1214604"/>
                <a:gd name="connsiteY6" fmla="*/ 911063 h 988139"/>
                <a:gd name="connsiteX7" fmla="*/ 16409 w 1214604"/>
                <a:gd name="connsiteY7" fmla="*/ 675504 h 988139"/>
                <a:gd name="connsiteX0" fmla="*/ 0 w 1212274"/>
                <a:gd name="connsiteY0" fmla="*/ 236166 h 948861"/>
                <a:gd name="connsiteX1" fmla="*/ 211873 w 1212274"/>
                <a:gd name="connsiteY1" fmla="*/ 13141 h 948861"/>
                <a:gd name="connsiteX2" fmla="*/ 641884 w 1212274"/>
                <a:gd name="connsiteY2" fmla="*/ 40513 h 948861"/>
                <a:gd name="connsiteX3" fmla="*/ 1070518 w 1212274"/>
                <a:gd name="connsiteY3" fmla="*/ 160871 h 948861"/>
                <a:gd name="connsiteX4" fmla="*/ 1188666 w 1212274"/>
                <a:gd name="connsiteY4" fmla="*/ 660832 h 948861"/>
                <a:gd name="connsiteX5" fmla="*/ 655161 w 1212274"/>
                <a:gd name="connsiteY5" fmla="*/ 936849 h 948861"/>
                <a:gd name="connsiteX6" fmla="*/ 200722 w 1212274"/>
                <a:gd name="connsiteY6" fmla="*/ 871785 h 948861"/>
                <a:gd name="connsiteX7" fmla="*/ 16409 w 1212274"/>
                <a:gd name="connsiteY7" fmla="*/ 636226 h 948861"/>
                <a:gd name="connsiteX0" fmla="*/ 0 w 1212274"/>
                <a:gd name="connsiteY0" fmla="*/ 196924 h 909619"/>
                <a:gd name="connsiteX1" fmla="*/ 240441 w 1212274"/>
                <a:gd name="connsiteY1" fmla="*/ 66795 h 909619"/>
                <a:gd name="connsiteX2" fmla="*/ 641884 w 1212274"/>
                <a:gd name="connsiteY2" fmla="*/ 1271 h 909619"/>
                <a:gd name="connsiteX3" fmla="*/ 1070518 w 1212274"/>
                <a:gd name="connsiteY3" fmla="*/ 121629 h 909619"/>
                <a:gd name="connsiteX4" fmla="*/ 1188666 w 1212274"/>
                <a:gd name="connsiteY4" fmla="*/ 621590 h 909619"/>
                <a:gd name="connsiteX5" fmla="*/ 655161 w 1212274"/>
                <a:gd name="connsiteY5" fmla="*/ 897607 h 909619"/>
                <a:gd name="connsiteX6" fmla="*/ 200722 w 1212274"/>
                <a:gd name="connsiteY6" fmla="*/ 832543 h 909619"/>
                <a:gd name="connsiteX7" fmla="*/ 16409 w 1212274"/>
                <a:gd name="connsiteY7" fmla="*/ 596984 h 909619"/>
                <a:gd name="connsiteX0" fmla="*/ 29965 w 1199386"/>
                <a:gd name="connsiteY0" fmla="*/ 302035 h 910223"/>
                <a:gd name="connsiteX1" fmla="*/ 227553 w 1199386"/>
                <a:gd name="connsiteY1" fmla="*/ 67399 h 910223"/>
                <a:gd name="connsiteX2" fmla="*/ 628996 w 1199386"/>
                <a:gd name="connsiteY2" fmla="*/ 1875 h 910223"/>
                <a:gd name="connsiteX3" fmla="*/ 1057630 w 1199386"/>
                <a:gd name="connsiteY3" fmla="*/ 122233 h 910223"/>
                <a:gd name="connsiteX4" fmla="*/ 1175778 w 1199386"/>
                <a:gd name="connsiteY4" fmla="*/ 622194 h 910223"/>
                <a:gd name="connsiteX5" fmla="*/ 642273 w 1199386"/>
                <a:gd name="connsiteY5" fmla="*/ 898211 h 910223"/>
                <a:gd name="connsiteX6" fmla="*/ 187834 w 1199386"/>
                <a:gd name="connsiteY6" fmla="*/ 833147 h 910223"/>
                <a:gd name="connsiteX7" fmla="*/ 3521 w 1199386"/>
                <a:gd name="connsiteY7" fmla="*/ 597588 h 910223"/>
                <a:gd name="connsiteX0" fmla="*/ 29965 w 1200018"/>
                <a:gd name="connsiteY0" fmla="*/ 336017 h 944205"/>
                <a:gd name="connsiteX1" fmla="*/ 227553 w 1200018"/>
                <a:gd name="connsiteY1" fmla="*/ 101381 h 944205"/>
                <a:gd name="connsiteX2" fmla="*/ 600429 w 1200018"/>
                <a:gd name="connsiteY2" fmla="*/ 1022 h 944205"/>
                <a:gd name="connsiteX3" fmla="*/ 1057630 w 1200018"/>
                <a:gd name="connsiteY3" fmla="*/ 156215 h 944205"/>
                <a:gd name="connsiteX4" fmla="*/ 1175778 w 1200018"/>
                <a:gd name="connsiteY4" fmla="*/ 656176 h 944205"/>
                <a:gd name="connsiteX5" fmla="*/ 642273 w 1200018"/>
                <a:gd name="connsiteY5" fmla="*/ 932193 h 944205"/>
                <a:gd name="connsiteX6" fmla="*/ 187834 w 1200018"/>
                <a:gd name="connsiteY6" fmla="*/ 867129 h 944205"/>
                <a:gd name="connsiteX7" fmla="*/ 3521 w 1200018"/>
                <a:gd name="connsiteY7" fmla="*/ 631570 h 944205"/>
                <a:gd name="connsiteX0" fmla="*/ 29965 w 1200019"/>
                <a:gd name="connsiteY0" fmla="*/ 336017 h 950725"/>
                <a:gd name="connsiteX1" fmla="*/ 227553 w 1200019"/>
                <a:gd name="connsiteY1" fmla="*/ 101381 h 950725"/>
                <a:gd name="connsiteX2" fmla="*/ 600429 w 1200019"/>
                <a:gd name="connsiteY2" fmla="*/ 1022 h 950725"/>
                <a:gd name="connsiteX3" fmla="*/ 1057630 w 1200019"/>
                <a:gd name="connsiteY3" fmla="*/ 156215 h 950725"/>
                <a:gd name="connsiteX4" fmla="*/ 1175779 w 1200019"/>
                <a:gd name="connsiteY4" fmla="*/ 563280 h 950725"/>
                <a:gd name="connsiteX5" fmla="*/ 642273 w 1200019"/>
                <a:gd name="connsiteY5" fmla="*/ 932193 h 950725"/>
                <a:gd name="connsiteX6" fmla="*/ 187834 w 1200019"/>
                <a:gd name="connsiteY6" fmla="*/ 867129 h 950725"/>
                <a:gd name="connsiteX7" fmla="*/ 3521 w 1200019"/>
                <a:gd name="connsiteY7" fmla="*/ 631570 h 950725"/>
                <a:gd name="connsiteX0" fmla="*/ 29965 w 1188344"/>
                <a:gd name="connsiteY0" fmla="*/ 336017 h 950725"/>
                <a:gd name="connsiteX1" fmla="*/ 227553 w 1188344"/>
                <a:gd name="connsiteY1" fmla="*/ 101381 h 950725"/>
                <a:gd name="connsiteX2" fmla="*/ 600429 w 1188344"/>
                <a:gd name="connsiteY2" fmla="*/ 1022 h 950725"/>
                <a:gd name="connsiteX3" fmla="*/ 1057630 w 1188344"/>
                <a:gd name="connsiteY3" fmla="*/ 156215 h 950725"/>
                <a:gd name="connsiteX4" fmla="*/ 1175779 w 1188344"/>
                <a:gd name="connsiteY4" fmla="*/ 563280 h 950725"/>
                <a:gd name="connsiteX5" fmla="*/ 642273 w 1188344"/>
                <a:gd name="connsiteY5" fmla="*/ 932193 h 950725"/>
                <a:gd name="connsiteX6" fmla="*/ 187834 w 1188344"/>
                <a:gd name="connsiteY6" fmla="*/ 867129 h 950725"/>
                <a:gd name="connsiteX7" fmla="*/ 3521 w 1188344"/>
                <a:gd name="connsiteY7" fmla="*/ 631570 h 950725"/>
                <a:gd name="connsiteX0" fmla="*/ 29965 w 1183770"/>
                <a:gd name="connsiteY0" fmla="*/ 336017 h 941233"/>
                <a:gd name="connsiteX1" fmla="*/ 227553 w 1183770"/>
                <a:gd name="connsiteY1" fmla="*/ 101381 h 941233"/>
                <a:gd name="connsiteX2" fmla="*/ 600429 w 1183770"/>
                <a:gd name="connsiteY2" fmla="*/ 1022 h 941233"/>
                <a:gd name="connsiteX3" fmla="*/ 1057630 w 1183770"/>
                <a:gd name="connsiteY3" fmla="*/ 156215 h 941233"/>
                <a:gd name="connsiteX4" fmla="*/ 1175779 w 1183770"/>
                <a:gd name="connsiteY4" fmla="*/ 563280 h 941233"/>
                <a:gd name="connsiteX5" fmla="*/ 885103 w 1183770"/>
                <a:gd name="connsiteY5" fmla="*/ 920580 h 941233"/>
                <a:gd name="connsiteX6" fmla="*/ 187834 w 1183770"/>
                <a:gd name="connsiteY6" fmla="*/ 867129 h 941233"/>
                <a:gd name="connsiteX7" fmla="*/ 3521 w 1183770"/>
                <a:gd name="connsiteY7" fmla="*/ 631570 h 941233"/>
                <a:gd name="connsiteX0" fmla="*/ 29965 w 1184662"/>
                <a:gd name="connsiteY0" fmla="*/ 336017 h 923781"/>
                <a:gd name="connsiteX1" fmla="*/ 227553 w 1184662"/>
                <a:gd name="connsiteY1" fmla="*/ 101381 h 923781"/>
                <a:gd name="connsiteX2" fmla="*/ 600429 w 1184662"/>
                <a:gd name="connsiteY2" fmla="*/ 1022 h 923781"/>
                <a:gd name="connsiteX3" fmla="*/ 1057630 w 1184662"/>
                <a:gd name="connsiteY3" fmla="*/ 156215 h 923781"/>
                <a:gd name="connsiteX4" fmla="*/ 1175779 w 1184662"/>
                <a:gd name="connsiteY4" fmla="*/ 563280 h 923781"/>
                <a:gd name="connsiteX5" fmla="*/ 870818 w 1184662"/>
                <a:gd name="connsiteY5" fmla="*/ 897356 h 923781"/>
                <a:gd name="connsiteX6" fmla="*/ 187834 w 1184662"/>
                <a:gd name="connsiteY6" fmla="*/ 867129 h 923781"/>
                <a:gd name="connsiteX7" fmla="*/ 3521 w 1184662"/>
                <a:gd name="connsiteY7" fmla="*/ 631570 h 923781"/>
                <a:gd name="connsiteX0" fmla="*/ 0 w 1154697"/>
                <a:gd name="connsiteY0" fmla="*/ 336017 h 923781"/>
                <a:gd name="connsiteX1" fmla="*/ 197588 w 1154697"/>
                <a:gd name="connsiteY1" fmla="*/ 101381 h 923781"/>
                <a:gd name="connsiteX2" fmla="*/ 570464 w 1154697"/>
                <a:gd name="connsiteY2" fmla="*/ 1022 h 923781"/>
                <a:gd name="connsiteX3" fmla="*/ 1027665 w 1154697"/>
                <a:gd name="connsiteY3" fmla="*/ 156215 h 923781"/>
                <a:gd name="connsiteX4" fmla="*/ 1145814 w 1154697"/>
                <a:gd name="connsiteY4" fmla="*/ 563280 h 923781"/>
                <a:gd name="connsiteX5" fmla="*/ 840853 w 1154697"/>
                <a:gd name="connsiteY5" fmla="*/ 897356 h 923781"/>
                <a:gd name="connsiteX6" fmla="*/ 157869 w 1154697"/>
                <a:gd name="connsiteY6" fmla="*/ 867129 h 923781"/>
                <a:gd name="connsiteX7" fmla="*/ 30693 w 1154697"/>
                <a:gd name="connsiteY7" fmla="*/ 585122 h 923781"/>
                <a:gd name="connsiteX0" fmla="*/ 0 w 1154697"/>
                <a:gd name="connsiteY0" fmla="*/ 336017 h 919738"/>
                <a:gd name="connsiteX1" fmla="*/ 197588 w 1154697"/>
                <a:gd name="connsiteY1" fmla="*/ 101381 h 919738"/>
                <a:gd name="connsiteX2" fmla="*/ 570464 w 1154697"/>
                <a:gd name="connsiteY2" fmla="*/ 1022 h 919738"/>
                <a:gd name="connsiteX3" fmla="*/ 1027665 w 1154697"/>
                <a:gd name="connsiteY3" fmla="*/ 156215 h 919738"/>
                <a:gd name="connsiteX4" fmla="*/ 1145814 w 1154697"/>
                <a:gd name="connsiteY4" fmla="*/ 563280 h 919738"/>
                <a:gd name="connsiteX5" fmla="*/ 840853 w 1154697"/>
                <a:gd name="connsiteY5" fmla="*/ 897356 h 919738"/>
                <a:gd name="connsiteX6" fmla="*/ 243573 w 1154697"/>
                <a:gd name="connsiteY6" fmla="*/ 855517 h 919738"/>
                <a:gd name="connsiteX7" fmla="*/ 30693 w 1154697"/>
                <a:gd name="connsiteY7" fmla="*/ 585122 h 919738"/>
                <a:gd name="connsiteX0" fmla="*/ 0 w 1154697"/>
                <a:gd name="connsiteY0" fmla="*/ 336017 h 935214"/>
                <a:gd name="connsiteX1" fmla="*/ 197588 w 1154697"/>
                <a:gd name="connsiteY1" fmla="*/ 101381 h 935214"/>
                <a:gd name="connsiteX2" fmla="*/ 570464 w 1154697"/>
                <a:gd name="connsiteY2" fmla="*/ 1022 h 935214"/>
                <a:gd name="connsiteX3" fmla="*/ 1027665 w 1154697"/>
                <a:gd name="connsiteY3" fmla="*/ 156215 h 935214"/>
                <a:gd name="connsiteX4" fmla="*/ 1145814 w 1154697"/>
                <a:gd name="connsiteY4" fmla="*/ 563280 h 935214"/>
                <a:gd name="connsiteX5" fmla="*/ 840853 w 1154697"/>
                <a:gd name="connsiteY5" fmla="*/ 897356 h 935214"/>
                <a:gd name="connsiteX6" fmla="*/ 243573 w 1154697"/>
                <a:gd name="connsiteY6" fmla="*/ 855517 h 935214"/>
                <a:gd name="connsiteX7" fmla="*/ 30693 w 1154697"/>
                <a:gd name="connsiteY7" fmla="*/ 585122 h 935214"/>
                <a:gd name="connsiteX0" fmla="*/ 0 w 1154697"/>
                <a:gd name="connsiteY0" fmla="*/ 336017 h 926724"/>
                <a:gd name="connsiteX1" fmla="*/ 197588 w 1154697"/>
                <a:gd name="connsiteY1" fmla="*/ 101381 h 926724"/>
                <a:gd name="connsiteX2" fmla="*/ 570464 w 1154697"/>
                <a:gd name="connsiteY2" fmla="*/ 1022 h 926724"/>
                <a:gd name="connsiteX3" fmla="*/ 1027665 w 1154697"/>
                <a:gd name="connsiteY3" fmla="*/ 156215 h 926724"/>
                <a:gd name="connsiteX4" fmla="*/ 1145814 w 1154697"/>
                <a:gd name="connsiteY4" fmla="*/ 563280 h 926724"/>
                <a:gd name="connsiteX5" fmla="*/ 840852 w 1154697"/>
                <a:gd name="connsiteY5" fmla="*/ 885744 h 926724"/>
                <a:gd name="connsiteX6" fmla="*/ 243573 w 1154697"/>
                <a:gd name="connsiteY6" fmla="*/ 855517 h 926724"/>
                <a:gd name="connsiteX7" fmla="*/ 30693 w 1154697"/>
                <a:gd name="connsiteY7" fmla="*/ 585122 h 926724"/>
                <a:gd name="connsiteX0" fmla="*/ 0 w 1154697"/>
                <a:gd name="connsiteY0" fmla="*/ 336017 h 926724"/>
                <a:gd name="connsiteX1" fmla="*/ 197588 w 1154697"/>
                <a:gd name="connsiteY1" fmla="*/ 101381 h 926724"/>
                <a:gd name="connsiteX2" fmla="*/ 570464 w 1154697"/>
                <a:gd name="connsiteY2" fmla="*/ 1022 h 926724"/>
                <a:gd name="connsiteX3" fmla="*/ 1027665 w 1154697"/>
                <a:gd name="connsiteY3" fmla="*/ 156215 h 926724"/>
                <a:gd name="connsiteX4" fmla="*/ 1145814 w 1154697"/>
                <a:gd name="connsiteY4" fmla="*/ 563280 h 926724"/>
                <a:gd name="connsiteX5" fmla="*/ 840852 w 1154697"/>
                <a:gd name="connsiteY5" fmla="*/ 885744 h 926724"/>
                <a:gd name="connsiteX6" fmla="*/ 243573 w 1154697"/>
                <a:gd name="connsiteY6" fmla="*/ 855517 h 926724"/>
                <a:gd name="connsiteX7" fmla="*/ 30693 w 1154697"/>
                <a:gd name="connsiteY7" fmla="*/ 585122 h 926724"/>
                <a:gd name="connsiteX0" fmla="*/ 0 w 1157287"/>
                <a:gd name="connsiteY0" fmla="*/ 335379 h 926086"/>
                <a:gd name="connsiteX1" fmla="*/ 197588 w 1157287"/>
                <a:gd name="connsiteY1" fmla="*/ 100743 h 926086"/>
                <a:gd name="connsiteX2" fmla="*/ 570464 w 1157287"/>
                <a:gd name="connsiteY2" fmla="*/ 384 h 926086"/>
                <a:gd name="connsiteX3" fmla="*/ 1041949 w 1157287"/>
                <a:gd name="connsiteY3" fmla="*/ 132353 h 926086"/>
                <a:gd name="connsiteX4" fmla="*/ 1145814 w 1157287"/>
                <a:gd name="connsiteY4" fmla="*/ 562642 h 926086"/>
                <a:gd name="connsiteX5" fmla="*/ 840852 w 1157287"/>
                <a:gd name="connsiteY5" fmla="*/ 885106 h 926086"/>
                <a:gd name="connsiteX6" fmla="*/ 243573 w 1157287"/>
                <a:gd name="connsiteY6" fmla="*/ 854879 h 926086"/>
                <a:gd name="connsiteX7" fmla="*/ 30693 w 1157287"/>
                <a:gd name="connsiteY7" fmla="*/ 584484 h 926086"/>
                <a:gd name="connsiteX0" fmla="*/ 0 w 1156201"/>
                <a:gd name="connsiteY0" fmla="*/ 346933 h 937640"/>
                <a:gd name="connsiteX1" fmla="*/ 197588 w 1156201"/>
                <a:gd name="connsiteY1" fmla="*/ 112297 h 937640"/>
                <a:gd name="connsiteX2" fmla="*/ 627601 w 1156201"/>
                <a:gd name="connsiteY2" fmla="*/ 326 h 937640"/>
                <a:gd name="connsiteX3" fmla="*/ 1041949 w 1156201"/>
                <a:gd name="connsiteY3" fmla="*/ 143907 h 937640"/>
                <a:gd name="connsiteX4" fmla="*/ 1145814 w 1156201"/>
                <a:gd name="connsiteY4" fmla="*/ 574196 h 937640"/>
                <a:gd name="connsiteX5" fmla="*/ 840852 w 1156201"/>
                <a:gd name="connsiteY5" fmla="*/ 896660 h 937640"/>
                <a:gd name="connsiteX6" fmla="*/ 243573 w 1156201"/>
                <a:gd name="connsiteY6" fmla="*/ 866433 h 937640"/>
                <a:gd name="connsiteX7" fmla="*/ 30693 w 1156201"/>
                <a:gd name="connsiteY7" fmla="*/ 596038 h 937640"/>
                <a:gd name="connsiteX0" fmla="*/ 0 w 1156201"/>
                <a:gd name="connsiteY0" fmla="*/ 346933 h 937640"/>
                <a:gd name="connsiteX1" fmla="*/ 197588 w 1156201"/>
                <a:gd name="connsiteY1" fmla="*/ 112297 h 937640"/>
                <a:gd name="connsiteX2" fmla="*/ 627601 w 1156201"/>
                <a:gd name="connsiteY2" fmla="*/ 326 h 937640"/>
                <a:gd name="connsiteX3" fmla="*/ 1041949 w 1156201"/>
                <a:gd name="connsiteY3" fmla="*/ 143907 h 937640"/>
                <a:gd name="connsiteX4" fmla="*/ 1145814 w 1156201"/>
                <a:gd name="connsiteY4" fmla="*/ 574196 h 937640"/>
                <a:gd name="connsiteX5" fmla="*/ 840852 w 1156201"/>
                <a:gd name="connsiteY5" fmla="*/ 896660 h 937640"/>
                <a:gd name="connsiteX6" fmla="*/ 243573 w 1156201"/>
                <a:gd name="connsiteY6" fmla="*/ 866433 h 937640"/>
                <a:gd name="connsiteX7" fmla="*/ 30693 w 1156201"/>
                <a:gd name="connsiteY7" fmla="*/ 596038 h 937640"/>
                <a:gd name="connsiteX0" fmla="*/ 0 w 1182539"/>
                <a:gd name="connsiteY0" fmla="*/ 346933 h 926505"/>
                <a:gd name="connsiteX1" fmla="*/ 197588 w 1182539"/>
                <a:gd name="connsiteY1" fmla="*/ 112297 h 926505"/>
                <a:gd name="connsiteX2" fmla="*/ 627601 w 1182539"/>
                <a:gd name="connsiteY2" fmla="*/ 326 h 926505"/>
                <a:gd name="connsiteX3" fmla="*/ 1041949 w 1182539"/>
                <a:gd name="connsiteY3" fmla="*/ 143907 h 926505"/>
                <a:gd name="connsiteX4" fmla="*/ 1174383 w 1182539"/>
                <a:gd name="connsiteY4" fmla="*/ 516136 h 926505"/>
                <a:gd name="connsiteX5" fmla="*/ 840852 w 1182539"/>
                <a:gd name="connsiteY5" fmla="*/ 896660 h 926505"/>
                <a:gd name="connsiteX6" fmla="*/ 243573 w 1182539"/>
                <a:gd name="connsiteY6" fmla="*/ 866433 h 926505"/>
                <a:gd name="connsiteX7" fmla="*/ 30693 w 1182539"/>
                <a:gd name="connsiteY7" fmla="*/ 596038 h 926505"/>
                <a:gd name="connsiteX0" fmla="*/ 0 w 1182539"/>
                <a:gd name="connsiteY0" fmla="*/ 346933 h 926505"/>
                <a:gd name="connsiteX1" fmla="*/ 197588 w 1182539"/>
                <a:gd name="connsiteY1" fmla="*/ 112297 h 926505"/>
                <a:gd name="connsiteX2" fmla="*/ 627601 w 1182539"/>
                <a:gd name="connsiteY2" fmla="*/ 326 h 926505"/>
                <a:gd name="connsiteX3" fmla="*/ 1041949 w 1182539"/>
                <a:gd name="connsiteY3" fmla="*/ 143907 h 926505"/>
                <a:gd name="connsiteX4" fmla="*/ 1174383 w 1182539"/>
                <a:gd name="connsiteY4" fmla="*/ 516136 h 926505"/>
                <a:gd name="connsiteX5" fmla="*/ 840852 w 1182539"/>
                <a:gd name="connsiteY5" fmla="*/ 896660 h 926505"/>
                <a:gd name="connsiteX6" fmla="*/ 243573 w 1182539"/>
                <a:gd name="connsiteY6" fmla="*/ 866433 h 926505"/>
                <a:gd name="connsiteX7" fmla="*/ 30693 w 1182539"/>
                <a:gd name="connsiteY7" fmla="*/ 596038 h 926505"/>
                <a:gd name="connsiteX0" fmla="*/ 0 w 1182539"/>
                <a:gd name="connsiteY0" fmla="*/ 346933 h 947080"/>
                <a:gd name="connsiteX1" fmla="*/ 197588 w 1182539"/>
                <a:gd name="connsiteY1" fmla="*/ 112297 h 947080"/>
                <a:gd name="connsiteX2" fmla="*/ 627601 w 1182539"/>
                <a:gd name="connsiteY2" fmla="*/ 326 h 947080"/>
                <a:gd name="connsiteX3" fmla="*/ 1041949 w 1182539"/>
                <a:gd name="connsiteY3" fmla="*/ 143907 h 947080"/>
                <a:gd name="connsiteX4" fmla="*/ 1174383 w 1182539"/>
                <a:gd name="connsiteY4" fmla="*/ 516136 h 947080"/>
                <a:gd name="connsiteX5" fmla="*/ 840852 w 1182539"/>
                <a:gd name="connsiteY5" fmla="*/ 896660 h 947080"/>
                <a:gd name="connsiteX6" fmla="*/ 243573 w 1182539"/>
                <a:gd name="connsiteY6" fmla="*/ 866433 h 947080"/>
                <a:gd name="connsiteX7" fmla="*/ 30693 w 1182539"/>
                <a:gd name="connsiteY7" fmla="*/ 596038 h 947080"/>
                <a:gd name="connsiteX0" fmla="*/ 0 w 1180141"/>
                <a:gd name="connsiteY0" fmla="*/ 346933 h 955590"/>
                <a:gd name="connsiteX1" fmla="*/ 197588 w 1180141"/>
                <a:gd name="connsiteY1" fmla="*/ 112297 h 955590"/>
                <a:gd name="connsiteX2" fmla="*/ 627601 w 1180141"/>
                <a:gd name="connsiteY2" fmla="*/ 326 h 955590"/>
                <a:gd name="connsiteX3" fmla="*/ 1041949 w 1180141"/>
                <a:gd name="connsiteY3" fmla="*/ 143907 h 955590"/>
                <a:gd name="connsiteX4" fmla="*/ 1174383 w 1180141"/>
                <a:gd name="connsiteY4" fmla="*/ 516136 h 955590"/>
                <a:gd name="connsiteX5" fmla="*/ 883703 w 1180141"/>
                <a:gd name="connsiteY5" fmla="*/ 908272 h 955590"/>
                <a:gd name="connsiteX6" fmla="*/ 243573 w 1180141"/>
                <a:gd name="connsiteY6" fmla="*/ 866433 h 955590"/>
                <a:gd name="connsiteX7" fmla="*/ 30693 w 1180141"/>
                <a:gd name="connsiteY7" fmla="*/ 596038 h 955590"/>
                <a:gd name="connsiteX0" fmla="*/ 0 w 1207549"/>
                <a:gd name="connsiteY0" fmla="*/ 346933 h 935812"/>
                <a:gd name="connsiteX1" fmla="*/ 197588 w 1207549"/>
                <a:gd name="connsiteY1" fmla="*/ 112297 h 935812"/>
                <a:gd name="connsiteX2" fmla="*/ 627601 w 1207549"/>
                <a:gd name="connsiteY2" fmla="*/ 326 h 935812"/>
                <a:gd name="connsiteX3" fmla="*/ 1041949 w 1207549"/>
                <a:gd name="connsiteY3" fmla="*/ 143907 h 935812"/>
                <a:gd name="connsiteX4" fmla="*/ 1202951 w 1207549"/>
                <a:gd name="connsiteY4" fmla="*/ 504523 h 935812"/>
                <a:gd name="connsiteX5" fmla="*/ 883703 w 1207549"/>
                <a:gd name="connsiteY5" fmla="*/ 908272 h 935812"/>
                <a:gd name="connsiteX6" fmla="*/ 243573 w 1207549"/>
                <a:gd name="connsiteY6" fmla="*/ 866433 h 935812"/>
                <a:gd name="connsiteX7" fmla="*/ 30693 w 1207549"/>
                <a:gd name="connsiteY7" fmla="*/ 596038 h 935812"/>
                <a:gd name="connsiteX0" fmla="*/ 0 w 1202973"/>
                <a:gd name="connsiteY0" fmla="*/ 346933 h 935812"/>
                <a:gd name="connsiteX1" fmla="*/ 197588 w 1202973"/>
                <a:gd name="connsiteY1" fmla="*/ 112297 h 935812"/>
                <a:gd name="connsiteX2" fmla="*/ 627601 w 1202973"/>
                <a:gd name="connsiteY2" fmla="*/ 326 h 935812"/>
                <a:gd name="connsiteX3" fmla="*/ 1041949 w 1202973"/>
                <a:gd name="connsiteY3" fmla="*/ 143907 h 935812"/>
                <a:gd name="connsiteX4" fmla="*/ 1202951 w 1202973"/>
                <a:gd name="connsiteY4" fmla="*/ 504523 h 935812"/>
                <a:gd name="connsiteX5" fmla="*/ 883703 w 1202973"/>
                <a:gd name="connsiteY5" fmla="*/ 908272 h 935812"/>
                <a:gd name="connsiteX6" fmla="*/ 243573 w 1202973"/>
                <a:gd name="connsiteY6" fmla="*/ 866433 h 935812"/>
                <a:gd name="connsiteX7" fmla="*/ 30693 w 1202973"/>
                <a:gd name="connsiteY7" fmla="*/ 596038 h 935812"/>
                <a:gd name="connsiteX0" fmla="*/ 0 w 1209633"/>
                <a:gd name="connsiteY0" fmla="*/ 346933 h 935812"/>
                <a:gd name="connsiteX1" fmla="*/ 197588 w 1209633"/>
                <a:gd name="connsiteY1" fmla="*/ 112297 h 935812"/>
                <a:gd name="connsiteX2" fmla="*/ 627601 w 1209633"/>
                <a:gd name="connsiteY2" fmla="*/ 326 h 935812"/>
                <a:gd name="connsiteX3" fmla="*/ 1041949 w 1209633"/>
                <a:gd name="connsiteY3" fmla="*/ 143907 h 935812"/>
                <a:gd name="connsiteX4" fmla="*/ 1202951 w 1209633"/>
                <a:gd name="connsiteY4" fmla="*/ 504523 h 935812"/>
                <a:gd name="connsiteX5" fmla="*/ 840851 w 1209633"/>
                <a:gd name="connsiteY5" fmla="*/ 908272 h 935812"/>
                <a:gd name="connsiteX6" fmla="*/ 243573 w 1209633"/>
                <a:gd name="connsiteY6" fmla="*/ 866433 h 935812"/>
                <a:gd name="connsiteX7" fmla="*/ 30693 w 1209633"/>
                <a:gd name="connsiteY7" fmla="*/ 596038 h 935812"/>
                <a:gd name="connsiteX0" fmla="*/ 0 w 1209632"/>
                <a:gd name="connsiteY0" fmla="*/ 346933 h 935812"/>
                <a:gd name="connsiteX1" fmla="*/ 197588 w 1209632"/>
                <a:gd name="connsiteY1" fmla="*/ 112297 h 935812"/>
                <a:gd name="connsiteX2" fmla="*/ 627601 w 1209632"/>
                <a:gd name="connsiteY2" fmla="*/ 326 h 935812"/>
                <a:gd name="connsiteX3" fmla="*/ 1041949 w 1209632"/>
                <a:gd name="connsiteY3" fmla="*/ 143907 h 935812"/>
                <a:gd name="connsiteX4" fmla="*/ 1202951 w 1209632"/>
                <a:gd name="connsiteY4" fmla="*/ 504523 h 935812"/>
                <a:gd name="connsiteX5" fmla="*/ 840851 w 1209632"/>
                <a:gd name="connsiteY5" fmla="*/ 908272 h 935812"/>
                <a:gd name="connsiteX6" fmla="*/ 243573 w 1209632"/>
                <a:gd name="connsiteY6" fmla="*/ 866433 h 935812"/>
                <a:gd name="connsiteX7" fmla="*/ 30693 w 1209632"/>
                <a:gd name="connsiteY7" fmla="*/ 596038 h 935812"/>
                <a:gd name="connsiteX0" fmla="*/ 0 w 1209632"/>
                <a:gd name="connsiteY0" fmla="*/ 346933 h 935812"/>
                <a:gd name="connsiteX1" fmla="*/ 197588 w 1209632"/>
                <a:gd name="connsiteY1" fmla="*/ 112297 h 935812"/>
                <a:gd name="connsiteX2" fmla="*/ 627601 w 1209632"/>
                <a:gd name="connsiteY2" fmla="*/ 326 h 935812"/>
                <a:gd name="connsiteX3" fmla="*/ 1041949 w 1209632"/>
                <a:gd name="connsiteY3" fmla="*/ 143907 h 935812"/>
                <a:gd name="connsiteX4" fmla="*/ 1202951 w 1209632"/>
                <a:gd name="connsiteY4" fmla="*/ 504523 h 935812"/>
                <a:gd name="connsiteX5" fmla="*/ 840851 w 1209632"/>
                <a:gd name="connsiteY5" fmla="*/ 908272 h 935812"/>
                <a:gd name="connsiteX6" fmla="*/ 243573 w 1209632"/>
                <a:gd name="connsiteY6" fmla="*/ 866433 h 935812"/>
                <a:gd name="connsiteX7" fmla="*/ 30693 w 1209632"/>
                <a:gd name="connsiteY7" fmla="*/ 596038 h 935812"/>
                <a:gd name="connsiteX0" fmla="*/ 0 w 1205707"/>
                <a:gd name="connsiteY0" fmla="*/ 346933 h 935812"/>
                <a:gd name="connsiteX1" fmla="*/ 197588 w 1205707"/>
                <a:gd name="connsiteY1" fmla="*/ 112297 h 935812"/>
                <a:gd name="connsiteX2" fmla="*/ 627601 w 1205707"/>
                <a:gd name="connsiteY2" fmla="*/ 326 h 935812"/>
                <a:gd name="connsiteX3" fmla="*/ 1041949 w 1205707"/>
                <a:gd name="connsiteY3" fmla="*/ 143907 h 935812"/>
                <a:gd name="connsiteX4" fmla="*/ 1202951 w 1205707"/>
                <a:gd name="connsiteY4" fmla="*/ 504523 h 935812"/>
                <a:gd name="connsiteX5" fmla="*/ 840851 w 1205707"/>
                <a:gd name="connsiteY5" fmla="*/ 908272 h 935812"/>
                <a:gd name="connsiteX6" fmla="*/ 243573 w 1205707"/>
                <a:gd name="connsiteY6" fmla="*/ 866433 h 935812"/>
                <a:gd name="connsiteX7" fmla="*/ 30693 w 1205707"/>
                <a:gd name="connsiteY7" fmla="*/ 596038 h 935812"/>
                <a:gd name="connsiteX0" fmla="*/ 0 w 1205707"/>
                <a:gd name="connsiteY0" fmla="*/ 346933 h 935812"/>
                <a:gd name="connsiteX1" fmla="*/ 197588 w 1205707"/>
                <a:gd name="connsiteY1" fmla="*/ 112297 h 935812"/>
                <a:gd name="connsiteX2" fmla="*/ 627601 w 1205707"/>
                <a:gd name="connsiteY2" fmla="*/ 326 h 935812"/>
                <a:gd name="connsiteX3" fmla="*/ 1041949 w 1205707"/>
                <a:gd name="connsiteY3" fmla="*/ 143907 h 935812"/>
                <a:gd name="connsiteX4" fmla="*/ 1202951 w 1205707"/>
                <a:gd name="connsiteY4" fmla="*/ 504523 h 935812"/>
                <a:gd name="connsiteX5" fmla="*/ 840851 w 1205707"/>
                <a:gd name="connsiteY5" fmla="*/ 908272 h 935812"/>
                <a:gd name="connsiteX6" fmla="*/ 243573 w 1205707"/>
                <a:gd name="connsiteY6" fmla="*/ 866433 h 935812"/>
                <a:gd name="connsiteX7" fmla="*/ 30693 w 1205707"/>
                <a:gd name="connsiteY7" fmla="*/ 596038 h 935812"/>
                <a:gd name="connsiteX0" fmla="*/ 0 w 1205707"/>
                <a:gd name="connsiteY0" fmla="*/ 346933 h 935812"/>
                <a:gd name="connsiteX1" fmla="*/ 197588 w 1205707"/>
                <a:gd name="connsiteY1" fmla="*/ 112297 h 935812"/>
                <a:gd name="connsiteX2" fmla="*/ 627601 w 1205707"/>
                <a:gd name="connsiteY2" fmla="*/ 326 h 935812"/>
                <a:gd name="connsiteX3" fmla="*/ 1041949 w 1205707"/>
                <a:gd name="connsiteY3" fmla="*/ 143907 h 935812"/>
                <a:gd name="connsiteX4" fmla="*/ 1202951 w 1205707"/>
                <a:gd name="connsiteY4" fmla="*/ 504523 h 935812"/>
                <a:gd name="connsiteX5" fmla="*/ 840851 w 1205707"/>
                <a:gd name="connsiteY5" fmla="*/ 908272 h 935812"/>
                <a:gd name="connsiteX6" fmla="*/ 243573 w 1205707"/>
                <a:gd name="connsiteY6" fmla="*/ 866433 h 935812"/>
                <a:gd name="connsiteX7" fmla="*/ 30693 w 1205707"/>
                <a:gd name="connsiteY7" fmla="*/ 596038 h 935812"/>
                <a:gd name="connsiteX0" fmla="*/ 0 w 1207170"/>
                <a:gd name="connsiteY0" fmla="*/ 365619 h 954498"/>
                <a:gd name="connsiteX1" fmla="*/ 197588 w 1207170"/>
                <a:gd name="connsiteY1" fmla="*/ 130983 h 954498"/>
                <a:gd name="connsiteX2" fmla="*/ 627601 w 1207170"/>
                <a:gd name="connsiteY2" fmla="*/ 19012 h 954498"/>
                <a:gd name="connsiteX3" fmla="*/ 1202951 w 1207170"/>
                <a:gd name="connsiteY3" fmla="*/ 523209 h 954498"/>
                <a:gd name="connsiteX4" fmla="*/ 840851 w 1207170"/>
                <a:gd name="connsiteY4" fmla="*/ 926958 h 954498"/>
                <a:gd name="connsiteX5" fmla="*/ 243573 w 1207170"/>
                <a:gd name="connsiteY5" fmla="*/ 885119 h 954498"/>
                <a:gd name="connsiteX6" fmla="*/ 30693 w 1207170"/>
                <a:gd name="connsiteY6" fmla="*/ 614724 h 954498"/>
                <a:gd name="connsiteX0" fmla="*/ 0 w 1202977"/>
                <a:gd name="connsiteY0" fmla="*/ 365619 h 954498"/>
                <a:gd name="connsiteX1" fmla="*/ 197588 w 1202977"/>
                <a:gd name="connsiteY1" fmla="*/ 130983 h 954498"/>
                <a:gd name="connsiteX2" fmla="*/ 856146 w 1202977"/>
                <a:gd name="connsiteY2" fmla="*/ 19012 h 954498"/>
                <a:gd name="connsiteX3" fmla="*/ 1202951 w 1202977"/>
                <a:gd name="connsiteY3" fmla="*/ 523209 h 954498"/>
                <a:gd name="connsiteX4" fmla="*/ 840851 w 1202977"/>
                <a:gd name="connsiteY4" fmla="*/ 926958 h 954498"/>
                <a:gd name="connsiteX5" fmla="*/ 243573 w 1202977"/>
                <a:gd name="connsiteY5" fmla="*/ 885119 h 954498"/>
                <a:gd name="connsiteX6" fmla="*/ 30693 w 1202977"/>
                <a:gd name="connsiteY6" fmla="*/ 614724 h 954498"/>
                <a:gd name="connsiteX0" fmla="*/ 0 w 1203202"/>
                <a:gd name="connsiteY0" fmla="*/ 389310 h 978189"/>
                <a:gd name="connsiteX1" fmla="*/ 197588 w 1203202"/>
                <a:gd name="connsiteY1" fmla="*/ 154674 h 978189"/>
                <a:gd name="connsiteX2" fmla="*/ 856146 w 1203202"/>
                <a:gd name="connsiteY2" fmla="*/ 42703 h 978189"/>
                <a:gd name="connsiteX3" fmla="*/ 1202951 w 1203202"/>
                <a:gd name="connsiteY3" fmla="*/ 546900 h 978189"/>
                <a:gd name="connsiteX4" fmla="*/ 840851 w 1203202"/>
                <a:gd name="connsiteY4" fmla="*/ 950649 h 978189"/>
                <a:gd name="connsiteX5" fmla="*/ 243573 w 1203202"/>
                <a:gd name="connsiteY5" fmla="*/ 908810 h 978189"/>
                <a:gd name="connsiteX6" fmla="*/ 30693 w 1203202"/>
                <a:gd name="connsiteY6" fmla="*/ 638415 h 978189"/>
                <a:gd name="connsiteX0" fmla="*/ 0 w 1202951"/>
                <a:gd name="connsiteY0" fmla="*/ 389310 h 978189"/>
                <a:gd name="connsiteX1" fmla="*/ 197588 w 1202951"/>
                <a:gd name="connsiteY1" fmla="*/ 154674 h 978189"/>
                <a:gd name="connsiteX2" fmla="*/ 841863 w 1202951"/>
                <a:gd name="connsiteY2" fmla="*/ 42703 h 978189"/>
                <a:gd name="connsiteX3" fmla="*/ 1202951 w 1202951"/>
                <a:gd name="connsiteY3" fmla="*/ 546900 h 978189"/>
                <a:gd name="connsiteX4" fmla="*/ 840851 w 1202951"/>
                <a:gd name="connsiteY4" fmla="*/ 950649 h 978189"/>
                <a:gd name="connsiteX5" fmla="*/ 243573 w 1202951"/>
                <a:gd name="connsiteY5" fmla="*/ 908810 h 978189"/>
                <a:gd name="connsiteX6" fmla="*/ 30693 w 1202951"/>
                <a:gd name="connsiteY6" fmla="*/ 638415 h 978189"/>
                <a:gd name="connsiteX0" fmla="*/ 0 w 1202951"/>
                <a:gd name="connsiteY0" fmla="*/ 348228 h 937107"/>
                <a:gd name="connsiteX1" fmla="*/ 841863 w 1202951"/>
                <a:gd name="connsiteY1" fmla="*/ 1621 h 937107"/>
                <a:gd name="connsiteX2" fmla="*/ 1202951 w 1202951"/>
                <a:gd name="connsiteY2" fmla="*/ 505818 h 937107"/>
                <a:gd name="connsiteX3" fmla="*/ 840851 w 1202951"/>
                <a:gd name="connsiteY3" fmla="*/ 909567 h 937107"/>
                <a:gd name="connsiteX4" fmla="*/ 243573 w 1202951"/>
                <a:gd name="connsiteY4" fmla="*/ 867728 h 937107"/>
                <a:gd name="connsiteX5" fmla="*/ 30693 w 1202951"/>
                <a:gd name="connsiteY5" fmla="*/ 597333 h 937107"/>
                <a:gd name="connsiteX0" fmla="*/ 0 w 1202951"/>
                <a:gd name="connsiteY0" fmla="*/ 354464 h 943343"/>
                <a:gd name="connsiteX1" fmla="*/ 841863 w 1202951"/>
                <a:gd name="connsiteY1" fmla="*/ 7857 h 943343"/>
                <a:gd name="connsiteX2" fmla="*/ 1202951 w 1202951"/>
                <a:gd name="connsiteY2" fmla="*/ 512054 h 943343"/>
                <a:gd name="connsiteX3" fmla="*/ 840851 w 1202951"/>
                <a:gd name="connsiteY3" fmla="*/ 915803 h 943343"/>
                <a:gd name="connsiteX4" fmla="*/ 243573 w 1202951"/>
                <a:gd name="connsiteY4" fmla="*/ 873964 h 943343"/>
                <a:gd name="connsiteX5" fmla="*/ 30693 w 1202951"/>
                <a:gd name="connsiteY5" fmla="*/ 603569 h 943343"/>
                <a:gd name="connsiteX0" fmla="*/ 0 w 1203755"/>
                <a:gd name="connsiteY0" fmla="*/ 376037 h 964916"/>
                <a:gd name="connsiteX1" fmla="*/ 756159 w 1203755"/>
                <a:gd name="connsiteY1" fmla="*/ 6206 h 964916"/>
                <a:gd name="connsiteX2" fmla="*/ 1202951 w 1203755"/>
                <a:gd name="connsiteY2" fmla="*/ 533627 h 964916"/>
                <a:gd name="connsiteX3" fmla="*/ 840851 w 1203755"/>
                <a:gd name="connsiteY3" fmla="*/ 937376 h 964916"/>
                <a:gd name="connsiteX4" fmla="*/ 243573 w 1203755"/>
                <a:gd name="connsiteY4" fmla="*/ 895537 h 964916"/>
                <a:gd name="connsiteX5" fmla="*/ 30693 w 1203755"/>
                <a:gd name="connsiteY5" fmla="*/ 625142 h 964916"/>
                <a:gd name="connsiteX0" fmla="*/ 0 w 1203606"/>
                <a:gd name="connsiteY0" fmla="*/ 376037 h 964916"/>
                <a:gd name="connsiteX1" fmla="*/ 756159 w 1203606"/>
                <a:gd name="connsiteY1" fmla="*/ 6206 h 964916"/>
                <a:gd name="connsiteX2" fmla="*/ 1202951 w 1203606"/>
                <a:gd name="connsiteY2" fmla="*/ 533627 h 964916"/>
                <a:gd name="connsiteX3" fmla="*/ 840851 w 1203606"/>
                <a:gd name="connsiteY3" fmla="*/ 937376 h 964916"/>
                <a:gd name="connsiteX4" fmla="*/ 243573 w 1203606"/>
                <a:gd name="connsiteY4" fmla="*/ 895537 h 964916"/>
                <a:gd name="connsiteX5" fmla="*/ 30693 w 1203606"/>
                <a:gd name="connsiteY5" fmla="*/ 625142 h 964916"/>
                <a:gd name="connsiteX0" fmla="*/ 0 w 1203607"/>
                <a:gd name="connsiteY0" fmla="*/ 379959 h 968838"/>
                <a:gd name="connsiteX1" fmla="*/ 756159 w 1203607"/>
                <a:gd name="connsiteY1" fmla="*/ 10128 h 968838"/>
                <a:gd name="connsiteX2" fmla="*/ 1202951 w 1203607"/>
                <a:gd name="connsiteY2" fmla="*/ 537549 h 968838"/>
                <a:gd name="connsiteX3" fmla="*/ 840851 w 1203607"/>
                <a:gd name="connsiteY3" fmla="*/ 941298 h 968838"/>
                <a:gd name="connsiteX4" fmla="*/ 243573 w 1203607"/>
                <a:gd name="connsiteY4" fmla="*/ 899459 h 968838"/>
                <a:gd name="connsiteX5" fmla="*/ 30693 w 1203607"/>
                <a:gd name="connsiteY5" fmla="*/ 629064 h 968838"/>
                <a:gd name="connsiteX0" fmla="*/ 0 w 1203607"/>
                <a:gd name="connsiteY0" fmla="*/ 445960 h 1034839"/>
                <a:gd name="connsiteX1" fmla="*/ 756159 w 1203607"/>
                <a:gd name="connsiteY1" fmla="*/ 6457 h 1034839"/>
                <a:gd name="connsiteX2" fmla="*/ 1202951 w 1203607"/>
                <a:gd name="connsiteY2" fmla="*/ 603550 h 1034839"/>
                <a:gd name="connsiteX3" fmla="*/ 840851 w 1203607"/>
                <a:gd name="connsiteY3" fmla="*/ 1007299 h 1034839"/>
                <a:gd name="connsiteX4" fmla="*/ 243573 w 1203607"/>
                <a:gd name="connsiteY4" fmla="*/ 965460 h 1034839"/>
                <a:gd name="connsiteX5" fmla="*/ 30693 w 1203607"/>
                <a:gd name="connsiteY5" fmla="*/ 695065 h 1034839"/>
                <a:gd name="connsiteX0" fmla="*/ 0 w 1204361"/>
                <a:gd name="connsiteY0" fmla="*/ 369304 h 958183"/>
                <a:gd name="connsiteX1" fmla="*/ 713306 w 1204361"/>
                <a:gd name="connsiteY1" fmla="*/ 11085 h 958183"/>
                <a:gd name="connsiteX2" fmla="*/ 1202951 w 1204361"/>
                <a:gd name="connsiteY2" fmla="*/ 526894 h 958183"/>
                <a:gd name="connsiteX3" fmla="*/ 840851 w 1204361"/>
                <a:gd name="connsiteY3" fmla="*/ 930643 h 958183"/>
                <a:gd name="connsiteX4" fmla="*/ 243573 w 1204361"/>
                <a:gd name="connsiteY4" fmla="*/ 888804 h 958183"/>
                <a:gd name="connsiteX5" fmla="*/ 30693 w 1204361"/>
                <a:gd name="connsiteY5" fmla="*/ 618409 h 958183"/>
                <a:gd name="connsiteX0" fmla="*/ 15037 w 1176548"/>
                <a:gd name="connsiteY0" fmla="*/ 407328 h 949759"/>
                <a:gd name="connsiteX1" fmla="*/ 685492 w 1176548"/>
                <a:gd name="connsiteY1" fmla="*/ 2661 h 949759"/>
                <a:gd name="connsiteX2" fmla="*/ 1175137 w 1176548"/>
                <a:gd name="connsiteY2" fmla="*/ 518470 h 949759"/>
                <a:gd name="connsiteX3" fmla="*/ 813037 w 1176548"/>
                <a:gd name="connsiteY3" fmla="*/ 922219 h 949759"/>
                <a:gd name="connsiteX4" fmla="*/ 215759 w 1176548"/>
                <a:gd name="connsiteY4" fmla="*/ 880380 h 949759"/>
                <a:gd name="connsiteX5" fmla="*/ 2879 w 1176548"/>
                <a:gd name="connsiteY5" fmla="*/ 609985 h 949759"/>
                <a:gd name="connsiteX0" fmla="*/ 15036 w 1176545"/>
                <a:gd name="connsiteY0" fmla="*/ 406487 h 950638"/>
                <a:gd name="connsiteX1" fmla="*/ 685491 w 1176545"/>
                <a:gd name="connsiteY1" fmla="*/ 1820 h 950638"/>
                <a:gd name="connsiteX2" fmla="*/ 1175135 w 1176545"/>
                <a:gd name="connsiteY2" fmla="*/ 494405 h 950638"/>
                <a:gd name="connsiteX3" fmla="*/ 813036 w 1176545"/>
                <a:gd name="connsiteY3" fmla="*/ 921378 h 950638"/>
                <a:gd name="connsiteX4" fmla="*/ 215758 w 1176545"/>
                <a:gd name="connsiteY4" fmla="*/ 879539 h 950638"/>
                <a:gd name="connsiteX5" fmla="*/ 2878 w 1176545"/>
                <a:gd name="connsiteY5" fmla="*/ 609144 h 950638"/>
                <a:gd name="connsiteX0" fmla="*/ 15036 w 1176180"/>
                <a:gd name="connsiteY0" fmla="*/ 406487 h 950638"/>
                <a:gd name="connsiteX1" fmla="*/ 685491 w 1176180"/>
                <a:gd name="connsiteY1" fmla="*/ 1820 h 950638"/>
                <a:gd name="connsiteX2" fmla="*/ 1175135 w 1176180"/>
                <a:gd name="connsiteY2" fmla="*/ 494405 h 950638"/>
                <a:gd name="connsiteX3" fmla="*/ 813036 w 1176180"/>
                <a:gd name="connsiteY3" fmla="*/ 921378 h 950638"/>
                <a:gd name="connsiteX4" fmla="*/ 215758 w 1176180"/>
                <a:gd name="connsiteY4" fmla="*/ 879539 h 950638"/>
                <a:gd name="connsiteX5" fmla="*/ 2878 w 1176180"/>
                <a:gd name="connsiteY5" fmla="*/ 609144 h 950638"/>
                <a:gd name="connsiteX0" fmla="*/ 15036 w 1176546"/>
                <a:gd name="connsiteY0" fmla="*/ 406487 h 950638"/>
                <a:gd name="connsiteX1" fmla="*/ 685491 w 1176546"/>
                <a:gd name="connsiteY1" fmla="*/ 1820 h 950638"/>
                <a:gd name="connsiteX2" fmla="*/ 1175135 w 1176546"/>
                <a:gd name="connsiteY2" fmla="*/ 494405 h 950638"/>
                <a:gd name="connsiteX3" fmla="*/ 813036 w 1176546"/>
                <a:gd name="connsiteY3" fmla="*/ 921378 h 950638"/>
                <a:gd name="connsiteX4" fmla="*/ 215758 w 1176546"/>
                <a:gd name="connsiteY4" fmla="*/ 879539 h 950638"/>
                <a:gd name="connsiteX5" fmla="*/ 2878 w 1176546"/>
                <a:gd name="connsiteY5" fmla="*/ 609144 h 950638"/>
                <a:gd name="connsiteX0" fmla="*/ 15036 w 1176545"/>
                <a:gd name="connsiteY0" fmla="*/ 404947 h 953396"/>
                <a:gd name="connsiteX1" fmla="*/ 685491 w 1176545"/>
                <a:gd name="connsiteY1" fmla="*/ 280 h 953396"/>
                <a:gd name="connsiteX2" fmla="*/ 1175134 w 1176545"/>
                <a:gd name="connsiteY2" fmla="*/ 434806 h 953396"/>
                <a:gd name="connsiteX3" fmla="*/ 813036 w 1176545"/>
                <a:gd name="connsiteY3" fmla="*/ 919838 h 953396"/>
                <a:gd name="connsiteX4" fmla="*/ 215758 w 1176545"/>
                <a:gd name="connsiteY4" fmla="*/ 877999 h 953396"/>
                <a:gd name="connsiteX5" fmla="*/ 2878 w 1176545"/>
                <a:gd name="connsiteY5" fmla="*/ 607604 h 953396"/>
                <a:gd name="connsiteX0" fmla="*/ 15036 w 1182613"/>
                <a:gd name="connsiteY0" fmla="*/ 404947 h 953397"/>
                <a:gd name="connsiteX1" fmla="*/ 485515 w 1182613"/>
                <a:gd name="connsiteY1" fmla="*/ 280 h 953397"/>
                <a:gd name="connsiteX2" fmla="*/ 1175134 w 1182613"/>
                <a:gd name="connsiteY2" fmla="*/ 434806 h 953397"/>
                <a:gd name="connsiteX3" fmla="*/ 813036 w 1182613"/>
                <a:gd name="connsiteY3" fmla="*/ 919838 h 953397"/>
                <a:gd name="connsiteX4" fmla="*/ 215758 w 1182613"/>
                <a:gd name="connsiteY4" fmla="*/ 877999 h 953397"/>
                <a:gd name="connsiteX5" fmla="*/ 2878 w 1182613"/>
                <a:gd name="connsiteY5" fmla="*/ 607604 h 953397"/>
                <a:gd name="connsiteX0" fmla="*/ 15036 w 1182819"/>
                <a:gd name="connsiteY0" fmla="*/ 419419 h 967869"/>
                <a:gd name="connsiteX1" fmla="*/ 485515 w 1182819"/>
                <a:gd name="connsiteY1" fmla="*/ 14752 h 967869"/>
                <a:gd name="connsiteX2" fmla="*/ 1013814 w 1182819"/>
                <a:gd name="connsiteY2" fmla="*/ 122592 h 967869"/>
                <a:gd name="connsiteX3" fmla="*/ 1175134 w 1182819"/>
                <a:gd name="connsiteY3" fmla="*/ 449278 h 967869"/>
                <a:gd name="connsiteX4" fmla="*/ 813036 w 1182819"/>
                <a:gd name="connsiteY4" fmla="*/ 934310 h 967869"/>
                <a:gd name="connsiteX5" fmla="*/ 215758 w 1182819"/>
                <a:gd name="connsiteY5" fmla="*/ 892471 h 967869"/>
                <a:gd name="connsiteX6" fmla="*/ 2878 w 1182819"/>
                <a:gd name="connsiteY6" fmla="*/ 622076 h 967869"/>
                <a:gd name="connsiteX0" fmla="*/ 15036 w 1209865"/>
                <a:gd name="connsiteY0" fmla="*/ 419419 h 965289"/>
                <a:gd name="connsiteX1" fmla="*/ 485515 w 1209865"/>
                <a:gd name="connsiteY1" fmla="*/ 14752 h 965289"/>
                <a:gd name="connsiteX2" fmla="*/ 1013814 w 1209865"/>
                <a:gd name="connsiteY2" fmla="*/ 122592 h 965289"/>
                <a:gd name="connsiteX3" fmla="*/ 1203703 w 1209865"/>
                <a:gd name="connsiteY3" fmla="*/ 484115 h 965289"/>
                <a:gd name="connsiteX4" fmla="*/ 813036 w 1209865"/>
                <a:gd name="connsiteY4" fmla="*/ 934310 h 965289"/>
                <a:gd name="connsiteX5" fmla="*/ 215758 w 1209865"/>
                <a:gd name="connsiteY5" fmla="*/ 892471 h 965289"/>
                <a:gd name="connsiteX6" fmla="*/ 2878 w 1209865"/>
                <a:gd name="connsiteY6" fmla="*/ 622076 h 965289"/>
                <a:gd name="connsiteX0" fmla="*/ 15036 w 1196265"/>
                <a:gd name="connsiteY0" fmla="*/ 419419 h 957552"/>
                <a:gd name="connsiteX1" fmla="*/ 485515 w 1196265"/>
                <a:gd name="connsiteY1" fmla="*/ 14752 h 957552"/>
                <a:gd name="connsiteX2" fmla="*/ 1013814 w 1196265"/>
                <a:gd name="connsiteY2" fmla="*/ 122592 h 957552"/>
                <a:gd name="connsiteX3" fmla="*/ 1189420 w 1196265"/>
                <a:gd name="connsiteY3" fmla="*/ 588623 h 957552"/>
                <a:gd name="connsiteX4" fmla="*/ 813036 w 1196265"/>
                <a:gd name="connsiteY4" fmla="*/ 934310 h 957552"/>
                <a:gd name="connsiteX5" fmla="*/ 215758 w 1196265"/>
                <a:gd name="connsiteY5" fmla="*/ 892471 h 957552"/>
                <a:gd name="connsiteX6" fmla="*/ 2878 w 1196265"/>
                <a:gd name="connsiteY6" fmla="*/ 622076 h 957552"/>
                <a:gd name="connsiteX0" fmla="*/ 15036 w 1196265"/>
                <a:gd name="connsiteY0" fmla="*/ 419419 h 957552"/>
                <a:gd name="connsiteX1" fmla="*/ 485515 w 1196265"/>
                <a:gd name="connsiteY1" fmla="*/ 14752 h 957552"/>
                <a:gd name="connsiteX2" fmla="*/ 1013814 w 1196265"/>
                <a:gd name="connsiteY2" fmla="*/ 122592 h 957552"/>
                <a:gd name="connsiteX3" fmla="*/ 1189420 w 1196265"/>
                <a:gd name="connsiteY3" fmla="*/ 588623 h 957552"/>
                <a:gd name="connsiteX4" fmla="*/ 813036 w 1196265"/>
                <a:gd name="connsiteY4" fmla="*/ 934310 h 957552"/>
                <a:gd name="connsiteX5" fmla="*/ 215758 w 1196265"/>
                <a:gd name="connsiteY5" fmla="*/ 892471 h 957552"/>
                <a:gd name="connsiteX6" fmla="*/ 2878 w 1196265"/>
                <a:gd name="connsiteY6" fmla="*/ 622076 h 957552"/>
                <a:gd name="connsiteX0" fmla="*/ 15036 w 1196265"/>
                <a:gd name="connsiteY0" fmla="*/ 363803 h 901936"/>
                <a:gd name="connsiteX1" fmla="*/ 456946 w 1196265"/>
                <a:gd name="connsiteY1" fmla="*/ 28809 h 901936"/>
                <a:gd name="connsiteX2" fmla="*/ 1013814 w 1196265"/>
                <a:gd name="connsiteY2" fmla="*/ 66976 h 901936"/>
                <a:gd name="connsiteX3" fmla="*/ 1189420 w 1196265"/>
                <a:gd name="connsiteY3" fmla="*/ 533007 h 901936"/>
                <a:gd name="connsiteX4" fmla="*/ 813036 w 1196265"/>
                <a:gd name="connsiteY4" fmla="*/ 878694 h 901936"/>
                <a:gd name="connsiteX5" fmla="*/ 215758 w 1196265"/>
                <a:gd name="connsiteY5" fmla="*/ 836855 h 901936"/>
                <a:gd name="connsiteX6" fmla="*/ 2878 w 1196265"/>
                <a:gd name="connsiteY6" fmla="*/ 566460 h 901936"/>
                <a:gd name="connsiteX0" fmla="*/ 15036 w 1192090"/>
                <a:gd name="connsiteY0" fmla="*/ 352316 h 890449"/>
                <a:gd name="connsiteX1" fmla="*/ 456946 w 1192090"/>
                <a:gd name="connsiteY1" fmla="*/ 17322 h 890449"/>
                <a:gd name="connsiteX2" fmla="*/ 956677 w 1192090"/>
                <a:gd name="connsiteY2" fmla="*/ 90326 h 890449"/>
                <a:gd name="connsiteX3" fmla="*/ 1189420 w 1192090"/>
                <a:gd name="connsiteY3" fmla="*/ 521520 h 890449"/>
                <a:gd name="connsiteX4" fmla="*/ 813036 w 1192090"/>
                <a:gd name="connsiteY4" fmla="*/ 867207 h 890449"/>
                <a:gd name="connsiteX5" fmla="*/ 215758 w 1192090"/>
                <a:gd name="connsiteY5" fmla="*/ 825368 h 890449"/>
                <a:gd name="connsiteX6" fmla="*/ 2878 w 1192090"/>
                <a:gd name="connsiteY6" fmla="*/ 554973 h 890449"/>
                <a:gd name="connsiteX0" fmla="*/ 15036 w 1192091"/>
                <a:gd name="connsiteY0" fmla="*/ 352316 h 890449"/>
                <a:gd name="connsiteX1" fmla="*/ 456946 w 1192091"/>
                <a:gd name="connsiteY1" fmla="*/ 17322 h 890449"/>
                <a:gd name="connsiteX2" fmla="*/ 956677 w 1192091"/>
                <a:gd name="connsiteY2" fmla="*/ 90326 h 890449"/>
                <a:gd name="connsiteX3" fmla="*/ 1189420 w 1192091"/>
                <a:gd name="connsiteY3" fmla="*/ 521520 h 890449"/>
                <a:gd name="connsiteX4" fmla="*/ 813036 w 1192091"/>
                <a:gd name="connsiteY4" fmla="*/ 867207 h 890449"/>
                <a:gd name="connsiteX5" fmla="*/ 215758 w 1192091"/>
                <a:gd name="connsiteY5" fmla="*/ 825368 h 890449"/>
                <a:gd name="connsiteX6" fmla="*/ 2878 w 1192091"/>
                <a:gd name="connsiteY6" fmla="*/ 554973 h 890449"/>
                <a:gd name="connsiteX0" fmla="*/ 15036 w 1192091"/>
                <a:gd name="connsiteY0" fmla="*/ 352316 h 890449"/>
                <a:gd name="connsiteX1" fmla="*/ 456946 w 1192091"/>
                <a:gd name="connsiteY1" fmla="*/ 17322 h 890449"/>
                <a:gd name="connsiteX2" fmla="*/ 956677 w 1192091"/>
                <a:gd name="connsiteY2" fmla="*/ 90326 h 890449"/>
                <a:gd name="connsiteX3" fmla="*/ 1189420 w 1192091"/>
                <a:gd name="connsiteY3" fmla="*/ 521520 h 890449"/>
                <a:gd name="connsiteX4" fmla="*/ 813036 w 1192091"/>
                <a:gd name="connsiteY4" fmla="*/ 867207 h 890449"/>
                <a:gd name="connsiteX5" fmla="*/ 215758 w 1192091"/>
                <a:gd name="connsiteY5" fmla="*/ 825368 h 890449"/>
                <a:gd name="connsiteX6" fmla="*/ 2878 w 1192091"/>
                <a:gd name="connsiteY6" fmla="*/ 554973 h 890449"/>
                <a:gd name="connsiteX0" fmla="*/ 15036 w 1189936"/>
                <a:gd name="connsiteY0" fmla="*/ 352316 h 890449"/>
                <a:gd name="connsiteX1" fmla="*/ 456946 w 1189936"/>
                <a:gd name="connsiteY1" fmla="*/ 17322 h 890449"/>
                <a:gd name="connsiteX2" fmla="*/ 956677 w 1189936"/>
                <a:gd name="connsiteY2" fmla="*/ 90326 h 890449"/>
                <a:gd name="connsiteX3" fmla="*/ 1189420 w 1189936"/>
                <a:gd name="connsiteY3" fmla="*/ 521520 h 890449"/>
                <a:gd name="connsiteX4" fmla="*/ 813036 w 1189936"/>
                <a:gd name="connsiteY4" fmla="*/ 867207 h 890449"/>
                <a:gd name="connsiteX5" fmla="*/ 215758 w 1189936"/>
                <a:gd name="connsiteY5" fmla="*/ 825368 h 890449"/>
                <a:gd name="connsiteX6" fmla="*/ 2878 w 1189936"/>
                <a:gd name="connsiteY6" fmla="*/ 554973 h 890449"/>
                <a:gd name="connsiteX0" fmla="*/ 14258 w 1189158"/>
                <a:gd name="connsiteY0" fmla="*/ 352316 h 904678"/>
                <a:gd name="connsiteX1" fmla="*/ 456168 w 1189158"/>
                <a:gd name="connsiteY1" fmla="*/ 17322 h 904678"/>
                <a:gd name="connsiteX2" fmla="*/ 955899 w 1189158"/>
                <a:gd name="connsiteY2" fmla="*/ 90326 h 904678"/>
                <a:gd name="connsiteX3" fmla="*/ 1188642 w 1189158"/>
                <a:gd name="connsiteY3" fmla="*/ 521520 h 904678"/>
                <a:gd name="connsiteX4" fmla="*/ 812258 w 1189158"/>
                <a:gd name="connsiteY4" fmla="*/ 867207 h 904678"/>
                <a:gd name="connsiteX5" fmla="*/ 272116 w 1189158"/>
                <a:gd name="connsiteY5" fmla="*/ 860204 h 904678"/>
                <a:gd name="connsiteX6" fmla="*/ 2100 w 1189158"/>
                <a:gd name="connsiteY6" fmla="*/ 554973 h 904678"/>
                <a:gd name="connsiteX0" fmla="*/ 14258 w 1191313"/>
                <a:gd name="connsiteY0" fmla="*/ 352316 h 919421"/>
                <a:gd name="connsiteX1" fmla="*/ 456168 w 1191313"/>
                <a:gd name="connsiteY1" fmla="*/ 17322 h 919421"/>
                <a:gd name="connsiteX2" fmla="*/ 955899 w 1191313"/>
                <a:gd name="connsiteY2" fmla="*/ 90326 h 919421"/>
                <a:gd name="connsiteX3" fmla="*/ 1188642 w 1191313"/>
                <a:gd name="connsiteY3" fmla="*/ 521520 h 919421"/>
                <a:gd name="connsiteX4" fmla="*/ 812258 w 1191313"/>
                <a:gd name="connsiteY4" fmla="*/ 890432 h 919421"/>
                <a:gd name="connsiteX5" fmla="*/ 272116 w 1191313"/>
                <a:gd name="connsiteY5" fmla="*/ 860204 h 919421"/>
                <a:gd name="connsiteX6" fmla="*/ 2100 w 1191313"/>
                <a:gd name="connsiteY6" fmla="*/ 554973 h 919421"/>
                <a:gd name="connsiteX0" fmla="*/ 14258 w 1135577"/>
                <a:gd name="connsiteY0" fmla="*/ 352316 h 919421"/>
                <a:gd name="connsiteX1" fmla="*/ 456168 w 1135577"/>
                <a:gd name="connsiteY1" fmla="*/ 17322 h 919421"/>
                <a:gd name="connsiteX2" fmla="*/ 955899 w 1135577"/>
                <a:gd name="connsiteY2" fmla="*/ 90326 h 919421"/>
                <a:gd name="connsiteX3" fmla="*/ 1131506 w 1135577"/>
                <a:gd name="connsiteY3" fmla="*/ 521520 h 919421"/>
                <a:gd name="connsiteX4" fmla="*/ 812258 w 1135577"/>
                <a:gd name="connsiteY4" fmla="*/ 890432 h 919421"/>
                <a:gd name="connsiteX5" fmla="*/ 272116 w 1135577"/>
                <a:gd name="connsiteY5" fmla="*/ 860204 h 919421"/>
                <a:gd name="connsiteX6" fmla="*/ 2100 w 1135577"/>
                <a:gd name="connsiteY6" fmla="*/ 554973 h 919421"/>
                <a:gd name="connsiteX0" fmla="*/ 14258 w 1132387"/>
                <a:gd name="connsiteY0" fmla="*/ 352316 h 919421"/>
                <a:gd name="connsiteX1" fmla="*/ 456168 w 1132387"/>
                <a:gd name="connsiteY1" fmla="*/ 17322 h 919421"/>
                <a:gd name="connsiteX2" fmla="*/ 955899 w 1132387"/>
                <a:gd name="connsiteY2" fmla="*/ 90326 h 919421"/>
                <a:gd name="connsiteX3" fmla="*/ 1131506 w 1132387"/>
                <a:gd name="connsiteY3" fmla="*/ 521520 h 919421"/>
                <a:gd name="connsiteX4" fmla="*/ 812258 w 1132387"/>
                <a:gd name="connsiteY4" fmla="*/ 890432 h 919421"/>
                <a:gd name="connsiteX5" fmla="*/ 272116 w 1132387"/>
                <a:gd name="connsiteY5" fmla="*/ 860204 h 919421"/>
                <a:gd name="connsiteX6" fmla="*/ 2100 w 1132387"/>
                <a:gd name="connsiteY6" fmla="*/ 554973 h 919421"/>
                <a:gd name="connsiteX0" fmla="*/ 14258 w 1132388"/>
                <a:gd name="connsiteY0" fmla="*/ 352316 h 919421"/>
                <a:gd name="connsiteX1" fmla="*/ 456168 w 1132388"/>
                <a:gd name="connsiteY1" fmla="*/ 17322 h 919421"/>
                <a:gd name="connsiteX2" fmla="*/ 955899 w 1132388"/>
                <a:gd name="connsiteY2" fmla="*/ 90326 h 919421"/>
                <a:gd name="connsiteX3" fmla="*/ 1131506 w 1132388"/>
                <a:gd name="connsiteY3" fmla="*/ 521520 h 919421"/>
                <a:gd name="connsiteX4" fmla="*/ 812258 w 1132388"/>
                <a:gd name="connsiteY4" fmla="*/ 890432 h 919421"/>
                <a:gd name="connsiteX5" fmla="*/ 272116 w 1132388"/>
                <a:gd name="connsiteY5" fmla="*/ 860204 h 919421"/>
                <a:gd name="connsiteX6" fmla="*/ 2100 w 1132388"/>
                <a:gd name="connsiteY6" fmla="*/ 554973 h 919421"/>
                <a:gd name="connsiteX0" fmla="*/ 14258 w 1133721"/>
                <a:gd name="connsiteY0" fmla="*/ 343649 h 910754"/>
                <a:gd name="connsiteX1" fmla="*/ 456168 w 1133721"/>
                <a:gd name="connsiteY1" fmla="*/ 8655 h 910754"/>
                <a:gd name="connsiteX2" fmla="*/ 927331 w 1133721"/>
                <a:gd name="connsiteY2" fmla="*/ 128107 h 910754"/>
                <a:gd name="connsiteX3" fmla="*/ 1131506 w 1133721"/>
                <a:gd name="connsiteY3" fmla="*/ 512853 h 910754"/>
                <a:gd name="connsiteX4" fmla="*/ 812258 w 1133721"/>
                <a:gd name="connsiteY4" fmla="*/ 881765 h 910754"/>
                <a:gd name="connsiteX5" fmla="*/ 272116 w 1133721"/>
                <a:gd name="connsiteY5" fmla="*/ 851537 h 910754"/>
                <a:gd name="connsiteX6" fmla="*/ 2100 w 1133721"/>
                <a:gd name="connsiteY6" fmla="*/ 546306 h 910754"/>
                <a:gd name="connsiteX0" fmla="*/ 14258 w 1133722"/>
                <a:gd name="connsiteY0" fmla="*/ 312336 h 879441"/>
                <a:gd name="connsiteX1" fmla="*/ 413316 w 1133722"/>
                <a:gd name="connsiteY1" fmla="*/ 12179 h 879441"/>
                <a:gd name="connsiteX2" fmla="*/ 927331 w 1133722"/>
                <a:gd name="connsiteY2" fmla="*/ 96794 h 879441"/>
                <a:gd name="connsiteX3" fmla="*/ 1131506 w 1133722"/>
                <a:gd name="connsiteY3" fmla="*/ 481540 h 879441"/>
                <a:gd name="connsiteX4" fmla="*/ 812258 w 1133722"/>
                <a:gd name="connsiteY4" fmla="*/ 850452 h 879441"/>
                <a:gd name="connsiteX5" fmla="*/ 272116 w 1133722"/>
                <a:gd name="connsiteY5" fmla="*/ 820224 h 879441"/>
                <a:gd name="connsiteX6" fmla="*/ 2100 w 1133722"/>
                <a:gd name="connsiteY6" fmla="*/ 514993 h 879441"/>
                <a:gd name="connsiteX0" fmla="*/ 14258 w 1133722"/>
                <a:gd name="connsiteY0" fmla="*/ 312336 h 879441"/>
                <a:gd name="connsiteX1" fmla="*/ 413316 w 1133722"/>
                <a:gd name="connsiteY1" fmla="*/ 12179 h 879441"/>
                <a:gd name="connsiteX2" fmla="*/ 927331 w 1133722"/>
                <a:gd name="connsiteY2" fmla="*/ 96794 h 879441"/>
                <a:gd name="connsiteX3" fmla="*/ 1131506 w 1133722"/>
                <a:gd name="connsiteY3" fmla="*/ 481540 h 879441"/>
                <a:gd name="connsiteX4" fmla="*/ 812258 w 1133722"/>
                <a:gd name="connsiteY4" fmla="*/ 850452 h 879441"/>
                <a:gd name="connsiteX5" fmla="*/ 272116 w 1133722"/>
                <a:gd name="connsiteY5" fmla="*/ 820224 h 879441"/>
                <a:gd name="connsiteX6" fmla="*/ 2100 w 1133722"/>
                <a:gd name="connsiteY6" fmla="*/ 514993 h 879441"/>
                <a:gd name="connsiteX0" fmla="*/ 14258 w 1133722"/>
                <a:gd name="connsiteY0" fmla="*/ 312336 h 879441"/>
                <a:gd name="connsiteX1" fmla="*/ 413316 w 1133722"/>
                <a:gd name="connsiteY1" fmla="*/ 12179 h 879441"/>
                <a:gd name="connsiteX2" fmla="*/ 927331 w 1133722"/>
                <a:gd name="connsiteY2" fmla="*/ 96794 h 879441"/>
                <a:gd name="connsiteX3" fmla="*/ 1131506 w 1133722"/>
                <a:gd name="connsiteY3" fmla="*/ 481540 h 879441"/>
                <a:gd name="connsiteX4" fmla="*/ 812258 w 1133722"/>
                <a:gd name="connsiteY4" fmla="*/ 850452 h 879441"/>
                <a:gd name="connsiteX5" fmla="*/ 272116 w 1133722"/>
                <a:gd name="connsiteY5" fmla="*/ 820224 h 879441"/>
                <a:gd name="connsiteX6" fmla="*/ 2100 w 1133722"/>
                <a:gd name="connsiteY6" fmla="*/ 514993 h 879441"/>
                <a:gd name="connsiteX0" fmla="*/ 14258 w 1133722"/>
                <a:gd name="connsiteY0" fmla="*/ 312336 h 879441"/>
                <a:gd name="connsiteX1" fmla="*/ 413316 w 1133722"/>
                <a:gd name="connsiteY1" fmla="*/ 12179 h 879441"/>
                <a:gd name="connsiteX2" fmla="*/ 927331 w 1133722"/>
                <a:gd name="connsiteY2" fmla="*/ 96794 h 879441"/>
                <a:gd name="connsiteX3" fmla="*/ 1131506 w 1133722"/>
                <a:gd name="connsiteY3" fmla="*/ 481540 h 879441"/>
                <a:gd name="connsiteX4" fmla="*/ 812258 w 1133722"/>
                <a:gd name="connsiteY4" fmla="*/ 850452 h 879441"/>
                <a:gd name="connsiteX5" fmla="*/ 272116 w 1133722"/>
                <a:gd name="connsiteY5" fmla="*/ 820224 h 879441"/>
                <a:gd name="connsiteX6" fmla="*/ 2100 w 1133722"/>
                <a:gd name="connsiteY6" fmla="*/ 514993 h 879441"/>
                <a:gd name="connsiteX0" fmla="*/ 14258 w 1133722"/>
                <a:gd name="connsiteY0" fmla="*/ 302526 h 869631"/>
                <a:gd name="connsiteX1" fmla="*/ 427600 w 1133722"/>
                <a:gd name="connsiteY1" fmla="*/ 13981 h 869631"/>
                <a:gd name="connsiteX2" fmla="*/ 927331 w 1133722"/>
                <a:gd name="connsiteY2" fmla="*/ 86984 h 869631"/>
                <a:gd name="connsiteX3" fmla="*/ 1131506 w 1133722"/>
                <a:gd name="connsiteY3" fmla="*/ 471730 h 869631"/>
                <a:gd name="connsiteX4" fmla="*/ 812258 w 1133722"/>
                <a:gd name="connsiteY4" fmla="*/ 840642 h 869631"/>
                <a:gd name="connsiteX5" fmla="*/ 272116 w 1133722"/>
                <a:gd name="connsiteY5" fmla="*/ 810414 h 869631"/>
                <a:gd name="connsiteX6" fmla="*/ 2100 w 1133722"/>
                <a:gd name="connsiteY6" fmla="*/ 505183 h 869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3722" h="869631">
                  <a:moveTo>
                    <a:pt x="14258" y="302526"/>
                  </a:moveTo>
                  <a:cubicBezTo>
                    <a:pt x="175361" y="102585"/>
                    <a:pt x="204000" y="49905"/>
                    <a:pt x="427600" y="13981"/>
                  </a:cubicBezTo>
                  <a:cubicBezTo>
                    <a:pt x="651200" y="-21943"/>
                    <a:pt x="812395" y="14563"/>
                    <a:pt x="927331" y="86984"/>
                  </a:cubicBezTo>
                  <a:cubicBezTo>
                    <a:pt x="1042268" y="159405"/>
                    <a:pt x="1150686" y="253225"/>
                    <a:pt x="1131506" y="471730"/>
                  </a:cubicBezTo>
                  <a:cubicBezTo>
                    <a:pt x="1112326" y="690235"/>
                    <a:pt x="955490" y="784195"/>
                    <a:pt x="812258" y="840642"/>
                  </a:cubicBezTo>
                  <a:cubicBezTo>
                    <a:pt x="669026" y="897089"/>
                    <a:pt x="376194" y="862453"/>
                    <a:pt x="272116" y="810414"/>
                  </a:cubicBezTo>
                  <a:cubicBezTo>
                    <a:pt x="168038" y="758375"/>
                    <a:pt x="-22061" y="579524"/>
                    <a:pt x="2100" y="505183"/>
                  </a:cubicBezTo>
                </a:path>
              </a:pathLst>
            </a:custGeom>
            <a:noFill/>
            <a:ln w="57150">
              <a:solidFill>
                <a:schemeClr val="accent6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AE077BC-BB8E-4B96-840D-79414EA01C61}"/>
              </a:ext>
            </a:extLst>
          </p:cNvPr>
          <p:cNvSpPr txBox="1"/>
          <p:nvPr/>
        </p:nvSpPr>
        <p:spPr>
          <a:xfrm>
            <a:off x="6304471" y="2030743"/>
            <a:ext cx="2689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Severe CDI +</a:t>
            </a:r>
          </a:p>
          <a:p>
            <a:pPr algn="ctr"/>
            <a:r>
              <a:rPr lang="en-US" sz="1600" dirty="0"/>
              <a:t>Hypotension/ shock </a:t>
            </a:r>
          </a:p>
          <a:p>
            <a:pPr algn="ctr"/>
            <a:r>
              <a:rPr lang="en-US" sz="1600" dirty="0"/>
              <a:t>OR ileus/ megacolon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17A6E79-1CBB-4BFF-AC21-264A3FD5A754}"/>
              </a:ext>
            </a:extLst>
          </p:cNvPr>
          <p:cNvSpPr/>
          <p:nvPr/>
        </p:nvSpPr>
        <p:spPr>
          <a:xfrm>
            <a:off x="4507692" y="3517921"/>
            <a:ext cx="699928" cy="34785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pered vanc">
            <a:extLst>
              <a:ext uri="{FF2B5EF4-FFF2-40B4-BE49-F238E27FC236}">
                <a16:creationId xmlns:a16="http://schemas.microsoft.com/office/drawing/2014/main" id="{6548F84C-AE18-4557-8759-FBBEB51EA9C4}"/>
              </a:ext>
            </a:extLst>
          </p:cNvPr>
          <p:cNvSpPr/>
          <p:nvPr/>
        </p:nvSpPr>
        <p:spPr>
          <a:xfrm>
            <a:off x="9353822" y="3866815"/>
            <a:ext cx="2442350" cy="291548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Tapered/ pulse-dosed </a:t>
            </a:r>
            <a:r>
              <a:rPr lang="en-US" sz="1600" dirty="0" err="1"/>
              <a:t>vanc</a:t>
            </a:r>
            <a:endParaRPr lang="en-US" sz="1600" dirty="0"/>
          </a:p>
        </p:txBody>
      </p:sp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D5E1A5A0-EB07-48C4-918E-D1A6821E0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1027" y="4048157"/>
            <a:ext cx="291548" cy="291548"/>
          </a:xfrm>
          <a:prstGeom prst="rect">
            <a:avLst/>
          </a:prstGeom>
        </p:spPr>
      </p:pic>
      <p:sp>
        <p:nvSpPr>
          <p:cNvPr id="64" name="bezlotuxumab">
            <a:extLst>
              <a:ext uri="{FF2B5EF4-FFF2-40B4-BE49-F238E27FC236}">
                <a16:creationId xmlns:a16="http://schemas.microsoft.com/office/drawing/2014/main" id="{F176041C-8936-4324-A155-C1587E34F399}"/>
              </a:ext>
            </a:extLst>
          </p:cNvPr>
          <p:cNvSpPr/>
          <p:nvPr/>
        </p:nvSpPr>
        <p:spPr>
          <a:xfrm>
            <a:off x="10059614" y="4507886"/>
            <a:ext cx="1396727" cy="291548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err="1"/>
              <a:t>bezlotoxumab</a:t>
            </a:r>
            <a:endParaRPr lang="en-US" sz="1600" dirty="0"/>
          </a:p>
        </p:txBody>
      </p:sp>
      <p:pic>
        <p:nvPicPr>
          <p:cNvPr id="65" name="Graphic 64" descr="Cursor with solid fill">
            <a:extLst>
              <a:ext uri="{FF2B5EF4-FFF2-40B4-BE49-F238E27FC236}">
                <a16:creationId xmlns:a16="http://schemas.microsoft.com/office/drawing/2014/main" id="{3D2FAAD4-CD2B-4642-ADFF-3DC800E24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1151" y="4676151"/>
            <a:ext cx="291548" cy="291548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26D2BA52-733A-4430-9432-05B6B38D75EC}"/>
              </a:ext>
            </a:extLst>
          </p:cNvPr>
          <p:cNvGrpSpPr/>
          <p:nvPr/>
        </p:nvGrpSpPr>
        <p:grpSpPr>
          <a:xfrm>
            <a:off x="284106" y="5051534"/>
            <a:ext cx="3349250" cy="1510001"/>
            <a:chOff x="946645" y="4496028"/>
            <a:chExt cx="3349250" cy="1510001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E5FAF52-8AD5-45B2-947C-EA7A77ADA68F}"/>
                </a:ext>
              </a:extLst>
            </p:cNvPr>
            <p:cNvSpPr/>
            <p:nvPr/>
          </p:nvSpPr>
          <p:spPr>
            <a:xfrm>
              <a:off x="946645" y="4821925"/>
              <a:ext cx="3349250" cy="1184104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dirty="0"/>
                <a:t>PO vancomycin 125 mg q6h x 10-14 d</a:t>
              </a:r>
            </a:p>
            <a:p>
              <a:r>
                <a:rPr lang="en-US" sz="1600" dirty="0"/>
                <a:t>PO </a:t>
              </a:r>
              <a:r>
                <a:rPr lang="en-US" sz="1600" dirty="0" err="1"/>
                <a:t>vanc</a:t>
              </a:r>
              <a:r>
                <a:rPr lang="en-US" sz="1600" dirty="0"/>
                <a:t> 125 mg BID x 7 d</a:t>
              </a:r>
            </a:p>
            <a:p>
              <a:r>
                <a:rPr lang="en-US" sz="1600" dirty="0"/>
                <a:t>PO </a:t>
              </a:r>
              <a:r>
                <a:rPr lang="en-US" sz="1600" dirty="0" err="1"/>
                <a:t>vanc</a:t>
              </a:r>
              <a:r>
                <a:rPr lang="en-US" sz="1600" dirty="0"/>
                <a:t> 125 mg daily x 7 d</a:t>
              </a:r>
            </a:p>
            <a:p>
              <a:r>
                <a:rPr lang="en-US" sz="1600" dirty="0"/>
                <a:t>PO </a:t>
              </a:r>
              <a:r>
                <a:rPr lang="en-US" sz="1600" dirty="0" err="1"/>
                <a:t>vanc</a:t>
              </a:r>
              <a:r>
                <a:rPr lang="en-US" sz="1600" dirty="0"/>
                <a:t> 125 mg q2-3d x 2-8 </a:t>
              </a:r>
              <a:r>
                <a:rPr lang="en-US" sz="1600" dirty="0" err="1"/>
                <a:t>wk</a:t>
              </a:r>
              <a:endParaRPr lang="en-US" sz="160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8424891-CB86-477A-86F0-CBBF9D891F3B}"/>
                </a:ext>
              </a:extLst>
            </p:cNvPr>
            <p:cNvSpPr/>
            <p:nvPr/>
          </p:nvSpPr>
          <p:spPr>
            <a:xfrm>
              <a:off x="946645" y="4496028"/>
              <a:ext cx="3349250" cy="32589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Tapered/ pulsed vancomycin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D2D99B2-DD6E-466D-A68F-B443788FA13F}"/>
              </a:ext>
            </a:extLst>
          </p:cNvPr>
          <p:cNvGrpSpPr/>
          <p:nvPr/>
        </p:nvGrpSpPr>
        <p:grpSpPr>
          <a:xfrm>
            <a:off x="3907993" y="5051534"/>
            <a:ext cx="3349250" cy="1510001"/>
            <a:chOff x="4511891" y="4769884"/>
            <a:chExt cx="3349250" cy="1510001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460BBB-BB3D-40E7-BE22-92283EC4554E}"/>
                </a:ext>
              </a:extLst>
            </p:cNvPr>
            <p:cNvGrpSpPr/>
            <p:nvPr/>
          </p:nvGrpSpPr>
          <p:grpSpPr>
            <a:xfrm>
              <a:off x="4511891" y="4769884"/>
              <a:ext cx="3349250" cy="1510001"/>
              <a:chOff x="946645" y="4496028"/>
              <a:chExt cx="3349250" cy="1510001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2645C51C-68F3-4B00-B41E-8099898A04A6}"/>
                  </a:ext>
                </a:extLst>
              </p:cNvPr>
              <p:cNvSpPr/>
              <p:nvPr/>
            </p:nvSpPr>
            <p:spPr>
              <a:xfrm>
                <a:off x="946645" y="4821925"/>
                <a:ext cx="3349250" cy="118410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600" dirty="0"/>
                  <a:t>Monoclonal antibody that binds </a:t>
                </a:r>
                <a:r>
                  <a:rPr lang="en-US" sz="1600" i="1" dirty="0"/>
                  <a:t>C. diff </a:t>
                </a:r>
                <a:r>
                  <a:rPr lang="en-US" sz="1600" dirty="0"/>
                  <a:t>toxin B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1DC1CD1-2683-47C1-A53D-2C0CF1FE3804}"/>
                  </a:ext>
                </a:extLst>
              </p:cNvPr>
              <p:cNvSpPr/>
              <p:nvPr/>
            </p:nvSpPr>
            <p:spPr>
              <a:xfrm>
                <a:off x="946645" y="4496028"/>
                <a:ext cx="3349250" cy="325897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Bezlotoxumab</a:t>
                </a:r>
                <a:endParaRPr lang="en-US" dirty="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C3B9223-3119-40AD-8B7A-2A22CB3DF063}"/>
                </a:ext>
              </a:extLst>
            </p:cNvPr>
            <p:cNvGrpSpPr/>
            <p:nvPr/>
          </p:nvGrpSpPr>
          <p:grpSpPr>
            <a:xfrm>
              <a:off x="5207619" y="5542387"/>
              <a:ext cx="588465" cy="461492"/>
              <a:chOff x="5125333" y="5495426"/>
              <a:chExt cx="670752" cy="508453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2D25612-5713-44BE-BE73-894110969842}"/>
                  </a:ext>
                </a:extLst>
              </p:cNvPr>
              <p:cNvSpPr/>
              <p:nvPr/>
            </p:nvSpPr>
            <p:spPr>
              <a:xfrm rot="8736697">
                <a:off x="5125333" y="5859624"/>
                <a:ext cx="384813" cy="14425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4212ACB-2FE4-4AB4-A16D-381F85E9FCD1}"/>
                  </a:ext>
                </a:extLst>
              </p:cNvPr>
              <p:cNvSpPr/>
              <p:nvPr/>
            </p:nvSpPr>
            <p:spPr>
              <a:xfrm rot="6367835">
                <a:off x="5324534" y="5615705"/>
                <a:ext cx="384813" cy="14425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5230798C-AEE1-46FB-A247-5E56F76A390A}"/>
                  </a:ext>
                </a:extLst>
              </p:cNvPr>
              <p:cNvSpPr/>
              <p:nvPr/>
            </p:nvSpPr>
            <p:spPr>
              <a:xfrm rot="11273878">
                <a:off x="5411272" y="5761742"/>
                <a:ext cx="384813" cy="14425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B9DBF5E-7E4F-4CBE-BED7-A7156B3835EF}"/>
                </a:ext>
              </a:extLst>
            </p:cNvPr>
            <p:cNvGrpSpPr/>
            <p:nvPr/>
          </p:nvGrpSpPr>
          <p:grpSpPr>
            <a:xfrm rot="4140372">
              <a:off x="6454136" y="5454830"/>
              <a:ext cx="588465" cy="461492"/>
              <a:chOff x="5125333" y="5495426"/>
              <a:chExt cx="670752" cy="508453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D8C03137-06E5-413F-A90B-A598C12EBA7F}"/>
                  </a:ext>
                </a:extLst>
              </p:cNvPr>
              <p:cNvSpPr/>
              <p:nvPr/>
            </p:nvSpPr>
            <p:spPr>
              <a:xfrm rot="8736697">
                <a:off x="5125333" y="5859624"/>
                <a:ext cx="384813" cy="14425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D234C96F-1575-4CFD-8324-389798B3C011}"/>
                  </a:ext>
                </a:extLst>
              </p:cNvPr>
              <p:cNvSpPr/>
              <p:nvPr/>
            </p:nvSpPr>
            <p:spPr>
              <a:xfrm rot="6367835">
                <a:off x="5324534" y="5615705"/>
                <a:ext cx="384813" cy="14425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98E2CD5D-E4D6-40A3-BD0A-FA4AE16ED65A}"/>
                  </a:ext>
                </a:extLst>
              </p:cNvPr>
              <p:cNvSpPr/>
              <p:nvPr/>
            </p:nvSpPr>
            <p:spPr>
              <a:xfrm rot="11273878">
                <a:off x="5411272" y="5761742"/>
                <a:ext cx="384813" cy="14425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4CF1D78-0D0B-4E5A-8039-0F12C9DCD07B}"/>
                </a:ext>
              </a:extLst>
            </p:cNvPr>
            <p:cNvSpPr/>
            <p:nvPr/>
          </p:nvSpPr>
          <p:spPr>
            <a:xfrm>
              <a:off x="6818985" y="5773743"/>
              <a:ext cx="366237" cy="32589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248FEE6-10DC-4D76-A035-A1E38B443C20}"/>
                </a:ext>
              </a:extLst>
            </p:cNvPr>
            <p:cNvSpPr/>
            <p:nvPr/>
          </p:nvSpPr>
          <p:spPr>
            <a:xfrm>
              <a:off x="5622266" y="5467956"/>
              <a:ext cx="366237" cy="32589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</p:grpSp>
      <p:sp>
        <p:nvSpPr>
          <p:cNvPr id="56" name="Rectangle: Rounded Corners 55">
            <a:hlinkClick r:id="rId9" action="ppaction://hlinksldjump"/>
            <a:extLst>
              <a:ext uri="{FF2B5EF4-FFF2-40B4-BE49-F238E27FC236}">
                <a16:creationId xmlns:a16="http://schemas.microsoft.com/office/drawing/2014/main" id="{C718E373-E261-44F5-B8F1-2FD5DA7D28A8}"/>
              </a:ext>
            </a:extLst>
          </p:cNvPr>
          <p:cNvSpPr/>
          <p:nvPr/>
        </p:nvSpPr>
        <p:spPr>
          <a:xfrm>
            <a:off x="188844" y="2440400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62" name="Graphic 61" descr="Cursor with solid fill">
            <a:extLst>
              <a:ext uri="{FF2B5EF4-FFF2-40B4-BE49-F238E27FC236}">
                <a16:creationId xmlns:a16="http://schemas.microsoft.com/office/drawing/2014/main" id="{57F782F3-7C04-498B-BCDC-6FDB68F57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2593140"/>
            <a:ext cx="291548" cy="29154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13DF88E5-7AEB-487D-BB04-3ED6CB286438}"/>
              </a:ext>
            </a:extLst>
          </p:cNvPr>
          <p:cNvSpPr txBox="1"/>
          <p:nvPr/>
        </p:nvSpPr>
        <p:spPr>
          <a:xfrm>
            <a:off x="1534966" y="3949506"/>
            <a:ext cx="2948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PO metronidazole can be considered if other options are not available. </a:t>
            </a:r>
          </a:p>
        </p:txBody>
      </p:sp>
      <p:sp>
        <p:nvSpPr>
          <p:cNvPr id="2" name="Right Bracket 1">
            <a:extLst>
              <a:ext uri="{FF2B5EF4-FFF2-40B4-BE49-F238E27FC236}">
                <a16:creationId xmlns:a16="http://schemas.microsoft.com/office/drawing/2014/main" id="{7370E36F-B204-407A-BEB4-4228E061CA04}"/>
              </a:ext>
            </a:extLst>
          </p:cNvPr>
          <p:cNvSpPr/>
          <p:nvPr/>
        </p:nvSpPr>
        <p:spPr>
          <a:xfrm>
            <a:off x="4410276" y="3456013"/>
            <a:ext cx="48980" cy="534028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6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41" grpId="0"/>
      <p:bldP spid="42" grpId="0"/>
      <p:bldP spid="5" grpId="0" animBg="1"/>
      <p:bldP spid="11" grpId="0" animBg="1"/>
      <p:bldP spid="64" grpId="0" animBg="1"/>
      <p:bldP spid="66" grpId="0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E06B7FA2-EE69-417A-9E3C-C821A7B785E0}"/>
              </a:ext>
            </a:extLst>
          </p:cNvPr>
          <p:cNvGrpSpPr/>
          <p:nvPr/>
        </p:nvGrpSpPr>
        <p:grpSpPr>
          <a:xfrm>
            <a:off x="2306970" y="4265868"/>
            <a:ext cx="2883758" cy="1495602"/>
            <a:chOff x="2347973" y="3960644"/>
            <a:chExt cx="2883758" cy="149560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89D958A-C1C6-4B3E-A7BF-9C05C3133FEC}"/>
                </a:ext>
              </a:extLst>
            </p:cNvPr>
            <p:cNvSpPr/>
            <p:nvPr/>
          </p:nvSpPr>
          <p:spPr>
            <a:xfrm>
              <a:off x="2739635" y="4408517"/>
              <a:ext cx="2093579" cy="104772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EBE0B806-3A47-44C2-A3AD-F13D7DABE4CF}"/>
                </a:ext>
              </a:extLst>
            </p:cNvPr>
            <p:cNvSpPr/>
            <p:nvPr/>
          </p:nvSpPr>
          <p:spPr>
            <a:xfrm>
              <a:off x="2347973" y="3960644"/>
              <a:ext cx="2883758" cy="598053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3606594-5ED6-4FAF-AB4F-22AFF8BAE608}"/>
              </a:ext>
            </a:extLst>
          </p:cNvPr>
          <p:cNvGrpSpPr/>
          <p:nvPr/>
        </p:nvGrpSpPr>
        <p:grpSpPr>
          <a:xfrm>
            <a:off x="2535251" y="795013"/>
            <a:ext cx="2474789" cy="1887294"/>
            <a:chOff x="2516312" y="166924"/>
            <a:chExt cx="2474789" cy="1887294"/>
          </a:xfrm>
          <a:solidFill>
            <a:srgbClr val="F9F9F9"/>
          </a:solidFill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855D2C8-D2E9-4B06-B36F-0B1AC8D52616}"/>
                </a:ext>
              </a:extLst>
            </p:cNvPr>
            <p:cNvGrpSpPr/>
            <p:nvPr/>
          </p:nvGrpSpPr>
          <p:grpSpPr>
            <a:xfrm>
              <a:off x="2516312" y="166924"/>
              <a:ext cx="2474789" cy="1887294"/>
              <a:chOff x="2516312" y="159337"/>
              <a:chExt cx="2532907" cy="2057945"/>
            </a:xfrm>
            <a:grpFill/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E1AF63F-5D02-4313-A288-B3D3D2D199C5}"/>
                  </a:ext>
                </a:extLst>
              </p:cNvPr>
              <p:cNvSpPr/>
              <p:nvPr/>
            </p:nvSpPr>
            <p:spPr>
              <a:xfrm>
                <a:off x="2516312" y="564739"/>
                <a:ext cx="2532907" cy="165254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BAAA6FC-3D14-4820-9609-1DC1FC885604}"/>
                  </a:ext>
                </a:extLst>
              </p:cNvPr>
              <p:cNvSpPr/>
              <p:nvPr/>
            </p:nvSpPr>
            <p:spPr>
              <a:xfrm>
                <a:off x="3338519" y="159337"/>
                <a:ext cx="922884" cy="510701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5FD769A-8549-4A26-BE6F-EBF018A68990}"/>
                  </a:ext>
                </a:extLst>
              </p:cNvPr>
              <p:cNvSpPr/>
              <p:nvPr/>
            </p:nvSpPr>
            <p:spPr>
              <a:xfrm>
                <a:off x="3104712" y="573859"/>
                <a:ext cx="1236122" cy="1712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Plus Sign 45">
              <a:extLst>
                <a:ext uri="{FF2B5EF4-FFF2-40B4-BE49-F238E27FC236}">
                  <a16:creationId xmlns:a16="http://schemas.microsoft.com/office/drawing/2014/main" id="{4314822E-09A9-43D7-9DCC-DF3252895AE5}"/>
                </a:ext>
              </a:extLst>
            </p:cNvPr>
            <p:cNvSpPr/>
            <p:nvPr/>
          </p:nvSpPr>
          <p:spPr>
            <a:xfrm>
              <a:off x="3620288" y="263180"/>
              <a:ext cx="291548" cy="291548"/>
            </a:xfrm>
            <a:prstGeom prst="mathPlu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1A70F8-DE19-4498-8D90-C0731B3CBEF6}"/>
              </a:ext>
            </a:extLst>
          </p:cNvPr>
          <p:cNvSpPr/>
          <p:nvPr/>
        </p:nvSpPr>
        <p:spPr>
          <a:xfrm>
            <a:off x="188844" y="217003"/>
            <a:ext cx="1321904" cy="318053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Risk factors</a:t>
            </a:r>
          </a:p>
        </p:txBody>
      </p:sp>
      <p:pic>
        <p:nvPicPr>
          <p:cNvPr id="8" name="Graphic 7" descr="Cursor with solid fill">
            <a:extLst>
              <a:ext uri="{FF2B5EF4-FFF2-40B4-BE49-F238E27FC236}">
                <a16:creationId xmlns:a16="http://schemas.microsoft.com/office/drawing/2014/main" id="{0AD96432-ED8F-41D8-A054-E78EBA4B3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389282"/>
            <a:ext cx="291548" cy="291548"/>
          </a:xfrm>
          <a:prstGeom prst="rect">
            <a:avLst/>
          </a:prstGeom>
        </p:spPr>
      </p:pic>
      <p:sp>
        <p:nvSpPr>
          <p:cNvPr id="15" name="Rectangle: Rounded Corners 14">
            <a:hlinkClick r:id="rId5" action="ppaction://hlinksldjump"/>
            <a:extLst>
              <a:ext uri="{FF2B5EF4-FFF2-40B4-BE49-F238E27FC236}">
                <a16:creationId xmlns:a16="http://schemas.microsoft.com/office/drawing/2014/main" id="{27B384C3-AA62-42F8-9B2A-2E52340FFB13}"/>
              </a:ext>
            </a:extLst>
          </p:cNvPr>
          <p:cNvSpPr/>
          <p:nvPr/>
        </p:nvSpPr>
        <p:spPr>
          <a:xfrm>
            <a:off x="188844" y="1080054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16" name="Rectangle: Rounded Corners 15">
            <a:hlinkClick r:id="rId6" action="ppaction://hlinksldjump"/>
            <a:extLst>
              <a:ext uri="{FF2B5EF4-FFF2-40B4-BE49-F238E27FC236}">
                <a16:creationId xmlns:a16="http://schemas.microsoft.com/office/drawing/2014/main" id="{E34DB319-6E8B-41C2-9D5C-61F817242D9F}"/>
              </a:ext>
            </a:extLst>
          </p:cNvPr>
          <p:cNvSpPr/>
          <p:nvPr/>
        </p:nvSpPr>
        <p:spPr>
          <a:xfrm>
            <a:off x="188844" y="1519033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Treatment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35F1B5E2-3669-40D9-A8D6-8969F2CEC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1239080"/>
            <a:ext cx="291548" cy="291548"/>
          </a:xfrm>
          <a:prstGeom prst="rect">
            <a:avLst/>
          </a:prstGeom>
        </p:spPr>
      </p:pic>
      <p:sp>
        <p:nvSpPr>
          <p:cNvPr id="19" name="Rectangle: Rounded Corners 18">
            <a:hlinkClick r:id="rId7" action="ppaction://hlinksldjump"/>
            <a:extLst>
              <a:ext uri="{FF2B5EF4-FFF2-40B4-BE49-F238E27FC236}">
                <a16:creationId xmlns:a16="http://schemas.microsoft.com/office/drawing/2014/main" id="{0EC6C265-3D09-4D19-9975-DEED43BBB15F}"/>
              </a:ext>
            </a:extLst>
          </p:cNvPr>
          <p:cNvSpPr/>
          <p:nvPr/>
        </p:nvSpPr>
        <p:spPr>
          <a:xfrm>
            <a:off x="188844" y="635276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7B9A6C65-94AC-4605-86CD-BDF127DE6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807555"/>
            <a:ext cx="291548" cy="291548"/>
          </a:xfrm>
          <a:prstGeom prst="rect">
            <a:avLst/>
          </a:prstGeom>
        </p:spPr>
      </p:pic>
      <p:sp>
        <p:nvSpPr>
          <p:cNvPr id="21" name="Rectangle: Rounded Corners 20">
            <a:hlinkClick r:id="rId8" action="ppaction://hlinksldjump"/>
            <a:extLst>
              <a:ext uri="{FF2B5EF4-FFF2-40B4-BE49-F238E27FC236}">
                <a16:creationId xmlns:a16="http://schemas.microsoft.com/office/drawing/2014/main" id="{2A1B8D69-8135-4C18-B108-98C9534D0E82}"/>
              </a:ext>
            </a:extLst>
          </p:cNvPr>
          <p:cNvSpPr/>
          <p:nvPr/>
        </p:nvSpPr>
        <p:spPr>
          <a:xfrm>
            <a:off x="188844" y="1969607"/>
            <a:ext cx="1321904" cy="318053"/>
          </a:xfrm>
          <a:prstGeom prst="roundRect">
            <a:avLst/>
          </a:prstGeom>
          <a:solidFill>
            <a:schemeClr val="accent4"/>
          </a:solidFill>
          <a:ln w="381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Prevention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1DA22-0586-4E00-88BB-6205DA8630B6}"/>
              </a:ext>
            </a:extLst>
          </p:cNvPr>
          <p:cNvGrpSpPr/>
          <p:nvPr/>
        </p:nvGrpSpPr>
        <p:grpSpPr>
          <a:xfrm>
            <a:off x="2705817" y="1422391"/>
            <a:ext cx="1237573" cy="1104610"/>
            <a:chOff x="2022378" y="916958"/>
            <a:chExt cx="2346422" cy="210201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48097B3-7450-48E3-83C1-CDA2798068DD}"/>
                </a:ext>
              </a:extLst>
            </p:cNvPr>
            <p:cNvGrpSpPr/>
            <p:nvPr/>
          </p:nvGrpSpPr>
          <p:grpSpPr>
            <a:xfrm>
              <a:off x="2022378" y="916958"/>
              <a:ext cx="2346422" cy="2102013"/>
              <a:chOff x="2036892" y="2049190"/>
              <a:chExt cx="2557034" cy="2512042"/>
            </a:xfrm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AF616868-B5A8-4B88-AC4A-B17332E4F414}"/>
                  </a:ext>
                </a:extLst>
              </p:cNvPr>
              <p:cNvSpPr/>
              <p:nvPr/>
            </p:nvSpPr>
            <p:spPr>
              <a:xfrm>
                <a:off x="4320435" y="3573522"/>
                <a:ext cx="270574" cy="299747"/>
              </a:xfrm>
              <a:custGeom>
                <a:avLst/>
                <a:gdLst>
                  <a:gd name="connsiteX0" fmla="*/ 914 w 305181"/>
                  <a:gd name="connsiteY0" fmla="*/ 167997 h 259715"/>
                  <a:gd name="connsiteX1" fmla="*/ 46634 w 305181"/>
                  <a:gd name="connsiteY1" fmla="*/ 259437 h 259715"/>
                  <a:gd name="connsiteX2" fmla="*/ 145694 w 305181"/>
                  <a:gd name="connsiteY2" fmla="*/ 198477 h 259715"/>
                  <a:gd name="connsiteX3" fmla="*/ 298094 w 305181"/>
                  <a:gd name="connsiteY3" fmla="*/ 107037 h 259715"/>
                  <a:gd name="connsiteX4" fmla="*/ 259994 w 305181"/>
                  <a:gd name="connsiteY4" fmla="*/ 357 h 259715"/>
                  <a:gd name="connsiteX5" fmla="*/ 84734 w 305181"/>
                  <a:gd name="connsiteY5" fmla="*/ 145137 h 259715"/>
                  <a:gd name="connsiteX6" fmla="*/ 914 w 305181"/>
                  <a:gd name="connsiteY6" fmla="*/ 167997 h 259715"/>
                  <a:gd name="connsiteX0" fmla="*/ 914 w 301386"/>
                  <a:gd name="connsiteY0" fmla="*/ 167997 h 259715"/>
                  <a:gd name="connsiteX1" fmla="*/ 46634 w 301386"/>
                  <a:gd name="connsiteY1" fmla="*/ 259437 h 259715"/>
                  <a:gd name="connsiteX2" fmla="*/ 145694 w 301386"/>
                  <a:gd name="connsiteY2" fmla="*/ 198477 h 259715"/>
                  <a:gd name="connsiteX3" fmla="*/ 298094 w 301386"/>
                  <a:gd name="connsiteY3" fmla="*/ 107037 h 259715"/>
                  <a:gd name="connsiteX4" fmla="*/ 237134 w 301386"/>
                  <a:gd name="connsiteY4" fmla="*/ 357 h 259715"/>
                  <a:gd name="connsiteX5" fmla="*/ 84734 w 301386"/>
                  <a:gd name="connsiteY5" fmla="*/ 145137 h 259715"/>
                  <a:gd name="connsiteX6" fmla="*/ 914 w 301386"/>
                  <a:gd name="connsiteY6" fmla="*/ 167997 h 259715"/>
                  <a:gd name="connsiteX0" fmla="*/ 914 w 301386"/>
                  <a:gd name="connsiteY0" fmla="*/ 167997 h 259715"/>
                  <a:gd name="connsiteX1" fmla="*/ 46634 w 301386"/>
                  <a:gd name="connsiteY1" fmla="*/ 259437 h 259715"/>
                  <a:gd name="connsiteX2" fmla="*/ 145694 w 301386"/>
                  <a:gd name="connsiteY2" fmla="*/ 198477 h 259715"/>
                  <a:gd name="connsiteX3" fmla="*/ 298094 w 301386"/>
                  <a:gd name="connsiteY3" fmla="*/ 107037 h 259715"/>
                  <a:gd name="connsiteX4" fmla="*/ 237134 w 301386"/>
                  <a:gd name="connsiteY4" fmla="*/ 357 h 259715"/>
                  <a:gd name="connsiteX5" fmla="*/ 84734 w 301386"/>
                  <a:gd name="connsiteY5" fmla="*/ 99417 h 259715"/>
                  <a:gd name="connsiteX6" fmla="*/ 914 w 301386"/>
                  <a:gd name="connsiteY6" fmla="*/ 167997 h 259715"/>
                  <a:gd name="connsiteX0" fmla="*/ 769 w 308861"/>
                  <a:gd name="connsiteY0" fmla="*/ 152757 h 260028"/>
                  <a:gd name="connsiteX1" fmla="*/ 54109 w 308861"/>
                  <a:gd name="connsiteY1" fmla="*/ 259437 h 260028"/>
                  <a:gd name="connsiteX2" fmla="*/ 153169 w 308861"/>
                  <a:gd name="connsiteY2" fmla="*/ 198477 h 260028"/>
                  <a:gd name="connsiteX3" fmla="*/ 305569 w 308861"/>
                  <a:gd name="connsiteY3" fmla="*/ 107037 h 260028"/>
                  <a:gd name="connsiteX4" fmla="*/ 244609 w 308861"/>
                  <a:gd name="connsiteY4" fmla="*/ 357 h 260028"/>
                  <a:gd name="connsiteX5" fmla="*/ 92209 w 308861"/>
                  <a:gd name="connsiteY5" fmla="*/ 99417 h 260028"/>
                  <a:gd name="connsiteX6" fmla="*/ 769 w 308861"/>
                  <a:gd name="connsiteY6" fmla="*/ 152757 h 260028"/>
                  <a:gd name="connsiteX0" fmla="*/ 769 w 305574"/>
                  <a:gd name="connsiteY0" fmla="*/ 190759 h 298030"/>
                  <a:gd name="connsiteX1" fmla="*/ 54109 w 305574"/>
                  <a:gd name="connsiteY1" fmla="*/ 297439 h 298030"/>
                  <a:gd name="connsiteX2" fmla="*/ 153169 w 305574"/>
                  <a:gd name="connsiteY2" fmla="*/ 236479 h 298030"/>
                  <a:gd name="connsiteX3" fmla="*/ 305569 w 305574"/>
                  <a:gd name="connsiteY3" fmla="*/ 145039 h 298030"/>
                  <a:gd name="connsiteX4" fmla="*/ 158763 w 305574"/>
                  <a:gd name="connsiteY4" fmla="*/ 259 h 298030"/>
                  <a:gd name="connsiteX5" fmla="*/ 92209 w 305574"/>
                  <a:gd name="connsiteY5" fmla="*/ 137419 h 298030"/>
                  <a:gd name="connsiteX6" fmla="*/ 769 w 305574"/>
                  <a:gd name="connsiteY6" fmla="*/ 190759 h 298030"/>
                  <a:gd name="connsiteX0" fmla="*/ 769 w 305574"/>
                  <a:gd name="connsiteY0" fmla="*/ 137419 h 299747"/>
                  <a:gd name="connsiteX1" fmla="*/ 54109 w 305574"/>
                  <a:gd name="connsiteY1" fmla="*/ 297439 h 299747"/>
                  <a:gd name="connsiteX2" fmla="*/ 153169 w 305574"/>
                  <a:gd name="connsiteY2" fmla="*/ 236479 h 299747"/>
                  <a:gd name="connsiteX3" fmla="*/ 305569 w 305574"/>
                  <a:gd name="connsiteY3" fmla="*/ 145039 h 299747"/>
                  <a:gd name="connsiteX4" fmla="*/ 158763 w 305574"/>
                  <a:gd name="connsiteY4" fmla="*/ 259 h 299747"/>
                  <a:gd name="connsiteX5" fmla="*/ 92209 w 305574"/>
                  <a:gd name="connsiteY5" fmla="*/ 137419 h 299747"/>
                  <a:gd name="connsiteX6" fmla="*/ 769 w 305574"/>
                  <a:gd name="connsiteY6" fmla="*/ 137419 h 299747"/>
                  <a:gd name="connsiteX0" fmla="*/ 21 w 304826"/>
                  <a:gd name="connsiteY0" fmla="*/ 137419 h 299747"/>
                  <a:gd name="connsiteX1" fmla="*/ 53361 w 304826"/>
                  <a:gd name="connsiteY1" fmla="*/ 297439 h 299747"/>
                  <a:gd name="connsiteX2" fmla="*/ 152421 w 304826"/>
                  <a:gd name="connsiteY2" fmla="*/ 236479 h 299747"/>
                  <a:gd name="connsiteX3" fmla="*/ 304821 w 304826"/>
                  <a:gd name="connsiteY3" fmla="*/ 145039 h 299747"/>
                  <a:gd name="connsiteX4" fmla="*/ 158015 w 304826"/>
                  <a:gd name="connsiteY4" fmla="*/ 259 h 299747"/>
                  <a:gd name="connsiteX5" fmla="*/ 48538 w 304826"/>
                  <a:gd name="connsiteY5" fmla="*/ 106939 h 299747"/>
                  <a:gd name="connsiteX6" fmla="*/ 21 w 304826"/>
                  <a:gd name="connsiteY6" fmla="*/ 137419 h 299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4826" h="299747">
                    <a:moveTo>
                      <a:pt x="21" y="137419"/>
                    </a:moveTo>
                    <a:cubicBezTo>
                      <a:pt x="825" y="169169"/>
                      <a:pt x="27961" y="280929"/>
                      <a:pt x="53361" y="297439"/>
                    </a:cubicBezTo>
                    <a:cubicBezTo>
                      <a:pt x="78761" y="313949"/>
                      <a:pt x="152421" y="236479"/>
                      <a:pt x="152421" y="236479"/>
                    </a:cubicBezTo>
                    <a:cubicBezTo>
                      <a:pt x="194331" y="211079"/>
                      <a:pt x="303889" y="184409"/>
                      <a:pt x="304821" y="145039"/>
                    </a:cubicBezTo>
                    <a:cubicBezTo>
                      <a:pt x="305753" y="105669"/>
                      <a:pt x="193575" y="-6091"/>
                      <a:pt x="158015" y="259"/>
                    </a:cubicBezTo>
                    <a:cubicBezTo>
                      <a:pt x="122455" y="6609"/>
                      <a:pt x="74870" y="84079"/>
                      <a:pt x="48538" y="106939"/>
                    </a:cubicBezTo>
                    <a:cubicBezTo>
                      <a:pt x="22206" y="129799"/>
                      <a:pt x="-783" y="105669"/>
                      <a:pt x="21" y="137419"/>
                    </a:cubicBezTo>
                    <a:close/>
                  </a:path>
                </a:pathLst>
              </a:cu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D447CB9-86CA-43B0-8F91-103A1010A53A}"/>
                  </a:ext>
                </a:extLst>
              </p:cNvPr>
              <p:cNvSpPr/>
              <p:nvPr/>
            </p:nvSpPr>
            <p:spPr>
              <a:xfrm rot="4672363">
                <a:off x="2025661" y="3545628"/>
                <a:ext cx="280435" cy="257973"/>
              </a:xfrm>
              <a:custGeom>
                <a:avLst/>
                <a:gdLst>
                  <a:gd name="connsiteX0" fmla="*/ 914 w 305181"/>
                  <a:gd name="connsiteY0" fmla="*/ 167997 h 259715"/>
                  <a:gd name="connsiteX1" fmla="*/ 46634 w 305181"/>
                  <a:gd name="connsiteY1" fmla="*/ 259437 h 259715"/>
                  <a:gd name="connsiteX2" fmla="*/ 145694 w 305181"/>
                  <a:gd name="connsiteY2" fmla="*/ 198477 h 259715"/>
                  <a:gd name="connsiteX3" fmla="*/ 298094 w 305181"/>
                  <a:gd name="connsiteY3" fmla="*/ 107037 h 259715"/>
                  <a:gd name="connsiteX4" fmla="*/ 259994 w 305181"/>
                  <a:gd name="connsiteY4" fmla="*/ 357 h 259715"/>
                  <a:gd name="connsiteX5" fmla="*/ 84734 w 305181"/>
                  <a:gd name="connsiteY5" fmla="*/ 145137 h 259715"/>
                  <a:gd name="connsiteX6" fmla="*/ 914 w 305181"/>
                  <a:gd name="connsiteY6" fmla="*/ 167997 h 259715"/>
                  <a:gd name="connsiteX0" fmla="*/ 914 w 301386"/>
                  <a:gd name="connsiteY0" fmla="*/ 167997 h 259715"/>
                  <a:gd name="connsiteX1" fmla="*/ 46634 w 301386"/>
                  <a:gd name="connsiteY1" fmla="*/ 259437 h 259715"/>
                  <a:gd name="connsiteX2" fmla="*/ 145694 w 301386"/>
                  <a:gd name="connsiteY2" fmla="*/ 198477 h 259715"/>
                  <a:gd name="connsiteX3" fmla="*/ 298094 w 301386"/>
                  <a:gd name="connsiteY3" fmla="*/ 107037 h 259715"/>
                  <a:gd name="connsiteX4" fmla="*/ 237134 w 301386"/>
                  <a:gd name="connsiteY4" fmla="*/ 357 h 259715"/>
                  <a:gd name="connsiteX5" fmla="*/ 84734 w 301386"/>
                  <a:gd name="connsiteY5" fmla="*/ 145137 h 259715"/>
                  <a:gd name="connsiteX6" fmla="*/ 914 w 301386"/>
                  <a:gd name="connsiteY6" fmla="*/ 167997 h 259715"/>
                  <a:gd name="connsiteX0" fmla="*/ 914 w 301386"/>
                  <a:gd name="connsiteY0" fmla="*/ 167997 h 259715"/>
                  <a:gd name="connsiteX1" fmla="*/ 46634 w 301386"/>
                  <a:gd name="connsiteY1" fmla="*/ 259437 h 259715"/>
                  <a:gd name="connsiteX2" fmla="*/ 145694 w 301386"/>
                  <a:gd name="connsiteY2" fmla="*/ 198477 h 259715"/>
                  <a:gd name="connsiteX3" fmla="*/ 298094 w 301386"/>
                  <a:gd name="connsiteY3" fmla="*/ 107037 h 259715"/>
                  <a:gd name="connsiteX4" fmla="*/ 237134 w 301386"/>
                  <a:gd name="connsiteY4" fmla="*/ 357 h 259715"/>
                  <a:gd name="connsiteX5" fmla="*/ 84734 w 301386"/>
                  <a:gd name="connsiteY5" fmla="*/ 99417 h 259715"/>
                  <a:gd name="connsiteX6" fmla="*/ 914 w 301386"/>
                  <a:gd name="connsiteY6" fmla="*/ 167997 h 259715"/>
                  <a:gd name="connsiteX0" fmla="*/ 769 w 308861"/>
                  <a:gd name="connsiteY0" fmla="*/ 152757 h 260028"/>
                  <a:gd name="connsiteX1" fmla="*/ 54109 w 308861"/>
                  <a:gd name="connsiteY1" fmla="*/ 259437 h 260028"/>
                  <a:gd name="connsiteX2" fmla="*/ 153169 w 308861"/>
                  <a:gd name="connsiteY2" fmla="*/ 198477 h 260028"/>
                  <a:gd name="connsiteX3" fmla="*/ 305569 w 308861"/>
                  <a:gd name="connsiteY3" fmla="*/ 107037 h 260028"/>
                  <a:gd name="connsiteX4" fmla="*/ 244609 w 308861"/>
                  <a:gd name="connsiteY4" fmla="*/ 357 h 260028"/>
                  <a:gd name="connsiteX5" fmla="*/ 92209 w 308861"/>
                  <a:gd name="connsiteY5" fmla="*/ 99417 h 260028"/>
                  <a:gd name="connsiteX6" fmla="*/ 769 w 308861"/>
                  <a:gd name="connsiteY6" fmla="*/ 152757 h 260028"/>
                  <a:gd name="connsiteX0" fmla="*/ 769 w 305646"/>
                  <a:gd name="connsiteY0" fmla="*/ 181984 h 289255"/>
                  <a:gd name="connsiteX1" fmla="*/ 54109 w 305646"/>
                  <a:gd name="connsiteY1" fmla="*/ 288664 h 289255"/>
                  <a:gd name="connsiteX2" fmla="*/ 153169 w 305646"/>
                  <a:gd name="connsiteY2" fmla="*/ 227704 h 289255"/>
                  <a:gd name="connsiteX3" fmla="*/ 305569 w 305646"/>
                  <a:gd name="connsiteY3" fmla="*/ 136264 h 289255"/>
                  <a:gd name="connsiteX4" fmla="*/ 172679 w 305646"/>
                  <a:gd name="connsiteY4" fmla="*/ 277 h 289255"/>
                  <a:gd name="connsiteX5" fmla="*/ 92209 w 305646"/>
                  <a:gd name="connsiteY5" fmla="*/ 128644 h 289255"/>
                  <a:gd name="connsiteX6" fmla="*/ 769 w 305646"/>
                  <a:gd name="connsiteY6" fmla="*/ 181984 h 289255"/>
                  <a:gd name="connsiteX0" fmla="*/ 769 w 277513"/>
                  <a:gd name="connsiteY0" fmla="*/ 182082 h 289741"/>
                  <a:gd name="connsiteX1" fmla="*/ 54109 w 277513"/>
                  <a:gd name="connsiteY1" fmla="*/ 288762 h 289741"/>
                  <a:gd name="connsiteX2" fmla="*/ 153169 w 277513"/>
                  <a:gd name="connsiteY2" fmla="*/ 227802 h 289741"/>
                  <a:gd name="connsiteX3" fmla="*/ 277408 w 277513"/>
                  <a:gd name="connsiteY3" fmla="*/ 107609 h 289741"/>
                  <a:gd name="connsiteX4" fmla="*/ 172679 w 277513"/>
                  <a:gd name="connsiteY4" fmla="*/ 375 h 289741"/>
                  <a:gd name="connsiteX5" fmla="*/ 92209 w 277513"/>
                  <a:gd name="connsiteY5" fmla="*/ 128742 h 289741"/>
                  <a:gd name="connsiteX6" fmla="*/ 769 w 277513"/>
                  <a:gd name="connsiteY6" fmla="*/ 182082 h 289741"/>
                  <a:gd name="connsiteX0" fmla="*/ 160 w 276904"/>
                  <a:gd name="connsiteY0" fmla="*/ 182082 h 256284"/>
                  <a:gd name="connsiteX1" fmla="*/ 114678 w 276904"/>
                  <a:gd name="connsiteY1" fmla="*/ 253668 h 256284"/>
                  <a:gd name="connsiteX2" fmla="*/ 152560 w 276904"/>
                  <a:gd name="connsiteY2" fmla="*/ 227802 h 256284"/>
                  <a:gd name="connsiteX3" fmla="*/ 276799 w 276904"/>
                  <a:gd name="connsiteY3" fmla="*/ 107609 h 256284"/>
                  <a:gd name="connsiteX4" fmla="*/ 172070 w 276904"/>
                  <a:gd name="connsiteY4" fmla="*/ 375 h 256284"/>
                  <a:gd name="connsiteX5" fmla="*/ 91600 w 276904"/>
                  <a:gd name="connsiteY5" fmla="*/ 128742 h 256284"/>
                  <a:gd name="connsiteX6" fmla="*/ 160 w 276904"/>
                  <a:gd name="connsiteY6" fmla="*/ 182082 h 256284"/>
                  <a:gd name="connsiteX0" fmla="*/ 99 w 327201"/>
                  <a:gd name="connsiteY0" fmla="*/ 172477 h 256945"/>
                  <a:gd name="connsiteX1" fmla="*/ 164975 w 327201"/>
                  <a:gd name="connsiteY1" fmla="*/ 253668 h 256945"/>
                  <a:gd name="connsiteX2" fmla="*/ 202857 w 327201"/>
                  <a:gd name="connsiteY2" fmla="*/ 227802 h 256945"/>
                  <a:gd name="connsiteX3" fmla="*/ 327096 w 327201"/>
                  <a:gd name="connsiteY3" fmla="*/ 107609 h 256945"/>
                  <a:gd name="connsiteX4" fmla="*/ 222367 w 327201"/>
                  <a:gd name="connsiteY4" fmla="*/ 375 h 256945"/>
                  <a:gd name="connsiteX5" fmla="*/ 141897 w 327201"/>
                  <a:gd name="connsiteY5" fmla="*/ 128742 h 256945"/>
                  <a:gd name="connsiteX6" fmla="*/ 99 w 327201"/>
                  <a:gd name="connsiteY6" fmla="*/ 172477 h 256945"/>
                  <a:gd name="connsiteX0" fmla="*/ 532 w 327634"/>
                  <a:gd name="connsiteY0" fmla="*/ 172477 h 256945"/>
                  <a:gd name="connsiteX1" fmla="*/ 165408 w 327634"/>
                  <a:gd name="connsiteY1" fmla="*/ 253668 h 256945"/>
                  <a:gd name="connsiteX2" fmla="*/ 203290 w 327634"/>
                  <a:gd name="connsiteY2" fmla="*/ 227802 h 256945"/>
                  <a:gd name="connsiteX3" fmla="*/ 327529 w 327634"/>
                  <a:gd name="connsiteY3" fmla="*/ 107609 h 256945"/>
                  <a:gd name="connsiteX4" fmla="*/ 222800 w 327634"/>
                  <a:gd name="connsiteY4" fmla="*/ 375 h 256945"/>
                  <a:gd name="connsiteX5" fmla="*/ 116596 w 327634"/>
                  <a:gd name="connsiteY5" fmla="*/ 53688 h 256945"/>
                  <a:gd name="connsiteX6" fmla="*/ 532 w 327634"/>
                  <a:gd name="connsiteY6" fmla="*/ 172477 h 256945"/>
                  <a:gd name="connsiteX0" fmla="*/ 532 w 327634"/>
                  <a:gd name="connsiteY0" fmla="*/ 172477 h 254978"/>
                  <a:gd name="connsiteX1" fmla="*/ 165408 w 327634"/>
                  <a:gd name="connsiteY1" fmla="*/ 253668 h 254978"/>
                  <a:gd name="connsiteX2" fmla="*/ 327529 w 327634"/>
                  <a:gd name="connsiteY2" fmla="*/ 107609 h 254978"/>
                  <a:gd name="connsiteX3" fmla="*/ 222800 w 327634"/>
                  <a:gd name="connsiteY3" fmla="*/ 375 h 254978"/>
                  <a:gd name="connsiteX4" fmla="*/ 116596 w 327634"/>
                  <a:gd name="connsiteY4" fmla="*/ 53688 h 254978"/>
                  <a:gd name="connsiteX5" fmla="*/ 532 w 327634"/>
                  <a:gd name="connsiteY5" fmla="*/ 172477 h 254978"/>
                  <a:gd name="connsiteX0" fmla="*/ 217 w 328532"/>
                  <a:gd name="connsiteY0" fmla="*/ 172502 h 259186"/>
                  <a:gd name="connsiteX1" fmla="*/ 146503 w 328532"/>
                  <a:gd name="connsiteY1" fmla="*/ 257942 h 259186"/>
                  <a:gd name="connsiteX2" fmla="*/ 327214 w 328532"/>
                  <a:gd name="connsiteY2" fmla="*/ 107634 h 259186"/>
                  <a:gd name="connsiteX3" fmla="*/ 222485 w 328532"/>
                  <a:gd name="connsiteY3" fmla="*/ 400 h 259186"/>
                  <a:gd name="connsiteX4" fmla="*/ 116281 w 328532"/>
                  <a:gd name="connsiteY4" fmla="*/ 53713 h 259186"/>
                  <a:gd name="connsiteX5" fmla="*/ 217 w 328532"/>
                  <a:gd name="connsiteY5" fmla="*/ 172502 h 259186"/>
                  <a:gd name="connsiteX0" fmla="*/ 247 w 315937"/>
                  <a:gd name="connsiteY0" fmla="*/ 120353 h 257973"/>
                  <a:gd name="connsiteX1" fmla="*/ 133908 w 315937"/>
                  <a:gd name="connsiteY1" fmla="*/ 257942 h 257973"/>
                  <a:gd name="connsiteX2" fmla="*/ 314619 w 315937"/>
                  <a:gd name="connsiteY2" fmla="*/ 107634 h 257973"/>
                  <a:gd name="connsiteX3" fmla="*/ 209890 w 315937"/>
                  <a:gd name="connsiteY3" fmla="*/ 400 h 257973"/>
                  <a:gd name="connsiteX4" fmla="*/ 103686 w 315937"/>
                  <a:gd name="connsiteY4" fmla="*/ 53713 h 257973"/>
                  <a:gd name="connsiteX5" fmla="*/ 247 w 315937"/>
                  <a:gd name="connsiteY5" fmla="*/ 120353 h 257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5937" h="257973">
                    <a:moveTo>
                      <a:pt x="247" y="120353"/>
                    </a:moveTo>
                    <a:cubicBezTo>
                      <a:pt x="5284" y="154391"/>
                      <a:pt x="81513" y="260062"/>
                      <a:pt x="133908" y="257942"/>
                    </a:cubicBezTo>
                    <a:cubicBezTo>
                      <a:pt x="186303" y="255822"/>
                      <a:pt x="301955" y="150558"/>
                      <a:pt x="314619" y="107634"/>
                    </a:cubicBezTo>
                    <a:cubicBezTo>
                      <a:pt x="327283" y="64710"/>
                      <a:pt x="245450" y="-5950"/>
                      <a:pt x="209890" y="400"/>
                    </a:cubicBezTo>
                    <a:cubicBezTo>
                      <a:pt x="174330" y="6750"/>
                      <a:pt x="138626" y="33721"/>
                      <a:pt x="103686" y="53713"/>
                    </a:cubicBezTo>
                    <a:cubicBezTo>
                      <a:pt x="68746" y="73705"/>
                      <a:pt x="-4790" y="86315"/>
                      <a:pt x="247" y="120353"/>
                    </a:cubicBezTo>
                    <a:close/>
                  </a:path>
                </a:pathLst>
              </a:cu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Freeform: Shape 1">
                <a:extLst>
                  <a:ext uri="{FF2B5EF4-FFF2-40B4-BE49-F238E27FC236}">
                    <a16:creationId xmlns:a16="http://schemas.microsoft.com/office/drawing/2014/main" id="{57883FD9-48E5-4573-9146-69060246A9C5}"/>
                  </a:ext>
                </a:extLst>
              </p:cNvPr>
              <p:cNvSpPr/>
              <p:nvPr/>
            </p:nvSpPr>
            <p:spPr>
              <a:xfrm>
                <a:off x="2039890" y="2049190"/>
                <a:ext cx="2554036" cy="2512042"/>
              </a:xfrm>
              <a:custGeom>
                <a:avLst/>
                <a:gdLst>
                  <a:gd name="connsiteX0" fmla="*/ 348 w 2333206"/>
                  <a:gd name="connsiteY0" fmla="*/ 1653014 h 2555376"/>
                  <a:gd name="connsiteX1" fmla="*/ 78406 w 2333206"/>
                  <a:gd name="connsiteY1" fmla="*/ 1452292 h 2555376"/>
                  <a:gd name="connsiteX2" fmla="*/ 334884 w 2333206"/>
                  <a:gd name="connsiteY2" fmla="*/ 1028546 h 2555376"/>
                  <a:gd name="connsiteX3" fmla="*/ 747480 w 2333206"/>
                  <a:gd name="connsiteY3" fmla="*/ 203356 h 2555376"/>
                  <a:gd name="connsiteX4" fmla="*/ 970504 w 2333206"/>
                  <a:gd name="connsiteY4" fmla="*/ 36088 h 2555376"/>
                  <a:gd name="connsiteX5" fmla="*/ 1048563 w 2333206"/>
                  <a:gd name="connsiteY5" fmla="*/ 2634 h 2555376"/>
                  <a:gd name="connsiteX6" fmla="*/ 1160075 w 2333206"/>
                  <a:gd name="connsiteY6" fmla="*/ 80692 h 2555376"/>
                  <a:gd name="connsiteX7" fmla="*/ 1338494 w 2333206"/>
                  <a:gd name="connsiteY7" fmla="*/ 69541 h 2555376"/>
                  <a:gd name="connsiteX8" fmla="*/ 1405402 w 2333206"/>
                  <a:gd name="connsiteY8" fmla="*/ 13785 h 2555376"/>
                  <a:gd name="connsiteX9" fmla="*/ 1427704 w 2333206"/>
                  <a:gd name="connsiteY9" fmla="*/ 13785 h 2555376"/>
                  <a:gd name="connsiteX10" fmla="*/ 1617275 w 2333206"/>
                  <a:gd name="connsiteY10" fmla="*/ 136449 h 2555376"/>
                  <a:gd name="connsiteX11" fmla="*/ 1840299 w 2333206"/>
                  <a:gd name="connsiteY11" fmla="*/ 549044 h 2555376"/>
                  <a:gd name="connsiteX12" fmla="*/ 2230592 w 2333206"/>
                  <a:gd name="connsiteY12" fmla="*/ 1262722 h 2555376"/>
                  <a:gd name="connsiteX13" fmla="*/ 2330953 w 2333206"/>
                  <a:gd name="connsiteY13" fmla="*/ 1496897 h 2555376"/>
                  <a:gd name="connsiteX14" fmla="*/ 2163684 w 2333206"/>
                  <a:gd name="connsiteY14" fmla="*/ 1697619 h 2555376"/>
                  <a:gd name="connsiteX15" fmla="*/ 1996416 w 2333206"/>
                  <a:gd name="connsiteY15" fmla="*/ 1686468 h 2555376"/>
                  <a:gd name="connsiteX16" fmla="*/ 1862602 w 2333206"/>
                  <a:gd name="connsiteY16" fmla="*/ 1296175 h 2555376"/>
                  <a:gd name="connsiteX17" fmla="*/ 1606123 w 2333206"/>
                  <a:gd name="connsiteY17" fmla="*/ 794371 h 2555376"/>
                  <a:gd name="connsiteX18" fmla="*/ 1561519 w 2333206"/>
                  <a:gd name="connsiteY18" fmla="*/ 694010 h 2555376"/>
                  <a:gd name="connsiteX19" fmla="*/ 1661880 w 2333206"/>
                  <a:gd name="connsiteY19" fmla="*/ 1318478 h 2555376"/>
                  <a:gd name="connsiteX20" fmla="*/ 1817997 w 2333206"/>
                  <a:gd name="connsiteY20" fmla="*/ 2110214 h 2555376"/>
                  <a:gd name="connsiteX21" fmla="*/ 1896055 w 2333206"/>
                  <a:gd name="connsiteY21" fmla="*/ 2400146 h 2555376"/>
                  <a:gd name="connsiteX22" fmla="*/ 1628426 w 2333206"/>
                  <a:gd name="connsiteY22" fmla="*/ 2533961 h 2555376"/>
                  <a:gd name="connsiteX23" fmla="*/ 847841 w 2333206"/>
                  <a:gd name="connsiteY23" fmla="*/ 2545112 h 2555376"/>
                  <a:gd name="connsiteX24" fmla="*/ 736328 w 2333206"/>
                  <a:gd name="connsiteY24" fmla="*/ 2433600 h 2555376"/>
                  <a:gd name="connsiteX25" fmla="*/ 792084 w 2333206"/>
                  <a:gd name="connsiteY25" fmla="*/ 2143668 h 2555376"/>
                  <a:gd name="connsiteX26" fmla="*/ 847841 w 2333206"/>
                  <a:gd name="connsiteY26" fmla="*/ 1006244 h 2555376"/>
                  <a:gd name="connsiteX27" fmla="*/ 836689 w 2333206"/>
                  <a:gd name="connsiteY27" fmla="*/ 694010 h 2555376"/>
                  <a:gd name="connsiteX28" fmla="*/ 680572 w 2333206"/>
                  <a:gd name="connsiteY28" fmla="*/ 1218117 h 2555376"/>
                  <a:gd name="connsiteX29" fmla="*/ 491002 w 2333206"/>
                  <a:gd name="connsiteY29" fmla="*/ 1697619 h 2555376"/>
                  <a:gd name="connsiteX30" fmla="*/ 256826 w 2333206"/>
                  <a:gd name="connsiteY30" fmla="*/ 1775678 h 2555376"/>
                  <a:gd name="connsiteX31" fmla="*/ 100709 w 2333206"/>
                  <a:gd name="connsiteY31" fmla="*/ 1719922 h 2555376"/>
                  <a:gd name="connsiteX32" fmla="*/ 348 w 2333206"/>
                  <a:gd name="connsiteY32" fmla="*/ 1653014 h 2555376"/>
                  <a:gd name="connsiteX0" fmla="*/ 348 w 2333206"/>
                  <a:gd name="connsiteY0" fmla="*/ 1653014 h 2555376"/>
                  <a:gd name="connsiteX1" fmla="*/ 78406 w 2333206"/>
                  <a:gd name="connsiteY1" fmla="*/ 1452292 h 2555376"/>
                  <a:gd name="connsiteX2" fmla="*/ 334884 w 2333206"/>
                  <a:gd name="connsiteY2" fmla="*/ 1028546 h 2555376"/>
                  <a:gd name="connsiteX3" fmla="*/ 747480 w 2333206"/>
                  <a:gd name="connsiteY3" fmla="*/ 203356 h 2555376"/>
                  <a:gd name="connsiteX4" fmla="*/ 970504 w 2333206"/>
                  <a:gd name="connsiteY4" fmla="*/ 36088 h 2555376"/>
                  <a:gd name="connsiteX5" fmla="*/ 1048563 w 2333206"/>
                  <a:gd name="connsiteY5" fmla="*/ 2634 h 2555376"/>
                  <a:gd name="connsiteX6" fmla="*/ 1160075 w 2333206"/>
                  <a:gd name="connsiteY6" fmla="*/ 80692 h 2555376"/>
                  <a:gd name="connsiteX7" fmla="*/ 1338494 w 2333206"/>
                  <a:gd name="connsiteY7" fmla="*/ 69541 h 2555376"/>
                  <a:gd name="connsiteX8" fmla="*/ 1405402 w 2333206"/>
                  <a:gd name="connsiteY8" fmla="*/ 13785 h 2555376"/>
                  <a:gd name="connsiteX9" fmla="*/ 1427704 w 2333206"/>
                  <a:gd name="connsiteY9" fmla="*/ 13785 h 2555376"/>
                  <a:gd name="connsiteX10" fmla="*/ 1617275 w 2333206"/>
                  <a:gd name="connsiteY10" fmla="*/ 136449 h 2555376"/>
                  <a:gd name="connsiteX11" fmla="*/ 1840299 w 2333206"/>
                  <a:gd name="connsiteY11" fmla="*/ 549044 h 2555376"/>
                  <a:gd name="connsiteX12" fmla="*/ 2230592 w 2333206"/>
                  <a:gd name="connsiteY12" fmla="*/ 1262722 h 2555376"/>
                  <a:gd name="connsiteX13" fmla="*/ 2330953 w 2333206"/>
                  <a:gd name="connsiteY13" fmla="*/ 1496897 h 2555376"/>
                  <a:gd name="connsiteX14" fmla="*/ 2163684 w 2333206"/>
                  <a:gd name="connsiteY14" fmla="*/ 1697619 h 2555376"/>
                  <a:gd name="connsiteX15" fmla="*/ 1996416 w 2333206"/>
                  <a:gd name="connsiteY15" fmla="*/ 1686468 h 2555376"/>
                  <a:gd name="connsiteX16" fmla="*/ 1862602 w 2333206"/>
                  <a:gd name="connsiteY16" fmla="*/ 1296175 h 2555376"/>
                  <a:gd name="connsiteX17" fmla="*/ 1606123 w 2333206"/>
                  <a:gd name="connsiteY17" fmla="*/ 794371 h 2555376"/>
                  <a:gd name="connsiteX18" fmla="*/ 1561519 w 2333206"/>
                  <a:gd name="connsiteY18" fmla="*/ 694010 h 2555376"/>
                  <a:gd name="connsiteX19" fmla="*/ 1661880 w 2333206"/>
                  <a:gd name="connsiteY19" fmla="*/ 1318478 h 2555376"/>
                  <a:gd name="connsiteX20" fmla="*/ 1817997 w 2333206"/>
                  <a:gd name="connsiteY20" fmla="*/ 2110214 h 2555376"/>
                  <a:gd name="connsiteX21" fmla="*/ 1896055 w 2333206"/>
                  <a:gd name="connsiteY21" fmla="*/ 2400146 h 2555376"/>
                  <a:gd name="connsiteX22" fmla="*/ 1628426 w 2333206"/>
                  <a:gd name="connsiteY22" fmla="*/ 2533961 h 2555376"/>
                  <a:gd name="connsiteX23" fmla="*/ 847841 w 2333206"/>
                  <a:gd name="connsiteY23" fmla="*/ 2545112 h 2555376"/>
                  <a:gd name="connsiteX24" fmla="*/ 736328 w 2333206"/>
                  <a:gd name="connsiteY24" fmla="*/ 2433600 h 2555376"/>
                  <a:gd name="connsiteX25" fmla="*/ 792084 w 2333206"/>
                  <a:gd name="connsiteY25" fmla="*/ 2143668 h 2555376"/>
                  <a:gd name="connsiteX26" fmla="*/ 828154 w 2333206"/>
                  <a:gd name="connsiteY26" fmla="*/ 1028546 h 2555376"/>
                  <a:gd name="connsiteX27" fmla="*/ 836689 w 2333206"/>
                  <a:gd name="connsiteY27" fmla="*/ 694010 h 2555376"/>
                  <a:gd name="connsiteX28" fmla="*/ 680572 w 2333206"/>
                  <a:gd name="connsiteY28" fmla="*/ 1218117 h 2555376"/>
                  <a:gd name="connsiteX29" fmla="*/ 491002 w 2333206"/>
                  <a:gd name="connsiteY29" fmla="*/ 1697619 h 2555376"/>
                  <a:gd name="connsiteX30" fmla="*/ 256826 w 2333206"/>
                  <a:gd name="connsiteY30" fmla="*/ 1775678 h 2555376"/>
                  <a:gd name="connsiteX31" fmla="*/ 100709 w 2333206"/>
                  <a:gd name="connsiteY31" fmla="*/ 1719922 h 2555376"/>
                  <a:gd name="connsiteX32" fmla="*/ 348 w 2333206"/>
                  <a:gd name="connsiteY32" fmla="*/ 1653014 h 2555376"/>
                  <a:gd name="connsiteX0" fmla="*/ 348 w 2333206"/>
                  <a:gd name="connsiteY0" fmla="*/ 1653014 h 2555376"/>
                  <a:gd name="connsiteX1" fmla="*/ 78406 w 2333206"/>
                  <a:gd name="connsiteY1" fmla="*/ 1452292 h 2555376"/>
                  <a:gd name="connsiteX2" fmla="*/ 334884 w 2333206"/>
                  <a:gd name="connsiteY2" fmla="*/ 1028546 h 2555376"/>
                  <a:gd name="connsiteX3" fmla="*/ 747480 w 2333206"/>
                  <a:gd name="connsiteY3" fmla="*/ 203356 h 2555376"/>
                  <a:gd name="connsiteX4" fmla="*/ 970504 w 2333206"/>
                  <a:gd name="connsiteY4" fmla="*/ 36088 h 2555376"/>
                  <a:gd name="connsiteX5" fmla="*/ 1048563 w 2333206"/>
                  <a:gd name="connsiteY5" fmla="*/ 2634 h 2555376"/>
                  <a:gd name="connsiteX6" fmla="*/ 1160075 w 2333206"/>
                  <a:gd name="connsiteY6" fmla="*/ 80692 h 2555376"/>
                  <a:gd name="connsiteX7" fmla="*/ 1338494 w 2333206"/>
                  <a:gd name="connsiteY7" fmla="*/ 69541 h 2555376"/>
                  <a:gd name="connsiteX8" fmla="*/ 1405402 w 2333206"/>
                  <a:gd name="connsiteY8" fmla="*/ 13785 h 2555376"/>
                  <a:gd name="connsiteX9" fmla="*/ 1427704 w 2333206"/>
                  <a:gd name="connsiteY9" fmla="*/ 13785 h 2555376"/>
                  <a:gd name="connsiteX10" fmla="*/ 1617275 w 2333206"/>
                  <a:gd name="connsiteY10" fmla="*/ 136449 h 2555376"/>
                  <a:gd name="connsiteX11" fmla="*/ 1840299 w 2333206"/>
                  <a:gd name="connsiteY11" fmla="*/ 549044 h 2555376"/>
                  <a:gd name="connsiteX12" fmla="*/ 2230592 w 2333206"/>
                  <a:gd name="connsiteY12" fmla="*/ 1262722 h 2555376"/>
                  <a:gd name="connsiteX13" fmla="*/ 2330953 w 2333206"/>
                  <a:gd name="connsiteY13" fmla="*/ 1496897 h 2555376"/>
                  <a:gd name="connsiteX14" fmla="*/ 2163684 w 2333206"/>
                  <a:gd name="connsiteY14" fmla="*/ 1697619 h 2555376"/>
                  <a:gd name="connsiteX15" fmla="*/ 1996416 w 2333206"/>
                  <a:gd name="connsiteY15" fmla="*/ 1686468 h 2555376"/>
                  <a:gd name="connsiteX16" fmla="*/ 1862602 w 2333206"/>
                  <a:gd name="connsiteY16" fmla="*/ 1296175 h 2555376"/>
                  <a:gd name="connsiteX17" fmla="*/ 1606123 w 2333206"/>
                  <a:gd name="connsiteY17" fmla="*/ 794371 h 2555376"/>
                  <a:gd name="connsiteX18" fmla="*/ 1561519 w 2333206"/>
                  <a:gd name="connsiteY18" fmla="*/ 694010 h 2555376"/>
                  <a:gd name="connsiteX19" fmla="*/ 1661880 w 2333206"/>
                  <a:gd name="connsiteY19" fmla="*/ 1318478 h 2555376"/>
                  <a:gd name="connsiteX20" fmla="*/ 1817997 w 2333206"/>
                  <a:gd name="connsiteY20" fmla="*/ 2110214 h 2555376"/>
                  <a:gd name="connsiteX21" fmla="*/ 1896055 w 2333206"/>
                  <a:gd name="connsiteY21" fmla="*/ 2400146 h 2555376"/>
                  <a:gd name="connsiteX22" fmla="*/ 1628426 w 2333206"/>
                  <a:gd name="connsiteY22" fmla="*/ 2533961 h 2555376"/>
                  <a:gd name="connsiteX23" fmla="*/ 847841 w 2333206"/>
                  <a:gd name="connsiteY23" fmla="*/ 2545112 h 2555376"/>
                  <a:gd name="connsiteX24" fmla="*/ 736328 w 2333206"/>
                  <a:gd name="connsiteY24" fmla="*/ 2433600 h 2555376"/>
                  <a:gd name="connsiteX25" fmla="*/ 742867 w 2333206"/>
                  <a:gd name="connsiteY25" fmla="*/ 2099063 h 2555376"/>
                  <a:gd name="connsiteX26" fmla="*/ 828154 w 2333206"/>
                  <a:gd name="connsiteY26" fmla="*/ 1028546 h 2555376"/>
                  <a:gd name="connsiteX27" fmla="*/ 836689 w 2333206"/>
                  <a:gd name="connsiteY27" fmla="*/ 694010 h 2555376"/>
                  <a:gd name="connsiteX28" fmla="*/ 680572 w 2333206"/>
                  <a:gd name="connsiteY28" fmla="*/ 1218117 h 2555376"/>
                  <a:gd name="connsiteX29" fmla="*/ 491002 w 2333206"/>
                  <a:gd name="connsiteY29" fmla="*/ 1697619 h 2555376"/>
                  <a:gd name="connsiteX30" fmla="*/ 256826 w 2333206"/>
                  <a:gd name="connsiteY30" fmla="*/ 1775678 h 2555376"/>
                  <a:gd name="connsiteX31" fmla="*/ 100709 w 2333206"/>
                  <a:gd name="connsiteY31" fmla="*/ 1719922 h 2555376"/>
                  <a:gd name="connsiteX32" fmla="*/ 348 w 2333206"/>
                  <a:gd name="connsiteY32" fmla="*/ 1653014 h 2555376"/>
                  <a:gd name="connsiteX0" fmla="*/ 348 w 2333206"/>
                  <a:gd name="connsiteY0" fmla="*/ 1653014 h 2553794"/>
                  <a:gd name="connsiteX1" fmla="*/ 78406 w 2333206"/>
                  <a:gd name="connsiteY1" fmla="*/ 1452292 h 2553794"/>
                  <a:gd name="connsiteX2" fmla="*/ 334884 w 2333206"/>
                  <a:gd name="connsiteY2" fmla="*/ 1028546 h 2553794"/>
                  <a:gd name="connsiteX3" fmla="*/ 747480 w 2333206"/>
                  <a:gd name="connsiteY3" fmla="*/ 203356 h 2553794"/>
                  <a:gd name="connsiteX4" fmla="*/ 970504 w 2333206"/>
                  <a:gd name="connsiteY4" fmla="*/ 36088 h 2553794"/>
                  <a:gd name="connsiteX5" fmla="*/ 1048563 w 2333206"/>
                  <a:gd name="connsiteY5" fmla="*/ 2634 h 2553794"/>
                  <a:gd name="connsiteX6" fmla="*/ 1160075 w 2333206"/>
                  <a:gd name="connsiteY6" fmla="*/ 80692 h 2553794"/>
                  <a:gd name="connsiteX7" fmla="*/ 1338494 w 2333206"/>
                  <a:gd name="connsiteY7" fmla="*/ 69541 h 2553794"/>
                  <a:gd name="connsiteX8" fmla="*/ 1405402 w 2333206"/>
                  <a:gd name="connsiteY8" fmla="*/ 13785 h 2553794"/>
                  <a:gd name="connsiteX9" fmla="*/ 1427704 w 2333206"/>
                  <a:gd name="connsiteY9" fmla="*/ 13785 h 2553794"/>
                  <a:gd name="connsiteX10" fmla="*/ 1617275 w 2333206"/>
                  <a:gd name="connsiteY10" fmla="*/ 136449 h 2553794"/>
                  <a:gd name="connsiteX11" fmla="*/ 1840299 w 2333206"/>
                  <a:gd name="connsiteY11" fmla="*/ 549044 h 2553794"/>
                  <a:gd name="connsiteX12" fmla="*/ 2230592 w 2333206"/>
                  <a:gd name="connsiteY12" fmla="*/ 1262722 h 2553794"/>
                  <a:gd name="connsiteX13" fmla="*/ 2330953 w 2333206"/>
                  <a:gd name="connsiteY13" fmla="*/ 1496897 h 2553794"/>
                  <a:gd name="connsiteX14" fmla="*/ 2163684 w 2333206"/>
                  <a:gd name="connsiteY14" fmla="*/ 1697619 h 2553794"/>
                  <a:gd name="connsiteX15" fmla="*/ 1996416 w 2333206"/>
                  <a:gd name="connsiteY15" fmla="*/ 1686468 h 2553794"/>
                  <a:gd name="connsiteX16" fmla="*/ 1862602 w 2333206"/>
                  <a:gd name="connsiteY16" fmla="*/ 1296175 h 2553794"/>
                  <a:gd name="connsiteX17" fmla="*/ 1606123 w 2333206"/>
                  <a:gd name="connsiteY17" fmla="*/ 794371 h 2553794"/>
                  <a:gd name="connsiteX18" fmla="*/ 1561519 w 2333206"/>
                  <a:gd name="connsiteY18" fmla="*/ 694010 h 2553794"/>
                  <a:gd name="connsiteX19" fmla="*/ 1661880 w 2333206"/>
                  <a:gd name="connsiteY19" fmla="*/ 1318478 h 2553794"/>
                  <a:gd name="connsiteX20" fmla="*/ 1817997 w 2333206"/>
                  <a:gd name="connsiteY20" fmla="*/ 2110214 h 2553794"/>
                  <a:gd name="connsiteX21" fmla="*/ 1896055 w 2333206"/>
                  <a:gd name="connsiteY21" fmla="*/ 2400146 h 2553794"/>
                  <a:gd name="connsiteX22" fmla="*/ 1628426 w 2333206"/>
                  <a:gd name="connsiteY22" fmla="*/ 2533961 h 2553794"/>
                  <a:gd name="connsiteX23" fmla="*/ 847841 w 2333206"/>
                  <a:gd name="connsiteY23" fmla="*/ 2545112 h 2553794"/>
                  <a:gd name="connsiteX24" fmla="*/ 706798 w 2333206"/>
                  <a:gd name="connsiteY24" fmla="*/ 2455903 h 2553794"/>
                  <a:gd name="connsiteX25" fmla="*/ 742867 w 2333206"/>
                  <a:gd name="connsiteY25" fmla="*/ 2099063 h 2553794"/>
                  <a:gd name="connsiteX26" fmla="*/ 828154 w 2333206"/>
                  <a:gd name="connsiteY26" fmla="*/ 1028546 h 2553794"/>
                  <a:gd name="connsiteX27" fmla="*/ 836689 w 2333206"/>
                  <a:gd name="connsiteY27" fmla="*/ 694010 h 2553794"/>
                  <a:gd name="connsiteX28" fmla="*/ 680572 w 2333206"/>
                  <a:gd name="connsiteY28" fmla="*/ 1218117 h 2553794"/>
                  <a:gd name="connsiteX29" fmla="*/ 491002 w 2333206"/>
                  <a:gd name="connsiteY29" fmla="*/ 1697619 h 2553794"/>
                  <a:gd name="connsiteX30" fmla="*/ 256826 w 2333206"/>
                  <a:gd name="connsiteY30" fmla="*/ 1775678 h 2553794"/>
                  <a:gd name="connsiteX31" fmla="*/ 100709 w 2333206"/>
                  <a:gd name="connsiteY31" fmla="*/ 1719922 h 2553794"/>
                  <a:gd name="connsiteX32" fmla="*/ 348 w 2333206"/>
                  <a:gd name="connsiteY32" fmla="*/ 1653014 h 2553794"/>
                  <a:gd name="connsiteX0" fmla="*/ 348 w 2333206"/>
                  <a:gd name="connsiteY0" fmla="*/ 1653014 h 2540162"/>
                  <a:gd name="connsiteX1" fmla="*/ 78406 w 2333206"/>
                  <a:gd name="connsiteY1" fmla="*/ 1452292 h 2540162"/>
                  <a:gd name="connsiteX2" fmla="*/ 334884 w 2333206"/>
                  <a:gd name="connsiteY2" fmla="*/ 1028546 h 2540162"/>
                  <a:gd name="connsiteX3" fmla="*/ 747480 w 2333206"/>
                  <a:gd name="connsiteY3" fmla="*/ 203356 h 2540162"/>
                  <a:gd name="connsiteX4" fmla="*/ 970504 w 2333206"/>
                  <a:gd name="connsiteY4" fmla="*/ 36088 h 2540162"/>
                  <a:gd name="connsiteX5" fmla="*/ 1048563 w 2333206"/>
                  <a:gd name="connsiteY5" fmla="*/ 2634 h 2540162"/>
                  <a:gd name="connsiteX6" fmla="*/ 1160075 w 2333206"/>
                  <a:gd name="connsiteY6" fmla="*/ 80692 h 2540162"/>
                  <a:gd name="connsiteX7" fmla="*/ 1338494 w 2333206"/>
                  <a:gd name="connsiteY7" fmla="*/ 69541 h 2540162"/>
                  <a:gd name="connsiteX8" fmla="*/ 1405402 w 2333206"/>
                  <a:gd name="connsiteY8" fmla="*/ 13785 h 2540162"/>
                  <a:gd name="connsiteX9" fmla="*/ 1427704 w 2333206"/>
                  <a:gd name="connsiteY9" fmla="*/ 13785 h 2540162"/>
                  <a:gd name="connsiteX10" fmla="*/ 1617275 w 2333206"/>
                  <a:gd name="connsiteY10" fmla="*/ 136449 h 2540162"/>
                  <a:gd name="connsiteX11" fmla="*/ 1840299 w 2333206"/>
                  <a:gd name="connsiteY11" fmla="*/ 549044 h 2540162"/>
                  <a:gd name="connsiteX12" fmla="*/ 2230592 w 2333206"/>
                  <a:gd name="connsiteY12" fmla="*/ 1262722 h 2540162"/>
                  <a:gd name="connsiteX13" fmla="*/ 2330953 w 2333206"/>
                  <a:gd name="connsiteY13" fmla="*/ 1496897 h 2540162"/>
                  <a:gd name="connsiteX14" fmla="*/ 2163684 w 2333206"/>
                  <a:gd name="connsiteY14" fmla="*/ 1697619 h 2540162"/>
                  <a:gd name="connsiteX15" fmla="*/ 1996416 w 2333206"/>
                  <a:gd name="connsiteY15" fmla="*/ 1686468 h 2540162"/>
                  <a:gd name="connsiteX16" fmla="*/ 1862602 w 2333206"/>
                  <a:gd name="connsiteY16" fmla="*/ 1296175 h 2540162"/>
                  <a:gd name="connsiteX17" fmla="*/ 1606123 w 2333206"/>
                  <a:gd name="connsiteY17" fmla="*/ 794371 h 2540162"/>
                  <a:gd name="connsiteX18" fmla="*/ 1561519 w 2333206"/>
                  <a:gd name="connsiteY18" fmla="*/ 694010 h 2540162"/>
                  <a:gd name="connsiteX19" fmla="*/ 1661880 w 2333206"/>
                  <a:gd name="connsiteY19" fmla="*/ 1318478 h 2540162"/>
                  <a:gd name="connsiteX20" fmla="*/ 1817997 w 2333206"/>
                  <a:gd name="connsiteY20" fmla="*/ 2110214 h 2540162"/>
                  <a:gd name="connsiteX21" fmla="*/ 1896055 w 2333206"/>
                  <a:gd name="connsiteY21" fmla="*/ 2400146 h 2540162"/>
                  <a:gd name="connsiteX22" fmla="*/ 1628426 w 2333206"/>
                  <a:gd name="connsiteY22" fmla="*/ 2533961 h 2540162"/>
                  <a:gd name="connsiteX23" fmla="*/ 857685 w 2333206"/>
                  <a:gd name="connsiteY23" fmla="*/ 2511658 h 2540162"/>
                  <a:gd name="connsiteX24" fmla="*/ 706798 w 2333206"/>
                  <a:gd name="connsiteY24" fmla="*/ 2455903 h 2540162"/>
                  <a:gd name="connsiteX25" fmla="*/ 742867 w 2333206"/>
                  <a:gd name="connsiteY25" fmla="*/ 2099063 h 2540162"/>
                  <a:gd name="connsiteX26" fmla="*/ 828154 w 2333206"/>
                  <a:gd name="connsiteY26" fmla="*/ 1028546 h 2540162"/>
                  <a:gd name="connsiteX27" fmla="*/ 836689 w 2333206"/>
                  <a:gd name="connsiteY27" fmla="*/ 694010 h 2540162"/>
                  <a:gd name="connsiteX28" fmla="*/ 680572 w 2333206"/>
                  <a:gd name="connsiteY28" fmla="*/ 1218117 h 2540162"/>
                  <a:gd name="connsiteX29" fmla="*/ 491002 w 2333206"/>
                  <a:gd name="connsiteY29" fmla="*/ 1697619 h 2540162"/>
                  <a:gd name="connsiteX30" fmla="*/ 256826 w 2333206"/>
                  <a:gd name="connsiteY30" fmla="*/ 1775678 h 2540162"/>
                  <a:gd name="connsiteX31" fmla="*/ 100709 w 2333206"/>
                  <a:gd name="connsiteY31" fmla="*/ 1719922 h 2540162"/>
                  <a:gd name="connsiteX32" fmla="*/ 348 w 2333206"/>
                  <a:gd name="connsiteY32" fmla="*/ 1653014 h 2540162"/>
                  <a:gd name="connsiteX0" fmla="*/ 348 w 2333206"/>
                  <a:gd name="connsiteY0" fmla="*/ 1653014 h 2512136"/>
                  <a:gd name="connsiteX1" fmla="*/ 78406 w 2333206"/>
                  <a:gd name="connsiteY1" fmla="*/ 1452292 h 2512136"/>
                  <a:gd name="connsiteX2" fmla="*/ 334884 w 2333206"/>
                  <a:gd name="connsiteY2" fmla="*/ 1028546 h 2512136"/>
                  <a:gd name="connsiteX3" fmla="*/ 747480 w 2333206"/>
                  <a:gd name="connsiteY3" fmla="*/ 203356 h 2512136"/>
                  <a:gd name="connsiteX4" fmla="*/ 970504 w 2333206"/>
                  <a:gd name="connsiteY4" fmla="*/ 36088 h 2512136"/>
                  <a:gd name="connsiteX5" fmla="*/ 1048563 w 2333206"/>
                  <a:gd name="connsiteY5" fmla="*/ 2634 h 2512136"/>
                  <a:gd name="connsiteX6" fmla="*/ 1160075 w 2333206"/>
                  <a:gd name="connsiteY6" fmla="*/ 80692 h 2512136"/>
                  <a:gd name="connsiteX7" fmla="*/ 1338494 w 2333206"/>
                  <a:gd name="connsiteY7" fmla="*/ 69541 h 2512136"/>
                  <a:gd name="connsiteX8" fmla="*/ 1405402 w 2333206"/>
                  <a:gd name="connsiteY8" fmla="*/ 13785 h 2512136"/>
                  <a:gd name="connsiteX9" fmla="*/ 1427704 w 2333206"/>
                  <a:gd name="connsiteY9" fmla="*/ 13785 h 2512136"/>
                  <a:gd name="connsiteX10" fmla="*/ 1617275 w 2333206"/>
                  <a:gd name="connsiteY10" fmla="*/ 136449 h 2512136"/>
                  <a:gd name="connsiteX11" fmla="*/ 1840299 w 2333206"/>
                  <a:gd name="connsiteY11" fmla="*/ 549044 h 2512136"/>
                  <a:gd name="connsiteX12" fmla="*/ 2230592 w 2333206"/>
                  <a:gd name="connsiteY12" fmla="*/ 1262722 h 2512136"/>
                  <a:gd name="connsiteX13" fmla="*/ 2330953 w 2333206"/>
                  <a:gd name="connsiteY13" fmla="*/ 1496897 h 2512136"/>
                  <a:gd name="connsiteX14" fmla="*/ 2163684 w 2333206"/>
                  <a:gd name="connsiteY14" fmla="*/ 1697619 h 2512136"/>
                  <a:gd name="connsiteX15" fmla="*/ 1996416 w 2333206"/>
                  <a:gd name="connsiteY15" fmla="*/ 1686468 h 2512136"/>
                  <a:gd name="connsiteX16" fmla="*/ 1862602 w 2333206"/>
                  <a:gd name="connsiteY16" fmla="*/ 1296175 h 2512136"/>
                  <a:gd name="connsiteX17" fmla="*/ 1606123 w 2333206"/>
                  <a:gd name="connsiteY17" fmla="*/ 794371 h 2512136"/>
                  <a:gd name="connsiteX18" fmla="*/ 1561519 w 2333206"/>
                  <a:gd name="connsiteY18" fmla="*/ 694010 h 2512136"/>
                  <a:gd name="connsiteX19" fmla="*/ 1661880 w 2333206"/>
                  <a:gd name="connsiteY19" fmla="*/ 1318478 h 2512136"/>
                  <a:gd name="connsiteX20" fmla="*/ 1817997 w 2333206"/>
                  <a:gd name="connsiteY20" fmla="*/ 2110214 h 2512136"/>
                  <a:gd name="connsiteX21" fmla="*/ 1896055 w 2333206"/>
                  <a:gd name="connsiteY21" fmla="*/ 2400146 h 2512136"/>
                  <a:gd name="connsiteX22" fmla="*/ 1579209 w 2333206"/>
                  <a:gd name="connsiteY22" fmla="*/ 2478205 h 2512136"/>
                  <a:gd name="connsiteX23" fmla="*/ 857685 w 2333206"/>
                  <a:gd name="connsiteY23" fmla="*/ 2511658 h 2512136"/>
                  <a:gd name="connsiteX24" fmla="*/ 706798 w 2333206"/>
                  <a:gd name="connsiteY24" fmla="*/ 2455903 h 2512136"/>
                  <a:gd name="connsiteX25" fmla="*/ 742867 w 2333206"/>
                  <a:gd name="connsiteY25" fmla="*/ 2099063 h 2512136"/>
                  <a:gd name="connsiteX26" fmla="*/ 828154 w 2333206"/>
                  <a:gd name="connsiteY26" fmla="*/ 1028546 h 2512136"/>
                  <a:gd name="connsiteX27" fmla="*/ 836689 w 2333206"/>
                  <a:gd name="connsiteY27" fmla="*/ 694010 h 2512136"/>
                  <a:gd name="connsiteX28" fmla="*/ 680572 w 2333206"/>
                  <a:gd name="connsiteY28" fmla="*/ 1218117 h 2512136"/>
                  <a:gd name="connsiteX29" fmla="*/ 491002 w 2333206"/>
                  <a:gd name="connsiteY29" fmla="*/ 1697619 h 2512136"/>
                  <a:gd name="connsiteX30" fmla="*/ 256826 w 2333206"/>
                  <a:gd name="connsiteY30" fmla="*/ 1775678 h 2512136"/>
                  <a:gd name="connsiteX31" fmla="*/ 100709 w 2333206"/>
                  <a:gd name="connsiteY31" fmla="*/ 1719922 h 2512136"/>
                  <a:gd name="connsiteX32" fmla="*/ 348 w 2333206"/>
                  <a:gd name="connsiteY32" fmla="*/ 1653014 h 2512136"/>
                  <a:gd name="connsiteX0" fmla="*/ 348 w 2333206"/>
                  <a:gd name="connsiteY0" fmla="*/ 1653014 h 2512018"/>
                  <a:gd name="connsiteX1" fmla="*/ 78406 w 2333206"/>
                  <a:gd name="connsiteY1" fmla="*/ 1452292 h 2512018"/>
                  <a:gd name="connsiteX2" fmla="*/ 334884 w 2333206"/>
                  <a:gd name="connsiteY2" fmla="*/ 1028546 h 2512018"/>
                  <a:gd name="connsiteX3" fmla="*/ 747480 w 2333206"/>
                  <a:gd name="connsiteY3" fmla="*/ 203356 h 2512018"/>
                  <a:gd name="connsiteX4" fmla="*/ 970504 w 2333206"/>
                  <a:gd name="connsiteY4" fmla="*/ 36088 h 2512018"/>
                  <a:gd name="connsiteX5" fmla="*/ 1048563 w 2333206"/>
                  <a:gd name="connsiteY5" fmla="*/ 2634 h 2512018"/>
                  <a:gd name="connsiteX6" fmla="*/ 1160075 w 2333206"/>
                  <a:gd name="connsiteY6" fmla="*/ 80692 h 2512018"/>
                  <a:gd name="connsiteX7" fmla="*/ 1338494 w 2333206"/>
                  <a:gd name="connsiteY7" fmla="*/ 69541 h 2512018"/>
                  <a:gd name="connsiteX8" fmla="*/ 1405402 w 2333206"/>
                  <a:gd name="connsiteY8" fmla="*/ 13785 h 2512018"/>
                  <a:gd name="connsiteX9" fmla="*/ 1427704 w 2333206"/>
                  <a:gd name="connsiteY9" fmla="*/ 13785 h 2512018"/>
                  <a:gd name="connsiteX10" fmla="*/ 1617275 w 2333206"/>
                  <a:gd name="connsiteY10" fmla="*/ 136449 h 2512018"/>
                  <a:gd name="connsiteX11" fmla="*/ 1840299 w 2333206"/>
                  <a:gd name="connsiteY11" fmla="*/ 549044 h 2512018"/>
                  <a:gd name="connsiteX12" fmla="*/ 2230592 w 2333206"/>
                  <a:gd name="connsiteY12" fmla="*/ 1262722 h 2512018"/>
                  <a:gd name="connsiteX13" fmla="*/ 2330953 w 2333206"/>
                  <a:gd name="connsiteY13" fmla="*/ 1496897 h 2512018"/>
                  <a:gd name="connsiteX14" fmla="*/ 2163684 w 2333206"/>
                  <a:gd name="connsiteY14" fmla="*/ 1697619 h 2512018"/>
                  <a:gd name="connsiteX15" fmla="*/ 1996416 w 2333206"/>
                  <a:gd name="connsiteY15" fmla="*/ 1686468 h 2512018"/>
                  <a:gd name="connsiteX16" fmla="*/ 1862602 w 2333206"/>
                  <a:gd name="connsiteY16" fmla="*/ 1296175 h 2512018"/>
                  <a:gd name="connsiteX17" fmla="*/ 1606123 w 2333206"/>
                  <a:gd name="connsiteY17" fmla="*/ 794371 h 2512018"/>
                  <a:gd name="connsiteX18" fmla="*/ 1561519 w 2333206"/>
                  <a:gd name="connsiteY18" fmla="*/ 694010 h 2512018"/>
                  <a:gd name="connsiteX19" fmla="*/ 1661880 w 2333206"/>
                  <a:gd name="connsiteY19" fmla="*/ 1318478 h 2512018"/>
                  <a:gd name="connsiteX20" fmla="*/ 1817997 w 2333206"/>
                  <a:gd name="connsiteY20" fmla="*/ 2110214 h 2512018"/>
                  <a:gd name="connsiteX21" fmla="*/ 1876368 w 2333206"/>
                  <a:gd name="connsiteY21" fmla="*/ 2444751 h 2512018"/>
                  <a:gd name="connsiteX22" fmla="*/ 1579209 w 2333206"/>
                  <a:gd name="connsiteY22" fmla="*/ 2478205 h 2512018"/>
                  <a:gd name="connsiteX23" fmla="*/ 857685 w 2333206"/>
                  <a:gd name="connsiteY23" fmla="*/ 2511658 h 2512018"/>
                  <a:gd name="connsiteX24" fmla="*/ 706798 w 2333206"/>
                  <a:gd name="connsiteY24" fmla="*/ 2455903 h 2512018"/>
                  <a:gd name="connsiteX25" fmla="*/ 742867 w 2333206"/>
                  <a:gd name="connsiteY25" fmla="*/ 2099063 h 2512018"/>
                  <a:gd name="connsiteX26" fmla="*/ 828154 w 2333206"/>
                  <a:gd name="connsiteY26" fmla="*/ 1028546 h 2512018"/>
                  <a:gd name="connsiteX27" fmla="*/ 836689 w 2333206"/>
                  <a:gd name="connsiteY27" fmla="*/ 694010 h 2512018"/>
                  <a:gd name="connsiteX28" fmla="*/ 680572 w 2333206"/>
                  <a:gd name="connsiteY28" fmla="*/ 1218117 h 2512018"/>
                  <a:gd name="connsiteX29" fmla="*/ 491002 w 2333206"/>
                  <a:gd name="connsiteY29" fmla="*/ 1697619 h 2512018"/>
                  <a:gd name="connsiteX30" fmla="*/ 256826 w 2333206"/>
                  <a:gd name="connsiteY30" fmla="*/ 1775678 h 2512018"/>
                  <a:gd name="connsiteX31" fmla="*/ 100709 w 2333206"/>
                  <a:gd name="connsiteY31" fmla="*/ 1719922 h 2512018"/>
                  <a:gd name="connsiteX32" fmla="*/ 348 w 2333206"/>
                  <a:gd name="connsiteY32" fmla="*/ 1653014 h 2512018"/>
                  <a:gd name="connsiteX0" fmla="*/ 348 w 2333206"/>
                  <a:gd name="connsiteY0" fmla="*/ 1653014 h 2512042"/>
                  <a:gd name="connsiteX1" fmla="*/ 78406 w 2333206"/>
                  <a:gd name="connsiteY1" fmla="*/ 1452292 h 2512042"/>
                  <a:gd name="connsiteX2" fmla="*/ 334884 w 2333206"/>
                  <a:gd name="connsiteY2" fmla="*/ 1028546 h 2512042"/>
                  <a:gd name="connsiteX3" fmla="*/ 747480 w 2333206"/>
                  <a:gd name="connsiteY3" fmla="*/ 203356 h 2512042"/>
                  <a:gd name="connsiteX4" fmla="*/ 970504 w 2333206"/>
                  <a:gd name="connsiteY4" fmla="*/ 36088 h 2512042"/>
                  <a:gd name="connsiteX5" fmla="*/ 1048563 w 2333206"/>
                  <a:gd name="connsiteY5" fmla="*/ 2634 h 2512042"/>
                  <a:gd name="connsiteX6" fmla="*/ 1160075 w 2333206"/>
                  <a:gd name="connsiteY6" fmla="*/ 80692 h 2512042"/>
                  <a:gd name="connsiteX7" fmla="*/ 1338494 w 2333206"/>
                  <a:gd name="connsiteY7" fmla="*/ 69541 h 2512042"/>
                  <a:gd name="connsiteX8" fmla="*/ 1405402 w 2333206"/>
                  <a:gd name="connsiteY8" fmla="*/ 13785 h 2512042"/>
                  <a:gd name="connsiteX9" fmla="*/ 1427704 w 2333206"/>
                  <a:gd name="connsiteY9" fmla="*/ 13785 h 2512042"/>
                  <a:gd name="connsiteX10" fmla="*/ 1617275 w 2333206"/>
                  <a:gd name="connsiteY10" fmla="*/ 136449 h 2512042"/>
                  <a:gd name="connsiteX11" fmla="*/ 1840299 w 2333206"/>
                  <a:gd name="connsiteY11" fmla="*/ 549044 h 2512042"/>
                  <a:gd name="connsiteX12" fmla="*/ 2230592 w 2333206"/>
                  <a:gd name="connsiteY12" fmla="*/ 1262722 h 2512042"/>
                  <a:gd name="connsiteX13" fmla="*/ 2330953 w 2333206"/>
                  <a:gd name="connsiteY13" fmla="*/ 1496897 h 2512042"/>
                  <a:gd name="connsiteX14" fmla="*/ 2163684 w 2333206"/>
                  <a:gd name="connsiteY14" fmla="*/ 1697619 h 2512042"/>
                  <a:gd name="connsiteX15" fmla="*/ 1996416 w 2333206"/>
                  <a:gd name="connsiteY15" fmla="*/ 1686468 h 2512042"/>
                  <a:gd name="connsiteX16" fmla="*/ 1862602 w 2333206"/>
                  <a:gd name="connsiteY16" fmla="*/ 1296175 h 2512042"/>
                  <a:gd name="connsiteX17" fmla="*/ 1606123 w 2333206"/>
                  <a:gd name="connsiteY17" fmla="*/ 794371 h 2512042"/>
                  <a:gd name="connsiteX18" fmla="*/ 1561519 w 2333206"/>
                  <a:gd name="connsiteY18" fmla="*/ 694010 h 2512042"/>
                  <a:gd name="connsiteX19" fmla="*/ 1661880 w 2333206"/>
                  <a:gd name="connsiteY19" fmla="*/ 1318478 h 2512042"/>
                  <a:gd name="connsiteX20" fmla="*/ 1817997 w 2333206"/>
                  <a:gd name="connsiteY20" fmla="*/ 2110214 h 2512042"/>
                  <a:gd name="connsiteX21" fmla="*/ 1846839 w 2333206"/>
                  <a:gd name="connsiteY21" fmla="*/ 2433600 h 2512042"/>
                  <a:gd name="connsiteX22" fmla="*/ 1579209 w 2333206"/>
                  <a:gd name="connsiteY22" fmla="*/ 2478205 h 2512042"/>
                  <a:gd name="connsiteX23" fmla="*/ 857685 w 2333206"/>
                  <a:gd name="connsiteY23" fmla="*/ 2511658 h 2512042"/>
                  <a:gd name="connsiteX24" fmla="*/ 706798 w 2333206"/>
                  <a:gd name="connsiteY24" fmla="*/ 2455903 h 2512042"/>
                  <a:gd name="connsiteX25" fmla="*/ 742867 w 2333206"/>
                  <a:gd name="connsiteY25" fmla="*/ 2099063 h 2512042"/>
                  <a:gd name="connsiteX26" fmla="*/ 828154 w 2333206"/>
                  <a:gd name="connsiteY26" fmla="*/ 1028546 h 2512042"/>
                  <a:gd name="connsiteX27" fmla="*/ 836689 w 2333206"/>
                  <a:gd name="connsiteY27" fmla="*/ 694010 h 2512042"/>
                  <a:gd name="connsiteX28" fmla="*/ 680572 w 2333206"/>
                  <a:gd name="connsiteY28" fmla="*/ 1218117 h 2512042"/>
                  <a:gd name="connsiteX29" fmla="*/ 491002 w 2333206"/>
                  <a:gd name="connsiteY29" fmla="*/ 1697619 h 2512042"/>
                  <a:gd name="connsiteX30" fmla="*/ 256826 w 2333206"/>
                  <a:gd name="connsiteY30" fmla="*/ 1775678 h 2512042"/>
                  <a:gd name="connsiteX31" fmla="*/ 100709 w 2333206"/>
                  <a:gd name="connsiteY31" fmla="*/ 1719922 h 2512042"/>
                  <a:gd name="connsiteX32" fmla="*/ 348 w 2333206"/>
                  <a:gd name="connsiteY32" fmla="*/ 1653014 h 2512042"/>
                  <a:gd name="connsiteX0" fmla="*/ 348 w 2333206"/>
                  <a:gd name="connsiteY0" fmla="*/ 1653014 h 2512042"/>
                  <a:gd name="connsiteX1" fmla="*/ 78406 w 2333206"/>
                  <a:gd name="connsiteY1" fmla="*/ 1452292 h 2512042"/>
                  <a:gd name="connsiteX2" fmla="*/ 334884 w 2333206"/>
                  <a:gd name="connsiteY2" fmla="*/ 1028546 h 2512042"/>
                  <a:gd name="connsiteX3" fmla="*/ 747480 w 2333206"/>
                  <a:gd name="connsiteY3" fmla="*/ 203356 h 2512042"/>
                  <a:gd name="connsiteX4" fmla="*/ 970504 w 2333206"/>
                  <a:gd name="connsiteY4" fmla="*/ 36088 h 2512042"/>
                  <a:gd name="connsiteX5" fmla="*/ 1048563 w 2333206"/>
                  <a:gd name="connsiteY5" fmla="*/ 2634 h 2512042"/>
                  <a:gd name="connsiteX6" fmla="*/ 1160075 w 2333206"/>
                  <a:gd name="connsiteY6" fmla="*/ 80692 h 2512042"/>
                  <a:gd name="connsiteX7" fmla="*/ 1338494 w 2333206"/>
                  <a:gd name="connsiteY7" fmla="*/ 69541 h 2512042"/>
                  <a:gd name="connsiteX8" fmla="*/ 1405402 w 2333206"/>
                  <a:gd name="connsiteY8" fmla="*/ 13785 h 2512042"/>
                  <a:gd name="connsiteX9" fmla="*/ 1427704 w 2333206"/>
                  <a:gd name="connsiteY9" fmla="*/ 13785 h 2512042"/>
                  <a:gd name="connsiteX10" fmla="*/ 1617275 w 2333206"/>
                  <a:gd name="connsiteY10" fmla="*/ 136449 h 2512042"/>
                  <a:gd name="connsiteX11" fmla="*/ 1840299 w 2333206"/>
                  <a:gd name="connsiteY11" fmla="*/ 549044 h 2512042"/>
                  <a:gd name="connsiteX12" fmla="*/ 2230592 w 2333206"/>
                  <a:gd name="connsiteY12" fmla="*/ 1262722 h 2512042"/>
                  <a:gd name="connsiteX13" fmla="*/ 2330953 w 2333206"/>
                  <a:gd name="connsiteY13" fmla="*/ 1496897 h 2512042"/>
                  <a:gd name="connsiteX14" fmla="*/ 2163684 w 2333206"/>
                  <a:gd name="connsiteY14" fmla="*/ 1697619 h 2512042"/>
                  <a:gd name="connsiteX15" fmla="*/ 1996416 w 2333206"/>
                  <a:gd name="connsiteY15" fmla="*/ 1686468 h 2512042"/>
                  <a:gd name="connsiteX16" fmla="*/ 1862602 w 2333206"/>
                  <a:gd name="connsiteY16" fmla="*/ 1296175 h 2512042"/>
                  <a:gd name="connsiteX17" fmla="*/ 1606123 w 2333206"/>
                  <a:gd name="connsiteY17" fmla="*/ 794371 h 2512042"/>
                  <a:gd name="connsiteX18" fmla="*/ 1561519 w 2333206"/>
                  <a:gd name="connsiteY18" fmla="*/ 694010 h 2512042"/>
                  <a:gd name="connsiteX19" fmla="*/ 1661880 w 2333206"/>
                  <a:gd name="connsiteY19" fmla="*/ 1318478 h 2512042"/>
                  <a:gd name="connsiteX20" fmla="*/ 1817997 w 2333206"/>
                  <a:gd name="connsiteY20" fmla="*/ 2110214 h 2512042"/>
                  <a:gd name="connsiteX21" fmla="*/ 1846839 w 2333206"/>
                  <a:gd name="connsiteY21" fmla="*/ 2433600 h 2512042"/>
                  <a:gd name="connsiteX22" fmla="*/ 1579209 w 2333206"/>
                  <a:gd name="connsiteY22" fmla="*/ 2478205 h 2512042"/>
                  <a:gd name="connsiteX23" fmla="*/ 857685 w 2333206"/>
                  <a:gd name="connsiteY23" fmla="*/ 2511658 h 2512042"/>
                  <a:gd name="connsiteX24" fmla="*/ 706798 w 2333206"/>
                  <a:gd name="connsiteY24" fmla="*/ 2455903 h 2512042"/>
                  <a:gd name="connsiteX25" fmla="*/ 742867 w 2333206"/>
                  <a:gd name="connsiteY25" fmla="*/ 2099063 h 2512042"/>
                  <a:gd name="connsiteX26" fmla="*/ 828154 w 2333206"/>
                  <a:gd name="connsiteY26" fmla="*/ 1028546 h 2512042"/>
                  <a:gd name="connsiteX27" fmla="*/ 836689 w 2333206"/>
                  <a:gd name="connsiteY27" fmla="*/ 694010 h 2512042"/>
                  <a:gd name="connsiteX28" fmla="*/ 680572 w 2333206"/>
                  <a:gd name="connsiteY28" fmla="*/ 1218117 h 2512042"/>
                  <a:gd name="connsiteX29" fmla="*/ 491002 w 2333206"/>
                  <a:gd name="connsiteY29" fmla="*/ 1697619 h 2512042"/>
                  <a:gd name="connsiteX30" fmla="*/ 256826 w 2333206"/>
                  <a:gd name="connsiteY30" fmla="*/ 1775678 h 2512042"/>
                  <a:gd name="connsiteX31" fmla="*/ 100709 w 2333206"/>
                  <a:gd name="connsiteY31" fmla="*/ 1719922 h 2512042"/>
                  <a:gd name="connsiteX32" fmla="*/ 348 w 2333206"/>
                  <a:gd name="connsiteY32" fmla="*/ 1653014 h 2512042"/>
                  <a:gd name="connsiteX0" fmla="*/ 348 w 2333206"/>
                  <a:gd name="connsiteY0" fmla="*/ 1653014 h 2512042"/>
                  <a:gd name="connsiteX1" fmla="*/ 78406 w 2333206"/>
                  <a:gd name="connsiteY1" fmla="*/ 1452292 h 2512042"/>
                  <a:gd name="connsiteX2" fmla="*/ 334884 w 2333206"/>
                  <a:gd name="connsiteY2" fmla="*/ 1028546 h 2512042"/>
                  <a:gd name="connsiteX3" fmla="*/ 747480 w 2333206"/>
                  <a:gd name="connsiteY3" fmla="*/ 203356 h 2512042"/>
                  <a:gd name="connsiteX4" fmla="*/ 970504 w 2333206"/>
                  <a:gd name="connsiteY4" fmla="*/ 36088 h 2512042"/>
                  <a:gd name="connsiteX5" fmla="*/ 1048563 w 2333206"/>
                  <a:gd name="connsiteY5" fmla="*/ 2634 h 2512042"/>
                  <a:gd name="connsiteX6" fmla="*/ 1160075 w 2333206"/>
                  <a:gd name="connsiteY6" fmla="*/ 80692 h 2512042"/>
                  <a:gd name="connsiteX7" fmla="*/ 1338494 w 2333206"/>
                  <a:gd name="connsiteY7" fmla="*/ 69541 h 2512042"/>
                  <a:gd name="connsiteX8" fmla="*/ 1405402 w 2333206"/>
                  <a:gd name="connsiteY8" fmla="*/ 13785 h 2512042"/>
                  <a:gd name="connsiteX9" fmla="*/ 1427704 w 2333206"/>
                  <a:gd name="connsiteY9" fmla="*/ 13785 h 2512042"/>
                  <a:gd name="connsiteX10" fmla="*/ 1617275 w 2333206"/>
                  <a:gd name="connsiteY10" fmla="*/ 136449 h 2512042"/>
                  <a:gd name="connsiteX11" fmla="*/ 1840299 w 2333206"/>
                  <a:gd name="connsiteY11" fmla="*/ 549044 h 2512042"/>
                  <a:gd name="connsiteX12" fmla="*/ 2230592 w 2333206"/>
                  <a:gd name="connsiteY12" fmla="*/ 1262722 h 2512042"/>
                  <a:gd name="connsiteX13" fmla="*/ 2330953 w 2333206"/>
                  <a:gd name="connsiteY13" fmla="*/ 1496897 h 2512042"/>
                  <a:gd name="connsiteX14" fmla="*/ 2163684 w 2333206"/>
                  <a:gd name="connsiteY14" fmla="*/ 1697619 h 2512042"/>
                  <a:gd name="connsiteX15" fmla="*/ 1996416 w 2333206"/>
                  <a:gd name="connsiteY15" fmla="*/ 1686468 h 2512042"/>
                  <a:gd name="connsiteX16" fmla="*/ 1862602 w 2333206"/>
                  <a:gd name="connsiteY16" fmla="*/ 1296175 h 2512042"/>
                  <a:gd name="connsiteX17" fmla="*/ 1606123 w 2333206"/>
                  <a:gd name="connsiteY17" fmla="*/ 794371 h 2512042"/>
                  <a:gd name="connsiteX18" fmla="*/ 1561519 w 2333206"/>
                  <a:gd name="connsiteY18" fmla="*/ 694010 h 2512042"/>
                  <a:gd name="connsiteX19" fmla="*/ 1661880 w 2333206"/>
                  <a:gd name="connsiteY19" fmla="*/ 1318478 h 2512042"/>
                  <a:gd name="connsiteX20" fmla="*/ 1817997 w 2333206"/>
                  <a:gd name="connsiteY20" fmla="*/ 2110214 h 2512042"/>
                  <a:gd name="connsiteX21" fmla="*/ 1846839 w 2333206"/>
                  <a:gd name="connsiteY21" fmla="*/ 2433600 h 2512042"/>
                  <a:gd name="connsiteX22" fmla="*/ 1579209 w 2333206"/>
                  <a:gd name="connsiteY22" fmla="*/ 2478205 h 2512042"/>
                  <a:gd name="connsiteX23" fmla="*/ 857685 w 2333206"/>
                  <a:gd name="connsiteY23" fmla="*/ 2511658 h 2512042"/>
                  <a:gd name="connsiteX24" fmla="*/ 706798 w 2333206"/>
                  <a:gd name="connsiteY24" fmla="*/ 2455903 h 2512042"/>
                  <a:gd name="connsiteX25" fmla="*/ 742867 w 2333206"/>
                  <a:gd name="connsiteY25" fmla="*/ 2099063 h 2512042"/>
                  <a:gd name="connsiteX26" fmla="*/ 828154 w 2333206"/>
                  <a:gd name="connsiteY26" fmla="*/ 1028546 h 2512042"/>
                  <a:gd name="connsiteX27" fmla="*/ 836689 w 2333206"/>
                  <a:gd name="connsiteY27" fmla="*/ 694010 h 2512042"/>
                  <a:gd name="connsiteX28" fmla="*/ 680572 w 2333206"/>
                  <a:gd name="connsiteY28" fmla="*/ 1218117 h 2512042"/>
                  <a:gd name="connsiteX29" fmla="*/ 491002 w 2333206"/>
                  <a:gd name="connsiteY29" fmla="*/ 1697619 h 2512042"/>
                  <a:gd name="connsiteX30" fmla="*/ 256826 w 2333206"/>
                  <a:gd name="connsiteY30" fmla="*/ 1775678 h 2512042"/>
                  <a:gd name="connsiteX31" fmla="*/ 100709 w 2333206"/>
                  <a:gd name="connsiteY31" fmla="*/ 1719922 h 2512042"/>
                  <a:gd name="connsiteX32" fmla="*/ 348 w 2333206"/>
                  <a:gd name="connsiteY32" fmla="*/ 1653014 h 2512042"/>
                  <a:gd name="connsiteX0" fmla="*/ 348 w 2333206"/>
                  <a:gd name="connsiteY0" fmla="*/ 1653014 h 2512042"/>
                  <a:gd name="connsiteX1" fmla="*/ 78406 w 2333206"/>
                  <a:gd name="connsiteY1" fmla="*/ 1452292 h 2512042"/>
                  <a:gd name="connsiteX2" fmla="*/ 334884 w 2333206"/>
                  <a:gd name="connsiteY2" fmla="*/ 1028546 h 2512042"/>
                  <a:gd name="connsiteX3" fmla="*/ 747480 w 2333206"/>
                  <a:gd name="connsiteY3" fmla="*/ 203356 h 2512042"/>
                  <a:gd name="connsiteX4" fmla="*/ 970504 w 2333206"/>
                  <a:gd name="connsiteY4" fmla="*/ 36088 h 2512042"/>
                  <a:gd name="connsiteX5" fmla="*/ 1048563 w 2333206"/>
                  <a:gd name="connsiteY5" fmla="*/ 2634 h 2512042"/>
                  <a:gd name="connsiteX6" fmla="*/ 1160075 w 2333206"/>
                  <a:gd name="connsiteY6" fmla="*/ 80692 h 2512042"/>
                  <a:gd name="connsiteX7" fmla="*/ 1338494 w 2333206"/>
                  <a:gd name="connsiteY7" fmla="*/ 69541 h 2512042"/>
                  <a:gd name="connsiteX8" fmla="*/ 1405402 w 2333206"/>
                  <a:gd name="connsiteY8" fmla="*/ 13785 h 2512042"/>
                  <a:gd name="connsiteX9" fmla="*/ 1427704 w 2333206"/>
                  <a:gd name="connsiteY9" fmla="*/ 13785 h 2512042"/>
                  <a:gd name="connsiteX10" fmla="*/ 1617275 w 2333206"/>
                  <a:gd name="connsiteY10" fmla="*/ 136449 h 2512042"/>
                  <a:gd name="connsiteX11" fmla="*/ 1840299 w 2333206"/>
                  <a:gd name="connsiteY11" fmla="*/ 549044 h 2512042"/>
                  <a:gd name="connsiteX12" fmla="*/ 2230592 w 2333206"/>
                  <a:gd name="connsiteY12" fmla="*/ 1262722 h 2512042"/>
                  <a:gd name="connsiteX13" fmla="*/ 2330953 w 2333206"/>
                  <a:gd name="connsiteY13" fmla="*/ 1496897 h 2512042"/>
                  <a:gd name="connsiteX14" fmla="*/ 2163684 w 2333206"/>
                  <a:gd name="connsiteY14" fmla="*/ 1697619 h 2512042"/>
                  <a:gd name="connsiteX15" fmla="*/ 1996416 w 2333206"/>
                  <a:gd name="connsiteY15" fmla="*/ 1686468 h 2512042"/>
                  <a:gd name="connsiteX16" fmla="*/ 1862602 w 2333206"/>
                  <a:gd name="connsiteY16" fmla="*/ 1296175 h 2512042"/>
                  <a:gd name="connsiteX17" fmla="*/ 1606123 w 2333206"/>
                  <a:gd name="connsiteY17" fmla="*/ 794371 h 2512042"/>
                  <a:gd name="connsiteX18" fmla="*/ 1561519 w 2333206"/>
                  <a:gd name="connsiteY18" fmla="*/ 694010 h 2512042"/>
                  <a:gd name="connsiteX19" fmla="*/ 1711097 w 2333206"/>
                  <a:gd name="connsiteY19" fmla="*/ 1329629 h 2512042"/>
                  <a:gd name="connsiteX20" fmla="*/ 1817997 w 2333206"/>
                  <a:gd name="connsiteY20" fmla="*/ 2110214 h 2512042"/>
                  <a:gd name="connsiteX21" fmla="*/ 1846839 w 2333206"/>
                  <a:gd name="connsiteY21" fmla="*/ 2433600 h 2512042"/>
                  <a:gd name="connsiteX22" fmla="*/ 1579209 w 2333206"/>
                  <a:gd name="connsiteY22" fmla="*/ 2478205 h 2512042"/>
                  <a:gd name="connsiteX23" fmla="*/ 857685 w 2333206"/>
                  <a:gd name="connsiteY23" fmla="*/ 2511658 h 2512042"/>
                  <a:gd name="connsiteX24" fmla="*/ 706798 w 2333206"/>
                  <a:gd name="connsiteY24" fmla="*/ 2455903 h 2512042"/>
                  <a:gd name="connsiteX25" fmla="*/ 742867 w 2333206"/>
                  <a:gd name="connsiteY25" fmla="*/ 2099063 h 2512042"/>
                  <a:gd name="connsiteX26" fmla="*/ 828154 w 2333206"/>
                  <a:gd name="connsiteY26" fmla="*/ 1028546 h 2512042"/>
                  <a:gd name="connsiteX27" fmla="*/ 836689 w 2333206"/>
                  <a:gd name="connsiteY27" fmla="*/ 694010 h 2512042"/>
                  <a:gd name="connsiteX28" fmla="*/ 680572 w 2333206"/>
                  <a:gd name="connsiteY28" fmla="*/ 1218117 h 2512042"/>
                  <a:gd name="connsiteX29" fmla="*/ 491002 w 2333206"/>
                  <a:gd name="connsiteY29" fmla="*/ 1697619 h 2512042"/>
                  <a:gd name="connsiteX30" fmla="*/ 256826 w 2333206"/>
                  <a:gd name="connsiteY30" fmla="*/ 1775678 h 2512042"/>
                  <a:gd name="connsiteX31" fmla="*/ 100709 w 2333206"/>
                  <a:gd name="connsiteY31" fmla="*/ 1719922 h 2512042"/>
                  <a:gd name="connsiteX32" fmla="*/ 348 w 2333206"/>
                  <a:gd name="connsiteY32" fmla="*/ 1653014 h 2512042"/>
                  <a:gd name="connsiteX0" fmla="*/ 348 w 2333206"/>
                  <a:gd name="connsiteY0" fmla="*/ 1653014 h 2512042"/>
                  <a:gd name="connsiteX1" fmla="*/ 78406 w 2333206"/>
                  <a:gd name="connsiteY1" fmla="*/ 1452292 h 2512042"/>
                  <a:gd name="connsiteX2" fmla="*/ 334884 w 2333206"/>
                  <a:gd name="connsiteY2" fmla="*/ 1028546 h 2512042"/>
                  <a:gd name="connsiteX3" fmla="*/ 747480 w 2333206"/>
                  <a:gd name="connsiteY3" fmla="*/ 203356 h 2512042"/>
                  <a:gd name="connsiteX4" fmla="*/ 970504 w 2333206"/>
                  <a:gd name="connsiteY4" fmla="*/ 36088 h 2512042"/>
                  <a:gd name="connsiteX5" fmla="*/ 1048563 w 2333206"/>
                  <a:gd name="connsiteY5" fmla="*/ 2634 h 2512042"/>
                  <a:gd name="connsiteX6" fmla="*/ 1160075 w 2333206"/>
                  <a:gd name="connsiteY6" fmla="*/ 80692 h 2512042"/>
                  <a:gd name="connsiteX7" fmla="*/ 1338494 w 2333206"/>
                  <a:gd name="connsiteY7" fmla="*/ 69541 h 2512042"/>
                  <a:gd name="connsiteX8" fmla="*/ 1405402 w 2333206"/>
                  <a:gd name="connsiteY8" fmla="*/ 13785 h 2512042"/>
                  <a:gd name="connsiteX9" fmla="*/ 1427704 w 2333206"/>
                  <a:gd name="connsiteY9" fmla="*/ 13785 h 2512042"/>
                  <a:gd name="connsiteX10" fmla="*/ 1617275 w 2333206"/>
                  <a:gd name="connsiteY10" fmla="*/ 136449 h 2512042"/>
                  <a:gd name="connsiteX11" fmla="*/ 1840299 w 2333206"/>
                  <a:gd name="connsiteY11" fmla="*/ 549044 h 2512042"/>
                  <a:gd name="connsiteX12" fmla="*/ 2230592 w 2333206"/>
                  <a:gd name="connsiteY12" fmla="*/ 1262722 h 2512042"/>
                  <a:gd name="connsiteX13" fmla="*/ 2330953 w 2333206"/>
                  <a:gd name="connsiteY13" fmla="*/ 1496897 h 2512042"/>
                  <a:gd name="connsiteX14" fmla="*/ 2163684 w 2333206"/>
                  <a:gd name="connsiteY14" fmla="*/ 1697619 h 2512042"/>
                  <a:gd name="connsiteX15" fmla="*/ 1996416 w 2333206"/>
                  <a:gd name="connsiteY15" fmla="*/ 1686468 h 2512042"/>
                  <a:gd name="connsiteX16" fmla="*/ 1862602 w 2333206"/>
                  <a:gd name="connsiteY16" fmla="*/ 1296175 h 2512042"/>
                  <a:gd name="connsiteX17" fmla="*/ 1606123 w 2333206"/>
                  <a:gd name="connsiteY17" fmla="*/ 794371 h 2512042"/>
                  <a:gd name="connsiteX18" fmla="*/ 1630424 w 2333206"/>
                  <a:gd name="connsiteY18" fmla="*/ 694010 h 2512042"/>
                  <a:gd name="connsiteX19" fmla="*/ 1711097 w 2333206"/>
                  <a:gd name="connsiteY19" fmla="*/ 1329629 h 2512042"/>
                  <a:gd name="connsiteX20" fmla="*/ 1817997 w 2333206"/>
                  <a:gd name="connsiteY20" fmla="*/ 2110214 h 2512042"/>
                  <a:gd name="connsiteX21" fmla="*/ 1846839 w 2333206"/>
                  <a:gd name="connsiteY21" fmla="*/ 2433600 h 2512042"/>
                  <a:gd name="connsiteX22" fmla="*/ 1579209 w 2333206"/>
                  <a:gd name="connsiteY22" fmla="*/ 2478205 h 2512042"/>
                  <a:gd name="connsiteX23" fmla="*/ 857685 w 2333206"/>
                  <a:gd name="connsiteY23" fmla="*/ 2511658 h 2512042"/>
                  <a:gd name="connsiteX24" fmla="*/ 706798 w 2333206"/>
                  <a:gd name="connsiteY24" fmla="*/ 2455903 h 2512042"/>
                  <a:gd name="connsiteX25" fmla="*/ 742867 w 2333206"/>
                  <a:gd name="connsiteY25" fmla="*/ 2099063 h 2512042"/>
                  <a:gd name="connsiteX26" fmla="*/ 828154 w 2333206"/>
                  <a:gd name="connsiteY26" fmla="*/ 1028546 h 2512042"/>
                  <a:gd name="connsiteX27" fmla="*/ 836689 w 2333206"/>
                  <a:gd name="connsiteY27" fmla="*/ 694010 h 2512042"/>
                  <a:gd name="connsiteX28" fmla="*/ 680572 w 2333206"/>
                  <a:gd name="connsiteY28" fmla="*/ 1218117 h 2512042"/>
                  <a:gd name="connsiteX29" fmla="*/ 491002 w 2333206"/>
                  <a:gd name="connsiteY29" fmla="*/ 1697619 h 2512042"/>
                  <a:gd name="connsiteX30" fmla="*/ 256826 w 2333206"/>
                  <a:gd name="connsiteY30" fmla="*/ 1775678 h 2512042"/>
                  <a:gd name="connsiteX31" fmla="*/ 100709 w 2333206"/>
                  <a:gd name="connsiteY31" fmla="*/ 1719922 h 2512042"/>
                  <a:gd name="connsiteX32" fmla="*/ 348 w 2333206"/>
                  <a:gd name="connsiteY32" fmla="*/ 1653014 h 2512042"/>
                  <a:gd name="connsiteX0" fmla="*/ 348 w 2333206"/>
                  <a:gd name="connsiteY0" fmla="*/ 1653014 h 2512042"/>
                  <a:gd name="connsiteX1" fmla="*/ 78406 w 2333206"/>
                  <a:gd name="connsiteY1" fmla="*/ 1452292 h 2512042"/>
                  <a:gd name="connsiteX2" fmla="*/ 334884 w 2333206"/>
                  <a:gd name="connsiteY2" fmla="*/ 1028546 h 2512042"/>
                  <a:gd name="connsiteX3" fmla="*/ 747480 w 2333206"/>
                  <a:gd name="connsiteY3" fmla="*/ 203356 h 2512042"/>
                  <a:gd name="connsiteX4" fmla="*/ 970504 w 2333206"/>
                  <a:gd name="connsiteY4" fmla="*/ 36088 h 2512042"/>
                  <a:gd name="connsiteX5" fmla="*/ 1048563 w 2333206"/>
                  <a:gd name="connsiteY5" fmla="*/ 2634 h 2512042"/>
                  <a:gd name="connsiteX6" fmla="*/ 1160075 w 2333206"/>
                  <a:gd name="connsiteY6" fmla="*/ 80692 h 2512042"/>
                  <a:gd name="connsiteX7" fmla="*/ 1338494 w 2333206"/>
                  <a:gd name="connsiteY7" fmla="*/ 69541 h 2512042"/>
                  <a:gd name="connsiteX8" fmla="*/ 1405402 w 2333206"/>
                  <a:gd name="connsiteY8" fmla="*/ 13785 h 2512042"/>
                  <a:gd name="connsiteX9" fmla="*/ 1427704 w 2333206"/>
                  <a:gd name="connsiteY9" fmla="*/ 13785 h 2512042"/>
                  <a:gd name="connsiteX10" fmla="*/ 1617275 w 2333206"/>
                  <a:gd name="connsiteY10" fmla="*/ 136449 h 2512042"/>
                  <a:gd name="connsiteX11" fmla="*/ 1840299 w 2333206"/>
                  <a:gd name="connsiteY11" fmla="*/ 549044 h 2512042"/>
                  <a:gd name="connsiteX12" fmla="*/ 2230592 w 2333206"/>
                  <a:gd name="connsiteY12" fmla="*/ 1262722 h 2512042"/>
                  <a:gd name="connsiteX13" fmla="*/ 2330953 w 2333206"/>
                  <a:gd name="connsiteY13" fmla="*/ 1496897 h 2512042"/>
                  <a:gd name="connsiteX14" fmla="*/ 2163684 w 2333206"/>
                  <a:gd name="connsiteY14" fmla="*/ 1697619 h 2512042"/>
                  <a:gd name="connsiteX15" fmla="*/ 1996416 w 2333206"/>
                  <a:gd name="connsiteY15" fmla="*/ 1686468 h 2512042"/>
                  <a:gd name="connsiteX16" fmla="*/ 1862602 w 2333206"/>
                  <a:gd name="connsiteY16" fmla="*/ 1296175 h 2512042"/>
                  <a:gd name="connsiteX17" fmla="*/ 1684870 w 2333206"/>
                  <a:gd name="connsiteY17" fmla="*/ 805522 h 2512042"/>
                  <a:gd name="connsiteX18" fmla="*/ 1630424 w 2333206"/>
                  <a:gd name="connsiteY18" fmla="*/ 694010 h 2512042"/>
                  <a:gd name="connsiteX19" fmla="*/ 1711097 w 2333206"/>
                  <a:gd name="connsiteY19" fmla="*/ 1329629 h 2512042"/>
                  <a:gd name="connsiteX20" fmla="*/ 1817997 w 2333206"/>
                  <a:gd name="connsiteY20" fmla="*/ 2110214 h 2512042"/>
                  <a:gd name="connsiteX21" fmla="*/ 1846839 w 2333206"/>
                  <a:gd name="connsiteY21" fmla="*/ 2433600 h 2512042"/>
                  <a:gd name="connsiteX22" fmla="*/ 1579209 w 2333206"/>
                  <a:gd name="connsiteY22" fmla="*/ 2478205 h 2512042"/>
                  <a:gd name="connsiteX23" fmla="*/ 857685 w 2333206"/>
                  <a:gd name="connsiteY23" fmla="*/ 2511658 h 2512042"/>
                  <a:gd name="connsiteX24" fmla="*/ 706798 w 2333206"/>
                  <a:gd name="connsiteY24" fmla="*/ 2455903 h 2512042"/>
                  <a:gd name="connsiteX25" fmla="*/ 742867 w 2333206"/>
                  <a:gd name="connsiteY25" fmla="*/ 2099063 h 2512042"/>
                  <a:gd name="connsiteX26" fmla="*/ 828154 w 2333206"/>
                  <a:gd name="connsiteY26" fmla="*/ 1028546 h 2512042"/>
                  <a:gd name="connsiteX27" fmla="*/ 836689 w 2333206"/>
                  <a:gd name="connsiteY27" fmla="*/ 694010 h 2512042"/>
                  <a:gd name="connsiteX28" fmla="*/ 680572 w 2333206"/>
                  <a:gd name="connsiteY28" fmla="*/ 1218117 h 2512042"/>
                  <a:gd name="connsiteX29" fmla="*/ 491002 w 2333206"/>
                  <a:gd name="connsiteY29" fmla="*/ 1697619 h 2512042"/>
                  <a:gd name="connsiteX30" fmla="*/ 256826 w 2333206"/>
                  <a:gd name="connsiteY30" fmla="*/ 1775678 h 2512042"/>
                  <a:gd name="connsiteX31" fmla="*/ 100709 w 2333206"/>
                  <a:gd name="connsiteY31" fmla="*/ 1719922 h 2512042"/>
                  <a:gd name="connsiteX32" fmla="*/ 348 w 2333206"/>
                  <a:gd name="connsiteY32" fmla="*/ 1653014 h 2512042"/>
                  <a:gd name="connsiteX0" fmla="*/ 348 w 2333206"/>
                  <a:gd name="connsiteY0" fmla="*/ 1653014 h 2512042"/>
                  <a:gd name="connsiteX1" fmla="*/ 78406 w 2333206"/>
                  <a:gd name="connsiteY1" fmla="*/ 1452292 h 2512042"/>
                  <a:gd name="connsiteX2" fmla="*/ 334884 w 2333206"/>
                  <a:gd name="connsiteY2" fmla="*/ 1028546 h 2512042"/>
                  <a:gd name="connsiteX3" fmla="*/ 747480 w 2333206"/>
                  <a:gd name="connsiteY3" fmla="*/ 203356 h 2512042"/>
                  <a:gd name="connsiteX4" fmla="*/ 970504 w 2333206"/>
                  <a:gd name="connsiteY4" fmla="*/ 36088 h 2512042"/>
                  <a:gd name="connsiteX5" fmla="*/ 1048563 w 2333206"/>
                  <a:gd name="connsiteY5" fmla="*/ 2634 h 2512042"/>
                  <a:gd name="connsiteX6" fmla="*/ 1160075 w 2333206"/>
                  <a:gd name="connsiteY6" fmla="*/ 80692 h 2512042"/>
                  <a:gd name="connsiteX7" fmla="*/ 1338494 w 2333206"/>
                  <a:gd name="connsiteY7" fmla="*/ 69541 h 2512042"/>
                  <a:gd name="connsiteX8" fmla="*/ 1405402 w 2333206"/>
                  <a:gd name="connsiteY8" fmla="*/ 13785 h 2512042"/>
                  <a:gd name="connsiteX9" fmla="*/ 1545826 w 2333206"/>
                  <a:gd name="connsiteY9" fmla="*/ 13785 h 2512042"/>
                  <a:gd name="connsiteX10" fmla="*/ 1617275 w 2333206"/>
                  <a:gd name="connsiteY10" fmla="*/ 136449 h 2512042"/>
                  <a:gd name="connsiteX11" fmla="*/ 1840299 w 2333206"/>
                  <a:gd name="connsiteY11" fmla="*/ 549044 h 2512042"/>
                  <a:gd name="connsiteX12" fmla="*/ 2230592 w 2333206"/>
                  <a:gd name="connsiteY12" fmla="*/ 1262722 h 2512042"/>
                  <a:gd name="connsiteX13" fmla="*/ 2330953 w 2333206"/>
                  <a:gd name="connsiteY13" fmla="*/ 1496897 h 2512042"/>
                  <a:gd name="connsiteX14" fmla="*/ 2163684 w 2333206"/>
                  <a:gd name="connsiteY14" fmla="*/ 1697619 h 2512042"/>
                  <a:gd name="connsiteX15" fmla="*/ 1996416 w 2333206"/>
                  <a:gd name="connsiteY15" fmla="*/ 1686468 h 2512042"/>
                  <a:gd name="connsiteX16" fmla="*/ 1862602 w 2333206"/>
                  <a:gd name="connsiteY16" fmla="*/ 1296175 h 2512042"/>
                  <a:gd name="connsiteX17" fmla="*/ 1684870 w 2333206"/>
                  <a:gd name="connsiteY17" fmla="*/ 805522 h 2512042"/>
                  <a:gd name="connsiteX18" fmla="*/ 1630424 w 2333206"/>
                  <a:gd name="connsiteY18" fmla="*/ 694010 h 2512042"/>
                  <a:gd name="connsiteX19" fmla="*/ 1711097 w 2333206"/>
                  <a:gd name="connsiteY19" fmla="*/ 1329629 h 2512042"/>
                  <a:gd name="connsiteX20" fmla="*/ 1817997 w 2333206"/>
                  <a:gd name="connsiteY20" fmla="*/ 2110214 h 2512042"/>
                  <a:gd name="connsiteX21" fmla="*/ 1846839 w 2333206"/>
                  <a:gd name="connsiteY21" fmla="*/ 2433600 h 2512042"/>
                  <a:gd name="connsiteX22" fmla="*/ 1579209 w 2333206"/>
                  <a:gd name="connsiteY22" fmla="*/ 2478205 h 2512042"/>
                  <a:gd name="connsiteX23" fmla="*/ 857685 w 2333206"/>
                  <a:gd name="connsiteY23" fmla="*/ 2511658 h 2512042"/>
                  <a:gd name="connsiteX24" fmla="*/ 706798 w 2333206"/>
                  <a:gd name="connsiteY24" fmla="*/ 2455903 h 2512042"/>
                  <a:gd name="connsiteX25" fmla="*/ 742867 w 2333206"/>
                  <a:gd name="connsiteY25" fmla="*/ 2099063 h 2512042"/>
                  <a:gd name="connsiteX26" fmla="*/ 828154 w 2333206"/>
                  <a:gd name="connsiteY26" fmla="*/ 1028546 h 2512042"/>
                  <a:gd name="connsiteX27" fmla="*/ 836689 w 2333206"/>
                  <a:gd name="connsiteY27" fmla="*/ 694010 h 2512042"/>
                  <a:gd name="connsiteX28" fmla="*/ 680572 w 2333206"/>
                  <a:gd name="connsiteY28" fmla="*/ 1218117 h 2512042"/>
                  <a:gd name="connsiteX29" fmla="*/ 491002 w 2333206"/>
                  <a:gd name="connsiteY29" fmla="*/ 1697619 h 2512042"/>
                  <a:gd name="connsiteX30" fmla="*/ 256826 w 2333206"/>
                  <a:gd name="connsiteY30" fmla="*/ 1775678 h 2512042"/>
                  <a:gd name="connsiteX31" fmla="*/ 100709 w 2333206"/>
                  <a:gd name="connsiteY31" fmla="*/ 1719922 h 2512042"/>
                  <a:gd name="connsiteX32" fmla="*/ 348 w 2333206"/>
                  <a:gd name="connsiteY32" fmla="*/ 1653014 h 2512042"/>
                  <a:gd name="connsiteX0" fmla="*/ 348 w 2333206"/>
                  <a:gd name="connsiteY0" fmla="*/ 1653014 h 2512042"/>
                  <a:gd name="connsiteX1" fmla="*/ 78406 w 2333206"/>
                  <a:gd name="connsiteY1" fmla="*/ 1452292 h 2512042"/>
                  <a:gd name="connsiteX2" fmla="*/ 334884 w 2333206"/>
                  <a:gd name="connsiteY2" fmla="*/ 1028546 h 2512042"/>
                  <a:gd name="connsiteX3" fmla="*/ 747480 w 2333206"/>
                  <a:gd name="connsiteY3" fmla="*/ 203356 h 2512042"/>
                  <a:gd name="connsiteX4" fmla="*/ 970504 w 2333206"/>
                  <a:gd name="connsiteY4" fmla="*/ 36088 h 2512042"/>
                  <a:gd name="connsiteX5" fmla="*/ 1048563 w 2333206"/>
                  <a:gd name="connsiteY5" fmla="*/ 2634 h 2512042"/>
                  <a:gd name="connsiteX6" fmla="*/ 1160075 w 2333206"/>
                  <a:gd name="connsiteY6" fmla="*/ 80692 h 2512042"/>
                  <a:gd name="connsiteX7" fmla="*/ 1338494 w 2333206"/>
                  <a:gd name="connsiteY7" fmla="*/ 69541 h 2512042"/>
                  <a:gd name="connsiteX8" fmla="*/ 1545826 w 2333206"/>
                  <a:gd name="connsiteY8" fmla="*/ 13785 h 2512042"/>
                  <a:gd name="connsiteX9" fmla="*/ 1617275 w 2333206"/>
                  <a:gd name="connsiteY9" fmla="*/ 136449 h 2512042"/>
                  <a:gd name="connsiteX10" fmla="*/ 1840299 w 2333206"/>
                  <a:gd name="connsiteY10" fmla="*/ 549044 h 2512042"/>
                  <a:gd name="connsiteX11" fmla="*/ 2230592 w 2333206"/>
                  <a:gd name="connsiteY11" fmla="*/ 1262722 h 2512042"/>
                  <a:gd name="connsiteX12" fmla="*/ 2330953 w 2333206"/>
                  <a:gd name="connsiteY12" fmla="*/ 1496897 h 2512042"/>
                  <a:gd name="connsiteX13" fmla="*/ 2163684 w 2333206"/>
                  <a:gd name="connsiteY13" fmla="*/ 1697619 h 2512042"/>
                  <a:gd name="connsiteX14" fmla="*/ 1996416 w 2333206"/>
                  <a:gd name="connsiteY14" fmla="*/ 1686468 h 2512042"/>
                  <a:gd name="connsiteX15" fmla="*/ 1862602 w 2333206"/>
                  <a:gd name="connsiteY15" fmla="*/ 1296175 h 2512042"/>
                  <a:gd name="connsiteX16" fmla="*/ 1684870 w 2333206"/>
                  <a:gd name="connsiteY16" fmla="*/ 805522 h 2512042"/>
                  <a:gd name="connsiteX17" fmla="*/ 1630424 w 2333206"/>
                  <a:gd name="connsiteY17" fmla="*/ 694010 h 2512042"/>
                  <a:gd name="connsiteX18" fmla="*/ 1711097 w 2333206"/>
                  <a:gd name="connsiteY18" fmla="*/ 1329629 h 2512042"/>
                  <a:gd name="connsiteX19" fmla="*/ 1817997 w 2333206"/>
                  <a:gd name="connsiteY19" fmla="*/ 2110214 h 2512042"/>
                  <a:gd name="connsiteX20" fmla="*/ 1846839 w 2333206"/>
                  <a:gd name="connsiteY20" fmla="*/ 2433600 h 2512042"/>
                  <a:gd name="connsiteX21" fmla="*/ 1579209 w 2333206"/>
                  <a:gd name="connsiteY21" fmla="*/ 2478205 h 2512042"/>
                  <a:gd name="connsiteX22" fmla="*/ 857685 w 2333206"/>
                  <a:gd name="connsiteY22" fmla="*/ 2511658 h 2512042"/>
                  <a:gd name="connsiteX23" fmla="*/ 706798 w 2333206"/>
                  <a:gd name="connsiteY23" fmla="*/ 2455903 h 2512042"/>
                  <a:gd name="connsiteX24" fmla="*/ 742867 w 2333206"/>
                  <a:gd name="connsiteY24" fmla="*/ 2099063 h 2512042"/>
                  <a:gd name="connsiteX25" fmla="*/ 828154 w 2333206"/>
                  <a:gd name="connsiteY25" fmla="*/ 1028546 h 2512042"/>
                  <a:gd name="connsiteX26" fmla="*/ 836689 w 2333206"/>
                  <a:gd name="connsiteY26" fmla="*/ 694010 h 2512042"/>
                  <a:gd name="connsiteX27" fmla="*/ 680572 w 2333206"/>
                  <a:gd name="connsiteY27" fmla="*/ 1218117 h 2512042"/>
                  <a:gd name="connsiteX28" fmla="*/ 491002 w 2333206"/>
                  <a:gd name="connsiteY28" fmla="*/ 1697619 h 2512042"/>
                  <a:gd name="connsiteX29" fmla="*/ 256826 w 2333206"/>
                  <a:gd name="connsiteY29" fmla="*/ 1775678 h 2512042"/>
                  <a:gd name="connsiteX30" fmla="*/ 100709 w 2333206"/>
                  <a:gd name="connsiteY30" fmla="*/ 1719922 h 2512042"/>
                  <a:gd name="connsiteX31" fmla="*/ 348 w 2333206"/>
                  <a:gd name="connsiteY31" fmla="*/ 1653014 h 2512042"/>
                  <a:gd name="connsiteX0" fmla="*/ 348 w 2333206"/>
                  <a:gd name="connsiteY0" fmla="*/ 1653014 h 2512042"/>
                  <a:gd name="connsiteX1" fmla="*/ 78406 w 2333206"/>
                  <a:gd name="connsiteY1" fmla="*/ 1452292 h 2512042"/>
                  <a:gd name="connsiteX2" fmla="*/ 334884 w 2333206"/>
                  <a:gd name="connsiteY2" fmla="*/ 1028546 h 2512042"/>
                  <a:gd name="connsiteX3" fmla="*/ 747480 w 2333206"/>
                  <a:gd name="connsiteY3" fmla="*/ 203356 h 2512042"/>
                  <a:gd name="connsiteX4" fmla="*/ 970504 w 2333206"/>
                  <a:gd name="connsiteY4" fmla="*/ 36088 h 2512042"/>
                  <a:gd name="connsiteX5" fmla="*/ 1048563 w 2333206"/>
                  <a:gd name="connsiteY5" fmla="*/ 2634 h 2512042"/>
                  <a:gd name="connsiteX6" fmla="*/ 1160075 w 2333206"/>
                  <a:gd name="connsiteY6" fmla="*/ 80692 h 2512042"/>
                  <a:gd name="connsiteX7" fmla="*/ 1348338 w 2333206"/>
                  <a:gd name="connsiteY7" fmla="*/ 136449 h 2512042"/>
                  <a:gd name="connsiteX8" fmla="*/ 1545826 w 2333206"/>
                  <a:gd name="connsiteY8" fmla="*/ 13785 h 2512042"/>
                  <a:gd name="connsiteX9" fmla="*/ 1617275 w 2333206"/>
                  <a:gd name="connsiteY9" fmla="*/ 136449 h 2512042"/>
                  <a:gd name="connsiteX10" fmla="*/ 1840299 w 2333206"/>
                  <a:gd name="connsiteY10" fmla="*/ 549044 h 2512042"/>
                  <a:gd name="connsiteX11" fmla="*/ 2230592 w 2333206"/>
                  <a:gd name="connsiteY11" fmla="*/ 1262722 h 2512042"/>
                  <a:gd name="connsiteX12" fmla="*/ 2330953 w 2333206"/>
                  <a:gd name="connsiteY12" fmla="*/ 1496897 h 2512042"/>
                  <a:gd name="connsiteX13" fmla="*/ 2163684 w 2333206"/>
                  <a:gd name="connsiteY13" fmla="*/ 1697619 h 2512042"/>
                  <a:gd name="connsiteX14" fmla="*/ 1996416 w 2333206"/>
                  <a:gd name="connsiteY14" fmla="*/ 1686468 h 2512042"/>
                  <a:gd name="connsiteX15" fmla="*/ 1862602 w 2333206"/>
                  <a:gd name="connsiteY15" fmla="*/ 1296175 h 2512042"/>
                  <a:gd name="connsiteX16" fmla="*/ 1684870 w 2333206"/>
                  <a:gd name="connsiteY16" fmla="*/ 805522 h 2512042"/>
                  <a:gd name="connsiteX17" fmla="*/ 1630424 w 2333206"/>
                  <a:gd name="connsiteY17" fmla="*/ 694010 h 2512042"/>
                  <a:gd name="connsiteX18" fmla="*/ 1711097 w 2333206"/>
                  <a:gd name="connsiteY18" fmla="*/ 1329629 h 2512042"/>
                  <a:gd name="connsiteX19" fmla="*/ 1817997 w 2333206"/>
                  <a:gd name="connsiteY19" fmla="*/ 2110214 h 2512042"/>
                  <a:gd name="connsiteX20" fmla="*/ 1846839 w 2333206"/>
                  <a:gd name="connsiteY20" fmla="*/ 2433600 h 2512042"/>
                  <a:gd name="connsiteX21" fmla="*/ 1579209 w 2333206"/>
                  <a:gd name="connsiteY21" fmla="*/ 2478205 h 2512042"/>
                  <a:gd name="connsiteX22" fmla="*/ 857685 w 2333206"/>
                  <a:gd name="connsiteY22" fmla="*/ 2511658 h 2512042"/>
                  <a:gd name="connsiteX23" fmla="*/ 706798 w 2333206"/>
                  <a:gd name="connsiteY23" fmla="*/ 2455903 h 2512042"/>
                  <a:gd name="connsiteX24" fmla="*/ 742867 w 2333206"/>
                  <a:gd name="connsiteY24" fmla="*/ 2099063 h 2512042"/>
                  <a:gd name="connsiteX25" fmla="*/ 828154 w 2333206"/>
                  <a:gd name="connsiteY25" fmla="*/ 1028546 h 2512042"/>
                  <a:gd name="connsiteX26" fmla="*/ 836689 w 2333206"/>
                  <a:gd name="connsiteY26" fmla="*/ 694010 h 2512042"/>
                  <a:gd name="connsiteX27" fmla="*/ 680572 w 2333206"/>
                  <a:gd name="connsiteY27" fmla="*/ 1218117 h 2512042"/>
                  <a:gd name="connsiteX28" fmla="*/ 491002 w 2333206"/>
                  <a:gd name="connsiteY28" fmla="*/ 1697619 h 2512042"/>
                  <a:gd name="connsiteX29" fmla="*/ 256826 w 2333206"/>
                  <a:gd name="connsiteY29" fmla="*/ 1775678 h 2512042"/>
                  <a:gd name="connsiteX30" fmla="*/ 100709 w 2333206"/>
                  <a:gd name="connsiteY30" fmla="*/ 1719922 h 2512042"/>
                  <a:gd name="connsiteX31" fmla="*/ 348 w 2333206"/>
                  <a:gd name="connsiteY31" fmla="*/ 1653014 h 2512042"/>
                  <a:gd name="connsiteX0" fmla="*/ 348 w 2333206"/>
                  <a:gd name="connsiteY0" fmla="*/ 1653014 h 2512042"/>
                  <a:gd name="connsiteX1" fmla="*/ 78406 w 2333206"/>
                  <a:gd name="connsiteY1" fmla="*/ 1452292 h 2512042"/>
                  <a:gd name="connsiteX2" fmla="*/ 334884 w 2333206"/>
                  <a:gd name="connsiteY2" fmla="*/ 1028546 h 2512042"/>
                  <a:gd name="connsiteX3" fmla="*/ 747480 w 2333206"/>
                  <a:gd name="connsiteY3" fmla="*/ 203356 h 2512042"/>
                  <a:gd name="connsiteX4" fmla="*/ 970504 w 2333206"/>
                  <a:gd name="connsiteY4" fmla="*/ 36088 h 2512042"/>
                  <a:gd name="connsiteX5" fmla="*/ 1048563 w 2333206"/>
                  <a:gd name="connsiteY5" fmla="*/ 2634 h 2512042"/>
                  <a:gd name="connsiteX6" fmla="*/ 1160075 w 2333206"/>
                  <a:gd name="connsiteY6" fmla="*/ 80692 h 2512042"/>
                  <a:gd name="connsiteX7" fmla="*/ 1348338 w 2333206"/>
                  <a:gd name="connsiteY7" fmla="*/ 136449 h 2512042"/>
                  <a:gd name="connsiteX8" fmla="*/ 1516295 w 2333206"/>
                  <a:gd name="connsiteY8" fmla="*/ 13785 h 2512042"/>
                  <a:gd name="connsiteX9" fmla="*/ 1617275 w 2333206"/>
                  <a:gd name="connsiteY9" fmla="*/ 136449 h 2512042"/>
                  <a:gd name="connsiteX10" fmla="*/ 1840299 w 2333206"/>
                  <a:gd name="connsiteY10" fmla="*/ 549044 h 2512042"/>
                  <a:gd name="connsiteX11" fmla="*/ 2230592 w 2333206"/>
                  <a:gd name="connsiteY11" fmla="*/ 1262722 h 2512042"/>
                  <a:gd name="connsiteX12" fmla="*/ 2330953 w 2333206"/>
                  <a:gd name="connsiteY12" fmla="*/ 1496897 h 2512042"/>
                  <a:gd name="connsiteX13" fmla="*/ 2163684 w 2333206"/>
                  <a:gd name="connsiteY13" fmla="*/ 1697619 h 2512042"/>
                  <a:gd name="connsiteX14" fmla="*/ 1996416 w 2333206"/>
                  <a:gd name="connsiteY14" fmla="*/ 1686468 h 2512042"/>
                  <a:gd name="connsiteX15" fmla="*/ 1862602 w 2333206"/>
                  <a:gd name="connsiteY15" fmla="*/ 1296175 h 2512042"/>
                  <a:gd name="connsiteX16" fmla="*/ 1684870 w 2333206"/>
                  <a:gd name="connsiteY16" fmla="*/ 805522 h 2512042"/>
                  <a:gd name="connsiteX17" fmla="*/ 1630424 w 2333206"/>
                  <a:gd name="connsiteY17" fmla="*/ 694010 h 2512042"/>
                  <a:gd name="connsiteX18" fmla="*/ 1711097 w 2333206"/>
                  <a:gd name="connsiteY18" fmla="*/ 1329629 h 2512042"/>
                  <a:gd name="connsiteX19" fmla="*/ 1817997 w 2333206"/>
                  <a:gd name="connsiteY19" fmla="*/ 2110214 h 2512042"/>
                  <a:gd name="connsiteX20" fmla="*/ 1846839 w 2333206"/>
                  <a:gd name="connsiteY20" fmla="*/ 2433600 h 2512042"/>
                  <a:gd name="connsiteX21" fmla="*/ 1579209 w 2333206"/>
                  <a:gd name="connsiteY21" fmla="*/ 2478205 h 2512042"/>
                  <a:gd name="connsiteX22" fmla="*/ 857685 w 2333206"/>
                  <a:gd name="connsiteY22" fmla="*/ 2511658 h 2512042"/>
                  <a:gd name="connsiteX23" fmla="*/ 706798 w 2333206"/>
                  <a:gd name="connsiteY23" fmla="*/ 2455903 h 2512042"/>
                  <a:gd name="connsiteX24" fmla="*/ 742867 w 2333206"/>
                  <a:gd name="connsiteY24" fmla="*/ 2099063 h 2512042"/>
                  <a:gd name="connsiteX25" fmla="*/ 828154 w 2333206"/>
                  <a:gd name="connsiteY25" fmla="*/ 1028546 h 2512042"/>
                  <a:gd name="connsiteX26" fmla="*/ 836689 w 2333206"/>
                  <a:gd name="connsiteY26" fmla="*/ 694010 h 2512042"/>
                  <a:gd name="connsiteX27" fmla="*/ 680572 w 2333206"/>
                  <a:gd name="connsiteY27" fmla="*/ 1218117 h 2512042"/>
                  <a:gd name="connsiteX28" fmla="*/ 491002 w 2333206"/>
                  <a:gd name="connsiteY28" fmla="*/ 1697619 h 2512042"/>
                  <a:gd name="connsiteX29" fmla="*/ 256826 w 2333206"/>
                  <a:gd name="connsiteY29" fmla="*/ 1775678 h 2512042"/>
                  <a:gd name="connsiteX30" fmla="*/ 100709 w 2333206"/>
                  <a:gd name="connsiteY30" fmla="*/ 1719922 h 2512042"/>
                  <a:gd name="connsiteX31" fmla="*/ 348 w 2333206"/>
                  <a:gd name="connsiteY31" fmla="*/ 1653014 h 2512042"/>
                  <a:gd name="connsiteX0" fmla="*/ 348 w 2333206"/>
                  <a:gd name="connsiteY0" fmla="*/ 1653014 h 2512042"/>
                  <a:gd name="connsiteX1" fmla="*/ 78406 w 2333206"/>
                  <a:gd name="connsiteY1" fmla="*/ 1452292 h 2512042"/>
                  <a:gd name="connsiteX2" fmla="*/ 334884 w 2333206"/>
                  <a:gd name="connsiteY2" fmla="*/ 1028546 h 2512042"/>
                  <a:gd name="connsiteX3" fmla="*/ 747480 w 2333206"/>
                  <a:gd name="connsiteY3" fmla="*/ 203356 h 2512042"/>
                  <a:gd name="connsiteX4" fmla="*/ 970504 w 2333206"/>
                  <a:gd name="connsiteY4" fmla="*/ 36088 h 2512042"/>
                  <a:gd name="connsiteX5" fmla="*/ 1048563 w 2333206"/>
                  <a:gd name="connsiteY5" fmla="*/ 2634 h 2512042"/>
                  <a:gd name="connsiteX6" fmla="*/ 1160075 w 2333206"/>
                  <a:gd name="connsiteY6" fmla="*/ 80692 h 2512042"/>
                  <a:gd name="connsiteX7" fmla="*/ 1348338 w 2333206"/>
                  <a:gd name="connsiteY7" fmla="*/ 136449 h 2512042"/>
                  <a:gd name="connsiteX8" fmla="*/ 1516295 w 2333206"/>
                  <a:gd name="connsiteY8" fmla="*/ 13785 h 2512042"/>
                  <a:gd name="connsiteX9" fmla="*/ 1676335 w 2333206"/>
                  <a:gd name="connsiteY9" fmla="*/ 125298 h 2512042"/>
                  <a:gd name="connsiteX10" fmla="*/ 1840299 w 2333206"/>
                  <a:gd name="connsiteY10" fmla="*/ 549044 h 2512042"/>
                  <a:gd name="connsiteX11" fmla="*/ 2230592 w 2333206"/>
                  <a:gd name="connsiteY11" fmla="*/ 1262722 h 2512042"/>
                  <a:gd name="connsiteX12" fmla="*/ 2330953 w 2333206"/>
                  <a:gd name="connsiteY12" fmla="*/ 1496897 h 2512042"/>
                  <a:gd name="connsiteX13" fmla="*/ 2163684 w 2333206"/>
                  <a:gd name="connsiteY13" fmla="*/ 1697619 h 2512042"/>
                  <a:gd name="connsiteX14" fmla="*/ 1996416 w 2333206"/>
                  <a:gd name="connsiteY14" fmla="*/ 1686468 h 2512042"/>
                  <a:gd name="connsiteX15" fmla="*/ 1862602 w 2333206"/>
                  <a:gd name="connsiteY15" fmla="*/ 1296175 h 2512042"/>
                  <a:gd name="connsiteX16" fmla="*/ 1684870 w 2333206"/>
                  <a:gd name="connsiteY16" fmla="*/ 805522 h 2512042"/>
                  <a:gd name="connsiteX17" fmla="*/ 1630424 w 2333206"/>
                  <a:gd name="connsiteY17" fmla="*/ 694010 h 2512042"/>
                  <a:gd name="connsiteX18" fmla="*/ 1711097 w 2333206"/>
                  <a:gd name="connsiteY18" fmla="*/ 1329629 h 2512042"/>
                  <a:gd name="connsiteX19" fmla="*/ 1817997 w 2333206"/>
                  <a:gd name="connsiteY19" fmla="*/ 2110214 h 2512042"/>
                  <a:gd name="connsiteX20" fmla="*/ 1846839 w 2333206"/>
                  <a:gd name="connsiteY20" fmla="*/ 2433600 h 2512042"/>
                  <a:gd name="connsiteX21" fmla="*/ 1579209 w 2333206"/>
                  <a:gd name="connsiteY21" fmla="*/ 2478205 h 2512042"/>
                  <a:gd name="connsiteX22" fmla="*/ 857685 w 2333206"/>
                  <a:gd name="connsiteY22" fmla="*/ 2511658 h 2512042"/>
                  <a:gd name="connsiteX23" fmla="*/ 706798 w 2333206"/>
                  <a:gd name="connsiteY23" fmla="*/ 2455903 h 2512042"/>
                  <a:gd name="connsiteX24" fmla="*/ 742867 w 2333206"/>
                  <a:gd name="connsiteY24" fmla="*/ 2099063 h 2512042"/>
                  <a:gd name="connsiteX25" fmla="*/ 828154 w 2333206"/>
                  <a:gd name="connsiteY25" fmla="*/ 1028546 h 2512042"/>
                  <a:gd name="connsiteX26" fmla="*/ 836689 w 2333206"/>
                  <a:gd name="connsiteY26" fmla="*/ 694010 h 2512042"/>
                  <a:gd name="connsiteX27" fmla="*/ 680572 w 2333206"/>
                  <a:gd name="connsiteY27" fmla="*/ 1218117 h 2512042"/>
                  <a:gd name="connsiteX28" fmla="*/ 491002 w 2333206"/>
                  <a:gd name="connsiteY28" fmla="*/ 1697619 h 2512042"/>
                  <a:gd name="connsiteX29" fmla="*/ 256826 w 2333206"/>
                  <a:gd name="connsiteY29" fmla="*/ 1775678 h 2512042"/>
                  <a:gd name="connsiteX30" fmla="*/ 100709 w 2333206"/>
                  <a:gd name="connsiteY30" fmla="*/ 1719922 h 2512042"/>
                  <a:gd name="connsiteX31" fmla="*/ 348 w 2333206"/>
                  <a:gd name="connsiteY31" fmla="*/ 1653014 h 2512042"/>
                  <a:gd name="connsiteX0" fmla="*/ 348 w 2332872"/>
                  <a:gd name="connsiteY0" fmla="*/ 1653014 h 2512042"/>
                  <a:gd name="connsiteX1" fmla="*/ 78406 w 2332872"/>
                  <a:gd name="connsiteY1" fmla="*/ 1452292 h 2512042"/>
                  <a:gd name="connsiteX2" fmla="*/ 334884 w 2332872"/>
                  <a:gd name="connsiteY2" fmla="*/ 1028546 h 2512042"/>
                  <a:gd name="connsiteX3" fmla="*/ 747480 w 2332872"/>
                  <a:gd name="connsiteY3" fmla="*/ 203356 h 2512042"/>
                  <a:gd name="connsiteX4" fmla="*/ 970504 w 2332872"/>
                  <a:gd name="connsiteY4" fmla="*/ 36088 h 2512042"/>
                  <a:gd name="connsiteX5" fmla="*/ 1048563 w 2332872"/>
                  <a:gd name="connsiteY5" fmla="*/ 2634 h 2512042"/>
                  <a:gd name="connsiteX6" fmla="*/ 1160075 w 2332872"/>
                  <a:gd name="connsiteY6" fmla="*/ 80692 h 2512042"/>
                  <a:gd name="connsiteX7" fmla="*/ 1348338 w 2332872"/>
                  <a:gd name="connsiteY7" fmla="*/ 136449 h 2512042"/>
                  <a:gd name="connsiteX8" fmla="*/ 1516295 w 2332872"/>
                  <a:gd name="connsiteY8" fmla="*/ 13785 h 2512042"/>
                  <a:gd name="connsiteX9" fmla="*/ 1676335 w 2332872"/>
                  <a:gd name="connsiteY9" fmla="*/ 125298 h 2512042"/>
                  <a:gd name="connsiteX10" fmla="*/ 1889517 w 2332872"/>
                  <a:gd name="connsiteY10" fmla="*/ 549044 h 2512042"/>
                  <a:gd name="connsiteX11" fmla="*/ 2230592 w 2332872"/>
                  <a:gd name="connsiteY11" fmla="*/ 1262722 h 2512042"/>
                  <a:gd name="connsiteX12" fmla="*/ 2330953 w 2332872"/>
                  <a:gd name="connsiteY12" fmla="*/ 1496897 h 2512042"/>
                  <a:gd name="connsiteX13" fmla="*/ 2163684 w 2332872"/>
                  <a:gd name="connsiteY13" fmla="*/ 1697619 h 2512042"/>
                  <a:gd name="connsiteX14" fmla="*/ 1996416 w 2332872"/>
                  <a:gd name="connsiteY14" fmla="*/ 1686468 h 2512042"/>
                  <a:gd name="connsiteX15" fmla="*/ 1862602 w 2332872"/>
                  <a:gd name="connsiteY15" fmla="*/ 1296175 h 2512042"/>
                  <a:gd name="connsiteX16" fmla="*/ 1684870 w 2332872"/>
                  <a:gd name="connsiteY16" fmla="*/ 805522 h 2512042"/>
                  <a:gd name="connsiteX17" fmla="*/ 1630424 w 2332872"/>
                  <a:gd name="connsiteY17" fmla="*/ 694010 h 2512042"/>
                  <a:gd name="connsiteX18" fmla="*/ 1711097 w 2332872"/>
                  <a:gd name="connsiteY18" fmla="*/ 1329629 h 2512042"/>
                  <a:gd name="connsiteX19" fmla="*/ 1817997 w 2332872"/>
                  <a:gd name="connsiteY19" fmla="*/ 2110214 h 2512042"/>
                  <a:gd name="connsiteX20" fmla="*/ 1846839 w 2332872"/>
                  <a:gd name="connsiteY20" fmla="*/ 2433600 h 2512042"/>
                  <a:gd name="connsiteX21" fmla="*/ 1579209 w 2332872"/>
                  <a:gd name="connsiteY21" fmla="*/ 2478205 h 2512042"/>
                  <a:gd name="connsiteX22" fmla="*/ 857685 w 2332872"/>
                  <a:gd name="connsiteY22" fmla="*/ 2511658 h 2512042"/>
                  <a:gd name="connsiteX23" fmla="*/ 706798 w 2332872"/>
                  <a:gd name="connsiteY23" fmla="*/ 2455903 h 2512042"/>
                  <a:gd name="connsiteX24" fmla="*/ 742867 w 2332872"/>
                  <a:gd name="connsiteY24" fmla="*/ 2099063 h 2512042"/>
                  <a:gd name="connsiteX25" fmla="*/ 828154 w 2332872"/>
                  <a:gd name="connsiteY25" fmla="*/ 1028546 h 2512042"/>
                  <a:gd name="connsiteX26" fmla="*/ 836689 w 2332872"/>
                  <a:gd name="connsiteY26" fmla="*/ 694010 h 2512042"/>
                  <a:gd name="connsiteX27" fmla="*/ 680572 w 2332872"/>
                  <a:gd name="connsiteY27" fmla="*/ 1218117 h 2512042"/>
                  <a:gd name="connsiteX28" fmla="*/ 491002 w 2332872"/>
                  <a:gd name="connsiteY28" fmla="*/ 1697619 h 2512042"/>
                  <a:gd name="connsiteX29" fmla="*/ 256826 w 2332872"/>
                  <a:gd name="connsiteY29" fmla="*/ 1775678 h 2512042"/>
                  <a:gd name="connsiteX30" fmla="*/ 100709 w 2332872"/>
                  <a:gd name="connsiteY30" fmla="*/ 1719922 h 2512042"/>
                  <a:gd name="connsiteX31" fmla="*/ 348 w 2332872"/>
                  <a:gd name="connsiteY31" fmla="*/ 1653014 h 2512042"/>
                  <a:gd name="connsiteX0" fmla="*/ 348 w 2332872"/>
                  <a:gd name="connsiteY0" fmla="*/ 1653014 h 2512042"/>
                  <a:gd name="connsiteX1" fmla="*/ 78406 w 2332872"/>
                  <a:gd name="connsiteY1" fmla="*/ 1452292 h 2512042"/>
                  <a:gd name="connsiteX2" fmla="*/ 334884 w 2332872"/>
                  <a:gd name="connsiteY2" fmla="*/ 1028546 h 2512042"/>
                  <a:gd name="connsiteX3" fmla="*/ 747480 w 2332872"/>
                  <a:gd name="connsiteY3" fmla="*/ 203356 h 2512042"/>
                  <a:gd name="connsiteX4" fmla="*/ 970504 w 2332872"/>
                  <a:gd name="connsiteY4" fmla="*/ 36088 h 2512042"/>
                  <a:gd name="connsiteX5" fmla="*/ 1048563 w 2332872"/>
                  <a:gd name="connsiteY5" fmla="*/ 2634 h 2512042"/>
                  <a:gd name="connsiteX6" fmla="*/ 1160075 w 2332872"/>
                  <a:gd name="connsiteY6" fmla="*/ 80692 h 2512042"/>
                  <a:gd name="connsiteX7" fmla="*/ 1368025 w 2332872"/>
                  <a:gd name="connsiteY7" fmla="*/ 102995 h 2512042"/>
                  <a:gd name="connsiteX8" fmla="*/ 1516295 w 2332872"/>
                  <a:gd name="connsiteY8" fmla="*/ 13785 h 2512042"/>
                  <a:gd name="connsiteX9" fmla="*/ 1676335 w 2332872"/>
                  <a:gd name="connsiteY9" fmla="*/ 125298 h 2512042"/>
                  <a:gd name="connsiteX10" fmla="*/ 1889517 w 2332872"/>
                  <a:gd name="connsiteY10" fmla="*/ 549044 h 2512042"/>
                  <a:gd name="connsiteX11" fmla="*/ 2230592 w 2332872"/>
                  <a:gd name="connsiteY11" fmla="*/ 1262722 h 2512042"/>
                  <a:gd name="connsiteX12" fmla="*/ 2330953 w 2332872"/>
                  <a:gd name="connsiteY12" fmla="*/ 1496897 h 2512042"/>
                  <a:gd name="connsiteX13" fmla="*/ 2163684 w 2332872"/>
                  <a:gd name="connsiteY13" fmla="*/ 1697619 h 2512042"/>
                  <a:gd name="connsiteX14" fmla="*/ 1996416 w 2332872"/>
                  <a:gd name="connsiteY14" fmla="*/ 1686468 h 2512042"/>
                  <a:gd name="connsiteX15" fmla="*/ 1862602 w 2332872"/>
                  <a:gd name="connsiteY15" fmla="*/ 1296175 h 2512042"/>
                  <a:gd name="connsiteX16" fmla="*/ 1684870 w 2332872"/>
                  <a:gd name="connsiteY16" fmla="*/ 805522 h 2512042"/>
                  <a:gd name="connsiteX17" fmla="*/ 1630424 w 2332872"/>
                  <a:gd name="connsiteY17" fmla="*/ 694010 h 2512042"/>
                  <a:gd name="connsiteX18" fmla="*/ 1711097 w 2332872"/>
                  <a:gd name="connsiteY18" fmla="*/ 1329629 h 2512042"/>
                  <a:gd name="connsiteX19" fmla="*/ 1817997 w 2332872"/>
                  <a:gd name="connsiteY19" fmla="*/ 2110214 h 2512042"/>
                  <a:gd name="connsiteX20" fmla="*/ 1846839 w 2332872"/>
                  <a:gd name="connsiteY20" fmla="*/ 2433600 h 2512042"/>
                  <a:gd name="connsiteX21" fmla="*/ 1579209 w 2332872"/>
                  <a:gd name="connsiteY21" fmla="*/ 2478205 h 2512042"/>
                  <a:gd name="connsiteX22" fmla="*/ 857685 w 2332872"/>
                  <a:gd name="connsiteY22" fmla="*/ 2511658 h 2512042"/>
                  <a:gd name="connsiteX23" fmla="*/ 706798 w 2332872"/>
                  <a:gd name="connsiteY23" fmla="*/ 2455903 h 2512042"/>
                  <a:gd name="connsiteX24" fmla="*/ 742867 w 2332872"/>
                  <a:gd name="connsiteY24" fmla="*/ 2099063 h 2512042"/>
                  <a:gd name="connsiteX25" fmla="*/ 828154 w 2332872"/>
                  <a:gd name="connsiteY25" fmla="*/ 1028546 h 2512042"/>
                  <a:gd name="connsiteX26" fmla="*/ 836689 w 2332872"/>
                  <a:gd name="connsiteY26" fmla="*/ 694010 h 2512042"/>
                  <a:gd name="connsiteX27" fmla="*/ 680572 w 2332872"/>
                  <a:gd name="connsiteY27" fmla="*/ 1218117 h 2512042"/>
                  <a:gd name="connsiteX28" fmla="*/ 491002 w 2332872"/>
                  <a:gd name="connsiteY28" fmla="*/ 1697619 h 2512042"/>
                  <a:gd name="connsiteX29" fmla="*/ 256826 w 2332872"/>
                  <a:gd name="connsiteY29" fmla="*/ 1775678 h 2512042"/>
                  <a:gd name="connsiteX30" fmla="*/ 100709 w 2332872"/>
                  <a:gd name="connsiteY30" fmla="*/ 1719922 h 2512042"/>
                  <a:gd name="connsiteX31" fmla="*/ 348 w 2332872"/>
                  <a:gd name="connsiteY31" fmla="*/ 1653014 h 2512042"/>
                  <a:gd name="connsiteX0" fmla="*/ 348 w 2332872"/>
                  <a:gd name="connsiteY0" fmla="*/ 1653014 h 2512042"/>
                  <a:gd name="connsiteX1" fmla="*/ 78406 w 2332872"/>
                  <a:gd name="connsiteY1" fmla="*/ 1452292 h 2512042"/>
                  <a:gd name="connsiteX2" fmla="*/ 334884 w 2332872"/>
                  <a:gd name="connsiteY2" fmla="*/ 1028546 h 2512042"/>
                  <a:gd name="connsiteX3" fmla="*/ 747480 w 2332872"/>
                  <a:gd name="connsiteY3" fmla="*/ 203356 h 2512042"/>
                  <a:gd name="connsiteX4" fmla="*/ 970504 w 2332872"/>
                  <a:gd name="connsiteY4" fmla="*/ 36088 h 2512042"/>
                  <a:gd name="connsiteX5" fmla="*/ 1048563 w 2332872"/>
                  <a:gd name="connsiteY5" fmla="*/ 2634 h 2512042"/>
                  <a:gd name="connsiteX6" fmla="*/ 1160075 w 2332872"/>
                  <a:gd name="connsiteY6" fmla="*/ 80692 h 2512042"/>
                  <a:gd name="connsiteX7" fmla="*/ 1368025 w 2332872"/>
                  <a:gd name="connsiteY7" fmla="*/ 102995 h 2512042"/>
                  <a:gd name="connsiteX8" fmla="*/ 1516295 w 2332872"/>
                  <a:gd name="connsiteY8" fmla="*/ 13785 h 2512042"/>
                  <a:gd name="connsiteX9" fmla="*/ 1676335 w 2332872"/>
                  <a:gd name="connsiteY9" fmla="*/ 125298 h 2512042"/>
                  <a:gd name="connsiteX10" fmla="*/ 1889517 w 2332872"/>
                  <a:gd name="connsiteY10" fmla="*/ 549044 h 2512042"/>
                  <a:gd name="connsiteX11" fmla="*/ 2230592 w 2332872"/>
                  <a:gd name="connsiteY11" fmla="*/ 1262722 h 2512042"/>
                  <a:gd name="connsiteX12" fmla="*/ 2330953 w 2332872"/>
                  <a:gd name="connsiteY12" fmla="*/ 1496897 h 2512042"/>
                  <a:gd name="connsiteX13" fmla="*/ 2163684 w 2332872"/>
                  <a:gd name="connsiteY13" fmla="*/ 1697619 h 2512042"/>
                  <a:gd name="connsiteX14" fmla="*/ 1996416 w 2332872"/>
                  <a:gd name="connsiteY14" fmla="*/ 1686468 h 2512042"/>
                  <a:gd name="connsiteX15" fmla="*/ 1862602 w 2332872"/>
                  <a:gd name="connsiteY15" fmla="*/ 1296175 h 2512042"/>
                  <a:gd name="connsiteX16" fmla="*/ 1684870 w 2332872"/>
                  <a:gd name="connsiteY16" fmla="*/ 805522 h 2512042"/>
                  <a:gd name="connsiteX17" fmla="*/ 1630424 w 2332872"/>
                  <a:gd name="connsiteY17" fmla="*/ 694010 h 2512042"/>
                  <a:gd name="connsiteX18" fmla="*/ 1711097 w 2332872"/>
                  <a:gd name="connsiteY18" fmla="*/ 1329629 h 2512042"/>
                  <a:gd name="connsiteX19" fmla="*/ 1817997 w 2332872"/>
                  <a:gd name="connsiteY19" fmla="*/ 2110214 h 2512042"/>
                  <a:gd name="connsiteX20" fmla="*/ 1846839 w 2332872"/>
                  <a:gd name="connsiteY20" fmla="*/ 2433600 h 2512042"/>
                  <a:gd name="connsiteX21" fmla="*/ 1579209 w 2332872"/>
                  <a:gd name="connsiteY21" fmla="*/ 2478205 h 2512042"/>
                  <a:gd name="connsiteX22" fmla="*/ 857685 w 2332872"/>
                  <a:gd name="connsiteY22" fmla="*/ 2511658 h 2512042"/>
                  <a:gd name="connsiteX23" fmla="*/ 706798 w 2332872"/>
                  <a:gd name="connsiteY23" fmla="*/ 2455903 h 2512042"/>
                  <a:gd name="connsiteX24" fmla="*/ 742867 w 2332872"/>
                  <a:gd name="connsiteY24" fmla="*/ 2099063 h 2512042"/>
                  <a:gd name="connsiteX25" fmla="*/ 828154 w 2332872"/>
                  <a:gd name="connsiteY25" fmla="*/ 1028546 h 2512042"/>
                  <a:gd name="connsiteX26" fmla="*/ 836689 w 2332872"/>
                  <a:gd name="connsiteY26" fmla="*/ 694010 h 2512042"/>
                  <a:gd name="connsiteX27" fmla="*/ 680572 w 2332872"/>
                  <a:gd name="connsiteY27" fmla="*/ 1218117 h 2512042"/>
                  <a:gd name="connsiteX28" fmla="*/ 510689 w 2332872"/>
                  <a:gd name="connsiteY28" fmla="*/ 1541502 h 2512042"/>
                  <a:gd name="connsiteX29" fmla="*/ 256826 w 2332872"/>
                  <a:gd name="connsiteY29" fmla="*/ 1775678 h 2512042"/>
                  <a:gd name="connsiteX30" fmla="*/ 100709 w 2332872"/>
                  <a:gd name="connsiteY30" fmla="*/ 1719922 h 2512042"/>
                  <a:gd name="connsiteX31" fmla="*/ 348 w 2332872"/>
                  <a:gd name="connsiteY31" fmla="*/ 1653014 h 2512042"/>
                  <a:gd name="connsiteX0" fmla="*/ 40476 w 2272639"/>
                  <a:gd name="connsiteY0" fmla="*/ 1719922 h 2512042"/>
                  <a:gd name="connsiteX1" fmla="*/ 18173 w 2272639"/>
                  <a:gd name="connsiteY1" fmla="*/ 1452292 h 2512042"/>
                  <a:gd name="connsiteX2" fmla="*/ 274651 w 2272639"/>
                  <a:gd name="connsiteY2" fmla="*/ 1028546 h 2512042"/>
                  <a:gd name="connsiteX3" fmla="*/ 687247 w 2272639"/>
                  <a:gd name="connsiteY3" fmla="*/ 203356 h 2512042"/>
                  <a:gd name="connsiteX4" fmla="*/ 910271 w 2272639"/>
                  <a:gd name="connsiteY4" fmla="*/ 36088 h 2512042"/>
                  <a:gd name="connsiteX5" fmla="*/ 988330 w 2272639"/>
                  <a:gd name="connsiteY5" fmla="*/ 2634 h 2512042"/>
                  <a:gd name="connsiteX6" fmla="*/ 1099842 w 2272639"/>
                  <a:gd name="connsiteY6" fmla="*/ 80692 h 2512042"/>
                  <a:gd name="connsiteX7" fmla="*/ 1307792 w 2272639"/>
                  <a:gd name="connsiteY7" fmla="*/ 102995 h 2512042"/>
                  <a:gd name="connsiteX8" fmla="*/ 1456062 w 2272639"/>
                  <a:gd name="connsiteY8" fmla="*/ 13785 h 2512042"/>
                  <a:gd name="connsiteX9" fmla="*/ 1616102 w 2272639"/>
                  <a:gd name="connsiteY9" fmla="*/ 125298 h 2512042"/>
                  <a:gd name="connsiteX10" fmla="*/ 1829284 w 2272639"/>
                  <a:gd name="connsiteY10" fmla="*/ 549044 h 2512042"/>
                  <a:gd name="connsiteX11" fmla="*/ 2170359 w 2272639"/>
                  <a:gd name="connsiteY11" fmla="*/ 1262722 h 2512042"/>
                  <a:gd name="connsiteX12" fmla="*/ 2270720 w 2272639"/>
                  <a:gd name="connsiteY12" fmla="*/ 1496897 h 2512042"/>
                  <a:gd name="connsiteX13" fmla="*/ 2103451 w 2272639"/>
                  <a:gd name="connsiteY13" fmla="*/ 1697619 h 2512042"/>
                  <a:gd name="connsiteX14" fmla="*/ 1936183 w 2272639"/>
                  <a:gd name="connsiteY14" fmla="*/ 1686468 h 2512042"/>
                  <a:gd name="connsiteX15" fmla="*/ 1802369 w 2272639"/>
                  <a:gd name="connsiteY15" fmla="*/ 1296175 h 2512042"/>
                  <a:gd name="connsiteX16" fmla="*/ 1624637 w 2272639"/>
                  <a:gd name="connsiteY16" fmla="*/ 805522 h 2512042"/>
                  <a:gd name="connsiteX17" fmla="*/ 1570191 w 2272639"/>
                  <a:gd name="connsiteY17" fmla="*/ 694010 h 2512042"/>
                  <a:gd name="connsiteX18" fmla="*/ 1650864 w 2272639"/>
                  <a:gd name="connsiteY18" fmla="*/ 1329629 h 2512042"/>
                  <a:gd name="connsiteX19" fmla="*/ 1757764 w 2272639"/>
                  <a:gd name="connsiteY19" fmla="*/ 2110214 h 2512042"/>
                  <a:gd name="connsiteX20" fmla="*/ 1786606 w 2272639"/>
                  <a:gd name="connsiteY20" fmla="*/ 2433600 h 2512042"/>
                  <a:gd name="connsiteX21" fmla="*/ 1518976 w 2272639"/>
                  <a:gd name="connsiteY21" fmla="*/ 2478205 h 2512042"/>
                  <a:gd name="connsiteX22" fmla="*/ 797452 w 2272639"/>
                  <a:gd name="connsiteY22" fmla="*/ 2511658 h 2512042"/>
                  <a:gd name="connsiteX23" fmla="*/ 646565 w 2272639"/>
                  <a:gd name="connsiteY23" fmla="*/ 2455903 h 2512042"/>
                  <a:gd name="connsiteX24" fmla="*/ 682634 w 2272639"/>
                  <a:gd name="connsiteY24" fmla="*/ 2099063 h 2512042"/>
                  <a:gd name="connsiteX25" fmla="*/ 767921 w 2272639"/>
                  <a:gd name="connsiteY25" fmla="*/ 1028546 h 2512042"/>
                  <a:gd name="connsiteX26" fmla="*/ 776456 w 2272639"/>
                  <a:gd name="connsiteY26" fmla="*/ 694010 h 2512042"/>
                  <a:gd name="connsiteX27" fmla="*/ 620339 w 2272639"/>
                  <a:gd name="connsiteY27" fmla="*/ 1218117 h 2512042"/>
                  <a:gd name="connsiteX28" fmla="*/ 450456 w 2272639"/>
                  <a:gd name="connsiteY28" fmla="*/ 1541502 h 2512042"/>
                  <a:gd name="connsiteX29" fmla="*/ 196593 w 2272639"/>
                  <a:gd name="connsiteY29" fmla="*/ 1775678 h 2512042"/>
                  <a:gd name="connsiteX30" fmla="*/ 40476 w 2272639"/>
                  <a:gd name="connsiteY30" fmla="*/ 1719922 h 2512042"/>
                  <a:gd name="connsiteX0" fmla="*/ 70596 w 2263385"/>
                  <a:gd name="connsiteY0" fmla="*/ 1675317 h 2512042"/>
                  <a:gd name="connsiteX1" fmla="*/ 8919 w 2263385"/>
                  <a:gd name="connsiteY1" fmla="*/ 1452292 h 2512042"/>
                  <a:gd name="connsiteX2" fmla="*/ 265397 w 2263385"/>
                  <a:gd name="connsiteY2" fmla="*/ 1028546 h 2512042"/>
                  <a:gd name="connsiteX3" fmla="*/ 677993 w 2263385"/>
                  <a:gd name="connsiteY3" fmla="*/ 203356 h 2512042"/>
                  <a:gd name="connsiteX4" fmla="*/ 901017 w 2263385"/>
                  <a:gd name="connsiteY4" fmla="*/ 36088 h 2512042"/>
                  <a:gd name="connsiteX5" fmla="*/ 979076 w 2263385"/>
                  <a:gd name="connsiteY5" fmla="*/ 2634 h 2512042"/>
                  <a:gd name="connsiteX6" fmla="*/ 1090588 w 2263385"/>
                  <a:gd name="connsiteY6" fmla="*/ 80692 h 2512042"/>
                  <a:gd name="connsiteX7" fmla="*/ 1298538 w 2263385"/>
                  <a:gd name="connsiteY7" fmla="*/ 102995 h 2512042"/>
                  <a:gd name="connsiteX8" fmla="*/ 1446808 w 2263385"/>
                  <a:gd name="connsiteY8" fmla="*/ 13785 h 2512042"/>
                  <a:gd name="connsiteX9" fmla="*/ 1606848 w 2263385"/>
                  <a:gd name="connsiteY9" fmla="*/ 125298 h 2512042"/>
                  <a:gd name="connsiteX10" fmla="*/ 1820030 w 2263385"/>
                  <a:gd name="connsiteY10" fmla="*/ 549044 h 2512042"/>
                  <a:gd name="connsiteX11" fmla="*/ 2161105 w 2263385"/>
                  <a:gd name="connsiteY11" fmla="*/ 1262722 h 2512042"/>
                  <a:gd name="connsiteX12" fmla="*/ 2261466 w 2263385"/>
                  <a:gd name="connsiteY12" fmla="*/ 1496897 h 2512042"/>
                  <a:gd name="connsiteX13" fmla="*/ 2094197 w 2263385"/>
                  <a:gd name="connsiteY13" fmla="*/ 1697619 h 2512042"/>
                  <a:gd name="connsiteX14" fmla="*/ 1926929 w 2263385"/>
                  <a:gd name="connsiteY14" fmla="*/ 1686468 h 2512042"/>
                  <a:gd name="connsiteX15" fmla="*/ 1793115 w 2263385"/>
                  <a:gd name="connsiteY15" fmla="*/ 1296175 h 2512042"/>
                  <a:gd name="connsiteX16" fmla="*/ 1615383 w 2263385"/>
                  <a:gd name="connsiteY16" fmla="*/ 805522 h 2512042"/>
                  <a:gd name="connsiteX17" fmla="*/ 1560937 w 2263385"/>
                  <a:gd name="connsiteY17" fmla="*/ 694010 h 2512042"/>
                  <a:gd name="connsiteX18" fmla="*/ 1641610 w 2263385"/>
                  <a:gd name="connsiteY18" fmla="*/ 1329629 h 2512042"/>
                  <a:gd name="connsiteX19" fmla="*/ 1748510 w 2263385"/>
                  <a:gd name="connsiteY19" fmla="*/ 2110214 h 2512042"/>
                  <a:gd name="connsiteX20" fmla="*/ 1777352 w 2263385"/>
                  <a:gd name="connsiteY20" fmla="*/ 2433600 h 2512042"/>
                  <a:gd name="connsiteX21" fmla="*/ 1509722 w 2263385"/>
                  <a:gd name="connsiteY21" fmla="*/ 2478205 h 2512042"/>
                  <a:gd name="connsiteX22" fmla="*/ 788198 w 2263385"/>
                  <a:gd name="connsiteY22" fmla="*/ 2511658 h 2512042"/>
                  <a:gd name="connsiteX23" fmla="*/ 637311 w 2263385"/>
                  <a:gd name="connsiteY23" fmla="*/ 2455903 h 2512042"/>
                  <a:gd name="connsiteX24" fmla="*/ 673380 w 2263385"/>
                  <a:gd name="connsiteY24" fmla="*/ 2099063 h 2512042"/>
                  <a:gd name="connsiteX25" fmla="*/ 758667 w 2263385"/>
                  <a:gd name="connsiteY25" fmla="*/ 1028546 h 2512042"/>
                  <a:gd name="connsiteX26" fmla="*/ 767202 w 2263385"/>
                  <a:gd name="connsiteY26" fmla="*/ 694010 h 2512042"/>
                  <a:gd name="connsiteX27" fmla="*/ 611085 w 2263385"/>
                  <a:gd name="connsiteY27" fmla="*/ 1218117 h 2512042"/>
                  <a:gd name="connsiteX28" fmla="*/ 441202 w 2263385"/>
                  <a:gd name="connsiteY28" fmla="*/ 1541502 h 2512042"/>
                  <a:gd name="connsiteX29" fmla="*/ 187339 w 2263385"/>
                  <a:gd name="connsiteY29" fmla="*/ 1775678 h 2512042"/>
                  <a:gd name="connsiteX30" fmla="*/ 70596 w 2263385"/>
                  <a:gd name="connsiteY30" fmla="*/ 1675317 h 2512042"/>
                  <a:gd name="connsiteX0" fmla="*/ 179402 w 2255448"/>
                  <a:gd name="connsiteY0" fmla="*/ 1775678 h 2512042"/>
                  <a:gd name="connsiteX1" fmla="*/ 982 w 2255448"/>
                  <a:gd name="connsiteY1" fmla="*/ 1452292 h 2512042"/>
                  <a:gd name="connsiteX2" fmla="*/ 257460 w 2255448"/>
                  <a:gd name="connsiteY2" fmla="*/ 1028546 h 2512042"/>
                  <a:gd name="connsiteX3" fmla="*/ 670056 w 2255448"/>
                  <a:gd name="connsiteY3" fmla="*/ 203356 h 2512042"/>
                  <a:gd name="connsiteX4" fmla="*/ 893080 w 2255448"/>
                  <a:gd name="connsiteY4" fmla="*/ 36088 h 2512042"/>
                  <a:gd name="connsiteX5" fmla="*/ 971139 w 2255448"/>
                  <a:gd name="connsiteY5" fmla="*/ 2634 h 2512042"/>
                  <a:gd name="connsiteX6" fmla="*/ 1082651 w 2255448"/>
                  <a:gd name="connsiteY6" fmla="*/ 80692 h 2512042"/>
                  <a:gd name="connsiteX7" fmla="*/ 1290601 w 2255448"/>
                  <a:gd name="connsiteY7" fmla="*/ 102995 h 2512042"/>
                  <a:gd name="connsiteX8" fmla="*/ 1438871 w 2255448"/>
                  <a:gd name="connsiteY8" fmla="*/ 13785 h 2512042"/>
                  <a:gd name="connsiteX9" fmla="*/ 1598911 w 2255448"/>
                  <a:gd name="connsiteY9" fmla="*/ 125298 h 2512042"/>
                  <a:gd name="connsiteX10" fmla="*/ 1812093 w 2255448"/>
                  <a:gd name="connsiteY10" fmla="*/ 549044 h 2512042"/>
                  <a:gd name="connsiteX11" fmla="*/ 2153168 w 2255448"/>
                  <a:gd name="connsiteY11" fmla="*/ 1262722 h 2512042"/>
                  <a:gd name="connsiteX12" fmla="*/ 2253529 w 2255448"/>
                  <a:gd name="connsiteY12" fmla="*/ 1496897 h 2512042"/>
                  <a:gd name="connsiteX13" fmla="*/ 2086260 w 2255448"/>
                  <a:gd name="connsiteY13" fmla="*/ 1697619 h 2512042"/>
                  <a:gd name="connsiteX14" fmla="*/ 1918992 w 2255448"/>
                  <a:gd name="connsiteY14" fmla="*/ 1686468 h 2512042"/>
                  <a:gd name="connsiteX15" fmla="*/ 1785178 w 2255448"/>
                  <a:gd name="connsiteY15" fmla="*/ 1296175 h 2512042"/>
                  <a:gd name="connsiteX16" fmla="*/ 1607446 w 2255448"/>
                  <a:gd name="connsiteY16" fmla="*/ 805522 h 2512042"/>
                  <a:gd name="connsiteX17" fmla="*/ 1553000 w 2255448"/>
                  <a:gd name="connsiteY17" fmla="*/ 694010 h 2512042"/>
                  <a:gd name="connsiteX18" fmla="*/ 1633673 w 2255448"/>
                  <a:gd name="connsiteY18" fmla="*/ 1329629 h 2512042"/>
                  <a:gd name="connsiteX19" fmla="*/ 1740573 w 2255448"/>
                  <a:gd name="connsiteY19" fmla="*/ 2110214 h 2512042"/>
                  <a:gd name="connsiteX20" fmla="*/ 1769415 w 2255448"/>
                  <a:gd name="connsiteY20" fmla="*/ 2433600 h 2512042"/>
                  <a:gd name="connsiteX21" fmla="*/ 1501785 w 2255448"/>
                  <a:gd name="connsiteY21" fmla="*/ 2478205 h 2512042"/>
                  <a:gd name="connsiteX22" fmla="*/ 780261 w 2255448"/>
                  <a:gd name="connsiteY22" fmla="*/ 2511658 h 2512042"/>
                  <a:gd name="connsiteX23" fmla="*/ 629374 w 2255448"/>
                  <a:gd name="connsiteY23" fmla="*/ 2455903 h 2512042"/>
                  <a:gd name="connsiteX24" fmla="*/ 665443 w 2255448"/>
                  <a:gd name="connsiteY24" fmla="*/ 2099063 h 2512042"/>
                  <a:gd name="connsiteX25" fmla="*/ 750730 w 2255448"/>
                  <a:gd name="connsiteY25" fmla="*/ 1028546 h 2512042"/>
                  <a:gd name="connsiteX26" fmla="*/ 759265 w 2255448"/>
                  <a:gd name="connsiteY26" fmla="*/ 694010 h 2512042"/>
                  <a:gd name="connsiteX27" fmla="*/ 603148 w 2255448"/>
                  <a:gd name="connsiteY27" fmla="*/ 1218117 h 2512042"/>
                  <a:gd name="connsiteX28" fmla="*/ 433265 w 2255448"/>
                  <a:gd name="connsiteY28" fmla="*/ 1541502 h 2512042"/>
                  <a:gd name="connsiteX29" fmla="*/ 179402 w 2255448"/>
                  <a:gd name="connsiteY29" fmla="*/ 1775678 h 2512042"/>
                  <a:gd name="connsiteX0" fmla="*/ 237525 w 2254510"/>
                  <a:gd name="connsiteY0" fmla="*/ 1708770 h 2512042"/>
                  <a:gd name="connsiteX1" fmla="*/ 44 w 2254510"/>
                  <a:gd name="connsiteY1" fmla="*/ 1452292 h 2512042"/>
                  <a:gd name="connsiteX2" fmla="*/ 256522 w 2254510"/>
                  <a:gd name="connsiteY2" fmla="*/ 1028546 h 2512042"/>
                  <a:gd name="connsiteX3" fmla="*/ 669118 w 2254510"/>
                  <a:gd name="connsiteY3" fmla="*/ 203356 h 2512042"/>
                  <a:gd name="connsiteX4" fmla="*/ 892142 w 2254510"/>
                  <a:gd name="connsiteY4" fmla="*/ 36088 h 2512042"/>
                  <a:gd name="connsiteX5" fmla="*/ 970201 w 2254510"/>
                  <a:gd name="connsiteY5" fmla="*/ 2634 h 2512042"/>
                  <a:gd name="connsiteX6" fmla="*/ 1081713 w 2254510"/>
                  <a:gd name="connsiteY6" fmla="*/ 80692 h 2512042"/>
                  <a:gd name="connsiteX7" fmla="*/ 1289663 w 2254510"/>
                  <a:gd name="connsiteY7" fmla="*/ 102995 h 2512042"/>
                  <a:gd name="connsiteX8" fmla="*/ 1437933 w 2254510"/>
                  <a:gd name="connsiteY8" fmla="*/ 13785 h 2512042"/>
                  <a:gd name="connsiteX9" fmla="*/ 1597973 w 2254510"/>
                  <a:gd name="connsiteY9" fmla="*/ 125298 h 2512042"/>
                  <a:gd name="connsiteX10" fmla="*/ 1811155 w 2254510"/>
                  <a:gd name="connsiteY10" fmla="*/ 549044 h 2512042"/>
                  <a:gd name="connsiteX11" fmla="*/ 2152230 w 2254510"/>
                  <a:gd name="connsiteY11" fmla="*/ 1262722 h 2512042"/>
                  <a:gd name="connsiteX12" fmla="*/ 2252591 w 2254510"/>
                  <a:gd name="connsiteY12" fmla="*/ 1496897 h 2512042"/>
                  <a:gd name="connsiteX13" fmla="*/ 2085322 w 2254510"/>
                  <a:gd name="connsiteY13" fmla="*/ 1697619 h 2512042"/>
                  <a:gd name="connsiteX14" fmla="*/ 1918054 w 2254510"/>
                  <a:gd name="connsiteY14" fmla="*/ 1686468 h 2512042"/>
                  <a:gd name="connsiteX15" fmla="*/ 1784240 w 2254510"/>
                  <a:gd name="connsiteY15" fmla="*/ 1296175 h 2512042"/>
                  <a:gd name="connsiteX16" fmla="*/ 1606508 w 2254510"/>
                  <a:gd name="connsiteY16" fmla="*/ 805522 h 2512042"/>
                  <a:gd name="connsiteX17" fmla="*/ 1552062 w 2254510"/>
                  <a:gd name="connsiteY17" fmla="*/ 694010 h 2512042"/>
                  <a:gd name="connsiteX18" fmla="*/ 1632735 w 2254510"/>
                  <a:gd name="connsiteY18" fmla="*/ 1329629 h 2512042"/>
                  <a:gd name="connsiteX19" fmla="*/ 1739635 w 2254510"/>
                  <a:gd name="connsiteY19" fmla="*/ 2110214 h 2512042"/>
                  <a:gd name="connsiteX20" fmla="*/ 1768477 w 2254510"/>
                  <a:gd name="connsiteY20" fmla="*/ 2433600 h 2512042"/>
                  <a:gd name="connsiteX21" fmla="*/ 1500847 w 2254510"/>
                  <a:gd name="connsiteY21" fmla="*/ 2478205 h 2512042"/>
                  <a:gd name="connsiteX22" fmla="*/ 779323 w 2254510"/>
                  <a:gd name="connsiteY22" fmla="*/ 2511658 h 2512042"/>
                  <a:gd name="connsiteX23" fmla="*/ 628436 w 2254510"/>
                  <a:gd name="connsiteY23" fmla="*/ 2455903 h 2512042"/>
                  <a:gd name="connsiteX24" fmla="*/ 664505 w 2254510"/>
                  <a:gd name="connsiteY24" fmla="*/ 2099063 h 2512042"/>
                  <a:gd name="connsiteX25" fmla="*/ 749792 w 2254510"/>
                  <a:gd name="connsiteY25" fmla="*/ 1028546 h 2512042"/>
                  <a:gd name="connsiteX26" fmla="*/ 758327 w 2254510"/>
                  <a:gd name="connsiteY26" fmla="*/ 694010 h 2512042"/>
                  <a:gd name="connsiteX27" fmla="*/ 602210 w 2254510"/>
                  <a:gd name="connsiteY27" fmla="*/ 1218117 h 2512042"/>
                  <a:gd name="connsiteX28" fmla="*/ 432327 w 2254510"/>
                  <a:gd name="connsiteY28" fmla="*/ 1541502 h 2512042"/>
                  <a:gd name="connsiteX29" fmla="*/ 237525 w 2254510"/>
                  <a:gd name="connsiteY29" fmla="*/ 1708770 h 2512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254510" h="2512042">
                    <a:moveTo>
                      <a:pt x="237525" y="1708770"/>
                    </a:moveTo>
                    <a:cubicBezTo>
                      <a:pt x="165478" y="1693902"/>
                      <a:pt x="-3122" y="1565663"/>
                      <a:pt x="44" y="1452292"/>
                    </a:cubicBezTo>
                    <a:cubicBezTo>
                      <a:pt x="3210" y="1338921"/>
                      <a:pt x="145010" y="1236702"/>
                      <a:pt x="256522" y="1028546"/>
                    </a:cubicBezTo>
                    <a:cubicBezTo>
                      <a:pt x="368034" y="820390"/>
                      <a:pt x="563181" y="368766"/>
                      <a:pt x="669118" y="203356"/>
                    </a:cubicBezTo>
                    <a:cubicBezTo>
                      <a:pt x="775055" y="37946"/>
                      <a:pt x="841962" y="69542"/>
                      <a:pt x="892142" y="36088"/>
                    </a:cubicBezTo>
                    <a:cubicBezTo>
                      <a:pt x="942322" y="2634"/>
                      <a:pt x="938606" y="-4800"/>
                      <a:pt x="970201" y="2634"/>
                    </a:cubicBezTo>
                    <a:cubicBezTo>
                      <a:pt x="1001796" y="10068"/>
                      <a:pt x="1028469" y="63965"/>
                      <a:pt x="1081713" y="80692"/>
                    </a:cubicBezTo>
                    <a:cubicBezTo>
                      <a:pt x="1134957" y="97419"/>
                      <a:pt x="1230293" y="114146"/>
                      <a:pt x="1289663" y="102995"/>
                    </a:cubicBezTo>
                    <a:cubicBezTo>
                      <a:pt x="1349033" y="91844"/>
                      <a:pt x="1386548" y="10068"/>
                      <a:pt x="1437933" y="13785"/>
                    </a:cubicBezTo>
                    <a:cubicBezTo>
                      <a:pt x="1489318" y="17502"/>
                      <a:pt x="1535769" y="36088"/>
                      <a:pt x="1597973" y="125298"/>
                    </a:cubicBezTo>
                    <a:cubicBezTo>
                      <a:pt x="1660177" y="214508"/>
                      <a:pt x="1718779" y="359473"/>
                      <a:pt x="1811155" y="549044"/>
                    </a:cubicBezTo>
                    <a:cubicBezTo>
                      <a:pt x="1903531" y="738615"/>
                      <a:pt x="2078657" y="1104747"/>
                      <a:pt x="2152230" y="1262722"/>
                    </a:cubicBezTo>
                    <a:cubicBezTo>
                      <a:pt x="2225803" y="1420697"/>
                      <a:pt x="2263742" y="1424414"/>
                      <a:pt x="2252591" y="1496897"/>
                    </a:cubicBezTo>
                    <a:cubicBezTo>
                      <a:pt x="2241440" y="1569380"/>
                      <a:pt x="2141078" y="1666024"/>
                      <a:pt x="2085322" y="1697619"/>
                    </a:cubicBezTo>
                    <a:cubicBezTo>
                      <a:pt x="2029566" y="1729214"/>
                      <a:pt x="1968234" y="1753375"/>
                      <a:pt x="1918054" y="1686468"/>
                    </a:cubicBezTo>
                    <a:cubicBezTo>
                      <a:pt x="1867874" y="1619561"/>
                      <a:pt x="1836164" y="1442999"/>
                      <a:pt x="1784240" y="1296175"/>
                    </a:cubicBezTo>
                    <a:cubicBezTo>
                      <a:pt x="1732316" y="1149351"/>
                      <a:pt x="1645204" y="905883"/>
                      <a:pt x="1606508" y="805522"/>
                    </a:cubicBezTo>
                    <a:cubicBezTo>
                      <a:pt x="1567812" y="705161"/>
                      <a:pt x="1547691" y="606659"/>
                      <a:pt x="1552062" y="694010"/>
                    </a:cubicBezTo>
                    <a:cubicBezTo>
                      <a:pt x="1556433" y="781361"/>
                      <a:pt x="1601473" y="1093595"/>
                      <a:pt x="1632735" y="1329629"/>
                    </a:cubicBezTo>
                    <a:cubicBezTo>
                      <a:pt x="1663997" y="1565663"/>
                      <a:pt x="1717011" y="1926219"/>
                      <a:pt x="1739635" y="2110214"/>
                    </a:cubicBezTo>
                    <a:cubicBezTo>
                      <a:pt x="1762259" y="2294209"/>
                      <a:pt x="1808275" y="2372268"/>
                      <a:pt x="1768477" y="2433600"/>
                    </a:cubicBezTo>
                    <a:cubicBezTo>
                      <a:pt x="1728679" y="2494932"/>
                      <a:pt x="1665706" y="2465195"/>
                      <a:pt x="1500847" y="2478205"/>
                    </a:cubicBezTo>
                    <a:cubicBezTo>
                      <a:pt x="1335988" y="2491215"/>
                      <a:pt x="924725" y="2515375"/>
                      <a:pt x="779323" y="2511658"/>
                    </a:cubicBezTo>
                    <a:cubicBezTo>
                      <a:pt x="633921" y="2507941"/>
                      <a:pt x="647572" y="2524669"/>
                      <a:pt x="628436" y="2455903"/>
                    </a:cubicBezTo>
                    <a:cubicBezTo>
                      <a:pt x="609300" y="2387137"/>
                      <a:pt x="644279" y="2336956"/>
                      <a:pt x="664505" y="2099063"/>
                    </a:cubicBezTo>
                    <a:cubicBezTo>
                      <a:pt x="684731" y="1861170"/>
                      <a:pt x="734155" y="1262721"/>
                      <a:pt x="749792" y="1028546"/>
                    </a:cubicBezTo>
                    <a:cubicBezTo>
                      <a:pt x="765429" y="794371"/>
                      <a:pt x="782924" y="662415"/>
                      <a:pt x="758327" y="694010"/>
                    </a:cubicBezTo>
                    <a:cubicBezTo>
                      <a:pt x="733730" y="725605"/>
                      <a:pt x="656543" y="1076868"/>
                      <a:pt x="602210" y="1218117"/>
                    </a:cubicBezTo>
                    <a:cubicBezTo>
                      <a:pt x="547877" y="1359366"/>
                      <a:pt x="493108" y="1459727"/>
                      <a:pt x="432327" y="1541502"/>
                    </a:cubicBezTo>
                    <a:cubicBezTo>
                      <a:pt x="371546" y="1623277"/>
                      <a:pt x="309572" y="1723638"/>
                      <a:pt x="237525" y="1708770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F9557EB-3759-4EFE-9C0E-B19D419A734B}"/>
                </a:ext>
              </a:extLst>
            </p:cNvPr>
            <p:cNvSpPr/>
            <p:nvPr/>
          </p:nvSpPr>
          <p:spPr>
            <a:xfrm>
              <a:off x="2788920" y="1969608"/>
              <a:ext cx="925830" cy="142288"/>
            </a:xfrm>
            <a:custGeom>
              <a:avLst/>
              <a:gdLst>
                <a:gd name="connsiteX0" fmla="*/ 0 w 899160"/>
                <a:gd name="connsiteY0" fmla="*/ 38100 h 123075"/>
                <a:gd name="connsiteX1" fmla="*/ 266700 w 899160"/>
                <a:gd name="connsiteY1" fmla="*/ 106680 h 123075"/>
                <a:gd name="connsiteX2" fmla="*/ 586740 w 899160"/>
                <a:gd name="connsiteY2" fmla="*/ 114300 h 123075"/>
                <a:gd name="connsiteX3" fmla="*/ 899160 w 899160"/>
                <a:gd name="connsiteY3" fmla="*/ 0 h 12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9160" h="123075">
                  <a:moveTo>
                    <a:pt x="0" y="38100"/>
                  </a:moveTo>
                  <a:cubicBezTo>
                    <a:pt x="84455" y="66040"/>
                    <a:pt x="168910" y="93980"/>
                    <a:pt x="266700" y="106680"/>
                  </a:cubicBezTo>
                  <a:cubicBezTo>
                    <a:pt x="364490" y="119380"/>
                    <a:pt x="481330" y="132080"/>
                    <a:pt x="586740" y="114300"/>
                  </a:cubicBezTo>
                  <a:cubicBezTo>
                    <a:pt x="692150" y="96520"/>
                    <a:pt x="795655" y="48260"/>
                    <a:pt x="899160" y="0"/>
                  </a:cubicBezTo>
                </a:path>
              </a:pathLst>
            </a:cu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4E4CB25-20FC-4E7D-82BB-9AF45D3ECA21}"/>
                </a:ext>
              </a:extLst>
            </p:cNvPr>
            <p:cNvSpPr/>
            <p:nvPr/>
          </p:nvSpPr>
          <p:spPr>
            <a:xfrm>
              <a:off x="3463912" y="1969607"/>
              <a:ext cx="85764" cy="125546"/>
            </a:xfrm>
            <a:custGeom>
              <a:avLst/>
              <a:gdLst>
                <a:gd name="connsiteX0" fmla="*/ 13 w 85764"/>
                <a:gd name="connsiteY0" fmla="*/ 159692 h 162520"/>
                <a:gd name="connsiteX1" fmla="*/ 73038 w 85764"/>
                <a:gd name="connsiteY1" fmla="*/ 942 h 162520"/>
                <a:gd name="connsiteX2" fmla="*/ 79388 w 85764"/>
                <a:gd name="connsiteY2" fmla="*/ 96192 h 162520"/>
                <a:gd name="connsiteX3" fmla="*/ 13 w 85764"/>
                <a:gd name="connsiteY3" fmla="*/ 159692 h 16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64" h="162520">
                  <a:moveTo>
                    <a:pt x="13" y="159692"/>
                  </a:moveTo>
                  <a:cubicBezTo>
                    <a:pt x="-1045" y="143817"/>
                    <a:pt x="59809" y="11525"/>
                    <a:pt x="73038" y="942"/>
                  </a:cubicBezTo>
                  <a:cubicBezTo>
                    <a:pt x="86267" y="-9641"/>
                    <a:pt x="90500" y="71850"/>
                    <a:pt x="79388" y="96192"/>
                  </a:cubicBezTo>
                  <a:cubicBezTo>
                    <a:pt x="68276" y="120534"/>
                    <a:pt x="1071" y="175567"/>
                    <a:pt x="13" y="159692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B751FFF-CA62-4EA4-9745-EFE4D9BA91E4}"/>
                </a:ext>
              </a:extLst>
            </p:cNvPr>
            <p:cNvSpPr/>
            <p:nvPr/>
          </p:nvSpPr>
          <p:spPr>
            <a:xfrm flipH="1">
              <a:off x="3378148" y="2009775"/>
              <a:ext cx="85764" cy="85378"/>
            </a:xfrm>
            <a:custGeom>
              <a:avLst/>
              <a:gdLst>
                <a:gd name="connsiteX0" fmla="*/ 13 w 85764"/>
                <a:gd name="connsiteY0" fmla="*/ 159692 h 162520"/>
                <a:gd name="connsiteX1" fmla="*/ 73038 w 85764"/>
                <a:gd name="connsiteY1" fmla="*/ 942 h 162520"/>
                <a:gd name="connsiteX2" fmla="*/ 79388 w 85764"/>
                <a:gd name="connsiteY2" fmla="*/ 96192 h 162520"/>
                <a:gd name="connsiteX3" fmla="*/ 13 w 85764"/>
                <a:gd name="connsiteY3" fmla="*/ 159692 h 162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64" h="162520">
                  <a:moveTo>
                    <a:pt x="13" y="159692"/>
                  </a:moveTo>
                  <a:cubicBezTo>
                    <a:pt x="-1045" y="143817"/>
                    <a:pt x="59809" y="11525"/>
                    <a:pt x="73038" y="942"/>
                  </a:cubicBezTo>
                  <a:cubicBezTo>
                    <a:pt x="86267" y="-9641"/>
                    <a:pt x="90500" y="71850"/>
                    <a:pt x="79388" y="96192"/>
                  </a:cubicBezTo>
                  <a:cubicBezTo>
                    <a:pt x="68276" y="120534"/>
                    <a:pt x="1071" y="175567"/>
                    <a:pt x="13" y="159692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BEF2906-176D-4256-8800-62F847267825}"/>
                </a:ext>
              </a:extLst>
            </p:cNvPr>
            <p:cNvSpPr/>
            <p:nvPr/>
          </p:nvSpPr>
          <p:spPr>
            <a:xfrm>
              <a:off x="3454400" y="2095500"/>
              <a:ext cx="120650" cy="87012"/>
            </a:xfrm>
            <a:custGeom>
              <a:avLst/>
              <a:gdLst>
                <a:gd name="connsiteX0" fmla="*/ 0 w 120650"/>
                <a:gd name="connsiteY0" fmla="*/ 0 h 87012"/>
                <a:gd name="connsiteX1" fmla="*/ 66675 w 120650"/>
                <a:gd name="connsiteY1" fmla="*/ 79375 h 87012"/>
                <a:gd name="connsiteX2" fmla="*/ 120650 w 120650"/>
                <a:gd name="connsiteY2" fmla="*/ 79375 h 8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650" h="87012">
                  <a:moveTo>
                    <a:pt x="0" y="0"/>
                  </a:moveTo>
                  <a:cubicBezTo>
                    <a:pt x="23283" y="33073"/>
                    <a:pt x="46567" y="66146"/>
                    <a:pt x="66675" y="79375"/>
                  </a:cubicBezTo>
                  <a:cubicBezTo>
                    <a:pt x="86783" y="92604"/>
                    <a:pt x="103716" y="85989"/>
                    <a:pt x="120650" y="7937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20A2E05-C74C-430F-8DF0-1CD2795927C2}"/>
                </a:ext>
              </a:extLst>
            </p:cNvPr>
            <p:cNvSpPr/>
            <p:nvPr/>
          </p:nvSpPr>
          <p:spPr>
            <a:xfrm>
              <a:off x="3407273" y="2089811"/>
              <a:ext cx="44450" cy="95250"/>
            </a:xfrm>
            <a:custGeom>
              <a:avLst/>
              <a:gdLst>
                <a:gd name="connsiteX0" fmla="*/ 44450 w 44450"/>
                <a:gd name="connsiteY0" fmla="*/ 0 h 95250"/>
                <a:gd name="connsiteX1" fmla="*/ 12700 w 44450"/>
                <a:gd name="connsiteY1" fmla="*/ 63500 h 95250"/>
                <a:gd name="connsiteX2" fmla="*/ 0 w 44450"/>
                <a:gd name="connsiteY2" fmla="*/ 9525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450" h="95250">
                  <a:moveTo>
                    <a:pt x="44450" y="0"/>
                  </a:moveTo>
                  <a:lnTo>
                    <a:pt x="12700" y="63500"/>
                  </a:lnTo>
                  <a:cubicBezTo>
                    <a:pt x="5292" y="79375"/>
                    <a:pt x="2646" y="87312"/>
                    <a:pt x="0" y="9525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9C74B80-3298-45E7-9509-1B0C05D9481F}"/>
              </a:ext>
            </a:extLst>
          </p:cNvPr>
          <p:cNvSpPr txBox="1"/>
          <p:nvPr/>
        </p:nvSpPr>
        <p:spPr>
          <a:xfrm>
            <a:off x="8072007" y="2757763"/>
            <a:ext cx="3822530" cy="6463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125 mg daily while on systemic antibiotics for high-risk patients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122951-E7B9-4589-B13B-74C1E8485C69}"/>
              </a:ext>
            </a:extLst>
          </p:cNvPr>
          <p:cNvSpPr txBox="1"/>
          <p:nvPr/>
        </p:nvSpPr>
        <p:spPr>
          <a:xfrm>
            <a:off x="1604385" y="2737458"/>
            <a:ext cx="43079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Contact enteric precautions (contact + handwashing)</a:t>
            </a:r>
          </a:p>
          <a:p>
            <a:pPr algn="ctr"/>
            <a:r>
              <a:rPr lang="en-US" sz="1400" dirty="0"/>
              <a:t>Until 48 h after resolution of diarrhea or until discharge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5A1CDE-5437-4681-9B64-A7D745FD0C2F}"/>
              </a:ext>
            </a:extLst>
          </p:cNvPr>
          <p:cNvSpPr txBox="1"/>
          <p:nvPr/>
        </p:nvSpPr>
        <p:spPr>
          <a:xfrm>
            <a:off x="1734168" y="5802179"/>
            <a:ext cx="4159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specific precautions are needed on discharge/ at home </a:t>
            </a:r>
          </a:p>
          <a:p>
            <a:pPr algn="ctr"/>
            <a:r>
              <a:rPr lang="en-US" dirty="0"/>
              <a:t>(frequent handwashing is encouraged)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96FA44-302C-4883-BE71-D69105E0B39D}"/>
              </a:ext>
            </a:extLst>
          </p:cNvPr>
          <p:cNvSpPr txBox="1"/>
          <p:nvPr/>
        </p:nvSpPr>
        <p:spPr>
          <a:xfrm>
            <a:off x="6837884" y="807555"/>
            <a:ext cx="4628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High risk of recurrence if antibiotics are given within 2 months of an initial episode of CDI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2E09FCB-A975-46EC-A547-BC210A9139AD}"/>
              </a:ext>
            </a:extLst>
          </p:cNvPr>
          <p:cNvGrpSpPr/>
          <p:nvPr/>
        </p:nvGrpSpPr>
        <p:grpSpPr>
          <a:xfrm>
            <a:off x="4153035" y="1584491"/>
            <a:ext cx="744776" cy="696201"/>
            <a:chOff x="4160837" y="1225259"/>
            <a:chExt cx="849915" cy="93491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F89C07F-E2B1-47FD-B8E8-F5C1823360CD}"/>
                </a:ext>
              </a:extLst>
            </p:cNvPr>
            <p:cNvSpPr/>
            <p:nvPr/>
          </p:nvSpPr>
          <p:spPr>
            <a:xfrm>
              <a:off x="4160837" y="1225259"/>
              <a:ext cx="450795" cy="896647"/>
            </a:xfrm>
            <a:custGeom>
              <a:avLst/>
              <a:gdLst>
                <a:gd name="connsiteX0" fmla="*/ 13779 w 463393"/>
                <a:gd name="connsiteY0" fmla="*/ 981875 h 1086630"/>
                <a:gd name="connsiteX1" fmla="*/ 38492 w 463393"/>
                <a:gd name="connsiteY1" fmla="*/ 129259 h 1086630"/>
                <a:gd name="connsiteX2" fmla="*/ 285627 w 463393"/>
                <a:gd name="connsiteY2" fmla="*/ 18048 h 1086630"/>
                <a:gd name="connsiteX3" fmla="*/ 446265 w 463393"/>
                <a:gd name="connsiteY3" fmla="*/ 277540 h 1086630"/>
                <a:gd name="connsiteX4" fmla="*/ 446265 w 463393"/>
                <a:gd name="connsiteY4" fmla="*/ 314610 h 1086630"/>
                <a:gd name="connsiteX5" fmla="*/ 335054 w 463393"/>
                <a:gd name="connsiteY5" fmla="*/ 376394 h 1086630"/>
                <a:gd name="connsiteX6" fmla="*/ 248557 w 463393"/>
                <a:gd name="connsiteY6" fmla="*/ 252826 h 1086630"/>
                <a:gd name="connsiteX7" fmla="*/ 162060 w 463393"/>
                <a:gd name="connsiteY7" fmla="*/ 339324 h 1086630"/>
                <a:gd name="connsiteX8" fmla="*/ 186773 w 463393"/>
                <a:gd name="connsiteY8" fmla="*/ 969518 h 1086630"/>
                <a:gd name="connsiteX9" fmla="*/ 199130 w 463393"/>
                <a:gd name="connsiteY9" fmla="*/ 1056015 h 1086630"/>
                <a:gd name="connsiteX10" fmla="*/ 13779 w 463393"/>
                <a:gd name="connsiteY10" fmla="*/ 1080729 h 1086630"/>
                <a:gd name="connsiteX11" fmla="*/ 13779 w 463393"/>
                <a:gd name="connsiteY11" fmla="*/ 981875 h 1086630"/>
                <a:gd name="connsiteX0" fmla="*/ 13779 w 458056"/>
                <a:gd name="connsiteY0" fmla="*/ 981875 h 1086630"/>
                <a:gd name="connsiteX1" fmla="*/ 38492 w 458056"/>
                <a:gd name="connsiteY1" fmla="*/ 129259 h 1086630"/>
                <a:gd name="connsiteX2" fmla="*/ 285627 w 458056"/>
                <a:gd name="connsiteY2" fmla="*/ 18048 h 1086630"/>
                <a:gd name="connsiteX3" fmla="*/ 446265 w 458056"/>
                <a:gd name="connsiteY3" fmla="*/ 277540 h 1086630"/>
                <a:gd name="connsiteX4" fmla="*/ 433565 w 458056"/>
                <a:gd name="connsiteY4" fmla="*/ 327310 h 1086630"/>
                <a:gd name="connsiteX5" fmla="*/ 335054 w 458056"/>
                <a:gd name="connsiteY5" fmla="*/ 376394 h 1086630"/>
                <a:gd name="connsiteX6" fmla="*/ 248557 w 458056"/>
                <a:gd name="connsiteY6" fmla="*/ 252826 h 1086630"/>
                <a:gd name="connsiteX7" fmla="*/ 162060 w 458056"/>
                <a:gd name="connsiteY7" fmla="*/ 339324 h 1086630"/>
                <a:gd name="connsiteX8" fmla="*/ 186773 w 458056"/>
                <a:gd name="connsiteY8" fmla="*/ 969518 h 1086630"/>
                <a:gd name="connsiteX9" fmla="*/ 199130 w 458056"/>
                <a:gd name="connsiteY9" fmla="*/ 1056015 h 1086630"/>
                <a:gd name="connsiteX10" fmla="*/ 13779 w 458056"/>
                <a:gd name="connsiteY10" fmla="*/ 1080729 h 1086630"/>
                <a:gd name="connsiteX11" fmla="*/ 13779 w 458056"/>
                <a:gd name="connsiteY11" fmla="*/ 981875 h 1086630"/>
                <a:gd name="connsiteX0" fmla="*/ 13779 w 455665"/>
                <a:gd name="connsiteY0" fmla="*/ 980007 h 1084762"/>
                <a:gd name="connsiteX1" fmla="*/ 38492 w 455665"/>
                <a:gd name="connsiteY1" fmla="*/ 127391 h 1084762"/>
                <a:gd name="connsiteX2" fmla="*/ 285627 w 455665"/>
                <a:gd name="connsiteY2" fmla="*/ 16180 h 1084762"/>
                <a:gd name="connsiteX3" fmla="*/ 443090 w 455665"/>
                <a:gd name="connsiteY3" fmla="*/ 250272 h 1084762"/>
                <a:gd name="connsiteX4" fmla="*/ 433565 w 455665"/>
                <a:gd name="connsiteY4" fmla="*/ 325442 h 1084762"/>
                <a:gd name="connsiteX5" fmla="*/ 335054 w 455665"/>
                <a:gd name="connsiteY5" fmla="*/ 374526 h 1084762"/>
                <a:gd name="connsiteX6" fmla="*/ 248557 w 455665"/>
                <a:gd name="connsiteY6" fmla="*/ 250958 h 1084762"/>
                <a:gd name="connsiteX7" fmla="*/ 162060 w 455665"/>
                <a:gd name="connsiteY7" fmla="*/ 337456 h 1084762"/>
                <a:gd name="connsiteX8" fmla="*/ 186773 w 455665"/>
                <a:gd name="connsiteY8" fmla="*/ 967650 h 1084762"/>
                <a:gd name="connsiteX9" fmla="*/ 199130 w 455665"/>
                <a:gd name="connsiteY9" fmla="*/ 1054147 h 1084762"/>
                <a:gd name="connsiteX10" fmla="*/ 13779 w 455665"/>
                <a:gd name="connsiteY10" fmla="*/ 1078861 h 1084762"/>
                <a:gd name="connsiteX11" fmla="*/ 13779 w 455665"/>
                <a:gd name="connsiteY11" fmla="*/ 980007 h 1084762"/>
                <a:gd name="connsiteX0" fmla="*/ 13779 w 455665"/>
                <a:gd name="connsiteY0" fmla="*/ 980007 h 1084762"/>
                <a:gd name="connsiteX1" fmla="*/ 38492 w 455665"/>
                <a:gd name="connsiteY1" fmla="*/ 127391 h 1084762"/>
                <a:gd name="connsiteX2" fmla="*/ 285627 w 455665"/>
                <a:gd name="connsiteY2" fmla="*/ 16180 h 1084762"/>
                <a:gd name="connsiteX3" fmla="*/ 443090 w 455665"/>
                <a:gd name="connsiteY3" fmla="*/ 250272 h 1084762"/>
                <a:gd name="connsiteX4" fmla="*/ 433565 w 455665"/>
                <a:gd name="connsiteY4" fmla="*/ 325442 h 1084762"/>
                <a:gd name="connsiteX5" fmla="*/ 335054 w 455665"/>
                <a:gd name="connsiteY5" fmla="*/ 374526 h 1084762"/>
                <a:gd name="connsiteX6" fmla="*/ 248557 w 455665"/>
                <a:gd name="connsiteY6" fmla="*/ 250958 h 1084762"/>
                <a:gd name="connsiteX7" fmla="*/ 162060 w 455665"/>
                <a:gd name="connsiteY7" fmla="*/ 337456 h 1084762"/>
                <a:gd name="connsiteX8" fmla="*/ 186773 w 455665"/>
                <a:gd name="connsiteY8" fmla="*/ 967650 h 1084762"/>
                <a:gd name="connsiteX9" fmla="*/ 199130 w 455665"/>
                <a:gd name="connsiteY9" fmla="*/ 1054147 h 1084762"/>
                <a:gd name="connsiteX10" fmla="*/ 13779 w 455665"/>
                <a:gd name="connsiteY10" fmla="*/ 1078861 h 1084762"/>
                <a:gd name="connsiteX11" fmla="*/ 13779 w 455665"/>
                <a:gd name="connsiteY11" fmla="*/ 980007 h 1084762"/>
                <a:gd name="connsiteX0" fmla="*/ 13779 w 455665"/>
                <a:gd name="connsiteY0" fmla="*/ 980007 h 1084762"/>
                <a:gd name="connsiteX1" fmla="*/ 38492 w 455665"/>
                <a:gd name="connsiteY1" fmla="*/ 127391 h 1084762"/>
                <a:gd name="connsiteX2" fmla="*/ 285627 w 455665"/>
                <a:gd name="connsiteY2" fmla="*/ 16180 h 1084762"/>
                <a:gd name="connsiteX3" fmla="*/ 443090 w 455665"/>
                <a:gd name="connsiteY3" fmla="*/ 250272 h 1084762"/>
                <a:gd name="connsiteX4" fmla="*/ 433565 w 455665"/>
                <a:gd name="connsiteY4" fmla="*/ 325442 h 1084762"/>
                <a:gd name="connsiteX5" fmla="*/ 335054 w 455665"/>
                <a:gd name="connsiteY5" fmla="*/ 374526 h 1084762"/>
                <a:gd name="connsiteX6" fmla="*/ 254907 w 455665"/>
                <a:gd name="connsiteY6" fmla="*/ 235083 h 1084762"/>
                <a:gd name="connsiteX7" fmla="*/ 162060 w 455665"/>
                <a:gd name="connsiteY7" fmla="*/ 337456 h 1084762"/>
                <a:gd name="connsiteX8" fmla="*/ 186773 w 455665"/>
                <a:gd name="connsiteY8" fmla="*/ 967650 h 1084762"/>
                <a:gd name="connsiteX9" fmla="*/ 199130 w 455665"/>
                <a:gd name="connsiteY9" fmla="*/ 1054147 h 1084762"/>
                <a:gd name="connsiteX10" fmla="*/ 13779 w 455665"/>
                <a:gd name="connsiteY10" fmla="*/ 1078861 h 1084762"/>
                <a:gd name="connsiteX11" fmla="*/ 13779 w 455665"/>
                <a:gd name="connsiteY11" fmla="*/ 980007 h 1084762"/>
                <a:gd name="connsiteX0" fmla="*/ 13779 w 461481"/>
                <a:gd name="connsiteY0" fmla="*/ 980007 h 1084762"/>
                <a:gd name="connsiteX1" fmla="*/ 38492 w 461481"/>
                <a:gd name="connsiteY1" fmla="*/ 127391 h 1084762"/>
                <a:gd name="connsiteX2" fmla="*/ 285627 w 461481"/>
                <a:gd name="connsiteY2" fmla="*/ 16180 h 1084762"/>
                <a:gd name="connsiteX3" fmla="*/ 443090 w 461481"/>
                <a:gd name="connsiteY3" fmla="*/ 250272 h 1084762"/>
                <a:gd name="connsiteX4" fmla="*/ 446265 w 461481"/>
                <a:gd name="connsiteY4" fmla="*/ 331792 h 1084762"/>
                <a:gd name="connsiteX5" fmla="*/ 335054 w 461481"/>
                <a:gd name="connsiteY5" fmla="*/ 374526 h 1084762"/>
                <a:gd name="connsiteX6" fmla="*/ 254907 w 461481"/>
                <a:gd name="connsiteY6" fmla="*/ 235083 h 1084762"/>
                <a:gd name="connsiteX7" fmla="*/ 162060 w 461481"/>
                <a:gd name="connsiteY7" fmla="*/ 337456 h 1084762"/>
                <a:gd name="connsiteX8" fmla="*/ 186773 w 461481"/>
                <a:gd name="connsiteY8" fmla="*/ 967650 h 1084762"/>
                <a:gd name="connsiteX9" fmla="*/ 199130 w 461481"/>
                <a:gd name="connsiteY9" fmla="*/ 1054147 h 1084762"/>
                <a:gd name="connsiteX10" fmla="*/ 13779 w 461481"/>
                <a:gd name="connsiteY10" fmla="*/ 1078861 h 1084762"/>
                <a:gd name="connsiteX11" fmla="*/ 13779 w 461481"/>
                <a:gd name="connsiteY11" fmla="*/ 980007 h 1084762"/>
                <a:gd name="connsiteX0" fmla="*/ 4715 w 452417"/>
                <a:gd name="connsiteY0" fmla="*/ 980007 h 1094375"/>
                <a:gd name="connsiteX1" fmla="*/ 29428 w 452417"/>
                <a:gd name="connsiteY1" fmla="*/ 127391 h 1094375"/>
                <a:gd name="connsiteX2" fmla="*/ 276563 w 452417"/>
                <a:gd name="connsiteY2" fmla="*/ 16180 h 1094375"/>
                <a:gd name="connsiteX3" fmla="*/ 434026 w 452417"/>
                <a:gd name="connsiteY3" fmla="*/ 250272 h 1094375"/>
                <a:gd name="connsiteX4" fmla="*/ 437201 w 452417"/>
                <a:gd name="connsiteY4" fmla="*/ 331792 h 1094375"/>
                <a:gd name="connsiteX5" fmla="*/ 325990 w 452417"/>
                <a:gd name="connsiteY5" fmla="*/ 374526 h 1094375"/>
                <a:gd name="connsiteX6" fmla="*/ 245843 w 452417"/>
                <a:gd name="connsiteY6" fmla="*/ 235083 h 1094375"/>
                <a:gd name="connsiteX7" fmla="*/ 152996 w 452417"/>
                <a:gd name="connsiteY7" fmla="*/ 337456 h 1094375"/>
                <a:gd name="connsiteX8" fmla="*/ 177709 w 452417"/>
                <a:gd name="connsiteY8" fmla="*/ 967650 h 1094375"/>
                <a:gd name="connsiteX9" fmla="*/ 190066 w 452417"/>
                <a:gd name="connsiteY9" fmla="*/ 1054147 h 1094375"/>
                <a:gd name="connsiteX10" fmla="*/ 30115 w 452417"/>
                <a:gd name="connsiteY10" fmla="*/ 1091561 h 1094375"/>
                <a:gd name="connsiteX11" fmla="*/ 4715 w 452417"/>
                <a:gd name="connsiteY11" fmla="*/ 980007 h 1094375"/>
                <a:gd name="connsiteX0" fmla="*/ 4715 w 452417"/>
                <a:gd name="connsiteY0" fmla="*/ 980007 h 1082780"/>
                <a:gd name="connsiteX1" fmla="*/ 29428 w 452417"/>
                <a:gd name="connsiteY1" fmla="*/ 127391 h 1082780"/>
                <a:gd name="connsiteX2" fmla="*/ 276563 w 452417"/>
                <a:gd name="connsiteY2" fmla="*/ 16180 h 1082780"/>
                <a:gd name="connsiteX3" fmla="*/ 434026 w 452417"/>
                <a:gd name="connsiteY3" fmla="*/ 250272 h 1082780"/>
                <a:gd name="connsiteX4" fmla="*/ 437201 w 452417"/>
                <a:gd name="connsiteY4" fmla="*/ 331792 h 1082780"/>
                <a:gd name="connsiteX5" fmla="*/ 325990 w 452417"/>
                <a:gd name="connsiteY5" fmla="*/ 374526 h 1082780"/>
                <a:gd name="connsiteX6" fmla="*/ 245843 w 452417"/>
                <a:gd name="connsiteY6" fmla="*/ 235083 h 1082780"/>
                <a:gd name="connsiteX7" fmla="*/ 152996 w 452417"/>
                <a:gd name="connsiteY7" fmla="*/ 337456 h 1082780"/>
                <a:gd name="connsiteX8" fmla="*/ 177709 w 452417"/>
                <a:gd name="connsiteY8" fmla="*/ 967650 h 1082780"/>
                <a:gd name="connsiteX9" fmla="*/ 190066 w 452417"/>
                <a:gd name="connsiteY9" fmla="*/ 1054147 h 1082780"/>
                <a:gd name="connsiteX10" fmla="*/ 30115 w 452417"/>
                <a:gd name="connsiteY10" fmla="*/ 1075686 h 1082780"/>
                <a:gd name="connsiteX11" fmla="*/ 4715 w 452417"/>
                <a:gd name="connsiteY11" fmla="*/ 980007 h 1082780"/>
                <a:gd name="connsiteX0" fmla="*/ 4715 w 452417"/>
                <a:gd name="connsiteY0" fmla="*/ 980007 h 1086654"/>
                <a:gd name="connsiteX1" fmla="*/ 29428 w 452417"/>
                <a:gd name="connsiteY1" fmla="*/ 127391 h 1086654"/>
                <a:gd name="connsiteX2" fmla="*/ 276563 w 452417"/>
                <a:gd name="connsiteY2" fmla="*/ 16180 h 1086654"/>
                <a:gd name="connsiteX3" fmla="*/ 434026 w 452417"/>
                <a:gd name="connsiteY3" fmla="*/ 250272 h 1086654"/>
                <a:gd name="connsiteX4" fmla="*/ 437201 w 452417"/>
                <a:gd name="connsiteY4" fmla="*/ 331792 h 1086654"/>
                <a:gd name="connsiteX5" fmla="*/ 325990 w 452417"/>
                <a:gd name="connsiteY5" fmla="*/ 374526 h 1086654"/>
                <a:gd name="connsiteX6" fmla="*/ 245843 w 452417"/>
                <a:gd name="connsiteY6" fmla="*/ 235083 h 1086654"/>
                <a:gd name="connsiteX7" fmla="*/ 152996 w 452417"/>
                <a:gd name="connsiteY7" fmla="*/ 337456 h 1086654"/>
                <a:gd name="connsiteX8" fmla="*/ 177709 w 452417"/>
                <a:gd name="connsiteY8" fmla="*/ 967650 h 1086654"/>
                <a:gd name="connsiteX9" fmla="*/ 190066 w 452417"/>
                <a:gd name="connsiteY9" fmla="*/ 1054147 h 1086654"/>
                <a:gd name="connsiteX10" fmla="*/ 30115 w 452417"/>
                <a:gd name="connsiteY10" fmla="*/ 1075686 h 1086654"/>
                <a:gd name="connsiteX11" fmla="*/ 4715 w 452417"/>
                <a:gd name="connsiteY11" fmla="*/ 980007 h 1086654"/>
                <a:gd name="connsiteX0" fmla="*/ 15922 w 463624"/>
                <a:gd name="connsiteY0" fmla="*/ 980007 h 1075781"/>
                <a:gd name="connsiteX1" fmla="*/ 40635 w 463624"/>
                <a:gd name="connsiteY1" fmla="*/ 127391 h 1075781"/>
                <a:gd name="connsiteX2" fmla="*/ 287770 w 463624"/>
                <a:gd name="connsiteY2" fmla="*/ 16180 h 1075781"/>
                <a:gd name="connsiteX3" fmla="*/ 445233 w 463624"/>
                <a:gd name="connsiteY3" fmla="*/ 250272 h 1075781"/>
                <a:gd name="connsiteX4" fmla="*/ 448408 w 463624"/>
                <a:gd name="connsiteY4" fmla="*/ 331792 h 1075781"/>
                <a:gd name="connsiteX5" fmla="*/ 337197 w 463624"/>
                <a:gd name="connsiteY5" fmla="*/ 374526 h 1075781"/>
                <a:gd name="connsiteX6" fmla="*/ 257050 w 463624"/>
                <a:gd name="connsiteY6" fmla="*/ 235083 h 1075781"/>
                <a:gd name="connsiteX7" fmla="*/ 164203 w 463624"/>
                <a:gd name="connsiteY7" fmla="*/ 337456 h 1075781"/>
                <a:gd name="connsiteX8" fmla="*/ 188916 w 463624"/>
                <a:gd name="connsiteY8" fmla="*/ 967650 h 1075781"/>
                <a:gd name="connsiteX9" fmla="*/ 201273 w 463624"/>
                <a:gd name="connsiteY9" fmla="*/ 1054147 h 1075781"/>
                <a:gd name="connsiteX10" fmla="*/ 15922 w 463624"/>
                <a:gd name="connsiteY10" fmla="*/ 980007 h 1075781"/>
                <a:gd name="connsiteX0" fmla="*/ 4414 w 452116"/>
                <a:gd name="connsiteY0" fmla="*/ 980007 h 1078167"/>
                <a:gd name="connsiteX1" fmla="*/ 29127 w 452116"/>
                <a:gd name="connsiteY1" fmla="*/ 127391 h 1078167"/>
                <a:gd name="connsiteX2" fmla="*/ 276262 w 452116"/>
                <a:gd name="connsiteY2" fmla="*/ 16180 h 1078167"/>
                <a:gd name="connsiteX3" fmla="*/ 433725 w 452116"/>
                <a:gd name="connsiteY3" fmla="*/ 250272 h 1078167"/>
                <a:gd name="connsiteX4" fmla="*/ 436900 w 452116"/>
                <a:gd name="connsiteY4" fmla="*/ 331792 h 1078167"/>
                <a:gd name="connsiteX5" fmla="*/ 325689 w 452116"/>
                <a:gd name="connsiteY5" fmla="*/ 374526 h 1078167"/>
                <a:gd name="connsiteX6" fmla="*/ 245542 w 452116"/>
                <a:gd name="connsiteY6" fmla="*/ 235083 h 1078167"/>
                <a:gd name="connsiteX7" fmla="*/ 152695 w 452116"/>
                <a:gd name="connsiteY7" fmla="*/ 337456 h 1078167"/>
                <a:gd name="connsiteX8" fmla="*/ 177408 w 452116"/>
                <a:gd name="connsiteY8" fmla="*/ 967650 h 1078167"/>
                <a:gd name="connsiteX9" fmla="*/ 189765 w 452116"/>
                <a:gd name="connsiteY9" fmla="*/ 1054147 h 1078167"/>
                <a:gd name="connsiteX10" fmla="*/ 25181 w 452116"/>
                <a:gd name="connsiteY10" fmla="*/ 1067964 h 1078167"/>
                <a:gd name="connsiteX11" fmla="*/ 4414 w 452116"/>
                <a:gd name="connsiteY11" fmla="*/ 980007 h 1078167"/>
                <a:gd name="connsiteX0" fmla="*/ 4414 w 452116"/>
                <a:gd name="connsiteY0" fmla="*/ 980007 h 1072997"/>
                <a:gd name="connsiteX1" fmla="*/ 29127 w 452116"/>
                <a:gd name="connsiteY1" fmla="*/ 127391 h 1072997"/>
                <a:gd name="connsiteX2" fmla="*/ 276262 w 452116"/>
                <a:gd name="connsiteY2" fmla="*/ 16180 h 1072997"/>
                <a:gd name="connsiteX3" fmla="*/ 433725 w 452116"/>
                <a:gd name="connsiteY3" fmla="*/ 250272 h 1072997"/>
                <a:gd name="connsiteX4" fmla="*/ 436900 w 452116"/>
                <a:gd name="connsiteY4" fmla="*/ 331792 h 1072997"/>
                <a:gd name="connsiteX5" fmla="*/ 325689 w 452116"/>
                <a:gd name="connsiteY5" fmla="*/ 374526 h 1072997"/>
                <a:gd name="connsiteX6" fmla="*/ 245542 w 452116"/>
                <a:gd name="connsiteY6" fmla="*/ 235083 h 1072997"/>
                <a:gd name="connsiteX7" fmla="*/ 152695 w 452116"/>
                <a:gd name="connsiteY7" fmla="*/ 337456 h 1072997"/>
                <a:gd name="connsiteX8" fmla="*/ 177408 w 452116"/>
                <a:gd name="connsiteY8" fmla="*/ 967650 h 1072997"/>
                <a:gd name="connsiteX9" fmla="*/ 189765 w 452116"/>
                <a:gd name="connsiteY9" fmla="*/ 1054147 h 1072997"/>
                <a:gd name="connsiteX10" fmla="*/ 25181 w 452116"/>
                <a:gd name="connsiteY10" fmla="*/ 1067964 h 1072997"/>
                <a:gd name="connsiteX11" fmla="*/ 4414 w 452116"/>
                <a:gd name="connsiteY11" fmla="*/ 980007 h 1072997"/>
                <a:gd name="connsiteX0" fmla="*/ 4414 w 452116"/>
                <a:gd name="connsiteY0" fmla="*/ 980007 h 1079392"/>
                <a:gd name="connsiteX1" fmla="*/ 29127 w 452116"/>
                <a:gd name="connsiteY1" fmla="*/ 127391 h 1079392"/>
                <a:gd name="connsiteX2" fmla="*/ 276262 w 452116"/>
                <a:gd name="connsiteY2" fmla="*/ 16180 h 1079392"/>
                <a:gd name="connsiteX3" fmla="*/ 433725 w 452116"/>
                <a:gd name="connsiteY3" fmla="*/ 250272 h 1079392"/>
                <a:gd name="connsiteX4" fmla="*/ 436900 w 452116"/>
                <a:gd name="connsiteY4" fmla="*/ 331792 h 1079392"/>
                <a:gd name="connsiteX5" fmla="*/ 325689 w 452116"/>
                <a:gd name="connsiteY5" fmla="*/ 374526 h 1079392"/>
                <a:gd name="connsiteX6" fmla="*/ 245542 w 452116"/>
                <a:gd name="connsiteY6" fmla="*/ 235083 h 1079392"/>
                <a:gd name="connsiteX7" fmla="*/ 152695 w 452116"/>
                <a:gd name="connsiteY7" fmla="*/ 337456 h 1079392"/>
                <a:gd name="connsiteX8" fmla="*/ 177408 w 452116"/>
                <a:gd name="connsiteY8" fmla="*/ 967650 h 1079392"/>
                <a:gd name="connsiteX9" fmla="*/ 189765 w 452116"/>
                <a:gd name="connsiteY9" fmla="*/ 1054147 h 1079392"/>
                <a:gd name="connsiteX10" fmla="*/ 25181 w 452116"/>
                <a:gd name="connsiteY10" fmla="*/ 1067964 h 1079392"/>
                <a:gd name="connsiteX11" fmla="*/ 4414 w 452116"/>
                <a:gd name="connsiteY11" fmla="*/ 980007 h 1079392"/>
                <a:gd name="connsiteX0" fmla="*/ 4414 w 452116"/>
                <a:gd name="connsiteY0" fmla="*/ 980007 h 1072997"/>
                <a:gd name="connsiteX1" fmla="*/ 29127 w 452116"/>
                <a:gd name="connsiteY1" fmla="*/ 127391 h 1072997"/>
                <a:gd name="connsiteX2" fmla="*/ 276262 w 452116"/>
                <a:gd name="connsiteY2" fmla="*/ 16180 h 1072997"/>
                <a:gd name="connsiteX3" fmla="*/ 433725 w 452116"/>
                <a:gd name="connsiteY3" fmla="*/ 250272 h 1072997"/>
                <a:gd name="connsiteX4" fmla="*/ 436900 w 452116"/>
                <a:gd name="connsiteY4" fmla="*/ 331792 h 1072997"/>
                <a:gd name="connsiteX5" fmla="*/ 325689 w 452116"/>
                <a:gd name="connsiteY5" fmla="*/ 374526 h 1072997"/>
                <a:gd name="connsiteX6" fmla="*/ 245542 w 452116"/>
                <a:gd name="connsiteY6" fmla="*/ 235083 h 1072997"/>
                <a:gd name="connsiteX7" fmla="*/ 152695 w 452116"/>
                <a:gd name="connsiteY7" fmla="*/ 337456 h 1072997"/>
                <a:gd name="connsiteX8" fmla="*/ 177408 w 452116"/>
                <a:gd name="connsiteY8" fmla="*/ 967650 h 1072997"/>
                <a:gd name="connsiteX9" fmla="*/ 189765 w 452116"/>
                <a:gd name="connsiteY9" fmla="*/ 1054147 h 1072997"/>
                <a:gd name="connsiteX10" fmla="*/ 25181 w 452116"/>
                <a:gd name="connsiteY10" fmla="*/ 1067964 h 1072997"/>
                <a:gd name="connsiteX11" fmla="*/ 4414 w 452116"/>
                <a:gd name="connsiteY11" fmla="*/ 980007 h 1072997"/>
                <a:gd name="connsiteX0" fmla="*/ 1263 w 458490"/>
                <a:gd name="connsiteY0" fmla="*/ 795856 h 1066646"/>
                <a:gd name="connsiteX1" fmla="*/ 35501 w 458490"/>
                <a:gd name="connsiteY1" fmla="*/ 121040 h 1066646"/>
                <a:gd name="connsiteX2" fmla="*/ 282636 w 458490"/>
                <a:gd name="connsiteY2" fmla="*/ 9829 h 1066646"/>
                <a:gd name="connsiteX3" fmla="*/ 440099 w 458490"/>
                <a:gd name="connsiteY3" fmla="*/ 243921 h 1066646"/>
                <a:gd name="connsiteX4" fmla="*/ 443274 w 458490"/>
                <a:gd name="connsiteY4" fmla="*/ 325441 h 1066646"/>
                <a:gd name="connsiteX5" fmla="*/ 332063 w 458490"/>
                <a:gd name="connsiteY5" fmla="*/ 368175 h 1066646"/>
                <a:gd name="connsiteX6" fmla="*/ 251916 w 458490"/>
                <a:gd name="connsiteY6" fmla="*/ 228732 h 1066646"/>
                <a:gd name="connsiteX7" fmla="*/ 159069 w 458490"/>
                <a:gd name="connsiteY7" fmla="*/ 331105 h 1066646"/>
                <a:gd name="connsiteX8" fmla="*/ 183782 w 458490"/>
                <a:gd name="connsiteY8" fmla="*/ 961299 h 1066646"/>
                <a:gd name="connsiteX9" fmla="*/ 196139 w 458490"/>
                <a:gd name="connsiteY9" fmla="*/ 1047796 h 1066646"/>
                <a:gd name="connsiteX10" fmla="*/ 31555 w 458490"/>
                <a:gd name="connsiteY10" fmla="*/ 1061613 h 1066646"/>
                <a:gd name="connsiteX11" fmla="*/ 1263 w 458490"/>
                <a:gd name="connsiteY11" fmla="*/ 795856 h 1066646"/>
                <a:gd name="connsiteX0" fmla="*/ 1263 w 458490"/>
                <a:gd name="connsiteY0" fmla="*/ 795856 h 1066646"/>
                <a:gd name="connsiteX1" fmla="*/ 35501 w 458490"/>
                <a:gd name="connsiteY1" fmla="*/ 121040 h 1066646"/>
                <a:gd name="connsiteX2" fmla="*/ 282636 w 458490"/>
                <a:gd name="connsiteY2" fmla="*/ 9829 h 1066646"/>
                <a:gd name="connsiteX3" fmla="*/ 440099 w 458490"/>
                <a:gd name="connsiteY3" fmla="*/ 243921 h 1066646"/>
                <a:gd name="connsiteX4" fmla="*/ 443274 w 458490"/>
                <a:gd name="connsiteY4" fmla="*/ 325441 h 1066646"/>
                <a:gd name="connsiteX5" fmla="*/ 332063 w 458490"/>
                <a:gd name="connsiteY5" fmla="*/ 368175 h 1066646"/>
                <a:gd name="connsiteX6" fmla="*/ 251916 w 458490"/>
                <a:gd name="connsiteY6" fmla="*/ 228732 h 1066646"/>
                <a:gd name="connsiteX7" fmla="*/ 159069 w 458490"/>
                <a:gd name="connsiteY7" fmla="*/ 331105 h 1066646"/>
                <a:gd name="connsiteX8" fmla="*/ 183782 w 458490"/>
                <a:gd name="connsiteY8" fmla="*/ 961299 h 1066646"/>
                <a:gd name="connsiteX9" fmla="*/ 196139 w 458490"/>
                <a:gd name="connsiteY9" fmla="*/ 1047796 h 1066646"/>
                <a:gd name="connsiteX10" fmla="*/ 31555 w 458490"/>
                <a:gd name="connsiteY10" fmla="*/ 1061613 h 1066646"/>
                <a:gd name="connsiteX11" fmla="*/ 1263 w 458490"/>
                <a:gd name="connsiteY11" fmla="*/ 795856 h 1066646"/>
                <a:gd name="connsiteX0" fmla="*/ 1783 w 459010"/>
                <a:gd name="connsiteY0" fmla="*/ 795856 h 1071963"/>
                <a:gd name="connsiteX1" fmla="*/ 36021 w 459010"/>
                <a:gd name="connsiteY1" fmla="*/ 121040 h 1071963"/>
                <a:gd name="connsiteX2" fmla="*/ 283156 w 459010"/>
                <a:gd name="connsiteY2" fmla="*/ 9829 h 1071963"/>
                <a:gd name="connsiteX3" fmla="*/ 440619 w 459010"/>
                <a:gd name="connsiteY3" fmla="*/ 243921 h 1071963"/>
                <a:gd name="connsiteX4" fmla="*/ 443794 w 459010"/>
                <a:gd name="connsiteY4" fmla="*/ 325441 h 1071963"/>
                <a:gd name="connsiteX5" fmla="*/ 332583 w 459010"/>
                <a:gd name="connsiteY5" fmla="*/ 368175 h 1071963"/>
                <a:gd name="connsiteX6" fmla="*/ 252436 w 459010"/>
                <a:gd name="connsiteY6" fmla="*/ 228732 h 1071963"/>
                <a:gd name="connsiteX7" fmla="*/ 159589 w 459010"/>
                <a:gd name="connsiteY7" fmla="*/ 331105 h 1071963"/>
                <a:gd name="connsiteX8" fmla="*/ 184302 w 459010"/>
                <a:gd name="connsiteY8" fmla="*/ 961299 h 1071963"/>
                <a:gd name="connsiteX9" fmla="*/ 196659 w 459010"/>
                <a:gd name="connsiteY9" fmla="*/ 1047796 h 1071963"/>
                <a:gd name="connsiteX10" fmla="*/ 16200 w 459010"/>
                <a:gd name="connsiteY10" fmla="*/ 1067963 h 1071963"/>
                <a:gd name="connsiteX11" fmla="*/ 1783 w 459010"/>
                <a:gd name="connsiteY11" fmla="*/ 795856 h 1071963"/>
                <a:gd name="connsiteX0" fmla="*/ 394 w 457621"/>
                <a:gd name="connsiteY0" fmla="*/ 795856 h 1071963"/>
                <a:gd name="connsiteX1" fmla="*/ 34632 w 457621"/>
                <a:gd name="connsiteY1" fmla="*/ 121040 h 1071963"/>
                <a:gd name="connsiteX2" fmla="*/ 281767 w 457621"/>
                <a:gd name="connsiteY2" fmla="*/ 9829 h 1071963"/>
                <a:gd name="connsiteX3" fmla="*/ 439230 w 457621"/>
                <a:gd name="connsiteY3" fmla="*/ 243921 h 1071963"/>
                <a:gd name="connsiteX4" fmla="*/ 442405 w 457621"/>
                <a:gd name="connsiteY4" fmla="*/ 325441 h 1071963"/>
                <a:gd name="connsiteX5" fmla="*/ 331194 w 457621"/>
                <a:gd name="connsiteY5" fmla="*/ 368175 h 1071963"/>
                <a:gd name="connsiteX6" fmla="*/ 251047 w 457621"/>
                <a:gd name="connsiteY6" fmla="*/ 228732 h 1071963"/>
                <a:gd name="connsiteX7" fmla="*/ 158200 w 457621"/>
                <a:gd name="connsiteY7" fmla="*/ 331105 h 1071963"/>
                <a:gd name="connsiteX8" fmla="*/ 182913 w 457621"/>
                <a:gd name="connsiteY8" fmla="*/ 961299 h 1071963"/>
                <a:gd name="connsiteX9" fmla="*/ 195270 w 457621"/>
                <a:gd name="connsiteY9" fmla="*/ 1047796 h 1071963"/>
                <a:gd name="connsiteX10" fmla="*/ 14811 w 457621"/>
                <a:gd name="connsiteY10" fmla="*/ 1067963 h 1071963"/>
                <a:gd name="connsiteX11" fmla="*/ 394 w 457621"/>
                <a:gd name="connsiteY11" fmla="*/ 795856 h 1071963"/>
                <a:gd name="connsiteX0" fmla="*/ 999 w 455051"/>
                <a:gd name="connsiteY0" fmla="*/ 578842 h 1067674"/>
                <a:gd name="connsiteX1" fmla="*/ 32062 w 455051"/>
                <a:gd name="connsiteY1" fmla="*/ 116751 h 1067674"/>
                <a:gd name="connsiteX2" fmla="*/ 279197 w 455051"/>
                <a:gd name="connsiteY2" fmla="*/ 5540 h 1067674"/>
                <a:gd name="connsiteX3" fmla="*/ 436660 w 455051"/>
                <a:gd name="connsiteY3" fmla="*/ 239632 h 1067674"/>
                <a:gd name="connsiteX4" fmla="*/ 439835 w 455051"/>
                <a:gd name="connsiteY4" fmla="*/ 321152 h 1067674"/>
                <a:gd name="connsiteX5" fmla="*/ 328624 w 455051"/>
                <a:gd name="connsiteY5" fmla="*/ 363886 h 1067674"/>
                <a:gd name="connsiteX6" fmla="*/ 248477 w 455051"/>
                <a:gd name="connsiteY6" fmla="*/ 224443 h 1067674"/>
                <a:gd name="connsiteX7" fmla="*/ 155630 w 455051"/>
                <a:gd name="connsiteY7" fmla="*/ 326816 h 1067674"/>
                <a:gd name="connsiteX8" fmla="*/ 180343 w 455051"/>
                <a:gd name="connsiteY8" fmla="*/ 957010 h 1067674"/>
                <a:gd name="connsiteX9" fmla="*/ 192700 w 455051"/>
                <a:gd name="connsiteY9" fmla="*/ 1043507 h 1067674"/>
                <a:gd name="connsiteX10" fmla="*/ 12241 w 455051"/>
                <a:gd name="connsiteY10" fmla="*/ 1063674 h 1067674"/>
                <a:gd name="connsiteX11" fmla="*/ 999 w 455051"/>
                <a:gd name="connsiteY11" fmla="*/ 578842 h 1067674"/>
                <a:gd name="connsiteX0" fmla="*/ 999 w 455051"/>
                <a:gd name="connsiteY0" fmla="*/ 578842 h 1068137"/>
                <a:gd name="connsiteX1" fmla="*/ 32062 w 455051"/>
                <a:gd name="connsiteY1" fmla="*/ 116751 h 1068137"/>
                <a:gd name="connsiteX2" fmla="*/ 279197 w 455051"/>
                <a:gd name="connsiteY2" fmla="*/ 5540 h 1068137"/>
                <a:gd name="connsiteX3" fmla="*/ 436660 w 455051"/>
                <a:gd name="connsiteY3" fmla="*/ 239632 h 1068137"/>
                <a:gd name="connsiteX4" fmla="*/ 439835 w 455051"/>
                <a:gd name="connsiteY4" fmla="*/ 321152 h 1068137"/>
                <a:gd name="connsiteX5" fmla="*/ 328624 w 455051"/>
                <a:gd name="connsiteY5" fmla="*/ 363886 h 1068137"/>
                <a:gd name="connsiteX6" fmla="*/ 248477 w 455051"/>
                <a:gd name="connsiteY6" fmla="*/ 224443 h 1068137"/>
                <a:gd name="connsiteX7" fmla="*/ 155630 w 455051"/>
                <a:gd name="connsiteY7" fmla="*/ 326816 h 1068137"/>
                <a:gd name="connsiteX8" fmla="*/ 180343 w 455051"/>
                <a:gd name="connsiteY8" fmla="*/ 957010 h 1068137"/>
                <a:gd name="connsiteX9" fmla="*/ 180000 w 455051"/>
                <a:gd name="connsiteY9" fmla="*/ 1046682 h 1068137"/>
                <a:gd name="connsiteX10" fmla="*/ 12241 w 455051"/>
                <a:gd name="connsiteY10" fmla="*/ 1063674 h 1068137"/>
                <a:gd name="connsiteX11" fmla="*/ 999 w 455051"/>
                <a:gd name="connsiteY11" fmla="*/ 578842 h 1068137"/>
                <a:gd name="connsiteX0" fmla="*/ 999 w 455051"/>
                <a:gd name="connsiteY0" fmla="*/ 578842 h 1068137"/>
                <a:gd name="connsiteX1" fmla="*/ 32062 w 455051"/>
                <a:gd name="connsiteY1" fmla="*/ 116751 h 1068137"/>
                <a:gd name="connsiteX2" fmla="*/ 279197 w 455051"/>
                <a:gd name="connsiteY2" fmla="*/ 5540 h 1068137"/>
                <a:gd name="connsiteX3" fmla="*/ 436660 w 455051"/>
                <a:gd name="connsiteY3" fmla="*/ 239632 h 1068137"/>
                <a:gd name="connsiteX4" fmla="*/ 439835 w 455051"/>
                <a:gd name="connsiteY4" fmla="*/ 321152 h 1068137"/>
                <a:gd name="connsiteX5" fmla="*/ 328624 w 455051"/>
                <a:gd name="connsiteY5" fmla="*/ 363886 h 1068137"/>
                <a:gd name="connsiteX6" fmla="*/ 248477 w 455051"/>
                <a:gd name="connsiteY6" fmla="*/ 224443 h 1068137"/>
                <a:gd name="connsiteX7" fmla="*/ 155630 w 455051"/>
                <a:gd name="connsiteY7" fmla="*/ 326816 h 1068137"/>
                <a:gd name="connsiteX8" fmla="*/ 164468 w 455051"/>
                <a:gd name="connsiteY8" fmla="*/ 709360 h 1068137"/>
                <a:gd name="connsiteX9" fmla="*/ 180000 w 455051"/>
                <a:gd name="connsiteY9" fmla="*/ 1046682 h 1068137"/>
                <a:gd name="connsiteX10" fmla="*/ 12241 w 455051"/>
                <a:gd name="connsiteY10" fmla="*/ 1063674 h 1068137"/>
                <a:gd name="connsiteX11" fmla="*/ 999 w 455051"/>
                <a:gd name="connsiteY11" fmla="*/ 578842 h 1068137"/>
                <a:gd name="connsiteX0" fmla="*/ 999 w 455051"/>
                <a:gd name="connsiteY0" fmla="*/ 578842 h 1068137"/>
                <a:gd name="connsiteX1" fmla="*/ 32062 w 455051"/>
                <a:gd name="connsiteY1" fmla="*/ 116751 h 1068137"/>
                <a:gd name="connsiteX2" fmla="*/ 279197 w 455051"/>
                <a:gd name="connsiteY2" fmla="*/ 5540 h 1068137"/>
                <a:gd name="connsiteX3" fmla="*/ 436660 w 455051"/>
                <a:gd name="connsiteY3" fmla="*/ 239632 h 1068137"/>
                <a:gd name="connsiteX4" fmla="*/ 439835 w 455051"/>
                <a:gd name="connsiteY4" fmla="*/ 321152 h 1068137"/>
                <a:gd name="connsiteX5" fmla="*/ 328624 w 455051"/>
                <a:gd name="connsiteY5" fmla="*/ 363886 h 1068137"/>
                <a:gd name="connsiteX6" fmla="*/ 248477 w 455051"/>
                <a:gd name="connsiteY6" fmla="*/ 224443 h 1068137"/>
                <a:gd name="connsiteX7" fmla="*/ 155630 w 455051"/>
                <a:gd name="connsiteY7" fmla="*/ 326816 h 1068137"/>
                <a:gd name="connsiteX8" fmla="*/ 164468 w 455051"/>
                <a:gd name="connsiteY8" fmla="*/ 709360 h 1068137"/>
                <a:gd name="connsiteX9" fmla="*/ 180000 w 455051"/>
                <a:gd name="connsiteY9" fmla="*/ 1046682 h 1068137"/>
                <a:gd name="connsiteX10" fmla="*/ 12241 w 455051"/>
                <a:gd name="connsiteY10" fmla="*/ 1063674 h 1068137"/>
                <a:gd name="connsiteX11" fmla="*/ 999 w 455051"/>
                <a:gd name="connsiteY11" fmla="*/ 578842 h 1068137"/>
                <a:gd name="connsiteX0" fmla="*/ 999 w 455051"/>
                <a:gd name="connsiteY0" fmla="*/ 578842 h 1067713"/>
                <a:gd name="connsiteX1" fmla="*/ 32062 w 455051"/>
                <a:gd name="connsiteY1" fmla="*/ 116751 h 1067713"/>
                <a:gd name="connsiteX2" fmla="*/ 279197 w 455051"/>
                <a:gd name="connsiteY2" fmla="*/ 5540 h 1067713"/>
                <a:gd name="connsiteX3" fmla="*/ 436660 w 455051"/>
                <a:gd name="connsiteY3" fmla="*/ 239632 h 1067713"/>
                <a:gd name="connsiteX4" fmla="*/ 439835 w 455051"/>
                <a:gd name="connsiteY4" fmla="*/ 321152 h 1067713"/>
                <a:gd name="connsiteX5" fmla="*/ 328624 w 455051"/>
                <a:gd name="connsiteY5" fmla="*/ 363886 h 1067713"/>
                <a:gd name="connsiteX6" fmla="*/ 248477 w 455051"/>
                <a:gd name="connsiteY6" fmla="*/ 224443 h 1067713"/>
                <a:gd name="connsiteX7" fmla="*/ 155630 w 455051"/>
                <a:gd name="connsiteY7" fmla="*/ 326816 h 1067713"/>
                <a:gd name="connsiteX8" fmla="*/ 164468 w 455051"/>
                <a:gd name="connsiteY8" fmla="*/ 709360 h 1067713"/>
                <a:gd name="connsiteX9" fmla="*/ 180000 w 455051"/>
                <a:gd name="connsiteY9" fmla="*/ 1046682 h 1067713"/>
                <a:gd name="connsiteX10" fmla="*/ 12241 w 455051"/>
                <a:gd name="connsiteY10" fmla="*/ 1063674 h 1067713"/>
                <a:gd name="connsiteX11" fmla="*/ 999 w 455051"/>
                <a:gd name="connsiteY11" fmla="*/ 578842 h 1067713"/>
                <a:gd name="connsiteX0" fmla="*/ 999 w 455051"/>
                <a:gd name="connsiteY0" fmla="*/ 578842 h 1069535"/>
                <a:gd name="connsiteX1" fmla="*/ 32062 w 455051"/>
                <a:gd name="connsiteY1" fmla="*/ 116751 h 1069535"/>
                <a:gd name="connsiteX2" fmla="*/ 279197 w 455051"/>
                <a:gd name="connsiteY2" fmla="*/ 5540 h 1069535"/>
                <a:gd name="connsiteX3" fmla="*/ 436660 w 455051"/>
                <a:gd name="connsiteY3" fmla="*/ 239632 h 1069535"/>
                <a:gd name="connsiteX4" fmla="*/ 439835 w 455051"/>
                <a:gd name="connsiteY4" fmla="*/ 321152 h 1069535"/>
                <a:gd name="connsiteX5" fmla="*/ 328624 w 455051"/>
                <a:gd name="connsiteY5" fmla="*/ 363886 h 1069535"/>
                <a:gd name="connsiteX6" fmla="*/ 248477 w 455051"/>
                <a:gd name="connsiteY6" fmla="*/ 224443 h 1069535"/>
                <a:gd name="connsiteX7" fmla="*/ 155630 w 455051"/>
                <a:gd name="connsiteY7" fmla="*/ 326816 h 1069535"/>
                <a:gd name="connsiteX8" fmla="*/ 164468 w 455051"/>
                <a:gd name="connsiteY8" fmla="*/ 709360 h 1069535"/>
                <a:gd name="connsiteX9" fmla="*/ 183175 w 455051"/>
                <a:gd name="connsiteY9" fmla="*/ 1056207 h 1069535"/>
                <a:gd name="connsiteX10" fmla="*/ 12241 w 455051"/>
                <a:gd name="connsiteY10" fmla="*/ 1063674 h 1069535"/>
                <a:gd name="connsiteX11" fmla="*/ 999 w 455051"/>
                <a:gd name="connsiteY11" fmla="*/ 578842 h 1069535"/>
                <a:gd name="connsiteX0" fmla="*/ 999 w 455051"/>
                <a:gd name="connsiteY0" fmla="*/ 578842 h 1069535"/>
                <a:gd name="connsiteX1" fmla="*/ 32062 w 455051"/>
                <a:gd name="connsiteY1" fmla="*/ 116751 h 1069535"/>
                <a:gd name="connsiteX2" fmla="*/ 279197 w 455051"/>
                <a:gd name="connsiteY2" fmla="*/ 5540 h 1069535"/>
                <a:gd name="connsiteX3" fmla="*/ 436660 w 455051"/>
                <a:gd name="connsiteY3" fmla="*/ 239632 h 1069535"/>
                <a:gd name="connsiteX4" fmla="*/ 439835 w 455051"/>
                <a:gd name="connsiteY4" fmla="*/ 321152 h 1069535"/>
                <a:gd name="connsiteX5" fmla="*/ 328624 w 455051"/>
                <a:gd name="connsiteY5" fmla="*/ 363886 h 1069535"/>
                <a:gd name="connsiteX6" fmla="*/ 248477 w 455051"/>
                <a:gd name="connsiteY6" fmla="*/ 224443 h 1069535"/>
                <a:gd name="connsiteX7" fmla="*/ 155630 w 455051"/>
                <a:gd name="connsiteY7" fmla="*/ 326816 h 1069535"/>
                <a:gd name="connsiteX8" fmla="*/ 164468 w 455051"/>
                <a:gd name="connsiteY8" fmla="*/ 709360 h 1069535"/>
                <a:gd name="connsiteX9" fmla="*/ 183175 w 455051"/>
                <a:gd name="connsiteY9" fmla="*/ 1056207 h 1069535"/>
                <a:gd name="connsiteX10" fmla="*/ 12241 w 455051"/>
                <a:gd name="connsiteY10" fmla="*/ 1063674 h 1069535"/>
                <a:gd name="connsiteX11" fmla="*/ 999 w 455051"/>
                <a:gd name="connsiteY11" fmla="*/ 578842 h 1069535"/>
                <a:gd name="connsiteX0" fmla="*/ 999 w 455051"/>
                <a:gd name="connsiteY0" fmla="*/ 578842 h 1070490"/>
                <a:gd name="connsiteX1" fmla="*/ 32062 w 455051"/>
                <a:gd name="connsiteY1" fmla="*/ 116751 h 1070490"/>
                <a:gd name="connsiteX2" fmla="*/ 279197 w 455051"/>
                <a:gd name="connsiteY2" fmla="*/ 5540 h 1070490"/>
                <a:gd name="connsiteX3" fmla="*/ 436660 w 455051"/>
                <a:gd name="connsiteY3" fmla="*/ 239632 h 1070490"/>
                <a:gd name="connsiteX4" fmla="*/ 439835 w 455051"/>
                <a:gd name="connsiteY4" fmla="*/ 321152 h 1070490"/>
                <a:gd name="connsiteX5" fmla="*/ 328624 w 455051"/>
                <a:gd name="connsiteY5" fmla="*/ 363886 h 1070490"/>
                <a:gd name="connsiteX6" fmla="*/ 248477 w 455051"/>
                <a:gd name="connsiteY6" fmla="*/ 224443 h 1070490"/>
                <a:gd name="connsiteX7" fmla="*/ 155630 w 455051"/>
                <a:gd name="connsiteY7" fmla="*/ 326816 h 1070490"/>
                <a:gd name="connsiteX8" fmla="*/ 164468 w 455051"/>
                <a:gd name="connsiteY8" fmla="*/ 709360 h 1070490"/>
                <a:gd name="connsiteX9" fmla="*/ 173650 w 455051"/>
                <a:gd name="connsiteY9" fmla="*/ 1059382 h 1070490"/>
                <a:gd name="connsiteX10" fmla="*/ 12241 w 455051"/>
                <a:gd name="connsiteY10" fmla="*/ 1063674 h 1070490"/>
                <a:gd name="connsiteX11" fmla="*/ 999 w 455051"/>
                <a:gd name="connsiteY11" fmla="*/ 578842 h 1070490"/>
                <a:gd name="connsiteX0" fmla="*/ 999 w 455051"/>
                <a:gd name="connsiteY0" fmla="*/ 578842 h 1070490"/>
                <a:gd name="connsiteX1" fmla="*/ 32062 w 455051"/>
                <a:gd name="connsiteY1" fmla="*/ 116751 h 1070490"/>
                <a:gd name="connsiteX2" fmla="*/ 279197 w 455051"/>
                <a:gd name="connsiteY2" fmla="*/ 5540 h 1070490"/>
                <a:gd name="connsiteX3" fmla="*/ 436660 w 455051"/>
                <a:gd name="connsiteY3" fmla="*/ 239632 h 1070490"/>
                <a:gd name="connsiteX4" fmla="*/ 439835 w 455051"/>
                <a:gd name="connsiteY4" fmla="*/ 321152 h 1070490"/>
                <a:gd name="connsiteX5" fmla="*/ 328624 w 455051"/>
                <a:gd name="connsiteY5" fmla="*/ 375327 h 1070490"/>
                <a:gd name="connsiteX6" fmla="*/ 248477 w 455051"/>
                <a:gd name="connsiteY6" fmla="*/ 224443 h 1070490"/>
                <a:gd name="connsiteX7" fmla="*/ 155630 w 455051"/>
                <a:gd name="connsiteY7" fmla="*/ 326816 h 1070490"/>
                <a:gd name="connsiteX8" fmla="*/ 164468 w 455051"/>
                <a:gd name="connsiteY8" fmla="*/ 709360 h 1070490"/>
                <a:gd name="connsiteX9" fmla="*/ 173650 w 455051"/>
                <a:gd name="connsiteY9" fmla="*/ 1059382 h 1070490"/>
                <a:gd name="connsiteX10" fmla="*/ 12241 w 455051"/>
                <a:gd name="connsiteY10" fmla="*/ 1063674 h 1070490"/>
                <a:gd name="connsiteX11" fmla="*/ 999 w 455051"/>
                <a:gd name="connsiteY11" fmla="*/ 578842 h 1070490"/>
                <a:gd name="connsiteX0" fmla="*/ 999 w 450794"/>
                <a:gd name="connsiteY0" fmla="*/ 577708 h 1069356"/>
                <a:gd name="connsiteX1" fmla="*/ 32062 w 450794"/>
                <a:gd name="connsiteY1" fmla="*/ 115617 h 1069356"/>
                <a:gd name="connsiteX2" fmla="*/ 279197 w 450794"/>
                <a:gd name="connsiteY2" fmla="*/ 4406 h 1069356"/>
                <a:gd name="connsiteX3" fmla="*/ 428507 w 450794"/>
                <a:gd name="connsiteY3" fmla="*/ 219430 h 1069356"/>
                <a:gd name="connsiteX4" fmla="*/ 439835 w 450794"/>
                <a:gd name="connsiteY4" fmla="*/ 320018 h 1069356"/>
                <a:gd name="connsiteX5" fmla="*/ 328624 w 450794"/>
                <a:gd name="connsiteY5" fmla="*/ 374193 h 1069356"/>
                <a:gd name="connsiteX6" fmla="*/ 248477 w 450794"/>
                <a:gd name="connsiteY6" fmla="*/ 223309 h 1069356"/>
                <a:gd name="connsiteX7" fmla="*/ 155630 w 450794"/>
                <a:gd name="connsiteY7" fmla="*/ 325682 h 1069356"/>
                <a:gd name="connsiteX8" fmla="*/ 164468 w 450794"/>
                <a:gd name="connsiteY8" fmla="*/ 708226 h 1069356"/>
                <a:gd name="connsiteX9" fmla="*/ 173650 w 450794"/>
                <a:gd name="connsiteY9" fmla="*/ 1058248 h 1069356"/>
                <a:gd name="connsiteX10" fmla="*/ 12241 w 450794"/>
                <a:gd name="connsiteY10" fmla="*/ 1062540 h 1069356"/>
                <a:gd name="connsiteX11" fmla="*/ 999 w 450794"/>
                <a:gd name="connsiteY11" fmla="*/ 577708 h 106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0794" h="1069356">
                  <a:moveTo>
                    <a:pt x="999" y="577708"/>
                  </a:moveTo>
                  <a:cubicBezTo>
                    <a:pt x="4302" y="419888"/>
                    <a:pt x="-14304" y="211167"/>
                    <a:pt x="32062" y="115617"/>
                  </a:cubicBezTo>
                  <a:cubicBezTo>
                    <a:pt x="78428" y="20067"/>
                    <a:pt x="213123" y="-12896"/>
                    <a:pt x="279197" y="4406"/>
                  </a:cubicBezTo>
                  <a:cubicBezTo>
                    <a:pt x="345271" y="21708"/>
                    <a:pt x="401734" y="166828"/>
                    <a:pt x="428507" y="219430"/>
                  </a:cubicBezTo>
                  <a:cubicBezTo>
                    <a:pt x="455280" y="272032"/>
                    <a:pt x="456482" y="294224"/>
                    <a:pt x="439835" y="320018"/>
                  </a:cubicBezTo>
                  <a:cubicBezTo>
                    <a:pt x="423188" y="345812"/>
                    <a:pt x="360517" y="390311"/>
                    <a:pt x="328624" y="374193"/>
                  </a:cubicBezTo>
                  <a:cubicBezTo>
                    <a:pt x="296731" y="358075"/>
                    <a:pt x="277309" y="231394"/>
                    <a:pt x="248477" y="223309"/>
                  </a:cubicBezTo>
                  <a:cubicBezTo>
                    <a:pt x="219645" y="215224"/>
                    <a:pt x="169631" y="244863"/>
                    <a:pt x="155630" y="325682"/>
                  </a:cubicBezTo>
                  <a:cubicBezTo>
                    <a:pt x="141629" y="406501"/>
                    <a:pt x="161465" y="586132"/>
                    <a:pt x="164468" y="708226"/>
                  </a:cubicBezTo>
                  <a:cubicBezTo>
                    <a:pt x="167471" y="830320"/>
                    <a:pt x="172034" y="927229"/>
                    <a:pt x="173650" y="1058248"/>
                  </a:cubicBezTo>
                  <a:cubicBezTo>
                    <a:pt x="130816" y="1068617"/>
                    <a:pt x="43133" y="1074897"/>
                    <a:pt x="12241" y="1062540"/>
                  </a:cubicBezTo>
                  <a:cubicBezTo>
                    <a:pt x="13099" y="970808"/>
                    <a:pt x="-2304" y="735528"/>
                    <a:pt x="999" y="577708"/>
                  </a:cubicBez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4EB69D6-BE93-4BDD-BFEE-0CB180335D11}"/>
                </a:ext>
              </a:extLst>
            </p:cNvPr>
            <p:cNvSpPr/>
            <p:nvPr/>
          </p:nvSpPr>
          <p:spPr>
            <a:xfrm rot="19844479">
              <a:off x="4486855" y="1450175"/>
              <a:ext cx="105908" cy="61395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AEF8041-286D-4948-AC01-39826A024A03}"/>
                </a:ext>
              </a:extLst>
            </p:cNvPr>
            <p:cNvSpPr/>
            <p:nvPr/>
          </p:nvSpPr>
          <p:spPr>
            <a:xfrm>
              <a:off x="4509734" y="1458551"/>
              <a:ext cx="237347" cy="557330"/>
            </a:xfrm>
            <a:custGeom>
              <a:avLst/>
              <a:gdLst>
                <a:gd name="connsiteX0" fmla="*/ 426 w 206912"/>
                <a:gd name="connsiteY0" fmla="*/ 48359 h 506871"/>
                <a:gd name="connsiteX1" fmla="*/ 29001 w 206912"/>
                <a:gd name="connsiteY1" fmla="*/ 321409 h 506871"/>
                <a:gd name="connsiteX2" fmla="*/ 25826 w 206912"/>
                <a:gd name="connsiteY2" fmla="*/ 489684 h 506871"/>
                <a:gd name="connsiteX3" fmla="*/ 22651 w 206912"/>
                <a:gd name="connsiteY3" fmla="*/ 502384 h 506871"/>
                <a:gd name="connsiteX4" fmla="*/ 162351 w 206912"/>
                <a:gd name="connsiteY4" fmla="*/ 499209 h 506871"/>
                <a:gd name="connsiteX5" fmla="*/ 206801 w 206912"/>
                <a:gd name="connsiteY5" fmla="*/ 476984 h 506871"/>
                <a:gd name="connsiteX6" fmla="*/ 152826 w 206912"/>
                <a:gd name="connsiteY6" fmla="*/ 416659 h 506871"/>
                <a:gd name="connsiteX7" fmla="*/ 98851 w 206912"/>
                <a:gd name="connsiteY7" fmla="*/ 197584 h 506871"/>
                <a:gd name="connsiteX8" fmla="*/ 54401 w 206912"/>
                <a:gd name="connsiteY8" fmla="*/ 16609 h 506871"/>
                <a:gd name="connsiteX9" fmla="*/ 426 w 206912"/>
                <a:gd name="connsiteY9" fmla="*/ 48359 h 506871"/>
                <a:gd name="connsiteX0" fmla="*/ 365 w 213201"/>
                <a:gd name="connsiteY0" fmla="*/ 42309 h 507171"/>
                <a:gd name="connsiteX1" fmla="*/ 35290 w 213201"/>
                <a:gd name="connsiteY1" fmla="*/ 321709 h 507171"/>
                <a:gd name="connsiteX2" fmla="*/ 32115 w 213201"/>
                <a:gd name="connsiteY2" fmla="*/ 489984 h 507171"/>
                <a:gd name="connsiteX3" fmla="*/ 28940 w 213201"/>
                <a:gd name="connsiteY3" fmla="*/ 502684 h 507171"/>
                <a:gd name="connsiteX4" fmla="*/ 168640 w 213201"/>
                <a:gd name="connsiteY4" fmla="*/ 499509 h 507171"/>
                <a:gd name="connsiteX5" fmla="*/ 213090 w 213201"/>
                <a:gd name="connsiteY5" fmla="*/ 477284 h 507171"/>
                <a:gd name="connsiteX6" fmla="*/ 159115 w 213201"/>
                <a:gd name="connsiteY6" fmla="*/ 416959 h 507171"/>
                <a:gd name="connsiteX7" fmla="*/ 105140 w 213201"/>
                <a:gd name="connsiteY7" fmla="*/ 197884 h 507171"/>
                <a:gd name="connsiteX8" fmla="*/ 60690 w 213201"/>
                <a:gd name="connsiteY8" fmla="*/ 16909 h 507171"/>
                <a:gd name="connsiteX9" fmla="*/ 365 w 213201"/>
                <a:gd name="connsiteY9" fmla="*/ 42309 h 507171"/>
                <a:gd name="connsiteX0" fmla="*/ 2681 w 215517"/>
                <a:gd name="connsiteY0" fmla="*/ 36154 h 501016"/>
                <a:gd name="connsiteX1" fmla="*/ 37606 w 215517"/>
                <a:gd name="connsiteY1" fmla="*/ 315554 h 501016"/>
                <a:gd name="connsiteX2" fmla="*/ 34431 w 215517"/>
                <a:gd name="connsiteY2" fmla="*/ 483829 h 501016"/>
                <a:gd name="connsiteX3" fmla="*/ 31256 w 215517"/>
                <a:gd name="connsiteY3" fmla="*/ 496529 h 501016"/>
                <a:gd name="connsiteX4" fmla="*/ 170956 w 215517"/>
                <a:gd name="connsiteY4" fmla="*/ 493354 h 501016"/>
                <a:gd name="connsiteX5" fmla="*/ 215406 w 215517"/>
                <a:gd name="connsiteY5" fmla="*/ 471129 h 501016"/>
                <a:gd name="connsiteX6" fmla="*/ 161431 w 215517"/>
                <a:gd name="connsiteY6" fmla="*/ 410804 h 501016"/>
                <a:gd name="connsiteX7" fmla="*/ 107456 w 215517"/>
                <a:gd name="connsiteY7" fmla="*/ 191729 h 501016"/>
                <a:gd name="connsiteX8" fmla="*/ 63006 w 215517"/>
                <a:gd name="connsiteY8" fmla="*/ 10754 h 501016"/>
                <a:gd name="connsiteX9" fmla="*/ 2681 w 215517"/>
                <a:gd name="connsiteY9" fmla="*/ 36154 h 501016"/>
                <a:gd name="connsiteX0" fmla="*/ 2553 w 218564"/>
                <a:gd name="connsiteY0" fmla="*/ 29679 h 504066"/>
                <a:gd name="connsiteX1" fmla="*/ 40653 w 218564"/>
                <a:gd name="connsiteY1" fmla="*/ 318604 h 504066"/>
                <a:gd name="connsiteX2" fmla="*/ 37478 w 218564"/>
                <a:gd name="connsiteY2" fmla="*/ 486879 h 504066"/>
                <a:gd name="connsiteX3" fmla="*/ 34303 w 218564"/>
                <a:gd name="connsiteY3" fmla="*/ 499579 h 504066"/>
                <a:gd name="connsiteX4" fmla="*/ 174003 w 218564"/>
                <a:gd name="connsiteY4" fmla="*/ 496404 h 504066"/>
                <a:gd name="connsiteX5" fmla="*/ 218453 w 218564"/>
                <a:gd name="connsiteY5" fmla="*/ 474179 h 504066"/>
                <a:gd name="connsiteX6" fmla="*/ 164478 w 218564"/>
                <a:gd name="connsiteY6" fmla="*/ 413854 h 504066"/>
                <a:gd name="connsiteX7" fmla="*/ 110503 w 218564"/>
                <a:gd name="connsiteY7" fmla="*/ 194779 h 504066"/>
                <a:gd name="connsiteX8" fmla="*/ 66053 w 218564"/>
                <a:gd name="connsiteY8" fmla="*/ 13804 h 504066"/>
                <a:gd name="connsiteX9" fmla="*/ 2553 w 218564"/>
                <a:gd name="connsiteY9" fmla="*/ 29679 h 504066"/>
                <a:gd name="connsiteX0" fmla="*/ 341 w 216352"/>
                <a:gd name="connsiteY0" fmla="*/ 37392 h 511779"/>
                <a:gd name="connsiteX1" fmla="*/ 38441 w 216352"/>
                <a:gd name="connsiteY1" fmla="*/ 326317 h 511779"/>
                <a:gd name="connsiteX2" fmla="*/ 35266 w 216352"/>
                <a:gd name="connsiteY2" fmla="*/ 494592 h 511779"/>
                <a:gd name="connsiteX3" fmla="*/ 32091 w 216352"/>
                <a:gd name="connsiteY3" fmla="*/ 507292 h 511779"/>
                <a:gd name="connsiteX4" fmla="*/ 171791 w 216352"/>
                <a:gd name="connsiteY4" fmla="*/ 504117 h 511779"/>
                <a:gd name="connsiteX5" fmla="*/ 216241 w 216352"/>
                <a:gd name="connsiteY5" fmla="*/ 481892 h 511779"/>
                <a:gd name="connsiteX6" fmla="*/ 162266 w 216352"/>
                <a:gd name="connsiteY6" fmla="*/ 421567 h 511779"/>
                <a:gd name="connsiteX7" fmla="*/ 108291 w 216352"/>
                <a:gd name="connsiteY7" fmla="*/ 202492 h 511779"/>
                <a:gd name="connsiteX8" fmla="*/ 63841 w 216352"/>
                <a:gd name="connsiteY8" fmla="*/ 21517 h 511779"/>
                <a:gd name="connsiteX9" fmla="*/ 341 w 216352"/>
                <a:gd name="connsiteY9" fmla="*/ 37392 h 511779"/>
                <a:gd name="connsiteX0" fmla="*/ 341 w 216352"/>
                <a:gd name="connsiteY0" fmla="*/ 30333 h 504720"/>
                <a:gd name="connsiteX1" fmla="*/ 38441 w 216352"/>
                <a:gd name="connsiteY1" fmla="*/ 319258 h 504720"/>
                <a:gd name="connsiteX2" fmla="*/ 35266 w 216352"/>
                <a:gd name="connsiteY2" fmla="*/ 487533 h 504720"/>
                <a:gd name="connsiteX3" fmla="*/ 32091 w 216352"/>
                <a:gd name="connsiteY3" fmla="*/ 500233 h 504720"/>
                <a:gd name="connsiteX4" fmla="*/ 171791 w 216352"/>
                <a:gd name="connsiteY4" fmla="*/ 497058 h 504720"/>
                <a:gd name="connsiteX5" fmla="*/ 216241 w 216352"/>
                <a:gd name="connsiteY5" fmla="*/ 474833 h 504720"/>
                <a:gd name="connsiteX6" fmla="*/ 162266 w 216352"/>
                <a:gd name="connsiteY6" fmla="*/ 414508 h 504720"/>
                <a:gd name="connsiteX7" fmla="*/ 108291 w 216352"/>
                <a:gd name="connsiteY7" fmla="*/ 195433 h 504720"/>
                <a:gd name="connsiteX8" fmla="*/ 63841 w 216352"/>
                <a:gd name="connsiteY8" fmla="*/ 14458 h 504720"/>
                <a:gd name="connsiteX9" fmla="*/ 341 w 216352"/>
                <a:gd name="connsiteY9" fmla="*/ 30333 h 504720"/>
                <a:gd name="connsiteX0" fmla="*/ 341 w 181330"/>
                <a:gd name="connsiteY0" fmla="*/ 30333 h 504811"/>
                <a:gd name="connsiteX1" fmla="*/ 38441 w 181330"/>
                <a:gd name="connsiteY1" fmla="*/ 319258 h 504811"/>
                <a:gd name="connsiteX2" fmla="*/ 35266 w 181330"/>
                <a:gd name="connsiteY2" fmla="*/ 487533 h 504811"/>
                <a:gd name="connsiteX3" fmla="*/ 32091 w 181330"/>
                <a:gd name="connsiteY3" fmla="*/ 500233 h 504811"/>
                <a:gd name="connsiteX4" fmla="*/ 171791 w 181330"/>
                <a:gd name="connsiteY4" fmla="*/ 497058 h 504811"/>
                <a:gd name="connsiteX5" fmla="*/ 162266 w 181330"/>
                <a:gd name="connsiteY5" fmla="*/ 414508 h 504811"/>
                <a:gd name="connsiteX6" fmla="*/ 108291 w 181330"/>
                <a:gd name="connsiteY6" fmla="*/ 195433 h 504811"/>
                <a:gd name="connsiteX7" fmla="*/ 63841 w 181330"/>
                <a:gd name="connsiteY7" fmla="*/ 14458 h 504811"/>
                <a:gd name="connsiteX8" fmla="*/ 341 w 181330"/>
                <a:gd name="connsiteY8" fmla="*/ 30333 h 504811"/>
                <a:gd name="connsiteX0" fmla="*/ 341 w 181330"/>
                <a:gd name="connsiteY0" fmla="*/ 30333 h 507977"/>
                <a:gd name="connsiteX1" fmla="*/ 38441 w 181330"/>
                <a:gd name="connsiteY1" fmla="*/ 319258 h 507977"/>
                <a:gd name="connsiteX2" fmla="*/ 35266 w 181330"/>
                <a:gd name="connsiteY2" fmla="*/ 487533 h 507977"/>
                <a:gd name="connsiteX3" fmla="*/ 171791 w 181330"/>
                <a:gd name="connsiteY3" fmla="*/ 497058 h 507977"/>
                <a:gd name="connsiteX4" fmla="*/ 162266 w 181330"/>
                <a:gd name="connsiteY4" fmla="*/ 414508 h 507977"/>
                <a:gd name="connsiteX5" fmla="*/ 108291 w 181330"/>
                <a:gd name="connsiteY5" fmla="*/ 195433 h 507977"/>
                <a:gd name="connsiteX6" fmla="*/ 63841 w 181330"/>
                <a:gd name="connsiteY6" fmla="*/ 14458 h 507977"/>
                <a:gd name="connsiteX7" fmla="*/ 341 w 181330"/>
                <a:gd name="connsiteY7" fmla="*/ 30333 h 507977"/>
                <a:gd name="connsiteX0" fmla="*/ 397 w 178569"/>
                <a:gd name="connsiteY0" fmla="*/ 30333 h 520711"/>
                <a:gd name="connsiteX1" fmla="*/ 38497 w 178569"/>
                <a:gd name="connsiteY1" fmla="*/ 319258 h 520711"/>
                <a:gd name="connsiteX2" fmla="*/ 70247 w 178569"/>
                <a:gd name="connsiteY2" fmla="*/ 506583 h 520711"/>
                <a:gd name="connsiteX3" fmla="*/ 171847 w 178569"/>
                <a:gd name="connsiteY3" fmla="*/ 497058 h 520711"/>
                <a:gd name="connsiteX4" fmla="*/ 162322 w 178569"/>
                <a:gd name="connsiteY4" fmla="*/ 414508 h 520711"/>
                <a:gd name="connsiteX5" fmla="*/ 108347 w 178569"/>
                <a:gd name="connsiteY5" fmla="*/ 195433 h 520711"/>
                <a:gd name="connsiteX6" fmla="*/ 63897 w 178569"/>
                <a:gd name="connsiteY6" fmla="*/ 14458 h 520711"/>
                <a:gd name="connsiteX7" fmla="*/ 397 w 178569"/>
                <a:gd name="connsiteY7" fmla="*/ 30333 h 520711"/>
                <a:gd name="connsiteX0" fmla="*/ 397 w 178569"/>
                <a:gd name="connsiteY0" fmla="*/ 37564 h 527942"/>
                <a:gd name="connsiteX1" fmla="*/ 38497 w 178569"/>
                <a:gd name="connsiteY1" fmla="*/ 326489 h 527942"/>
                <a:gd name="connsiteX2" fmla="*/ 70247 w 178569"/>
                <a:gd name="connsiteY2" fmla="*/ 513814 h 527942"/>
                <a:gd name="connsiteX3" fmla="*/ 171847 w 178569"/>
                <a:gd name="connsiteY3" fmla="*/ 504289 h 527942"/>
                <a:gd name="connsiteX4" fmla="*/ 162322 w 178569"/>
                <a:gd name="connsiteY4" fmla="*/ 421739 h 527942"/>
                <a:gd name="connsiteX5" fmla="*/ 108347 w 178569"/>
                <a:gd name="connsiteY5" fmla="*/ 202664 h 527942"/>
                <a:gd name="connsiteX6" fmla="*/ 63897 w 178569"/>
                <a:gd name="connsiteY6" fmla="*/ 8989 h 527942"/>
                <a:gd name="connsiteX7" fmla="*/ 397 w 178569"/>
                <a:gd name="connsiteY7" fmla="*/ 37564 h 527942"/>
                <a:gd name="connsiteX0" fmla="*/ 397 w 178569"/>
                <a:gd name="connsiteY0" fmla="*/ 31374 h 521752"/>
                <a:gd name="connsiteX1" fmla="*/ 38497 w 178569"/>
                <a:gd name="connsiteY1" fmla="*/ 320299 h 521752"/>
                <a:gd name="connsiteX2" fmla="*/ 70247 w 178569"/>
                <a:gd name="connsiteY2" fmla="*/ 507624 h 521752"/>
                <a:gd name="connsiteX3" fmla="*/ 171847 w 178569"/>
                <a:gd name="connsiteY3" fmla="*/ 498099 h 521752"/>
                <a:gd name="connsiteX4" fmla="*/ 162322 w 178569"/>
                <a:gd name="connsiteY4" fmla="*/ 415549 h 521752"/>
                <a:gd name="connsiteX5" fmla="*/ 108347 w 178569"/>
                <a:gd name="connsiteY5" fmla="*/ 196474 h 521752"/>
                <a:gd name="connsiteX6" fmla="*/ 63897 w 178569"/>
                <a:gd name="connsiteY6" fmla="*/ 2799 h 521752"/>
                <a:gd name="connsiteX7" fmla="*/ 397 w 178569"/>
                <a:gd name="connsiteY7" fmla="*/ 31374 h 521752"/>
                <a:gd name="connsiteX0" fmla="*/ 397 w 178569"/>
                <a:gd name="connsiteY0" fmla="*/ 28870 h 519248"/>
                <a:gd name="connsiteX1" fmla="*/ 38497 w 178569"/>
                <a:gd name="connsiteY1" fmla="*/ 317795 h 519248"/>
                <a:gd name="connsiteX2" fmla="*/ 70247 w 178569"/>
                <a:gd name="connsiteY2" fmla="*/ 505120 h 519248"/>
                <a:gd name="connsiteX3" fmla="*/ 171847 w 178569"/>
                <a:gd name="connsiteY3" fmla="*/ 495595 h 519248"/>
                <a:gd name="connsiteX4" fmla="*/ 162322 w 178569"/>
                <a:gd name="connsiteY4" fmla="*/ 413045 h 519248"/>
                <a:gd name="connsiteX5" fmla="*/ 108347 w 178569"/>
                <a:gd name="connsiteY5" fmla="*/ 193970 h 519248"/>
                <a:gd name="connsiteX6" fmla="*/ 63897 w 178569"/>
                <a:gd name="connsiteY6" fmla="*/ 295 h 519248"/>
                <a:gd name="connsiteX7" fmla="*/ 397 w 178569"/>
                <a:gd name="connsiteY7" fmla="*/ 28870 h 519248"/>
                <a:gd name="connsiteX0" fmla="*/ 368 w 181715"/>
                <a:gd name="connsiteY0" fmla="*/ 54361 h 525689"/>
                <a:gd name="connsiteX1" fmla="*/ 41643 w 181715"/>
                <a:gd name="connsiteY1" fmla="*/ 324236 h 525689"/>
                <a:gd name="connsiteX2" fmla="*/ 73393 w 181715"/>
                <a:gd name="connsiteY2" fmla="*/ 511561 h 525689"/>
                <a:gd name="connsiteX3" fmla="*/ 174993 w 181715"/>
                <a:gd name="connsiteY3" fmla="*/ 502036 h 525689"/>
                <a:gd name="connsiteX4" fmla="*/ 165468 w 181715"/>
                <a:gd name="connsiteY4" fmla="*/ 419486 h 525689"/>
                <a:gd name="connsiteX5" fmla="*/ 111493 w 181715"/>
                <a:gd name="connsiteY5" fmla="*/ 200411 h 525689"/>
                <a:gd name="connsiteX6" fmla="*/ 67043 w 181715"/>
                <a:gd name="connsiteY6" fmla="*/ 6736 h 525689"/>
                <a:gd name="connsiteX7" fmla="*/ 368 w 181715"/>
                <a:gd name="connsiteY7" fmla="*/ 54361 h 525689"/>
                <a:gd name="connsiteX0" fmla="*/ 156 w 181503"/>
                <a:gd name="connsiteY0" fmla="*/ 60734 h 532062"/>
                <a:gd name="connsiteX1" fmla="*/ 41431 w 181503"/>
                <a:gd name="connsiteY1" fmla="*/ 330609 h 532062"/>
                <a:gd name="connsiteX2" fmla="*/ 73181 w 181503"/>
                <a:gd name="connsiteY2" fmla="*/ 517934 h 532062"/>
                <a:gd name="connsiteX3" fmla="*/ 174781 w 181503"/>
                <a:gd name="connsiteY3" fmla="*/ 508409 h 532062"/>
                <a:gd name="connsiteX4" fmla="*/ 165256 w 181503"/>
                <a:gd name="connsiteY4" fmla="*/ 425859 h 532062"/>
                <a:gd name="connsiteX5" fmla="*/ 111281 w 181503"/>
                <a:gd name="connsiteY5" fmla="*/ 206784 h 532062"/>
                <a:gd name="connsiteX6" fmla="*/ 57306 w 181503"/>
                <a:gd name="connsiteY6" fmla="*/ 9934 h 532062"/>
                <a:gd name="connsiteX7" fmla="*/ 156 w 181503"/>
                <a:gd name="connsiteY7" fmla="*/ 60734 h 532062"/>
                <a:gd name="connsiteX0" fmla="*/ 185 w 175182"/>
                <a:gd name="connsiteY0" fmla="*/ 58414 h 532917"/>
                <a:gd name="connsiteX1" fmla="*/ 35110 w 175182"/>
                <a:gd name="connsiteY1" fmla="*/ 331464 h 532917"/>
                <a:gd name="connsiteX2" fmla="*/ 66860 w 175182"/>
                <a:gd name="connsiteY2" fmla="*/ 518789 h 532917"/>
                <a:gd name="connsiteX3" fmla="*/ 168460 w 175182"/>
                <a:gd name="connsiteY3" fmla="*/ 509264 h 532917"/>
                <a:gd name="connsiteX4" fmla="*/ 158935 w 175182"/>
                <a:gd name="connsiteY4" fmla="*/ 426714 h 532917"/>
                <a:gd name="connsiteX5" fmla="*/ 104960 w 175182"/>
                <a:gd name="connsiteY5" fmla="*/ 207639 h 532917"/>
                <a:gd name="connsiteX6" fmla="*/ 50985 w 175182"/>
                <a:gd name="connsiteY6" fmla="*/ 10789 h 532917"/>
                <a:gd name="connsiteX7" fmla="*/ 185 w 175182"/>
                <a:gd name="connsiteY7" fmla="*/ 58414 h 532917"/>
                <a:gd name="connsiteX0" fmla="*/ 1492 w 176489"/>
                <a:gd name="connsiteY0" fmla="*/ 54920 h 529423"/>
                <a:gd name="connsiteX1" fmla="*/ 36417 w 176489"/>
                <a:gd name="connsiteY1" fmla="*/ 327970 h 529423"/>
                <a:gd name="connsiteX2" fmla="*/ 68167 w 176489"/>
                <a:gd name="connsiteY2" fmla="*/ 515295 h 529423"/>
                <a:gd name="connsiteX3" fmla="*/ 169767 w 176489"/>
                <a:gd name="connsiteY3" fmla="*/ 505770 h 529423"/>
                <a:gd name="connsiteX4" fmla="*/ 160242 w 176489"/>
                <a:gd name="connsiteY4" fmla="*/ 423220 h 529423"/>
                <a:gd name="connsiteX5" fmla="*/ 106267 w 176489"/>
                <a:gd name="connsiteY5" fmla="*/ 204145 h 529423"/>
                <a:gd name="connsiteX6" fmla="*/ 52292 w 176489"/>
                <a:gd name="connsiteY6" fmla="*/ 7295 h 529423"/>
                <a:gd name="connsiteX7" fmla="*/ 1492 w 176489"/>
                <a:gd name="connsiteY7" fmla="*/ 54920 h 529423"/>
                <a:gd name="connsiteX0" fmla="*/ 1292 w 185814"/>
                <a:gd name="connsiteY0" fmla="*/ 54920 h 529423"/>
                <a:gd name="connsiteX1" fmla="*/ 45742 w 185814"/>
                <a:gd name="connsiteY1" fmla="*/ 327970 h 529423"/>
                <a:gd name="connsiteX2" fmla="*/ 77492 w 185814"/>
                <a:gd name="connsiteY2" fmla="*/ 515295 h 529423"/>
                <a:gd name="connsiteX3" fmla="*/ 179092 w 185814"/>
                <a:gd name="connsiteY3" fmla="*/ 505770 h 529423"/>
                <a:gd name="connsiteX4" fmla="*/ 169567 w 185814"/>
                <a:gd name="connsiteY4" fmla="*/ 423220 h 529423"/>
                <a:gd name="connsiteX5" fmla="*/ 115592 w 185814"/>
                <a:gd name="connsiteY5" fmla="*/ 204145 h 529423"/>
                <a:gd name="connsiteX6" fmla="*/ 61617 w 185814"/>
                <a:gd name="connsiteY6" fmla="*/ 7295 h 529423"/>
                <a:gd name="connsiteX7" fmla="*/ 1292 w 185814"/>
                <a:gd name="connsiteY7" fmla="*/ 54920 h 529423"/>
                <a:gd name="connsiteX0" fmla="*/ 5 w 184527"/>
                <a:gd name="connsiteY0" fmla="*/ 55251 h 529754"/>
                <a:gd name="connsiteX1" fmla="*/ 44455 w 184527"/>
                <a:gd name="connsiteY1" fmla="*/ 328301 h 529754"/>
                <a:gd name="connsiteX2" fmla="*/ 76205 w 184527"/>
                <a:gd name="connsiteY2" fmla="*/ 515626 h 529754"/>
                <a:gd name="connsiteX3" fmla="*/ 177805 w 184527"/>
                <a:gd name="connsiteY3" fmla="*/ 506101 h 529754"/>
                <a:gd name="connsiteX4" fmla="*/ 168280 w 184527"/>
                <a:gd name="connsiteY4" fmla="*/ 423551 h 529754"/>
                <a:gd name="connsiteX5" fmla="*/ 114305 w 184527"/>
                <a:gd name="connsiteY5" fmla="*/ 204476 h 529754"/>
                <a:gd name="connsiteX6" fmla="*/ 60330 w 184527"/>
                <a:gd name="connsiteY6" fmla="*/ 7626 h 529754"/>
                <a:gd name="connsiteX7" fmla="*/ 5 w 184527"/>
                <a:gd name="connsiteY7" fmla="*/ 55251 h 529754"/>
                <a:gd name="connsiteX0" fmla="*/ 269 w 184791"/>
                <a:gd name="connsiteY0" fmla="*/ 46029 h 520532"/>
                <a:gd name="connsiteX1" fmla="*/ 44719 w 184791"/>
                <a:gd name="connsiteY1" fmla="*/ 319079 h 520532"/>
                <a:gd name="connsiteX2" fmla="*/ 76469 w 184791"/>
                <a:gd name="connsiteY2" fmla="*/ 506404 h 520532"/>
                <a:gd name="connsiteX3" fmla="*/ 178069 w 184791"/>
                <a:gd name="connsiteY3" fmla="*/ 496879 h 520532"/>
                <a:gd name="connsiteX4" fmla="*/ 168544 w 184791"/>
                <a:gd name="connsiteY4" fmla="*/ 414329 h 520532"/>
                <a:gd name="connsiteX5" fmla="*/ 114569 w 184791"/>
                <a:gd name="connsiteY5" fmla="*/ 195254 h 520532"/>
                <a:gd name="connsiteX6" fmla="*/ 66944 w 184791"/>
                <a:gd name="connsiteY6" fmla="*/ 14279 h 520532"/>
                <a:gd name="connsiteX7" fmla="*/ 269 w 184791"/>
                <a:gd name="connsiteY7" fmla="*/ 46029 h 520532"/>
                <a:gd name="connsiteX0" fmla="*/ 247 w 186412"/>
                <a:gd name="connsiteY0" fmla="*/ 46029 h 558827"/>
                <a:gd name="connsiteX1" fmla="*/ 44697 w 186412"/>
                <a:gd name="connsiteY1" fmla="*/ 319079 h 558827"/>
                <a:gd name="connsiteX2" fmla="*/ 54222 w 186412"/>
                <a:gd name="connsiteY2" fmla="*/ 550854 h 558827"/>
                <a:gd name="connsiteX3" fmla="*/ 178047 w 186412"/>
                <a:gd name="connsiteY3" fmla="*/ 496879 h 558827"/>
                <a:gd name="connsiteX4" fmla="*/ 168522 w 186412"/>
                <a:gd name="connsiteY4" fmla="*/ 414329 h 558827"/>
                <a:gd name="connsiteX5" fmla="*/ 114547 w 186412"/>
                <a:gd name="connsiteY5" fmla="*/ 195254 h 558827"/>
                <a:gd name="connsiteX6" fmla="*/ 66922 w 186412"/>
                <a:gd name="connsiteY6" fmla="*/ 14279 h 558827"/>
                <a:gd name="connsiteX7" fmla="*/ 247 w 186412"/>
                <a:gd name="connsiteY7" fmla="*/ 46029 h 558827"/>
                <a:gd name="connsiteX0" fmla="*/ 989 w 187154"/>
                <a:gd name="connsiteY0" fmla="*/ 46167 h 558768"/>
                <a:gd name="connsiteX1" fmla="*/ 29564 w 187154"/>
                <a:gd name="connsiteY1" fmla="*/ 322392 h 558768"/>
                <a:gd name="connsiteX2" fmla="*/ 54964 w 187154"/>
                <a:gd name="connsiteY2" fmla="*/ 550992 h 558768"/>
                <a:gd name="connsiteX3" fmla="*/ 178789 w 187154"/>
                <a:gd name="connsiteY3" fmla="*/ 497017 h 558768"/>
                <a:gd name="connsiteX4" fmla="*/ 169264 w 187154"/>
                <a:gd name="connsiteY4" fmla="*/ 414467 h 558768"/>
                <a:gd name="connsiteX5" fmla="*/ 115289 w 187154"/>
                <a:gd name="connsiteY5" fmla="*/ 195392 h 558768"/>
                <a:gd name="connsiteX6" fmla="*/ 67664 w 187154"/>
                <a:gd name="connsiteY6" fmla="*/ 14417 h 558768"/>
                <a:gd name="connsiteX7" fmla="*/ 989 w 187154"/>
                <a:gd name="connsiteY7" fmla="*/ 46167 h 558768"/>
                <a:gd name="connsiteX0" fmla="*/ 989 w 200665"/>
                <a:gd name="connsiteY0" fmla="*/ 46167 h 560387"/>
                <a:gd name="connsiteX1" fmla="*/ 29564 w 200665"/>
                <a:gd name="connsiteY1" fmla="*/ 322392 h 560387"/>
                <a:gd name="connsiteX2" fmla="*/ 54964 w 200665"/>
                <a:gd name="connsiteY2" fmla="*/ 550992 h 560387"/>
                <a:gd name="connsiteX3" fmla="*/ 194664 w 200665"/>
                <a:gd name="connsiteY3" fmla="*/ 506542 h 560387"/>
                <a:gd name="connsiteX4" fmla="*/ 169264 w 200665"/>
                <a:gd name="connsiteY4" fmla="*/ 414467 h 560387"/>
                <a:gd name="connsiteX5" fmla="*/ 115289 w 200665"/>
                <a:gd name="connsiteY5" fmla="*/ 195392 h 560387"/>
                <a:gd name="connsiteX6" fmla="*/ 67664 w 200665"/>
                <a:gd name="connsiteY6" fmla="*/ 14417 h 560387"/>
                <a:gd name="connsiteX7" fmla="*/ 989 w 200665"/>
                <a:gd name="connsiteY7" fmla="*/ 46167 h 560387"/>
                <a:gd name="connsiteX0" fmla="*/ 989 w 202856"/>
                <a:gd name="connsiteY0" fmla="*/ 46167 h 560272"/>
                <a:gd name="connsiteX1" fmla="*/ 29564 w 202856"/>
                <a:gd name="connsiteY1" fmla="*/ 322392 h 560272"/>
                <a:gd name="connsiteX2" fmla="*/ 54964 w 202856"/>
                <a:gd name="connsiteY2" fmla="*/ 550992 h 560272"/>
                <a:gd name="connsiteX3" fmla="*/ 194664 w 202856"/>
                <a:gd name="connsiteY3" fmla="*/ 506542 h 560272"/>
                <a:gd name="connsiteX4" fmla="*/ 178789 w 202856"/>
                <a:gd name="connsiteY4" fmla="*/ 420817 h 560272"/>
                <a:gd name="connsiteX5" fmla="*/ 115289 w 202856"/>
                <a:gd name="connsiteY5" fmla="*/ 195392 h 560272"/>
                <a:gd name="connsiteX6" fmla="*/ 67664 w 202856"/>
                <a:gd name="connsiteY6" fmla="*/ 14417 h 560272"/>
                <a:gd name="connsiteX7" fmla="*/ 989 w 202856"/>
                <a:gd name="connsiteY7" fmla="*/ 46167 h 560272"/>
                <a:gd name="connsiteX0" fmla="*/ 989 w 222489"/>
                <a:gd name="connsiteY0" fmla="*/ 46167 h 561518"/>
                <a:gd name="connsiteX1" fmla="*/ 29564 w 222489"/>
                <a:gd name="connsiteY1" fmla="*/ 322392 h 561518"/>
                <a:gd name="connsiteX2" fmla="*/ 54964 w 222489"/>
                <a:gd name="connsiteY2" fmla="*/ 550992 h 561518"/>
                <a:gd name="connsiteX3" fmla="*/ 216889 w 222489"/>
                <a:gd name="connsiteY3" fmla="*/ 512892 h 561518"/>
                <a:gd name="connsiteX4" fmla="*/ 178789 w 222489"/>
                <a:gd name="connsiteY4" fmla="*/ 420817 h 561518"/>
                <a:gd name="connsiteX5" fmla="*/ 115289 w 222489"/>
                <a:gd name="connsiteY5" fmla="*/ 195392 h 561518"/>
                <a:gd name="connsiteX6" fmla="*/ 67664 w 222489"/>
                <a:gd name="connsiteY6" fmla="*/ 14417 h 561518"/>
                <a:gd name="connsiteX7" fmla="*/ 989 w 222489"/>
                <a:gd name="connsiteY7" fmla="*/ 46167 h 561518"/>
                <a:gd name="connsiteX0" fmla="*/ 989 w 222489"/>
                <a:gd name="connsiteY0" fmla="*/ 46167 h 561518"/>
                <a:gd name="connsiteX1" fmla="*/ 29564 w 222489"/>
                <a:gd name="connsiteY1" fmla="*/ 322392 h 561518"/>
                <a:gd name="connsiteX2" fmla="*/ 54964 w 222489"/>
                <a:gd name="connsiteY2" fmla="*/ 550992 h 561518"/>
                <a:gd name="connsiteX3" fmla="*/ 216889 w 222489"/>
                <a:gd name="connsiteY3" fmla="*/ 512892 h 561518"/>
                <a:gd name="connsiteX4" fmla="*/ 178789 w 222489"/>
                <a:gd name="connsiteY4" fmla="*/ 420817 h 561518"/>
                <a:gd name="connsiteX5" fmla="*/ 115289 w 222489"/>
                <a:gd name="connsiteY5" fmla="*/ 195392 h 561518"/>
                <a:gd name="connsiteX6" fmla="*/ 67664 w 222489"/>
                <a:gd name="connsiteY6" fmla="*/ 14417 h 561518"/>
                <a:gd name="connsiteX7" fmla="*/ 989 w 222489"/>
                <a:gd name="connsiteY7" fmla="*/ 46167 h 561518"/>
                <a:gd name="connsiteX0" fmla="*/ 989 w 222489"/>
                <a:gd name="connsiteY0" fmla="*/ 41979 h 557330"/>
                <a:gd name="connsiteX1" fmla="*/ 29564 w 222489"/>
                <a:gd name="connsiteY1" fmla="*/ 318204 h 557330"/>
                <a:gd name="connsiteX2" fmla="*/ 54964 w 222489"/>
                <a:gd name="connsiteY2" fmla="*/ 546804 h 557330"/>
                <a:gd name="connsiteX3" fmla="*/ 216889 w 222489"/>
                <a:gd name="connsiteY3" fmla="*/ 508704 h 557330"/>
                <a:gd name="connsiteX4" fmla="*/ 178789 w 222489"/>
                <a:gd name="connsiteY4" fmla="*/ 416629 h 557330"/>
                <a:gd name="connsiteX5" fmla="*/ 115289 w 222489"/>
                <a:gd name="connsiteY5" fmla="*/ 191204 h 557330"/>
                <a:gd name="connsiteX6" fmla="*/ 67664 w 222489"/>
                <a:gd name="connsiteY6" fmla="*/ 10229 h 557330"/>
                <a:gd name="connsiteX7" fmla="*/ 989 w 222489"/>
                <a:gd name="connsiteY7" fmla="*/ 41979 h 557330"/>
                <a:gd name="connsiteX0" fmla="*/ 736 w 234936"/>
                <a:gd name="connsiteY0" fmla="*/ 41979 h 557330"/>
                <a:gd name="connsiteX1" fmla="*/ 42011 w 234936"/>
                <a:gd name="connsiteY1" fmla="*/ 318204 h 557330"/>
                <a:gd name="connsiteX2" fmla="*/ 67411 w 234936"/>
                <a:gd name="connsiteY2" fmla="*/ 546804 h 557330"/>
                <a:gd name="connsiteX3" fmla="*/ 229336 w 234936"/>
                <a:gd name="connsiteY3" fmla="*/ 508704 h 557330"/>
                <a:gd name="connsiteX4" fmla="*/ 191236 w 234936"/>
                <a:gd name="connsiteY4" fmla="*/ 416629 h 557330"/>
                <a:gd name="connsiteX5" fmla="*/ 127736 w 234936"/>
                <a:gd name="connsiteY5" fmla="*/ 191204 h 557330"/>
                <a:gd name="connsiteX6" fmla="*/ 80111 w 234936"/>
                <a:gd name="connsiteY6" fmla="*/ 10229 h 557330"/>
                <a:gd name="connsiteX7" fmla="*/ 736 w 234936"/>
                <a:gd name="connsiteY7" fmla="*/ 41979 h 557330"/>
                <a:gd name="connsiteX0" fmla="*/ 736 w 234936"/>
                <a:gd name="connsiteY0" fmla="*/ 41979 h 557330"/>
                <a:gd name="connsiteX1" fmla="*/ 42011 w 234936"/>
                <a:gd name="connsiteY1" fmla="*/ 318204 h 557330"/>
                <a:gd name="connsiteX2" fmla="*/ 67411 w 234936"/>
                <a:gd name="connsiteY2" fmla="*/ 546804 h 557330"/>
                <a:gd name="connsiteX3" fmla="*/ 229336 w 234936"/>
                <a:gd name="connsiteY3" fmla="*/ 508704 h 557330"/>
                <a:gd name="connsiteX4" fmla="*/ 191236 w 234936"/>
                <a:gd name="connsiteY4" fmla="*/ 416629 h 557330"/>
                <a:gd name="connsiteX5" fmla="*/ 127736 w 234936"/>
                <a:gd name="connsiteY5" fmla="*/ 191204 h 557330"/>
                <a:gd name="connsiteX6" fmla="*/ 80111 w 234936"/>
                <a:gd name="connsiteY6" fmla="*/ 10229 h 557330"/>
                <a:gd name="connsiteX7" fmla="*/ 736 w 234936"/>
                <a:gd name="connsiteY7" fmla="*/ 41979 h 557330"/>
                <a:gd name="connsiteX0" fmla="*/ 736 w 237347"/>
                <a:gd name="connsiteY0" fmla="*/ 41979 h 557330"/>
                <a:gd name="connsiteX1" fmla="*/ 42011 w 237347"/>
                <a:gd name="connsiteY1" fmla="*/ 318204 h 557330"/>
                <a:gd name="connsiteX2" fmla="*/ 67411 w 237347"/>
                <a:gd name="connsiteY2" fmla="*/ 546804 h 557330"/>
                <a:gd name="connsiteX3" fmla="*/ 229336 w 237347"/>
                <a:gd name="connsiteY3" fmla="*/ 508704 h 557330"/>
                <a:gd name="connsiteX4" fmla="*/ 203936 w 237347"/>
                <a:gd name="connsiteY4" fmla="*/ 416629 h 557330"/>
                <a:gd name="connsiteX5" fmla="*/ 127736 w 237347"/>
                <a:gd name="connsiteY5" fmla="*/ 191204 h 557330"/>
                <a:gd name="connsiteX6" fmla="*/ 80111 w 237347"/>
                <a:gd name="connsiteY6" fmla="*/ 10229 h 557330"/>
                <a:gd name="connsiteX7" fmla="*/ 736 w 237347"/>
                <a:gd name="connsiteY7" fmla="*/ 41979 h 55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7347" h="557330">
                  <a:moveTo>
                    <a:pt x="736" y="41979"/>
                  </a:moveTo>
                  <a:cubicBezTo>
                    <a:pt x="-5614" y="74258"/>
                    <a:pt x="30899" y="234067"/>
                    <a:pt x="42011" y="318204"/>
                  </a:cubicBezTo>
                  <a:cubicBezTo>
                    <a:pt x="53123" y="402341"/>
                    <a:pt x="36190" y="515054"/>
                    <a:pt x="67411" y="546804"/>
                  </a:cubicBezTo>
                  <a:cubicBezTo>
                    <a:pt x="98632" y="578554"/>
                    <a:pt x="206582" y="530400"/>
                    <a:pt x="229336" y="508704"/>
                  </a:cubicBezTo>
                  <a:cubicBezTo>
                    <a:pt x="252090" y="487008"/>
                    <a:pt x="220869" y="469546"/>
                    <a:pt x="203936" y="416629"/>
                  </a:cubicBezTo>
                  <a:cubicBezTo>
                    <a:pt x="187003" y="363712"/>
                    <a:pt x="127736" y="191204"/>
                    <a:pt x="127736" y="191204"/>
                  </a:cubicBezTo>
                  <a:cubicBezTo>
                    <a:pt x="111332" y="124529"/>
                    <a:pt x="94928" y="35100"/>
                    <a:pt x="80111" y="10229"/>
                  </a:cubicBezTo>
                  <a:cubicBezTo>
                    <a:pt x="65294" y="-14642"/>
                    <a:pt x="7086" y="9700"/>
                    <a:pt x="736" y="4197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FBBBC7B-15CB-41C7-BDFD-19C786EC3DDE}"/>
                </a:ext>
              </a:extLst>
            </p:cNvPr>
            <p:cNvSpPr/>
            <p:nvPr/>
          </p:nvSpPr>
          <p:spPr>
            <a:xfrm rot="212642">
              <a:off x="4533892" y="1520361"/>
              <a:ext cx="57779" cy="271890"/>
            </a:xfrm>
            <a:custGeom>
              <a:avLst/>
              <a:gdLst>
                <a:gd name="connsiteX0" fmla="*/ 1128 w 72115"/>
                <a:gd name="connsiteY0" fmla="*/ 6424 h 347168"/>
                <a:gd name="connsiteX1" fmla="*/ 29703 w 72115"/>
                <a:gd name="connsiteY1" fmla="*/ 117549 h 347168"/>
                <a:gd name="connsiteX2" fmla="*/ 55103 w 72115"/>
                <a:gd name="connsiteY2" fmla="*/ 320749 h 347168"/>
                <a:gd name="connsiteX3" fmla="*/ 48753 w 72115"/>
                <a:gd name="connsiteY3" fmla="*/ 342974 h 347168"/>
                <a:gd name="connsiteX4" fmla="*/ 70978 w 72115"/>
                <a:gd name="connsiteY4" fmla="*/ 304874 h 347168"/>
                <a:gd name="connsiteX5" fmla="*/ 1128 w 72115"/>
                <a:gd name="connsiteY5" fmla="*/ 6424 h 347168"/>
                <a:gd name="connsiteX0" fmla="*/ 1747 w 72734"/>
                <a:gd name="connsiteY0" fmla="*/ 5187 h 345274"/>
                <a:gd name="connsiteX1" fmla="*/ 23972 w 72734"/>
                <a:gd name="connsiteY1" fmla="*/ 129012 h 345274"/>
                <a:gd name="connsiteX2" fmla="*/ 55722 w 72734"/>
                <a:gd name="connsiteY2" fmla="*/ 319512 h 345274"/>
                <a:gd name="connsiteX3" fmla="*/ 49372 w 72734"/>
                <a:gd name="connsiteY3" fmla="*/ 341737 h 345274"/>
                <a:gd name="connsiteX4" fmla="*/ 71597 w 72734"/>
                <a:gd name="connsiteY4" fmla="*/ 303637 h 345274"/>
                <a:gd name="connsiteX5" fmla="*/ 1747 w 72734"/>
                <a:gd name="connsiteY5" fmla="*/ 5187 h 345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734" h="345274">
                  <a:moveTo>
                    <a:pt x="1747" y="5187"/>
                  </a:moveTo>
                  <a:cubicBezTo>
                    <a:pt x="-6190" y="-23917"/>
                    <a:pt x="14976" y="76625"/>
                    <a:pt x="23972" y="129012"/>
                  </a:cubicBezTo>
                  <a:cubicBezTo>
                    <a:pt x="32968" y="181399"/>
                    <a:pt x="51489" y="284058"/>
                    <a:pt x="55722" y="319512"/>
                  </a:cubicBezTo>
                  <a:cubicBezTo>
                    <a:pt x="59955" y="354966"/>
                    <a:pt x="46726" y="344383"/>
                    <a:pt x="49372" y="341737"/>
                  </a:cubicBezTo>
                  <a:cubicBezTo>
                    <a:pt x="52018" y="339091"/>
                    <a:pt x="78476" y="359199"/>
                    <a:pt x="71597" y="303637"/>
                  </a:cubicBezTo>
                  <a:cubicBezTo>
                    <a:pt x="64718" y="248075"/>
                    <a:pt x="9684" y="34291"/>
                    <a:pt x="1747" y="518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CD52E96-D0E1-4E00-BF73-7981DD1F4C54}"/>
                </a:ext>
              </a:extLst>
            </p:cNvPr>
            <p:cNvSpPr/>
            <p:nvPr/>
          </p:nvSpPr>
          <p:spPr>
            <a:xfrm rot="20058246" flipH="1">
              <a:off x="4603981" y="1499708"/>
              <a:ext cx="72734" cy="460834"/>
            </a:xfrm>
            <a:custGeom>
              <a:avLst/>
              <a:gdLst>
                <a:gd name="connsiteX0" fmla="*/ 1128 w 72115"/>
                <a:gd name="connsiteY0" fmla="*/ 6424 h 347168"/>
                <a:gd name="connsiteX1" fmla="*/ 29703 w 72115"/>
                <a:gd name="connsiteY1" fmla="*/ 117549 h 347168"/>
                <a:gd name="connsiteX2" fmla="*/ 55103 w 72115"/>
                <a:gd name="connsiteY2" fmla="*/ 320749 h 347168"/>
                <a:gd name="connsiteX3" fmla="*/ 48753 w 72115"/>
                <a:gd name="connsiteY3" fmla="*/ 342974 h 347168"/>
                <a:gd name="connsiteX4" fmla="*/ 70978 w 72115"/>
                <a:gd name="connsiteY4" fmla="*/ 304874 h 347168"/>
                <a:gd name="connsiteX5" fmla="*/ 1128 w 72115"/>
                <a:gd name="connsiteY5" fmla="*/ 6424 h 347168"/>
                <a:gd name="connsiteX0" fmla="*/ 1747 w 72734"/>
                <a:gd name="connsiteY0" fmla="*/ 5187 h 345274"/>
                <a:gd name="connsiteX1" fmla="*/ 23972 w 72734"/>
                <a:gd name="connsiteY1" fmla="*/ 129012 h 345274"/>
                <a:gd name="connsiteX2" fmla="*/ 55722 w 72734"/>
                <a:gd name="connsiteY2" fmla="*/ 319512 h 345274"/>
                <a:gd name="connsiteX3" fmla="*/ 49372 w 72734"/>
                <a:gd name="connsiteY3" fmla="*/ 341737 h 345274"/>
                <a:gd name="connsiteX4" fmla="*/ 71597 w 72734"/>
                <a:gd name="connsiteY4" fmla="*/ 303637 h 345274"/>
                <a:gd name="connsiteX5" fmla="*/ 1747 w 72734"/>
                <a:gd name="connsiteY5" fmla="*/ 5187 h 345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734" h="345274">
                  <a:moveTo>
                    <a:pt x="1747" y="5187"/>
                  </a:moveTo>
                  <a:cubicBezTo>
                    <a:pt x="-6190" y="-23917"/>
                    <a:pt x="14976" y="76625"/>
                    <a:pt x="23972" y="129012"/>
                  </a:cubicBezTo>
                  <a:cubicBezTo>
                    <a:pt x="32968" y="181399"/>
                    <a:pt x="51489" y="284058"/>
                    <a:pt x="55722" y="319512"/>
                  </a:cubicBezTo>
                  <a:cubicBezTo>
                    <a:pt x="59955" y="354966"/>
                    <a:pt x="46726" y="344383"/>
                    <a:pt x="49372" y="341737"/>
                  </a:cubicBezTo>
                  <a:cubicBezTo>
                    <a:pt x="52018" y="339091"/>
                    <a:pt x="78476" y="359199"/>
                    <a:pt x="71597" y="303637"/>
                  </a:cubicBezTo>
                  <a:cubicBezTo>
                    <a:pt x="64718" y="248075"/>
                    <a:pt x="9684" y="34291"/>
                    <a:pt x="1747" y="518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54CCC24-3C27-4242-9533-31D42E81D589}"/>
                </a:ext>
              </a:extLst>
            </p:cNvPr>
            <p:cNvSpPr/>
            <p:nvPr/>
          </p:nvSpPr>
          <p:spPr>
            <a:xfrm rot="21421105">
              <a:off x="4595307" y="1624397"/>
              <a:ext cx="58913" cy="373299"/>
            </a:xfrm>
            <a:custGeom>
              <a:avLst/>
              <a:gdLst>
                <a:gd name="connsiteX0" fmla="*/ 1128 w 72115"/>
                <a:gd name="connsiteY0" fmla="*/ 6424 h 347168"/>
                <a:gd name="connsiteX1" fmla="*/ 29703 w 72115"/>
                <a:gd name="connsiteY1" fmla="*/ 117549 h 347168"/>
                <a:gd name="connsiteX2" fmla="*/ 55103 w 72115"/>
                <a:gd name="connsiteY2" fmla="*/ 320749 h 347168"/>
                <a:gd name="connsiteX3" fmla="*/ 48753 w 72115"/>
                <a:gd name="connsiteY3" fmla="*/ 342974 h 347168"/>
                <a:gd name="connsiteX4" fmla="*/ 70978 w 72115"/>
                <a:gd name="connsiteY4" fmla="*/ 304874 h 347168"/>
                <a:gd name="connsiteX5" fmla="*/ 1128 w 72115"/>
                <a:gd name="connsiteY5" fmla="*/ 6424 h 347168"/>
                <a:gd name="connsiteX0" fmla="*/ 1747 w 72734"/>
                <a:gd name="connsiteY0" fmla="*/ 5187 h 345274"/>
                <a:gd name="connsiteX1" fmla="*/ 23972 w 72734"/>
                <a:gd name="connsiteY1" fmla="*/ 129012 h 345274"/>
                <a:gd name="connsiteX2" fmla="*/ 55722 w 72734"/>
                <a:gd name="connsiteY2" fmla="*/ 319512 h 345274"/>
                <a:gd name="connsiteX3" fmla="*/ 49372 w 72734"/>
                <a:gd name="connsiteY3" fmla="*/ 341737 h 345274"/>
                <a:gd name="connsiteX4" fmla="*/ 71597 w 72734"/>
                <a:gd name="connsiteY4" fmla="*/ 303637 h 345274"/>
                <a:gd name="connsiteX5" fmla="*/ 1747 w 72734"/>
                <a:gd name="connsiteY5" fmla="*/ 5187 h 345274"/>
                <a:gd name="connsiteX0" fmla="*/ 1747 w 74162"/>
                <a:gd name="connsiteY0" fmla="*/ 5187 h 342216"/>
                <a:gd name="connsiteX1" fmla="*/ 23972 w 74162"/>
                <a:gd name="connsiteY1" fmla="*/ 129012 h 342216"/>
                <a:gd name="connsiteX2" fmla="*/ 55722 w 74162"/>
                <a:gd name="connsiteY2" fmla="*/ 319512 h 342216"/>
                <a:gd name="connsiteX3" fmla="*/ 71597 w 74162"/>
                <a:gd name="connsiteY3" fmla="*/ 303637 h 342216"/>
                <a:gd name="connsiteX4" fmla="*/ 1747 w 74162"/>
                <a:gd name="connsiteY4" fmla="*/ 5187 h 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162" h="342216">
                  <a:moveTo>
                    <a:pt x="1747" y="5187"/>
                  </a:moveTo>
                  <a:cubicBezTo>
                    <a:pt x="-6190" y="-23917"/>
                    <a:pt x="14976" y="76625"/>
                    <a:pt x="23972" y="129012"/>
                  </a:cubicBezTo>
                  <a:cubicBezTo>
                    <a:pt x="32968" y="181399"/>
                    <a:pt x="47785" y="290408"/>
                    <a:pt x="55722" y="319512"/>
                  </a:cubicBezTo>
                  <a:cubicBezTo>
                    <a:pt x="63659" y="348616"/>
                    <a:pt x="80593" y="356024"/>
                    <a:pt x="71597" y="303637"/>
                  </a:cubicBezTo>
                  <a:cubicBezTo>
                    <a:pt x="62601" y="251250"/>
                    <a:pt x="9684" y="34291"/>
                    <a:pt x="1747" y="518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3769E5F-FD96-440E-94AC-6A8DD1F14691}"/>
                </a:ext>
              </a:extLst>
            </p:cNvPr>
            <p:cNvSpPr/>
            <p:nvPr/>
          </p:nvSpPr>
          <p:spPr>
            <a:xfrm>
              <a:off x="4365821" y="1865747"/>
              <a:ext cx="644931" cy="294425"/>
            </a:xfrm>
            <a:custGeom>
              <a:avLst/>
              <a:gdLst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14300 w 519112"/>
                <a:gd name="connsiteY2" fmla="*/ 111919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52400 h 233363"/>
                <a:gd name="connsiteX52" fmla="*/ 54769 w 519112"/>
                <a:gd name="connsiteY52" fmla="*/ 135732 h 233363"/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14300 w 519112"/>
                <a:gd name="connsiteY2" fmla="*/ 111919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4769 w 519112"/>
                <a:gd name="connsiteY52" fmla="*/ 135732 h 233363"/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14300 w 519112"/>
                <a:gd name="connsiteY2" fmla="*/ 111919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4769 w 519112"/>
                <a:gd name="connsiteY52" fmla="*/ 135732 h 233363"/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03269 w 519112"/>
                <a:gd name="connsiteY2" fmla="*/ 104751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4769 w 519112"/>
                <a:gd name="connsiteY52" fmla="*/ 135732 h 233363"/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03269 w 519112"/>
                <a:gd name="connsiteY2" fmla="*/ 104751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4769 w 519112"/>
                <a:gd name="connsiteY52" fmla="*/ 135732 h 233363"/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03269 w 519112"/>
                <a:gd name="connsiteY2" fmla="*/ 104751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4769 w 519112"/>
                <a:gd name="connsiteY52" fmla="*/ 135732 h 233363"/>
                <a:gd name="connsiteX0" fmla="*/ 52930 w 519112"/>
                <a:gd name="connsiteY0" fmla="*/ 139316 h 233363"/>
                <a:gd name="connsiteX1" fmla="*/ 57150 w 519112"/>
                <a:gd name="connsiteY1" fmla="*/ 123825 h 233363"/>
                <a:gd name="connsiteX2" fmla="*/ 103269 w 519112"/>
                <a:gd name="connsiteY2" fmla="*/ 104751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2930 w 519112"/>
                <a:gd name="connsiteY52" fmla="*/ 139316 h 233363"/>
                <a:gd name="connsiteX0" fmla="*/ 52930 w 519112"/>
                <a:gd name="connsiteY0" fmla="*/ 139316 h 233363"/>
                <a:gd name="connsiteX1" fmla="*/ 57150 w 519112"/>
                <a:gd name="connsiteY1" fmla="*/ 114865 h 233363"/>
                <a:gd name="connsiteX2" fmla="*/ 103269 w 519112"/>
                <a:gd name="connsiteY2" fmla="*/ 104751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2930 w 519112"/>
                <a:gd name="connsiteY52" fmla="*/ 139316 h 233363"/>
                <a:gd name="connsiteX0" fmla="*/ 52930 w 519112"/>
                <a:gd name="connsiteY0" fmla="*/ 139316 h 233363"/>
                <a:gd name="connsiteX1" fmla="*/ 103269 w 519112"/>
                <a:gd name="connsiteY1" fmla="*/ 104751 h 233363"/>
                <a:gd name="connsiteX2" fmla="*/ 126206 w 519112"/>
                <a:gd name="connsiteY2" fmla="*/ 116682 h 233363"/>
                <a:gd name="connsiteX3" fmla="*/ 133350 w 519112"/>
                <a:gd name="connsiteY3" fmla="*/ 119063 h 233363"/>
                <a:gd name="connsiteX4" fmla="*/ 140494 w 519112"/>
                <a:gd name="connsiteY4" fmla="*/ 123825 h 233363"/>
                <a:gd name="connsiteX5" fmla="*/ 142875 w 519112"/>
                <a:gd name="connsiteY5" fmla="*/ 114300 h 233363"/>
                <a:gd name="connsiteX6" fmla="*/ 204787 w 519112"/>
                <a:gd name="connsiteY6" fmla="*/ 107157 h 233363"/>
                <a:gd name="connsiteX7" fmla="*/ 211931 w 519112"/>
                <a:gd name="connsiteY7" fmla="*/ 102394 h 233363"/>
                <a:gd name="connsiteX8" fmla="*/ 226219 w 519112"/>
                <a:gd name="connsiteY8" fmla="*/ 71438 h 233363"/>
                <a:gd name="connsiteX9" fmla="*/ 269081 w 519112"/>
                <a:gd name="connsiteY9" fmla="*/ 42863 h 233363"/>
                <a:gd name="connsiteX10" fmla="*/ 278606 w 519112"/>
                <a:gd name="connsiteY10" fmla="*/ 23813 h 233363"/>
                <a:gd name="connsiteX11" fmla="*/ 321469 w 519112"/>
                <a:gd name="connsiteY11" fmla="*/ 11907 h 233363"/>
                <a:gd name="connsiteX12" fmla="*/ 366712 w 519112"/>
                <a:gd name="connsiteY12" fmla="*/ 26194 h 233363"/>
                <a:gd name="connsiteX13" fmla="*/ 373856 w 519112"/>
                <a:gd name="connsiteY13" fmla="*/ 38100 h 233363"/>
                <a:gd name="connsiteX14" fmla="*/ 378619 w 519112"/>
                <a:gd name="connsiteY14" fmla="*/ 16669 h 233363"/>
                <a:gd name="connsiteX15" fmla="*/ 383381 w 519112"/>
                <a:gd name="connsiteY15" fmla="*/ 9525 h 233363"/>
                <a:gd name="connsiteX16" fmla="*/ 411956 w 519112"/>
                <a:gd name="connsiteY16" fmla="*/ 0 h 233363"/>
                <a:gd name="connsiteX17" fmla="*/ 454819 w 519112"/>
                <a:gd name="connsiteY17" fmla="*/ 2382 h 233363"/>
                <a:gd name="connsiteX18" fmla="*/ 466725 w 519112"/>
                <a:gd name="connsiteY18" fmla="*/ 21432 h 233363"/>
                <a:gd name="connsiteX19" fmla="*/ 495300 w 519112"/>
                <a:gd name="connsiteY19" fmla="*/ 28575 h 233363"/>
                <a:gd name="connsiteX20" fmla="*/ 514350 w 519112"/>
                <a:gd name="connsiteY20" fmla="*/ 38100 h 233363"/>
                <a:gd name="connsiteX21" fmla="*/ 516731 w 519112"/>
                <a:gd name="connsiteY21" fmla="*/ 47625 h 233363"/>
                <a:gd name="connsiteX22" fmla="*/ 519112 w 519112"/>
                <a:gd name="connsiteY22" fmla="*/ 80963 h 233363"/>
                <a:gd name="connsiteX23" fmla="*/ 511969 w 519112"/>
                <a:gd name="connsiteY23" fmla="*/ 88107 h 233363"/>
                <a:gd name="connsiteX24" fmla="*/ 483394 w 519112"/>
                <a:gd name="connsiteY24" fmla="*/ 95250 h 233363"/>
                <a:gd name="connsiteX25" fmla="*/ 478631 w 519112"/>
                <a:gd name="connsiteY25" fmla="*/ 152400 h 233363"/>
                <a:gd name="connsiteX26" fmla="*/ 450056 w 519112"/>
                <a:gd name="connsiteY26" fmla="*/ 154782 h 233363"/>
                <a:gd name="connsiteX27" fmla="*/ 423862 w 519112"/>
                <a:gd name="connsiteY27" fmla="*/ 147638 h 233363"/>
                <a:gd name="connsiteX28" fmla="*/ 416719 w 519112"/>
                <a:gd name="connsiteY28" fmla="*/ 152400 h 233363"/>
                <a:gd name="connsiteX29" fmla="*/ 402431 w 519112"/>
                <a:gd name="connsiteY29" fmla="*/ 169069 h 233363"/>
                <a:gd name="connsiteX30" fmla="*/ 392906 w 519112"/>
                <a:gd name="connsiteY30" fmla="*/ 183357 h 233363"/>
                <a:gd name="connsiteX31" fmla="*/ 354806 w 519112"/>
                <a:gd name="connsiteY31" fmla="*/ 200025 h 233363"/>
                <a:gd name="connsiteX32" fmla="*/ 335756 w 519112"/>
                <a:gd name="connsiteY32" fmla="*/ 202407 h 233363"/>
                <a:gd name="connsiteX33" fmla="*/ 323850 w 519112"/>
                <a:gd name="connsiteY33" fmla="*/ 188119 h 233363"/>
                <a:gd name="connsiteX34" fmla="*/ 311944 w 519112"/>
                <a:gd name="connsiteY34" fmla="*/ 200025 h 233363"/>
                <a:gd name="connsiteX35" fmla="*/ 290512 w 519112"/>
                <a:gd name="connsiteY35" fmla="*/ 211932 h 233363"/>
                <a:gd name="connsiteX36" fmla="*/ 269081 w 519112"/>
                <a:gd name="connsiteY36" fmla="*/ 214313 h 233363"/>
                <a:gd name="connsiteX37" fmla="*/ 235744 w 519112"/>
                <a:gd name="connsiteY37" fmla="*/ 219075 h 233363"/>
                <a:gd name="connsiteX38" fmla="*/ 188119 w 519112"/>
                <a:gd name="connsiteY38" fmla="*/ 211932 h 233363"/>
                <a:gd name="connsiteX39" fmla="*/ 183356 w 519112"/>
                <a:gd name="connsiteY39" fmla="*/ 202407 h 233363"/>
                <a:gd name="connsiteX40" fmla="*/ 173831 w 519112"/>
                <a:gd name="connsiteY40" fmla="*/ 211932 h 233363"/>
                <a:gd name="connsiteX41" fmla="*/ 130969 w 519112"/>
                <a:gd name="connsiteY41" fmla="*/ 233363 h 233363"/>
                <a:gd name="connsiteX42" fmla="*/ 73819 w 519112"/>
                <a:gd name="connsiteY42" fmla="*/ 202407 h 233363"/>
                <a:gd name="connsiteX43" fmla="*/ 69056 w 519112"/>
                <a:gd name="connsiteY43" fmla="*/ 190500 h 233363"/>
                <a:gd name="connsiteX44" fmla="*/ 66675 w 519112"/>
                <a:gd name="connsiteY44" fmla="*/ 197644 h 233363"/>
                <a:gd name="connsiteX45" fmla="*/ 57150 w 519112"/>
                <a:gd name="connsiteY45" fmla="*/ 207169 h 233363"/>
                <a:gd name="connsiteX46" fmla="*/ 47625 w 519112"/>
                <a:gd name="connsiteY46" fmla="*/ 209550 h 233363"/>
                <a:gd name="connsiteX47" fmla="*/ 30956 w 519112"/>
                <a:gd name="connsiteY47" fmla="*/ 211932 h 233363"/>
                <a:gd name="connsiteX48" fmla="*/ 19050 w 519112"/>
                <a:gd name="connsiteY48" fmla="*/ 209550 h 233363"/>
                <a:gd name="connsiteX49" fmla="*/ 0 w 519112"/>
                <a:gd name="connsiteY49" fmla="*/ 169069 h 233363"/>
                <a:gd name="connsiteX50" fmla="*/ 23812 w 519112"/>
                <a:gd name="connsiteY50" fmla="*/ 147638 h 233363"/>
                <a:gd name="connsiteX51" fmla="*/ 52930 w 519112"/>
                <a:gd name="connsiteY51" fmla="*/ 139316 h 233363"/>
                <a:gd name="connsiteX0" fmla="*/ 52930 w 519112"/>
                <a:gd name="connsiteY0" fmla="*/ 139316 h 233363"/>
                <a:gd name="connsiteX1" fmla="*/ 78450 w 519112"/>
                <a:gd name="connsiteY1" fmla="*/ 102959 h 233363"/>
                <a:gd name="connsiteX2" fmla="*/ 126206 w 519112"/>
                <a:gd name="connsiteY2" fmla="*/ 116682 h 233363"/>
                <a:gd name="connsiteX3" fmla="*/ 133350 w 519112"/>
                <a:gd name="connsiteY3" fmla="*/ 119063 h 233363"/>
                <a:gd name="connsiteX4" fmla="*/ 140494 w 519112"/>
                <a:gd name="connsiteY4" fmla="*/ 123825 h 233363"/>
                <a:gd name="connsiteX5" fmla="*/ 142875 w 519112"/>
                <a:gd name="connsiteY5" fmla="*/ 114300 h 233363"/>
                <a:gd name="connsiteX6" fmla="*/ 204787 w 519112"/>
                <a:gd name="connsiteY6" fmla="*/ 107157 h 233363"/>
                <a:gd name="connsiteX7" fmla="*/ 211931 w 519112"/>
                <a:gd name="connsiteY7" fmla="*/ 102394 h 233363"/>
                <a:gd name="connsiteX8" fmla="*/ 226219 w 519112"/>
                <a:gd name="connsiteY8" fmla="*/ 71438 h 233363"/>
                <a:gd name="connsiteX9" fmla="*/ 269081 w 519112"/>
                <a:gd name="connsiteY9" fmla="*/ 42863 h 233363"/>
                <a:gd name="connsiteX10" fmla="*/ 278606 w 519112"/>
                <a:gd name="connsiteY10" fmla="*/ 23813 h 233363"/>
                <a:gd name="connsiteX11" fmla="*/ 321469 w 519112"/>
                <a:gd name="connsiteY11" fmla="*/ 11907 h 233363"/>
                <a:gd name="connsiteX12" fmla="*/ 366712 w 519112"/>
                <a:gd name="connsiteY12" fmla="*/ 26194 h 233363"/>
                <a:gd name="connsiteX13" fmla="*/ 373856 w 519112"/>
                <a:gd name="connsiteY13" fmla="*/ 38100 h 233363"/>
                <a:gd name="connsiteX14" fmla="*/ 378619 w 519112"/>
                <a:gd name="connsiteY14" fmla="*/ 16669 h 233363"/>
                <a:gd name="connsiteX15" fmla="*/ 383381 w 519112"/>
                <a:gd name="connsiteY15" fmla="*/ 9525 h 233363"/>
                <a:gd name="connsiteX16" fmla="*/ 411956 w 519112"/>
                <a:gd name="connsiteY16" fmla="*/ 0 h 233363"/>
                <a:gd name="connsiteX17" fmla="*/ 454819 w 519112"/>
                <a:gd name="connsiteY17" fmla="*/ 2382 h 233363"/>
                <a:gd name="connsiteX18" fmla="*/ 466725 w 519112"/>
                <a:gd name="connsiteY18" fmla="*/ 21432 h 233363"/>
                <a:gd name="connsiteX19" fmla="*/ 495300 w 519112"/>
                <a:gd name="connsiteY19" fmla="*/ 28575 h 233363"/>
                <a:gd name="connsiteX20" fmla="*/ 514350 w 519112"/>
                <a:gd name="connsiteY20" fmla="*/ 38100 h 233363"/>
                <a:gd name="connsiteX21" fmla="*/ 516731 w 519112"/>
                <a:gd name="connsiteY21" fmla="*/ 47625 h 233363"/>
                <a:gd name="connsiteX22" fmla="*/ 519112 w 519112"/>
                <a:gd name="connsiteY22" fmla="*/ 80963 h 233363"/>
                <a:gd name="connsiteX23" fmla="*/ 511969 w 519112"/>
                <a:gd name="connsiteY23" fmla="*/ 88107 h 233363"/>
                <a:gd name="connsiteX24" fmla="*/ 483394 w 519112"/>
                <a:gd name="connsiteY24" fmla="*/ 95250 h 233363"/>
                <a:gd name="connsiteX25" fmla="*/ 478631 w 519112"/>
                <a:gd name="connsiteY25" fmla="*/ 152400 h 233363"/>
                <a:gd name="connsiteX26" fmla="*/ 450056 w 519112"/>
                <a:gd name="connsiteY26" fmla="*/ 154782 h 233363"/>
                <a:gd name="connsiteX27" fmla="*/ 423862 w 519112"/>
                <a:gd name="connsiteY27" fmla="*/ 147638 h 233363"/>
                <a:gd name="connsiteX28" fmla="*/ 416719 w 519112"/>
                <a:gd name="connsiteY28" fmla="*/ 152400 h 233363"/>
                <a:gd name="connsiteX29" fmla="*/ 402431 w 519112"/>
                <a:gd name="connsiteY29" fmla="*/ 169069 h 233363"/>
                <a:gd name="connsiteX30" fmla="*/ 392906 w 519112"/>
                <a:gd name="connsiteY30" fmla="*/ 183357 h 233363"/>
                <a:gd name="connsiteX31" fmla="*/ 354806 w 519112"/>
                <a:gd name="connsiteY31" fmla="*/ 200025 h 233363"/>
                <a:gd name="connsiteX32" fmla="*/ 335756 w 519112"/>
                <a:gd name="connsiteY32" fmla="*/ 202407 h 233363"/>
                <a:gd name="connsiteX33" fmla="*/ 323850 w 519112"/>
                <a:gd name="connsiteY33" fmla="*/ 188119 h 233363"/>
                <a:gd name="connsiteX34" fmla="*/ 311944 w 519112"/>
                <a:gd name="connsiteY34" fmla="*/ 200025 h 233363"/>
                <a:gd name="connsiteX35" fmla="*/ 290512 w 519112"/>
                <a:gd name="connsiteY35" fmla="*/ 211932 h 233363"/>
                <a:gd name="connsiteX36" fmla="*/ 269081 w 519112"/>
                <a:gd name="connsiteY36" fmla="*/ 214313 h 233363"/>
                <a:gd name="connsiteX37" fmla="*/ 235744 w 519112"/>
                <a:gd name="connsiteY37" fmla="*/ 219075 h 233363"/>
                <a:gd name="connsiteX38" fmla="*/ 188119 w 519112"/>
                <a:gd name="connsiteY38" fmla="*/ 211932 h 233363"/>
                <a:gd name="connsiteX39" fmla="*/ 183356 w 519112"/>
                <a:gd name="connsiteY39" fmla="*/ 202407 h 233363"/>
                <a:gd name="connsiteX40" fmla="*/ 173831 w 519112"/>
                <a:gd name="connsiteY40" fmla="*/ 211932 h 233363"/>
                <a:gd name="connsiteX41" fmla="*/ 130969 w 519112"/>
                <a:gd name="connsiteY41" fmla="*/ 233363 h 233363"/>
                <a:gd name="connsiteX42" fmla="*/ 73819 w 519112"/>
                <a:gd name="connsiteY42" fmla="*/ 202407 h 233363"/>
                <a:gd name="connsiteX43" fmla="*/ 69056 w 519112"/>
                <a:gd name="connsiteY43" fmla="*/ 190500 h 233363"/>
                <a:gd name="connsiteX44" fmla="*/ 66675 w 519112"/>
                <a:gd name="connsiteY44" fmla="*/ 197644 h 233363"/>
                <a:gd name="connsiteX45" fmla="*/ 57150 w 519112"/>
                <a:gd name="connsiteY45" fmla="*/ 207169 h 233363"/>
                <a:gd name="connsiteX46" fmla="*/ 47625 w 519112"/>
                <a:gd name="connsiteY46" fmla="*/ 209550 h 233363"/>
                <a:gd name="connsiteX47" fmla="*/ 30956 w 519112"/>
                <a:gd name="connsiteY47" fmla="*/ 211932 h 233363"/>
                <a:gd name="connsiteX48" fmla="*/ 19050 w 519112"/>
                <a:gd name="connsiteY48" fmla="*/ 209550 h 233363"/>
                <a:gd name="connsiteX49" fmla="*/ 0 w 519112"/>
                <a:gd name="connsiteY49" fmla="*/ 169069 h 233363"/>
                <a:gd name="connsiteX50" fmla="*/ 23812 w 519112"/>
                <a:gd name="connsiteY50" fmla="*/ 147638 h 233363"/>
                <a:gd name="connsiteX51" fmla="*/ 52930 w 519112"/>
                <a:gd name="connsiteY51" fmla="*/ 139316 h 233363"/>
                <a:gd name="connsiteX0" fmla="*/ 52930 w 519112"/>
                <a:gd name="connsiteY0" fmla="*/ 139316 h 233363"/>
                <a:gd name="connsiteX1" fmla="*/ 58793 w 519112"/>
                <a:gd name="connsiteY1" fmla="*/ 122429 h 233363"/>
                <a:gd name="connsiteX2" fmla="*/ 78450 w 519112"/>
                <a:gd name="connsiteY2" fmla="*/ 102959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2930 w 519112"/>
                <a:gd name="connsiteY52" fmla="*/ 139316 h 233363"/>
                <a:gd name="connsiteX0" fmla="*/ 52930 w 519112"/>
                <a:gd name="connsiteY0" fmla="*/ 139316 h 233363"/>
                <a:gd name="connsiteX1" fmla="*/ 58793 w 519112"/>
                <a:gd name="connsiteY1" fmla="*/ 122429 h 233363"/>
                <a:gd name="connsiteX2" fmla="*/ 78450 w 519112"/>
                <a:gd name="connsiteY2" fmla="*/ 102959 h 233363"/>
                <a:gd name="connsiteX3" fmla="*/ 110269 w 519112"/>
                <a:gd name="connsiteY3" fmla="*/ 105404 h 233363"/>
                <a:gd name="connsiteX4" fmla="*/ 126206 w 519112"/>
                <a:gd name="connsiteY4" fmla="*/ 116682 h 233363"/>
                <a:gd name="connsiteX5" fmla="*/ 133350 w 519112"/>
                <a:gd name="connsiteY5" fmla="*/ 119063 h 233363"/>
                <a:gd name="connsiteX6" fmla="*/ 140494 w 519112"/>
                <a:gd name="connsiteY6" fmla="*/ 123825 h 233363"/>
                <a:gd name="connsiteX7" fmla="*/ 142875 w 519112"/>
                <a:gd name="connsiteY7" fmla="*/ 114300 h 233363"/>
                <a:gd name="connsiteX8" fmla="*/ 204787 w 519112"/>
                <a:gd name="connsiteY8" fmla="*/ 107157 h 233363"/>
                <a:gd name="connsiteX9" fmla="*/ 211931 w 519112"/>
                <a:gd name="connsiteY9" fmla="*/ 102394 h 233363"/>
                <a:gd name="connsiteX10" fmla="*/ 226219 w 519112"/>
                <a:gd name="connsiteY10" fmla="*/ 71438 h 233363"/>
                <a:gd name="connsiteX11" fmla="*/ 269081 w 519112"/>
                <a:gd name="connsiteY11" fmla="*/ 42863 h 233363"/>
                <a:gd name="connsiteX12" fmla="*/ 278606 w 519112"/>
                <a:gd name="connsiteY12" fmla="*/ 23813 h 233363"/>
                <a:gd name="connsiteX13" fmla="*/ 321469 w 519112"/>
                <a:gd name="connsiteY13" fmla="*/ 11907 h 233363"/>
                <a:gd name="connsiteX14" fmla="*/ 366712 w 519112"/>
                <a:gd name="connsiteY14" fmla="*/ 26194 h 233363"/>
                <a:gd name="connsiteX15" fmla="*/ 373856 w 519112"/>
                <a:gd name="connsiteY15" fmla="*/ 38100 h 233363"/>
                <a:gd name="connsiteX16" fmla="*/ 378619 w 519112"/>
                <a:gd name="connsiteY16" fmla="*/ 16669 h 233363"/>
                <a:gd name="connsiteX17" fmla="*/ 383381 w 519112"/>
                <a:gd name="connsiteY17" fmla="*/ 9525 h 233363"/>
                <a:gd name="connsiteX18" fmla="*/ 411956 w 519112"/>
                <a:gd name="connsiteY18" fmla="*/ 0 h 233363"/>
                <a:gd name="connsiteX19" fmla="*/ 454819 w 519112"/>
                <a:gd name="connsiteY19" fmla="*/ 2382 h 233363"/>
                <a:gd name="connsiteX20" fmla="*/ 466725 w 519112"/>
                <a:gd name="connsiteY20" fmla="*/ 21432 h 233363"/>
                <a:gd name="connsiteX21" fmla="*/ 495300 w 519112"/>
                <a:gd name="connsiteY21" fmla="*/ 28575 h 233363"/>
                <a:gd name="connsiteX22" fmla="*/ 514350 w 519112"/>
                <a:gd name="connsiteY22" fmla="*/ 38100 h 233363"/>
                <a:gd name="connsiteX23" fmla="*/ 516731 w 519112"/>
                <a:gd name="connsiteY23" fmla="*/ 47625 h 233363"/>
                <a:gd name="connsiteX24" fmla="*/ 519112 w 519112"/>
                <a:gd name="connsiteY24" fmla="*/ 80963 h 233363"/>
                <a:gd name="connsiteX25" fmla="*/ 511969 w 519112"/>
                <a:gd name="connsiteY25" fmla="*/ 88107 h 233363"/>
                <a:gd name="connsiteX26" fmla="*/ 483394 w 519112"/>
                <a:gd name="connsiteY26" fmla="*/ 95250 h 233363"/>
                <a:gd name="connsiteX27" fmla="*/ 478631 w 519112"/>
                <a:gd name="connsiteY27" fmla="*/ 152400 h 233363"/>
                <a:gd name="connsiteX28" fmla="*/ 450056 w 519112"/>
                <a:gd name="connsiteY28" fmla="*/ 154782 h 233363"/>
                <a:gd name="connsiteX29" fmla="*/ 423862 w 519112"/>
                <a:gd name="connsiteY29" fmla="*/ 147638 h 233363"/>
                <a:gd name="connsiteX30" fmla="*/ 416719 w 519112"/>
                <a:gd name="connsiteY30" fmla="*/ 152400 h 233363"/>
                <a:gd name="connsiteX31" fmla="*/ 402431 w 519112"/>
                <a:gd name="connsiteY31" fmla="*/ 169069 h 233363"/>
                <a:gd name="connsiteX32" fmla="*/ 392906 w 519112"/>
                <a:gd name="connsiteY32" fmla="*/ 183357 h 233363"/>
                <a:gd name="connsiteX33" fmla="*/ 354806 w 519112"/>
                <a:gd name="connsiteY33" fmla="*/ 200025 h 233363"/>
                <a:gd name="connsiteX34" fmla="*/ 335756 w 519112"/>
                <a:gd name="connsiteY34" fmla="*/ 202407 h 233363"/>
                <a:gd name="connsiteX35" fmla="*/ 323850 w 519112"/>
                <a:gd name="connsiteY35" fmla="*/ 188119 h 233363"/>
                <a:gd name="connsiteX36" fmla="*/ 311944 w 519112"/>
                <a:gd name="connsiteY36" fmla="*/ 200025 h 233363"/>
                <a:gd name="connsiteX37" fmla="*/ 290512 w 519112"/>
                <a:gd name="connsiteY37" fmla="*/ 211932 h 233363"/>
                <a:gd name="connsiteX38" fmla="*/ 269081 w 519112"/>
                <a:gd name="connsiteY38" fmla="*/ 214313 h 233363"/>
                <a:gd name="connsiteX39" fmla="*/ 235744 w 519112"/>
                <a:gd name="connsiteY39" fmla="*/ 219075 h 233363"/>
                <a:gd name="connsiteX40" fmla="*/ 188119 w 519112"/>
                <a:gd name="connsiteY40" fmla="*/ 211932 h 233363"/>
                <a:gd name="connsiteX41" fmla="*/ 183356 w 519112"/>
                <a:gd name="connsiteY41" fmla="*/ 202407 h 233363"/>
                <a:gd name="connsiteX42" fmla="*/ 173831 w 519112"/>
                <a:gd name="connsiteY42" fmla="*/ 211932 h 233363"/>
                <a:gd name="connsiteX43" fmla="*/ 130969 w 519112"/>
                <a:gd name="connsiteY43" fmla="*/ 233363 h 233363"/>
                <a:gd name="connsiteX44" fmla="*/ 73819 w 519112"/>
                <a:gd name="connsiteY44" fmla="*/ 202407 h 233363"/>
                <a:gd name="connsiteX45" fmla="*/ 69056 w 519112"/>
                <a:gd name="connsiteY45" fmla="*/ 190500 h 233363"/>
                <a:gd name="connsiteX46" fmla="*/ 66675 w 519112"/>
                <a:gd name="connsiteY46" fmla="*/ 197644 h 233363"/>
                <a:gd name="connsiteX47" fmla="*/ 57150 w 519112"/>
                <a:gd name="connsiteY47" fmla="*/ 207169 h 233363"/>
                <a:gd name="connsiteX48" fmla="*/ 47625 w 519112"/>
                <a:gd name="connsiteY48" fmla="*/ 209550 h 233363"/>
                <a:gd name="connsiteX49" fmla="*/ 30956 w 519112"/>
                <a:gd name="connsiteY49" fmla="*/ 211932 h 233363"/>
                <a:gd name="connsiteX50" fmla="*/ 19050 w 519112"/>
                <a:gd name="connsiteY50" fmla="*/ 209550 h 233363"/>
                <a:gd name="connsiteX51" fmla="*/ 0 w 519112"/>
                <a:gd name="connsiteY51" fmla="*/ 169069 h 233363"/>
                <a:gd name="connsiteX52" fmla="*/ 23812 w 519112"/>
                <a:gd name="connsiteY52" fmla="*/ 147638 h 233363"/>
                <a:gd name="connsiteX53" fmla="*/ 52930 w 519112"/>
                <a:gd name="connsiteY53" fmla="*/ 139316 h 233363"/>
                <a:gd name="connsiteX0" fmla="*/ 52930 w 519112"/>
                <a:gd name="connsiteY0" fmla="*/ 139316 h 233363"/>
                <a:gd name="connsiteX1" fmla="*/ 58793 w 519112"/>
                <a:gd name="connsiteY1" fmla="*/ 122429 h 233363"/>
                <a:gd name="connsiteX2" fmla="*/ 78450 w 519112"/>
                <a:gd name="connsiteY2" fmla="*/ 102959 h 233363"/>
                <a:gd name="connsiteX3" fmla="*/ 110269 w 519112"/>
                <a:gd name="connsiteY3" fmla="*/ 105404 h 233363"/>
                <a:gd name="connsiteX4" fmla="*/ 126206 w 519112"/>
                <a:gd name="connsiteY4" fmla="*/ 116682 h 233363"/>
                <a:gd name="connsiteX5" fmla="*/ 133350 w 519112"/>
                <a:gd name="connsiteY5" fmla="*/ 119063 h 233363"/>
                <a:gd name="connsiteX6" fmla="*/ 140494 w 519112"/>
                <a:gd name="connsiteY6" fmla="*/ 123825 h 233363"/>
                <a:gd name="connsiteX7" fmla="*/ 142875 w 519112"/>
                <a:gd name="connsiteY7" fmla="*/ 114300 h 233363"/>
                <a:gd name="connsiteX8" fmla="*/ 204787 w 519112"/>
                <a:gd name="connsiteY8" fmla="*/ 107157 h 233363"/>
                <a:gd name="connsiteX9" fmla="*/ 211931 w 519112"/>
                <a:gd name="connsiteY9" fmla="*/ 102394 h 233363"/>
                <a:gd name="connsiteX10" fmla="*/ 226219 w 519112"/>
                <a:gd name="connsiteY10" fmla="*/ 71438 h 233363"/>
                <a:gd name="connsiteX11" fmla="*/ 269081 w 519112"/>
                <a:gd name="connsiteY11" fmla="*/ 42863 h 233363"/>
                <a:gd name="connsiteX12" fmla="*/ 278606 w 519112"/>
                <a:gd name="connsiteY12" fmla="*/ 23813 h 233363"/>
                <a:gd name="connsiteX13" fmla="*/ 321469 w 519112"/>
                <a:gd name="connsiteY13" fmla="*/ 11907 h 233363"/>
                <a:gd name="connsiteX14" fmla="*/ 366712 w 519112"/>
                <a:gd name="connsiteY14" fmla="*/ 26194 h 233363"/>
                <a:gd name="connsiteX15" fmla="*/ 373856 w 519112"/>
                <a:gd name="connsiteY15" fmla="*/ 38100 h 233363"/>
                <a:gd name="connsiteX16" fmla="*/ 378619 w 519112"/>
                <a:gd name="connsiteY16" fmla="*/ 16669 h 233363"/>
                <a:gd name="connsiteX17" fmla="*/ 383381 w 519112"/>
                <a:gd name="connsiteY17" fmla="*/ 9525 h 233363"/>
                <a:gd name="connsiteX18" fmla="*/ 411956 w 519112"/>
                <a:gd name="connsiteY18" fmla="*/ 0 h 233363"/>
                <a:gd name="connsiteX19" fmla="*/ 454819 w 519112"/>
                <a:gd name="connsiteY19" fmla="*/ 2382 h 233363"/>
                <a:gd name="connsiteX20" fmla="*/ 466725 w 519112"/>
                <a:gd name="connsiteY20" fmla="*/ 21432 h 233363"/>
                <a:gd name="connsiteX21" fmla="*/ 495300 w 519112"/>
                <a:gd name="connsiteY21" fmla="*/ 28575 h 233363"/>
                <a:gd name="connsiteX22" fmla="*/ 514350 w 519112"/>
                <a:gd name="connsiteY22" fmla="*/ 38100 h 233363"/>
                <a:gd name="connsiteX23" fmla="*/ 516731 w 519112"/>
                <a:gd name="connsiteY23" fmla="*/ 47625 h 233363"/>
                <a:gd name="connsiteX24" fmla="*/ 519112 w 519112"/>
                <a:gd name="connsiteY24" fmla="*/ 80963 h 233363"/>
                <a:gd name="connsiteX25" fmla="*/ 511969 w 519112"/>
                <a:gd name="connsiteY25" fmla="*/ 88107 h 233363"/>
                <a:gd name="connsiteX26" fmla="*/ 483394 w 519112"/>
                <a:gd name="connsiteY26" fmla="*/ 95250 h 233363"/>
                <a:gd name="connsiteX27" fmla="*/ 478631 w 519112"/>
                <a:gd name="connsiteY27" fmla="*/ 152400 h 233363"/>
                <a:gd name="connsiteX28" fmla="*/ 450056 w 519112"/>
                <a:gd name="connsiteY28" fmla="*/ 154782 h 233363"/>
                <a:gd name="connsiteX29" fmla="*/ 423862 w 519112"/>
                <a:gd name="connsiteY29" fmla="*/ 147638 h 233363"/>
                <a:gd name="connsiteX30" fmla="*/ 416719 w 519112"/>
                <a:gd name="connsiteY30" fmla="*/ 152400 h 233363"/>
                <a:gd name="connsiteX31" fmla="*/ 402431 w 519112"/>
                <a:gd name="connsiteY31" fmla="*/ 169069 h 233363"/>
                <a:gd name="connsiteX32" fmla="*/ 392906 w 519112"/>
                <a:gd name="connsiteY32" fmla="*/ 183357 h 233363"/>
                <a:gd name="connsiteX33" fmla="*/ 354806 w 519112"/>
                <a:gd name="connsiteY33" fmla="*/ 200025 h 233363"/>
                <a:gd name="connsiteX34" fmla="*/ 335756 w 519112"/>
                <a:gd name="connsiteY34" fmla="*/ 202407 h 233363"/>
                <a:gd name="connsiteX35" fmla="*/ 323850 w 519112"/>
                <a:gd name="connsiteY35" fmla="*/ 188119 h 233363"/>
                <a:gd name="connsiteX36" fmla="*/ 311944 w 519112"/>
                <a:gd name="connsiteY36" fmla="*/ 200025 h 233363"/>
                <a:gd name="connsiteX37" fmla="*/ 290512 w 519112"/>
                <a:gd name="connsiteY37" fmla="*/ 211932 h 233363"/>
                <a:gd name="connsiteX38" fmla="*/ 269081 w 519112"/>
                <a:gd name="connsiteY38" fmla="*/ 214313 h 233363"/>
                <a:gd name="connsiteX39" fmla="*/ 235744 w 519112"/>
                <a:gd name="connsiteY39" fmla="*/ 219075 h 233363"/>
                <a:gd name="connsiteX40" fmla="*/ 188119 w 519112"/>
                <a:gd name="connsiteY40" fmla="*/ 211932 h 233363"/>
                <a:gd name="connsiteX41" fmla="*/ 183356 w 519112"/>
                <a:gd name="connsiteY41" fmla="*/ 202407 h 233363"/>
                <a:gd name="connsiteX42" fmla="*/ 173831 w 519112"/>
                <a:gd name="connsiteY42" fmla="*/ 211932 h 233363"/>
                <a:gd name="connsiteX43" fmla="*/ 130969 w 519112"/>
                <a:gd name="connsiteY43" fmla="*/ 233363 h 233363"/>
                <a:gd name="connsiteX44" fmla="*/ 73819 w 519112"/>
                <a:gd name="connsiteY44" fmla="*/ 202407 h 233363"/>
                <a:gd name="connsiteX45" fmla="*/ 69056 w 519112"/>
                <a:gd name="connsiteY45" fmla="*/ 190500 h 233363"/>
                <a:gd name="connsiteX46" fmla="*/ 66675 w 519112"/>
                <a:gd name="connsiteY46" fmla="*/ 197644 h 233363"/>
                <a:gd name="connsiteX47" fmla="*/ 57150 w 519112"/>
                <a:gd name="connsiteY47" fmla="*/ 207169 h 233363"/>
                <a:gd name="connsiteX48" fmla="*/ 47625 w 519112"/>
                <a:gd name="connsiteY48" fmla="*/ 209550 h 233363"/>
                <a:gd name="connsiteX49" fmla="*/ 30956 w 519112"/>
                <a:gd name="connsiteY49" fmla="*/ 211932 h 233363"/>
                <a:gd name="connsiteX50" fmla="*/ 19050 w 519112"/>
                <a:gd name="connsiteY50" fmla="*/ 209550 h 233363"/>
                <a:gd name="connsiteX51" fmla="*/ 0 w 519112"/>
                <a:gd name="connsiteY51" fmla="*/ 169069 h 233363"/>
                <a:gd name="connsiteX52" fmla="*/ 27489 w 519112"/>
                <a:gd name="connsiteY52" fmla="*/ 137782 h 233363"/>
                <a:gd name="connsiteX53" fmla="*/ 52930 w 519112"/>
                <a:gd name="connsiteY53" fmla="*/ 139316 h 233363"/>
                <a:gd name="connsiteX0" fmla="*/ 52930 w 519112"/>
                <a:gd name="connsiteY0" fmla="*/ 139316 h 233363"/>
                <a:gd name="connsiteX1" fmla="*/ 58793 w 519112"/>
                <a:gd name="connsiteY1" fmla="*/ 122429 h 233363"/>
                <a:gd name="connsiteX2" fmla="*/ 78450 w 519112"/>
                <a:gd name="connsiteY2" fmla="*/ 102959 h 233363"/>
                <a:gd name="connsiteX3" fmla="*/ 110269 w 519112"/>
                <a:gd name="connsiteY3" fmla="*/ 105404 h 233363"/>
                <a:gd name="connsiteX4" fmla="*/ 126206 w 519112"/>
                <a:gd name="connsiteY4" fmla="*/ 116682 h 233363"/>
                <a:gd name="connsiteX5" fmla="*/ 133350 w 519112"/>
                <a:gd name="connsiteY5" fmla="*/ 119063 h 233363"/>
                <a:gd name="connsiteX6" fmla="*/ 140494 w 519112"/>
                <a:gd name="connsiteY6" fmla="*/ 123825 h 233363"/>
                <a:gd name="connsiteX7" fmla="*/ 142875 w 519112"/>
                <a:gd name="connsiteY7" fmla="*/ 114300 h 233363"/>
                <a:gd name="connsiteX8" fmla="*/ 204787 w 519112"/>
                <a:gd name="connsiteY8" fmla="*/ 107157 h 233363"/>
                <a:gd name="connsiteX9" fmla="*/ 211931 w 519112"/>
                <a:gd name="connsiteY9" fmla="*/ 102394 h 233363"/>
                <a:gd name="connsiteX10" fmla="*/ 226219 w 519112"/>
                <a:gd name="connsiteY10" fmla="*/ 71438 h 233363"/>
                <a:gd name="connsiteX11" fmla="*/ 269081 w 519112"/>
                <a:gd name="connsiteY11" fmla="*/ 42863 h 233363"/>
                <a:gd name="connsiteX12" fmla="*/ 278606 w 519112"/>
                <a:gd name="connsiteY12" fmla="*/ 23813 h 233363"/>
                <a:gd name="connsiteX13" fmla="*/ 321469 w 519112"/>
                <a:gd name="connsiteY13" fmla="*/ 11907 h 233363"/>
                <a:gd name="connsiteX14" fmla="*/ 366712 w 519112"/>
                <a:gd name="connsiteY14" fmla="*/ 26194 h 233363"/>
                <a:gd name="connsiteX15" fmla="*/ 373856 w 519112"/>
                <a:gd name="connsiteY15" fmla="*/ 38100 h 233363"/>
                <a:gd name="connsiteX16" fmla="*/ 378619 w 519112"/>
                <a:gd name="connsiteY16" fmla="*/ 16669 h 233363"/>
                <a:gd name="connsiteX17" fmla="*/ 383381 w 519112"/>
                <a:gd name="connsiteY17" fmla="*/ 9525 h 233363"/>
                <a:gd name="connsiteX18" fmla="*/ 411956 w 519112"/>
                <a:gd name="connsiteY18" fmla="*/ 0 h 233363"/>
                <a:gd name="connsiteX19" fmla="*/ 454819 w 519112"/>
                <a:gd name="connsiteY19" fmla="*/ 2382 h 233363"/>
                <a:gd name="connsiteX20" fmla="*/ 466725 w 519112"/>
                <a:gd name="connsiteY20" fmla="*/ 21432 h 233363"/>
                <a:gd name="connsiteX21" fmla="*/ 495300 w 519112"/>
                <a:gd name="connsiteY21" fmla="*/ 28575 h 233363"/>
                <a:gd name="connsiteX22" fmla="*/ 514350 w 519112"/>
                <a:gd name="connsiteY22" fmla="*/ 38100 h 233363"/>
                <a:gd name="connsiteX23" fmla="*/ 516731 w 519112"/>
                <a:gd name="connsiteY23" fmla="*/ 47625 h 233363"/>
                <a:gd name="connsiteX24" fmla="*/ 519112 w 519112"/>
                <a:gd name="connsiteY24" fmla="*/ 80963 h 233363"/>
                <a:gd name="connsiteX25" fmla="*/ 511969 w 519112"/>
                <a:gd name="connsiteY25" fmla="*/ 88107 h 233363"/>
                <a:gd name="connsiteX26" fmla="*/ 483394 w 519112"/>
                <a:gd name="connsiteY26" fmla="*/ 95250 h 233363"/>
                <a:gd name="connsiteX27" fmla="*/ 478631 w 519112"/>
                <a:gd name="connsiteY27" fmla="*/ 152400 h 233363"/>
                <a:gd name="connsiteX28" fmla="*/ 450056 w 519112"/>
                <a:gd name="connsiteY28" fmla="*/ 154782 h 233363"/>
                <a:gd name="connsiteX29" fmla="*/ 423862 w 519112"/>
                <a:gd name="connsiteY29" fmla="*/ 147638 h 233363"/>
                <a:gd name="connsiteX30" fmla="*/ 416719 w 519112"/>
                <a:gd name="connsiteY30" fmla="*/ 152400 h 233363"/>
                <a:gd name="connsiteX31" fmla="*/ 402431 w 519112"/>
                <a:gd name="connsiteY31" fmla="*/ 169069 h 233363"/>
                <a:gd name="connsiteX32" fmla="*/ 392906 w 519112"/>
                <a:gd name="connsiteY32" fmla="*/ 183357 h 233363"/>
                <a:gd name="connsiteX33" fmla="*/ 354806 w 519112"/>
                <a:gd name="connsiteY33" fmla="*/ 200025 h 233363"/>
                <a:gd name="connsiteX34" fmla="*/ 335756 w 519112"/>
                <a:gd name="connsiteY34" fmla="*/ 202407 h 233363"/>
                <a:gd name="connsiteX35" fmla="*/ 323850 w 519112"/>
                <a:gd name="connsiteY35" fmla="*/ 188119 h 233363"/>
                <a:gd name="connsiteX36" fmla="*/ 311944 w 519112"/>
                <a:gd name="connsiteY36" fmla="*/ 200025 h 233363"/>
                <a:gd name="connsiteX37" fmla="*/ 290512 w 519112"/>
                <a:gd name="connsiteY37" fmla="*/ 211932 h 233363"/>
                <a:gd name="connsiteX38" fmla="*/ 269081 w 519112"/>
                <a:gd name="connsiteY38" fmla="*/ 214313 h 233363"/>
                <a:gd name="connsiteX39" fmla="*/ 235744 w 519112"/>
                <a:gd name="connsiteY39" fmla="*/ 219075 h 233363"/>
                <a:gd name="connsiteX40" fmla="*/ 188119 w 519112"/>
                <a:gd name="connsiteY40" fmla="*/ 211932 h 233363"/>
                <a:gd name="connsiteX41" fmla="*/ 183356 w 519112"/>
                <a:gd name="connsiteY41" fmla="*/ 202407 h 233363"/>
                <a:gd name="connsiteX42" fmla="*/ 173831 w 519112"/>
                <a:gd name="connsiteY42" fmla="*/ 211932 h 233363"/>
                <a:gd name="connsiteX43" fmla="*/ 130969 w 519112"/>
                <a:gd name="connsiteY43" fmla="*/ 233363 h 233363"/>
                <a:gd name="connsiteX44" fmla="*/ 73819 w 519112"/>
                <a:gd name="connsiteY44" fmla="*/ 202407 h 233363"/>
                <a:gd name="connsiteX45" fmla="*/ 69056 w 519112"/>
                <a:gd name="connsiteY45" fmla="*/ 190500 h 233363"/>
                <a:gd name="connsiteX46" fmla="*/ 66675 w 519112"/>
                <a:gd name="connsiteY46" fmla="*/ 197644 h 233363"/>
                <a:gd name="connsiteX47" fmla="*/ 57150 w 519112"/>
                <a:gd name="connsiteY47" fmla="*/ 207169 h 233363"/>
                <a:gd name="connsiteX48" fmla="*/ 47625 w 519112"/>
                <a:gd name="connsiteY48" fmla="*/ 209550 h 233363"/>
                <a:gd name="connsiteX49" fmla="*/ 30956 w 519112"/>
                <a:gd name="connsiteY49" fmla="*/ 211932 h 233363"/>
                <a:gd name="connsiteX50" fmla="*/ 19050 w 519112"/>
                <a:gd name="connsiteY50" fmla="*/ 209550 h 233363"/>
                <a:gd name="connsiteX51" fmla="*/ 0 w 519112"/>
                <a:gd name="connsiteY51" fmla="*/ 169069 h 233363"/>
                <a:gd name="connsiteX52" fmla="*/ 30247 w 519112"/>
                <a:gd name="connsiteY52" fmla="*/ 134198 h 233363"/>
                <a:gd name="connsiteX53" fmla="*/ 52930 w 519112"/>
                <a:gd name="connsiteY53" fmla="*/ 139316 h 233363"/>
                <a:gd name="connsiteX0" fmla="*/ 52930 w 519112"/>
                <a:gd name="connsiteY0" fmla="*/ 139316 h 233363"/>
                <a:gd name="connsiteX1" fmla="*/ 58793 w 519112"/>
                <a:gd name="connsiteY1" fmla="*/ 122429 h 233363"/>
                <a:gd name="connsiteX2" fmla="*/ 78450 w 519112"/>
                <a:gd name="connsiteY2" fmla="*/ 102959 h 233363"/>
                <a:gd name="connsiteX3" fmla="*/ 110269 w 519112"/>
                <a:gd name="connsiteY3" fmla="*/ 105404 h 233363"/>
                <a:gd name="connsiteX4" fmla="*/ 126206 w 519112"/>
                <a:gd name="connsiteY4" fmla="*/ 116682 h 233363"/>
                <a:gd name="connsiteX5" fmla="*/ 133350 w 519112"/>
                <a:gd name="connsiteY5" fmla="*/ 119063 h 233363"/>
                <a:gd name="connsiteX6" fmla="*/ 140494 w 519112"/>
                <a:gd name="connsiteY6" fmla="*/ 123825 h 233363"/>
                <a:gd name="connsiteX7" fmla="*/ 142875 w 519112"/>
                <a:gd name="connsiteY7" fmla="*/ 114300 h 233363"/>
                <a:gd name="connsiteX8" fmla="*/ 204787 w 519112"/>
                <a:gd name="connsiteY8" fmla="*/ 107157 h 233363"/>
                <a:gd name="connsiteX9" fmla="*/ 211931 w 519112"/>
                <a:gd name="connsiteY9" fmla="*/ 102394 h 233363"/>
                <a:gd name="connsiteX10" fmla="*/ 226219 w 519112"/>
                <a:gd name="connsiteY10" fmla="*/ 71438 h 233363"/>
                <a:gd name="connsiteX11" fmla="*/ 269081 w 519112"/>
                <a:gd name="connsiteY11" fmla="*/ 42863 h 233363"/>
                <a:gd name="connsiteX12" fmla="*/ 278606 w 519112"/>
                <a:gd name="connsiteY12" fmla="*/ 23813 h 233363"/>
                <a:gd name="connsiteX13" fmla="*/ 321469 w 519112"/>
                <a:gd name="connsiteY13" fmla="*/ 11907 h 233363"/>
                <a:gd name="connsiteX14" fmla="*/ 366712 w 519112"/>
                <a:gd name="connsiteY14" fmla="*/ 26194 h 233363"/>
                <a:gd name="connsiteX15" fmla="*/ 373856 w 519112"/>
                <a:gd name="connsiteY15" fmla="*/ 38100 h 233363"/>
                <a:gd name="connsiteX16" fmla="*/ 378619 w 519112"/>
                <a:gd name="connsiteY16" fmla="*/ 16669 h 233363"/>
                <a:gd name="connsiteX17" fmla="*/ 383381 w 519112"/>
                <a:gd name="connsiteY17" fmla="*/ 9525 h 233363"/>
                <a:gd name="connsiteX18" fmla="*/ 411956 w 519112"/>
                <a:gd name="connsiteY18" fmla="*/ 0 h 233363"/>
                <a:gd name="connsiteX19" fmla="*/ 454819 w 519112"/>
                <a:gd name="connsiteY19" fmla="*/ 2382 h 233363"/>
                <a:gd name="connsiteX20" fmla="*/ 466725 w 519112"/>
                <a:gd name="connsiteY20" fmla="*/ 21432 h 233363"/>
                <a:gd name="connsiteX21" fmla="*/ 495300 w 519112"/>
                <a:gd name="connsiteY21" fmla="*/ 28575 h 233363"/>
                <a:gd name="connsiteX22" fmla="*/ 514350 w 519112"/>
                <a:gd name="connsiteY22" fmla="*/ 38100 h 233363"/>
                <a:gd name="connsiteX23" fmla="*/ 516731 w 519112"/>
                <a:gd name="connsiteY23" fmla="*/ 47625 h 233363"/>
                <a:gd name="connsiteX24" fmla="*/ 519112 w 519112"/>
                <a:gd name="connsiteY24" fmla="*/ 80963 h 233363"/>
                <a:gd name="connsiteX25" fmla="*/ 511969 w 519112"/>
                <a:gd name="connsiteY25" fmla="*/ 88107 h 233363"/>
                <a:gd name="connsiteX26" fmla="*/ 483394 w 519112"/>
                <a:gd name="connsiteY26" fmla="*/ 95250 h 233363"/>
                <a:gd name="connsiteX27" fmla="*/ 478631 w 519112"/>
                <a:gd name="connsiteY27" fmla="*/ 152400 h 233363"/>
                <a:gd name="connsiteX28" fmla="*/ 450056 w 519112"/>
                <a:gd name="connsiteY28" fmla="*/ 154782 h 233363"/>
                <a:gd name="connsiteX29" fmla="*/ 423862 w 519112"/>
                <a:gd name="connsiteY29" fmla="*/ 147638 h 233363"/>
                <a:gd name="connsiteX30" fmla="*/ 416719 w 519112"/>
                <a:gd name="connsiteY30" fmla="*/ 152400 h 233363"/>
                <a:gd name="connsiteX31" fmla="*/ 402431 w 519112"/>
                <a:gd name="connsiteY31" fmla="*/ 169069 h 233363"/>
                <a:gd name="connsiteX32" fmla="*/ 392906 w 519112"/>
                <a:gd name="connsiteY32" fmla="*/ 183357 h 233363"/>
                <a:gd name="connsiteX33" fmla="*/ 354806 w 519112"/>
                <a:gd name="connsiteY33" fmla="*/ 200025 h 233363"/>
                <a:gd name="connsiteX34" fmla="*/ 335756 w 519112"/>
                <a:gd name="connsiteY34" fmla="*/ 202407 h 233363"/>
                <a:gd name="connsiteX35" fmla="*/ 323850 w 519112"/>
                <a:gd name="connsiteY35" fmla="*/ 188119 h 233363"/>
                <a:gd name="connsiteX36" fmla="*/ 311944 w 519112"/>
                <a:gd name="connsiteY36" fmla="*/ 200025 h 233363"/>
                <a:gd name="connsiteX37" fmla="*/ 290512 w 519112"/>
                <a:gd name="connsiteY37" fmla="*/ 211932 h 233363"/>
                <a:gd name="connsiteX38" fmla="*/ 269081 w 519112"/>
                <a:gd name="connsiteY38" fmla="*/ 214313 h 233363"/>
                <a:gd name="connsiteX39" fmla="*/ 235744 w 519112"/>
                <a:gd name="connsiteY39" fmla="*/ 219075 h 233363"/>
                <a:gd name="connsiteX40" fmla="*/ 188119 w 519112"/>
                <a:gd name="connsiteY40" fmla="*/ 211932 h 233363"/>
                <a:gd name="connsiteX41" fmla="*/ 183356 w 519112"/>
                <a:gd name="connsiteY41" fmla="*/ 202407 h 233363"/>
                <a:gd name="connsiteX42" fmla="*/ 173831 w 519112"/>
                <a:gd name="connsiteY42" fmla="*/ 211932 h 233363"/>
                <a:gd name="connsiteX43" fmla="*/ 130969 w 519112"/>
                <a:gd name="connsiteY43" fmla="*/ 233363 h 233363"/>
                <a:gd name="connsiteX44" fmla="*/ 73819 w 519112"/>
                <a:gd name="connsiteY44" fmla="*/ 202407 h 233363"/>
                <a:gd name="connsiteX45" fmla="*/ 69056 w 519112"/>
                <a:gd name="connsiteY45" fmla="*/ 190500 h 233363"/>
                <a:gd name="connsiteX46" fmla="*/ 66675 w 519112"/>
                <a:gd name="connsiteY46" fmla="*/ 197644 h 233363"/>
                <a:gd name="connsiteX47" fmla="*/ 57150 w 519112"/>
                <a:gd name="connsiteY47" fmla="*/ 207169 h 233363"/>
                <a:gd name="connsiteX48" fmla="*/ 47625 w 519112"/>
                <a:gd name="connsiteY48" fmla="*/ 209550 h 233363"/>
                <a:gd name="connsiteX49" fmla="*/ 30956 w 519112"/>
                <a:gd name="connsiteY49" fmla="*/ 211932 h 233363"/>
                <a:gd name="connsiteX50" fmla="*/ 19050 w 519112"/>
                <a:gd name="connsiteY50" fmla="*/ 209550 h 233363"/>
                <a:gd name="connsiteX51" fmla="*/ 0 w 519112"/>
                <a:gd name="connsiteY51" fmla="*/ 169069 h 233363"/>
                <a:gd name="connsiteX52" fmla="*/ 22893 w 519112"/>
                <a:gd name="connsiteY52" fmla="*/ 136886 h 233363"/>
                <a:gd name="connsiteX53" fmla="*/ 52930 w 519112"/>
                <a:gd name="connsiteY53" fmla="*/ 139316 h 233363"/>
                <a:gd name="connsiteX0" fmla="*/ 51091 w 517273"/>
                <a:gd name="connsiteY0" fmla="*/ 139316 h 233363"/>
                <a:gd name="connsiteX1" fmla="*/ 56954 w 517273"/>
                <a:gd name="connsiteY1" fmla="*/ 122429 h 233363"/>
                <a:gd name="connsiteX2" fmla="*/ 76611 w 517273"/>
                <a:gd name="connsiteY2" fmla="*/ 102959 h 233363"/>
                <a:gd name="connsiteX3" fmla="*/ 108430 w 517273"/>
                <a:gd name="connsiteY3" fmla="*/ 105404 h 233363"/>
                <a:gd name="connsiteX4" fmla="*/ 124367 w 517273"/>
                <a:gd name="connsiteY4" fmla="*/ 116682 h 233363"/>
                <a:gd name="connsiteX5" fmla="*/ 131511 w 517273"/>
                <a:gd name="connsiteY5" fmla="*/ 119063 h 233363"/>
                <a:gd name="connsiteX6" fmla="*/ 138655 w 517273"/>
                <a:gd name="connsiteY6" fmla="*/ 123825 h 233363"/>
                <a:gd name="connsiteX7" fmla="*/ 141036 w 517273"/>
                <a:gd name="connsiteY7" fmla="*/ 114300 h 233363"/>
                <a:gd name="connsiteX8" fmla="*/ 202948 w 517273"/>
                <a:gd name="connsiteY8" fmla="*/ 107157 h 233363"/>
                <a:gd name="connsiteX9" fmla="*/ 210092 w 517273"/>
                <a:gd name="connsiteY9" fmla="*/ 102394 h 233363"/>
                <a:gd name="connsiteX10" fmla="*/ 224380 w 517273"/>
                <a:gd name="connsiteY10" fmla="*/ 71438 h 233363"/>
                <a:gd name="connsiteX11" fmla="*/ 267242 w 517273"/>
                <a:gd name="connsiteY11" fmla="*/ 42863 h 233363"/>
                <a:gd name="connsiteX12" fmla="*/ 276767 w 517273"/>
                <a:gd name="connsiteY12" fmla="*/ 23813 h 233363"/>
                <a:gd name="connsiteX13" fmla="*/ 319630 w 517273"/>
                <a:gd name="connsiteY13" fmla="*/ 11907 h 233363"/>
                <a:gd name="connsiteX14" fmla="*/ 364873 w 517273"/>
                <a:gd name="connsiteY14" fmla="*/ 26194 h 233363"/>
                <a:gd name="connsiteX15" fmla="*/ 372017 w 517273"/>
                <a:gd name="connsiteY15" fmla="*/ 38100 h 233363"/>
                <a:gd name="connsiteX16" fmla="*/ 376780 w 517273"/>
                <a:gd name="connsiteY16" fmla="*/ 16669 h 233363"/>
                <a:gd name="connsiteX17" fmla="*/ 381542 w 517273"/>
                <a:gd name="connsiteY17" fmla="*/ 9525 h 233363"/>
                <a:gd name="connsiteX18" fmla="*/ 410117 w 517273"/>
                <a:gd name="connsiteY18" fmla="*/ 0 h 233363"/>
                <a:gd name="connsiteX19" fmla="*/ 452980 w 517273"/>
                <a:gd name="connsiteY19" fmla="*/ 2382 h 233363"/>
                <a:gd name="connsiteX20" fmla="*/ 464886 w 517273"/>
                <a:gd name="connsiteY20" fmla="*/ 21432 h 233363"/>
                <a:gd name="connsiteX21" fmla="*/ 493461 w 517273"/>
                <a:gd name="connsiteY21" fmla="*/ 28575 h 233363"/>
                <a:gd name="connsiteX22" fmla="*/ 512511 w 517273"/>
                <a:gd name="connsiteY22" fmla="*/ 38100 h 233363"/>
                <a:gd name="connsiteX23" fmla="*/ 514892 w 517273"/>
                <a:gd name="connsiteY23" fmla="*/ 47625 h 233363"/>
                <a:gd name="connsiteX24" fmla="*/ 517273 w 517273"/>
                <a:gd name="connsiteY24" fmla="*/ 80963 h 233363"/>
                <a:gd name="connsiteX25" fmla="*/ 510130 w 517273"/>
                <a:gd name="connsiteY25" fmla="*/ 88107 h 233363"/>
                <a:gd name="connsiteX26" fmla="*/ 481555 w 517273"/>
                <a:gd name="connsiteY26" fmla="*/ 95250 h 233363"/>
                <a:gd name="connsiteX27" fmla="*/ 476792 w 517273"/>
                <a:gd name="connsiteY27" fmla="*/ 152400 h 233363"/>
                <a:gd name="connsiteX28" fmla="*/ 448217 w 517273"/>
                <a:gd name="connsiteY28" fmla="*/ 154782 h 233363"/>
                <a:gd name="connsiteX29" fmla="*/ 422023 w 517273"/>
                <a:gd name="connsiteY29" fmla="*/ 147638 h 233363"/>
                <a:gd name="connsiteX30" fmla="*/ 414880 w 517273"/>
                <a:gd name="connsiteY30" fmla="*/ 152400 h 233363"/>
                <a:gd name="connsiteX31" fmla="*/ 400592 w 517273"/>
                <a:gd name="connsiteY31" fmla="*/ 169069 h 233363"/>
                <a:gd name="connsiteX32" fmla="*/ 391067 w 517273"/>
                <a:gd name="connsiteY32" fmla="*/ 183357 h 233363"/>
                <a:gd name="connsiteX33" fmla="*/ 352967 w 517273"/>
                <a:gd name="connsiteY33" fmla="*/ 200025 h 233363"/>
                <a:gd name="connsiteX34" fmla="*/ 333917 w 517273"/>
                <a:gd name="connsiteY34" fmla="*/ 202407 h 233363"/>
                <a:gd name="connsiteX35" fmla="*/ 322011 w 517273"/>
                <a:gd name="connsiteY35" fmla="*/ 188119 h 233363"/>
                <a:gd name="connsiteX36" fmla="*/ 310105 w 517273"/>
                <a:gd name="connsiteY36" fmla="*/ 200025 h 233363"/>
                <a:gd name="connsiteX37" fmla="*/ 288673 w 517273"/>
                <a:gd name="connsiteY37" fmla="*/ 211932 h 233363"/>
                <a:gd name="connsiteX38" fmla="*/ 267242 w 517273"/>
                <a:gd name="connsiteY38" fmla="*/ 214313 h 233363"/>
                <a:gd name="connsiteX39" fmla="*/ 233905 w 517273"/>
                <a:gd name="connsiteY39" fmla="*/ 219075 h 233363"/>
                <a:gd name="connsiteX40" fmla="*/ 186280 w 517273"/>
                <a:gd name="connsiteY40" fmla="*/ 211932 h 233363"/>
                <a:gd name="connsiteX41" fmla="*/ 181517 w 517273"/>
                <a:gd name="connsiteY41" fmla="*/ 202407 h 233363"/>
                <a:gd name="connsiteX42" fmla="*/ 171992 w 517273"/>
                <a:gd name="connsiteY42" fmla="*/ 211932 h 233363"/>
                <a:gd name="connsiteX43" fmla="*/ 129130 w 517273"/>
                <a:gd name="connsiteY43" fmla="*/ 233363 h 233363"/>
                <a:gd name="connsiteX44" fmla="*/ 71980 w 517273"/>
                <a:gd name="connsiteY44" fmla="*/ 202407 h 233363"/>
                <a:gd name="connsiteX45" fmla="*/ 67217 w 517273"/>
                <a:gd name="connsiteY45" fmla="*/ 190500 h 233363"/>
                <a:gd name="connsiteX46" fmla="*/ 64836 w 517273"/>
                <a:gd name="connsiteY46" fmla="*/ 197644 h 233363"/>
                <a:gd name="connsiteX47" fmla="*/ 55311 w 517273"/>
                <a:gd name="connsiteY47" fmla="*/ 207169 h 233363"/>
                <a:gd name="connsiteX48" fmla="*/ 45786 w 517273"/>
                <a:gd name="connsiteY48" fmla="*/ 209550 h 233363"/>
                <a:gd name="connsiteX49" fmla="*/ 29117 w 517273"/>
                <a:gd name="connsiteY49" fmla="*/ 211932 h 233363"/>
                <a:gd name="connsiteX50" fmla="*/ 17211 w 517273"/>
                <a:gd name="connsiteY50" fmla="*/ 209550 h 233363"/>
                <a:gd name="connsiteX51" fmla="*/ 0 w 517273"/>
                <a:gd name="connsiteY51" fmla="*/ 162797 h 233363"/>
                <a:gd name="connsiteX52" fmla="*/ 21054 w 517273"/>
                <a:gd name="connsiteY52" fmla="*/ 136886 h 233363"/>
                <a:gd name="connsiteX53" fmla="*/ 51091 w 517273"/>
                <a:gd name="connsiteY53" fmla="*/ 139316 h 233363"/>
                <a:gd name="connsiteX0" fmla="*/ 51091 w 517273"/>
                <a:gd name="connsiteY0" fmla="*/ 139316 h 233363"/>
                <a:gd name="connsiteX1" fmla="*/ 56954 w 517273"/>
                <a:gd name="connsiteY1" fmla="*/ 122429 h 233363"/>
                <a:gd name="connsiteX2" fmla="*/ 76611 w 517273"/>
                <a:gd name="connsiteY2" fmla="*/ 102959 h 233363"/>
                <a:gd name="connsiteX3" fmla="*/ 108430 w 517273"/>
                <a:gd name="connsiteY3" fmla="*/ 105404 h 233363"/>
                <a:gd name="connsiteX4" fmla="*/ 124367 w 517273"/>
                <a:gd name="connsiteY4" fmla="*/ 116682 h 233363"/>
                <a:gd name="connsiteX5" fmla="*/ 131511 w 517273"/>
                <a:gd name="connsiteY5" fmla="*/ 119063 h 233363"/>
                <a:gd name="connsiteX6" fmla="*/ 138655 w 517273"/>
                <a:gd name="connsiteY6" fmla="*/ 123825 h 233363"/>
                <a:gd name="connsiteX7" fmla="*/ 141036 w 517273"/>
                <a:gd name="connsiteY7" fmla="*/ 114300 h 233363"/>
                <a:gd name="connsiteX8" fmla="*/ 202948 w 517273"/>
                <a:gd name="connsiteY8" fmla="*/ 107157 h 233363"/>
                <a:gd name="connsiteX9" fmla="*/ 210092 w 517273"/>
                <a:gd name="connsiteY9" fmla="*/ 102394 h 233363"/>
                <a:gd name="connsiteX10" fmla="*/ 224380 w 517273"/>
                <a:gd name="connsiteY10" fmla="*/ 71438 h 233363"/>
                <a:gd name="connsiteX11" fmla="*/ 267242 w 517273"/>
                <a:gd name="connsiteY11" fmla="*/ 42863 h 233363"/>
                <a:gd name="connsiteX12" fmla="*/ 276767 w 517273"/>
                <a:gd name="connsiteY12" fmla="*/ 23813 h 233363"/>
                <a:gd name="connsiteX13" fmla="*/ 319630 w 517273"/>
                <a:gd name="connsiteY13" fmla="*/ 11907 h 233363"/>
                <a:gd name="connsiteX14" fmla="*/ 364873 w 517273"/>
                <a:gd name="connsiteY14" fmla="*/ 26194 h 233363"/>
                <a:gd name="connsiteX15" fmla="*/ 372017 w 517273"/>
                <a:gd name="connsiteY15" fmla="*/ 38100 h 233363"/>
                <a:gd name="connsiteX16" fmla="*/ 376780 w 517273"/>
                <a:gd name="connsiteY16" fmla="*/ 16669 h 233363"/>
                <a:gd name="connsiteX17" fmla="*/ 381542 w 517273"/>
                <a:gd name="connsiteY17" fmla="*/ 9525 h 233363"/>
                <a:gd name="connsiteX18" fmla="*/ 410117 w 517273"/>
                <a:gd name="connsiteY18" fmla="*/ 0 h 233363"/>
                <a:gd name="connsiteX19" fmla="*/ 452980 w 517273"/>
                <a:gd name="connsiteY19" fmla="*/ 2382 h 233363"/>
                <a:gd name="connsiteX20" fmla="*/ 464886 w 517273"/>
                <a:gd name="connsiteY20" fmla="*/ 21432 h 233363"/>
                <a:gd name="connsiteX21" fmla="*/ 493461 w 517273"/>
                <a:gd name="connsiteY21" fmla="*/ 28575 h 233363"/>
                <a:gd name="connsiteX22" fmla="*/ 512511 w 517273"/>
                <a:gd name="connsiteY22" fmla="*/ 38100 h 233363"/>
                <a:gd name="connsiteX23" fmla="*/ 514892 w 517273"/>
                <a:gd name="connsiteY23" fmla="*/ 47625 h 233363"/>
                <a:gd name="connsiteX24" fmla="*/ 517273 w 517273"/>
                <a:gd name="connsiteY24" fmla="*/ 80963 h 233363"/>
                <a:gd name="connsiteX25" fmla="*/ 510130 w 517273"/>
                <a:gd name="connsiteY25" fmla="*/ 88107 h 233363"/>
                <a:gd name="connsiteX26" fmla="*/ 481555 w 517273"/>
                <a:gd name="connsiteY26" fmla="*/ 95250 h 233363"/>
                <a:gd name="connsiteX27" fmla="*/ 476792 w 517273"/>
                <a:gd name="connsiteY27" fmla="*/ 152400 h 233363"/>
                <a:gd name="connsiteX28" fmla="*/ 448217 w 517273"/>
                <a:gd name="connsiteY28" fmla="*/ 154782 h 233363"/>
                <a:gd name="connsiteX29" fmla="*/ 422023 w 517273"/>
                <a:gd name="connsiteY29" fmla="*/ 147638 h 233363"/>
                <a:gd name="connsiteX30" fmla="*/ 414880 w 517273"/>
                <a:gd name="connsiteY30" fmla="*/ 152400 h 233363"/>
                <a:gd name="connsiteX31" fmla="*/ 400592 w 517273"/>
                <a:gd name="connsiteY31" fmla="*/ 169069 h 233363"/>
                <a:gd name="connsiteX32" fmla="*/ 391067 w 517273"/>
                <a:gd name="connsiteY32" fmla="*/ 183357 h 233363"/>
                <a:gd name="connsiteX33" fmla="*/ 352967 w 517273"/>
                <a:gd name="connsiteY33" fmla="*/ 200025 h 233363"/>
                <a:gd name="connsiteX34" fmla="*/ 333917 w 517273"/>
                <a:gd name="connsiteY34" fmla="*/ 202407 h 233363"/>
                <a:gd name="connsiteX35" fmla="*/ 322011 w 517273"/>
                <a:gd name="connsiteY35" fmla="*/ 188119 h 233363"/>
                <a:gd name="connsiteX36" fmla="*/ 310105 w 517273"/>
                <a:gd name="connsiteY36" fmla="*/ 200025 h 233363"/>
                <a:gd name="connsiteX37" fmla="*/ 288673 w 517273"/>
                <a:gd name="connsiteY37" fmla="*/ 211932 h 233363"/>
                <a:gd name="connsiteX38" fmla="*/ 267242 w 517273"/>
                <a:gd name="connsiteY38" fmla="*/ 214313 h 233363"/>
                <a:gd name="connsiteX39" fmla="*/ 233905 w 517273"/>
                <a:gd name="connsiteY39" fmla="*/ 219075 h 233363"/>
                <a:gd name="connsiteX40" fmla="*/ 186280 w 517273"/>
                <a:gd name="connsiteY40" fmla="*/ 211932 h 233363"/>
                <a:gd name="connsiteX41" fmla="*/ 181517 w 517273"/>
                <a:gd name="connsiteY41" fmla="*/ 202407 h 233363"/>
                <a:gd name="connsiteX42" fmla="*/ 171992 w 517273"/>
                <a:gd name="connsiteY42" fmla="*/ 211932 h 233363"/>
                <a:gd name="connsiteX43" fmla="*/ 129130 w 517273"/>
                <a:gd name="connsiteY43" fmla="*/ 233363 h 233363"/>
                <a:gd name="connsiteX44" fmla="*/ 71980 w 517273"/>
                <a:gd name="connsiteY44" fmla="*/ 202407 h 233363"/>
                <a:gd name="connsiteX45" fmla="*/ 67217 w 517273"/>
                <a:gd name="connsiteY45" fmla="*/ 190500 h 233363"/>
                <a:gd name="connsiteX46" fmla="*/ 64836 w 517273"/>
                <a:gd name="connsiteY46" fmla="*/ 197644 h 233363"/>
                <a:gd name="connsiteX47" fmla="*/ 55311 w 517273"/>
                <a:gd name="connsiteY47" fmla="*/ 207169 h 233363"/>
                <a:gd name="connsiteX48" fmla="*/ 45786 w 517273"/>
                <a:gd name="connsiteY48" fmla="*/ 209550 h 233363"/>
                <a:gd name="connsiteX49" fmla="*/ 29117 w 517273"/>
                <a:gd name="connsiteY49" fmla="*/ 211932 h 233363"/>
                <a:gd name="connsiteX50" fmla="*/ 17211 w 517273"/>
                <a:gd name="connsiteY50" fmla="*/ 209550 h 233363"/>
                <a:gd name="connsiteX51" fmla="*/ 0 w 517273"/>
                <a:gd name="connsiteY51" fmla="*/ 162797 h 233363"/>
                <a:gd name="connsiteX52" fmla="*/ 21054 w 517273"/>
                <a:gd name="connsiteY52" fmla="*/ 136886 h 233363"/>
                <a:gd name="connsiteX53" fmla="*/ 51091 w 517273"/>
                <a:gd name="connsiteY53" fmla="*/ 139316 h 233363"/>
                <a:gd name="connsiteX0" fmla="*/ 51167 w 517349"/>
                <a:gd name="connsiteY0" fmla="*/ 139316 h 233363"/>
                <a:gd name="connsiteX1" fmla="*/ 57030 w 517349"/>
                <a:gd name="connsiteY1" fmla="*/ 122429 h 233363"/>
                <a:gd name="connsiteX2" fmla="*/ 76687 w 517349"/>
                <a:gd name="connsiteY2" fmla="*/ 102959 h 233363"/>
                <a:gd name="connsiteX3" fmla="*/ 108506 w 517349"/>
                <a:gd name="connsiteY3" fmla="*/ 105404 h 233363"/>
                <a:gd name="connsiteX4" fmla="*/ 124443 w 517349"/>
                <a:gd name="connsiteY4" fmla="*/ 116682 h 233363"/>
                <a:gd name="connsiteX5" fmla="*/ 131587 w 517349"/>
                <a:gd name="connsiteY5" fmla="*/ 119063 h 233363"/>
                <a:gd name="connsiteX6" fmla="*/ 138731 w 517349"/>
                <a:gd name="connsiteY6" fmla="*/ 123825 h 233363"/>
                <a:gd name="connsiteX7" fmla="*/ 141112 w 517349"/>
                <a:gd name="connsiteY7" fmla="*/ 114300 h 233363"/>
                <a:gd name="connsiteX8" fmla="*/ 203024 w 517349"/>
                <a:gd name="connsiteY8" fmla="*/ 107157 h 233363"/>
                <a:gd name="connsiteX9" fmla="*/ 210168 w 517349"/>
                <a:gd name="connsiteY9" fmla="*/ 102394 h 233363"/>
                <a:gd name="connsiteX10" fmla="*/ 224456 w 517349"/>
                <a:gd name="connsiteY10" fmla="*/ 71438 h 233363"/>
                <a:gd name="connsiteX11" fmla="*/ 267318 w 517349"/>
                <a:gd name="connsiteY11" fmla="*/ 42863 h 233363"/>
                <a:gd name="connsiteX12" fmla="*/ 276843 w 517349"/>
                <a:gd name="connsiteY12" fmla="*/ 23813 h 233363"/>
                <a:gd name="connsiteX13" fmla="*/ 319706 w 517349"/>
                <a:gd name="connsiteY13" fmla="*/ 11907 h 233363"/>
                <a:gd name="connsiteX14" fmla="*/ 364949 w 517349"/>
                <a:gd name="connsiteY14" fmla="*/ 26194 h 233363"/>
                <a:gd name="connsiteX15" fmla="*/ 372093 w 517349"/>
                <a:gd name="connsiteY15" fmla="*/ 38100 h 233363"/>
                <a:gd name="connsiteX16" fmla="*/ 376856 w 517349"/>
                <a:gd name="connsiteY16" fmla="*/ 16669 h 233363"/>
                <a:gd name="connsiteX17" fmla="*/ 381618 w 517349"/>
                <a:gd name="connsiteY17" fmla="*/ 9525 h 233363"/>
                <a:gd name="connsiteX18" fmla="*/ 410193 w 517349"/>
                <a:gd name="connsiteY18" fmla="*/ 0 h 233363"/>
                <a:gd name="connsiteX19" fmla="*/ 453056 w 517349"/>
                <a:gd name="connsiteY19" fmla="*/ 2382 h 233363"/>
                <a:gd name="connsiteX20" fmla="*/ 464962 w 517349"/>
                <a:gd name="connsiteY20" fmla="*/ 21432 h 233363"/>
                <a:gd name="connsiteX21" fmla="*/ 493537 w 517349"/>
                <a:gd name="connsiteY21" fmla="*/ 28575 h 233363"/>
                <a:gd name="connsiteX22" fmla="*/ 512587 w 517349"/>
                <a:gd name="connsiteY22" fmla="*/ 38100 h 233363"/>
                <a:gd name="connsiteX23" fmla="*/ 514968 w 517349"/>
                <a:gd name="connsiteY23" fmla="*/ 47625 h 233363"/>
                <a:gd name="connsiteX24" fmla="*/ 517349 w 517349"/>
                <a:gd name="connsiteY24" fmla="*/ 80963 h 233363"/>
                <a:gd name="connsiteX25" fmla="*/ 510206 w 517349"/>
                <a:gd name="connsiteY25" fmla="*/ 88107 h 233363"/>
                <a:gd name="connsiteX26" fmla="*/ 481631 w 517349"/>
                <a:gd name="connsiteY26" fmla="*/ 95250 h 233363"/>
                <a:gd name="connsiteX27" fmla="*/ 476868 w 517349"/>
                <a:gd name="connsiteY27" fmla="*/ 152400 h 233363"/>
                <a:gd name="connsiteX28" fmla="*/ 448293 w 517349"/>
                <a:gd name="connsiteY28" fmla="*/ 154782 h 233363"/>
                <a:gd name="connsiteX29" fmla="*/ 422099 w 517349"/>
                <a:gd name="connsiteY29" fmla="*/ 147638 h 233363"/>
                <a:gd name="connsiteX30" fmla="*/ 414956 w 517349"/>
                <a:gd name="connsiteY30" fmla="*/ 152400 h 233363"/>
                <a:gd name="connsiteX31" fmla="*/ 400668 w 517349"/>
                <a:gd name="connsiteY31" fmla="*/ 169069 h 233363"/>
                <a:gd name="connsiteX32" fmla="*/ 391143 w 517349"/>
                <a:gd name="connsiteY32" fmla="*/ 183357 h 233363"/>
                <a:gd name="connsiteX33" fmla="*/ 353043 w 517349"/>
                <a:gd name="connsiteY33" fmla="*/ 200025 h 233363"/>
                <a:gd name="connsiteX34" fmla="*/ 333993 w 517349"/>
                <a:gd name="connsiteY34" fmla="*/ 202407 h 233363"/>
                <a:gd name="connsiteX35" fmla="*/ 322087 w 517349"/>
                <a:gd name="connsiteY35" fmla="*/ 188119 h 233363"/>
                <a:gd name="connsiteX36" fmla="*/ 310181 w 517349"/>
                <a:gd name="connsiteY36" fmla="*/ 200025 h 233363"/>
                <a:gd name="connsiteX37" fmla="*/ 288749 w 517349"/>
                <a:gd name="connsiteY37" fmla="*/ 211932 h 233363"/>
                <a:gd name="connsiteX38" fmla="*/ 267318 w 517349"/>
                <a:gd name="connsiteY38" fmla="*/ 214313 h 233363"/>
                <a:gd name="connsiteX39" fmla="*/ 233981 w 517349"/>
                <a:gd name="connsiteY39" fmla="*/ 219075 h 233363"/>
                <a:gd name="connsiteX40" fmla="*/ 186356 w 517349"/>
                <a:gd name="connsiteY40" fmla="*/ 211932 h 233363"/>
                <a:gd name="connsiteX41" fmla="*/ 181593 w 517349"/>
                <a:gd name="connsiteY41" fmla="*/ 202407 h 233363"/>
                <a:gd name="connsiteX42" fmla="*/ 172068 w 517349"/>
                <a:gd name="connsiteY42" fmla="*/ 211932 h 233363"/>
                <a:gd name="connsiteX43" fmla="*/ 129206 w 517349"/>
                <a:gd name="connsiteY43" fmla="*/ 233363 h 233363"/>
                <a:gd name="connsiteX44" fmla="*/ 72056 w 517349"/>
                <a:gd name="connsiteY44" fmla="*/ 202407 h 233363"/>
                <a:gd name="connsiteX45" fmla="*/ 67293 w 517349"/>
                <a:gd name="connsiteY45" fmla="*/ 190500 h 233363"/>
                <a:gd name="connsiteX46" fmla="*/ 64912 w 517349"/>
                <a:gd name="connsiteY46" fmla="*/ 197644 h 233363"/>
                <a:gd name="connsiteX47" fmla="*/ 55387 w 517349"/>
                <a:gd name="connsiteY47" fmla="*/ 207169 h 233363"/>
                <a:gd name="connsiteX48" fmla="*/ 45862 w 517349"/>
                <a:gd name="connsiteY48" fmla="*/ 209550 h 233363"/>
                <a:gd name="connsiteX49" fmla="*/ 29193 w 517349"/>
                <a:gd name="connsiteY49" fmla="*/ 211932 h 233363"/>
                <a:gd name="connsiteX50" fmla="*/ 17287 w 517349"/>
                <a:gd name="connsiteY50" fmla="*/ 209550 h 233363"/>
                <a:gd name="connsiteX51" fmla="*/ 76 w 517349"/>
                <a:gd name="connsiteY51" fmla="*/ 162797 h 233363"/>
                <a:gd name="connsiteX52" fmla="*/ 21130 w 517349"/>
                <a:gd name="connsiteY52" fmla="*/ 136886 h 233363"/>
                <a:gd name="connsiteX53" fmla="*/ 51167 w 517349"/>
                <a:gd name="connsiteY53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65137 w 517574"/>
                <a:gd name="connsiteY46" fmla="*/ 197644 h 233363"/>
                <a:gd name="connsiteX47" fmla="*/ 55612 w 517574"/>
                <a:gd name="connsiteY47" fmla="*/ 207169 h 233363"/>
                <a:gd name="connsiteX48" fmla="*/ 46087 w 517574"/>
                <a:gd name="connsiteY48" fmla="*/ 209550 h 233363"/>
                <a:gd name="connsiteX49" fmla="*/ 29418 w 517574"/>
                <a:gd name="connsiteY49" fmla="*/ 211932 h 233363"/>
                <a:gd name="connsiteX50" fmla="*/ 6481 w 517574"/>
                <a:gd name="connsiteY50" fmla="*/ 194318 h 233363"/>
                <a:gd name="connsiteX51" fmla="*/ 301 w 517574"/>
                <a:gd name="connsiteY51" fmla="*/ 162797 h 233363"/>
                <a:gd name="connsiteX52" fmla="*/ 21355 w 517574"/>
                <a:gd name="connsiteY52" fmla="*/ 136886 h 233363"/>
                <a:gd name="connsiteX53" fmla="*/ 51392 w 517574"/>
                <a:gd name="connsiteY53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65137 w 517574"/>
                <a:gd name="connsiteY46" fmla="*/ 197644 h 233363"/>
                <a:gd name="connsiteX47" fmla="*/ 46087 w 517574"/>
                <a:gd name="connsiteY47" fmla="*/ 209550 h 233363"/>
                <a:gd name="connsiteX48" fmla="*/ 29418 w 517574"/>
                <a:gd name="connsiteY48" fmla="*/ 211932 h 233363"/>
                <a:gd name="connsiteX49" fmla="*/ 6481 w 517574"/>
                <a:gd name="connsiteY49" fmla="*/ 194318 h 233363"/>
                <a:gd name="connsiteX50" fmla="*/ 301 w 517574"/>
                <a:gd name="connsiteY50" fmla="*/ 162797 h 233363"/>
                <a:gd name="connsiteX51" fmla="*/ 21355 w 517574"/>
                <a:gd name="connsiteY51" fmla="*/ 136886 h 233363"/>
                <a:gd name="connsiteX52" fmla="*/ 51392 w 517574"/>
                <a:gd name="connsiteY52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65137 w 517574"/>
                <a:gd name="connsiteY46" fmla="*/ 197644 h 233363"/>
                <a:gd name="connsiteX47" fmla="*/ 46087 w 517574"/>
                <a:gd name="connsiteY47" fmla="*/ 212238 h 233363"/>
                <a:gd name="connsiteX48" fmla="*/ 29418 w 517574"/>
                <a:gd name="connsiteY48" fmla="*/ 211932 h 233363"/>
                <a:gd name="connsiteX49" fmla="*/ 6481 w 517574"/>
                <a:gd name="connsiteY49" fmla="*/ 194318 h 233363"/>
                <a:gd name="connsiteX50" fmla="*/ 301 w 517574"/>
                <a:gd name="connsiteY50" fmla="*/ 162797 h 233363"/>
                <a:gd name="connsiteX51" fmla="*/ 21355 w 517574"/>
                <a:gd name="connsiteY51" fmla="*/ 136886 h 233363"/>
                <a:gd name="connsiteX52" fmla="*/ 51392 w 517574"/>
                <a:gd name="connsiteY52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65137 w 517574"/>
                <a:gd name="connsiteY46" fmla="*/ 197644 h 233363"/>
                <a:gd name="connsiteX47" fmla="*/ 46087 w 517574"/>
                <a:gd name="connsiteY47" fmla="*/ 212238 h 233363"/>
                <a:gd name="connsiteX48" fmla="*/ 29418 w 517574"/>
                <a:gd name="connsiteY48" fmla="*/ 211932 h 233363"/>
                <a:gd name="connsiteX49" fmla="*/ 6481 w 517574"/>
                <a:gd name="connsiteY49" fmla="*/ 194318 h 233363"/>
                <a:gd name="connsiteX50" fmla="*/ 301 w 517574"/>
                <a:gd name="connsiteY50" fmla="*/ 162797 h 233363"/>
                <a:gd name="connsiteX51" fmla="*/ 21355 w 517574"/>
                <a:gd name="connsiteY51" fmla="*/ 136886 h 233363"/>
                <a:gd name="connsiteX52" fmla="*/ 51392 w 517574"/>
                <a:gd name="connsiteY52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26852 w 517574"/>
                <a:gd name="connsiteY39" fmla="*/ 224451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26852 w 517574"/>
                <a:gd name="connsiteY39" fmla="*/ 224451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26852 w 517574"/>
                <a:gd name="connsiteY39" fmla="*/ 224451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6624 w 517574"/>
                <a:gd name="connsiteY38" fmla="*/ 209833 h 233363"/>
                <a:gd name="connsiteX39" fmla="*/ 226852 w 517574"/>
                <a:gd name="connsiteY39" fmla="*/ 224451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6624 w 517574"/>
                <a:gd name="connsiteY38" fmla="*/ 209833 h 233363"/>
                <a:gd name="connsiteX39" fmla="*/ 226852 w 517574"/>
                <a:gd name="connsiteY39" fmla="*/ 224451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3651 w 517574"/>
                <a:gd name="connsiteY31" fmla="*/ 174445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3651 w 517574"/>
                <a:gd name="connsiteY31" fmla="*/ 174445 h 233363"/>
                <a:gd name="connsiteX32" fmla="*/ 391368 w 517574"/>
                <a:gd name="connsiteY32" fmla="*/ 186045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6908 w 517574"/>
                <a:gd name="connsiteY30" fmla="*/ 152400 h 233363"/>
                <a:gd name="connsiteX31" fmla="*/ 403651 w 517574"/>
                <a:gd name="connsiteY31" fmla="*/ 174445 h 233363"/>
                <a:gd name="connsiteX32" fmla="*/ 391368 w 517574"/>
                <a:gd name="connsiteY32" fmla="*/ 186045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6908 w 517574"/>
                <a:gd name="connsiteY30" fmla="*/ 152400 h 233363"/>
                <a:gd name="connsiteX31" fmla="*/ 403651 w 517574"/>
                <a:gd name="connsiteY31" fmla="*/ 174445 h 233363"/>
                <a:gd name="connsiteX32" fmla="*/ 391368 w 517574"/>
                <a:gd name="connsiteY32" fmla="*/ 186045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4262 w 517574"/>
                <a:gd name="connsiteY30" fmla="*/ 161360 h 233363"/>
                <a:gd name="connsiteX31" fmla="*/ 403651 w 517574"/>
                <a:gd name="connsiteY31" fmla="*/ 174445 h 233363"/>
                <a:gd name="connsiteX32" fmla="*/ 391368 w 517574"/>
                <a:gd name="connsiteY32" fmla="*/ 186045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200025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6680 w 517574"/>
                <a:gd name="connsiteY28" fmla="*/ 157470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91049 w 517574"/>
                <a:gd name="connsiteY26" fmla="*/ 116755 h 233363"/>
                <a:gd name="connsiteX27" fmla="*/ 477093 w 517574"/>
                <a:gd name="connsiteY27" fmla="*/ 152400 h 233363"/>
                <a:gd name="connsiteX28" fmla="*/ 446680 w 517574"/>
                <a:gd name="connsiteY28" fmla="*/ 157470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91049 w 517574"/>
                <a:gd name="connsiteY26" fmla="*/ 116755 h 233363"/>
                <a:gd name="connsiteX27" fmla="*/ 475255 w 517574"/>
                <a:gd name="connsiteY27" fmla="*/ 152400 h 233363"/>
                <a:gd name="connsiteX28" fmla="*/ 446680 w 517574"/>
                <a:gd name="connsiteY28" fmla="*/ 157470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91049 w 517574"/>
                <a:gd name="connsiteY26" fmla="*/ 116755 h 233363"/>
                <a:gd name="connsiteX27" fmla="*/ 475255 w 517574"/>
                <a:gd name="connsiteY27" fmla="*/ 152400 h 233363"/>
                <a:gd name="connsiteX28" fmla="*/ 446680 w 517574"/>
                <a:gd name="connsiteY28" fmla="*/ 157470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1350 w 517574"/>
                <a:gd name="connsiteY25" fmla="*/ 96171 h 233363"/>
                <a:gd name="connsiteX26" fmla="*/ 491049 w 517574"/>
                <a:gd name="connsiteY26" fmla="*/ 116755 h 233363"/>
                <a:gd name="connsiteX27" fmla="*/ 475255 w 517574"/>
                <a:gd name="connsiteY27" fmla="*/ 152400 h 233363"/>
                <a:gd name="connsiteX28" fmla="*/ 446680 w 517574"/>
                <a:gd name="connsiteY28" fmla="*/ 157470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9413"/>
                <a:gd name="connsiteY0" fmla="*/ 139316 h 233363"/>
                <a:gd name="connsiteX1" fmla="*/ 57255 w 519413"/>
                <a:gd name="connsiteY1" fmla="*/ 122429 h 233363"/>
                <a:gd name="connsiteX2" fmla="*/ 76912 w 519413"/>
                <a:gd name="connsiteY2" fmla="*/ 102959 h 233363"/>
                <a:gd name="connsiteX3" fmla="*/ 108731 w 519413"/>
                <a:gd name="connsiteY3" fmla="*/ 105404 h 233363"/>
                <a:gd name="connsiteX4" fmla="*/ 124668 w 519413"/>
                <a:gd name="connsiteY4" fmla="*/ 116682 h 233363"/>
                <a:gd name="connsiteX5" fmla="*/ 131812 w 519413"/>
                <a:gd name="connsiteY5" fmla="*/ 119063 h 233363"/>
                <a:gd name="connsiteX6" fmla="*/ 138956 w 519413"/>
                <a:gd name="connsiteY6" fmla="*/ 123825 h 233363"/>
                <a:gd name="connsiteX7" fmla="*/ 141337 w 519413"/>
                <a:gd name="connsiteY7" fmla="*/ 114300 h 233363"/>
                <a:gd name="connsiteX8" fmla="*/ 203249 w 519413"/>
                <a:gd name="connsiteY8" fmla="*/ 107157 h 233363"/>
                <a:gd name="connsiteX9" fmla="*/ 210393 w 519413"/>
                <a:gd name="connsiteY9" fmla="*/ 102394 h 233363"/>
                <a:gd name="connsiteX10" fmla="*/ 224681 w 519413"/>
                <a:gd name="connsiteY10" fmla="*/ 71438 h 233363"/>
                <a:gd name="connsiteX11" fmla="*/ 267543 w 519413"/>
                <a:gd name="connsiteY11" fmla="*/ 42863 h 233363"/>
                <a:gd name="connsiteX12" fmla="*/ 277068 w 519413"/>
                <a:gd name="connsiteY12" fmla="*/ 23813 h 233363"/>
                <a:gd name="connsiteX13" fmla="*/ 319931 w 519413"/>
                <a:gd name="connsiteY13" fmla="*/ 11907 h 233363"/>
                <a:gd name="connsiteX14" fmla="*/ 365174 w 519413"/>
                <a:gd name="connsiteY14" fmla="*/ 26194 h 233363"/>
                <a:gd name="connsiteX15" fmla="*/ 372318 w 519413"/>
                <a:gd name="connsiteY15" fmla="*/ 38100 h 233363"/>
                <a:gd name="connsiteX16" fmla="*/ 377081 w 519413"/>
                <a:gd name="connsiteY16" fmla="*/ 16669 h 233363"/>
                <a:gd name="connsiteX17" fmla="*/ 381843 w 519413"/>
                <a:gd name="connsiteY17" fmla="*/ 9525 h 233363"/>
                <a:gd name="connsiteX18" fmla="*/ 410418 w 519413"/>
                <a:gd name="connsiteY18" fmla="*/ 0 h 233363"/>
                <a:gd name="connsiteX19" fmla="*/ 453281 w 519413"/>
                <a:gd name="connsiteY19" fmla="*/ 2382 h 233363"/>
                <a:gd name="connsiteX20" fmla="*/ 465187 w 519413"/>
                <a:gd name="connsiteY20" fmla="*/ 21432 h 233363"/>
                <a:gd name="connsiteX21" fmla="*/ 493762 w 519413"/>
                <a:gd name="connsiteY21" fmla="*/ 28575 h 233363"/>
                <a:gd name="connsiteX22" fmla="*/ 512812 w 519413"/>
                <a:gd name="connsiteY22" fmla="*/ 38100 h 233363"/>
                <a:gd name="connsiteX23" fmla="*/ 515193 w 519413"/>
                <a:gd name="connsiteY23" fmla="*/ 47625 h 233363"/>
                <a:gd name="connsiteX24" fmla="*/ 519413 w 519413"/>
                <a:gd name="connsiteY24" fmla="*/ 83651 h 233363"/>
                <a:gd name="connsiteX25" fmla="*/ 511350 w 519413"/>
                <a:gd name="connsiteY25" fmla="*/ 96171 h 233363"/>
                <a:gd name="connsiteX26" fmla="*/ 491049 w 519413"/>
                <a:gd name="connsiteY26" fmla="*/ 116755 h 233363"/>
                <a:gd name="connsiteX27" fmla="*/ 475255 w 519413"/>
                <a:gd name="connsiteY27" fmla="*/ 152400 h 233363"/>
                <a:gd name="connsiteX28" fmla="*/ 446680 w 519413"/>
                <a:gd name="connsiteY28" fmla="*/ 157470 h 233363"/>
                <a:gd name="connsiteX29" fmla="*/ 422324 w 519413"/>
                <a:gd name="connsiteY29" fmla="*/ 147638 h 233363"/>
                <a:gd name="connsiteX30" fmla="*/ 403651 w 519413"/>
                <a:gd name="connsiteY30" fmla="*/ 174445 h 233363"/>
                <a:gd name="connsiteX31" fmla="*/ 391368 w 519413"/>
                <a:gd name="connsiteY31" fmla="*/ 186045 h 233363"/>
                <a:gd name="connsiteX32" fmla="*/ 353268 w 519413"/>
                <a:gd name="connsiteY32" fmla="*/ 197337 h 233363"/>
                <a:gd name="connsiteX33" fmla="*/ 322312 w 519413"/>
                <a:gd name="connsiteY33" fmla="*/ 188119 h 233363"/>
                <a:gd name="connsiteX34" fmla="*/ 310406 w 519413"/>
                <a:gd name="connsiteY34" fmla="*/ 200025 h 233363"/>
                <a:gd name="connsiteX35" fmla="*/ 288974 w 519413"/>
                <a:gd name="connsiteY35" fmla="*/ 211932 h 233363"/>
                <a:gd name="connsiteX36" fmla="*/ 266624 w 519413"/>
                <a:gd name="connsiteY36" fmla="*/ 209833 h 233363"/>
                <a:gd name="connsiteX37" fmla="*/ 226852 w 519413"/>
                <a:gd name="connsiteY37" fmla="*/ 224451 h 233363"/>
                <a:gd name="connsiteX38" fmla="*/ 186581 w 519413"/>
                <a:gd name="connsiteY38" fmla="*/ 211932 h 233363"/>
                <a:gd name="connsiteX39" fmla="*/ 181818 w 519413"/>
                <a:gd name="connsiteY39" fmla="*/ 202407 h 233363"/>
                <a:gd name="connsiteX40" fmla="*/ 171374 w 519413"/>
                <a:gd name="connsiteY40" fmla="*/ 216412 h 233363"/>
                <a:gd name="connsiteX41" fmla="*/ 126673 w 519413"/>
                <a:gd name="connsiteY41" fmla="*/ 233363 h 233363"/>
                <a:gd name="connsiteX42" fmla="*/ 72281 w 519413"/>
                <a:gd name="connsiteY42" fmla="*/ 202407 h 233363"/>
                <a:gd name="connsiteX43" fmla="*/ 67518 w 519413"/>
                <a:gd name="connsiteY43" fmla="*/ 190500 h 233363"/>
                <a:gd name="connsiteX44" fmla="*/ 46087 w 519413"/>
                <a:gd name="connsiteY44" fmla="*/ 212238 h 233363"/>
                <a:gd name="connsiteX45" fmla="*/ 29418 w 519413"/>
                <a:gd name="connsiteY45" fmla="*/ 211932 h 233363"/>
                <a:gd name="connsiteX46" fmla="*/ 6481 w 519413"/>
                <a:gd name="connsiteY46" fmla="*/ 194318 h 233363"/>
                <a:gd name="connsiteX47" fmla="*/ 301 w 519413"/>
                <a:gd name="connsiteY47" fmla="*/ 162797 h 233363"/>
                <a:gd name="connsiteX48" fmla="*/ 21355 w 519413"/>
                <a:gd name="connsiteY48" fmla="*/ 136886 h 233363"/>
                <a:gd name="connsiteX49" fmla="*/ 51392 w 519413"/>
                <a:gd name="connsiteY49" fmla="*/ 139316 h 233363"/>
                <a:gd name="connsiteX0" fmla="*/ 51392 w 519413"/>
                <a:gd name="connsiteY0" fmla="*/ 139316 h 233363"/>
                <a:gd name="connsiteX1" fmla="*/ 57255 w 519413"/>
                <a:gd name="connsiteY1" fmla="*/ 122429 h 233363"/>
                <a:gd name="connsiteX2" fmla="*/ 76912 w 519413"/>
                <a:gd name="connsiteY2" fmla="*/ 102959 h 233363"/>
                <a:gd name="connsiteX3" fmla="*/ 108731 w 519413"/>
                <a:gd name="connsiteY3" fmla="*/ 105404 h 233363"/>
                <a:gd name="connsiteX4" fmla="*/ 124668 w 519413"/>
                <a:gd name="connsiteY4" fmla="*/ 116682 h 233363"/>
                <a:gd name="connsiteX5" fmla="*/ 131812 w 519413"/>
                <a:gd name="connsiteY5" fmla="*/ 119063 h 233363"/>
                <a:gd name="connsiteX6" fmla="*/ 138956 w 519413"/>
                <a:gd name="connsiteY6" fmla="*/ 123825 h 233363"/>
                <a:gd name="connsiteX7" fmla="*/ 141337 w 519413"/>
                <a:gd name="connsiteY7" fmla="*/ 114300 h 233363"/>
                <a:gd name="connsiteX8" fmla="*/ 203249 w 519413"/>
                <a:gd name="connsiteY8" fmla="*/ 107157 h 233363"/>
                <a:gd name="connsiteX9" fmla="*/ 210393 w 519413"/>
                <a:gd name="connsiteY9" fmla="*/ 102394 h 233363"/>
                <a:gd name="connsiteX10" fmla="*/ 224681 w 519413"/>
                <a:gd name="connsiteY10" fmla="*/ 71438 h 233363"/>
                <a:gd name="connsiteX11" fmla="*/ 267543 w 519413"/>
                <a:gd name="connsiteY11" fmla="*/ 42863 h 233363"/>
                <a:gd name="connsiteX12" fmla="*/ 277068 w 519413"/>
                <a:gd name="connsiteY12" fmla="*/ 23813 h 233363"/>
                <a:gd name="connsiteX13" fmla="*/ 319931 w 519413"/>
                <a:gd name="connsiteY13" fmla="*/ 11907 h 233363"/>
                <a:gd name="connsiteX14" fmla="*/ 365174 w 519413"/>
                <a:gd name="connsiteY14" fmla="*/ 26194 h 233363"/>
                <a:gd name="connsiteX15" fmla="*/ 372318 w 519413"/>
                <a:gd name="connsiteY15" fmla="*/ 38100 h 233363"/>
                <a:gd name="connsiteX16" fmla="*/ 377081 w 519413"/>
                <a:gd name="connsiteY16" fmla="*/ 16669 h 233363"/>
                <a:gd name="connsiteX17" fmla="*/ 381843 w 519413"/>
                <a:gd name="connsiteY17" fmla="*/ 9525 h 233363"/>
                <a:gd name="connsiteX18" fmla="*/ 410418 w 519413"/>
                <a:gd name="connsiteY18" fmla="*/ 0 h 233363"/>
                <a:gd name="connsiteX19" fmla="*/ 453281 w 519413"/>
                <a:gd name="connsiteY19" fmla="*/ 2382 h 233363"/>
                <a:gd name="connsiteX20" fmla="*/ 465187 w 519413"/>
                <a:gd name="connsiteY20" fmla="*/ 21432 h 233363"/>
                <a:gd name="connsiteX21" fmla="*/ 493762 w 519413"/>
                <a:gd name="connsiteY21" fmla="*/ 28575 h 233363"/>
                <a:gd name="connsiteX22" fmla="*/ 512812 w 519413"/>
                <a:gd name="connsiteY22" fmla="*/ 38100 h 233363"/>
                <a:gd name="connsiteX23" fmla="*/ 515193 w 519413"/>
                <a:gd name="connsiteY23" fmla="*/ 47625 h 233363"/>
                <a:gd name="connsiteX24" fmla="*/ 519413 w 519413"/>
                <a:gd name="connsiteY24" fmla="*/ 83651 h 233363"/>
                <a:gd name="connsiteX25" fmla="*/ 510431 w 519413"/>
                <a:gd name="connsiteY25" fmla="*/ 103339 h 233363"/>
                <a:gd name="connsiteX26" fmla="*/ 491049 w 519413"/>
                <a:gd name="connsiteY26" fmla="*/ 116755 h 233363"/>
                <a:gd name="connsiteX27" fmla="*/ 475255 w 519413"/>
                <a:gd name="connsiteY27" fmla="*/ 152400 h 233363"/>
                <a:gd name="connsiteX28" fmla="*/ 446680 w 519413"/>
                <a:gd name="connsiteY28" fmla="*/ 157470 h 233363"/>
                <a:gd name="connsiteX29" fmla="*/ 422324 w 519413"/>
                <a:gd name="connsiteY29" fmla="*/ 147638 h 233363"/>
                <a:gd name="connsiteX30" fmla="*/ 403651 w 519413"/>
                <a:gd name="connsiteY30" fmla="*/ 174445 h 233363"/>
                <a:gd name="connsiteX31" fmla="*/ 391368 w 519413"/>
                <a:gd name="connsiteY31" fmla="*/ 186045 h 233363"/>
                <a:gd name="connsiteX32" fmla="*/ 353268 w 519413"/>
                <a:gd name="connsiteY32" fmla="*/ 197337 h 233363"/>
                <a:gd name="connsiteX33" fmla="*/ 322312 w 519413"/>
                <a:gd name="connsiteY33" fmla="*/ 188119 h 233363"/>
                <a:gd name="connsiteX34" fmla="*/ 310406 w 519413"/>
                <a:gd name="connsiteY34" fmla="*/ 200025 h 233363"/>
                <a:gd name="connsiteX35" fmla="*/ 288974 w 519413"/>
                <a:gd name="connsiteY35" fmla="*/ 211932 h 233363"/>
                <a:gd name="connsiteX36" fmla="*/ 266624 w 519413"/>
                <a:gd name="connsiteY36" fmla="*/ 209833 h 233363"/>
                <a:gd name="connsiteX37" fmla="*/ 226852 w 519413"/>
                <a:gd name="connsiteY37" fmla="*/ 224451 h 233363"/>
                <a:gd name="connsiteX38" fmla="*/ 186581 w 519413"/>
                <a:gd name="connsiteY38" fmla="*/ 211932 h 233363"/>
                <a:gd name="connsiteX39" fmla="*/ 181818 w 519413"/>
                <a:gd name="connsiteY39" fmla="*/ 202407 h 233363"/>
                <a:gd name="connsiteX40" fmla="*/ 171374 w 519413"/>
                <a:gd name="connsiteY40" fmla="*/ 216412 h 233363"/>
                <a:gd name="connsiteX41" fmla="*/ 126673 w 519413"/>
                <a:gd name="connsiteY41" fmla="*/ 233363 h 233363"/>
                <a:gd name="connsiteX42" fmla="*/ 72281 w 519413"/>
                <a:gd name="connsiteY42" fmla="*/ 202407 h 233363"/>
                <a:gd name="connsiteX43" fmla="*/ 67518 w 519413"/>
                <a:gd name="connsiteY43" fmla="*/ 190500 h 233363"/>
                <a:gd name="connsiteX44" fmla="*/ 46087 w 519413"/>
                <a:gd name="connsiteY44" fmla="*/ 212238 h 233363"/>
                <a:gd name="connsiteX45" fmla="*/ 29418 w 519413"/>
                <a:gd name="connsiteY45" fmla="*/ 211932 h 233363"/>
                <a:gd name="connsiteX46" fmla="*/ 6481 w 519413"/>
                <a:gd name="connsiteY46" fmla="*/ 194318 h 233363"/>
                <a:gd name="connsiteX47" fmla="*/ 301 w 519413"/>
                <a:gd name="connsiteY47" fmla="*/ 162797 h 233363"/>
                <a:gd name="connsiteX48" fmla="*/ 21355 w 519413"/>
                <a:gd name="connsiteY48" fmla="*/ 136886 h 233363"/>
                <a:gd name="connsiteX49" fmla="*/ 51392 w 519413"/>
                <a:gd name="connsiteY49" fmla="*/ 139316 h 233363"/>
                <a:gd name="connsiteX0" fmla="*/ 51392 w 519413"/>
                <a:gd name="connsiteY0" fmla="*/ 139316 h 233363"/>
                <a:gd name="connsiteX1" fmla="*/ 57255 w 519413"/>
                <a:gd name="connsiteY1" fmla="*/ 122429 h 233363"/>
                <a:gd name="connsiteX2" fmla="*/ 76912 w 519413"/>
                <a:gd name="connsiteY2" fmla="*/ 102959 h 233363"/>
                <a:gd name="connsiteX3" fmla="*/ 108731 w 519413"/>
                <a:gd name="connsiteY3" fmla="*/ 105404 h 233363"/>
                <a:gd name="connsiteX4" fmla="*/ 124668 w 519413"/>
                <a:gd name="connsiteY4" fmla="*/ 116682 h 233363"/>
                <a:gd name="connsiteX5" fmla="*/ 131812 w 519413"/>
                <a:gd name="connsiteY5" fmla="*/ 119063 h 233363"/>
                <a:gd name="connsiteX6" fmla="*/ 138956 w 519413"/>
                <a:gd name="connsiteY6" fmla="*/ 123825 h 233363"/>
                <a:gd name="connsiteX7" fmla="*/ 141337 w 519413"/>
                <a:gd name="connsiteY7" fmla="*/ 114300 h 233363"/>
                <a:gd name="connsiteX8" fmla="*/ 203249 w 519413"/>
                <a:gd name="connsiteY8" fmla="*/ 107157 h 233363"/>
                <a:gd name="connsiteX9" fmla="*/ 210393 w 519413"/>
                <a:gd name="connsiteY9" fmla="*/ 102394 h 233363"/>
                <a:gd name="connsiteX10" fmla="*/ 224681 w 519413"/>
                <a:gd name="connsiteY10" fmla="*/ 71438 h 233363"/>
                <a:gd name="connsiteX11" fmla="*/ 267543 w 519413"/>
                <a:gd name="connsiteY11" fmla="*/ 42863 h 233363"/>
                <a:gd name="connsiteX12" fmla="*/ 277068 w 519413"/>
                <a:gd name="connsiteY12" fmla="*/ 23813 h 233363"/>
                <a:gd name="connsiteX13" fmla="*/ 319931 w 519413"/>
                <a:gd name="connsiteY13" fmla="*/ 11907 h 233363"/>
                <a:gd name="connsiteX14" fmla="*/ 365174 w 519413"/>
                <a:gd name="connsiteY14" fmla="*/ 26194 h 233363"/>
                <a:gd name="connsiteX15" fmla="*/ 372318 w 519413"/>
                <a:gd name="connsiteY15" fmla="*/ 38100 h 233363"/>
                <a:gd name="connsiteX16" fmla="*/ 377081 w 519413"/>
                <a:gd name="connsiteY16" fmla="*/ 16669 h 233363"/>
                <a:gd name="connsiteX17" fmla="*/ 381843 w 519413"/>
                <a:gd name="connsiteY17" fmla="*/ 9525 h 233363"/>
                <a:gd name="connsiteX18" fmla="*/ 410418 w 519413"/>
                <a:gd name="connsiteY18" fmla="*/ 0 h 233363"/>
                <a:gd name="connsiteX19" fmla="*/ 453281 w 519413"/>
                <a:gd name="connsiteY19" fmla="*/ 2382 h 233363"/>
                <a:gd name="connsiteX20" fmla="*/ 465187 w 519413"/>
                <a:gd name="connsiteY20" fmla="*/ 21432 h 233363"/>
                <a:gd name="connsiteX21" fmla="*/ 493762 w 519413"/>
                <a:gd name="connsiteY21" fmla="*/ 28575 h 233363"/>
                <a:gd name="connsiteX22" fmla="*/ 512812 w 519413"/>
                <a:gd name="connsiteY22" fmla="*/ 38100 h 233363"/>
                <a:gd name="connsiteX23" fmla="*/ 515193 w 519413"/>
                <a:gd name="connsiteY23" fmla="*/ 47625 h 233363"/>
                <a:gd name="connsiteX24" fmla="*/ 519413 w 519413"/>
                <a:gd name="connsiteY24" fmla="*/ 83651 h 233363"/>
                <a:gd name="connsiteX25" fmla="*/ 510431 w 519413"/>
                <a:gd name="connsiteY25" fmla="*/ 103339 h 233363"/>
                <a:gd name="connsiteX26" fmla="*/ 491049 w 519413"/>
                <a:gd name="connsiteY26" fmla="*/ 116755 h 233363"/>
                <a:gd name="connsiteX27" fmla="*/ 475255 w 519413"/>
                <a:gd name="connsiteY27" fmla="*/ 152400 h 233363"/>
                <a:gd name="connsiteX28" fmla="*/ 446680 w 519413"/>
                <a:gd name="connsiteY28" fmla="*/ 157470 h 233363"/>
                <a:gd name="connsiteX29" fmla="*/ 422324 w 519413"/>
                <a:gd name="connsiteY29" fmla="*/ 147638 h 233363"/>
                <a:gd name="connsiteX30" fmla="*/ 403651 w 519413"/>
                <a:gd name="connsiteY30" fmla="*/ 174445 h 233363"/>
                <a:gd name="connsiteX31" fmla="*/ 391368 w 519413"/>
                <a:gd name="connsiteY31" fmla="*/ 186045 h 233363"/>
                <a:gd name="connsiteX32" fmla="*/ 353268 w 519413"/>
                <a:gd name="connsiteY32" fmla="*/ 197337 h 233363"/>
                <a:gd name="connsiteX33" fmla="*/ 322312 w 519413"/>
                <a:gd name="connsiteY33" fmla="*/ 188119 h 233363"/>
                <a:gd name="connsiteX34" fmla="*/ 310406 w 519413"/>
                <a:gd name="connsiteY34" fmla="*/ 200025 h 233363"/>
                <a:gd name="connsiteX35" fmla="*/ 288974 w 519413"/>
                <a:gd name="connsiteY35" fmla="*/ 211932 h 233363"/>
                <a:gd name="connsiteX36" fmla="*/ 266624 w 519413"/>
                <a:gd name="connsiteY36" fmla="*/ 209833 h 233363"/>
                <a:gd name="connsiteX37" fmla="*/ 226852 w 519413"/>
                <a:gd name="connsiteY37" fmla="*/ 224451 h 233363"/>
                <a:gd name="connsiteX38" fmla="*/ 186581 w 519413"/>
                <a:gd name="connsiteY38" fmla="*/ 211932 h 233363"/>
                <a:gd name="connsiteX39" fmla="*/ 181818 w 519413"/>
                <a:gd name="connsiteY39" fmla="*/ 202407 h 233363"/>
                <a:gd name="connsiteX40" fmla="*/ 171374 w 519413"/>
                <a:gd name="connsiteY40" fmla="*/ 216412 h 233363"/>
                <a:gd name="connsiteX41" fmla="*/ 126673 w 519413"/>
                <a:gd name="connsiteY41" fmla="*/ 233363 h 233363"/>
                <a:gd name="connsiteX42" fmla="*/ 72281 w 519413"/>
                <a:gd name="connsiteY42" fmla="*/ 202407 h 233363"/>
                <a:gd name="connsiteX43" fmla="*/ 67518 w 519413"/>
                <a:gd name="connsiteY43" fmla="*/ 190500 h 233363"/>
                <a:gd name="connsiteX44" fmla="*/ 46087 w 519413"/>
                <a:gd name="connsiteY44" fmla="*/ 212238 h 233363"/>
                <a:gd name="connsiteX45" fmla="*/ 29418 w 519413"/>
                <a:gd name="connsiteY45" fmla="*/ 211932 h 233363"/>
                <a:gd name="connsiteX46" fmla="*/ 6481 w 519413"/>
                <a:gd name="connsiteY46" fmla="*/ 194318 h 233363"/>
                <a:gd name="connsiteX47" fmla="*/ 301 w 519413"/>
                <a:gd name="connsiteY47" fmla="*/ 162797 h 233363"/>
                <a:gd name="connsiteX48" fmla="*/ 21355 w 519413"/>
                <a:gd name="connsiteY48" fmla="*/ 136886 h 233363"/>
                <a:gd name="connsiteX49" fmla="*/ 51392 w 519413"/>
                <a:gd name="connsiteY49" fmla="*/ 139316 h 233363"/>
                <a:gd name="connsiteX0" fmla="*/ 51392 w 519413"/>
                <a:gd name="connsiteY0" fmla="*/ 139316 h 233363"/>
                <a:gd name="connsiteX1" fmla="*/ 57255 w 519413"/>
                <a:gd name="connsiteY1" fmla="*/ 122429 h 233363"/>
                <a:gd name="connsiteX2" fmla="*/ 76912 w 519413"/>
                <a:gd name="connsiteY2" fmla="*/ 102959 h 233363"/>
                <a:gd name="connsiteX3" fmla="*/ 108731 w 519413"/>
                <a:gd name="connsiteY3" fmla="*/ 105404 h 233363"/>
                <a:gd name="connsiteX4" fmla="*/ 124668 w 519413"/>
                <a:gd name="connsiteY4" fmla="*/ 116682 h 233363"/>
                <a:gd name="connsiteX5" fmla="*/ 131812 w 519413"/>
                <a:gd name="connsiteY5" fmla="*/ 119063 h 233363"/>
                <a:gd name="connsiteX6" fmla="*/ 138956 w 519413"/>
                <a:gd name="connsiteY6" fmla="*/ 123825 h 233363"/>
                <a:gd name="connsiteX7" fmla="*/ 141337 w 519413"/>
                <a:gd name="connsiteY7" fmla="*/ 114300 h 233363"/>
                <a:gd name="connsiteX8" fmla="*/ 203249 w 519413"/>
                <a:gd name="connsiteY8" fmla="*/ 107157 h 233363"/>
                <a:gd name="connsiteX9" fmla="*/ 210393 w 519413"/>
                <a:gd name="connsiteY9" fmla="*/ 102394 h 233363"/>
                <a:gd name="connsiteX10" fmla="*/ 224681 w 519413"/>
                <a:gd name="connsiteY10" fmla="*/ 71438 h 233363"/>
                <a:gd name="connsiteX11" fmla="*/ 267543 w 519413"/>
                <a:gd name="connsiteY11" fmla="*/ 42863 h 233363"/>
                <a:gd name="connsiteX12" fmla="*/ 277068 w 519413"/>
                <a:gd name="connsiteY12" fmla="*/ 23813 h 233363"/>
                <a:gd name="connsiteX13" fmla="*/ 319931 w 519413"/>
                <a:gd name="connsiteY13" fmla="*/ 11907 h 233363"/>
                <a:gd name="connsiteX14" fmla="*/ 365174 w 519413"/>
                <a:gd name="connsiteY14" fmla="*/ 26194 h 233363"/>
                <a:gd name="connsiteX15" fmla="*/ 372318 w 519413"/>
                <a:gd name="connsiteY15" fmla="*/ 38100 h 233363"/>
                <a:gd name="connsiteX16" fmla="*/ 377081 w 519413"/>
                <a:gd name="connsiteY16" fmla="*/ 16669 h 233363"/>
                <a:gd name="connsiteX17" fmla="*/ 381843 w 519413"/>
                <a:gd name="connsiteY17" fmla="*/ 9525 h 233363"/>
                <a:gd name="connsiteX18" fmla="*/ 410418 w 519413"/>
                <a:gd name="connsiteY18" fmla="*/ 0 h 233363"/>
                <a:gd name="connsiteX19" fmla="*/ 453281 w 519413"/>
                <a:gd name="connsiteY19" fmla="*/ 2382 h 233363"/>
                <a:gd name="connsiteX20" fmla="*/ 465187 w 519413"/>
                <a:gd name="connsiteY20" fmla="*/ 21432 h 233363"/>
                <a:gd name="connsiteX21" fmla="*/ 493762 w 519413"/>
                <a:gd name="connsiteY21" fmla="*/ 28575 h 233363"/>
                <a:gd name="connsiteX22" fmla="*/ 512812 w 519413"/>
                <a:gd name="connsiteY22" fmla="*/ 38100 h 233363"/>
                <a:gd name="connsiteX23" fmla="*/ 515193 w 519413"/>
                <a:gd name="connsiteY23" fmla="*/ 47625 h 233363"/>
                <a:gd name="connsiteX24" fmla="*/ 519413 w 519413"/>
                <a:gd name="connsiteY24" fmla="*/ 83651 h 233363"/>
                <a:gd name="connsiteX25" fmla="*/ 510431 w 519413"/>
                <a:gd name="connsiteY25" fmla="*/ 103339 h 233363"/>
                <a:gd name="connsiteX26" fmla="*/ 491049 w 519413"/>
                <a:gd name="connsiteY26" fmla="*/ 116755 h 233363"/>
                <a:gd name="connsiteX27" fmla="*/ 475255 w 519413"/>
                <a:gd name="connsiteY27" fmla="*/ 152400 h 233363"/>
                <a:gd name="connsiteX28" fmla="*/ 446680 w 519413"/>
                <a:gd name="connsiteY28" fmla="*/ 157470 h 233363"/>
                <a:gd name="connsiteX29" fmla="*/ 422324 w 519413"/>
                <a:gd name="connsiteY29" fmla="*/ 147638 h 233363"/>
                <a:gd name="connsiteX30" fmla="*/ 403651 w 519413"/>
                <a:gd name="connsiteY30" fmla="*/ 174445 h 233363"/>
                <a:gd name="connsiteX31" fmla="*/ 391368 w 519413"/>
                <a:gd name="connsiteY31" fmla="*/ 186045 h 233363"/>
                <a:gd name="connsiteX32" fmla="*/ 353268 w 519413"/>
                <a:gd name="connsiteY32" fmla="*/ 197337 h 233363"/>
                <a:gd name="connsiteX33" fmla="*/ 322312 w 519413"/>
                <a:gd name="connsiteY33" fmla="*/ 188119 h 233363"/>
                <a:gd name="connsiteX34" fmla="*/ 310406 w 519413"/>
                <a:gd name="connsiteY34" fmla="*/ 200025 h 233363"/>
                <a:gd name="connsiteX35" fmla="*/ 288974 w 519413"/>
                <a:gd name="connsiteY35" fmla="*/ 211932 h 233363"/>
                <a:gd name="connsiteX36" fmla="*/ 266624 w 519413"/>
                <a:gd name="connsiteY36" fmla="*/ 209833 h 233363"/>
                <a:gd name="connsiteX37" fmla="*/ 226852 w 519413"/>
                <a:gd name="connsiteY37" fmla="*/ 224451 h 233363"/>
                <a:gd name="connsiteX38" fmla="*/ 186581 w 519413"/>
                <a:gd name="connsiteY38" fmla="*/ 211932 h 233363"/>
                <a:gd name="connsiteX39" fmla="*/ 181818 w 519413"/>
                <a:gd name="connsiteY39" fmla="*/ 202407 h 233363"/>
                <a:gd name="connsiteX40" fmla="*/ 171374 w 519413"/>
                <a:gd name="connsiteY40" fmla="*/ 216412 h 233363"/>
                <a:gd name="connsiteX41" fmla="*/ 126673 w 519413"/>
                <a:gd name="connsiteY41" fmla="*/ 233363 h 233363"/>
                <a:gd name="connsiteX42" fmla="*/ 72281 w 519413"/>
                <a:gd name="connsiteY42" fmla="*/ 202407 h 233363"/>
                <a:gd name="connsiteX43" fmla="*/ 67518 w 519413"/>
                <a:gd name="connsiteY43" fmla="*/ 190500 h 233363"/>
                <a:gd name="connsiteX44" fmla="*/ 46087 w 519413"/>
                <a:gd name="connsiteY44" fmla="*/ 212238 h 233363"/>
                <a:gd name="connsiteX45" fmla="*/ 29418 w 519413"/>
                <a:gd name="connsiteY45" fmla="*/ 211932 h 233363"/>
                <a:gd name="connsiteX46" fmla="*/ 6481 w 519413"/>
                <a:gd name="connsiteY46" fmla="*/ 194318 h 233363"/>
                <a:gd name="connsiteX47" fmla="*/ 301 w 519413"/>
                <a:gd name="connsiteY47" fmla="*/ 162797 h 233363"/>
                <a:gd name="connsiteX48" fmla="*/ 21355 w 519413"/>
                <a:gd name="connsiteY48" fmla="*/ 136886 h 233363"/>
                <a:gd name="connsiteX49" fmla="*/ 51392 w 519413"/>
                <a:gd name="connsiteY49" fmla="*/ 139316 h 233363"/>
                <a:gd name="connsiteX0" fmla="*/ 51392 w 519451"/>
                <a:gd name="connsiteY0" fmla="*/ 139316 h 233363"/>
                <a:gd name="connsiteX1" fmla="*/ 57255 w 519451"/>
                <a:gd name="connsiteY1" fmla="*/ 122429 h 233363"/>
                <a:gd name="connsiteX2" fmla="*/ 76912 w 519451"/>
                <a:gd name="connsiteY2" fmla="*/ 102959 h 233363"/>
                <a:gd name="connsiteX3" fmla="*/ 108731 w 519451"/>
                <a:gd name="connsiteY3" fmla="*/ 105404 h 233363"/>
                <a:gd name="connsiteX4" fmla="*/ 124668 w 519451"/>
                <a:gd name="connsiteY4" fmla="*/ 116682 h 233363"/>
                <a:gd name="connsiteX5" fmla="*/ 131812 w 519451"/>
                <a:gd name="connsiteY5" fmla="*/ 119063 h 233363"/>
                <a:gd name="connsiteX6" fmla="*/ 138956 w 519451"/>
                <a:gd name="connsiteY6" fmla="*/ 123825 h 233363"/>
                <a:gd name="connsiteX7" fmla="*/ 141337 w 519451"/>
                <a:gd name="connsiteY7" fmla="*/ 114300 h 233363"/>
                <a:gd name="connsiteX8" fmla="*/ 203249 w 519451"/>
                <a:gd name="connsiteY8" fmla="*/ 107157 h 233363"/>
                <a:gd name="connsiteX9" fmla="*/ 210393 w 519451"/>
                <a:gd name="connsiteY9" fmla="*/ 102394 h 233363"/>
                <a:gd name="connsiteX10" fmla="*/ 224681 w 519451"/>
                <a:gd name="connsiteY10" fmla="*/ 71438 h 233363"/>
                <a:gd name="connsiteX11" fmla="*/ 267543 w 519451"/>
                <a:gd name="connsiteY11" fmla="*/ 42863 h 233363"/>
                <a:gd name="connsiteX12" fmla="*/ 277068 w 519451"/>
                <a:gd name="connsiteY12" fmla="*/ 23813 h 233363"/>
                <a:gd name="connsiteX13" fmla="*/ 319931 w 519451"/>
                <a:gd name="connsiteY13" fmla="*/ 11907 h 233363"/>
                <a:gd name="connsiteX14" fmla="*/ 365174 w 519451"/>
                <a:gd name="connsiteY14" fmla="*/ 26194 h 233363"/>
                <a:gd name="connsiteX15" fmla="*/ 372318 w 519451"/>
                <a:gd name="connsiteY15" fmla="*/ 38100 h 233363"/>
                <a:gd name="connsiteX16" fmla="*/ 377081 w 519451"/>
                <a:gd name="connsiteY16" fmla="*/ 16669 h 233363"/>
                <a:gd name="connsiteX17" fmla="*/ 381843 w 519451"/>
                <a:gd name="connsiteY17" fmla="*/ 9525 h 233363"/>
                <a:gd name="connsiteX18" fmla="*/ 410418 w 519451"/>
                <a:gd name="connsiteY18" fmla="*/ 0 h 233363"/>
                <a:gd name="connsiteX19" fmla="*/ 453281 w 519451"/>
                <a:gd name="connsiteY19" fmla="*/ 2382 h 233363"/>
                <a:gd name="connsiteX20" fmla="*/ 465187 w 519451"/>
                <a:gd name="connsiteY20" fmla="*/ 21432 h 233363"/>
                <a:gd name="connsiteX21" fmla="*/ 493762 w 519451"/>
                <a:gd name="connsiteY21" fmla="*/ 28575 h 233363"/>
                <a:gd name="connsiteX22" fmla="*/ 512812 w 519451"/>
                <a:gd name="connsiteY22" fmla="*/ 38100 h 233363"/>
                <a:gd name="connsiteX23" fmla="*/ 519413 w 519451"/>
                <a:gd name="connsiteY23" fmla="*/ 83651 h 233363"/>
                <a:gd name="connsiteX24" fmla="*/ 510431 w 519451"/>
                <a:gd name="connsiteY24" fmla="*/ 103339 h 233363"/>
                <a:gd name="connsiteX25" fmla="*/ 491049 w 519451"/>
                <a:gd name="connsiteY25" fmla="*/ 116755 h 233363"/>
                <a:gd name="connsiteX26" fmla="*/ 475255 w 519451"/>
                <a:gd name="connsiteY26" fmla="*/ 152400 h 233363"/>
                <a:gd name="connsiteX27" fmla="*/ 446680 w 519451"/>
                <a:gd name="connsiteY27" fmla="*/ 157470 h 233363"/>
                <a:gd name="connsiteX28" fmla="*/ 422324 w 519451"/>
                <a:gd name="connsiteY28" fmla="*/ 147638 h 233363"/>
                <a:gd name="connsiteX29" fmla="*/ 403651 w 519451"/>
                <a:gd name="connsiteY29" fmla="*/ 174445 h 233363"/>
                <a:gd name="connsiteX30" fmla="*/ 391368 w 519451"/>
                <a:gd name="connsiteY30" fmla="*/ 186045 h 233363"/>
                <a:gd name="connsiteX31" fmla="*/ 353268 w 519451"/>
                <a:gd name="connsiteY31" fmla="*/ 197337 h 233363"/>
                <a:gd name="connsiteX32" fmla="*/ 322312 w 519451"/>
                <a:gd name="connsiteY32" fmla="*/ 188119 h 233363"/>
                <a:gd name="connsiteX33" fmla="*/ 310406 w 519451"/>
                <a:gd name="connsiteY33" fmla="*/ 200025 h 233363"/>
                <a:gd name="connsiteX34" fmla="*/ 288974 w 519451"/>
                <a:gd name="connsiteY34" fmla="*/ 211932 h 233363"/>
                <a:gd name="connsiteX35" fmla="*/ 266624 w 519451"/>
                <a:gd name="connsiteY35" fmla="*/ 209833 h 233363"/>
                <a:gd name="connsiteX36" fmla="*/ 226852 w 519451"/>
                <a:gd name="connsiteY36" fmla="*/ 224451 h 233363"/>
                <a:gd name="connsiteX37" fmla="*/ 186581 w 519451"/>
                <a:gd name="connsiteY37" fmla="*/ 211932 h 233363"/>
                <a:gd name="connsiteX38" fmla="*/ 181818 w 519451"/>
                <a:gd name="connsiteY38" fmla="*/ 202407 h 233363"/>
                <a:gd name="connsiteX39" fmla="*/ 171374 w 519451"/>
                <a:gd name="connsiteY39" fmla="*/ 216412 h 233363"/>
                <a:gd name="connsiteX40" fmla="*/ 126673 w 519451"/>
                <a:gd name="connsiteY40" fmla="*/ 233363 h 233363"/>
                <a:gd name="connsiteX41" fmla="*/ 72281 w 519451"/>
                <a:gd name="connsiteY41" fmla="*/ 202407 h 233363"/>
                <a:gd name="connsiteX42" fmla="*/ 67518 w 519451"/>
                <a:gd name="connsiteY42" fmla="*/ 190500 h 233363"/>
                <a:gd name="connsiteX43" fmla="*/ 46087 w 519451"/>
                <a:gd name="connsiteY43" fmla="*/ 212238 h 233363"/>
                <a:gd name="connsiteX44" fmla="*/ 29418 w 519451"/>
                <a:gd name="connsiteY44" fmla="*/ 211932 h 233363"/>
                <a:gd name="connsiteX45" fmla="*/ 6481 w 519451"/>
                <a:gd name="connsiteY45" fmla="*/ 194318 h 233363"/>
                <a:gd name="connsiteX46" fmla="*/ 301 w 519451"/>
                <a:gd name="connsiteY46" fmla="*/ 162797 h 233363"/>
                <a:gd name="connsiteX47" fmla="*/ 21355 w 519451"/>
                <a:gd name="connsiteY47" fmla="*/ 136886 h 233363"/>
                <a:gd name="connsiteX48" fmla="*/ 51392 w 519451"/>
                <a:gd name="connsiteY48" fmla="*/ 139316 h 233363"/>
                <a:gd name="connsiteX0" fmla="*/ 51392 w 519498"/>
                <a:gd name="connsiteY0" fmla="*/ 139316 h 233363"/>
                <a:gd name="connsiteX1" fmla="*/ 57255 w 519498"/>
                <a:gd name="connsiteY1" fmla="*/ 122429 h 233363"/>
                <a:gd name="connsiteX2" fmla="*/ 76912 w 519498"/>
                <a:gd name="connsiteY2" fmla="*/ 102959 h 233363"/>
                <a:gd name="connsiteX3" fmla="*/ 108731 w 519498"/>
                <a:gd name="connsiteY3" fmla="*/ 105404 h 233363"/>
                <a:gd name="connsiteX4" fmla="*/ 124668 w 519498"/>
                <a:gd name="connsiteY4" fmla="*/ 116682 h 233363"/>
                <a:gd name="connsiteX5" fmla="*/ 131812 w 519498"/>
                <a:gd name="connsiteY5" fmla="*/ 119063 h 233363"/>
                <a:gd name="connsiteX6" fmla="*/ 138956 w 519498"/>
                <a:gd name="connsiteY6" fmla="*/ 123825 h 233363"/>
                <a:gd name="connsiteX7" fmla="*/ 141337 w 519498"/>
                <a:gd name="connsiteY7" fmla="*/ 114300 h 233363"/>
                <a:gd name="connsiteX8" fmla="*/ 203249 w 519498"/>
                <a:gd name="connsiteY8" fmla="*/ 107157 h 233363"/>
                <a:gd name="connsiteX9" fmla="*/ 210393 w 519498"/>
                <a:gd name="connsiteY9" fmla="*/ 102394 h 233363"/>
                <a:gd name="connsiteX10" fmla="*/ 224681 w 519498"/>
                <a:gd name="connsiteY10" fmla="*/ 71438 h 233363"/>
                <a:gd name="connsiteX11" fmla="*/ 267543 w 519498"/>
                <a:gd name="connsiteY11" fmla="*/ 42863 h 233363"/>
                <a:gd name="connsiteX12" fmla="*/ 277068 w 519498"/>
                <a:gd name="connsiteY12" fmla="*/ 23813 h 233363"/>
                <a:gd name="connsiteX13" fmla="*/ 319931 w 519498"/>
                <a:gd name="connsiteY13" fmla="*/ 11907 h 233363"/>
                <a:gd name="connsiteX14" fmla="*/ 365174 w 519498"/>
                <a:gd name="connsiteY14" fmla="*/ 26194 h 233363"/>
                <a:gd name="connsiteX15" fmla="*/ 372318 w 519498"/>
                <a:gd name="connsiteY15" fmla="*/ 38100 h 233363"/>
                <a:gd name="connsiteX16" fmla="*/ 377081 w 519498"/>
                <a:gd name="connsiteY16" fmla="*/ 16669 h 233363"/>
                <a:gd name="connsiteX17" fmla="*/ 381843 w 519498"/>
                <a:gd name="connsiteY17" fmla="*/ 9525 h 233363"/>
                <a:gd name="connsiteX18" fmla="*/ 410418 w 519498"/>
                <a:gd name="connsiteY18" fmla="*/ 0 h 233363"/>
                <a:gd name="connsiteX19" fmla="*/ 453281 w 519498"/>
                <a:gd name="connsiteY19" fmla="*/ 2382 h 233363"/>
                <a:gd name="connsiteX20" fmla="*/ 465187 w 519498"/>
                <a:gd name="connsiteY20" fmla="*/ 21432 h 233363"/>
                <a:gd name="connsiteX21" fmla="*/ 493762 w 519498"/>
                <a:gd name="connsiteY21" fmla="*/ 28575 h 233363"/>
                <a:gd name="connsiteX22" fmla="*/ 514651 w 519498"/>
                <a:gd name="connsiteY22" fmla="*/ 49748 h 233363"/>
                <a:gd name="connsiteX23" fmla="*/ 519413 w 519498"/>
                <a:gd name="connsiteY23" fmla="*/ 83651 h 233363"/>
                <a:gd name="connsiteX24" fmla="*/ 510431 w 519498"/>
                <a:gd name="connsiteY24" fmla="*/ 103339 h 233363"/>
                <a:gd name="connsiteX25" fmla="*/ 491049 w 519498"/>
                <a:gd name="connsiteY25" fmla="*/ 116755 h 233363"/>
                <a:gd name="connsiteX26" fmla="*/ 475255 w 519498"/>
                <a:gd name="connsiteY26" fmla="*/ 152400 h 233363"/>
                <a:gd name="connsiteX27" fmla="*/ 446680 w 519498"/>
                <a:gd name="connsiteY27" fmla="*/ 157470 h 233363"/>
                <a:gd name="connsiteX28" fmla="*/ 422324 w 519498"/>
                <a:gd name="connsiteY28" fmla="*/ 147638 h 233363"/>
                <a:gd name="connsiteX29" fmla="*/ 403651 w 519498"/>
                <a:gd name="connsiteY29" fmla="*/ 174445 h 233363"/>
                <a:gd name="connsiteX30" fmla="*/ 391368 w 519498"/>
                <a:gd name="connsiteY30" fmla="*/ 186045 h 233363"/>
                <a:gd name="connsiteX31" fmla="*/ 353268 w 519498"/>
                <a:gd name="connsiteY31" fmla="*/ 197337 h 233363"/>
                <a:gd name="connsiteX32" fmla="*/ 322312 w 519498"/>
                <a:gd name="connsiteY32" fmla="*/ 188119 h 233363"/>
                <a:gd name="connsiteX33" fmla="*/ 310406 w 519498"/>
                <a:gd name="connsiteY33" fmla="*/ 200025 h 233363"/>
                <a:gd name="connsiteX34" fmla="*/ 288974 w 519498"/>
                <a:gd name="connsiteY34" fmla="*/ 211932 h 233363"/>
                <a:gd name="connsiteX35" fmla="*/ 266624 w 519498"/>
                <a:gd name="connsiteY35" fmla="*/ 209833 h 233363"/>
                <a:gd name="connsiteX36" fmla="*/ 226852 w 519498"/>
                <a:gd name="connsiteY36" fmla="*/ 224451 h 233363"/>
                <a:gd name="connsiteX37" fmla="*/ 186581 w 519498"/>
                <a:gd name="connsiteY37" fmla="*/ 211932 h 233363"/>
                <a:gd name="connsiteX38" fmla="*/ 181818 w 519498"/>
                <a:gd name="connsiteY38" fmla="*/ 202407 h 233363"/>
                <a:gd name="connsiteX39" fmla="*/ 171374 w 519498"/>
                <a:gd name="connsiteY39" fmla="*/ 216412 h 233363"/>
                <a:gd name="connsiteX40" fmla="*/ 126673 w 519498"/>
                <a:gd name="connsiteY40" fmla="*/ 233363 h 233363"/>
                <a:gd name="connsiteX41" fmla="*/ 72281 w 519498"/>
                <a:gd name="connsiteY41" fmla="*/ 202407 h 233363"/>
                <a:gd name="connsiteX42" fmla="*/ 67518 w 519498"/>
                <a:gd name="connsiteY42" fmla="*/ 190500 h 233363"/>
                <a:gd name="connsiteX43" fmla="*/ 46087 w 519498"/>
                <a:gd name="connsiteY43" fmla="*/ 212238 h 233363"/>
                <a:gd name="connsiteX44" fmla="*/ 29418 w 519498"/>
                <a:gd name="connsiteY44" fmla="*/ 211932 h 233363"/>
                <a:gd name="connsiteX45" fmla="*/ 6481 w 519498"/>
                <a:gd name="connsiteY45" fmla="*/ 194318 h 233363"/>
                <a:gd name="connsiteX46" fmla="*/ 301 w 519498"/>
                <a:gd name="connsiteY46" fmla="*/ 162797 h 233363"/>
                <a:gd name="connsiteX47" fmla="*/ 21355 w 519498"/>
                <a:gd name="connsiteY47" fmla="*/ 136886 h 233363"/>
                <a:gd name="connsiteX48" fmla="*/ 51392 w 519498"/>
                <a:gd name="connsiteY48" fmla="*/ 139316 h 233363"/>
                <a:gd name="connsiteX0" fmla="*/ 51392 w 519498"/>
                <a:gd name="connsiteY0" fmla="*/ 139316 h 233363"/>
                <a:gd name="connsiteX1" fmla="*/ 57255 w 519498"/>
                <a:gd name="connsiteY1" fmla="*/ 122429 h 233363"/>
                <a:gd name="connsiteX2" fmla="*/ 76912 w 519498"/>
                <a:gd name="connsiteY2" fmla="*/ 102959 h 233363"/>
                <a:gd name="connsiteX3" fmla="*/ 108731 w 519498"/>
                <a:gd name="connsiteY3" fmla="*/ 105404 h 233363"/>
                <a:gd name="connsiteX4" fmla="*/ 124668 w 519498"/>
                <a:gd name="connsiteY4" fmla="*/ 116682 h 233363"/>
                <a:gd name="connsiteX5" fmla="*/ 131812 w 519498"/>
                <a:gd name="connsiteY5" fmla="*/ 119063 h 233363"/>
                <a:gd name="connsiteX6" fmla="*/ 138956 w 519498"/>
                <a:gd name="connsiteY6" fmla="*/ 123825 h 233363"/>
                <a:gd name="connsiteX7" fmla="*/ 141337 w 519498"/>
                <a:gd name="connsiteY7" fmla="*/ 114300 h 233363"/>
                <a:gd name="connsiteX8" fmla="*/ 203249 w 519498"/>
                <a:gd name="connsiteY8" fmla="*/ 107157 h 233363"/>
                <a:gd name="connsiteX9" fmla="*/ 210393 w 519498"/>
                <a:gd name="connsiteY9" fmla="*/ 102394 h 233363"/>
                <a:gd name="connsiteX10" fmla="*/ 224681 w 519498"/>
                <a:gd name="connsiteY10" fmla="*/ 71438 h 233363"/>
                <a:gd name="connsiteX11" fmla="*/ 267543 w 519498"/>
                <a:gd name="connsiteY11" fmla="*/ 42863 h 233363"/>
                <a:gd name="connsiteX12" fmla="*/ 277068 w 519498"/>
                <a:gd name="connsiteY12" fmla="*/ 23813 h 233363"/>
                <a:gd name="connsiteX13" fmla="*/ 319931 w 519498"/>
                <a:gd name="connsiteY13" fmla="*/ 11907 h 233363"/>
                <a:gd name="connsiteX14" fmla="*/ 365174 w 519498"/>
                <a:gd name="connsiteY14" fmla="*/ 26194 h 233363"/>
                <a:gd name="connsiteX15" fmla="*/ 372318 w 519498"/>
                <a:gd name="connsiteY15" fmla="*/ 38100 h 233363"/>
                <a:gd name="connsiteX16" fmla="*/ 377081 w 519498"/>
                <a:gd name="connsiteY16" fmla="*/ 16669 h 233363"/>
                <a:gd name="connsiteX17" fmla="*/ 381843 w 519498"/>
                <a:gd name="connsiteY17" fmla="*/ 9525 h 233363"/>
                <a:gd name="connsiteX18" fmla="*/ 410418 w 519498"/>
                <a:gd name="connsiteY18" fmla="*/ 0 h 233363"/>
                <a:gd name="connsiteX19" fmla="*/ 453281 w 519498"/>
                <a:gd name="connsiteY19" fmla="*/ 2382 h 233363"/>
                <a:gd name="connsiteX20" fmla="*/ 465187 w 519498"/>
                <a:gd name="connsiteY20" fmla="*/ 21432 h 233363"/>
                <a:gd name="connsiteX21" fmla="*/ 493762 w 519498"/>
                <a:gd name="connsiteY21" fmla="*/ 28575 h 233363"/>
                <a:gd name="connsiteX22" fmla="*/ 514651 w 519498"/>
                <a:gd name="connsiteY22" fmla="*/ 49748 h 233363"/>
                <a:gd name="connsiteX23" fmla="*/ 519413 w 519498"/>
                <a:gd name="connsiteY23" fmla="*/ 83651 h 233363"/>
                <a:gd name="connsiteX24" fmla="*/ 510431 w 519498"/>
                <a:gd name="connsiteY24" fmla="*/ 103339 h 233363"/>
                <a:gd name="connsiteX25" fmla="*/ 491049 w 519498"/>
                <a:gd name="connsiteY25" fmla="*/ 116755 h 233363"/>
                <a:gd name="connsiteX26" fmla="*/ 475255 w 519498"/>
                <a:gd name="connsiteY26" fmla="*/ 152400 h 233363"/>
                <a:gd name="connsiteX27" fmla="*/ 446680 w 519498"/>
                <a:gd name="connsiteY27" fmla="*/ 157470 h 233363"/>
                <a:gd name="connsiteX28" fmla="*/ 422324 w 519498"/>
                <a:gd name="connsiteY28" fmla="*/ 147638 h 233363"/>
                <a:gd name="connsiteX29" fmla="*/ 403651 w 519498"/>
                <a:gd name="connsiteY29" fmla="*/ 174445 h 233363"/>
                <a:gd name="connsiteX30" fmla="*/ 391368 w 519498"/>
                <a:gd name="connsiteY30" fmla="*/ 186045 h 233363"/>
                <a:gd name="connsiteX31" fmla="*/ 353268 w 519498"/>
                <a:gd name="connsiteY31" fmla="*/ 197337 h 233363"/>
                <a:gd name="connsiteX32" fmla="*/ 322312 w 519498"/>
                <a:gd name="connsiteY32" fmla="*/ 188119 h 233363"/>
                <a:gd name="connsiteX33" fmla="*/ 310406 w 519498"/>
                <a:gd name="connsiteY33" fmla="*/ 200025 h 233363"/>
                <a:gd name="connsiteX34" fmla="*/ 288974 w 519498"/>
                <a:gd name="connsiteY34" fmla="*/ 211932 h 233363"/>
                <a:gd name="connsiteX35" fmla="*/ 266624 w 519498"/>
                <a:gd name="connsiteY35" fmla="*/ 209833 h 233363"/>
                <a:gd name="connsiteX36" fmla="*/ 226852 w 519498"/>
                <a:gd name="connsiteY36" fmla="*/ 224451 h 233363"/>
                <a:gd name="connsiteX37" fmla="*/ 186581 w 519498"/>
                <a:gd name="connsiteY37" fmla="*/ 211932 h 233363"/>
                <a:gd name="connsiteX38" fmla="*/ 181818 w 519498"/>
                <a:gd name="connsiteY38" fmla="*/ 202407 h 233363"/>
                <a:gd name="connsiteX39" fmla="*/ 171374 w 519498"/>
                <a:gd name="connsiteY39" fmla="*/ 216412 h 233363"/>
                <a:gd name="connsiteX40" fmla="*/ 126673 w 519498"/>
                <a:gd name="connsiteY40" fmla="*/ 233363 h 233363"/>
                <a:gd name="connsiteX41" fmla="*/ 72281 w 519498"/>
                <a:gd name="connsiteY41" fmla="*/ 202407 h 233363"/>
                <a:gd name="connsiteX42" fmla="*/ 67518 w 519498"/>
                <a:gd name="connsiteY42" fmla="*/ 190500 h 233363"/>
                <a:gd name="connsiteX43" fmla="*/ 46087 w 519498"/>
                <a:gd name="connsiteY43" fmla="*/ 212238 h 233363"/>
                <a:gd name="connsiteX44" fmla="*/ 29418 w 519498"/>
                <a:gd name="connsiteY44" fmla="*/ 211932 h 233363"/>
                <a:gd name="connsiteX45" fmla="*/ 6481 w 519498"/>
                <a:gd name="connsiteY45" fmla="*/ 194318 h 233363"/>
                <a:gd name="connsiteX46" fmla="*/ 301 w 519498"/>
                <a:gd name="connsiteY46" fmla="*/ 162797 h 233363"/>
                <a:gd name="connsiteX47" fmla="*/ 21355 w 519498"/>
                <a:gd name="connsiteY47" fmla="*/ 136886 h 233363"/>
                <a:gd name="connsiteX48" fmla="*/ 51392 w 519498"/>
                <a:gd name="connsiteY48" fmla="*/ 139316 h 233363"/>
                <a:gd name="connsiteX0" fmla="*/ 51392 w 519498"/>
                <a:gd name="connsiteY0" fmla="*/ 139316 h 233363"/>
                <a:gd name="connsiteX1" fmla="*/ 57255 w 519498"/>
                <a:gd name="connsiteY1" fmla="*/ 122429 h 233363"/>
                <a:gd name="connsiteX2" fmla="*/ 76912 w 519498"/>
                <a:gd name="connsiteY2" fmla="*/ 102959 h 233363"/>
                <a:gd name="connsiteX3" fmla="*/ 108731 w 519498"/>
                <a:gd name="connsiteY3" fmla="*/ 105404 h 233363"/>
                <a:gd name="connsiteX4" fmla="*/ 124668 w 519498"/>
                <a:gd name="connsiteY4" fmla="*/ 116682 h 233363"/>
                <a:gd name="connsiteX5" fmla="*/ 131812 w 519498"/>
                <a:gd name="connsiteY5" fmla="*/ 119063 h 233363"/>
                <a:gd name="connsiteX6" fmla="*/ 138956 w 519498"/>
                <a:gd name="connsiteY6" fmla="*/ 123825 h 233363"/>
                <a:gd name="connsiteX7" fmla="*/ 141337 w 519498"/>
                <a:gd name="connsiteY7" fmla="*/ 114300 h 233363"/>
                <a:gd name="connsiteX8" fmla="*/ 203249 w 519498"/>
                <a:gd name="connsiteY8" fmla="*/ 107157 h 233363"/>
                <a:gd name="connsiteX9" fmla="*/ 210393 w 519498"/>
                <a:gd name="connsiteY9" fmla="*/ 102394 h 233363"/>
                <a:gd name="connsiteX10" fmla="*/ 224681 w 519498"/>
                <a:gd name="connsiteY10" fmla="*/ 71438 h 233363"/>
                <a:gd name="connsiteX11" fmla="*/ 267543 w 519498"/>
                <a:gd name="connsiteY11" fmla="*/ 42863 h 233363"/>
                <a:gd name="connsiteX12" fmla="*/ 277068 w 519498"/>
                <a:gd name="connsiteY12" fmla="*/ 23813 h 233363"/>
                <a:gd name="connsiteX13" fmla="*/ 319931 w 519498"/>
                <a:gd name="connsiteY13" fmla="*/ 11907 h 233363"/>
                <a:gd name="connsiteX14" fmla="*/ 365174 w 519498"/>
                <a:gd name="connsiteY14" fmla="*/ 26194 h 233363"/>
                <a:gd name="connsiteX15" fmla="*/ 372318 w 519498"/>
                <a:gd name="connsiteY15" fmla="*/ 38100 h 233363"/>
                <a:gd name="connsiteX16" fmla="*/ 377081 w 519498"/>
                <a:gd name="connsiteY16" fmla="*/ 16669 h 233363"/>
                <a:gd name="connsiteX17" fmla="*/ 381843 w 519498"/>
                <a:gd name="connsiteY17" fmla="*/ 9525 h 233363"/>
                <a:gd name="connsiteX18" fmla="*/ 410418 w 519498"/>
                <a:gd name="connsiteY18" fmla="*/ 0 h 233363"/>
                <a:gd name="connsiteX19" fmla="*/ 453281 w 519498"/>
                <a:gd name="connsiteY19" fmla="*/ 2382 h 233363"/>
                <a:gd name="connsiteX20" fmla="*/ 466106 w 519498"/>
                <a:gd name="connsiteY20" fmla="*/ 24120 h 233363"/>
                <a:gd name="connsiteX21" fmla="*/ 493762 w 519498"/>
                <a:gd name="connsiteY21" fmla="*/ 28575 h 233363"/>
                <a:gd name="connsiteX22" fmla="*/ 514651 w 519498"/>
                <a:gd name="connsiteY22" fmla="*/ 49748 h 233363"/>
                <a:gd name="connsiteX23" fmla="*/ 519413 w 519498"/>
                <a:gd name="connsiteY23" fmla="*/ 83651 h 233363"/>
                <a:gd name="connsiteX24" fmla="*/ 510431 w 519498"/>
                <a:gd name="connsiteY24" fmla="*/ 103339 h 233363"/>
                <a:gd name="connsiteX25" fmla="*/ 491049 w 519498"/>
                <a:gd name="connsiteY25" fmla="*/ 116755 h 233363"/>
                <a:gd name="connsiteX26" fmla="*/ 475255 w 519498"/>
                <a:gd name="connsiteY26" fmla="*/ 152400 h 233363"/>
                <a:gd name="connsiteX27" fmla="*/ 446680 w 519498"/>
                <a:gd name="connsiteY27" fmla="*/ 157470 h 233363"/>
                <a:gd name="connsiteX28" fmla="*/ 422324 w 519498"/>
                <a:gd name="connsiteY28" fmla="*/ 147638 h 233363"/>
                <a:gd name="connsiteX29" fmla="*/ 403651 w 519498"/>
                <a:gd name="connsiteY29" fmla="*/ 174445 h 233363"/>
                <a:gd name="connsiteX30" fmla="*/ 391368 w 519498"/>
                <a:gd name="connsiteY30" fmla="*/ 186045 h 233363"/>
                <a:gd name="connsiteX31" fmla="*/ 353268 w 519498"/>
                <a:gd name="connsiteY31" fmla="*/ 197337 h 233363"/>
                <a:gd name="connsiteX32" fmla="*/ 322312 w 519498"/>
                <a:gd name="connsiteY32" fmla="*/ 188119 h 233363"/>
                <a:gd name="connsiteX33" fmla="*/ 310406 w 519498"/>
                <a:gd name="connsiteY33" fmla="*/ 200025 h 233363"/>
                <a:gd name="connsiteX34" fmla="*/ 288974 w 519498"/>
                <a:gd name="connsiteY34" fmla="*/ 211932 h 233363"/>
                <a:gd name="connsiteX35" fmla="*/ 266624 w 519498"/>
                <a:gd name="connsiteY35" fmla="*/ 209833 h 233363"/>
                <a:gd name="connsiteX36" fmla="*/ 226852 w 519498"/>
                <a:gd name="connsiteY36" fmla="*/ 224451 h 233363"/>
                <a:gd name="connsiteX37" fmla="*/ 186581 w 519498"/>
                <a:gd name="connsiteY37" fmla="*/ 211932 h 233363"/>
                <a:gd name="connsiteX38" fmla="*/ 181818 w 519498"/>
                <a:gd name="connsiteY38" fmla="*/ 202407 h 233363"/>
                <a:gd name="connsiteX39" fmla="*/ 171374 w 519498"/>
                <a:gd name="connsiteY39" fmla="*/ 216412 h 233363"/>
                <a:gd name="connsiteX40" fmla="*/ 126673 w 519498"/>
                <a:gd name="connsiteY40" fmla="*/ 233363 h 233363"/>
                <a:gd name="connsiteX41" fmla="*/ 72281 w 519498"/>
                <a:gd name="connsiteY41" fmla="*/ 202407 h 233363"/>
                <a:gd name="connsiteX42" fmla="*/ 67518 w 519498"/>
                <a:gd name="connsiteY42" fmla="*/ 190500 h 233363"/>
                <a:gd name="connsiteX43" fmla="*/ 46087 w 519498"/>
                <a:gd name="connsiteY43" fmla="*/ 212238 h 233363"/>
                <a:gd name="connsiteX44" fmla="*/ 29418 w 519498"/>
                <a:gd name="connsiteY44" fmla="*/ 211932 h 233363"/>
                <a:gd name="connsiteX45" fmla="*/ 6481 w 519498"/>
                <a:gd name="connsiteY45" fmla="*/ 194318 h 233363"/>
                <a:gd name="connsiteX46" fmla="*/ 301 w 519498"/>
                <a:gd name="connsiteY46" fmla="*/ 162797 h 233363"/>
                <a:gd name="connsiteX47" fmla="*/ 21355 w 519498"/>
                <a:gd name="connsiteY47" fmla="*/ 136886 h 233363"/>
                <a:gd name="connsiteX48" fmla="*/ 51392 w 519498"/>
                <a:gd name="connsiteY48" fmla="*/ 139316 h 233363"/>
                <a:gd name="connsiteX0" fmla="*/ 51392 w 519498"/>
                <a:gd name="connsiteY0" fmla="*/ 137430 h 231477"/>
                <a:gd name="connsiteX1" fmla="*/ 57255 w 519498"/>
                <a:gd name="connsiteY1" fmla="*/ 120543 h 231477"/>
                <a:gd name="connsiteX2" fmla="*/ 76912 w 519498"/>
                <a:gd name="connsiteY2" fmla="*/ 101073 h 231477"/>
                <a:gd name="connsiteX3" fmla="*/ 108731 w 519498"/>
                <a:gd name="connsiteY3" fmla="*/ 103518 h 231477"/>
                <a:gd name="connsiteX4" fmla="*/ 124668 w 519498"/>
                <a:gd name="connsiteY4" fmla="*/ 114796 h 231477"/>
                <a:gd name="connsiteX5" fmla="*/ 131812 w 519498"/>
                <a:gd name="connsiteY5" fmla="*/ 117177 h 231477"/>
                <a:gd name="connsiteX6" fmla="*/ 138956 w 519498"/>
                <a:gd name="connsiteY6" fmla="*/ 121939 h 231477"/>
                <a:gd name="connsiteX7" fmla="*/ 141337 w 519498"/>
                <a:gd name="connsiteY7" fmla="*/ 112414 h 231477"/>
                <a:gd name="connsiteX8" fmla="*/ 203249 w 519498"/>
                <a:gd name="connsiteY8" fmla="*/ 105271 h 231477"/>
                <a:gd name="connsiteX9" fmla="*/ 210393 w 519498"/>
                <a:gd name="connsiteY9" fmla="*/ 100508 h 231477"/>
                <a:gd name="connsiteX10" fmla="*/ 224681 w 519498"/>
                <a:gd name="connsiteY10" fmla="*/ 69552 h 231477"/>
                <a:gd name="connsiteX11" fmla="*/ 267543 w 519498"/>
                <a:gd name="connsiteY11" fmla="*/ 40977 h 231477"/>
                <a:gd name="connsiteX12" fmla="*/ 277068 w 519498"/>
                <a:gd name="connsiteY12" fmla="*/ 21927 h 231477"/>
                <a:gd name="connsiteX13" fmla="*/ 319931 w 519498"/>
                <a:gd name="connsiteY13" fmla="*/ 10021 h 231477"/>
                <a:gd name="connsiteX14" fmla="*/ 365174 w 519498"/>
                <a:gd name="connsiteY14" fmla="*/ 24308 h 231477"/>
                <a:gd name="connsiteX15" fmla="*/ 372318 w 519498"/>
                <a:gd name="connsiteY15" fmla="*/ 36214 h 231477"/>
                <a:gd name="connsiteX16" fmla="*/ 377081 w 519498"/>
                <a:gd name="connsiteY16" fmla="*/ 14783 h 231477"/>
                <a:gd name="connsiteX17" fmla="*/ 381843 w 519498"/>
                <a:gd name="connsiteY17" fmla="*/ 7639 h 231477"/>
                <a:gd name="connsiteX18" fmla="*/ 453281 w 519498"/>
                <a:gd name="connsiteY18" fmla="*/ 496 h 231477"/>
                <a:gd name="connsiteX19" fmla="*/ 466106 w 519498"/>
                <a:gd name="connsiteY19" fmla="*/ 22234 h 231477"/>
                <a:gd name="connsiteX20" fmla="*/ 493762 w 519498"/>
                <a:gd name="connsiteY20" fmla="*/ 26689 h 231477"/>
                <a:gd name="connsiteX21" fmla="*/ 514651 w 519498"/>
                <a:gd name="connsiteY21" fmla="*/ 47862 h 231477"/>
                <a:gd name="connsiteX22" fmla="*/ 519413 w 519498"/>
                <a:gd name="connsiteY22" fmla="*/ 81765 h 231477"/>
                <a:gd name="connsiteX23" fmla="*/ 510431 w 519498"/>
                <a:gd name="connsiteY23" fmla="*/ 101453 h 231477"/>
                <a:gd name="connsiteX24" fmla="*/ 491049 w 519498"/>
                <a:gd name="connsiteY24" fmla="*/ 114869 h 231477"/>
                <a:gd name="connsiteX25" fmla="*/ 475255 w 519498"/>
                <a:gd name="connsiteY25" fmla="*/ 150514 h 231477"/>
                <a:gd name="connsiteX26" fmla="*/ 446680 w 519498"/>
                <a:gd name="connsiteY26" fmla="*/ 155584 h 231477"/>
                <a:gd name="connsiteX27" fmla="*/ 422324 w 519498"/>
                <a:gd name="connsiteY27" fmla="*/ 145752 h 231477"/>
                <a:gd name="connsiteX28" fmla="*/ 403651 w 519498"/>
                <a:gd name="connsiteY28" fmla="*/ 172559 h 231477"/>
                <a:gd name="connsiteX29" fmla="*/ 391368 w 519498"/>
                <a:gd name="connsiteY29" fmla="*/ 184159 h 231477"/>
                <a:gd name="connsiteX30" fmla="*/ 353268 w 519498"/>
                <a:gd name="connsiteY30" fmla="*/ 195451 h 231477"/>
                <a:gd name="connsiteX31" fmla="*/ 322312 w 519498"/>
                <a:gd name="connsiteY31" fmla="*/ 186233 h 231477"/>
                <a:gd name="connsiteX32" fmla="*/ 310406 w 519498"/>
                <a:gd name="connsiteY32" fmla="*/ 198139 h 231477"/>
                <a:gd name="connsiteX33" fmla="*/ 288974 w 519498"/>
                <a:gd name="connsiteY33" fmla="*/ 210046 h 231477"/>
                <a:gd name="connsiteX34" fmla="*/ 266624 w 519498"/>
                <a:gd name="connsiteY34" fmla="*/ 207947 h 231477"/>
                <a:gd name="connsiteX35" fmla="*/ 226852 w 519498"/>
                <a:gd name="connsiteY35" fmla="*/ 222565 h 231477"/>
                <a:gd name="connsiteX36" fmla="*/ 186581 w 519498"/>
                <a:gd name="connsiteY36" fmla="*/ 210046 h 231477"/>
                <a:gd name="connsiteX37" fmla="*/ 181818 w 519498"/>
                <a:gd name="connsiteY37" fmla="*/ 200521 h 231477"/>
                <a:gd name="connsiteX38" fmla="*/ 171374 w 519498"/>
                <a:gd name="connsiteY38" fmla="*/ 214526 h 231477"/>
                <a:gd name="connsiteX39" fmla="*/ 126673 w 519498"/>
                <a:gd name="connsiteY39" fmla="*/ 231477 h 231477"/>
                <a:gd name="connsiteX40" fmla="*/ 72281 w 519498"/>
                <a:gd name="connsiteY40" fmla="*/ 200521 h 231477"/>
                <a:gd name="connsiteX41" fmla="*/ 67518 w 519498"/>
                <a:gd name="connsiteY41" fmla="*/ 188614 h 231477"/>
                <a:gd name="connsiteX42" fmla="*/ 46087 w 519498"/>
                <a:gd name="connsiteY42" fmla="*/ 210352 h 231477"/>
                <a:gd name="connsiteX43" fmla="*/ 29418 w 519498"/>
                <a:gd name="connsiteY43" fmla="*/ 210046 h 231477"/>
                <a:gd name="connsiteX44" fmla="*/ 6481 w 519498"/>
                <a:gd name="connsiteY44" fmla="*/ 192432 h 231477"/>
                <a:gd name="connsiteX45" fmla="*/ 301 w 519498"/>
                <a:gd name="connsiteY45" fmla="*/ 160911 h 231477"/>
                <a:gd name="connsiteX46" fmla="*/ 21355 w 519498"/>
                <a:gd name="connsiteY46" fmla="*/ 135000 h 231477"/>
                <a:gd name="connsiteX47" fmla="*/ 51392 w 519498"/>
                <a:gd name="connsiteY47" fmla="*/ 137430 h 231477"/>
                <a:gd name="connsiteX0" fmla="*/ 51392 w 519498"/>
                <a:gd name="connsiteY0" fmla="*/ 140890 h 234937"/>
                <a:gd name="connsiteX1" fmla="*/ 57255 w 519498"/>
                <a:gd name="connsiteY1" fmla="*/ 124003 h 234937"/>
                <a:gd name="connsiteX2" fmla="*/ 76912 w 519498"/>
                <a:gd name="connsiteY2" fmla="*/ 104533 h 234937"/>
                <a:gd name="connsiteX3" fmla="*/ 108731 w 519498"/>
                <a:gd name="connsiteY3" fmla="*/ 106978 h 234937"/>
                <a:gd name="connsiteX4" fmla="*/ 124668 w 519498"/>
                <a:gd name="connsiteY4" fmla="*/ 118256 h 234937"/>
                <a:gd name="connsiteX5" fmla="*/ 131812 w 519498"/>
                <a:gd name="connsiteY5" fmla="*/ 120637 h 234937"/>
                <a:gd name="connsiteX6" fmla="*/ 138956 w 519498"/>
                <a:gd name="connsiteY6" fmla="*/ 125399 h 234937"/>
                <a:gd name="connsiteX7" fmla="*/ 141337 w 519498"/>
                <a:gd name="connsiteY7" fmla="*/ 115874 h 234937"/>
                <a:gd name="connsiteX8" fmla="*/ 203249 w 519498"/>
                <a:gd name="connsiteY8" fmla="*/ 108731 h 234937"/>
                <a:gd name="connsiteX9" fmla="*/ 210393 w 519498"/>
                <a:gd name="connsiteY9" fmla="*/ 103968 h 234937"/>
                <a:gd name="connsiteX10" fmla="*/ 224681 w 519498"/>
                <a:gd name="connsiteY10" fmla="*/ 73012 h 234937"/>
                <a:gd name="connsiteX11" fmla="*/ 267543 w 519498"/>
                <a:gd name="connsiteY11" fmla="*/ 44437 h 234937"/>
                <a:gd name="connsiteX12" fmla="*/ 277068 w 519498"/>
                <a:gd name="connsiteY12" fmla="*/ 25387 h 234937"/>
                <a:gd name="connsiteX13" fmla="*/ 319931 w 519498"/>
                <a:gd name="connsiteY13" fmla="*/ 13481 h 234937"/>
                <a:gd name="connsiteX14" fmla="*/ 365174 w 519498"/>
                <a:gd name="connsiteY14" fmla="*/ 27768 h 234937"/>
                <a:gd name="connsiteX15" fmla="*/ 372318 w 519498"/>
                <a:gd name="connsiteY15" fmla="*/ 39674 h 234937"/>
                <a:gd name="connsiteX16" fmla="*/ 377081 w 519498"/>
                <a:gd name="connsiteY16" fmla="*/ 18243 h 234937"/>
                <a:gd name="connsiteX17" fmla="*/ 381843 w 519498"/>
                <a:gd name="connsiteY17" fmla="*/ 11099 h 234937"/>
                <a:gd name="connsiteX18" fmla="*/ 434896 w 519498"/>
                <a:gd name="connsiteY18" fmla="*/ 372 h 234937"/>
                <a:gd name="connsiteX19" fmla="*/ 466106 w 519498"/>
                <a:gd name="connsiteY19" fmla="*/ 25694 h 234937"/>
                <a:gd name="connsiteX20" fmla="*/ 493762 w 519498"/>
                <a:gd name="connsiteY20" fmla="*/ 30149 h 234937"/>
                <a:gd name="connsiteX21" fmla="*/ 514651 w 519498"/>
                <a:gd name="connsiteY21" fmla="*/ 51322 h 234937"/>
                <a:gd name="connsiteX22" fmla="*/ 519413 w 519498"/>
                <a:gd name="connsiteY22" fmla="*/ 85225 h 234937"/>
                <a:gd name="connsiteX23" fmla="*/ 510431 w 519498"/>
                <a:gd name="connsiteY23" fmla="*/ 104913 h 234937"/>
                <a:gd name="connsiteX24" fmla="*/ 491049 w 519498"/>
                <a:gd name="connsiteY24" fmla="*/ 118329 h 234937"/>
                <a:gd name="connsiteX25" fmla="*/ 475255 w 519498"/>
                <a:gd name="connsiteY25" fmla="*/ 153974 h 234937"/>
                <a:gd name="connsiteX26" fmla="*/ 446680 w 519498"/>
                <a:gd name="connsiteY26" fmla="*/ 159044 h 234937"/>
                <a:gd name="connsiteX27" fmla="*/ 422324 w 519498"/>
                <a:gd name="connsiteY27" fmla="*/ 149212 h 234937"/>
                <a:gd name="connsiteX28" fmla="*/ 403651 w 519498"/>
                <a:gd name="connsiteY28" fmla="*/ 176019 h 234937"/>
                <a:gd name="connsiteX29" fmla="*/ 391368 w 519498"/>
                <a:gd name="connsiteY29" fmla="*/ 187619 h 234937"/>
                <a:gd name="connsiteX30" fmla="*/ 353268 w 519498"/>
                <a:gd name="connsiteY30" fmla="*/ 198911 h 234937"/>
                <a:gd name="connsiteX31" fmla="*/ 322312 w 519498"/>
                <a:gd name="connsiteY31" fmla="*/ 189693 h 234937"/>
                <a:gd name="connsiteX32" fmla="*/ 310406 w 519498"/>
                <a:gd name="connsiteY32" fmla="*/ 201599 h 234937"/>
                <a:gd name="connsiteX33" fmla="*/ 288974 w 519498"/>
                <a:gd name="connsiteY33" fmla="*/ 213506 h 234937"/>
                <a:gd name="connsiteX34" fmla="*/ 266624 w 519498"/>
                <a:gd name="connsiteY34" fmla="*/ 211407 h 234937"/>
                <a:gd name="connsiteX35" fmla="*/ 226852 w 519498"/>
                <a:gd name="connsiteY35" fmla="*/ 226025 h 234937"/>
                <a:gd name="connsiteX36" fmla="*/ 186581 w 519498"/>
                <a:gd name="connsiteY36" fmla="*/ 213506 h 234937"/>
                <a:gd name="connsiteX37" fmla="*/ 181818 w 519498"/>
                <a:gd name="connsiteY37" fmla="*/ 203981 h 234937"/>
                <a:gd name="connsiteX38" fmla="*/ 171374 w 519498"/>
                <a:gd name="connsiteY38" fmla="*/ 217986 h 234937"/>
                <a:gd name="connsiteX39" fmla="*/ 126673 w 519498"/>
                <a:gd name="connsiteY39" fmla="*/ 234937 h 234937"/>
                <a:gd name="connsiteX40" fmla="*/ 72281 w 519498"/>
                <a:gd name="connsiteY40" fmla="*/ 203981 h 234937"/>
                <a:gd name="connsiteX41" fmla="*/ 67518 w 519498"/>
                <a:gd name="connsiteY41" fmla="*/ 192074 h 234937"/>
                <a:gd name="connsiteX42" fmla="*/ 46087 w 519498"/>
                <a:gd name="connsiteY42" fmla="*/ 213812 h 234937"/>
                <a:gd name="connsiteX43" fmla="*/ 29418 w 519498"/>
                <a:gd name="connsiteY43" fmla="*/ 213506 h 234937"/>
                <a:gd name="connsiteX44" fmla="*/ 6481 w 519498"/>
                <a:gd name="connsiteY44" fmla="*/ 195892 h 234937"/>
                <a:gd name="connsiteX45" fmla="*/ 301 w 519498"/>
                <a:gd name="connsiteY45" fmla="*/ 164371 h 234937"/>
                <a:gd name="connsiteX46" fmla="*/ 21355 w 519498"/>
                <a:gd name="connsiteY46" fmla="*/ 138460 h 234937"/>
                <a:gd name="connsiteX47" fmla="*/ 51392 w 519498"/>
                <a:gd name="connsiteY47" fmla="*/ 140890 h 234937"/>
                <a:gd name="connsiteX0" fmla="*/ 51392 w 519498"/>
                <a:gd name="connsiteY0" fmla="*/ 141628 h 235675"/>
                <a:gd name="connsiteX1" fmla="*/ 57255 w 519498"/>
                <a:gd name="connsiteY1" fmla="*/ 124741 h 235675"/>
                <a:gd name="connsiteX2" fmla="*/ 76912 w 519498"/>
                <a:gd name="connsiteY2" fmla="*/ 105271 h 235675"/>
                <a:gd name="connsiteX3" fmla="*/ 108731 w 519498"/>
                <a:gd name="connsiteY3" fmla="*/ 107716 h 235675"/>
                <a:gd name="connsiteX4" fmla="*/ 124668 w 519498"/>
                <a:gd name="connsiteY4" fmla="*/ 118994 h 235675"/>
                <a:gd name="connsiteX5" fmla="*/ 131812 w 519498"/>
                <a:gd name="connsiteY5" fmla="*/ 121375 h 235675"/>
                <a:gd name="connsiteX6" fmla="*/ 138956 w 519498"/>
                <a:gd name="connsiteY6" fmla="*/ 126137 h 235675"/>
                <a:gd name="connsiteX7" fmla="*/ 141337 w 519498"/>
                <a:gd name="connsiteY7" fmla="*/ 116612 h 235675"/>
                <a:gd name="connsiteX8" fmla="*/ 203249 w 519498"/>
                <a:gd name="connsiteY8" fmla="*/ 109469 h 235675"/>
                <a:gd name="connsiteX9" fmla="*/ 210393 w 519498"/>
                <a:gd name="connsiteY9" fmla="*/ 104706 h 235675"/>
                <a:gd name="connsiteX10" fmla="*/ 224681 w 519498"/>
                <a:gd name="connsiteY10" fmla="*/ 73750 h 235675"/>
                <a:gd name="connsiteX11" fmla="*/ 267543 w 519498"/>
                <a:gd name="connsiteY11" fmla="*/ 45175 h 235675"/>
                <a:gd name="connsiteX12" fmla="*/ 277068 w 519498"/>
                <a:gd name="connsiteY12" fmla="*/ 26125 h 235675"/>
                <a:gd name="connsiteX13" fmla="*/ 319931 w 519498"/>
                <a:gd name="connsiteY13" fmla="*/ 14219 h 235675"/>
                <a:gd name="connsiteX14" fmla="*/ 365174 w 519498"/>
                <a:gd name="connsiteY14" fmla="*/ 28506 h 235675"/>
                <a:gd name="connsiteX15" fmla="*/ 372318 w 519498"/>
                <a:gd name="connsiteY15" fmla="*/ 40412 h 235675"/>
                <a:gd name="connsiteX16" fmla="*/ 377081 w 519498"/>
                <a:gd name="connsiteY16" fmla="*/ 18981 h 235675"/>
                <a:gd name="connsiteX17" fmla="*/ 381843 w 519498"/>
                <a:gd name="connsiteY17" fmla="*/ 11837 h 235675"/>
                <a:gd name="connsiteX18" fmla="*/ 434896 w 519498"/>
                <a:gd name="connsiteY18" fmla="*/ 1110 h 235675"/>
                <a:gd name="connsiteX19" fmla="*/ 466106 w 519498"/>
                <a:gd name="connsiteY19" fmla="*/ 26432 h 235675"/>
                <a:gd name="connsiteX20" fmla="*/ 493762 w 519498"/>
                <a:gd name="connsiteY20" fmla="*/ 30887 h 235675"/>
                <a:gd name="connsiteX21" fmla="*/ 514651 w 519498"/>
                <a:gd name="connsiteY21" fmla="*/ 52060 h 235675"/>
                <a:gd name="connsiteX22" fmla="*/ 519413 w 519498"/>
                <a:gd name="connsiteY22" fmla="*/ 85963 h 235675"/>
                <a:gd name="connsiteX23" fmla="*/ 510431 w 519498"/>
                <a:gd name="connsiteY23" fmla="*/ 105651 h 235675"/>
                <a:gd name="connsiteX24" fmla="*/ 491049 w 519498"/>
                <a:gd name="connsiteY24" fmla="*/ 119067 h 235675"/>
                <a:gd name="connsiteX25" fmla="*/ 475255 w 519498"/>
                <a:gd name="connsiteY25" fmla="*/ 154712 h 235675"/>
                <a:gd name="connsiteX26" fmla="*/ 446680 w 519498"/>
                <a:gd name="connsiteY26" fmla="*/ 159782 h 235675"/>
                <a:gd name="connsiteX27" fmla="*/ 422324 w 519498"/>
                <a:gd name="connsiteY27" fmla="*/ 149950 h 235675"/>
                <a:gd name="connsiteX28" fmla="*/ 403651 w 519498"/>
                <a:gd name="connsiteY28" fmla="*/ 176757 h 235675"/>
                <a:gd name="connsiteX29" fmla="*/ 391368 w 519498"/>
                <a:gd name="connsiteY29" fmla="*/ 188357 h 235675"/>
                <a:gd name="connsiteX30" fmla="*/ 353268 w 519498"/>
                <a:gd name="connsiteY30" fmla="*/ 199649 h 235675"/>
                <a:gd name="connsiteX31" fmla="*/ 322312 w 519498"/>
                <a:gd name="connsiteY31" fmla="*/ 190431 h 235675"/>
                <a:gd name="connsiteX32" fmla="*/ 310406 w 519498"/>
                <a:gd name="connsiteY32" fmla="*/ 202337 h 235675"/>
                <a:gd name="connsiteX33" fmla="*/ 288974 w 519498"/>
                <a:gd name="connsiteY33" fmla="*/ 214244 h 235675"/>
                <a:gd name="connsiteX34" fmla="*/ 266624 w 519498"/>
                <a:gd name="connsiteY34" fmla="*/ 212145 h 235675"/>
                <a:gd name="connsiteX35" fmla="*/ 226852 w 519498"/>
                <a:gd name="connsiteY35" fmla="*/ 226763 h 235675"/>
                <a:gd name="connsiteX36" fmla="*/ 186581 w 519498"/>
                <a:gd name="connsiteY36" fmla="*/ 214244 h 235675"/>
                <a:gd name="connsiteX37" fmla="*/ 181818 w 519498"/>
                <a:gd name="connsiteY37" fmla="*/ 204719 h 235675"/>
                <a:gd name="connsiteX38" fmla="*/ 171374 w 519498"/>
                <a:gd name="connsiteY38" fmla="*/ 218724 h 235675"/>
                <a:gd name="connsiteX39" fmla="*/ 126673 w 519498"/>
                <a:gd name="connsiteY39" fmla="*/ 235675 h 235675"/>
                <a:gd name="connsiteX40" fmla="*/ 72281 w 519498"/>
                <a:gd name="connsiteY40" fmla="*/ 204719 h 235675"/>
                <a:gd name="connsiteX41" fmla="*/ 67518 w 519498"/>
                <a:gd name="connsiteY41" fmla="*/ 192812 h 235675"/>
                <a:gd name="connsiteX42" fmla="*/ 46087 w 519498"/>
                <a:gd name="connsiteY42" fmla="*/ 214550 h 235675"/>
                <a:gd name="connsiteX43" fmla="*/ 29418 w 519498"/>
                <a:gd name="connsiteY43" fmla="*/ 214244 h 235675"/>
                <a:gd name="connsiteX44" fmla="*/ 6481 w 519498"/>
                <a:gd name="connsiteY44" fmla="*/ 196630 h 235675"/>
                <a:gd name="connsiteX45" fmla="*/ 301 w 519498"/>
                <a:gd name="connsiteY45" fmla="*/ 165109 h 235675"/>
                <a:gd name="connsiteX46" fmla="*/ 21355 w 519498"/>
                <a:gd name="connsiteY46" fmla="*/ 139198 h 235675"/>
                <a:gd name="connsiteX47" fmla="*/ 51392 w 519498"/>
                <a:gd name="connsiteY47" fmla="*/ 141628 h 235675"/>
                <a:gd name="connsiteX0" fmla="*/ 51392 w 519498"/>
                <a:gd name="connsiteY0" fmla="*/ 140604 h 234651"/>
                <a:gd name="connsiteX1" fmla="*/ 57255 w 519498"/>
                <a:gd name="connsiteY1" fmla="*/ 123717 h 234651"/>
                <a:gd name="connsiteX2" fmla="*/ 76912 w 519498"/>
                <a:gd name="connsiteY2" fmla="*/ 104247 h 234651"/>
                <a:gd name="connsiteX3" fmla="*/ 108731 w 519498"/>
                <a:gd name="connsiteY3" fmla="*/ 106692 h 234651"/>
                <a:gd name="connsiteX4" fmla="*/ 124668 w 519498"/>
                <a:gd name="connsiteY4" fmla="*/ 117970 h 234651"/>
                <a:gd name="connsiteX5" fmla="*/ 131812 w 519498"/>
                <a:gd name="connsiteY5" fmla="*/ 120351 h 234651"/>
                <a:gd name="connsiteX6" fmla="*/ 138956 w 519498"/>
                <a:gd name="connsiteY6" fmla="*/ 125113 h 234651"/>
                <a:gd name="connsiteX7" fmla="*/ 141337 w 519498"/>
                <a:gd name="connsiteY7" fmla="*/ 115588 h 234651"/>
                <a:gd name="connsiteX8" fmla="*/ 203249 w 519498"/>
                <a:gd name="connsiteY8" fmla="*/ 108445 h 234651"/>
                <a:gd name="connsiteX9" fmla="*/ 210393 w 519498"/>
                <a:gd name="connsiteY9" fmla="*/ 103682 h 234651"/>
                <a:gd name="connsiteX10" fmla="*/ 224681 w 519498"/>
                <a:gd name="connsiteY10" fmla="*/ 72726 h 234651"/>
                <a:gd name="connsiteX11" fmla="*/ 267543 w 519498"/>
                <a:gd name="connsiteY11" fmla="*/ 44151 h 234651"/>
                <a:gd name="connsiteX12" fmla="*/ 277068 w 519498"/>
                <a:gd name="connsiteY12" fmla="*/ 25101 h 234651"/>
                <a:gd name="connsiteX13" fmla="*/ 319931 w 519498"/>
                <a:gd name="connsiteY13" fmla="*/ 13195 h 234651"/>
                <a:gd name="connsiteX14" fmla="*/ 365174 w 519498"/>
                <a:gd name="connsiteY14" fmla="*/ 27482 h 234651"/>
                <a:gd name="connsiteX15" fmla="*/ 372318 w 519498"/>
                <a:gd name="connsiteY15" fmla="*/ 39388 h 234651"/>
                <a:gd name="connsiteX16" fmla="*/ 377081 w 519498"/>
                <a:gd name="connsiteY16" fmla="*/ 17957 h 234651"/>
                <a:gd name="connsiteX17" fmla="*/ 434896 w 519498"/>
                <a:gd name="connsiteY17" fmla="*/ 86 h 234651"/>
                <a:gd name="connsiteX18" fmla="*/ 466106 w 519498"/>
                <a:gd name="connsiteY18" fmla="*/ 25408 h 234651"/>
                <a:gd name="connsiteX19" fmla="*/ 493762 w 519498"/>
                <a:gd name="connsiteY19" fmla="*/ 29863 h 234651"/>
                <a:gd name="connsiteX20" fmla="*/ 514651 w 519498"/>
                <a:gd name="connsiteY20" fmla="*/ 51036 h 234651"/>
                <a:gd name="connsiteX21" fmla="*/ 519413 w 519498"/>
                <a:gd name="connsiteY21" fmla="*/ 84939 h 234651"/>
                <a:gd name="connsiteX22" fmla="*/ 510431 w 519498"/>
                <a:gd name="connsiteY22" fmla="*/ 104627 h 234651"/>
                <a:gd name="connsiteX23" fmla="*/ 491049 w 519498"/>
                <a:gd name="connsiteY23" fmla="*/ 118043 h 234651"/>
                <a:gd name="connsiteX24" fmla="*/ 475255 w 519498"/>
                <a:gd name="connsiteY24" fmla="*/ 153688 h 234651"/>
                <a:gd name="connsiteX25" fmla="*/ 446680 w 519498"/>
                <a:gd name="connsiteY25" fmla="*/ 158758 h 234651"/>
                <a:gd name="connsiteX26" fmla="*/ 422324 w 519498"/>
                <a:gd name="connsiteY26" fmla="*/ 148926 h 234651"/>
                <a:gd name="connsiteX27" fmla="*/ 403651 w 519498"/>
                <a:gd name="connsiteY27" fmla="*/ 175733 h 234651"/>
                <a:gd name="connsiteX28" fmla="*/ 391368 w 519498"/>
                <a:gd name="connsiteY28" fmla="*/ 187333 h 234651"/>
                <a:gd name="connsiteX29" fmla="*/ 353268 w 519498"/>
                <a:gd name="connsiteY29" fmla="*/ 198625 h 234651"/>
                <a:gd name="connsiteX30" fmla="*/ 322312 w 519498"/>
                <a:gd name="connsiteY30" fmla="*/ 189407 h 234651"/>
                <a:gd name="connsiteX31" fmla="*/ 310406 w 519498"/>
                <a:gd name="connsiteY31" fmla="*/ 201313 h 234651"/>
                <a:gd name="connsiteX32" fmla="*/ 288974 w 519498"/>
                <a:gd name="connsiteY32" fmla="*/ 213220 h 234651"/>
                <a:gd name="connsiteX33" fmla="*/ 266624 w 519498"/>
                <a:gd name="connsiteY33" fmla="*/ 211121 h 234651"/>
                <a:gd name="connsiteX34" fmla="*/ 226852 w 519498"/>
                <a:gd name="connsiteY34" fmla="*/ 225739 h 234651"/>
                <a:gd name="connsiteX35" fmla="*/ 186581 w 519498"/>
                <a:gd name="connsiteY35" fmla="*/ 213220 h 234651"/>
                <a:gd name="connsiteX36" fmla="*/ 181818 w 519498"/>
                <a:gd name="connsiteY36" fmla="*/ 203695 h 234651"/>
                <a:gd name="connsiteX37" fmla="*/ 171374 w 519498"/>
                <a:gd name="connsiteY37" fmla="*/ 217700 h 234651"/>
                <a:gd name="connsiteX38" fmla="*/ 126673 w 519498"/>
                <a:gd name="connsiteY38" fmla="*/ 234651 h 234651"/>
                <a:gd name="connsiteX39" fmla="*/ 72281 w 519498"/>
                <a:gd name="connsiteY39" fmla="*/ 203695 h 234651"/>
                <a:gd name="connsiteX40" fmla="*/ 67518 w 519498"/>
                <a:gd name="connsiteY40" fmla="*/ 191788 h 234651"/>
                <a:gd name="connsiteX41" fmla="*/ 46087 w 519498"/>
                <a:gd name="connsiteY41" fmla="*/ 213526 h 234651"/>
                <a:gd name="connsiteX42" fmla="*/ 29418 w 519498"/>
                <a:gd name="connsiteY42" fmla="*/ 213220 h 234651"/>
                <a:gd name="connsiteX43" fmla="*/ 6481 w 519498"/>
                <a:gd name="connsiteY43" fmla="*/ 195606 h 234651"/>
                <a:gd name="connsiteX44" fmla="*/ 301 w 519498"/>
                <a:gd name="connsiteY44" fmla="*/ 164085 h 234651"/>
                <a:gd name="connsiteX45" fmla="*/ 21355 w 519498"/>
                <a:gd name="connsiteY45" fmla="*/ 138174 h 234651"/>
                <a:gd name="connsiteX46" fmla="*/ 51392 w 519498"/>
                <a:gd name="connsiteY46" fmla="*/ 140604 h 234651"/>
                <a:gd name="connsiteX0" fmla="*/ 51392 w 519498"/>
                <a:gd name="connsiteY0" fmla="*/ 141272 h 235319"/>
                <a:gd name="connsiteX1" fmla="*/ 57255 w 519498"/>
                <a:gd name="connsiteY1" fmla="*/ 124385 h 235319"/>
                <a:gd name="connsiteX2" fmla="*/ 76912 w 519498"/>
                <a:gd name="connsiteY2" fmla="*/ 104915 h 235319"/>
                <a:gd name="connsiteX3" fmla="*/ 108731 w 519498"/>
                <a:gd name="connsiteY3" fmla="*/ 107360 h 235319"/>
                <a:gd name="connsiteX4" fmla="*/ 124668 w 519498"/>
                <a:gd name="connsiteY4" fmla="*/ 118638 h 235319"/>
                <a:gd name="connsiteX5" fmla="*/ 131812 w 519498"/>
                <a:gd name="connsiteY5" fmla="*/ 121019 h 235319"/>
                <a:gd name="connsiteX6" fmla="*/ 138956 w 519498"/>
                <a:gd name="connsiteY6" fmla="*/ 125781 h 235319"/>
                <a:gd name="connsiteX7" fmla="*/ 141337 w 519498"/>
                <a:gd name="connsiteY7" fmla="*/ 116256 h 235319"/>
                <a:gd name="connsiteX8" fmla="*/ 203249 w 519498"/>
                <a:gd name="connsiteY8" fmla="*/ 109113 h 235319"/>
                <a:gd name="connsiteX9" fmla="*/ 210393 w 519498"/>
                <a:gd name="connsiteY9" fmla="*/ 104350 h 235319"/>
                <a:gd name="connsiteX10" fmla="*/ 224681 w 519498"/>
                <a:gd name="connsiteY10" fmla="*/ 73394 h 235319"/>
                <a:gd name="connsiteX11" fmla="*/ 267543 w 519498"/>
                <a:gd name="connsiteY11" fmla="*/ 44819 h 235319"/>
                <a:gd name="connsiteX12" fmla="*/ 277068 w 519498"/>
                <a:gd name="connsiteY12" fmla="*/ 25769 h 235319"/>
                <a:gd name="connsiteX13" fmla="*/ 319931 w 519498"/>
                <a:gd name="connsiteY13" fmla="*/ 13863 h 235319"/>
                <a:gd name="connsiteX14" fmla="*/ 365174 w 519498"/>
                <a:gd name="connsiteY14" fmla="*/ 28150 h 235319"/>
                <a:gd name="connsiteX15" fmla="*/ 372318 w 519498"/>
                <a:gd name="connsiteY15" fmla="*/ 40056 h 235319"/>
                <a:gd name="connsiteX16" fmla="*/ 390869 w 519498"/>
                <a:gd name="connsiteY16" fmla="*/ 9665 h 235319"/>
                <a:gd name="connsiteX17" fmla="*/ 434896 w 519498"/>
                <a:gd name="connsiteY17" fmla="*/ 754 h 235319"/>
                <a:gd name="connsiteX18" fmla="*/ 466106 w 519498"/>
                <a:gd name="connsiteY18" fmla="*/ 26076 h 235319"/>
                <a:gd name="connsiteX19" fmla="*/ 493762 w 519498"/>
                <a:gd name="connsiteY19" fmla="*/ 30531 h 235319"/>
                <a:gd name="connsiteX20" fmla="*/ 514651 w 519498"/>
                <a:gd name="connsiteY20" fmla="*/ 51704 h 235319"/>
                <a:gd name="connsiteX21" fmla="*/ 519413 w 519498"/>
                <a:gd name="connsiteY21" fmla="*/ 85607 h 235319"/>
                <a:gd name="connsiteX22" fmla="*/ 510431 w 519498"/>
                <a:gd name="connsiteY22" fmla="*/ 105295 h 235319"/>
                <a:gd name="connsiteX23" fmla="*/ 491049 w 519498"/>
                <a:gd name="connsiteY23" fmla="*/ 118711 h 235319"/>
                <a:gd name="connsiteX24" fmla="*/ 475255 w 519498"/>
                <a:gd name="connsiteY24" fmla="*/ 154356 h 235319"/>
                <a:gd name="connsiteX25" fmla="*/ 446680 w 519498"/>
                <a:gd name="connsiteY25" fmla="*/ 159426 h 235319"/>
                <a:gd name="connsiteX26" fmla="*/ 422324 w 519498"/>
                <a:gd name="connsiteY26" fmla="*/ 149594 h 235319"/>
                <a:gd name="connsiteX27" fmla="*/ 403651 w 519498"/>
                <a:gd name="connsiteY27" fmla="*/ 176401 h 235319"/>
                <a:gd name="connsiteX28" fmla="*/ 391368 w 519498"/>
                <a:gd name="connsiteY28" fmla="*/ 188001 h 235319"/>
                <a:gd name="connsiteX29" fmla="*/ 353268 w 519498"/>
                <a:gd name="connsiteY29" fmla="*/ 199293 h 235319"/>
                <a:gd name="connsiteX30" fmla="*/ 322312 w 519498"/>
                <a:gd name="connsiteY30" fmla="*/ 190075 h 235319"/>
                <a:gd name="connsiteX31" fmla="*/ 310406 w 519498"/>
                <a:gd name="connsiteY31" fmla="*/ 201981 h 235319"/>
                <a:gd name="connsiteX32" fmla="*/ 288974 w 519498"/>
                <a:gd name="connsiteY32" fmla="*/ 213888 h 235319"/>
                <a:gd name="connsiteX33" fmla="*/ 266624 w 519498"/>
                <a:gd name="connsiteY33" fmla="*/ 211789 h 235319"/>
                <a:gd name="connsiteX34" fmla="*/ 226852 w 519498"/>
                <a:gd name="connsiteY34" fmla="*/ 226407 h 235319"/>
                <a:gd name="connsiteX35" fmla="*/ 186581 w 519498"/>
                <a:gd name="connsiteY35" fmla="*/ 213888 h 235319"/>
                <a:gd name="connsiteX36" fmla="*/ 181818 w 519498"/>
                <a:gd name="connsiteY36" fmla="*/ 204363 h 235319"/>
                <a:gd name="connsiteX37" fmla="*/ 171374 w 519498"/>
                <a:gd name="connsiteY37" fmla="*/ 218368 h 235319"/>
                <a:gd name="connsiteX38" fmla="*/ 126673 w 519498"/>
                <a:gd name="connsiteY38" fmla="*/ 235319 h 235319"/>
                <a:gd name="connsiteX39" fmla="*/ 72281 w 519498"/>
                <a:gd name="connsiteY39" fmla="*/ 204363 h 235319"/>
                <a:gd name="connsiteX40" fmla="*/ 67518 w 519498"/>
                <a:gd name="connsiteY40" fmla="*/ 192456 h 235319"/>
                <a:gd name="connsiteX41" fmla="*/ 46087 w 519498"/>
                <a:gd name="connsiteY41" fmla="*/ 214194 h 235319"/>
                <a:gd name="connsiteX42" fmla="*/ 29418 w 519498"/>
                <a:gd name="connsiteY42" fmla="*/ 213888 h 235319"/>
                <a:gd name="connsiteX43" fmla="*/ 6481 w 519498"/>
                <a:gd name="connsiteY43" fmla="*/ 196274 h 235319"/>
                <a:gd name="connsiteX44" fmla="*/ 301 w 519498"/>
                <a:gd name="connsiteY44" fmla="*/ 164753 h 235319"/>
                <a:gd name="connsiteX45" fmla="*/ 21355 w 519498"/>
                <a:gd name="connsiteY45" fmla="*/ 138842 h 235319"/>
                <a:gd name="connsiteX46" fmla="*/ 51392 w 519498"/>
                <a:gd name="connsiteY46" fmla="*/ 141272 h 235319"/>
                <a:gd name="connsiteX0" fmla="*/ 51392 w 519498"/>
                <a:gd name="connsiteY0" fmla="*/ 141272 h 235319"/>
                <a:gd name="connsiteX1" fmla="*/ 57255 w 519498"/>
                <a:gd name="connsiteY1" fmla="*/ 124385 h 235319"/>
                <a:gd name="connsiteX2" fmla="*/ 76912 w 519498"/>
                <a:gd name="connsiteY2" fmla="*/ 104915 h 235319"/>
                <a:gd name="connsiteX3" fmla="*/ 108731 w 519498"/>
                <a:gd name="connsiteY3" fmla="*/ 107360 h 235319"/>
                <a:gd name="connsiteX4" fmla="*/ 124668 w 519498"/>
                <a:gd name="connsiteY4" fmla="*/ 118638 h 235319"/>
                <a:gd name="connsiteX5" fmla="*/ 131812 w 519498"/>
                <a:gd name="connsiteY5" fmla="*/ 121019 h 235319"/>
                <a:gd name="connsiteX6" fmla="*/ 138956 w 519498"/>
                <a:gd name="connsiteY6" fmla="*/ 125781 h 235319"/>
                <a:gd name="connsiteX7" fmla="*/ 141337 w 519498"/>
                <a:gd name="connsiteY7" fmla="*/ 116256 h 235319"/>
                <a:gd name="connsiteX8" fmla="*/ 203249 w 519498"/>
                <a:gd name="connsiteY8" fmla="*/ 109113 h 235319"/>
                <a:gd name="connsiteX9" fmla="*/ 210393 w 519498"/>
                <a:gd name="connsiteY9" fmla="*/ 104350 h 235319"/>
                <a:gd name="connsiteX10" fmla="*/ 224681 w 519498"/>
                <a:gd name="connsiteY10" fmla="*/ 73394 h 235319"/>
                <a:gd name="connsiteX11" fmla="*/ 267543 w 519498"/>
                <a:gd name="connsiteY11" fmla="*/ 44819 h 235319"/>
                <a:gd name="connsiteX12" fmla="*/ 277068 w 519498"/>
                <a:gd name="connsiteY12" fmla="*/ 25769 h 235319"/>
                <a:gd name="connsiteX13" fmla="*/ 319931 w 519498"/>
                <a:gd name="connsiteY13" fmla="*/ 13863 h 235319"/>
                <a:gd name="connsiteX14" fmla="*/ 365174 w 519498"/>
                <a:gd name="connsiteY14" fmla="*/ 28150 h 235319"/>
                <a:gd name="connsiteX15" fmla="*/ 372318 w 519498"/>
                <a:gd name="connsiteY15" fmla="*/ 40056 h 235319"/>
                <a:gd name="connsiteX16" fmla="*/ 390869 w 519498"/>
                <a:gd name="connsiteY16" fmla="*/ 9665 h 235319"/>
                <a:gd name="connsiteX17" fmla="*/ 430300 w 519498"/>
                <a:gd name="connsiteY17" fmla="*/ 754 h 235319"/>
                <a:gd name="connsiteX18" fmla="*/ 466106 w 519498"/>
                <a:gd name="connsiteY18" fmla="*/ 26076 h 235319"/>
                <a:gd name="connsiteX19" fmla="*/ 493762 w 519498"/>
                <a:gd name="connsiteY19" fmla="*/ 30531 h 235319"/>
                <a:gd name="connsiteX20" fmla="*/ 514651 w 519498"/>
                <a:gd name="connsiteY20" fmla="*/ 51704 h 235319"/>
                <a:gd name="connsiteX21" fmla="*/ 519413 w 519498"/>
                <a:gd name="connsiteY21" fmla="*/ 85607 h 235319"/>
                <a:gd name="connsiteX22" fmla="*/ 510431 w 519498"/>
                <a:gd name="connsiteY22" fmla="*/ 105295 h 235319"/>
                <a:gd name="connsiteX23" fmla="*/ 491049 w 519498"/>
                <a:gd name="connsiteY23" fmla="*/ 118711 h 235319"/>
                <a:gd name="connsiteX24" fmla="*/ 475255 w 519498"/>
                <a:gd name="connsiteY24" fmla="*/ 154356 h 235319"/>
                <a:gd name="connsiteX25" fmla="*/ 446680 w 519498"/>
                <a:gd name="connsiteY25" fmla="*/ 159426 h 235319"/>
                <a:gd name="connsiteX26" fmla="*/ 422324 w 519498"/>
                <a:gd name="connsiteY26" fmla="*/ 149594 h 235319"/>
                <a:gd name="connsiteX27" fmla="*/ 403651 w 519498"/>
                <a:gd name="connsiteY27" fmla="*/ 176401 h 235319"/>
                <a:gd name="connsiteX28" fmla="*/ 391368 w 519498"/>
                <a:gd name="connsiteY28" fmla="*/ 188001 h 235319"/>
                <a:gd name="connsiteX29" fmla="*/ 353268 w 519498"/>
                <a:gd name="connsiteY29" fmla="*/ 199293 h 235319"/>
                <a:gd name="connsiteX30" fmla="*/ 322312 w 519498"/>
                <a:gd name="connsiteY30" fmla="*/ 190075 h 235319"/>
                <a:gd name="connsiteX31" fmla="*/ 310406 w 519498"/>
                <a:gd name="connsiteY31" fmla="*/ 201981 h 235319"/>
                <a:gd name="connsiteX32" fmla="*/ 288974 w 519498"/>
                <a:gd name="connsiteY32" fmla="*/ 213888 h 235319"/>
                <a:gd name="connsiteX33" fmla="*/ 266624 w 519498"/>
                <a:gd name="connsiteY33" fmla="*/ 211789 h 235319"/>
                <a:gd name="connsiteX34" fmla="*/ 226852 w 519498"/>
                <a:gd name="connsiteY34" fmla="*/ 226407 h 235319"/>
                <a:gd name="connsiteX35" fmla="*/ 186581 w 519498"/>
                <a:gd name="connsiteY35" fmla="*/ 213888 h 235319"/>
                <a:gd name="connsiteX36" fmla="*/ 181818 w 519498"/>
                <a:gd name="connsiteY36" fmla="*/ 204363 h 235319"/>
                <a:gd name="connsiteX37" fmla="*/ 171374 w 519498"/>
                <a:gd name="connsiteY37" fmla="*/ 218368 h 235319"/>
                <a:gd name="connsiteX38" fmla="*/ 126673 w 519498"/>
                <a:gd name="connsiteY38" fmla="*/ 235319 h 235319"/>
                <a:gd name="connsiteX39" fmla="*/ 72281 w 519498"/>
                <a:gd name="connsiteY39" fmla="*/ 204363 h 235319"/>
                <a:gd name="connsiteX40" fmla="*/ 67518 w 519498"/>
                <a:gd name="connsiteY40" fmla="*/ 192456 h 235319"/>
                <a:gd name="connsiteX41" fmla="*/ 46087 w 519498"/>
                <a:gd name="connsiteY41" fmla="*/ 214194 h 235319"/>
                <a:gd name="connsiteX42" fmla="*/ 29418 w 519498"/>
                <a:gd name="connsiteY42" fmla="*/ 213888 h 235319"/>
                <a:gd name="connsiteX43" fmla="*/ 6481 w 519498"/>
                <a:gd name="connsiteY43" fmla="*/ 196274 h 235319"/>
                <a:gd name="connsiteX44" fmla="*/ 301 w 519498"/>
                <a:gd name="connsiteY44" fmla="*/ 164753 h 235319"/>
                <a:gd name="connsiteX45" fmla="*/ 21355 w 519498"/>
                <a:gd name="connsiteY45" fmla="*/ 138842 h 235319"/>
                <a:gd name="connsiteX46" fmla="*/ 51392 w 519498"/>
                <a:gd name="connsiteY46" fmla="*/ 141272 h 235319"/>
                <a:gd name="connsiteX0" fmla="*/ 51392 w 519498"/>
                <a:gd name="connsiteY0" fmla="*/ 141272 h 235319"/>
                <a:gd name="connsiteX1" fmla="*/ 57255 w 519498"/>
                <a:gd name="connsiteY1" fmla="*/ 124385 h 235319"/>
                <a:gd name="connsiteX2" fmla="*/ 76912 w 519498"/>
                <a:gd name="connsiteY2" fmla="*/ 104915 h 235319"/>
                <a:gd name="connsiteX3" fmla="*/ 108731 w 519498"/>
                <a:gd name="connsiteY3" fmla="*/ 107360 h 235319"/>
                <a:gd name="connsiteX4" fmla="*/ 124668 w 519498"/>
                <a:gd name="connsiteY4" fmla="*/ 118638 h 235319"/>
                <a:gd name="connsiteX5" fmla="*/ 131812 w 519498"/>
                <a:gd name="connsiteY5" fmla="*/ 121019 h 235319"/>
                <a:gd name="connsiteX6" fmla="*/ 138956 w 519498"/>
                <a:gd name="connsiteY6" fmla="*/ 125781 h 235319"/>
                <a:gd name="connsiteX7" fmla="*/ 141337 w 519498"/>
                <a:gd name="connsiteY7" fmla="*/ 116256 h 235319"/>
                <a:gd name="connsiteX8" fmla="*/ 203249 w 519498"/>
                <a:gd name="connsiteY8" fmla="*/ 109113 h 235319"/>
                <a:gd name="connsiteX9" fmla="*/ 210393 w 519498"/>
                <a:gd name="connsiteY9" fmla="*/ 104350 h 235319"/>
                <a:gd name="connsiteX10" fmla="*/ 224681 w 519498"/>
                <a:gd name="connsiteY10" fmla="*/ 73394 h 235319"/>
                <a:gd name="connsiteX11" fmla="*/ 267543 w 519498"/>
                <a:gd name="connsiteY11" fmla="*/ 44819 h 235319"/>
                <a:gd name="connsiteX12" fmla="*/ 277068 w 519498"/>
                <a:gd name="connsiteY12" fmla="*/ 25769 h 235319"/>
                <a:gd name="connsiteX13" fmla="*/ 319931 w 519498"/>
                <a:gd name="connsiteY13" fmla="*/ 18344 h 235319"/>
                <a:gd name="connsiteX14" fmla="*/ 365174 w 519498"/>
                <a:gd name="connsiteY14" fmla="*/ 28150 h 235319"/>
                <a:gd name="connsiteX15" fmla="*/ 372318 w 519498"/>
                <a:gd name="connsiteY15" fmla="*/ 40056 h 235319"/>
                <a:gd name="connsiteX16" fmla="*/ 390869 w 519498"/>
                <a:gd name="connsiteY16" fmla="*/ 9665 h 235319"/>
                <a:gd name="connsiteX17" fmla="*/ 430300 w 519498"/>
                <a:gd name="connsiteY17" fmla="*/ 754 h 235319"/>
                <a:gd name="connsiteX18" fmla="*/ 466106 w 519498"/>
                <a:gd name="connsiteY18" fmla="*/ 26076 h 235319"/>
                <a:gd name="connsiteX19" fmla="*/ 493762 w 519498"/>
                <a:gd name="connsiteY19" fmla="*/ 30531 h 235319"/>
                <a:gd name="connsiteX20" fmla="*/ 514651 w 519498"/>
                <a:gd name="connsiteY20" fmla="*/ 51704 h 235319"/>
                <a:gd name="connsiteX21" fmla="*/ 519413 w 519498"/>
                <a:gd name="connsiteY21" fmla="*/ 85607 h 235319"/>
                <a:gd name="connsiteX22" fmla="*/ 510431 w 519498"/>
                <a:gd name="connsiteY22" fmla="*/ 105295 h 235319"/>
                <a:gd name="connsiteX23" fmla="*/ 491049 w 519498"/>
                <a:gd name="connsiteY23" fmla="*/ 118711 h 235319"/>
                <a:gd name="connsiteX24" fmla="*/ 475255 w 519498"/>
                <a:gd name="connsiteY24" fmla="*/ 154356 h 235319"/>
                <a:gd name="connsiteX25" fmla="*/ 446680 w 519498"/>
                <a:gd name="connsiteY25" fmla="*/ 159426 h 235319"/>
                <a:gd name="connsiteX26" fmla="*/ 422324 w 519498"/>
                <a:gd name="connsiteY26" fmla="*/ 149594 h 235319"/>
                <a:gd name="connsiteX27" fmla="*/ 403651 w 519498"/>
                <a:gd name="connsiteY27" fmla="*/ 176401 h 235319"/>
                <a:gd name="connsiteX28" fmla="*/ 391368 w 519498"/>
                <a:gd name="connsiteY28" fmla="*/ 188001 h 235319"/>
                <a:gd name="connsiteX29" fmla="*/ 353268 w 519498"/>
                <a:gd name="connsiteY29" fmla="*/ 199293 h 235319"/>
                <a:gd name="connsiteX30" fmla="*/ 322312 w 519498"/>
                <a:gd name="connsiteY30" fmla="*/ 190075 h 235319"/>
                <a:gd name="connsiteX31" fmla="*/ 310406 w 519498"/>
                <a:gd name="connsiteY31" fmla="*/ 201981 h 235319"/>
                <a:gd name="connsiteX32" fmla="*/ 288974 w 519498"/>
                <a:gd name="connsiteY32" fmla="*/ 213888 h 235319"/>
                <a:gd name="connsiteX33" fmla="*/ 266624 w 519498"/>
                <a:gd name="connsiteY33" fmla="*/ 211789 h 235319"/>
                <a:gd name="connsiteX34" fmla="*/ 226852 w 519498"/>
                <a:gd name="connsiteY34" fmla="*/ 226407 h 235319"/>
                <a:gd name="connsiteX35" fmla="*/ 186581 w 519498"/>
                <a:gd name="connsiteY35" fmla="*/ 213888 h 235319"/>
                <a:gd name="connsiteX36" fmla="*/ 181818 w 519498"/>
                <a:gd name="connsiteY36" fmla="*/ 204363 h 235319"/>
                <a:gd name="connsiteX37" fmla="*/ 171374 w 519498"/>
                <a:gd name="connsiteY37" fmla="*/ 218368 h 235319"/>
                <a:gd name="connsiteX38" fmla="*/ 126673 w 519498"/>
                <a:gd name="connsiteY38" fmla="*/ 235319 h 235319"/>
                <a:gd name="connsiteX39" fmla="*/ 72281 w 519498"/>
                <a:gd name="connsiteY39" fmla="*/ 204363 h 235319"/>
                <a:gd name="connsiteX40" fmla="*/ 67518 w 519498"/>
                <a:gd name="connsiteY40" fmla="*/ 192456 h 235319"/>
                <a:gd name="connsiteX41" fmla="*/ 46087 w 519498"/>
                <a:gd name="connsiteY41" fmla="*/ 214194 h 235319"/>
                <a:gd name="connsiteX42" fmla="*/ 29418 w 519498"/>
                <a:gd name="connsiteY42" fmla="*/ 213888 h 235319"/>
                <a:gd name="connsiteX43" fmla="*/ 6481 w 519498"/>
                <a:gd name="connsiteY43" fmla="*/ 196274 h 235319"/>
                <a:gd name="connsiteX44" fmla="*/ 301 w 519498"/>
                <a:gd name="connsiteY44" fmla="*/ 164753 h 235319"/>
                <a:gd name="connsiteX45" fmla="*/ 21355 w 519498"/>
                <a:gd name="connsiteY45" fmla="*/ 138842 h 235319"/>
                <a:gd name="connsiteX46" fmla="*/ 51392 w 519498"/>
                <a:gd name="connsiteY46" fmla="*/ 141272 h 235319"/>
                <a:gd name="connsiteX0" fmla="*/ 51392 w 519498"/>
                <a:gd name="connsiteY0" fmla="*/ 141272 h 235319"/>
                <a:gd name="connsiteX1" fmla="*/ 57255 w 519498"/>
                <a:gd name="connsiteY1" fmla="*/ 124385 h 235319"/>
                <a:gd name="connsiteX2" fmla="*/ 76912 w 519498"/>
                <a:gd name="connsiteY2" fmla="*/ 104915 h 235319"/>
                <a:gd name="connsiteX3" fmla="*/ 108731 w 519498"/>
                <a:gd name="connsiteY3" fmla="*/ 107360 h 235319"/>
                <a:gd name="connsiteX4" fmla="*/ 124668 w 519498"/>
                <a:gd name="connsiteY4" fmla="*/ 118638 h 235319"/>
                <a:gd name="connsiteX5" fmla="*/ 131812 w 519498"/>
                <a:gd name="connsiteY5" fmla="*/ 121019 h 235319"/>
                <a:gd name="connsiteX6" fmla="*/ 138956 w 519498"/>
                <a:gd name="connsiteY6" fmla="*/ 125781 h 235319"/>
                <a:gd name="connsiteX7" fmla="*/ 141337 w 519498"/>
                <a:gd name="connsiteY7" fmla="*/ 116256 h 235319"/>
                <a:gd name="connsiteX8" fmla="*/ 203249 w 519498"/>
                <a:gd name="connsiteY8" fmla="*/ 109113 h 235319"/>
                <a:gd name="connsiteX9" fmla="*/ 210393 w 519498"/>
                <a:gd name="connsiteY9" fmla="*/ 104350 h 235319"/>
                <a:gd name="connsiteX10" fmla="*/ 224681 w 519498"/>
                <a:gd name="connsiteY10" fmla="*/ 73394 h 235319"/>
                <a:gd name="connsiteX11" fmla="*/ 267543 w 519498"/>
                <a:gd name="connsiteY11" fmla="*/ 44819 h 235319"/>
                <a:gd name="connsiteX12" fmla="*/ 277068 w 519498"/>
                <a:gd name="connsiteY12" fmla="*/ 25769 h 235319"/>
                <a:gd name="connsiteX13" fmla="*/ 319931 w 519498"/>
                <a:gd name="connsiteY13" fmla="*/ 13864 h 235319"/>
                <a:gd name="connsiteX14" fmla="*/ 365174 w 519498"/>
                <a:gd name="connsiteY14" fmla="*/ 28150 h 235319"/>
                <a:gd name="connsiteX15" fmla="*/ 372318 w 519498"/>
                <a:gd name="connsiteY15" fmla="*/ 40056 h 235319"/>
                <a:gd name="connsiteX16" fmla="*/ 390869 w 519498"/>
                <a:gd name="connsiteY16" fmla="*/ 9665 h 235319"/>
                <a:gd name="connsiteX17" fmla="*/ 430300 w 519498"/>
                <a:gd name="connsiteY17" fmla="*/ 754 h 235319"/>
                <a:gd name="connsiteX18" fmla="*/ 466106 w 519498"/>
                <a:gd name="connsiteY18" fmla="*/ 26076 h 235319"/>
                <a:gd name="connsiteX19" fmla="*/ 493762 w 519498"/>
                <a:gd name="connsiteY19" fmla="*/ 30531 h 235319"/>
                <a:gd name="connsiteX20" fmla="*/ 514651 w 519498"/>
                <a:gd name="connsiteY20" fmla="*/ 51704 h 235319"/>
                <a:gd name="connsiteX21" fmla="*/ 519413 w 519498"/>
                <a:gd name="connsiteY21" fmla="*/ 85607 h 235319"/>
                <a:gd name="connsiteX22" fmla="*/ 510431 w 519498"/>
                <a:gd name="connsiteY22" fmla="*/ 105295 h 235319"/>
                <a:gd name="connsiteX23" fmla="*/ 491049 w 519498"/>
                <a:gd name="connsiteY23" fmla="*/ 118711 h 235319"/>
                <a:gd name="connsiteX24" fmla="*/ 475255 w 519498"/>
                <a:gd name="connsiteY24" fmla="*/ 154356 h 235319"/>
                <a:gd name="connsiteX25" fmla="*/ 446680 w 519498"/>
                <a:gd name="connsiteY25" fmla="*/ 159426 h 235319"/>
                <a:gd name="connsiteX26" fmla="*/ 422324 w 519498"/>
                <a:gd name="connsiteY26" fmla="*/ 149594 h 235319"/>
                <a:gd name="connsiteX27" fmla="*/ 403651 w 519498"/>
                <a:gd name="connsiteY27" fmla="*/ 176401 h 235319"/>
                <a:gd name="connsiteX28" fmla="*/ 391368 w 519498"/>
                <a:gd name="connsiteY28" fmla="*/ 188001 h 235319"/>
                <a:gd name="connsiteX29" fmla="*/ 353268 w 519498"/>
                <a:gd name="connsiteY29" fmla="*/ 199293 h 235319"/>
                <a:gd name="connsiteX30" fmla="*/ 322312 w 519498"/>
                <a:gd name="connsiteY30" fmla="*/ 190075 h 235319"/>
                <a:gd name="connsiteX31" fmla="*/ 310406 w 519498"/>
                <a:gd name="connsiteY31" fmla="*/ 201981 h 235319"/>
                <a:gd name="connsiteX32" fmla="*/ 288974 w 519498"/>
                <a:gd name="connsiteY32" fmla="*/ 213888 h 235319"/>
                <a:gd name="connsiteX33" fmla="*/ 266624 w 519498"/>
                <a:gd name="connsiteY33" fmla="*/ 211789 h 235319"/>
                <a:gd name="connsiteX34" fmla="*/ 226852 w 519498"/>
                <a:gd name="connsiteY34" fmla="*/ 226407 h 235319"/>
                <a:gd name="connsiteX35" fmla="*/ 186581 w 519498"/>
                <a:gd name="connsiteY35" fmla="*/ 213888 h 235319"/>
                <a:gd name="connsiteX36" fmla="*/ 181818 w 519498"/>
                <a:gd name="connsiteY36" fmla="*/ 204363 h 235319"/>
                <a:gd name="connsiteX37" fmla="*/ 171374 w 519498"/>
                <a:gd name="connsiteY37" fmla="*/ 218368 h 235319"/>
                <a:gd name="connsiteX38" fmla="*/ 126673 w 519498"/>
                <a:gd name="connsiteY38" fmla="*/ 235319 h 235319"/>
                <a:gd name="connsiteX39" fmla="*/ 72281 w 519498"/>
                <a:gd name="connsiteY39" fmla="*/ 204363 h 235319"/>
                <a:gd name="connsiteX40" fmla="*/ 67518 w 519498"/>
                <a:gd name="connsiteY40" fmla="*/ 192456 h 235319"/>
                <a:gd name="connsiteX41" fmla="*/ 46087 w 519498"/>
                <a:gd name="connsiteY41" fmla="*/ 214194 h 235319"/>
                <a:gd name="connsiteX42" fmla="*/ 29418 w 519498"/>
                <a:gd name="connsiteY42" fmla="*/ 213888 h 235319"/>
                <a:gd name="connsiteX43" fmla="*/ 6481 w 519498"/>
                <a:gd name="connsiteY43" fmla="*/ 196274 h 235319"/>
                <a:gd name="connsiteX44" fmla="*/ 301 w 519498"/>
                <a:gd name="connsiteY44" fmla="*/ 164753 h 235319"/>
                <a:gd name="connsiteX45" fmla="*/ 21355 w 519498"/>
                <a:gd name="connsiteY45" fmla="*/ 138842 h 235319"/>
                <a:gd name="connsiteX46" fmla="*/ 51392 w 519498"/>
                <a:gd name="connsiteY46" fmla="*/ 141272 h 23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19498" h="235319">
                  <a:moveTo>
                    <a:pt x="51392" y="141272"/>
                  </a:moveTo>
                  <a:cubicBezTo>
                    <a:pt x="57375" y="138863"/>
                    <a:pt x="53002" y="130445"/>
                    <a:pt x="57255" y="124385"/>
                  </a:cubicBezTo>
                  <a:cubicBezTo>
                    <a:pt x="61508" y="118326"/>
                    <a:pt x="68486" y="107006"/>
                    <a:pt x="76912" y="104915"/>
                  </a:cubicBezTo>
                  <a:cubicBezTo>
                    <a:pt x="85338" y="102824"/>
                    <a:pt x="100772" y="105073"/>
                    <a:pt x="108731" y="107360"/>
                  </a:cubicBezTo>
                  <a:cubicBezTo>
                    <a:pt x="116690" y="109647"/>
                    <a:pt x="120821" y="116362"/>
                    <a:pt x="124668" y="118638"/>
                  </a:cubicBezTo>
                  <a:cubicBezTo>
                    <a:pt x="128515" y="120914"/>
                    <a:pt x="129567" y="119897"/>
                    <a:pt x="131812" y="121019"/>
                  </a:cubicBezTo>
                  <a:cubicBezTo>
                    <a:pt x="134372" y="122299"/>
                    <a:pt x="136575" y="124194"/>
                    <a:pt x="138956" y="125781"/>
                  </a:cubicBezTo>
                  <a:cubicBezTo>
                    <a:pt x="139750" y="122606"/>
                    <a:pt x="139373" y="118874"/>
                    <a:pt x="141337" y="116256"/>
                  </a:cubicBezTo>
                  <a:cubicBezTo>
                    <a:pt x="156643" y="95847"/>
                    <a:pt x="179788" y="107995"/>
                    <a:pt x="203249" y="109113"/>
                  </a:cubicBezTo>
                  <a:cubicBezTo>
                    <a:pt x="205630" y="107525"/>
                    <a:pt x="208805" y="106731"/>
                    <a:pt x="210393" y="104350"/>
                  </a:cubicBezTo>
                  <a:cubicBezTo>
                    <a:pt x="221128" y="88247"/>
                    <a:pt x="213518" y="88279"/>
                    <a:pt x="224681" y="73394"/>
                  </a:cubicBezTo>
                  <a:cubicBezTo>
                    <a:pt x="237773" y="55938"/>
                    <a:pt x="246739" y="55221"/>
                    <a:pt x="267543" y="44819"/>
                  </a:cubicBezTo>
                  <a:cubicBezTo>
                    <a:pt x="270718" y="38469"/>
                    <a:pt x="268337" y="30928"/>
                    <a:pt x="277068" y="25769"/>
                  </a:cubicBezTo>
                  <a:cubicBezTo>
                    <a:pt x="285799" y="20610"/>
                    <a:pt x="304644" y="15254"/>
                    <a:pt x="319931" y="13864"/>
                  </a:cubicBezTo>
                  <a:cubicBezTo>
                    <a:pt x="342815" y="15944"/>
                    <a:pt x="356443" y="23785"/>
                    <a:pt x="365174" y="28150"/>
                  </a:cubicBezTo>
                  <a:cubicBezTo>
                    <a:pt x="373905" y="32515"/>
                    <a:pt x="369937" y="36087"/>
                    <a:pt x="372318" y="40056"/>
                  </a:cubicBezTo>
                  <a:cubicBezTo>
                    <a:pt x="373906" y="32912"/>
                    <a:pt x="381205" y="16215"/>
                    <a:pt x="390869" y="9665"/>
                  </a:cubicBezTo>
                  <a:cubicBezTo>
                    <a:pt x="400533" y="3115"/>
                    <a:pt x="417760" y="-1981"/>
                    <a:pt x="430300" y="754"/>
                  </a:cubicBezTo>
                  <a:cubicBezTo>
                    <a:pt x="442840" y="3489"/>
                    <a:pt x="455529" y="21113"/>
                    <a:pt x="466106" y="26076"/>
                  </a:cubicBezTo>
                  <a:cubicBezTo>
                    <a:pt x="476683" y="31039"/>
                    <a:pt x="484237" y="28150"/>
                    <a:pt x="493762" y="30531"/>
                  </a:cubicBezTo>
                  <a:cubicBezTo>
                    <a:pt x="500112" y="33706"/>
                    <a:pt x="510376" y="42525"/>
                    <a:pt x="514651" y="51704"/>
                  </a:cubicBezTo>
                  <a:cubicBezTo>
                    <a:pt x="518926" y="60883"/>
                    <a:pt x="519810" y="74734"/>
                    <a:pt x="519413" y="85607"/>
                  </a:cubicBezTo>
                  <a:cubicBezTo>
                    <a:pt x="519016" y="96480"/>
                    <a:pt x="515158" y="99778"/>
                    <a:pt x="510431" y="105295"/>
                  </a:cubicBezTo>
                  <a:cubicBezTo>
                    <a:pt x="505704" y="110812"/>
                    <a:pt x="491325" y="108653"/>
                    <a:pt x="491049" y="118711"/>
                  </a:cubicBezTo>
                  <a:cubicBezTo>
                    <a:pt x="490702" y="131368"/>
                    <a:pt x="485408" y="145778"/>
                    <a:pt x="475255" y="154356"/>
                  </a:cubicBezTo>
                  <a:cubicBezTo>
                    <a:pt x="467588" y="160833"/>
                    <a:pt x="456205" y="158632"/>
                    <a:pt x="446680" y="159426"/>
                  </a:cubicBezTo>
                  <a:cubicBezTo>
                    <a:pt x="437949" y="157045"/>
                    <a:pt x="429496" y="146765"/>
                    <a:pt x="422324" y="149594"/>
                  </a:cubicBezTo>
                  <a:cubicBezTo>
                    <a:pt x="415153" y="152423"/>
                    <a:pt x="408810" y="170000"/>
                    <a:pt x="403651" y="176401"/>
                  </a:cubicBezTo>
                  <a:cubicBezTo>
                    <a:pt x="398492" y="182802"/>
                    <a:pt x="399765" y="184186"/>
                    <a:pt x="391368" y="188001"/>
                  </a:cubicBezTo>
                  <a:cubicBezTo>
                    <a:pt x="382971" y="191816"/>
                    <a:pt x="364777" y="198947"/>
                    <a:pt x="353268" y="199293"/>
                  </a:cubicBezTo>
                  <a:cubicBezTo>
                    <a:pt x="341759" y="199639"/>
                    <a:pt x="329456" y="189627"/>
                    <a:pt x="322312" y="190075"/>
                  </a:cubicBezTo>
                  <a:cubicBezTo>
                    <a:pt x="315168" y="190523"/>
                    <a:pt x="314973" y="198719"/>
                    <a:pt x="310406" y="201981"/>
                  </a:cubicBezTo>
                  <a:cubicBezTo>
                    <a:pt x="303756" y="206731"/>
                    <a:pt x="296271" y="212253"/>
                    <a:pt x="288974" y="213888"/>
                  </a:cubicBezTo>
                  <a:cubicBezTo>
                    <a:pt x="281677" y="215523"/>
                    <a:pt x="276978" y="214183"/>
                    <a:pt x="266624" y="211789"/>
                  </a:cubicBezTo>
                  <a:cubicBezTo>
                    <a:pt x="256333" y="209410"/>
                    <a:pt x="248076" y="226612"/>
                    <a:pt x="226852" y="226407"/>
                  </a:cubicBezTo>
                  <a:cubicBezTo>
                    <a:pt x="204542" y="224922"/>
                    <a:pt x="194087" y="217562"/>
                    <a:pt x="186581" y="213888"/>
                  </a:cubicBezTo>
                  <a:cubicBezTo>
                    <a:pt x="179075" y="210214"/>
                    <a:pt x="184352" y="203616"/>
                    <a:pt x="181818" y="204363"/>
                  </a:cubicBezTo>
                  <a:cubicBezTo>
                    <a:pt x="179284" y="205110"/>
                    <a:pt x="180565" y="213209"/>
                    <a:pt x="171374" y="218368"/>
                  </a:cubicBezTo>
                  <a:cubicBezTo>
                    <a:pt x="162183" y="223527"/>
                    <a:pt x="142260" y="233637"/>
                    <a:pt x="126673" y="235319"/>
                  </a:cubicBezTo>
                  <a:cubicBezTo>
                    <a:pt x="100063" y="231592"/>
                    <a:pt x="82140" y="211507"/>
                    <a:pt x="72281" y="204363"/>
                  </a:cubicBezTo>
                  <a:cubicBezTo>
                    <a:pt x="62422" y="197219"/>
                    <a:pt x="69106" y="196425"/>
                    <a:pt x="67518" y="192456"/>
                  </a:cubicBezTo>
                  <a:cubicBezTo>
                    <a:pt x="63152" y="205742"/>
                    <a:pt x="52437" y="210622"/>
                    <a:pt x="46087" y="214194"/>
                  </a:cubicBezTo>
                  <a:cubicBezTo>
                    <a:pt x="39737" y="217766"/>
                    <a:pt x="34974" y="213094"/>
                    <a:pt x="29418" y="213888"/>
                  </a:cubicBezTo>
                  <a:cubicBezTo>
                    <a:pt x="25449" y="213094"/>
                    <a:pt x="11334" y="204463"/>
                    <a:pt x="6481" y="196274"/>
                  </a:cubicBezTo>
                  <a:cubicBezTo>
                    <a:pt x="1628" y="188085"/>
                    <a:pt x="-915" y="179083"/>
                    <a:pt x="301" y="164753"/>
                  </a:cubicBezTo>
                  <a:cubicBezTo>
                    <a:pt x="1932" y="148388"/>
                    <a:pt x="6369" y="138842"/>
                    <a:pt x="21355" y="138842"/>
                  </a:cubicBezTo>
                  <a:cubicBezTo>
                    <a:pt x="24628" y="138842"/>
                    <a:pt x="45409" y="143681"/>
                    <a:pt x="51392" y="141272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Precautions">
            <a:extLst>
              <a:ext uri="{FF2B5EF4-FFF2-40B4-BE49-F238E27FC236}">
                <a16:creationId xmlns:a16="http://schemas.microsoft.com/office/drawing/2014/main" id="{417AF26E-B2E4-4C6E-8477-FC07758889ED}"/>
              </a:ext>
            </a:extLst>
          </p:cNvPr>
          <p:cNvSpPr txBox="1"/>
          <p:nvPr/>
        </p:nvSpPr>
        <p:spPr>
          <a:xfrm>
            <a:off x="2930627" y="162322"/>
            <a:ext cx="175034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PRECAUTIONS</a:t>
            </a:r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92B14779-64F2-4CC7-AC9F-E22D6FAD526F}"/>
              </a:ext>
            </a:extLst>
          </p:cNvPr>
          <p:cNvSpPr/>
          <p:nvPr/>
        </p:nvSpPr>
        <p:spPr>
          <a:xfrm>
            <a:off x="3479869" y="3652591"/>
            <a:ext cx="487493" cy="441659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revention">
            <a:extLst>
              <a:ext uri="{FF2B5EF4-FFF2-40B4-BE49-F238E27FC236}">
                <a16:creationId xmlns:a16="http://schemas.microsoft.com/office/drawing/2014/main" id="{568065BF-6AF3-479C-BF42-ED7285F1D6C0}"/>
              </a:ext>
            </a:extLst>
          </p:cNvPr>
          <p:cNvSpPr txBox="1"/>
          <p:nvPr/>
        </p:nvSpPr>
        <p:spPr>
          <a:xfrm>
            <a:off x="8305813" y="126433"/>
            <a:ext cx="175034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PREVENTION</a:t>
            </a:r>
          </a:p>
        </p:txBody>
      </p:sp>
      <p:pic>
        <p:nvPicPr>
          <p:cNvPr id="66" name="Graphic 65" descr="Cursor with solid fill">
            <a:extLst>
              <a:ext uri="{FF2B5EF4-FFF2-40B4-BE49-F238E27FC236}">
                <a16:creationId xmlns:a16="http://schemas.microsoft.com/office/drawing/2014/main" id="{83FBA25A-E747-48FB-867D-902870206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0780" y="447351"/>
            <a:ext cx="291548" cy="291548"/>
          </a:xfrm>
          <a:prstGeom prst="rect">
            <a:avLst/>
          </a:prstGeom>
        </p:spPr>
      </p:pic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3FBF8004-E66C-48FB-8B8C-67742A7B9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0385" y="389282"/>
            <a:ext cx="291548" cy="291548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EE2D09DC-CED1-4DFA-A0BC-11C6A768A54B}"/>
              </a:ext>
            </a:extLst>
          </p:cNvPr>
          <p:cNvSpPr txBox="1"/>
          <p:nvPr/>
        </p:nvSpPr>
        <p:spPr>
          <a:xfrm>
            <a:off x="8072007" y="1837086"/>
            <a:ext cx="3822530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Not recommended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BAB6653-FB9A-42B9-B768-B1992445BD7D}"/>
              </a:ext>
            </a:extLst>
          </p:cNvPr>
          <p:cNvGrpSpPr/>
          <p:nvPr/>
        </p:nvGrpSpPr>
        <p:grpSpPr>
          <a:xfrm>
            <a:off x="3560826" y="4958549"/>
            <a:ext cx="744776" cy="696201"/>
            <a:chOff x="4160837" y="1225259"/>
            <a:chExt cx="849915" cy="934913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86AB816-FBB5-49FE-BF1A-1AFE490F7CCF}"/>
                </a:ext>
              </a:extLst>
            </p:cNvPr>
            <p:cNvSpPr/>
            <p:nvPr/>
          </p:nvSpPr>
          <p:spPr>
            <a:xfrm>
              <a:off x="4160837" y="1225259"/>
              <a:ext cx="450795" cy="896647"/>
            </a:xfrm>
            <a:custGeom>
              <a:avLst/>
              <a:gdLst>
                <a:gd name="connsiteX0" fmla="*/ 13779 w 463393"/>
                <a:gd name="connsiteY0" fmla="*/ 981875 h 1086630"/>
                <a:gd name="connsiteX1" fmla="*/ 38492 w 463393"/>
                <a:gd name="connsiteY1" fmla="*/ 129259 h 1086630"/>
                <a:gd name="connsiteX2" fmla="*/ 285627 w 463393"/>
                <a:gd name="connsiteY2" fmla="*/ 18048 h 1086630"/>
                <a:gd name="connsiteX3" fmla="*/ 446265 w 463393"/>
                <a:gd name="connsiteY3" fmla="*/ 277540 h 1086630"/>
                <a:gd name="connsiteX4" fmla="*/ 446265 w 463393"/>
                <a:gd name="connsiteY4" fmla="*/ 314610 h 1086630"/>
                <a:gd name="connsiteX5" fmla="*/ 335054 w 463393"/>
                <a:gd name="connsiteY5" fmla="*/ 376394 h 1086630"/>
                <a:gd name="connsiteX6" fmla="*/ 248557 w 463393"/>
                <a:gd name="connsiteY6" fmla="*/ 252826 h 1086630"/>
                <a:gd name="connsiteX7" fmla="*/ 162060 w 463393"/>
                <a:gd name="connsiteY7" fmla="*/ 339324 h 1086630"/>
                <a:gd name="connsiteX8" fmla="*/ 186773 w 463393"/>
                <a:gd name="connsiteY8" fmla="*/ 969518 h 1086630"/>
                <a:gd name="connsiteX9" fmla="*/ 199130 w 463393"/>
                <a:gd name="connsiteY9" fmla="*/ 1056015 h 1086630"/>
                <a:gd name="connsiteX10" fmla="*/ 13779 w 463393"/>
                <a:gd name="connsiteY10" fmla="*/ 1080729 h 1086630"/>
                <a:gd name="connsiteX11" fmla="*/ 13779 w 463393"/>
                <a:gd name="connsiteY11" fmla="*/ 981875 h 1086630"/>
                <a:gd name="connsiteX0" fmla="*/ 13779 w 458056"/>
                <a:gd name="connsiteY0" fmla="*/ 981875 h 1086630"/>
                <a:gd name="connsiteX1" fmla="*/ 38492 w 458056"/>
                <a:gd name="connsiteY1" fmla="*/ 129259 h 1086630"/>
                <a:gd name="connsiteX2" fmla="*/ 285627 w 458056"/>
                <a:gd name="connsiteY2" fmla="*/ 18048 h 1086630"/>
                <a:gd name="connsiteX3" fmla="*/ 446265 w 458056"/>
                <a:gd name="connsiteY3" fmla="*/ 277540 h 1086630"/>
                <a:gd name="connsiteX4" fmla="*/ 433565 w 458056"/>
                <a:gd name="connsiteY4" fmla="*/ 327310 h 1086630"/>
                <a:gd name="connsiteX5" fmla="*/ 335054 w 458056"/>
                <a:gd name="connsiteY5" fmla="*/ 376394 h 1086630"/>
                <a:gd name="connsiteX6" fmla="*/ 248557 w 458056"/>
                <a:gd name="connsiteY6" fmla="*/ 252826 h 1086630"/>
                <a:gd name="connsiteX7" fmla="*/ 162060 w 458056"/>
                <a:gd name="connsiteY7" fmla="*/ 339324 h 1086630"/>
                <a:gd name="connsiteX8" fmla="*/ 186773 w 458056"/>
                <a:gd name="connsiteY8" fmla="*/ 969518 h 1086630"/>
                <a:gd name="connsiteX9" fmla="*/ 199130 w 458056"/>
                <a:gd name="connsiteY9" fmla="*/ 1056015 h 1086630"/>
                <a:gd name="connsiteX10" fmla="*/ 13779 w 458056"/>
                <a:gd name="connsiteY10" fmla="*/ 1080729 h 1086630"/>
                <a:gd name="connsiteX11" fmla="*/ 13779 w 458056"/>
                <a:gd name="connsiteY11" fmla="*/ 981875 h 1086630"/>
                <a:gd name="connsiteX0" fmla="*/ 13779 w 455665"/>
                <a:gd name="connsiteY0" fmla="*/ 980007 h 1084762"/>
                <a:gd name="connsiteX1" fmla="*/ 38492 w 455665"/>
                <a:gd name="connsiteY1" fmla="*/ 127391 h 1084762"/>
                <a:gd name="connsiteX2" fmla="*/ 285627 w 455665"/>
                <a:gd name="connsiteY2" fmla="*/ 16180 h 1084762"/>
                <a:gd name="connsiteX3" fmla="*/ 443090 w 455665"/>
                <a:gd name="connsiteY3" fmla="*/ 250272 h 1084762"/>
                <a:gd name="connsiteX4" fmla="*/ 433565 w 455665"/>
                <a:gd name="connsiteY4" fmla="*/ 325442 h 1084762"/>
                <a:gd name="connsiteX5" fmla="*/ 335054 w 455665"/>
                <a:gd name="connsiteY5" fmla="*/ 374526 h 1084762"/>
                <a:gd name="connsiteX6" fmla="*/ 248557 w 455665"/>
                <a:gd name="connsiteY6" fmla="*/ 250958 h 1084762"/>
                <a:gd name="connsiteX7" fmla="*/ 162060 w 455665"/>
                <a:gd name="connsiteY7" fmla="*/ 337456 h 1084762"/>
                <a:gd name="connsiteX8" fmla="*/ 186773 w 455665"/>
                <a:gd name="connsiteY8" fmla="*/ 967650 h 1084762"/>
                <a:gd name="connsiteX9" fmla="*/ 199130 w 455665"/>
                <a:gd name="connsiteY9" fmla="*/ 1054147 h 1084762"/>
                <a:gd name="connsiteX10" fmla="*/ 13779 w 455665"/>
                <a:gd name="connsiteY10" fmla="*/ 1078861 h 1084762"/>
                <a:gd name="connsiteX11" fmla="*/ 13779 w 455665"/>
                <a:gd name="connsiteY11" fmla="*/ 980007 h 1084762"/>
                <a:gd name="connsiteX0" fmla="*/ 13779 w 455665"/>
                <a:gd name="connsiteY0" fmla="*/ 980007 h 1084762"/>
                <a:gd name="connsiteX1" fmla="*/ 38492 w 455665"/>
                <a:gd name="connsiteY1" fmla="*/ 127391 h 1084762"/>
                <a:gd name="connsiteX2" fmla="*/ 285627 w 455665"/>
                <a:gd name="connsiteY2" fmla="*/ 16180 h 1084762"/>
                <a:gd name="connsiteX3" fmla="*/ 443090 w 455665"/>
                <a:gd name="connsiteY3" fmla="*/ 250272 h 1084762"/>
                <a:gd name="connsiteX4" fmla="*/ 433565 w 455665"/>
                <a:gd name="connsiteY4" fmla="*/ 325442 h 1084762"/>
                <a:gd name="connsiteX5" fmla="*/ 335054 w 455665"/>
                <a:gd name="connsiteY5" fmla="*/ 374526 h 1084762"/>
                <a:gd name="connsiteX6" fmla="*/ 248557 w 455665"/>
                <a:gd name="connsiteY6" fmla="*/ 250958 h 1084762"/>
                <a:gd name="connsiteX7" fmla="*/ 162060 w 455665"/>
                <a:gd name="connsiteY7" fmla="*/ 337456 h 1084762"/>
                <a:gd name="connsiteX8" fmla="*/ 186773 w 455665"/>
                <a:gd name="connsiteY8" fmla="*/ 967650 h 1084762"/>
                <a:gd name="connsiteX9" fmla="*/ 199130 w 455665"/>
                <a:gd name="connsiteY9" fmla="*/ 1054147 h 1084762"/>
                <a:gd name="connsiteX10" fmla="*/ 13779 w 455665"/>
                <a:gd name="connsiteY10" fmla="*/ 1078861 h 1084762"/>
                <a:gd name="connsiteX11" fmla="*/ 13779 w 455665"/>
                <a:gd name="connsiteY11" fmla="*/ 980007 h 1084762"/>
                <a:gd name="connsiteX0" fmla="*/ 13779 w 455665"/>
                <a:gd name="connsiteY0" fmla="*/ 980007 h 1084762"/>
                <a:gd name="connsiteX1" fmla="*/ 38492 w 455665"/>
                <a:gd name="connsiteY1" fmla="*/ 127391 h 1084762"/>
                <a:gd name="connsiteX2" fmla="*/ 285627 w 455665"/>
                <a:gd name="connsiteY2" fmla="*/ 16180 h 1084762"/>
                <a:gd name="connsiteX3" fmla="*/ 443090 w 455665"/>
                <a:gd name="connsiteY3" fmla="*/ 250272 h 1084762"/>
                <a:gd name="connsiteX4" fmla="*/ 433565 w 455665"/>
                <a:gd name="connsiteY4" fmla="*/ 325442 h 1084762"/>
                <a:gd name="connsiteX5" fmla="*/ 335054 w 455665"/>
                <a:gd name="connsiteY5" fmla="*/ 374526 h 1084762"/>
                <a:gd name="connsiteX6" fmla="*/ 254907 w 455665"/>
                <a:gd name="connsiteY6" fmla="*/ 235083 h 1084762"/>
                <a:gd name="connsiteX7" fmla="*/ 162060 w 455665"/>
                <a:gd name="connsiteY7" fmla="*/ 337456 h 1084762"/>
                <a:gd name="connsiteX8" fmla="*/ 186773 w 455665"/>
                <a:gd name="connsiteY8" fmla="*/ 967650 h 1084762"/>
                <a:gd name="connsiteX9" fmla="*/ 199130 w 455665"/>
                <a:gd name="connsiteY9" fmla="*/ 1054147 h 1084762"/>
                <a:gd name="connsiteX10" fmla="*/ 13779 w 455665"/>
                <a:gd name="connsiteY10" fmla="*/ 1078861 h 1084762"/>
                <a:gd name="connsiteX11" fmla="*/ 13779 w 455665"/>
                <a:gd name="connsiteY11" fmla="*/ 980007 h 1084762"/>
                <a:gd name="connsiteX0" fmla="*/ 13779 w 461481"/>
                <a:gd name="connsiteY0" fmla="*/ 980007 h 1084762"/>
                <a:gd name="connsiteX1" fmla="*/ 38492 w 461481"/>
                <a:gd name="connsiteY1" fmla="*/ 127391 h 1084762"/>
                <a:gd name="connsiteX2" fmla="*/ 285627 w 461481"/>
                <a:gd name="connsiteY2" fmla="*/ 16180 h 1084762"/>
                <a:gd name="connsiteX3" fmla="*/ 443090 w 461481"/>
                <a:gd name="connsiteY3" fmla="*/ 250272 h 1084762"/>
                <a:gd name="connsiteX4" fmla="*/ 446265 w 461481"/>
                <a:gd name="connsiteY4" fmla="*/ 331792 h 1084762"/>
                <a:gd name="connsiteX5" fmla="*/ 335054 w 461481"/>
                <a:gd name="connsiteY5" fmla="*/ 374526 h 1084762"/>
                <a:gd name="connsiteX6" fmla="*/ 254907 w 461481"/>
                <a:gd name="connsiteY6" fmla="*/ 235083 h 1084762"/>
                <a:gd name="connsiteX7" fmla="*/ 162060 w 461481"/>
                <a:gd name="connsiteY7" fmla="*/ 337456 h 1084762"/>
                <a:gd name="connsiteX8" fmla="*/ 186773 w 461481"/>
                <a:gd name="connsiteY8" fmla="*/ 967650 h 1084762"/>
                <a:gd name="connsiteX9" fmla="*/ 199130 w 461481"/>
                <a:gd name="connsiteY9" fmla="*/ 1054147 h 1084762"/>
                <a:gd name="connsiteX10" fmla="*/ 13779 w 461481"/>
                <a:gd name="connsiteY10" fmla="*/ 1078861 h 1084762"/>
                <a:gd name="connsiteX11" fmla="*/ 13779 w 461481"/>
                <a:gd name="connsiteY11" fmla="*/ 980007 h 1084762"/>
                <a:gd name="connsiteX0" fmla="*/ 4715 w 452417"/>
                <a:gd name="connsiteY0" fmla="*/ 980007 h 1094375"/>
                <a:gd name="connsiteX1" fmla="*/ 29428 w 452417"/>
                <a:gd name="connsiteY1" fmla="*/ 127391 h 1094375"/>
                <a:gd name="connsiteX2" fmla="*/ 276563 w 452417"/>
                <a:gd name="connsiteY2" fmla="*/ 16180 h 1094375"/>
                <a:gd name="connsiteX3" fmla="*/ 434026 w 452417"/>
                <a:gd name="connsiteY3" fmla="*/ 250272 h 1094375"/>
                <a:gd name="connsiteX4" fmla="*/ 437201 w 452417"/>
                <a:gd name="connsiteY4" fmla="*/ 331792 h 1094375"/>
                <a:gd name="connsiteX5" fmla="*/ 325990 w 452417"/>
                <a:gd name="connsiteY5" fmla="*/ 374526 h 1094375"/>
                <a:gd name="connsiteX6" fmla="*/ 245843 w 452417"/>
                <a:gd name="connsiteY6" fmla="*/ 235083 h 1094375"/>
                <a:gd name="connsiteX7" fmla="*/ 152996 w 452417"/>
                <a:gd name="connsiteY7" fmla="*/ 337456 h 1094375"/>
                <a:gd name="connsiteX8" fmla="*/ 177709 w 452417"/>
                <a:gd name="connsiteY8" fmla="*/ 967650 h 1094375"/>
                <a:gd name="connsiteX9" fmla="*/ 190066 w 452417"/>
                <a:gd name="connsiteY9" fmla="*/ 1054147 h 1094375"/>
                <a:gd name="connsiteX10" fmla="*/ 30115 w 452417"/>
                <a:gd name="connsiteY10" fmla="*/ 1091561 h 1094375"/>
                <a:gd name="connsiteX11" fmla="*/ 4715 w 452417"/>
                <a:gd name="connsiteY11" fmla="*/ 980007 h 1094375"/>
                <a:gd name="connsiteX0" fmla="*/ 4715 w 452417"/>
                <a:gd name="connsiteY0" fmla="*/ 980007 h 1082780"/>
                <a:gd name="connsiteX1" fmla="*/ 29428 w 452417"/>
                <a:gd name="connsiteY1" fmla="*/ 127391 h 1082780"/>
                <a:gd name="connsiteX2" fmla="*/ 276563 w 452417"/>
                <a:gd name="connsiteY2" fmla="*/ 16180 h 1082780"/>
                <a:gd name="connsiteX3" fmla="*/ 434026 w 452417"/>
                <a:gd name="connsiteY3" fmla="*/ 250272 h 1082780"/>
                <a:gd name="connsiteX4" fmla="*/ 437201 w 452417"/>
                <a:gd name="connsiteY4" fmla="*/ 331792 h 1082780"/>
                <a:gd name="connsiteX5" fmla="*/ 325990 w 452417"/>
                <a:gd name="connsiteY5" fmla="*/ 374526 h 1082780"/>
                <a:gd name="connsiteX6" fmla="*/ 245843 w 452417"/>
                <a:gd name="connsiteY6" fmla="*/ 235083 h 1082780"/>
                <a:gd name="connsiteX7" fmla="*/ 152996 w 452417"/>
                <a:gd name="connsiteY7" fmla="*/ 337456 h 1082780"/>
                <a:gd name="connsiteX8" fmla="*/ 177709 w 452417"/>
                <a:gd name="connsiteY8" fmla="*/ 967650 h 1082780"/>
                <a:gd name="connsiteX9" fmla="*/ 190066 w 452417"/>
                <a:gd name="connsiteY9" fmla="*/ 1054147 h 1082780"/>
                <a:gd name="connsiteX10" fmla="*/ 30115 w 452417"/>
                <a:gd name="connsiteY10" fmla="*/ 1075686 h 1082780"/>
                <a:gd name="connsiteX11" fmla="*/ 4715 w 452417"/>
                <a:gd name="connsiteY11" fmla="*/ 980007 h 1082780"/>
                <a:gd name="connsiteX0" fmla="*/ 4715 w 452417"/>
                <a:gd name="connsiteY0" fmla="*/ 980007 h 1086654"/>
                <a:gd name="connsiteX1" fmla="*/ 29428 w 452417"/>
                <a:gd name="connsiteY1" fmla="*/ 127391 h 1086654"/>
                <a:gd name="connsiteX2" fmla="*/ 276563 w 452417"/>
                <a:gd name="connsiteY2" fmla="*/ 16180 h 1086654"/>
                <a:gd name="connsiteX3" fmla="*/ 434026 w 452417"/>
                <a:gd name="connsiteY3" fmla="*/ 250272 h 1086654"/>
                <a:gd name="connsiteX4" fmla="*/ 437201 w 452417"/>
                <a:gd name="connsiteY4" fmla="*/ 331792 h 1086654"/>
                <a:gd name="connsiteX5" fmla="*/ 325990 w 452417"/>
                <a:gd name="connsiteY5" fmla="*/ 374526 h 1086654"/>
                <a:gd name="connsiteX6" fmla="*/ 245843 w 452417"/>
                <a:gd name="connsiteY6" fmla="*/ 235083 h 1086654"/>
                <a:gd name="connsiteX7" fmla="*/ 152996 w 452417"/>
                <a:gd name="connsiteY7" fmla="*/ 337456 h 1086654"/>
                <a:gd name="connsiteX8" fmla="*/ 177709 w 452417"/>
                <a:gd name="connsiteY8" fmla="*/ 967650 h 1086654"/>
                <a:gd name="connsiteX9" fmla="*/ 190066 w 452417"/>
                <a:gd name="connsiteY9" fmla="*/ 1054147 h 1086654"/>
                <a:gd name="connsiteX10" fmla="*/ 30115 w 452417"/>
                <a:gd name="connsiteY10" fmla="*/ 1075686 h 1086654"/>
                <a:gd name="connsiteX11" fmla="*/ 4715 w 452417"/>
                <a:gd name="connsiteY11" fmla="*/ 980007 h 1086654"/>
                <a:gd name="connsiteX0" fmla="*/ 15922 w 463624"/>
                <a:gd name="connsiteY0" fmla="*/ 980007 h 1075781"/>
                <a:gd name="connsiteX1" fmla="*/ 40635 w 463624"/>
                <a:gd name="connsiteY1" fmla="*/ 127391 h 1075781"/>
                <a:gd name="connsiteX2" fmla="*/ 287770 w 463624"/>
                <a:gd name="connsiteY2" fmla="*/ 16180 h 1075781"/>
                <a:gd name="connsiteX3" fmla="*/ 445233 w 463624"/>
                <a:gd name="connsiteY3" fmla="*/ 250272 h 1075781"/>
                <a:gd name="connsiteX4" fmla="*/ 448408 w 463624"/>
                <a:gd name="connsiteY4" fmla="*/ 331792 h 1075781"/>
                <a:gd name="connsiteX5" fmla="*/ 337197 w 463624"/>
                <a:gd name="connsiteY5" fmla="*/ 374526 h 1075781"/>
                <a:gd name="connsiteX6" fmla="*/ 257050 w 463624"/>
                <a:gd name="connsiteY6" fmla="*/ 235083 h 1075781"/>
                <a:gd name="connsiteX7" fmla="*/ 164203 w 463624"/>
                <a:gd name="connsiteY7" fmla="*/ 337456 h 1075781"/>
                <a:gd name="connsiteX8" fmla="*/ 188916 w 463624"/>
                <a:gd name="connsiteY8" fmla="*/ 967650 h 1075781"/>
                <a:gd name="connsiteX9" fmla="*/ 201273 w 463624"/>
                <a:gd name="connsiteY9" fmla="*/ 1054147 h 1075781"/>
                <a:gd name="connsiteX10" fmla="*/ 15922 w 463624"/>
                <a:gd name="connsiteY10" fmla="*/ 980007 h 1075781"/>
                <a:gd name="connsiteX0" fmla="*/ 4414 w 452116"/>
                <a:gd name="connsiteY0" fmla="*/ 980007 h 1078167"/>
                <a:gd name="connsiteX1" fmla="*/ 29127 w 452116"/>
                <a:gd name="connsiteY1" fmla="*/ 127391 h 1078167"/>
                <a:gd name="connsiteX2" fmla="*/ 276262 w 452116"/>
                <a:gd name="connsiteY2" fmla="*/ 16180 h 1078167"/>
                <a:gd name="connsiteX3" fmla="*/ 433725 w 452116"/>
                <a:gd name="connsiteY3" fmla="*/ 250272 h 1078167"/>
                <a:gd name="connsiteX4" fmla="*/ 436900 w 452116"/>
                <a:gd name="connsiteY4" fmla="*/ 331792 h 1078167"/>
                <a:gd name="connsiteX5" fmla="*/ 325689 w 452116"/>
                <a:gd name="connsiteY5" fmla="*/ 374526 h 1078167"/>
                <a:gd name="connsiteX6" fmla="*/ 245542 w 452116"/>
                <a:gd name="connsiteY6" fmla="*/ 235083 h 1078167"/>
                <a:gd name="connsiteX7" fmla="*/ 152695 w 452116"/>
                <a:gd name="connsiteY7" fmla="*/ 337456 h 1078167"/>
                <a:gd name="connsiteX8" fmla="*/ 177408 w 452116"/>
                <a:gd name="connsiteY8" fmla="*/ 967650 h 1078167"/>
                <a:gd name="connsiteX9" fmla="*/ 189765 w 452116"/>
                <a:gd name="connsiteY9" fmla="*/ 1054147 h 1078167"/>
                <a:gd name="connsiteX10" fmla="*/ 25181 w 452116"/>
                <a:gd name="connsiteY10" fmla="*/ 1067964 h 1078167"/>
                <a:gd name="connsiteX11" fmla="*/ 4414 w 452116"/>
                <a:gd name="connsiteY11" fmla="*/ 980007 h 1078167"/>
                <a:gd name="connsiteX0" fmla="*/ 4414 w 452116"/>
                <a:gd name="connsiteY0" fmla="*/ 980007 h 1072997"/>
                <a:gd name="connsiteX1" fmla="*/ 29127 w 452116"/>
                <a:gd name="connsiteY1" fmla="*/ 127391 h 1072997"/>
                <a:gd name="connsiteX2" fmla="*/ 276262 w 452116"/>
                <a:gd name="connsiteY2" fmla="*/ 16180 h 1072997"/>
                <a:gd name="connsiteX3" fmla="*/ 433725 w 452116"/>
                <a:gd name="connsiteY3" fmla="*/ 250272 h 1072997"/>
                <a:gd name="connsiteX4" fmla="*/ 436900 w 452116"/>
                <a:gd name="connsiteY4" fmla="*/ 331792 h 1072997"/>
                <a:gd name="connsiteX5" fmla="*/ 325689 w 452116"/>
                <a:gd name="connsiteY5" fmla="*/ 374526 h 1072997"/>
                <a:gd name="connsiteX6" fmla="*/ 245542 w 452116"/>
                <a:gd name="connsiteY6" fmla="*/ 235083 h 1072997"/>
                <a:gd name="connsiteX7" fmla="*/ 152695 w 452116"/>
                <a:gd name="connsiteY7" fmla="*/ 337456 h 1072997"/>
                <a:gd name="connsiteX8" fmla="*/ 177408 w 452116"/>
                <a:gd name="connsiteY8" fmla="*/ 967650 h 1072997"/>
                <a:gd name="connsiteX9" fmla="*/ 189765 w 452116"/>
                <a:gd name="connsiteY9" fmla="*/ 1054147 h 1072997"/>
                <a:gd name="connsiteX10" fmla="*/ 25181 w 452116"/>
                <a:gd name="connsiteY10" fmla="*/ 1067964 h 1072997"/>
                <a:gd name="connsiteX11" fmla="*/ 4414 w 452116"/>
                <a:gd name="connsiteY11" fmla="*/ 980007 h 1072997"/>
                <a:gd name="connsiteX0" fmla="*/ 4414 w 452116"/>
                <a:gd name="connsiteY0" fmla="*/ 980007 h 1079392"/>
                <a:gd name="connsiteX1" fmla="*/ 29127 w 452116"/>
                <a:gd name="connsiteY1" fmla="*/ 127391 h 1079392"/>
                <a:gd name="connsiteX2" fmla="*/ 276262 w 452116"/>
                <a:gd name="connsiteY2" fmla="*/ 16180 h 1079392"/>
                <a:gd name="connsiteX3" fmla="*/ 433725 w 452116"/>
                <a:gd name="connsiteY3" fmla="*/ 250272 h 1079392"/>
                <a:gd name="connsiteX4" fmla="*/ 436900 w 452116"/>
                <a:gd name="connsiteY4" fmla="*/ 331792 h 1079392"/>
                <a:gd name="connsiteX5" fmla="*/ 325689 w 452116"/>
                <a:gd name="connsiteY5" fmla="*/ 374526 h 1079392"/>
                <a:gd name="connsiteX6" fmla="*/ 245542 w 452116"/>
                <a:gd name="connsiteY6" fmla="*/ 235083 h 1079392"/>
                <a:gd name="connsiteX7" fmla="*/ 152695 w 452116"/>
                <a:gd name="connsiteY7" fmla="*/ 337456 h 1079392"/>
                <a:gd name="connsiteX8" fmla="*/ 177408 w 452116"/>
                <a:gd name="connsiteY8" fmla="*/ 967650 h 1079392"/>
                <a:gd name="connsiteX9" fmla="*/ 189765 w 452116"/>
                <a:gd name="connsiteY9" fmla="*/ 1054147 h 1079392"/>
                <a:gd name="connsiteX10" fmla="*/ 25181 w 452116"/>
                <a:gd name="connsiteY10" fmla="*/ 1067964 h 1079392"/>
                <a:gd name="connsiteX11" fmla="*/ 4414 w 452116"/>
                <a:gd name="connsiteY11" fmla="*/ 980007 h 1079392"/>
                <a:gd name="connsiteX0" fmla="*/ 4414 w 452116"/>
                <a:gd name="connsiteY0" fmla="*/ 980007 h 1072997"/>
                <a:gd name="connsiteX1" fmla="*/ 29127 w 452116"/>
                <a:gd name="connsiteY1" fmla="*/ 127391 h 1072997"/>
                <a:gd name="connsiteX2" fmla="*/ 276262 w 452116"/>
                <a:gd name="connsiteY2" fmla="*/ 16180 h 1072997"/>
                <a:gd name="connsiteX3" fmla="*/ 433725 w 452116"/>
                <a:gd name="connsiteY3" fmla="*/ 250272 h 1072997"/>
                <a:gd name="connsiteX4" fmla="*/ 436900 w 452116"/>
                <a:gd name="connsiteY4" fmla="*/ 331792 h 1072997"/>
                <a:gd name="connsiteX5" fmla="*/ 325689 w 452116"/>
                <a:gd name="connsiteY5" fmla="*/ 374526 h 1072997"/>
                <a:gd name="connsiteX6" fmla="*/ 245542 w 452116"/>
                <a:gd name="connsiteY6" fmla="*/ 235083 h 1072997"/>
                <a:gd name="connsiteX7" fmla="*/ 152695 w 452116"/>
                <a:gd name="connsiteY7" fmla="*/ 337456 h 1072997"/>
                <a:gd name="connsiteX8" fmla="*/ 177408 w 452116"/>
                <a:gd name="connsiteY8" fmla="*/ 967650 h 1072997"/>
                <a:gd name="connsiteX9" fmla="*/ 189765 w 452116"/>
                <a:gd name="connsiteY9" fmla="*/ 1054147 h 1072997"/>
                <a:gd name="connsiteX10" fmla="*/ 25181 w 452116"/>
                <a:gd name="connsiteY10" fmla="*/ 1067964 h 1072997"/>
                <a:gd name="connsiteX11" fmla="*/ 4414 w 452116"/>
                <a:gd name="connsiteY11" fmla="*/ 980007 h 1072997"/>
                <a:gd name="connsiteX0" fmla="*/ 1263 w 458490"/>
                <a:gd name="connsiteY0" fmla="*/ 795856 h 1066646"/>
                <a:gd name="connsiteX1" fmla="*/ 35501 w 458490"/>
                <a:gd name="connsiteY1" fmla="*/ 121040 h 1066646"/>
                <a:gd name="connsiteX2" fmla="*/ 282636 w 458490"/>
                <a:gd name="connsiteY2" fmla="*/ 9829 h 1066646"/>
                <a:gd name="connsiteX3" fmla="*/ 440099 w 458490"/>
                <a:gd name="connsiteY3" fmla="*/ 243921 h 1066646"/>
                <a:gd name="connsiteX4" fmla="*/ 443274 w 458490"/>
                <a:gd name="connsiteY4" fmla="*/ 325441 h 1066646"/>
                <a:gd name="connsiteX5" fmla="*/ 332063 w 458490"/>
                <a:gd name="connsiteY5" fmla="*/ 368175 h 1066646"/>
                <a:gd name="connsiteX6" fmla="*/ 251916 w 458490"/>
                <a:gd name="connsiteY6" fmla="*/ 228732 h 1066646"/>
                <a:gd name="connsiteX7" fmla="*/ 159069 w 458490"/>
                <a:gd name="connsiteY7" fmla="*/ 331105 h 1066646"/>
                <a:gd name="connsiteX8" fmla="*/ 183782 w 458490"/>
                <a:gd name="connsiteY8" fmla="*/ 961299 h 1066646"/>
                <a:gd name="connsiteX9" fmla="*/ 196139 w 458490"/>
                <a:gd name="connsiteY9" fmla="*/ 1047796 h 1066646"/>
                <a:gd name="connsiteX10" fmla="*/ 31555 w 458490"/>
                <a:gd name="connsiteY10" fmla="*/ 1061613 h 1066646"/>
                <a:gd name="connsiteX11" fmla="*/ 1263 w 458490"/>
                <a:gd name="connsiteY11" fmla="*/ 795856 h 1066646"/>
                <a:gd name="connsiteX0" fmla="*/ 1263 w 458490"/>
                <a:gd name="connsiteY0" fmla="*/ 795856 h 1066646"/>
                <a:gd name="connsiteX1" fmla="*/ 35501 w 458490"/>
                <a:gd name="connsiteY1" fmla="*/ 121040 h 1066646"/>
                <a:gd name="connsiteX2" fmla="*/ 282636 w 458490"/>
                <a:gd name="connsiteY2" fmla="*/ 9829 h 1066646"/>
                <a:gd name="connsiteX3" fmla="*/ 440099 w 458490"/>
                <a:gd name="connsiteY3" fmla="*/ 243921 h 1066646"/>
                <a:gd name="connsiteX4" fmla="*/ 443274 w 458490"/>
                <a:gd name="connsiteY4" fmla="*/ 325441 h 1066646"/>
                <a:gd name="connsiteX5" fmla="*/ 332063 w 458490"/>
                <a:gd name="connsiteY5" fmla="*/ 368175 h 1066646"/>
                <a:gd name="connsiteX6" fmla="*/ 251916 w 458490"/>
                <a:gd name="connsiteY6" fmla="*/ 228732 h 1066646"/>
                <a:gd name="connsiteX7" fmla="*/ 159069 w 458490"/>
                <a:gd name="connsiteY7" fmla="*/ 331105 h 1066646"/>
                <a:gd name="connsiteX8" fmla="*/ 183782 w 458490"/>
                <a:gd name="connsiteY8" fmla="*/ 961299 h 1066646"/>
                <a:gd name="connsiteX9" fmla="*/ 196139 w 458490"/>
                <a:gd name="connsiteY9" fmla="*/ 1047796 h 1066646"/>
                <a:gd name="connsiteX10" fmla="*/ 31555 w 458490"/>
                <a:gd name="connsiteY10" fmla="*/ 1061613 h 1066646"/>
                <a:gd name="connsiteX11" fmla="*/ 1263 w 458490"/>
                <a:gd name="connsiteY11" fmla="*/ 795856 h 1066646"/>
                <a:gd name="connsiteX0" fmla="*/ 1783 w 459010"/>
                <a:gd name="connsiteY0" fmla="*/ 795856 h 1071963"/>
                <a:gd name="connsiteX1" fmla="*/ 36021 w 459010"/>
                <a:gd name="connsiteY1" fmla="*/ 121040 h 1071963"/>
                <a:gd name="connsiteX2" fmla="*/ 283156 w 459010"/>
                <a:gd name="connsiteY2" fmla="*/ 9829 h 1071963"/>
                <a:gd name="connsiteX3" fmla="*/ 440619 w 459010"/>
                <a:gd name="connsiteY3" fmla="*/ 243921 h 1071963"/>
                <a:gd name="connsiteX4" fmla="*/ 443794 w 459010"/>
                <a:gd name="connsiteY4" fmla="*/ 325441 h 1071963"/>
                <a:gd name="connsiteX5" fmla="*/ 332583 w 459010"/>
                <a:gd name="connsiteY5" fmla="*/ 368175 h 1071963"/>
                <a:gd name="connsiteX6" fmla="*/ 252436 w 459010"/>
                <a:gd name="connsiteY6" fmla="*/ 228732 h 1071963"/>
                <a:gd name="connsiteX7" fmla="*/ 159589 w 459010"/>
                <a:gd name="connsiteY7" fmla="*/ 331105 h 1071963"/>
                <a:gd name="connsiteX8" fmla="*/ 184302 w 459010"/>
                <a:gd name="connsiteY8" fmla="*/ 961299 h 1071963"/>
                <a:gd name="connsiteX9" fmla="*/ 196659 w 459010"/>
                <a:gd name="connsiteY9" fmla="*/ 1047796 h 1071963"/>
                <a:gd name="connsiteX10" fmla="*/ 16200 w 459010"/>
                <a:gd name="connsiteY10" fmla="*/ 1067963 h 1071963"/>
                <a:gd name="connsiteX11" fmla="*/ 1783 w 459010"/>
                <a:gd name="connsiteY11" fmla="*/ 795856 h 1071963"/>
                <a:gd name="connsiteX0" fmla="*/ 394 w 457621"/>
                <a:gd name="connsiteY0" fmla="*/ 795856 h 1071963"/>
                <a:gd name="connsiteX1" fmla="*/ 34632 w 457621"/>
                <a:gd name="connsiteY1" fmla="*/ 121040 h 1071963"/>
                <a:gd name="connsiteX2" fmla="*/ 281767 w 457621"/>
                <a:gd name="connsiteY2" fmla="*/ 9829 h 1071963"/>
                <a:gd name="connsiteX3" fmla="*/ 439230 w 457621"/>
                <a:gd name="connsiteY3" fmla="*/ 243921 h 1071963"/>
                <a:gd name="connsiteX4" fmla="*/ 442405 w 457621"/>
                <a:gd name="connsiteY4" fmla="*/ 325441 h 1071963"/>
                <a:gd name="connsiteX5" fmla="*/ 331194 w 457621"/>
                <a:gd name="connsiteY5" fmla="*/ 368175 h 1071963"/>
                <a:gd name="connsiteX6" fmla="*/ 251047 w 457621"/>
                <a:gd name="connsiteY6" fmla="*/ 228732 h 1071963"/>
                <a:gd name="connsiteX7" fmla="*/ 158200 w 457621"/>
                <a:gd name="connsiteY7" fmla="*/ 331105 h 1071963"/>
                <a:gd name="connsiteX8" fmla="*/ 182913 w 457621"/>
                <a:gd name="connsiteY8" fmla="*/ 961299 h 1071963"/>
                <a:gd name="connsiteX9" fmla="*/ 195270 w 457621"/>
                <a:gd name="connsiteY9" fmla="*/ 1047796 h 1071963"/>
                <a:gd name="connsiteX10" fmla="*/ 14811 w 457621"/>
                <a:gd name="connsiteY10" fmla="*/ 1067963 h 1071963"/>
                <a:gd name="connsiteX11" fmla="*/ 394 w 457621"/>
                <a:gd name="connsiteY11" fmla="*/ 795856 h 1071963"/>
                <a:gd name="connsiteX0" fmla="*/ 999 w 455051"/>
                <a:gd name="connsiteY0" fmla="*/ 578842 h 1067674"/>
                <a:gd name="connsiteX1" fmla="*/ 32062 w 455051"/>
                <a:gd name="connsiteY1" fmla="*/ 116751 h 1067674"/>
                <a:gd name="connsiteX2" fmla="*/ 279197 w 455051"/>
                <a:gd name="connsiteY2" fmla="*/ 5540 h 1067674"/>
                <a:gd name="connsiteX3" fmla="*/ 436660 w 455051"/>
                <a:gd name="connsiteY3" fmla="*/ 239632 h 1067674"/>
                <a:gd name="connsiteX4" fmla="*/ 439835 w 455051"/>
                <a:gd name="connsiteY4" fmla="*/ 321152 h 1067674"/>
                <a:gd name="connsiteX5" fmla="*/ 328624 w 455051"/>
                <a:gd name="connsiteY5" fmla="*/ 363886 h 1067674"/>
                <a:gd name="connsiteX6" fmla="*/ 248477 w 455051"/>
                <a:gd name="connsiteY6" fmla="*/ 224443 h 1067674"/>
                <a:gd name="connsiteX7" fmla="*/ 155630 w 455051"/>
                <a:gd name="connsiteY7" fmla="*/ 326816 h 1067674"/>
                <a:gd name="connsiteX8" fmla="*/ 180343 w 455051"/>
                <a:gd name="connsiteY8" fmla="*/ 957010 h 1067674"/>
                <a:gd name="connsiteX9" fmla="*/ 192700 w 455051"/>
                <a:gd name="connsiteY9" fmla="*/ 1043507 h 1067674"/>
                <a:gd name="connsiteX10" fmla="*/ 12241 w 455051"/>
                <a:gd name="connsiteY10" fmla="*/ 1063674 h 1067674"/>
                <a:gd name="connsiteX11" fmla="*/ 999 w 455051"/>
                <a:gd name="connsiteY11" fmla="*/ 578842 h 1067674"/>
                <a:gd name="connsiteX0" fmla="*/ 999 w 455051"/>
                <a:gd name="connsiteY0" fmla="*/ 578842 h 1068137"/>
                <a:gd name="connsiteX1" fmla="*/ 32062 w 455051"/>
                <a:gd name="connsiteY1" fmla="*/ 116751 h 1068137"/>
                <a:gd name="connsiteX2" fmla="*/ 279197 w 455051"/>
                <a:gd name="connsiteY2" fmla="*/ 5540 h 1068137"/>
                <a:gd name="connsiteX3" fmla="*/ 436660 w 455051"/>
                <a:gd name="connsiteY3" fmla="*/ 239632 h 1068137"/>
                <a:gd name="connsiteX4" fmla="*/ 439835 w 455051"/>
                <a:gd name="connsiteY4" fmla="*/ 321152 h 1068137"/>
                <a:gd name="connsiteX5" fmla="*/ 328624 w 455051"/>
                <a:gd name="connsiteY5" fmla="*/ 363886 h 1068137"/>
                <a:gd name="connsiteX6" fmla="*/ 248477 w 455051"/>
                <a:gd name="connsiteY6" fmla="*/ 224443 h 1068137"/>
                <a:gd name="connsiteX7" fmla="*/ 155630 w 455051"/>
                <a:gd name="connsiteY7" fmla="*/ 326816 h 1068137"/>
                <a:gd name="connsiteX8" fmla="*/ 180343 w 455051"/>
                <a:gd name="connsiteY8" fmla="*/ 957010 h 1068137"/>
                <a:gd name="connsiteX9" fmla="*/ 180000 w 455051"/>
                <a:gd name="connsiteY9" fmla="*/ 1046682 h 1068137"/>
                <a:gd name="connsiteX10" fmla="*/ 12241 w 455051"/>
                <a:gd name="connsiteY10" fmla="*/ 1063674 h 1068137"/>
                <a:gd name="connsiteX11" fmla="*/ 999 w 455051"/>
                <a:gd name="connsiteY11" fmla="*/ 578842 h 1068137"/>
                <a:gd name="connsiteX0" fmla="*/ 999 w 455051"/>
                <a:gd name="connsiteY0" fmla="*/ 578842 h 1068137"/>
                <a:gd name="connsiteX1" fmla="*/ 32062 w 455051"/>
                <a:gd name="connsiteY1" fmla="*/ 116751 h 1068137"/>
                <a:gd name="connsiteX2" fmla="*/ 279197 w 455051"/>
                <a:gd name="connsiteY2" fmla="*/ 5540 h 1068137"/>
                <a:gd name="connsiteX3" fmla="*/ 436660 w 455051"/>
                <a:gd name="connsiteY3" fmla="*/ 239632 h 1068137"/>
                <a:gd name="connsiteX4" fmla="*/ 439835 w 455051"/>
                <a:gd name="connsiteY4" fmla="*/ 321152 h 1068137"/>
                <a:gd name="connsiteX5" fmla="*/ 328624 w 455051"/>
                <a:gd name="connsiteY5" fmla="*/ 363886 h 1068137"/>
                <a:gd name="connsiteX6" fmla="*/ 248477 w 455051"/>
                <a:gd name="connsiteY6" fmla="*/ 224443 h 1068137"/>
                <a:gd name="connsiteX7" fmla="*/ 155630 w 455051"/>
                <a:gd name="connsiteY7" fmla="*/ 326816 h 1068137"/>
                <a:gd name="connsiteX8" fmla="*/ 164468 w 455051"/>
                <a:gd name="connsiteY8" fmla="*/ 709360 h 1068137"/>
                <a:gd name="connsiteX9" fmla="*/ 180000 w 455051"/>
                <a:gd name="connsiteY9" fmla="*/ 1046682 h 1068137"/>
                <a:gd name="connsiteX10" fmla="*/ 12241 w 455051"/>
                <a:gd name="connsiteY10" fmla="*/ 1063674 h 1068137"/>
                <a:gd name="connsiteX11" fmla="*/ 999 w 455051"/>
                <a:gd name="connsiteY11" fmla="*/ 578842 h 1068137"/>
                <a:gd name="connsiteX0" fmla="*/ 999 w 455051"/>
                <a:gd name="connsiteY0" fmla="*/ 578842 h 1068137"/>
                <a:gd name="connsiteX1" fmla="*/ 32062 w 455051"/>
                <a:gd name="connsiteY1" fmla="*/ 116751 h 1068137"/>
                <a:gd name="connsiteX2" fmla="*/ 279197 w 455051"/>
                <a:gd name="connsiteY2" fmla="*/ 5540 h 1068137"/>
                <a:gd name="connsiteX3" fmla="*/ 436660 w 455051"/>
                <a:gd name="connsiteY3" fmla="*/ 239632 h 1068137"/>
                <a:gd name="connsiteX4" fmla="*/ 439835 w 455051"/>
                <a:gd name="connsiteY4" fmla="*/ 321152 h 1068137"/>
                <a:gd name="connsiteX5" fmla="*/ 328624 w 455051"/>
                <a:gd name="connsiteY5" fmla="*/ 363886 h 1068137"/>
                <a:gd name="connsiteX6" fmla="*/ 248477 w 455051"/>
                <a:gd name="connsiteY6" fmla="*/ 224443 h 1068137"/>
                <a:gd name="connsiteX7" fmla="*/ 155630 w 455051"/>
                <a:gd name="connsiteY7" fmla="*/ 326816 h 1068137"/>
                <a:gd name="connsiteX8" fmla="*/ 164468 w 455051"/>
                <a:gd name="connsiteY8" fmla="*/ 709360 h 1068137"/>
                <a:gd name="connsiteX9" fmla="*/ 180000 w 455051"/>
                <a:gd name="connsiteY9" fmla="*/ 1046682 h 1068137"/>
                <a:gd name="connsiteX10" fmla="*/ 12241 w 455051"/>
                <a:gd name="connsiteY10" fmla="*/ 1063674 h 1068137"/>
                <a:gd name="connsiteX11" fmla="*/ 999 w 455051"/>
                <a:gd name="connsiteY11" fmla="*/ 578842 h 1068137"/>
                <a:gd name="connsiteX0" fmla="*/ 999 w 455051"/>
                <a:gd name="connsiteY0" fmla="*/ 578842 h 1067713"/>
                <a:gd name="connsiteX1" fmla="*/ 32062 w 455051"/>
                <a:gd name="connsiteY1" fmla="*/ 116751 h 1067713"/>
                <a:gd name="connsiteX2" fmla="*/ 279197 w 455051"/>
                <a:gd name="connsiteY2" fmla="*/ 5540 h 1067713"/>
                <a:gd name="connsiteX3" fmla="*/ 436660 w 455051"/>
                <a:gd name="connsiteY3" fmla="*/ 239632 h 1067713"/>
                <a:gd name="connsiteX4" fmla="*/ 439835 w 455051"/>
                <a:gd name="connsiteY4" fmla="*/ 321152 h 1067713"/>
                <a:gd name="connsiteX5" fmla="*/ 328624 w 455051"/>
                <a:gd name="connsiteY5" fmla="*/ 363886 h 1067713"/>
                <a:gd name="connsiteX6" fmla="*/ 248477 w 455051"/>
                <a:gd name="connsiteY6" fmla="*/ 224443 h 1067713"/>
                <a:gd name="connsiteX7" fmla="*/ 155630 w 455051"/>
                <a:gd name="connsiteY7" fmla="*/ 326816 h 1067713"/>
                <a:gd name="connsiteX8" fmla="*/ 164468 w 455051"/>
                <a:gd name="connsiteY8" fmla="*/ 709360 h 1067713"/>
                <a:gd name="connsiteX9" fmla="*/ 180000 w 455051"/>
                <a:gd name="connsiteY9" fmla="*/ 1046682 h 1067713"/>
                <a:gd name="connsiteX10" fmla="*/ 12241 w 455051"/>
                <a:gd name="connsiteY10" fmla="*/ 1063674 h 1067713"/>
                <a:gd name="connsiteX11" fmla="*/ 999 w 455051"/>
                <a:gd name="connsiteY11" fmla="*/ 578842 h 1067713"/>
                <a:gd name="connsiteX0" fmla="*/ 999 w 455051"/>
                <a:gd name="connsiteY0" fmla="*/ 578842 h 1069535"/>
                <a:gd name="connsiteX1" fmla="*/ 32062 w 455051"/>
                <a:gd name="connsiteY1" fmla="*/ 116751 h 1069535"/>
                <a:gd name="connsiteX2" fmla="*/ 279197 w 455051"/>
                <a:gd name="connsiteY2" fmla="*/ 5540 h 1069535"/>
                <a:gd name="connsiteX3" fmla="*/ 436660 w 455051"/>
                <a:gd name="connsiteY3" fmla="*/ 239632 h 1069535"/>
                <a:gd name="connsiteX4" fmla="*/ 439835 w 455051"/>
                <a:gd name="connsiteY4" fmla="*/ 321152 h 1069535"/>
                <a:gd name="connsiteX5" fmla="*/ 328624 w 455051"/>
                <a:gd name="connsiteY5" fmla="*/ 363886 h 1069535"/>
                <a:gd name="connsiteX6" fmla="*/ 248477 w 455051"/>
                <a:gd name="connsiteY6" fmla="*/ 224443 h 1069535"/>
                <a:gd name="connsiteX7" fmla="*/ 155630 w 455051"/>
                <a:gd name="connsiteY7" fmla="*/ 326816 h 1069535"/>
                <a:gd name="connsiteX8" fmla="*/ 164468 w 455051"/>
                <a:gd name="connsiteY8" fmla="*/ 709360 h 1069535"/>
                <a:gd name="connsiteX9" fmla="*/ 183175 w 455051"/>
                <a:gd name="connsiteY9" fmla="*/ 1056207 h 1069535"/>
                <a:gd name="connsiteX10" fmla="*/ 12241 w 455051"/>
                <a:gd name="connsiteY10" fmla="*/ 1063674 h 1069535"/>
                <a:gd name="connsiteX11" fmla="*/ 999 w 455051"/>
                <a:gd name="connsiteY11" fmla="*/ 578842 h 1069535"/>
                <a:gd name="connsiteX0" fmla="*/ 999 w 455051"/>
                <a:gd name="connsiteY0" fmla="*/ 578842 h 1069535"/>
                <a:gd name="connsiteX1" fmla="*/ 32062 w 455051"/>
                <a:gd name="connsiteY1" fmla="*/ 116751 h 1069535"/>
                <a:gd name="connsiteX2" fmla="*/ 279197 w 455051"/>
                <a:gd name="connsiteY2" fmla="*/ 5540 h 1069535"/>
                <a:gd name="connsiteX3" fmla="*/ 436660 w 455051"/>
                <a:gd name="connsiteY3" fmla="*/ 239632 h 1069535"/>
                <a:gd name="connsiteX4" fmla="*/ 439835 w 455051"/>
                <a:gd name="connsiteY4" fmla="*/ 321152 h 1069535"/>
                <a:gd name="connsiteX5" fmla="*/ 328624 w 455051"/>
                <a:gd name="connsiteY5" fmla="*/ 363886 h 1069535"/>
                <a:gd name="connsiteX6" fmla="*/ 248477 w 455051"/>
                <a:gd name="connsiteY6" fmla="*/ 224443 h 1069535"/>
                <a:gd name="connsiteX7" fmla="*/ 155630 w 455051"/>
                <a:gd name="connsiteY7" fmla="*/ 326816 h 1069535"/>
                <a:gd name="connsiteX8" fmla="*/ 164468 w 455051"/>
                <a:gd name="connsiteY8" fmla="*/ 709360 h 1069535"/>
                <a:gd name="connsiteX9" fmla="*/ 183175 w 455051"/>
                <a:gd name="connsiteY9" fmla="*/ 1056207 h 1069535"/>
                <a:gd name="connsiteX10" fmla="*/ 12241 w 455051"/>
                <a:gd name="connsiteY10" fmla="*/ 1063674 h 1069535"/>
                <a:gd name="connsiteX11" fmla="*/ 999 w 455051"/>
                <a:gd name="connsiteY11" fmla="*/ 578842 h 1069535"/>
                <a:gd name="connsiteX0" fmla="*/ 999 w 455051"/>
                <a:gd name="connsiteY0" fmla="*/ 578842 h 1070490"/>
                <a:gd name="connsiteX1" fmla="*/ 32062 w 455051"/>
                <a:gd name="connsiteY1" fmla="*/ 116751 h 1070490"/>
                <a:gd name="connsiteX2" fmla="*/ 279197 w 455051"/>
                <a:gd name="connsiteY2" fmla="*/ 5540 h 1070490"/>
                <a:gd name="connsiteX3" fmla="*/ 436660 w 455051"/>
                <a:gd name="connsiteY3" fmla="*/ 239632 h 1070490"/>
                <a:gd name="connsiteX4" fmla="*/ 439835 w 455051"/>
                <a:gd name="connsiteY4" fmla="*/ 321152 h 1070490"/>
                <a:gd name="connsiteX5" fmla="*/ 328624 w 455051"/>
                <a:gd name="connsiteY5" fmla="*/ 363886 h 1070490"/>
                <a:gd name="connsiteX6" fmla="*/ 248477 w 455051"/>
                <a:gd name="connsiteY6" fmla="*/ 224443 h 1070490"/>
                <a:gd name="connsiteX7" fmla="*/ 155630 w 455051"/>
                <a:gd name="connsiteY7" fmla="*/ 326816 h 1070490"/>
                <a:gd name="connsiteX8" fmla="*/ 164468 w 455051"/>
                <a:gd name="connsiteY8" fmla="*/ 709360 h 1070490"/>
                <a:gd name="connsiteX9" fmla="*/ 173650 w 455051"/>
                <a:gd name="connsiteY9" fmla="*/ 1059382 h 1070490"/>
                <a:gd name="connsiteX10" fmla="*/ 12241 w 455051"/>
                <a:gd name="connsiteY10" fmla="*/ 1063674 h 1070490"/>
                <a:gd name="connsiteX11" fmla="*/ 999 w 455051"/>
                <a:gd name="connsiteY11" fmla="*/ 578842 h 1070490"/>
                <a:gd name="connsiteX0" fmla="*/ 999 w 455051"/>
                <a:gd name="connsiteY0" fmla="*/ 578842 h 1070490"/>
                <a:gd name="connsiteX1" fmla="*/ 32062 w 455051"/>
                <a:gd name="connsiteY1" fmla="*/ 116751 h 1070490"/>
                <a:gd name="connsiteX2" fmla="*/ 279197 w 455051"/>
                <a:gd name="connsiteY2" fmla="*/ 5540 h 1070490"/>
                <a:gd name="connsiteX3" fmla="*/ 436660 w 455051"/>
                <a:gd name="connsiteY3" fmla="*/ 239632 h 1070490"/>
                <a:gd name="connsiteX4" fmla="*/ 439835 w 455051"/>
                <a:gd name="connsiteY4" fmla="*/ 321152 h 1070490"/>
                <a:gd name="connsiteX5" fmla="*/ 328624 w 455051"/>
                <a:gd name="connsiteY5" fmla="*/ 375327 h 1070490"/>
                <a:gd name="connsiteX6" fmla="*/ 248477 w 455051"/>
                <a:gd name="connsiteY6" fmla="*/ 224443 h 1070490"/>
                <a:gd name="connsiteX7" fmla="*/ 155630 w 455051"/>
                <a:gd name="connsiteY7" fmla="*/ 326816 h 1070490"/>
                <a:gd name="connsiteX8" fmla="*/ 164468 w 455051"/>
                <a:gd name="connsiteY8" fmla="*/ 709360 h 1070490"/>
                <a:gd name="connsiteX9" fmla="*/ 173650 w 455051"/>
                <a:gd name="connsiteY9" fmla="*/ 1059382 h 1070490"/>
                <a:gd name="connsiteX10" fmla="*/ 12241 w 455051"/>
                <a:gd name="connsiteY10" fmla="*/ 1063674 h 1070490"/>
                <a:gd name="connsiteX11" fmla="*/ 999 w 455051"/>
                <a:gd name="connsiteY11" fmla="*/ 578842 h 1070490"/>
                <a:gd name="connsiteX0" fmla="*/ 999 w 450794"/>
                <a:gd name="connsiteY0" fmla="*/ 577708 h 1069356"/>
                <a:gd name="connsiteX1" fmla="*/ 32062 w 450794"/>
                <a:gd name="connsiteY1" fmla="*/ 115617 h 1069356"/>
                <a:gd name="connsiteX2" fmla="*/ 279197 w 450794"/>
                <a:gd name="connsiteY2" fmla="*/ 4406 h 1069356"/>
                <a:gd name="connsiteX3" fmla="*/ 428507 w 450794"/>
                <a:gd name="connsiteY3" fmla="*/ 219430 h 1069356"/>
                <a:gd name="connsiteX4" fmla="*/ 439835 w 450794"/>
                <a:gd name="connsiteY4" fmla="*/ 320018 h 1069356"/>
                <a:gd name="connsiteX5" fmla="*/ 328624 w 450794"/>
                <a:gd name="connsiteY5" fmla="*/ 374193 h 1069356"/>
                <a:gd name="connsiteX6" fmla="*/ 248477 w 450794"/>
                <a:gd name="connsiteY6" fmla="*/ 223309 h 1069356"/>
                <a:gd name="connsiteX7" fmla="*/ 155630 w 450794"/>
                <a:gd name="connsiteY7" fmla="*/ 325682 h 1069356"/>
                <a:gd name="connsiteX8" fmla="*/ 164468 w 450794"/>
                <a:gd name="connsiteY8" fmla="*/ 708226 h 1069356"/>
                <a:gd name="connsiteX9" fmla="*/ 173650 w 450794"/>
                <a:gd name="connsiteY9" fmla="*/ 1058248 h 1069356"/>
                <a:gd name="connsiteX10" fmla="*/ 12241 w 450794"/>
                <a:gd name="connsiteY10" fmla="*/ 1062540 h 1069356"/>
                <a:gd name="connsiteX11" fmla="*/ 999 w 450794"/>
                <a:gd name="connsiteY11" fmla="*/ 577708 h 106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0794" h="1069356">
                  <a:moveTo>
                    <a:pt x="999" y="577708"/>
                  </a:moveTo>
                  <a:cubicBezTo>
                    <a:pt x="4302" y="419888"/>
                    <a:pt x="-14304" y="211167"/>
                    <a:pt x="32062" y="115617"/>
                  </a:cubicBezTo>
                  <a:cubicBezTo>
                    <a:pt x="78428" y="20067"/>
                    <a:pt x="213123" y="-12896"/>
                    <a:pt x="279197" y="4406"/>
                  </a:cubicBezTo>
                  <a:cubicBezTo>
                    <a:pt x="345271" y="21708"/>
                    <a:pt x="401734" y="166828"/>
                    <a:pt x="428507" y="219430"/>
                  </a:cubicBezTo>
                  <a:cubicBezTo>
                    <a:pt x="455280" y="272032"/>
                    <a:pt x="456482" y="294224"/>
                    <a:pt x="439835" y="320018"/>
                  </a:cubicBezTo>
                  <a:cubicBezTo>
                    <a:pt x="423188" y="345812"/>
                    <a:pt x="360517" y="390311"/>
                    <a:pt x="328624" y="374193"/>
                  </a:cubicBezTo>
                  <a:cubicBezTo>
                    <a:pt x="296731" y="358075"/>
                    <a:pt x="277309" y="231394"/>
                    <a:pt x="248477" y="223309"/>
                  </a:cubicBezTo>
                  <a:cubicBezTo>
                    <a:pt x="219645" y="215224"/>
                    <a:pt x="169631" y="244863"/>
                    <a:pt x="155630" y="325682"/>
                  </a:cubicBezTo>
                  <a:cubicBezTo>
                    <a:pt x="141629" y="406501"/>
                    <a:pt x="161465" y="586132"/>
                    <a:pt x="164468" y="708226"/>
                  </a:cubicBezTo>
                  <a:cubicBezTo>
                    <a:pt x="167471" y="830320"/>
                    <a:pt x="172034" y="927229"/>
                    <a:pt x="173650" y="1058248"/>
                  </a:cubicBezTo>
                  <a:cubicBezTo>
                    <a:pt x="130816" y="1068617"/>
                    <a:pt x="43133" y="1074897"/>
                    <a:pt x="12241" y="1062540"/>
                  </a:cubicBezTo>
                  <a:cubicBezTo>
                    <a:pt x="13099" y="970808"/>
                    <a:pt x="-2304" y="735528"/>
                    <a:pt x="999" y="577708"/>
                  </a:cubicBez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7E32295-EB6A-46D3-9D43-F16F76F4D647}"/>
                </a:ext>
              </a:extLst>
            </p:cNvPr>
            <p:cNvSpPr/>
            <p:nvPr/>
          </p:nvSpPr>
          <p:spPr>
            <a:xfrm rot="19844479">
              <a:off x="4486855" y="1450175"/>
              <a:ext cx="105908" cy="61395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3B8DCD7A-4528-4D79-9697-08DAA8C805D3}"/>
                </a:ext>
              </a:extLst>
            </p:cNvPr>
            <p:cNvSpPr/>
            <p:nvPr/>
          </p:nvSpPr>
          <p:spPr>
            <a:xfrm>
              <a:off x="4509734" y="1458551"/>
              <a:ext cx="237347" cy="557330"/>
            </a:xfrm>
            <a:custGeom>
              <a:avLst/>
              <a:gdLst>
                <a:gd name="connsiteX0" fmla="*/ 426 w 206912"/>
                <a:gd name="connsiteY0" fmla="*/ 48359 h 506871"/>
                <a:gd name="connsiteX1" fmla="*/ 29001 w 206912"/>
                <a:gd name="connsiteY1" fmla="*/ 321409 h 506871"/>
                <a:gd name="connsiteX2" fmla="*/ 25826 w 206912"/>
                <a:gd name="connsiteY2" fmla="*/ 489684 h 506871"/>
                <a:gd name="connsiteX3" fmla="*/ 22651 w 206912"/>
                <a:gd name="connsiteY3" fmla="*/ 502384 h 506871"/>
                <a:gd name="connsiteX4" fmla="*/ 162351 w 206912"/>
                <a:gd name="connsiteY4" fmla="*/ 499209 h 506871"/>
                <a:gd name="connsiteX5" fmla="*/ 206801 w 206912"/>
                <a:gd name="connsiteY5" fmla="*/ 476984 h 506871"/>
                <a:gd name="connsiteX6" fmla="*/ 152826 w 206912"/>
                <a:gd name="connsiteY6" fmla="*/ 416659 h 506871"/>
                <a:gd name="connsiteX7" fmla="*/ 98851 w 206912"/>
                <a:gd name="connsiteY7" fmla="*/ 197584 h 506871"/>
                <a:gd name="connsiteX8" fmla="*/ 54401 w 206912"/>
                <a:gd name="connsiteY8" fmla="*/ 16609 h 506871"/>
                <a:gd name="connsiteX9" fmla="*/ 426 w 206912"/>
                <a:gd name="connsiteY9" fmla="*/ 48359 h 506871"/>
                <a:gd name="connsiteX0" fmla="*/ 365 w 213201"/>
                <a:gd name="connsiteY0" fmla="*/ 42309 h 507171"/>
                <a:gd name="connsiteX1" fmla="*/ 35290 w 213201"/>
                <a:gd name="connsiteY1" fmla="*/ 321709 h 507171"/>
                <a:gd name="connsiteX2" fmla="*/ 32115 w 213201"/>
                <a:gd name="connsiteY2" fmla="*/ 489984 h 507171"/>
                <a:gd name="connsiteX3" fmla="*/ 28940 w 213201"/>
                <a:gd name="connsiteY3" fmla="*/ 502684 h 507171"/>
                <a:gd name="connsiteX4" fmla="*/ 168640 w 213201"/>
                <a:gd name="connsiteY4" fmla="*/ 499509 h 507171"/>
                <a:gd name="connsiteX5" fmla="*/ 213090 w 213201"/>
                <a:gd name="connsiteY5" fmla="*/ 477284 h 507171"/>
                <a:gd name="connsiteX6" fmla="*/ 159115 w 213201"/>
                <a:gd name="connsiteY6" fmla="*/ 416959 h 507171"/>
                <a:gd name="connsiteX7" fmla="*/ 105140 w 213201"/>
                <a:gd name="connsiteY7" fmla="*/ 197884 h 507171"/>
                <a:gd name="connsiteX8" fmla="*/ 60690 w 213201"/>
                <a:gd name="connsiteY8" fmla="*/ 16909 h 507171"/>
                <a:gd name="connsiteX9" fmla="*/ 365 w 213201"/>
                <a:gd name="connsiteY9" fmla="*/ 42309 h 507171"/>
                <a:gd name="connsiteX0" fmla="*/ 2681 w 215517"/>
                <a:gd name="connsiteY0" fmla="*/ 36154 h 501016"/>
                <a:gd name="connsiteX1" fmla="*/ 37606 w 215517"/>
                <a:gd name="connsiteY1" fmla="*/ 315554 h 501016"/>
                <a:gd name="connsiteX2" fmla="*/ 34431 w 215517"/>
                <a:gd name="connsiteY2" fmla="*/ 483829 h 501016"/>
                <a:gd name="connsiteX3" fmla="*/ 31256 w 215517"/>
                <a:gd name="connsiteY3" fmla="*/ 496529 h 501016"/>
                <a:gd name="connsiteX4" fmla="*/ 170956 w 215517"/>
                <a:gd name="connsiteY4" fmla="*/ 493354 h 501016"/>
                <a:gd name="connsiteX5" fmla="*/ 215406 w 215517"/>
                <a:gd name="connsiteY5" fmla="*/ 471129 h 501016"/>
                <a:gd name="connsiteX6" fmla="*/ 161431 w 215517"/>
                <a:gd name="connsiteY6" fmla="*/ 410804 h 501016"/>
                <a:gd name="connsiteX7" fmla="*/ 107456 w 215517"/>
                <a:gd name="connsiteY7" fmla="*/ 191729 h 501016"/>
                <a:gd name="connsiteX8" fmla="*/ 63006 w 215517"/>
                <a:gd name="connsiteY8" fmla="*/ 10754 h 501016"/>
                <a:gd name="connsiteX9" fmla="*/ 2681 w 215517"/>
                <a:gd name="connsiteY9" fmla="*/ 36154 h 501016"/>
                <a:gd name="connsiteX0" fmla="*/ 2553 w 218564"/>
                <a:gd name="connsiteY0" fmla="*/ 29679 h 504066"/>
                <a:gd name="connsiteX1" fmla="*/ 40653 w 218564"/>
                <a:gd name="connsiteY1" fmla="*/ 318604 h 504066"/>
                <a:gd name="connsiteX2" fmla="*/ 37478 w 218564"/>
                <a:gd name="connsiteY2" fmla="*/ 486879 h 504066"/>
                <a:gd name="connsiteX3" fmla="*/ 34303 w 218564"/>
                <a:gd name="connsiteY3" fmla="*/ 499579 h 504066"/>
                <a:gd name="connsiteX4" fmla="*/ 174003 w 218564"/>
                <a:gd name="connsiteY4" fmla="*/ 496404 h 504066"/>
                <a:gd name="connsiteX5" fmla="*/ 218453 w 218564"/>
                <a:gd name="connsiteY5" fmla="*/ 474179 h 504066"/>
                <a:gd name="connsiteX6" fmla="*/ 164478 w 218564"/>
                <a:gd name="connsiteY6" fmla="*/ 413854 h 504066"/>
                <a:gd name="connsiteX7" fmla="*/ 110503 w 218564"/>
                <a:gd name="connsiteY7" fmla="*/ 194779 h 504066"/>
                <a:gd name="connsiteX8" fmla="*/ 66053 w 218564"/>
                <a:gd name="connsiteY8" fmla="*/ 13804 h 504066"/>
                <a:gd name="connsiteX9" fmla="*/ 2553 w 218564"/>
                <a:gd name="connsiteY9" fmla="*/ 29679 h 504066"/>
                <a:gd name="connsiteX0" fmla="*/ 341 w 216352"/>
                <a:gd name="connsiteY0" fmla="*/ 37392 h 511779"/>
                <a:gd name="connsiteX1" fmla="*/ 38441 w 216352"/>
                <a:gd name="connsiteY1" fmla="*/ 326317 h 511779"/>
                <a:gd name="connsiteX2" fmla="*/ 35266 w 216352"/>
                <a:gd name="connsiteY2" fmla="*/ 494592 h 511779"/>
                <a:gd name="connsiteX3" fmla="*/ 32091 w 216352"/>
                <a:gd name="connsiteY3" fmla="*/ 507292 h 511779"/>
                <a:gd name="connsiteX4" fmla="*/ 171791 w 216352"/>
                <a:gd name="connsiteY4" fmla="*/ 504117 h 511779"/>
                <a:gd name="connsiteX5" fmla="*/ 216241 w 216352"/>
                <a:gd name="connsiteY5" fmla="*/ 481892 h 511779"/>
                <a:gd name="connsiteX6" fmla="*/ 162266 w 216352"/>
                <a:gd name="connsiteY6" fmla="*/ 421567 h 511779"/>
                <a:gd name="connsiteX7" fmla="*/ 108291 w 216352"/>
                <a:gd name="connsiteY7" fmla="*/ 202492 h 511779"/>
                <a:gd name="connsiteX8" fmla="*/ 63841 w 216352"/>
                <a:gd name="connsiteY8" fmla="*/ 21517 h 511779"/>
                <a:gd name="connsiteX9" fmla="*/ 341 w 216352"/>
                <a:gd name="connsiteY9" fmla="*/ 37392 h 511779"/>
                <a:gd name="connsiteX0" fmla="*/ 341 w 216352"/>
                <a:gd name="connsiteY0" fmla="*/ 30333 h 504720"/>
                <a:gd name="connsiteX1" fmla="*/ 38441 w 216352"/>
                <a:gd name="connsiteY1" fmla="*/ 319258 h 504720"/>
                <a:gd name="connsiteX2" fmla="*/ 35266 w 216352"/>
                <a:gd name="connsiteY2" fmla="*/ 487533 h 504720"/>
                <a:gd name="connsiteX3" fmla="*/ 32091 w 216352"/>
                <a:gd name="connsiteY3" fmla="*/ 500233 h 504720"/>
                <a:gd name="connsiteX4" fmla="*/ 171791 w 216352"/>
                <a:gd name="connsiteY4" fmla="*/ 497058 h 504720"/>
                <a:gd name="connsiteX5" fmla="*/ 216241 w 216352"/>
                <a:gd name="connsiteY5" fmla="*/ 474833 h 504720"/>
                <a:gd name="connsiteX6" fmla="*/ 162266 w 216352"/>
                <a:gd name="connsiteY6" fmla="*/ 414508 h 504720"/>
                <a:gd name="connsiteX7" fmla="*/ 108291 w 216352"/>
                <a:gd name="connsiteY7" fmla="*/ 195433 h 504720"/>
                <a:gd name="connsiteX8" fmla="*/ 63841 w 216352"/>
                <a:gd name="connsiteY8" fmla="*/ 14458 h 504720"/>
                <a:gd name="connsiteX9" fmla="*/ 341 w 216352"/>
                <a:gd name="connsiteY9" fmla="*/ 30333 h 504720"/>
                <a:gd name="connsiteX0" fmla="*/ 341 w 181330"/>
                <a:gd name="connsiteY0" fmla="*/ 30333 h 504811"/>
                <a:gd name="connsiteX1" fmla="*/ 38441 w 181330"/>
                <a:gd name="connsiteY1" fmla="*/ 319258 h 504811"/>
                <a:gd name="connsiteX2" fmla="*/ 35266 w 181330"/>
                <a:gd name="connsiteY2" fmla="*/ 487533 h 504811"/>
                <a:gd name="connsiteX3" fmla="*/ 32091 w 181330"/>
                <a:gd name="connsiteY3" fmla="*/ 500233 h 504811"/>
                <a:gd name="connsiteX4" fmla="*/ 171791 w 181330"/>
                <a:gd name="connsiteY4" fmla="*/ 497058 h 504811"/>
                <a:gd name="connsiteX5" fmla="*/ 162266 w 181330"/>
                <a:gd name="connsiteY5" fmla="*/ 414508 h 504811"/>
                <a:gd name="connsiteX6" fmla="*/ 108291 w 181330"/>
                <a:gd name="connsiteY6" fmla="*/ 195433 h 504811"/>
                <a:gd name="connsiteX7" fmla="*/ 63841 w 181330"/>
                <a:gd name="connsiteY7" fmla="*/ 14458 h 504811"/>
                <a:gd name="connsiteX8" fmla="*/ 341 w 181330"/>
                <a:gd name="connsiteY8" fmla="*/ 30333 h 504811"/>
                <a:gd name="connsiteX0" fmla="*/ 341 w 181330"/>
                <a:gd name="connsiteY0" fmla="*/ 30333 h 507977"/>
                <a:gd name="connsiteX1" fmla="*/ 38441 w 181330"/>
                <a:gd name="connsiteY1" fmla="*/ 319258 h 507977"/>
                <a:gd name="connsiteX2" fmla="*/ 35266 w 181330"/>
                <a:gd name="connsiteY2" fmla="*/ 487533 h 507977"/>
                <a:gd name="connsiteX3" fmla="*/ 171791 w 181330"/>
                <a:gd name="connsiteY3" fmla="*/ 497058 h 507977"/>
                <a:gd name="connsiteX4" fmla="*/ 162266 w 181330"/>
                <a:gd name="connsiteY4" fmla="*/ 414508 h 507977"/>
                <a:gd name="connsiteX5" fmla="*/ 108291 w 181330"/>
                <a:gd name="connsiteY5" fmla="*/ 195433 h 507977"/>
                <a:gd name="connsiteX6" fmla="*/ 63841 w 181330"/>
                <a:gd name="connsiteY6" fmla="*/ 14458 h 507977"/>
                <a:gd name="connsiteX7" fmla="*/ 341 w 181330"/>
                <a:gd name="connsiteY7" fmla="*/ 30333 h 507977"/>
                <a:gd name="connsiteX0" fmla="*/ 397 w 178569"/>
                <a:gd name="connsiteY0" fmla="*/ 30333 h 520711"/>
                <a:gd name="connsiteX1" fmla="*/ 38497 w 178569"/>
                <a:gd name="connsiteY1" fmla="*/ 319258 h 520711"/>
                <a:gd name="connsiteX2" fmla="*/ 70247 w 178569"/>
                <a:gd name="connsiteY2" fmla="*/ 506583 h 520711"/>
                <a:gd name="connsiteX3" fmla="*/ 171847 w 178569"/>
                <a:gd name="connsiteY3" fmla="*/ 497058 h 520711"/>
                <a:gd name="connsiteX4" fmla="*/ 162322 w 178569"/>
                <a:gd name="connsiteY4" fmla="*/ 414508 h 520711"/>
                <a:gd name="connsiteX5" fmla="*/ 108347 w 178569"/>
                <a:gd name="connsiteY5" fmla="*/ 195433 h 520711"/>
                <a:gd name="connsiteX6" fmla="*/ 63897 w 178569"/>
                <a:gd name="connsiteY6" fmla="*/ 14458 h 520711"/>
                <a:gd name="connsiteX7" fmla="*/ 397 w 178569"/>
                <a:gd name="connsiteY7" fmla="*/ 30333 h 520711"/>
                <a:gd name="connsiteX0" fmla="*/ 397 w 178569"/>
                <a:gd name="connsiteY0" fmla="*/ 37564 h 527942"/>
                <a:gd name="connsiteX1" fmla="*/ 38497 w 178569"/>
                <a:gd name="connsiteY1" fmla="*/ 326489 h 527942"/>
                <a:gd name="connsiteX2" fmla="*/ 70247 w 178569"/>
                <a:gd name="connsiteY2" fmla="*/ 513814 h 527942"/>
                <a:gd name="connsiteX3" fmla="*/ 171847 w 178569"/>
                <a:gd name="connsiteY3" fmla="*/ 504289 h 527942"/>
                <a:gd name="connsiteX4" fmla="*/ 162322 w 178569"/>
                <a:gd name="connsiteY4" fmla="*/ 421739 h 527942"/>
                <a:gd name="connsiteX5" fmla="*/ 108347 w 178569"/>
                <a:gd name="connsiteY5" fmla="*/ 202664 h 527942"/>
                <a:gd name="connsiteX6" fmla="*/ 63897 w 178569"/>
                <a:gd name="connsiteY6" fmla="*/ 8989 h 527942"/>
                <a:gd name="connsiteX7" fmla="*/ 397 w 178569"/>
                <a:gd name="connsiteY7" fmla="*/ 37564 h 527942"/>
                <a:gd name="connsiteX0" fmla="*/ 397 w 178569"/>
                <a:gd name="connsiteY0" fmla="*/ 31374 h 521752"/>
                <a:gd name="connsiteX1" fmla="*/ 38497 w 178569"/>
                <a:gd name="connsiteY1" fmla="*/ 320299 h 521752"/>
                <a:gd name="connsiteX2" fmla="*/ 70247 w 178569"/>
                <a:gd name="connsiteY2" fmla="*/ 507624 h 521752"/>
                <a:gd name="connsiteX3" fmla="*/ 171847 w 178569"/>
                <a:gd name="connsiteY3" fmla="*/ 498099 h 521752"/>
                <a:gd name="connsiteX4" fmla="*/ 162322 w 178569"/>
                <a:gd name="connsiteY4" fmla="*/ 415549 h 521752"/>
                <a:gd name="connsiteX5" fmla="*/ 108347 w 178569"/>
                <a:gd name="connsiteY5" fmla="*/ 196474 h 521752"/>
                <a:gd name="connsiteX6" fmla="*/ 63897 w 178569"/>
                <a:gd name="connsiteY6" fmla="*/ 2799 h 521752"/>
                <a:gd name="connsiteX7" fmla="*/ 397 w 178569"/>
                <a:gd name="connsiteY7" fmla="*/ 31374 h 521752"/>
                <a:gd name="connsiteX0" fmla="*/ 397 w 178569"/>
                <a:gd name="connsiteY0" fmla="*/ 28870 h 519248"/>
                <a:gd name="connsiteX1" fmla="*/ 38497 w 178569"/>
                <a:gd name="connsiteY1" fmla="*/ 317795 h 519248"/>
                <a:gd name="connsiteX2" fmla="*/ 70247 w 178569"/>
                <a:gd name="connsiteY2" fmla="*/ 505120 h 519248"/>
                <a:gd name="connsiteX3" fmla="*/ 171847 w 178569"/>
                <a:gd name="connsiteY3" fmla="*/ 495595 h 519248"/>
                <a:gd name="connsiteX4" fmla="*/ 162322 w 178569"/>
                <a:gd name="connsiteY4" fmla="*/ 413045 h 519248"/>
                <a:gd name="connsiteX5" fmla="*/ 108347 w 178569"/>
                <a:gd name="connsiteY5" fmla="*/ 193970 h 519248"/>
                <a:gd name="connsiteX6" fmla="*/ 63897 w 178569"/>
                <a:gd name="connsiteY6" fmla="*/ 295 h 519248"/>
                <a:gd name="connsiteX7" fmla="*/ 397 w 178569"/>
                <a:gd name="connsiteY7" fmla="*/ 28870 h 519248"/>
                <a:gd name="connsiteX0" fmla="*/ 368 w 181715"/>
                <a:gd name="connsiteY0" fmla="*/ 54361 h 525689"/>
                <a:gd name="connsiteX1" fmla="*/ 41643 w 181715"/>
                <a:gd name="connsiteY1" fmla="*/ 324236 h 525689"/>
                <a:gd name="connsiteX2" fmla="*/ 73393 w 181715"/>
                <a:gd name="connsiteY2" fmla="*/ 511561 h 525689"/>
                <a:gd name="connsiteX3" fmla="*/ 174993 w 181715"/>
                <a:gd name="connsiteY3" fmla="*/ 502036 h 525689"/>
                <a:gd name="connsiteX4" fmla="*/ 165468 w 181715"/>
                <a:gd name="connsiteY4" fmla="*/ 419486 h 525689"/>
                <a:gd name="connsiteX5" fmla="*/ 111493 w 181715"/>
                <a:gd name="connsiteY5" fmla="*/ 200411 h 525689"/>
                <a:gd name="connsiteX6" fmla="*/ 67043 w 181715"/>
                <a:gd name="connsiteY6" fmla="*/ 6736 h 525689"/>
                <a:gd name="connsiteX7" fmla="*/ 368 w 181715"/>
                <a:gd name="connsiteY7" fmla="*/ 54361 h 525689"/>
                <a:gd name="connsiteX0" fmla="*/ 156 w 181503"/>
                <a:gd name="connsiteY0" fmla="*/ 60734 h 532062"/>
                <a:gd name="connsiteX1" fmla="*/ 41431 w 181503"/>
                <a:gd name="connsiteY1" fmla="*/ 330609 h 532062"/>
                <a:gd name="connsiteX2" fmla="*/ 73181 w 181503"/>
                <a:gd name="connsiteY2" fmla="*/ 517934 h 532062"/>
                <a:gd name="connsiteX3" fmla="*/ 174781 w 181503"/>
                <a:gd name="connsiteY3" fmla="*/ 508409 h 532062"/>
                <a:gd name="connsiteX4" fmla="*/ 165256 w 181503"/>
                <a:gd name="connsiteY4" fmla="*/ 425859 h 532062"/>
                <a:gd name="connsiteX5" fmla="*/ 111281 w 181503"/>
                <a:gd name="connsiteY5" fmla="*/ 206784 h 532062"/>
                <a:gd name="connsiteX6" fmla="*/ 57306 w 181503"/>
                <a:gd name="connsiteY6" fmla="*/ 9934 h 532062"/>
                <a:gd name="connsiteX7" fmla="*/ 156 w 181503"/>
                <a:gd name="connsiteY7" fmla="*/ 60734 h 532062"/>
                <a:gd name="connsiteX0" fmla="*/ 185 w 175182"/>
                <a:gd name="connsiteY0" fmla="*/ 58414 h 532917"/>
                <a:gd name="connsiteX1" fmla="*/ 35110 w 175182"/>
                <a:gd name="connsiteY1" fmla="*/ 331464 h 532917"/>
                <a:gd name="connsiteX2" fmla="*/ 66860 w 175182"/>
                <a:gd name="connsiteY2" fmla="*/ 518789 h 532917"/>
                <a:gd name="connsiteX3" fmla="*/ 168460 w 175182"/>
                <a:gd name="connsiteY3" fmla="*/ 509264 h 532917"/>
                <a:gd name="connsiteX4" fmla="*/ 158935 w 175182"/>
                <a:gd name="connsiteY4" fmla="*/ 426714 h 532917"/>
                <a:gd name="connsiteX5" fmla="*/ 104960 w 175182"/>
                <a:gd name="connsiteY5" fmla="*/ 207639 h 532917"/>
                <a:gd name="connsiteX6" fmla="*/ 50985 w 175182"/>
                <a:gd name="connsiteY6" fmla="*/ 10789 h 532917"/>
                <a:gd name="connsiteX7" fmla="*/ 185 w 175182"/>
                <a:gd name="connsiteY7" fmla="*/ 58414 h 532917"/>
                <a:gd name="connsiteX0" fmla="*/ 1492 w 176489"/>
                <a:gd name="connsiteY0" fmla="*/ 54920 h 529423"/>
                <a:gd name="connsiteX1" fmla="*/ 36417 w 176489"/>
                <a:gd name="connsiteY1" fmla="*/ 327970 h 529423"/>
                <a:gd name="connsiteX2" fmla="*/ 68167 w 176489"/>
                <a:gd name="connsiteY2" fmla="*/ 515295 h 529423"/>
                <a:gd name="connsiteX3" fmla="*/ 169767 w 176489"/>
                <a:gd name="connsiteY3" fmla="*/ 505770 h 529423"/>
                <a:gd name="connsiteX4" fmla="*/ 160242 w 176489"/>
                <a:gd name="connsiteY4" fmla="*/ 423220 h 529423"/>
                <a:gd name="connsiteX5" fmla="*/ 106267 w 176489"/>
                <a:gd name="connsiteY5" fmla="*/ 204145 h 529423"/>
                <a:gd name="connsiteX6" fmla="*/ 52292 w 176489"/>
                <a:gd name="connsiteY6" fmla="*/ 7295 h 529423"/>
                <a:gd name="connsiteX7" fmla="*/ 1492 w 176489"/>
                <a:gd name="connsiteY7" fmla="*/ 54920 h 529423"/>
                <a:gd name="connsiteX0" fmla="*/ 1292 w 185814"/>
                <a:gd name="connsiteY0" fmla="*/ 54920 h 529423"/>
                <a:gd name="connsiteX1" fmla="*/ 45742 w 185814"/>
                <a:gd name="connsiteY1" fmla="*/ 327970 h 529423"/>
                <a:gd name="connsiteX2" fmla="*/ 77492 w 185814"/>
                <a:gd name="connsiteY2" fmla="*/ 515295 h 529423"/>
                <a:gd name="connsiteX3" fmla="*/ 179092 w 185814"/>
                <a:gd name="connsiteY3" fmla="*/ 505770 h 529423"/>
                <a:gd name="connsiteX4" fmla="*/ 169567 w 185814"/>
                <a:gd name="connsiteY4" fmla="*/ 423220 h 529423"/>
                <a:gd name="connsiteX5" fmla="*/ 115592 w 185814"/>
                <a:gd name="connsiteY5" fmla="*/ 204145 h 529423"/>
                <a:gd name="connsiteX6" fmla="*/ 61617 w 185814"/>
                <a:gd name="connsiteY6" fmla="*/ 7295 h 529423"/>
                <a:gd name="connsiteX7" fmla="*/ 1292 w 185814"/>
                <a:gd name="connsiteY7" fmla="*/ 54920 h 529423"/>
                <a:gd name="connsiteX0" fmla="*/ 5 w 184527"/>
                <a:gd name="connsiteY0" fmla="*/ 55251 h 529754"/>
                <a:gd name="connsiteX1" fmla="*/ 44455 w 184527"/>
                <a:gd name="connsiteY1" fmla="*/ 328301 h 529754"/>
                <a:gd name="connsiteX2" fmla="*/ 76205 w 184527"/>
                <a:gd name="connsiteY2" fmla="*/ 515626 h 529754"/>
                <a:gd name="connsiteX3" fmla="*/ 177805 w 184527"/>
                <a:gd name="connsiteY3" fmla="*/ 506101 h 529754"/>
                <a:gd name="connsiteX4" fmla="*/ 168280 w 184527"/>
                <a:gd name="connsiteY4" fmla="*/ 423551 h 529754"/>
                <a:gd name="connsiteX5" fmla="*/ 114305 w 184527"/>
                <a:gd name="connsiteY5" fmla="*/ 204476 h 529754"/>
                <a:gd name="connsiteX6" fmla="*/ 60330 w 184527"/>
                <a:gd name="connsiteY6" fmla="*/ 7626 h 529754"/>
                <a:gd name="connsiteX7" fmla="*/ 5 w 184527"/>
                <a:gd name="connsiteY7" fmla="*/ 55251 h 529754"/>
                <a:gd name="connsiteX0" fmla="*/ 269 w 184791"/>
                <a:gd name="connsiteY0" fmla="*/ 46029 h 520532"/>
                <a:gd name="connsiteX1" fmla="*/ 44719 w 184791"/>
                <a:gd name="connsiteY1" fmla="*/ 319079 h 520532"/>
                <a:gd name="connsiteX2" fmla="*/ 76469 w 184791"/>
                <a:gd name="connsiteY2" fmla="*/ 506404 h 520532"/>
                <a:gd name="connsiteX3" fmla="*/ 178069 w 184791"/>
                <a:gd name="connsiteY3" fmla="*/ 496879 h 520532"/>
                <a:gd name="connsiteX4" fmla="*/ 168544 w 184791"/>
                <a:gd name="connsiteY4" fmla="*/ 414329 h 520532"/>
                <a:gd name="connsiteX5" fmla="*/ 114569 w 184791"/>
                <a:gd name="connsiteY5" fmla="*/ 195254 h 520532"/>
                <a:gd name="connsiteX6" fmla="*/ 66944 w 184791"/>
                <a:gd name="connsiteY6" fmla="*/ 14279 h 520532"/>
                <a:gd name="connsiteX7" fmla="*/ 269 w 184791"/>
                <a:gd name="connsiteY7" fmla="*/ 46029 h 520532"/>
                <a:gd name="connsiteX0" fmla="*/ 247 w 186412"/>
                <a:gd name="connsiteY0" fmla="*/ 46029 h 558827"/>
                <a:gd name="connsiteX1" fmla="*/ 44697 w 186412"/>
                <a:gd name="connsiteY1" fmla="*/ 319079 h 558827"/>
                <a:gd name="connsiteX2" fmla="*/ 54222 w 186412"/>
                <a:gd name="connsiteY2" fmla="*/ 550854 h 558827"/>
                <a:gd name="connsiteX3" fmla="*/ 178047 w 186412"/>
                <a:gd name="connsiteY3" fmla="*/ 496879 h 558827"/>
                <a:gd name="connsiteX4" fmla="*/ 168522 w 186412"/>
                <a:gd name="connsiteY4" fmla="*/ 414329 h 558827"/>
                <a:gd name="connsiteX5" fmla="*/ 114547 w 186412"/>
                <a:gd name="connsiteY5" fmla="*/ 195254 h 558827"/>
                <a:gd name="connsiteX6" fmla="*/ 66922 w 186412"/>
                <a:gd name="connsiteY6" fmla="*/ 14279 h 558827"/>
                <a:gd name="connsiteX7" fmla="*/ 247 w 186412"/>
                <a:gd name="connsiteY7" fmla="*/ 46029 h 558827"/>
                <a:gd name="connsiteX0" fmla="*/ 989 w 187154"/>
                <a:gd name="connsiteY0" fmla="*/ 46167 h 558768"/>
                <a:gd name="connsiteX1" fmla="*/ 29564 w 187154"/>
                <a:gd name="connsiteY1" fmla="*/ 322392 h 558768"/>
                <a:gd name="connsiteX2" fmla="*/ 54964 w 187154"/>
                <a:gd name="connsiteY2" fmla="*/ 550992 h 558768"/>
                <a:gd name="connsiteX3" fmla="*/ 178789 w 187154"/>
                <a:gd name="connsiteY3" fmla="*/ 497017 h 558768"/>
                <a:gd name="connsiteX4" fmla="*/ 169264 w 187154"/>
                <a:gd name="connsiteY4" fmla="*/ 414467 h 558768"/>
                <a:gd name="connsiteX5" fmla="*/ 115289 w 187154"/>
                <a:gd name="connsiteY5" fmla="*/ 195392 h 558768"/>
                <a:gd name="connsiteX6" fmla="*/ 67664 w 187154"/>
                <a:gd name="connsiteY6" fmla="*/ 14417 h 558768"/>
                <a:gd name="connsiteX7" fmla="*/ 989 w 187154"/>
                <a:gd name="connsiteY7" fmla="*/ 46167 h 558768"/>
                <a:gd name="connsiteX0" fmla="*/ 989 w 200665"/>
                <a:gd name="connsiteY0" fmla="*/ 46167 h 560387"/>
                <a:gd name="connsiteX1" fmla="*/ 29564 w 200665"/>
                <a:gd name="connsiteY1" fmla="*/ 322392 h 560387"/>
                <a:gd name="connsiteX2" fmla="*/ 54964 w 200665"/>
                <a:gd name="connsiteY2" fmla="*/ 550992 h 560387"/>
                <a:gd name="connsiteX3" fmla="*/ 194664 w 200665"/>
                <a:gd name="connsiteY3" fmla="*/ 506542 h 560387"/>
                <a:gd name="connsiteX4" fmla="*/ 169264 w 200665"/>
                <a:gd name="connsiteY4" fmla="*/ 414467 h 560387"/>
                <a:gd name="connsiteX5" fmla="*/ 115289 w 200665"/>
                <a:gd name="connsiteY5" fmla="*/ 195392 h 560387"/>
                <a:gd name="connsiteX6" fmla="*/ 67664 w 200665"/>
                <a:gd name="connsiteY6" fmla="*/ 14417 h 560387"/>
                <a:gd name="connsiteX7" fmla="*/ 989 w 200665"/>
                <a:gd name="connsiteY7" fmla="*/ 46167 h 560387"/>
                <a:gd name="connsiteX0" fmla="*/ 989 w 202856"/>
                <a:gd name="connsiteY0" fmla="*/ 46167 h 560272"/>
                <a:gd name="connsiteX1" fmla="*/ 29564 w 202856"/>
                <a:gd name="connsiteY1" fmla="*/ 322392 h 560272"/>
                <a:gd name="connsiteX2" fmla="*/ 54964 w 202856"/>
                <a:gd name="connsiteY2" fmla="*/ 550992 h 560272"/>
                <a:gd name="connsiteX3" fmla="*/ 194664 w 202856"/>
                <a:gd name="connsiteY3" fmla="*/ 506542 h 560272"/>
                <a:gd name="connsiteX4" fmla="*/ 178789 w 202856"/>
                <a:gd name="connsiteY4" fmla="*/ 420817 h 560272"/>
                <a:gd name="connsiteX5" fmla="*/ 115289 w 202856"/>
                <a:gd name="connsiteY5" fmla="*/ 195392 h 560272"/>
                <a:gd name="connsiteX6" fmla="*/ 67664 w 202856"/>
                <a:gd name="connsiteY6" fmla="*/ 14417 h 560272"/>
                <a:gd name="connsiteX7" fmla="*/ 989 w 202856"/>
                <a:gd name="connsiteY7" fmla="*/ 46167 h 560272"/>
                <a:gd name="connsiteX0" fmla="*/ 989 w 222489"/>
                <a:gd name="connsiteY0" fmla="*/ 46167 h 561518"/>
                <a:gd name="connsiteX1" fmla="*/ 29564 w 222489"/>
                <a:gd name="connsiteY1" fmla="*/ 322392 h 561518"/>
                <a:gd name="connsiteX2" fmla="*/ 54964 w 222489"/>
                <a:gd name="connsiteY2" fmla="*/ 550992 h 561518"/>
                <a:gd name="connsiteX3" fmla="*/ 216889 w 222489"/>
                <a:gd name="connsiteY3" fmla="*/ 512892 h 561518"/>
                <a:gd name="connsiteX4" fmla="*/ 178789 w 222489"/>
                <a:gd name="connsiteY4" fmla="*/ 420817 h 561518"/>
                <a:gd name="connsiteX5" fmla="*/ 115289 w 222489"/>
                <a:gd name="connsiteY5" fmla="*/ 195392 h 561518"/>
                <a:gd name="connsiteX6" fmla="*/ 67664 w 222489"/>
                <a:gd name="connsiteY6" fmla="*/ 14417 h 561518"/>
                <a:gd name="connsiteX7" fmla="*/ 989 w 222489"/>
                <a:gd name="connsiteY7" fmla="*/ 46167 h 561518"/>
                <a:gd name="connsiteX0" fmla="*/ 989 w 222489"/>
                <a:gd name="connsiteY0" fmla="*/ 46167 h 561518"/>
                <a:gd name="connsiteX1" fmla="*/ 29564 w 222489"/>
                <a:gd name="connsiteY1" fmla="*/ 322392 h 561518"/>
                <a:gd name="connsiteX2" fmla="*/ 54964 w 222489"/>
                <a:gd name="connsiteY2" fmla="*/ 550992 h 561518"/>
                <a:gd name="connsiteX3" fmla="*/ 216889 w 222489"/>
                <a:gd name="connsiteY3" fmla="*/ 512892 h 561518"/>
                <a:gd name="connsiteX4" fmla="*/ 178789 w 222489"/>
                <a:gd name="connsiteY4" fmla="*/ 420817 h 561518"/>
                <a:gd name="connsiteX5" fmla="*/ 115289 w 222489"/>
                <a:gd name="connsiteY5" fmla="*/ 195392 h 561518"/>
                <a:gd name="connsiteX6" fmla="*/ 67664 w 222489"/>
                <a:gd name="connsiteY6" fmla="*/ 14417 h 561518"/>
                <a:gd name="connsiteX7" fmla="*/ 989 w 222489"/>
                <a:gd name="connsiteY7" fmla="*/ 46167 h 561518"/>
                <a:gd name="connsiteX0" fmla="*/ 989 w 222489"/>
                <a:gd name="connsiteY0" fmla="*/ 41979 h 557330"/>
                <a:gd name="connsiteX1" fmla="*/ 29564 w 222489"/>
                <a:gd name="connsiteY1" fmla="*/ 318204 h 557330"/>
                <a:gd name="connsiteX2" fmla="*/ 54964 w 222489"/>
                <a:gd name="connsiteY2" fmla="*/ 546804 h 557330"/>
                <a:gd name="connsiteX3" fmla="*/ 216889 w 222489"/>
                <a:gd name="connsiteY3" fmla="*/ 508704 h 557330"/>
                <a:gd name="connsiteX4" fmla="*/ 178789 w 222489"/>
                <a:gd name="connsiteY4" fmla="*/ 416629 h 557330"/>
                <a:gd name="connsiteX5" fmla="*/ 115289 w 222489"/>
                <a:gd name="connsiteY5" fmla="*/ 191204 h 557330"/>
                <a:gd name="connsiteX6" fmla="*/ 67664 w 222489"/>
                <a:gd name="connsiteY6" fmla="*/ 10229 h 557330"/>
                <a:gd name="connsiteX7" fmla="*/ 989 w 222489"/>
                <a:gd name="connsiteY7" fmla="*/ 41979 h 557330"/>
                <a:gd name="connsiteX0" fmla="*/ 736 w 234936"/>
                <a:gd name="connsiteY0" fmla="*/ 41979 h 557330"/>
                <a:gd name="connsiteX1" fmla="*/ 42011 w 234936"/>
                <a:gd name="connsiteY1" fmla="*/ 318204 h 557330"/>
                <a:gd name="connsiteX2" fmla="*/ 67411 w 234936"/>
                <a:gd name="connsiteY2" fmla="*/ 546804 h 557330"/>
                <a:gd name="connsiteX3" fmla="*/ 229336 w 234936"/>
                <a:gd name="connsiteY3" fmla="*/ 508704 h 557330"/>
                <a:gd name="connsiteX4" fmla="*/ 191236 w 234936"/>
                <a:gd name="connsiteY4" fmla="*/ 416629 h 557330"/>
                <a:gd name="connsiteX5" fmla="*/ 127736 w 234936"/>
                <a:gd name="connsiteY5" fmla="*/ 191204 h 557330"/>
                <a:gd name="connsiteX6" fmla="*/ 80111 w 234936"/>
                <a:gd name="connsiteY6" fmla="*/ 10229 h 557330"/>
                <a:gd name="connsiteX7" fmla="*/ 736 w 234936"/>
                <a:gd name="connsiteY7" fmla="*/ 41979 h 557330"/>
                <a:gd name="connsiteX0" fmla="*/ 736 w 234936"/>
                <a:gd name="connsiteY0" fmla="*/ 41979 h 557330"/>
                <a:gd name="connsiteX1" fmla="*/ 42011 w 234936"/>
                <a:gd name="connsiteY1" fmla="*/ 318204 h 557330"/>
                <a:gd name="connsiteX2" fmla="*/ 67411 w 234936"/>
                <a:gd name="connsiteY2" fmla="*/ 546804 h 557330"/>
                <a:gd name="connsiteX3" fmla="*/ 229336 w 234936"/>
                <a:gd name="connsiteY3" fmla="*/ 508704 h 557330"/>
                <a:gd name="connsiteX4" fmla="*/ 191236 w 234936"/>
                <a:gd name="connsiteY4" fmla="*/ 416629 h 557330"/>
                <a:gd name="connsiteX5" fmla="*/ 127736 w 234936"/>
                <a:gd name="connsiteY5" fmla="*/ 191204 h 557330"/>
                <a:gd name="connsiteX6" fmla="*/ 80111 w 234936"/>
                <a:gd name="connsiteY6" fmla="*/ 10229 h 557330"/>
                <a:gd name="connsiteX7" fmla="*/ 736 w 234936"/>
                <a:gd name="connsiteY7" fmla="*/ 41979 h 557330"/>
                <a:gd name="connsiteX0" fmla="*/ 736 w 237347"/>
                <a:gd name="connsiteY0" fmla="*/ 41979 h 557330"/>
                <a:gd name="connsiteX1" fmla="*/ 42011 w 237347"/>
                <a:gd name="connsiteY1" fmla="*/ 318204 h 557330"/>
                <a:gd name="connsiteX2" fmla="*/ 67411 w 237347"/>
                <a:gd name="connsiteY2" fmla="*/ 546804 h 557330"/>
                <a:gd name="connsiteX3" fmla="*/ 229336 w 237347"/>
                <a:gd name="connsiteY3" fmla="*/ 508704 h 557330"/>
                <a:gd name="connsiteX4" fmla="*/ 203936 w 237347"/>
                <a:gd name="connsiteY4" fmla="*/ 416629 h 557330"/>
                <a:gd name="connsiteX5" fmla="*/ 127736 w 237347"/>
                <a:gd name="connsiteY5" fmla="*/ 191204 h 557330"/>
                <a:gd name="connsiteX6" fmla="*/ 80111 w 237347"/>
                <a:gd name="connsiteY6" fmla="*/ 10229 h 557330"/>
                <a:gd name="connsiteX7" fmla="*/ 736 w 237347"/>
                <a:gd name="connsiteY7" fmla="*/ 41979 h 55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7347" h="557330">
                  <a:moveTo>
                    <a:pt x="736" y="41979"/>
                  </a:moveTo>
                  <a:cubicBezTo>
                    <a:pt x="-5614" y="74258"/>
                    <a:pt x="30899" y="234067"/>
                    <a:pt x="42011" y="318204"/>
                  </a:cubicBezTo>
                  <a:cubicBezTo>
                    <a:pt x="53123" y="402341"/>
                    <a:pt x="36190" y="515054"/>
                    <a:pt x="67411" y="546804"/>
                  </a:cubicBezTo>
                  <a:cubicBezTo>
                    <a:pt x="98632" y="578554"/>
                    <a:pt x="206582" y="530400"/>
                    <a:pt x="229336" y="508704"/>
                  </a:cubicBezTo>
                  <a:cubicBezTo>
                    <a:pt x="252090" y="487008"/>
                    <a:pt x="220869" y="469546"/>
                    <a:pt x="203936" y="416629"/>
                  </a:cubicBezTo>
                  <a:cubicBezTo>
                    <a:pt x="187003" y="363712"/>
                    <a:pt x="127736" y="191204"/>
                    <a:pt x="127736" y="191204"/>
                  </a:cubicBezTo>
                  <a:cubicBezTo>
                    <a:pt x="111332" y="124529"/>
                    <a:pt x="94928" y="35100"/>
                    <a:pt x="80111" y="10229"/>
                  </a:cubicBezTo>
                  <a:cubicBezTo>
                    <a:pt x="65294" y="-14642"/>
                    <a:pt x="7086" y="9700"/>
                    <a:pt x="736" y="4197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527AE11-F42C-43BD-81DA-9A0442E81069}"/>
                </a:ext>
              </a:extLst>
            </p:cNvPr>
            <p:cNvSpPr/>
            <p:nvPr/>
          </p:nvSpPr>
          <p:spPr>
            <a:xfrm rot="212642">
              <a:off x="4533892" y="1520361"/>
              <a:ext cx="57779" cy="271890"/>
            </a:xfrm>
            <a:custGeom>
              <a:avLst/>
              <a:gdLst>
                <a:gd name="connsiteX0" fmla="*/ 1128 w 72115"/>
                <a:gd name="connsiteY0" fmla="*/ 6424 h 347168"/>
                <a:gd name="connsiteX1" fmla="*/ 29703 w 72115"/>
                <a:gd name="connsiteY1" fmla="*/ 117549 h 347168"/>
                <a:gd name="connsiteX2" fmla="*/ 55103 w 72115"/>
                <a:gd name="connsiteY2" fmla="*/ 320749 h 347168"/>
                <a:gd name="connsiteX3" fmla="*/ 48753 w 72115"/>
                <a:gd name="connsiteY3" fmla="*/ 342974 h 347168"/>
                <a:gd name="connsiteX4" fmla="*/ 70978 w 72115"/>
                <a:gd name="connsiteY4" fmla="*/ 304874 h 347168"/>
                <a:gd name="connsiteX5" fmla="*/ 1128 w 72115"/>
                <a:gd name="connsiteY5" fmla="*/ 6424 h 347168"/>
                <a:gd name="connsiteX0" fmla="*/ 1747 w 72734"/>
                <a:gd name="connsiteY0" fmla="*/ 5187 h 345274"/>
                <a:gd name="connsiteX1" fmla="*/ 23972 w 72734"/>
                <a:gd name="connsiteY1" fmla="*/ 129012 h 345274"/>
                <a:gd name="connsiteX2" fmla="*/ 55722 w 72734"/>
                <a:gd name="connsiteY2" fmla="*/ 319512 h 345274"/>
                <a:gd name="connsiteX3" fmla="*/ 49372 w 72734"/>
                <a:gd name="connsiteY3" fmla="*/ 341737 h 345274"/>
                <a:gd name="connsiteX4" fmla="*/ 71597 w 72734"/>
                <a:gd name="connsiteY4" fmla="*/ 303637 h 345274"/>
                <a:gd name="connsiteX5" fmla="*/ 1747 w 72734"/>
                <a:gd name="connsiteY5" fmla="*/ 5187 h 345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734" h="345274">
                  <a:moveTo>
                    <a:pt x="1747" y="5187"/>
                  </a:moveTo>
                  <a:cubicBezTo>
                    <a:pt x="-6190" y="-23917"/>
                    <a:pt x="14976" y="76625"/>
                    <a:pt x="23972" y="129012"/>
                  </a:cubicBezTo>
                  <a:cubicBezTo>
                    <a:pt x="32968" y="181399"/>
                    <a:pt x="51489" y="284058"/>
                    <a:pt x="55722" y="319512"/>
                  </a:cubicBezTo>
                  <a:cubicBezTo>
                    <a:pt x="59955" y="354966"/>
                    <a:pt x="46726" y="344383"/>
                    <a:pt x="49372" y="341737"/>
                  </a:cubicBezTo>
                  <a:cubicBezTo>
                    <a:pt x="52018" y="339091"/>
                    <a:pt x="78476" y="359199"/>
                    <a:pt x="71597" y="303637"/>
                  </a:cubicBezTo>
                  <a:cubicBezTo>
                    <a:pt x="64718" y="248075"/>
                    <a:pt x="9684" y="34291"/>
                    <a:pt x="1747" y="518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397E874-2657-426A-A4B3-8CDD1124D338}"/>
                </a:ext>
              </a:extLst>
            </p:cNvPr>
            <p:cNvSpPr/>
            <p:nvPr/>
          </p:nvSpPr>
          <p:spPr>
            <a:xfrm rot="20058246" flipH="1">
              <a:off x="4603981" y="1499708"/>
              <a:ext cx="72734" cy="460834"/>
            </a:xfrm>
            <a:custGeom>
              <a:avLst/>
              <a:gdLst>
                <a:gd name="connsiteX0" fmla="*/ 1128 w 72115"/>
                <a:gd name="connsiteY0" fmla="*/ 6424 h 347168"/>
                <a:gd name="connsiteX1" fmla="*/ 29703 w 72115"/>
                <a:gd name="connsiteY1" fmla="*/ 117549 h 347168"/>
                <a:gd name="connsiteX2" fmla="*/ 55103 w 72115"/>
                <a:gd name="connsiteY2" fmla="*/ 320749 h 347168"/>
                <a:gd name="connsiteX3" fmla="*/ 48753 w 72115"/>
                <a:gd name="connsiteY3" fmla="*/ 342974 h 347168"/>
                <a:gd name="connsiteX4" fmla="*/ 70978 w 72115"/>
                <a:gd name="connsiteY4" fmla="*/ 304874 h 347168"/>
                <a:gd name="connsiteX5" fmla="*/ 1128 w 72115"/>
                <a:gd name="connsiteY5" fmla="*/ 6424 h 347168"/>
                <a:gd name="connsiteX0" fmla="*/ 1747 w 72734"/>
                <a:gd name="connsiteY0" fmla="*/ 5187 h 345274"/>
                <a:gd name="connsiteX1" fmla="*/ 23972 w 72734"/>
                <a:gd name="connsiteY1" fmla="*/ 129012 h 345274"/>
                <a:gd name="connsiteX2" fmla="*/ 55722 w 72734"/>
                <a:gd name="connsiteY2" fmla="*/ 319512 h 345274"/>
                <a:gd name="connsiteX3" fmla="*/ 49372 w 72734"/>
                <a:gd name="connsiteY3" fmla="*/ 341737 h 345274"/>
                <a:gd name="connsiteX4" fmla="*/ 71597 w 72734"/>
                <a:gd name="connsiteY4" fmla="*/ 303637 h 345274"/>
                <a:gd name="connsiteX5" fmla="*/ 1747 w 72734"/>
                <a:gd name="connsiteY5" fmla="*/ 5187 h 345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734" h="345274">
                  <a:moveTo>
                    <a:pt x="1747" y="5187"/>
                  </a:moveTo>
                  <a:cubicBezTo>
                    <a:pt x="-6190" y="-23917"/>
                    <a:pt x="14976" y="76625"/>
                    <a:pt x="23972" y="129012"/>
                  </a:cubicBezTo>
                  <a:cubicBezTo>
                    <a:pt x="32968" y="181399"/>
                    <a:pt x="51489" y="284058"/>
                    <a:pt x="55722" y="319512"/>
                  </a:cubicBezTo>
                  <a:cubicBezTo>
                    <a:pt x="59955" y="354966"/>
                    <a:pt x="46726" y="344383"/>
                    <a:pt x="49372" y="341737"/>
                  </a:cubicBezTo>
                  <a:cubicBezTo>
                    <a:pt x="52018" y="339091"/>
                    <a:pt x="78476" y="359199"/>
                    <a:pt x="71597" y="303637"/>
                  </a:cubicBezTo>
                  <a:cubicBezTo>
                    <a:pt x="64718" y="248075"/>
                    <a:pt x="9684" y="34291"/>
                    <a:pt x="1747" y="518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0BCE461-F675-46DA-A62D-E3F4726D0D19}"/>
                </a:ext>
              </a:extLst>
            </p:cNvPr>
            <p:cNvSpPr/>
            <p:nvPr/>
          </p:nvSpPr>
          <p:spPr>
            <a:xfrm rot="21421105">
              <a:off x="4595307" y="1624397"/>
              <a:ext cx="58913" cy="373299"/>
            </a:xfrm>
            <a:custGeom>
              <a:avLst/>
              <a:gdLst>
                <a:gd name="connsiteX0" fmla="*/ 1128 w 72115"/>
                <a:gd name="connsiteY0" fmla="*/ 6424 h 347168"/>
                <a:gd name="connsiteX1" fmla="*/ 29703 w 72115"/>
                <a:gd name="connsiteY1" fmla="*/ 117549 h 347168"/>
                <a:gd name="connsiteX2" fmla="*/ 55103 w 72115"/>
                <a:gd name="connsiteY2" fmla="*/ 320749 h 347168"/>
                <a:gd name="connsiteX3" fmla="*/ 48753 w 72115"/>
                <a:gd name="connsiteY3" fmla="*/ 342974 h 347168"/>
                <a:gd name="connsiteX4" fmla="*/ 70978 w 72115"/>
                <a:gd name="connsiteY4" fmla="*/ 304874 h 347168"/>
                <a:gd name="connsiteX5" fmla="*/ 1128 w 72115"/>
                <a:gd name="connsiteY5" fmla="*/ 6424 h 347168"/>
                <a:gd name="connsiteX0" fmla="*/ 1747 w 72734"/>
                <a:gd name="connsiteY0" fmla="*/ 5187 h 345274"/>
                <a:gd name="connsiteX1" fmla="*/ 23972 w 72734"/>
                <a:gd name="connsiteY1" fmla="*/ 129012 h 345274"/>
                <a:gd name="connsiteX2" fmla="*/ 55722 w 72734"/>
                <a:gd name="connsiteY2" fmla="*/ 319512 h 345274"/>
                <a:gd name="connsiteX3" fmla="*/ 49372 w 72734"/>
                <a:gd name="connsiteY3" fmla="*/ 341737 h 345274"/>
                <a:gd name="connsiteX4" fmla="*/ 71597 w 72734"/>
                <a:gd name="connsiteY4" fmla="*/ 303637 h 345274"/>
                <a:gd name="connsiteX5" fmla="*/ 1747 w 72734"/>
                <a:gd name="connsiteY5" fmla="*/ 5187 h 345274"/>
                <a:gd name="connsiteX0" fmla="*/ 1747 w 74162"/>
                <a:gd name="connsiteY0" fmla="*/ 5187 h 342216"/>
                <a:gd name="connsiteX1" fmla="*/ 23972 w 74162"/>
                <a:gd name="connsiteY1" fmla="*/ 129012 h 342216"/>
                <a:gd name="connsiteX2" fmla="*/ 55722 w 74162"/>
                <a:gd name="connsiteY2" fmla="*/ 319512 h 342216"/>
                <a:gd name="connsiteX3" fmla="*/ 71597 w 74162"/>
                <a:gd name="connsiteY3" fmla="*/ 303637 h 342216"/>
                <a:gd name="connsiteX4" fmla="*/ 1747 w 74162"/>
                <a:gd name="connsiteY4" fmla="*/ 5187 h 342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162" h="342216">
                  <a:moveTo>
                    <a:pt x="1747" y="5187"/>
                  </a:moveTo>
                  <a:cubicBezTo>
                    <a:pt x="-6190" y="-23917"/>
                    <a:pt x="14976" y="76625"/>
                    <a:pt x="23972" y="129012"/>
                  </a:cubicBezTo>
                  <a:cubicBezTo>
                    <a:pt x="32968" y="181399"/>
                    <a:pt x="47785" y="290408"/>
                    <a:pt x="55722" y="319512"/>
                  </a:cubicBezTo>
                  <a:cubicBezTo>
                    <a:pt x="63659" y="348616"/>
                    <a:pt x="80593" y="356024"/>
                    <a:pt x="71597" y="303637"/>
                  </a:cubicBezTo>
                  <a:cubicBezTo>
                    <a:pt x="62601" y="251250"/>
                    <a:pt x="9684" y="34291"/>
                    <a:pt x="1747" y="518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FEA5838-D09E-432D-8012-FCE964E99FD4}"/>
                </a:ext>
              </a:extLst>
            </p:cNvPr>
            <p:cNvSpPr/>
            <p:nvPr/>
          </p:nvSpPr>
          <p:spPr>
            <a:xfrm>
              <a:off x="4365821" y="1865747"/>
              <a:ext cx="644931" cy="294425"/>
            </a:xfrm>
            <a:custGeom>
              <a:avLst/>
              <a:gdLst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14300 w 519112"/>
                <a:gd name="connsiteY2" fmla="*/ 111919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52400 h 233363"/>
                <a:gd name="connsiteX52" fmla="*/ 54769 w 519112"/>
                <a:gd name="connsiteY52" fmla="*/ 135732 h 233363"/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14300 w 519112"/>
                <a:gd name="connsiteY2" fmla="*/ 111919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4769 w 519112"/>
                <a:gd name="connsiteY52" fmla="*/ 135732 h 233363"/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14300 w 519112"/>
                <a:gd name="connsiteY2" fmla="*/ 111919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4769 w 519112"/>
                <a:gd name="connsiteY52" fmla="*/ 135732 h 233363"/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03269 w 519112"/>
                <a:gd name="connsiteY2" fmla="*/ 104751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4769 w 519112"/>
                <a:gd name="connsiteY52" fmla="*/ 135732 h 233363"/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03269 w 519112"/>
                <a:gd name="connsiteY2" fmla="*/ 104751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4769 w 519112"/>
                <a:gd name="connsiteY52" fmla="*/ 135732 h 233363"/>
                <a:gd name="connsiteX0" fmla="*/ 54769 w 519112"/>
                <a:gd name="connsiteY0" fmla="*/ 135732 h 233363"/>
                <a:gd name="connsiteX1" fmla="*/ 57150 w 519112"/>
                <a:gd name="connsiteY1" fmla="*/ 123825 h 233363"/>
                <a:gd name="connsiteX2" fmla="*/ 103269 w 519112"/>
                <a:gd name="connsiteY2" fmla="*/ 104751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4769 w 519112"/>
                <a:gd name="connsiteY52" fmla="*/ 135732 h 233363"/>
                <a:gd name="connsiteX0" fmla="*/ 52930 w 519112"/>
                <a:gd name="connsiteY0" fmla="*/ 139316 h 233363"/>
                <a:gd name="connsiteX1" fmla="*/ 57150 w 519112"/>
                <a:gd name="connsiteY1" fmla="*/ 123825 h 233363"/>
                <a:gd name="connsiteX2" fmla="*/ 103269 w 519112"/>
                <a:gd name="connsiteY2" fmla="*/ 104751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2930 w 519112"/>
                <a:gd name="connsiteY52" fmla="*/ 139316 h 233363"/>
                <a:gd name="connsiteX0" fmla="*/ 52930 w 519112"/>
                <a:gd name="connsiteY0" fmla="*/ 139316 h 233363"/>
                <a:gd name="connsiteX1" fmla="*/ 57150 w 519112"/>
                <a:gd name="connsiteY1" fmla="*/ 114865 h 233363"/>
                <a:gd name="connsiteX2" fmla="*/ 103269 w 519112"/>
                <a:gd name="connsiteY2" fmla="*/ 104751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2930 w 519112"/>
                <a:gd name="connsiteY52" fmla="*/ 139316 h 233363"/>
                <a:gd name="connsiteX0" fmla="*/ 52930 w 519112"/>
                <a:gd name="connsiteY0" fmla="*/ 139316 h 233363"/>
                <a:gd name="connsiteX1" fmla="*/ 103269 w 519112"/>
                <a:gd name="connsiteY1" fmla="*/ 104751 h 233363"/>
                <a:gd name="connsiteX2" fmla="*/ 126206 w 519112"/>
                <a:gd name="connsiteY2" fmla="*/ 116682 h 233363"/>
                <a:gd name="connsiteX3" fmla="*/ 133350 w 519112"/>
                <a:gd name="connsiteY3" fmla="*/ 119063 h 233363"/>
                <a:gd name="connsiteX4" fmla="*/ 140494 w 519112"/>
                <a:gd name="connsiteY4" fmla="*/ 123825 h 233363"/>
                <a:gd name="connsiteX5" fmla="*/ 142875 w 519112"/>
                <a:gd name="connsiteY5" fmla="*/ 114300 h 233363"/>
                <a:gd name="connsiteX6" fmla="*/ 204787 w 519112"/>
                <a:gd name="connsiteY6" fmla="*/ 107157 h 233363"/>
                <a:gd name="connsiteX7" fmla="*/ 211931 w 519112"/>
                <a:gd name="connsiteY7" fmla="*/ 102394 h 233363"/>
                <a:gd name="connsiteX8" fmla="*/ 226219 w 519112"/>
                <a:gd name="connsiteY8" fmla="*/ 71438 h 233363"/>
                <a:gd name="connsiteX9" fmla="*/ 269081 w 519112"/>
                <a:gd name="connsiteY9" fmla="*/ 42863 h 233363"/>
                <a:gd name="connsiteX10" fmla="*/ 278606 w 519112"/>
                <a:gd name="connsiteY10" fmla="*/ 23813 h 233363"/>
                <a:gd name="connsiteX11" fmla="*/ 321469 w 519112"/>
                <a:gd name="connsiteY11" fmla="*/ 11907 h 233363"/>
                <a:gd name="connsiteX12" fmla="*/ 366712 w 519112"/>
                <a:gd name="connsiteY12" fmla="*/ 26194 h 233363"/>
                <a:gd name="connsiteX13" fmla="*/ 373856 w 519112"/>
                <a:gd name="connsiteY13" fmla="*/ 38100 h 233363"/>
                <a:gd name="connsiteX14" fmla="*/ 378619 w 519112"/>
                <a:gd name="connsiteY14" fmla="*/ 16669 h 233363"/>
                <a:gd name="connsiteX15" fmla="*/ 383381 w 519112"/>
                <a:gd name="connsiteY15" fmla="*/ 9525 h 233363"/>
                <a:gd name="connsiteX16" fmla="*/ 411956 w 519112"/>
                <a:gd name="connsiteY16" fmla="*/ 0 h 233363"/>
                <a:gd name="connsiteX17" fmla="*/ 454819 w 519112"/>
                <a:gd name="connsiteY17" fmla="*/ 2382 h 233363"/>
                <a:gd name="connsiteX18" fmla="*/ 466725 w 519112"/>
                <a:gd name="connsiteY18" fmla="*/ 21432 h 233363"/>
                <a:gd name="connsiteX19" fmla="*/ 495300 w 519112"/>
                <a:gd name="connsiteY19" fmla="*/ 28575 h 233363"/>
                <a:gd name="connsiteX20" fmla="*/ 514350 w 519112"/>
                <a:gd name="connsiteY20" fmla="*/ 38100 h 233363"/>
                <a:gd name="connsiteX21" fmla="*/ 516731 w 519112"/>
                <a:gd name="connsiteY21" fmla="*/ 47625 h 233363"/>
                <a:gd name="connsiteX22" fmla="*/ 519112 w 519112"/>
                <a:gd name="connsiteY22" fmla="*/ 80963 h 233363"/>
                <a:gd name="connsiteX23" fmla="*/ 511969 w 519112"/>
                <a:gd name="connsiteY23" fmla="*/ 88107 h 233363"/>
                <a:gd name="connsiteX24" fmla="*/ 483394 w 519112"/>
                <a:gd name="connsiteY24" fmla="*/ 95250 h 233363"/>
                <a:gd name="connsiteX25" fmla="*/ 478631 w 519112"/>
                <a:gd name="connsiteY25" fmla="*/ 152400 h 233363"/>
                <a:gd name="connsiteX26" fmla="*/ 450056 w 519112"/>
                <a:gd name="connsiteY26" fmla="*/ 154782 h 233363"/>
                <a:gd name="connsiteX27" fmla="*/ 423862 w 519112"/>
                <a:gd name="connsiteY27" fmla="*/ 147638 h 233363"/>
                <a:gd name="connsiteX28" fmla="*/ 416719 w 519112"/>
                <a:gd name="connsiteY28" fmla="*/ 152400 h 233363"/>
                <a:gd name="connsiteX29" fmla="*/ 402431 w 519112"/>
                <a:gd name="connsiteY29" fmla="*/ 169069 h 233363"/>
                <a:gd name="connsiteX30" fmla="*/ 392906 w 519112"/>
                <a:gd name="connsiteY30" fmla="*/ 183357 h 233363"/>
                <a:gd name="connsiteX31" fmla="*/ 354806 w 519112"/>
                <a:gd name="connsiteY31" fmla="*/ 200025 h 233363"/>
                <a:gd name="connsiteX32" fmla="*/ 335756 w 519112"/>
                <a:gd name="connsiteY32" fmla="*/ 202407 h 233363"/>
                <a:gd name="connsiteX33" fmla="*/ 323850 w 519112"/>
                <a:gd name="connsiteY33" fmla="*/ 188119 h 233363"/>
                <a:gd name="connsiteX34" fmla="*/ 311944 w 519112"/>
                <a:gd name="connsiteY34" fmla="*/ 200025 h 233363"/>
                <a:gd name="connsiteX35" fmla="*/ 290512 w 519112"/>
                <a:gd name="connsiteY35" fmla="*/ 211932 h 233363"/>
                <a:gd name="connsiteX36" fmla="*/ 269081 w 519112"/>
                <a:gd name="connsiteY36" fmla="*/ 214313 h 233363"/>
                <a:gd name="connsiteX37" fmla="*/ 235744 w 519112"/>
                <a:gd name="connsiteY37" fmla="*/ 219075 h 233363"/>
                <a:gd name="connsiteX38" fmla="*/ 188119 w 519112"/>
                <a:gd name="connsiteY38" fmla="*/ 211932 h 233363"/>
                <a:gd name="connsiteX39" fmla="*/ 183356 w 519112"/>
                <a:gd name="connsiteY39" fmla="*/ 202407 h 233363"/>
                <a:gd name="connsiteX40" fmla="*/ 173831 w 519112"/>
                <a:gd name="connsiteY40" fmla="*/ 211932 h 233363"/>
                <a:gd name="connsiteX41" fmla="*/ 130969 w 519112"/>
                <a:gd name="connsiteY41" fmla="*/ 233363 h 233363"/>
                <a:gd name="connsiteX42" fmla="*/ 73819 w 519112"/>
                <a:gd name="connsiteY42" fmla="*/ 202407 h 233363"/>
                <a:gd name="connsiteX43" fmla="*/ 69056 w 519112"/>
                <a:gd name="connsiteY43" fmla="*/ 190500 h 233363"/>
                <a:gd name="connsiteX44" fmla="*/ 66675 w 519112"/>
                <a:gd name="connsiteY44" fmla="*/ 197644 h 233363"/>
                <a:gd name="connsiteX45" fmla="*/ 57150 w 519112"/>
                <a:gd name="connsiteY45" fmla="*/ 207169 h 233363"/>
                <a:gd name="connsiteX46" fmla="*/ 47625 w 519112"/>
                <a:gd name="connsiteY46" fmla="*/ 209550 h 233363"/>
                <a:gd name="connsiteX47" fmla="*/ 30956 w 519112"/>
                <a:gd name="connsiteY47" fmla="*/ 211932 h 233363"/>
                <a:gd name="connsiteX48" fmla="*/ 19050 w 519112"/>
                <a:gd name="connsiteY48" fmla="*/ 209550 h 233363"/>
                <a:gd name="connsiteX49" fmla="*/ 0 w 519112"/>
                <a:gd name="connsiteY49" fmla="*/ 169069 h 233363"/>
                <a:gd name="connsiteX50" fmla="*/ 23812 w 519112"/>
                <a:gd name="connsiteY50" fmla="*/ 147638 h 233363"/>
                <a:gd name="connsiteX51" fmla="*/ 52930 w 519112"/>
                <a:gd name="connsiteY51" fmla="*/ 139316 h 233363"/>
                <a:gd name="connsiteX0" fmla="*/ 52930 w 519112"/>
                <a:gd name="connsiteY0" fmla="*/ 139316 h 233363"/>
                <a:gd name="connsiteX1" fmla="*/ 78450 w 519112"/>
                <a:gd name="connsiteY1" fmla="*/ 102959 h 233363"/>
                <a:gd name="connsiteX2" fmla="*/ 126206 w 519112"/>
                <a:gd name="connsiteY2" fmla="*/ 116682 h 233363"/>
                <a:gd name="connsiteX3" fmla="*/ 133350 w 519112"/>
                <a:gd name="connsiteY3" fmla="*/ 119063 h 233363"/>
                <a:gd name="connsiteX4" fmla="*/ 140494 w 519112"/>
                <a:gd name="connsiteY4" fmla="*/ 123825 h 233363"/>
                <a:gd name="connsiteX5" fmla="*/ 142875 w 519112"/>
                <a:gd name="connsiteY5" fmla="*/ 114300 h 233363"/>
                <a:gd name="connsiteX6" fmla="*/ 204787 w 519112"/>
                <a:gd name="connsiteY6" fmla="*/ 107157 h 233363"/>
                <a:gd name="connsiteX7" fmla="*/ 211931 w 519112"/>
                <a:gd name="connsiteY7" fmla="*/ 102394 h 233363"/>
                <a:gd name="connsiteX8" fmla="*/ 226219 w 519112"/>
                <a:gd name="connsiteY8" fmla="*/ 71438 h 233363"/>
                <a:gd name="connsiteX9" fmla="*/ 269081 w 519112"/>
                <a:gd name="connsiteY9" fmla="*/ 42863 h 233363"/>
                <a:gd name="connsiteX10" fmla="*/ 278606 w 519112"/>
                <a:gd name="connsiteY10" fmla="*/ 23813 h 233363"/>
                <a:gd name="connsiteX11" fmla="*/ 321469 w 519112"/>
                <a:gd name="connsiteY11" fmla="*/ 11907 h 233363"/>
                <a:gd name="connsiteX12" fmla="*/ 366712 w 519112"/>
                <a:gd name="connsiteY12" fmla="*/ 26194 h 233363"/>
                <a:gd name="connsiteX13" fmla="*/ 373856 w 519112"/>
                <a:gd name="connsiteY13" fmla="*/ 38100 h 233363"/>
                <a:gd name="connsiteX14" fmla="*/ 378619 w 519112"/>
                <a:gd name="connsiteY14" fmla="*/ 16669 h 233363"/>
                <a:gd name="connsiteX15" fmla="*/ 383381 w 519112"/>
                <a:gd name="connsiteY15" fmla="*/ 9525 h 233363"/>
                <a:gd name="connsiteX16" fmla="*/ 411956 w 519112"/>
                <a:gd name="connsiteY16" fmla="*/ 0 h 233363"/>
                <a:gd name="connsiteX17" fmla="*/ 454819 w 519112"/>
                <a:gd name="connsiteY17" fmla="*/ 2382 h 233363"/>
                <a:gd name="connsiteX18" fmla="*/ 466725 w 519112"/>
                <a:gd name="connsiteY18" fmla="*/ 21432 h 233363"/>
                <a:gd name="connsiteX19" fmla="*/ 495300 w 519112"/>
                <a:gd name="connsiteY19" fmla="*/ 28575 h 233363"/>
                <a:gd name="connsiteX20" fmla="*/ 514350 w 519112"/>
                <a:gd name="connsiteY20" fmla="*/ 38100 h 233363"/>
                <a:gd name="connsiteX21" fmla="*/ 516731 w 519112"/>
                <a:gd name="connsiteY21" fmla="*/ 47625 h 233363"/>
                <a:gd name="connsiteX22" fmla="*/ 519112 w 519112"/>
                <a:gd name="connsiteY22" fmla="*/ 80963 h 233363"/>
                <a:gd name="connsiteX23" fmla="*/ 511969 w 519112"/>
                <a:gd name="connsiteY23" fmla="*/ 88107 h 233363"/>
                <a:gd name="connsiteX24" fmla="*/ 483394 w 519112"/>
                <a:gd name="connsiteY24" fmla="*/ 95250 h 233363"/>
                <a:gd name="connsiteX25" fmla="*/ 478631 w 519112"/>
                <a:gd name="connsiteY25" fmla="*/ 152400 h 233363"/>
                <a:gd name="connsiteX26" fmla="*/ 450056 w 519112"/>
                <a:gd name="connsiteY26" fmla="*/ 154782 h 233363"/>
                <a:gd name="connsiteX27" fmla="*/ 423862 w 519112"/>
                <a:gd name="connsiteY27" fmla="*/ 147638 h 233363"/>
                <a:gd name="connsiteX28" fmla="*/ 416719 w 519112"/>
                <a:gd name="connsiteY28" fmla="*/ 152400 h 233363"/>
                <a:gd name="connsiteX29" fmla="*/ 402431 w 519112"/>
                <a:gd name="connsiteY29" fmla="*/ 169069 h 233363"/>
                <a:gd name="connsiteX30" fmla="*/ 392906 w 519112"/>
                <a:gd name="connsiteY30" fmla="*/ 183357 h 233363"/>
                <a:gd name="connsiteX31" fmla="*/ 354806 w 519112"/>
                <a:gd name="connsiteY31" fmla="*/ 200025 h 233363"/>
                <a:gd name="connsiteX32" fmla="*/ 335756 w 519112"/>
                <a:gd name="connsiteY32" fmla="*/ 202407 h 233363"/>
                <a:gd name="connsiteX33" fmla="*/ 323850 w 519112"/>
                <a:gd name="connsiteY33" fmla="*/ 188119 h 233363"/>
                <a:gd name="connsiteX34" fmla="*/ 311944 w 519112"/>
                <a:gd name="connsiteY34" fmla="*/ 200025 h 233363"/>
                <a:gd name="connsiteX35" fmla="*/ 290512 w 519112"/>
                <a:gd name="connsiteY35" fmla="*/ 211932 h 233363"/>
                <a:gd name="connsiteX36" fmla="*/ 269081 w 519112"/>
                <a:gd name="connsiteY36" fmla="*/ 214313 h 233363"/>
                <a:gd name="connsiteX37" fmla="*/ 235744 w 519112"/>
                <a:gd name="connsiteY37" fmla="*/ 219075 h 233363"/>
                <a:gd name="connsiteX38" fmla="*/ 188119 w 519112"/>
                <a:gd name="connsiteY38" fmla="*/ 211932 h 233363"/>
                <a:gd name="connsiteX39" fmla="*/ 183356 w 519112"/>
                <a:gd name="connsiteY39" fmla="*/ 202407 h 233363"/>
                <a:gd name="connsiteX40" fmla="*/ 173831 w 519112"/>
                <a:gd name="connsiteY40" fmla="*/ 211932 h 233363"/>
                <a:gd name="connsiteX41" fmla="*/ 130969 w 519112"/>
                <a:gd name="connsiteY41" fmla="*/ 233363 h 233363"/>
                <a:gd name="connsiteX42" fmla="*/ 73819 w 519112"/>
                <a:gd name="connsiteY42" fmla="*/ 202407 h 233363"/>
                <a:gd name="connsiteX43" fmla="*/ 69056 w 519112"/>
                <a:gd name="connsiteY43" fmla="*/ 190500 h 233363"/>
                <a:gd name="connsiteX44" fmla="*/ 66675 w 519112"/>
                <a:gd name="connsiteY44" fmla="*/ 197644 h 233363"/>
                <a:gd name="connsiteX45" fmla="*/ 57150 w 519112"/>
                <a:gd name="connsiteY45" fmla="*/ 207169 h 233363"/>
                <a:gd name="connsiteX46" fmla="*/ 47625 w 519112"/>
                <a:gd name="connsiteY46" fmla="*/ 209550 h 233363"/>
                <a:gd name="connsiteX47" fmla="*/ 30956 w 519112"/>
                <a:gd name="connsiteY47" fmla="*/ 211932 h 233363"/>
                <a:gd name="connsiteX48" fmla="*/ 19050 w 519112"/>
                <a:gd name="connsiteY48" fmla="*/ 209550 h 233363"/>
                <a:gd name="connsiteX49" fmla="*/ 0 w 519112"/>
                <a:gd name="connsiteY49" fmla="*/ 169069 h 233363"/>
                <a:gd name="connsiteX50" fmla="*/ 23812 w 519112"/>
                <a:gd name="connsiteY50" fmla="*/ 147638 h 233363"/>
                <a:gd name="connsiteX51" fmla="*/ 52930 w 519112"/>
                <a:gd name="connsiteY51" fmla="*/ 139316 h 233363"/>
                <a:gd name="connsiteX0" fmla="*/ 52930 w 519112"/>
                <a:gd name="connsiteY0" fmla="*/ 139316 h 233363"/>
                <a:gd name="connsiteX1" fmla="*/ 58793 w 519112"/>
                <a:gd name="connsiteY1" fmla="*/ 122429 h 233363"/>
                <a:gd name="connsiteX2" fmla="*/ 78450 w 519112"/>
                <a:gd name="connsiteY2" fmla="*/ 102959 h 233363"/>
                <a:gd name="connsiteX3" fmla="*/ 126206 w 519112"/>
                <a:gd name="connsiteY3" fmla="*/ 116682 h 233363"/>
                <a:gd name="connsiteX4" fmla="*/ 133350 w 519112"/>
                <a:gd name="connsiteY4" fmla="*/ 119063 h 233363"/>
                <a:gd name="connsiteX5" fmla="*/ 140494 w 519112"/>
                <a:gd name="connsiteY5" fmla="*/ 123825 h 233363"/>
                <a:gd name="connsiteX6" fmla="*/ 142875 w 519112"/>
                <a:gd name="connsiteY6" fmla="*/ 114300 h 233363"/>
                <a:gd name="connsiteX7" fmla="*/ 204787 w 519112"/>
                <a:gd name="connsiteY7" fmla="*/ 107157 h 233363"/>
                <a:gd name="connsiteX8" fmla="*/ 211931 w 519112"/>
                <a:gd name="connsiteY8" fmla="*/ 102394 h 233363"/>
                <a:gd name="connsiteX9" fmla="*/ 226219 w 519112"/>
                <a:gd name="connsiteY9" fmla="*/ 71438 h 233363"/>
                <a:gd name="connsiteX10" fmla="*/ 269081 w 519112"/>
                <a:gd name="connsiteY10" fmla="*/ 42863 h 233363"/>
                <a:gd name="connsiteX11" fmla="*/ 278606 w 519112"/>
                <a:gd name="connsiteY11" fmla="*/ 23813 h 233363"/>
                <a:gd name="connsiteX12" fmla="*/ 321469 w 519112"/>
                <a:gd name="connsiteY12" fmla="*/ 11907 h 233363"/>
                <a:gd name="connsiteX13" fmla="*/ 366712 w 519112"/>
                <a:gd name="connsiteY13" fmla="*/ 26194 h 233363"/>
                <a:gd name="connsiteX14" fmla="*/ 373856 w 519112"/>
                <a:gd name="connsiteY14" fmla="*/ 38100 h 233363"/>
                <a:gd name="connsiteX15" fmla="*/ 378619 w 519112"/>
                <a:gd name="connsiteY15" fmla="*/ 16669 h 233363"/>
                <a:gd name="connsiteX16" fmla="*/ 383381 w 519112"/>
                <a:gd name="connsiteY16" fmla="*/ 9525 h 233363"/>
                <a:gd name="connsiteX17" fmla="*/ 411956 w 519112"/>
                <a:gd name="connsiteY17" fmla="*/ 0 h 233363"/>
                <a:gd name="connsiteX18" fmla="*/ 454819 w 519112"/>
                <a:gd name="connsiteY18" fmla="*/ 2382 h 233363"/>
                <a:gd name="connsiteX19" fmla="*/ 466725 w 519112"/>
                <a:gd name="connsiteY19" fmla="*/ 21432 h 233363"/>
                <a:gd name="connsiteX20" fmla="*/ 495300 w 519112"/>
                <a:gd name="connsiteY20" fmla="*/ 28575 h 233363"/>
                <a:gd name="connsiteX21" fmla="*/ 514350 w 519112"/>
                <a:gd name="connsiteY21" fmla="*/ 38100 h 233363"/>
                <a:gd name="connsiteX22" fmla="*/ 516731 w 519112"/>
                <a:gd name="connsiteY22" fmla="*/ 47625 h 233363"/>
                <a:gd name="connsiteX23" fmla="*/ 519112 w 519112"/>
                <a:gd name="connsiteY23" fmla="*/ 80963 h 233363"/>
                <a:gd name="connsiteX24" fmla="*/ 511969 w 519112"/>
                <a:gd name="connsiteY24" fmla="*/ 88107 h 233363"/>
                <a:gd name="connsiteX25" fmla="*/ 483394 w 519112"/>
                <a:gd name="connsiteY25" fmla="*/ 95250 h 233363"/>
                <a:gd name="connsiteX26" fmla="*/ 478631 w 519112"/>
                <a:gd name="connsiteY26" fmla="*/ 152400 h 233363"/>
                <a:gd name="connsiteX27" fmla="*/ 450056 w 519112"/>
                <a:gd name="connsiteY27" fmla="*/ 154782 h 233363"/>
                <a:gd name="connsiteX28" fmla="*/ 423862 w 519112"/>
                <a:gd name="connsiteY28" fmla="*/ 147638 h 233363"/>
                <a:gd name="connsiteX29" fmla="*/ 416719 w 519112"/>
                <a:gd name="connsiteY29" fmla="*/ 152400 h 233363"/>
                <a:gd name="connsiteX30" fmla="*/ 402431 w 519112"/>
                <a:gd name="connsiteY30" fmla="*/ 169069 h 233363"/>
                <a:gd name="connsiteX31" fmla="*/ 392906 w 519112"/>
                <a:gd name="connsiteY31" fmla="*/ 183357 h 233363"/>
                <a:gd name="connsiteX32" fmla="*/ 354806 w 519112"/>
                <a:gd name="connsiteY32" fmla="*/ 200025 h 233363"/>
                <a:gd name="connsiteX33" fmla="*/ 335756 w 519112"/>
                <a:gd name="connsiteY33" fmla="*/ 202407 h 233363"/>
                <a:gd name="connsiteX34" fmla="*/ 323850 w 519112"/>
                <a:gd name="connsiteY34" fmla="*/ 188119 h 233363"/>
                <a:gd name="connsiteX35" fmla="*/ 311944 w 519112"/>
                <a:gd name="connsiteY35" fmla="*/ 200025 h 233363"/>
                <a:gd name="connsiteX36" fmla="*/ 290512 w 519112"/>
                <a:gd name="connsiteY36" fmla="*/ 211932 h 233363"/>
                <a:gd name="connsiteX37" fmla="*/ 269081 w 519112"/>
                <a:gd name="connsiteY37" fmla="*/ 214313 h 233363"/>
                <a:gd name="connsiteX38" fmla="*/ 235744 w 519112"/>
                <a:gd name="connsiteY38" fmla="*/ 219075 h 233363"/>
                <a:gd name="connsiteX39" fmla="*/ 188119 w 519112"/>
                <a:gd name="connsiteY39" fmla="*/ 211932 h 233363"/>
                <a:gd name="connsiteX40" fmla="*/ 183356 w 519112"/>
                <a:gd name="connsiteY40" fmla="*/ 202407 h 233363"/>
                <a:gd name="connsiteX41" fmla="*/ 173831 w 519112"/>
                <a:gd name="connsiteY41" fmla="*/ 211932 h 233363"/>
                <a:gd name="connsiteX42" fmla="*/ 130969 w 519112"/>
                <a:gd name="connsiteY42" fmla="*/ 233363 h 233363"/>
                <a:gd name="connsiteX43" fmla="*/ 73819 w 519112"/>
                <a:gd name="connsiteY43" fmla="*/ 202407 h 233363"/>
                <a:gd name="connsiteX44" fmla="*/ 69056 w 519112"/>
                <a:gd name="connsiteY44" fmla="*/ 190500 h 233363"/>
                <a:gd name="connsiteX45" fmla="*/ 66675 w 519112"/>
                <a:gd name="connsiteY45" fmla="*/ 197644 h 233363"/>
                <a:gd name="connsiteX46" fmla="*/ 57150 w 519112"/>
                <a:gd name="connsiteY46" fmla="*/ 207169 h 233363"/>
                <a:gd name="connsiteX47" fmla="*/ 47625 w 519112"/>
                <a:gd name="connsiteY47" fmla="*/ 209550 h 233363"/>
                <a:gd name="connsiteX48" fmla="*/ 30956 w 519112"/>
                <a:gd name="connsiteY48" fmla="*/ 211932 h 233363"/>
                <a:gd name="connsiteX49" fmla="*/ 19050 w 519112"/>
                <a:gd name="connsiteY49" fmla="*/ 209550 h 233363"/>
                <a:gd name="connsiteX50" fmla="*/ 0 w 519112"/>
                <a:gd name="connsiteY50" fmla="*/ 169069 h 233363"/>
                <a:gd name="connsiteX51" fmla="*/ 23812 w 519112"/>
                <a:gd name="connsiteY51" fmla="*/ 147638 h 233363"/>
                <a:gd name="connsiteX52" fmla="*/ 52930 w 519112"/>
                <a:gd name="connsiteY52" fmla="*/ 139316 h 233363"/>
                <a:gd name="connsiteX0" fmla="*/ 52930 w 519112"/>
                <a:gd name="connsiteY0" fmla="*/ 139316 h 233363"/>
                <a:gd name="connsiteX1" fmla="*/ 58793 w 519112"/>
                <a:gd name="connsiteY1" fmla="*/ 122429 h 233363"/>
                <a:gd name="connsiteX2" fmla="*/ 78450 w 519112"/>
                <a:gd name="connsiteY2" fmla="*/ 102959 h 233363"/>
                <a:gd name="connsiteX3" fmla="*/ 110269 w 519112"/>
                <a:gd name="connsiteY3" fmla="*/ 105404 h 233363"/>
                <a:gd name="connsiteX4" fmla="*/ 126206 w 519112"/>
                <a:gd name="connsiteY4" fmla="*/ 116682 h 233363"/>
                <a:gd name="connsiteX5" fmla="*/ 133350 w 519112"/>
                <a:gd name="connsiteY5" fmla="*/ 119063 h 233363"/>
                <a:gd name="connsiteX6" fmla="*/ 140494 w 519112"/>
                <a:gd name="connsiteY6" fmla="*/ 123825 h 233363"/>
                <a:gd name="connsiteX7" fmla="*/ 142875 w 519112"/>
                <a:gd name="connsiteY7" fmla="*/ 114300 h 233363"/>
                <a:gd name="connsiteX8" fmla="*/ 204787 w 519112"/>
                <a:gd name="connsiteY8" fmla="*/ 107157 h 233363"/>
                <a:gd name="connsiteX9" fmla="*/ 211931 w 519112"/>
                <a:gd name="connsiteY9" fmla="*/ 102394 h 233363"/>
                <a:gd name="connsiteX10" fmla="*/ 226219 w 519112"/>
                <a:gd name="connsiteY10" fmla="*/ 71438 h 233363"/>
                <a:gd name="connsiteX11" fmla="*/ 269081 w 519112"/>
                <a:gd name="connsiteY11" fmla="*/ 42863 h 233363"/>
                <a:gd name="connsiteX12" fmla="*/ 278606 w 519112"/>
                <a:gd name="connsiteY12" fmla="*/ 23813 h 233363"/>
                <a:gd name="connsiteX13" fmla="*/ 321469 w 519112"/>
                <a:gd name="connsiteY13" fmla="*/ 11907 h 233363"/>
                <a:gd name="connsiteX14" fmla="*/ 366712 w 519112"/>
                <a:gd name="connsiteY14" fmla="*/ 26194 h 233363"/>
                <a:gd name="connsiteX15" fmla="*/ 373856 w 519112"/>
                <a:gd name="connsiteY15" fmla="*/ 38100 h 233363"/>
                <a:gd name="connsiteX16" fmla="*/ 378619 w 519112"/>
                <a:gd name="connsiteY16" fmla="*/ 16669 h 233363"/>
                <a:gd name="connsiteX17" fmla="*/ 383381 w 519112"/>
                <a:gd name="connsiteY17" fmla="*/ 9525 h 233363"/>
                <a:gd name="connsiteX18" fmla="*/ 411956 w 519112"/>
                <a:gd name="connsiteY18" fmla="*/ 0 h 233363"/>
                <a:gd name="connsiteX19" fmla="*/ 454819 w 519112"/>
                <a:gd name="connsiteY19" fmla="*/ 2382 h 233363"/>
                <a:gd name="connsiteX20" fmla="*/ 466725 w 519112"/>
                <a:gd name="connsiteY20" fmla="*/ 21432 h 233363"/>
                <a:gd name="connsiteX21" fmla="*/ 495300 w 519112"/>
                <a:gd name="connsiteY21" fmla="*/ 28575 h 233363"/>
                <a:gd name="connsiteX22" fmla="*/ 514350 w 519112"/>
                <a:gd name="connsiteY22" fmla="*/ 38100 h 233363"/>
                <a:gd name="connsiteX23" fmla="*/ 516731 w 519112"/>
                <a:gd name="connsiteY23" fmla="*/ 47625 h 233363"/>
                <a:gd name="connsiteX24" fmla="*/ 519112 w 519112"/>
                <a:gd name="connsiteY24" fmla="*/ 80963 h 233363"/>
                <a:gd name="connsiteX25" fmla="*/ 511969 w 519112"/>
                <a:gd name="connsiteY25" fmla="*/ 88107 h 233363"/>
                <a:gd name="connsiteX26" fmla="*/ 483394 w 519112"/>
                <a:gd name="connsiteY26" fmla="*/ 95250 h 233363"/>
                <a:gd name="connsiteX27" fmla="*/ 478631 w 519112"/>
                <a:gd name="connsiteY27" fmla="*/ 152400 h 233363"/>
                <a:gd name="connsiteX28" fmla="*/ 450056 w 519112"/>
                <a:gd name="connsiteY28" fmla="*/ 154782 h 233363"/>
                <a:gd name="connsiteX29" fmla="*/ 423862 w 519112"/>
                <a:gd name="connsiteY29" fmla="*/ 147638 h 233363"/>
                <a:gd name="connsiteX30" fmla="*/ 416719 w 519112"/>
                <a:gd name="connsiteY30" fmla="*/ 152400 h 233363"/>
                <a:gd name="connsiteX31" fmla="*/ 402431 w 519112"/>
                <a:gd name="connsiteY31" fmla="*/ 169069 h 233363"/>
                <a:gd name="connsiteX32" fmla="*/ 392906 w 519112"/>
                <a:gd name="connsiteY32" fmla="*/ 183357 h 233363"/>
                <a:gd name="connsiteX33" fmla="*/ 354806 w 519112"/>
                <a:gd name="connsiteY33" fmla="*/ 200025 h 233363"/>
                <a:gd name="connsiteX34" fmla="*/ 335756 w 519112"/>
                <a:gd name="connsiteY34" fmla="*/ 202407 h 233363"/>
                <a:gd name="connsiteX35" fmla="*/ 323850 w 519112"/>
                <a:gd name="connsiteY35" fmla="*/ 188119 h 233363"/>
                <a:gd name="connsiteX36" fmla="*/ 311944 w 519112"/>
                <a:gd name="connsiteY36" fmla="*/ 200025 h 233363"/>
                <a:gd name="connsiteX37" fmla="*/ 290512 w 519112"/>
                <a:gd name="connsiteY37" fmla="*/ 211932 h 233363"/>
                <a:gd name="connsiteX38" fmla="*/ 269081 w 519112"/>
                <a:gd name="connsiteY38" fmla="*/ 214313 h 233363"/>
                <a:gd name="connsiteX39" fmla="*/ 235744 w 519112"/>
                <a:gd name="connsiteY39" fmla="*/ 219075 h 233363"/>
                <a:gd name="connsiteX40" fmla="*/ 188119 w 519112"/>
                <a:gd name="connsiteY40" fmla="*/ 211932 h 233363"/>
                <a:gd name="connsiteX41" fmla="*/ 183356 w 519112"/>
                <a:gd name="connsiteY41" fmla="*/ 202407 h 233363"/>
                <a:gd name="connsiteX42" fmla="*/ 173831 w 519112"/>
                <a:gd name="connsiteY42" fmla="*/ 211932 h 233363"/>
                <a:gd name="connsiteX43" fmla="*/ 130969 w 519112"/>
                <a:gd name="connsiteY43" fmla="*/ 233363 h 233363"/>
                <a:gd name="connsiteX44" fmla="*/ 73819 w 519112"/>
                <a:gd name="connsiteY44" fmla="*/ 202407 h 233363"/>
                <a:gd name="connsiteX45" fmla="*/ 69056 w 519112"/>
                <a:gd name="connsiteY45" fmla="*/ 190500 h 233363"/>
                <a:gd name="connsiteX46" fmla="*/ 66675 w 519112"/>
                <a:gd name="connsiteY46" fmla="*/ 197644 h 233363"/>
                <a:gd name="connsiteX47" fmla="*/ 57150 w 519112"/>
                <a:gd name="connsiteY47" fmla="*/ 207169 h 233363"/>
                <a:gd name="connsiteX48" fmla="*/ 47625 w 519112"/>
                <a:gd name="connsiteY48" fmla="*/ 209550 h 233363"/>
                <a:gd name="connsiteX49" fmla="*/ 30956 w 519112"/>
                <a:gd name="connsiteY49" fmla="*/ 211932 h 233363"/>
                <a:gd name="connsiteX50" fmla="*/ 19050 w 519112"/>
                <a:gd name="connsiteY50" fmla="*/ 209550 h 233363"/>
                <a:gd name="connsiteX51" fmla="*/ 0 w 519112"/>
                <a:gd name="connsiteY51" fmla="*/ 169069 h 233363"/>
                <a:gd name="connsiteX52" fmla="*/ 23812 w 519112"/>
                <a:gd name="connsiteY52" fmla="*/ 147638 h 233363"/>
                <a:gd name="connsiteX53" fmla="*/ 52930 w 519112"/>
                <a:gd name="connsiteY53" fmla="*/ 139316 h 233363"/>
                <a:gd name="connsiteX0" fmla="*/ 52930 w 519112"/>
                <a:gd name="connsiteY0" fmla="*/ 139316 h 233363"/>
                <a:gd name="connsiteX1" fmla="*/ 58793 w 519112"/>
                <a:gd name="connsiteY1" fmla="*/ 122429 h 233363"/>
                <a:gd name="connsiteX2" fmla="*/ 78450 w 519112"/>
                <a:gd name="connsiteY2" fmla="*/ 102959 h 233363"/>
                <a:gd name="connsiteX3" fmla="*/ 110269 w 519112"/>
                <a:gd name="connsiteY3" fmla="*/ 105404 h 233363"/>
                <a:gd name="connsiteX4" fmla="*/ 126206 w 519112"/>
                <a:gd name="connsiteY4" fmla="*/ 116682 h 233363"/>
                <a:gd name="connsiteX5" fmla="*/ 133350 w 519112"/>
                <a:gd name="connsiteY5" fmla="*/ 119063 h 233363"/>
                <a:gd name="connsiteX6" fmla="*/ 140494 w 519112"/>
                <a:gd name="connsiteY6" fmla="*/ 123825 h 233363"/>
                <a:gd name="connsiteX7" fmla="*/ 142875 w 519112"/>
                <a:gd name="connsiteY7" fmla="*/ 114300 h 233363"/>
                <a:gd name="connsiteX8" fmla="*/ 204787 w 519112"/>
                <a:gd name="connsiteY8" fmla="*/ 107157 h 233363"/>
                <a:gd name="connsiteX9" fmla="*/ 211931 w 519112"/>
                <a:gd name="connsiteY9" fmla="*/ 102394 h 233363"/>
                <a:gd name="connsiteX10" fmla="*/ 226219 w 519112"/>
                <a:gd name="connsiteY10" fmla="*/ 71438 h 233363"/>
                <a:gd name="connsiteX11" fmla="*/ 269081 w 519112"/>
                <a:gd name="connsiteY11" fmla="*/ 42863 h 233363"/>
                <a:gd name="connsiteX12" fmla="*/ 278606 w 519112"/>
                <a:gd name="connsiteY12" fmla="*/ 23813 h 233363"/>
                <a:gd name="connsiteX13" fmla="*/ 321469 w 519112"/>
                <a:gd name="connsiteY13" fmla="*/ 11907 h 233363"/>
                <a:gd name="connsiteX14" fmla="*/ 366712 w 519112"/>
                <a:gd name="connsiteY14" fmla="*/ 26194 h 233363"/>
                <a:gd name="connsiteX15" fmla="*/ 373856 w 519112"/>
                <a:gd name="connsiteY15" fmla="*/ 38100 h 233363"/>
                <a:gd name="connsiteX16" fmla="*/ 378619 w 519112"/>
                <a:gd name="connsiteY16" fmla="*/ 16669 h 233363"/>
                <a:gd name="connsiteX17" fmla="*/ 383381 w 519112"/>
                <a:gd name="connsiteY17" fmla="*/ 9525 h 233363"/>
                <a:gd name="connsiteX18" fmla="*/ 411956 w 519112"/>
                <a:gd name="connsiteY18" fmla="*/ 0 h 233363"/>
                <a:gd name="connsiteX19" fmla="*/ 454819 w 519112"/>
                <a:gd name="connsiteY19" fmla="*/ 2382 h 233363"/>
                <a:gd name="connsiteX20" fmla="*/ 466725 w 519112"/>
                <a:gd name="connsiteY20" fmla="*/ 21432 h 233363"/>
                <a:gd name="connsiteX21" fmla="*/ 495300 w 519112"/>
                <a:gd name="connsiteY21" fmla="*/ 28575 h 233363"/>
                <a:gd name="connsiteX22" fmla="*/ 514350 w 519112"/>
                <a:gd name="connsiteY22" fmla="*/ 38100 h 233363"/>
                <a:gd name="connsiteX23" fmla="*/ 516731 w 519112"/>
                <a:gd name="connsiteY23" fmla="*/ 47625 h 233363"/>
                <a:gd name="connsiteX24" fmla="*/ 519112 w 519112"/>
                <a:gd name="connsiteY24" fmla="*/ 80963 h 233363"/>
                <a:gd name="connsiteX25" fmla="*/ 511969 w 519112"/>
                <a:gd name="connsiteY25" fmla="*/ 88107 h 233363"/>
                <a:gd name="connsiteX26" fmla="*/ 483394 w 519112"/>
                <a:gd name="connsiteY26" fmla="*/ 95250 h 233363"/>
                <a:gd name="connsiteX27" fmla="*/ 478631 w 519112"/>
                <a:gd name="connsiteY27" fmla="*/ 152400 h 233363"/>
                <a:gd name="connsiteX28" fmla="*/ 450056 w 519112"/>
                <a:gd name="connsiteY28" fmla="*/ 154782 h 233363"/>
                <a:gd name="connsiteX29" fmla="*/ 423862 w 519112"/>
                <a:gd name="connsiteY29" fmla="*/ 147638 h 233363"/>
                <a:gd name="connsiteX30" fmla="*/ 416719 w 519112"/>
                <a:gd name="connsiteY30" fmla="*/ 152400 h 233363"/>
                <a:gd name="connsiteX31" fmla="*/ 402431 w 519112"/>
                <a:gd name="connsiteY31" fmla="*/ 169069 h 233363"/>
                <a:gd name="connsiteX32" fmla="*/ 392906 w 519112"/>
                <a:gd name="connsiteY32" fmla="*/ 183357 h 233363"/>
                <a:gd name="connsiteX33" fmla="*/ 354806 w 519112"/>
                <a:gd name="connsiteY33" fmla="*/ 200025 h 233363"/>
                <a:gd name="connsiteX34" fmla="*/ 335756 w 519112"/>
                <a:gd name="connsiteY34" fmla="*/ 202407 h 233363"/>
                <a:gd name="connsiteX35" fmla="*/ 323850 w 519112"/>
                <a:gd name="connsiteY35" fmla="*/ 188119 h 233363"/>
                <a:gd name="connsiteX36" fmla="*/ 311944 w 519112"/>
                <a:gd name="connsiteY36" fmla="*/ 200025 h 233363"/>
                <a:gd name="connsiteX37" fmla="*/ 290512 w 519112"/>
                <a:gd name="connsiteY37" fmla="*/ 211932 h 233363"/>
                <a:gd name="connsiteX38" fmla="*/ 269081 w 519112"/>
                <a:gd name="connsiteY38" fmla="*/ 214313 h 233363"/>
                <a:gd name="connsiteX39" fmla="*/ 235744 w 519112"/>
                <a:gd name="connsiteY39" fmla="*/ 219075 h 233363"/>
                <a:gd name="connsiteX40" fmla="*/ 188119 w 519112"/>
                <a:gd name="connsiteY40" fmla="*/ 211932 h 233363"/>
                <a:gd name="connsiteX41" fmla="*/ 183356 w 519112"/>
                <a:gd name="connsiteY41" fmla="*/ 202407 h 233363"/>
                <a:gd name="connsiteX42" fmla="*/ 173831 w 519112"/>
                <a:gd name="connsiteY42" fmla="*/ 211932 h 233363"/>
                <a:gd name="connsiteX43" fmla="*/ 130969 w 519112"/>
                <a:gd name="connsiteY43" fmla="*/ 233363 h 233363"/>
                <a:gd name="connsiteX44" fmla="*/ 73819 w 519112"/>
                <a:gd name="connsiteY44" fmla="*/ 202407 h 233363"/>
                <a:gd name="connsiteX45" fmla="*/ 69056 w 519112"/>
                <a:gd name="connsiteY45" fmla="*/ 190500 h 233363"/>
                <a:gd name="connsiteX46" fmla="*/ 66675 w 519112"/>
                <a:gd name="connsiteY46" fmla="*/ 197644 h 233363"/>
                <a:gd name="connsiteX47" fmla="*/ 57150 w 519112"/>
                <a:gd name="connsiteY47" fmla="*/ 207169 h 233363"/>
                <a:gd name="connsiteX48" fmla="*/ 47625 w 519112"/>
                <a:gd name="connsiteY48" fmla="*/ 209550 h 233363"/>
                <a:gd name="connsiteX49" fmla="*/ 30956 w 519112"/>
                <a:gd name="connsiteY49" fmla="*/ 211932 h 233363"/>
                <a:gd name="connsiteX50" fmla="*/ 19050 w 519112"/>
                <a:gd name="connsiteY50" fmla="*/ 209550 h 233363"/>
                <a:gd name="connsiteX51" fmla="*/ 0 w 519112"/>
                <a:gd name="connsiteY51" fmla="*/ 169069 h 233363"/>
                <a:gd name="connsiteX52" fmla="*/ 27489 w 519112"/>
                <a:gd name="connsiteY52" fmla="*/ 137782 h 233363"/>
                <a:gd name="connsiteX53" fmla="*/ 52930 w 519112"/>
                <a:gd name="connsiteY53" fmla="*/ 139316 h 233363"/>
                <a:gd name="connsiteX0" fmla="*/ 52930 w 519112"/>
                <a:gd name="connsiteY0" fmla="*/ 139316 h 233363"/>
                <a:gd name="connsiteX1" fmla="*/ 58793 w 519112"/>
                <a:gd name="connsiteY1" fmla="*/ 122429 h 233363"/>
                <a:gd name="connsiteX2" fmla="*/ 78450 w 519112"/>
                <a:gd name="connsiteY2" fmla="*/ 102959 h 233363"/>
                <a:gd name="connsiteX3" fmla="*/ 110269 w 519112"/>
                <a:gd name="connsiteY3" fmla="*/ 105404 h 233363"/>
                <a:gd name="connsiteX4" fmla="*/ 126206 w 519112"/>
                <a:gd name="connsiteY4" fmla="*/ 116682 h 233363"/>
                <a:gd name="connsiteX5" fmla="*/ 133350 w 519112"/>
                <a:gd name="connsiteY5" fmla="*/ 119063 h 233363"/>
                <a:gd name="connsiteX6" fmla="*/ 140494 w 519112"/>
                <a:gd name="connsiteY6" fmla="*/ 123825 h 233363"/>
                <a:gd name="connsiteX7" fmla="*/ 142875 w 519112"/>
                <a:gd name="connsiteY7" fmla="*/ 114300 h 233363"/>
                <a:gd name="connsiteX8" fmla="*/ 204787 w 519112"/>
                <a:gd name="connsiteY8" fmla="*/ 107157 h 233363"/>
                <a:gd name="connsiteX9" fmla="*/ 211931 w 519112"/>
                <a:gd name="connsiteY9" fmla="*/ 102394 h 233363"/>
                <a:gd name="connsiteX10" fmla="*/ 226219 w 519112"/>
                <a:gd name="connsiteY10" fmla="*/ 71438 h 233363"/>
                <a:gd name="connsiteX11" fmla="*/ 269081 w 519112"/>
                <a:gd name="connsiteY11" fmla="*/ 42863 h 233363"/>
                <a:gd name="connsiteX12" fmla="*/ 278606 w 519112"/>
                <a:gd name="connsiteY12" fmla="*/ 23813 h 233363"/>
                <a:gd name="connsiteX13" fmla="*/ 321469 w 519112"/>
                <a:gd name="connsiteY13" fmla="*/ 11907 h 233363"/>
                <a:gd name="connsiteX14" fmla="*/ 366712 w 519112"/>
                <a:gd name="connsiteY14" fmla="*/ 26194 h 233363"/>
                <a:gd name="connsiteX15" fmla="*/ 373856 w 519112"/>
                <a:gd name="connsiteY15" fmla="*/ 38100 h 233363"/>
                <a:gd name="connsiteX16" fmla="*/ 378619 w 519112"/>
                <a:gd name="connsiteY16" fmla="*/ 16669 h 233363"/>
                <a:gd name="connsiteX17" fmla="*/ 383381 w 519112"/>
                <a:gd name="connsiteY17" fmla="*/ 9525 h 233363"/>
                <a:gd name="connsiteX18" fmla="*/ 411956 w 519112"/>
                <a:gd name="connsiteY18" fmla="*/ 0 h 233363"/>
                <a:gd name="connsiteX19" fmla="*/ 454819 w 519112"/>
                <a:gd name="connsiteY19" fmla="*/ 2382 h 233363"/>
                <a:gd name="connsiteX20" fmla="*/ 466725 w 519112"/>
                <a:gd name="connsiteY20" fmla="*/ 21432 h 233363"/>
                <a:gd name="connsiteX21" fmla="*/ 495300 w 519112"/>
                <a:gd name="connsiteY21" fmla="*/ 28575 h 233363"/>
                <a:gd name="connsiteX22" fmla="*/ 514350 w 519112"/>
                <a:gd name="connsiteY22" fmla="*/ 38100 h 233363"/>
                <a:gd name="connsiteX23" fmla="*/ 516731 w 519112"/>
                <a:gd name="connsiteY23" fmla="*/ 47625 h 233363"/>
                <a:gd name="connsiteX24" fmla="*/ 519112 w 519112"/>
                <a:gd name="connsiteY24" fmla="*/ 80963 h 233363"/>
                <a:gd name="connsiteX25" fmla="*/ 511969 w 519112"/>
                <a:gd name="connsiteY25" fmla="*/ 88107 h 233363"/>
                <a:gd name="connsiteX26" fmla="*/ 483394 w 519112"/>
                <a:gd name="connsiteY26" fmla="*/ 95250 h 233363"/>
                <a:gd name="connsiteX27" fmla="*/ 478631 w 519112"/>
                <a:gd name="connsiteY27" fmla="*/ 152400 h 233363"/>
                <a:gd name="connsiteX28" fmla="*/ 450056 w 519112"/>
                <a:gd name="connsiteY28" fmla="*/ 154782 h 233363"/>
                <a:gd name="connsiteX29" fmla="*/ 423862 w 519112"/>
                <a:gd name="connsiteY29" fmla="*/ 147638 h 233363"/>
                <a:gd name="connsiteX30" fmla="*/ 416719 w 519112"/>
                <a:gd name="connsiteY30" fmla="*/ 152400 h 233363"/>
                <a:gd name="connsiteX31" fmla="*/ 402431 w 519112"/>
                <a:gd name="connsiteY31" fmla="*/ 169069 h 233363"/>
                <a:gd name="connsiteX32" fmla="*/ 392906 w 519112"/>
                <a:gd name="connsiteY32" fmla="*/ 183357 h 233363"/>
                <a:gd name="connsiteX33" fmla="*/ 354806 w 519112"/>
                <a:gd name="connsiteY33" fmla="*/ 200025 h 233363"/>
                <a:gd name="connsiteX34" fmla="*/ 335756 w 519112"/>
                <a:gd name="connsiteY34" fmla="*/ 202407 h 233363"/>
                <a:gd name="connsiteX35" fmla="*/ 323850 w 519112"/>
                <a:gd name="connsiteY35" fmla="*/ 188119 h 233363"/>
                <a:gd name="connsiteX36" fmla="*/ 311944 w 519112"/>
                <a:gd name="connsiteY36" fmla="*/ 200025 h 233363"/>
                <a:gd name="connsiteX37" fmla="*/ 290512 w 519112"/>
                <a:gd name="connsiteY37" fmla="*/ 211932 h 233363"/>
                <a:gd name="connsiteX38" fmla="*/ 269081 w 519112"/>
                <a:gd name="connsiteY38" fmla="*/ 214313 h 233363"/>
                <a:gd name="connsiteX39" fmla="*/ 235744 w 519112"/>
                <a:gd name="connsiteY39" fmla="*/ 219075 h 233363"/>
                <a:gd name="connsiteX40" fmla="*/ 188119 w 519112"/>
                <a:gd name="connsiteY40" fmla="*/ 211932 h 233363"/>
                <a:gd name="connsiteX41" fmla="*/ 183356 w 519112"/>
                <a:gd name="connsiteY41" fmla="*/ 202407 h 233363"/>
                <a:gd name="connsiteX42" fmla="*/ 173831 w 519112"/>
                <a:gd name="connsiteY42" fmla="*/ 211932 h 233363"/>
                <a:gd name="connsiteX43" fmla="*/ 130969 w 519112"/>
                <a:gd name="connsiteY43" fmla="*/ 233363 h 233363"/>
                <a:gd name="connsiteX44" fmla="*/ 73819 w 519112"/>
                <a:gd name="connsiteY44" fmla="*/ 202407 h 233363"/>
                <a:gd name="connsiteX45" fmla="*/ 69056 w 519112"/>
                <a:gd name="connsiteY45" fmla="*/ 190500 h 233363"/>
                <a:gd name="connsiteX46" fmla="*/ 66675 w 519112"/>
                <a:gd name="connsiteY46" fmla="*/ 197644 h 233363"/>
                <a:gd name="connsiteX47" fmla="*/ 57150 w 519112"/>
                <a:gd name="connsiteY47" fmla="*/ 207169 h 233363"/>
                <a:gd name="connsiteX48" fmla="*/ 47625 w 519112"/>
                <a:gd name="connsiteY48" fmla="*/ 209550 h 233363"/>
                <a:gd name="connsiteX49" fmla="*/ 30956 w 519112"/>
                <a:gd name="connsiteY49" fmla="*/ 211932 h 233363"/>
                <a:gd name="connsiteX50" fmla="*/ 19050 w 519112"/>
                <a:gd name="connsiteY50" fmla="*/ 209550 h 233363"/>
                <a:gd name="connsiteX51" fmla="*/ 0 w 519112"/>
                <a:gd name="connsiteY51" fmla="*/ 169069 h 233363"/>
                <a:gd name="connsiteX52" fmla="*/ 30247 w 519112"/>
                <a:gd name="connsiteY52" fmla="*/ 134198 h 233363"/>
                <a:gd name="connsiteX53" fmla="*/ 52930 w 519112"/>
                <a:gd name="connsiteY53" fmla="*/ 139316 h 233363"/>
                <a:gd name="connsiteX0" fmla="*/ 52930 w 519112"/>
                <a:gd name="connsiteY0" fmla="*/ 139316 h 233363"/>
                <a:gd name="connsiteX1" fmla="*/ 58793 w 519112"/>
                <a:gd name="connsiteY1" fmla="*/ 122429 h 233363"/>
                <a:gd name="connsiteX2" fmla="*/ 78450 w 519112"/>
                <a:gd name="connsiteY2" fmla="*/ 102959 h 233363"/>
                <a:gd name="connsiteX3" fmla="*/ 110269 w 519112"/>
                <a:gd name="connsiteY3" fmla="*/ 105404 h 233363"/>
                <a:gd name="connsiteX4" fmla="*/ 126206 w 519112"/>
                <a:gd name="connsiteY4" fmla="*/ 116682 h 233363"/>
                <a:gd name="connsiteX5" fmla="*/ 133350 w 519112"/>
                <a:gd name="connsiteY5" fmla="*/ 119063 h 233363"/>
                <a:gd name="connsiteX6" fmla="*/ 140494 w 519112"/>
                <a:gd name="connsiteY6" fmla="*/ 123825 h 233363"/>
                <a:gd name="connsiteX7" fmla="*/ 142875 w 519112"/>
                <a:gd name="connsiteY7" fmla="*/ 114300 h 233363"/>
                <a:gd name="connsiteX8" fmla="*/ 204787 w 519112"/>
                <a:gd name="connsiteY8" fmla="*/ 107157 h 233363"/>
                <a:gd name="connsiteX9" fmla="*/ 211931 w 519112"/>
                <a:gd name="connsiteY9" fmla="*/ 102394 h 233363"/>
                <a:gd name="connsiteX10" fmla="*/ 226219 w 519112"/>
                <a:gd name="connsiteY10" fmla="*/ 71438 h 233363"/>
                <a:gd name="connsiteX11" fmla="*/ 269081 w 519112"/>
                <a:gd name="connsiteY11" fmla="*/ 42863 h 233363"/>
                <a:gd name="connsiteX12" fmla="*/ 278606 w 519112"/>
                <a:gd name="connsiteY12" fmla="*/ 23813 h 233363"/>
                <a:gd name="connsiteX13" fmla="*/ 321469 w 519112"/>
                <a:gd name="connsiteY13" fmla="*/ 11907 h 233363"/>
                <a:gd name="connsiteX14" fmla="*/ 366712 w 519112"/>
                <a:gd name="connsiteY14" fmla="*/ 26194 h 233363"/>
                <a:gd name="connsiteX15" fmla="*/ 373856 w 519112"/>
                <a:gd name="connsiteY15" fmla="*/ 38100 h 233363"/>
                <a:gd name="connsiteX16" fmla="*/ 378619 w 519112"/>
                <a:gd name="connsiteY16" fmla="*/ 16669 h 233363"/>
                <a:gd name="connsiteX17" fmla="*/ 383381 w 519112"/>
                <a:gd name="connsiteY17" fmla="*/ 9525 h 233363"/>
                <a:gd name="connsiteX18" fmla="*/ 411956 w 519112"/>
                <a:gd name="connsiteY18" fmla="*/ 0 h 233363"/>
                <a:gd name="connsiteX19" fmla="*/ 454819 w 519112"/>
                <a:gd name="connsiteY19" fmla="*/ 2382 h 233363"/>
                <a:gd name="connsiteX20" fmla="*/ 466725 w 519112"/>
                <a:gd name="connsiteY20" fmla="*/ 21432 h 233363"/>
                <a:gd name="connsiteX21" fmla="*/ 495300 w 519112"/>
                <a:gd name="connsiteY21" fmla="*/ 28575 h 233363"/>
                <a:gd name="connsiteX22" fmla="*/ 514350 w 519112"/>
                <a:gd name="connsiteY22" fmla="*/ 38100 h 233363"/>
                <a:gd name="connsiteX23" fmla="*/ 516731 w 519112"/>
                <a:gd name="connsiteY23" fmla="*/ 47625 h 233363"/>
                <a:gd name="connsiteX24" fmla="*/ 519112 w 519112"/>
                <a:gd name="connsiteY24" fmla="*/ 80963 h 233363"/>
                <a:gd name="connsiteX25" fmla="*/ 511969 w 519112"/>
                <a:gd name="connsiteY25" fmla="*/ 88107 h 233363"/>
                <a:gd name="connsiteX26" fmla="*/ 483394 w 519112"/>
                <a:gd name="connsiteY26" fmla="*/ 95250 h 233363"/>
                <a:gd name="connsiteX27" fmla="*/ 478631 w 519112"/>
                <a:gd name="connsiteY27" fmla="*/ 152400 h 233363"/>
                <a:gd name="connsiteX28" fmla="*/ 450056 w 519112"/>
                <a:gd name="connsiteY28" fmla="*/ 154782 h 233363"/>
                <a:gd name="connsiteX29" fmla="*/ 423862 w 519112"/>
                <a:gd name="connsiteY29" fmla="*/ 147638 h 233363"/>
                <a:gd name="connsiteX30" fmla="*/ 416719 w 519112"/>
                <a:gd name="connsiteY30" fmla="*/ 152400 h 233363"/>
                <a:gd name="connsiteX31" fmla="*/ 402431 w 519112"/>
                <a:gd name="connsiteY31" fmla="*/ 169069 h 233363"/>
                <a:gd name="connsiteX32" fmla="*/ 392906 w 519112"/>
                <a:gd name="connsiteY32" fmla="*/ 183357 h 233363"/>
                <a:gd name="connsiteX33" fmla="*/ 354806 w 519112"/>
                <a:gd name="connsiteY33" fmla="*/ 200025 h 233363"/>
                <a:gd name="connsiteX34" fmla="*/ 335756 w 519112"/>
                <a:gd name="connsiteY34" fmla="*/ 202407 h 233363"/>
                <a:gd name="connsiteX35" fmla="*/ 323850 w 519112"/>
                <a:gd name="connsiteY35" fmla="*/ 188119 h 233363"/>
                <a:gd name="connsiteX36" fmla="*/ 311944 w 519112"/>
                <a:gd name="connsiteY36" fmla="*/ 200025 h 233363"/>
                <a:gd name="connsiteX37" fmla="*/ 290512 w 519112"/>
                <a:gd name="connsiteY37" fmla="*/ 211932 h 233363"/>
                <a:gd name="connsiteX38" fmla="*/ 269081 w 519112"/>
                <a:gd name="connsiteY38" fmla="*/ 214313 h 233363"/>
                <a:gd name="connsiteX39" fmla="*/ 235744 w 519112"/>
                <a:gd name="connsiteY39" fmla="*/ 219075 h 233363"/>
                <a:gd name="connsiteX40" fmla="*/ 188119 w 519112"/>
                <a:gd name="connsiteY40" fmla="*/ 211932 h 233363"/>
                <a:gd name="connsiteX41" fmla="*/ 183356 w 519112"/>
                <a:gd name="connsiteY41" fmla="*/ 202407 h 233363"/>
                <a:gd name="connsiteX42" fmla="*/ 173831 w 519112"/>
                <a:gd name="connsiteY42" fmla="*/ 211932 h 233363"/>
                <a:gd name="connsiteX43" fmla="*/ 130969 w 519112"/>
                <a:gd name="connsiteY43" fmla="*/ 233363 h 233363"/>
                <a:gd name="connsiteX44" fmla="*/ 73819 w 519112"/>
                <a:gd name="connsiteY44" fmla="*/ 202407 h 233363"/>
                <a:gd name="connsiteX45" fmla="*/ 69056 w 519112"/>
                <a:gd name="connsiteY45" fmla="*/ 190500 h 233363"/>
                <a:gd name="connsiteX46" fmla="*/ 66675 w 519112"/>
                <a:gd name="connsiteY46" fmla="*/ 197644 h 233363"/>
                <a:gd name="connsiteX47" fmla="*/ 57150 w 519112"/>
                <a:gd name="connsiteY47" fmla="*/ 207169 h 233363"/>
                <a:gd name="connsiteX48" fmla="*/ 47625 w 519112"/>
                <a:gd name="connsiteY48" fmla="*/ 209550 h 233363"/>
                <a:gd name="connsiteX49" fmla="*/ 30956 w 519112"/>
                <a:gd name="connsiteY49" fmla="*/ 211932 h 233363"/>
                <a:gd name="connsiteX50" fmla="*/ 19050 w 519112"/>
                <a:gd name="connsiteY50" fmla="*/ 209550 h 233363"/>
                <a:gd name="connsiteX51" fmla="*/ 0 w 519112"/>
                <a:gd name="connsiteY51" fmla="*/ 169069 h 233363"/>
                <a:gd name="connsiteX52" fmla="*/ 22893 w 519112"/>
                <a:gd name="connsiteY52" fmla="*/ 136886 h 233363"/>
                <a:gd name="connsiteX53" fmla="*/ 52930 w 519112"/>
                <a:gd name="connsiteY53" fmla="*/ 139316 h 233363"/>
                <a:gd name="connsiteX0" fmla="*/ 51091 w 517273"/>
                <a:gd name="connsiteY0" fmla="*/ 139316 h 233363"/>
                <a:gd name="connsiteX1" fmla="*/ 56954 w 517273"/>
                <a:gd name="connsiteY1" fmla="*/ 122429 h 233363"/>
                <a:gd name="connsiteX2" fmla="*/ 76611 w 517273"/>
                <a:gd name="connsiteY2" fmla="*/ 102959 h 233363"/>
                <a:gd name="connsiteX3" fmla="*/ 108430 w 517273"/>
                <a:gd name="connsiteY3" fmla="*/ 105404 h 233363"/>
                <a:gd name="connsiteX4" fmla="*/ 124367 w 517273"/>
                <a:gd name="connsiteY4" fmla="*/ 116682 h 233363"/>
                <a:gd name="connsiteX5" fmla="*/ 131511 w 517273"/>
                <a:gd name="connsiteY5" fmla="*/ 119063 h 233363"/>
                <a:gd name="connsiteX6" fmla="*/ 138655 w 517273"/>
                <a:gd name="connsiteY6" fmla="*/ 123825 h 233363"/>
                <a:gd name="connsiteX7" fmla="*/ 141036 w 517273"/>
                <a:gd name="connsiteY7" fmla="*/ 114300 h 233363"/>
                <a:gd name="connsiteX8" fmla="*/ 202948 w 517273"/>
                <a:gd name="connsiteY8" fmla="*/ 107157 h 233363"/>
                <a:gd name="connsiteX9" fmla="*/ 210092 w 517273"/>
                <a:gd name="connsiteY9" fmla="*/ 102394 h 233363"/>
                <a:gd name="connsiteX10" fmla="*/ 224380 w 517273"/>
                <a:gd name="connsiteY10" fmla="*/ 71438 h 233363"/>
                <a:gd name="connsiteX11" fmla="*/ 267242 w 517273"/>
                <a:gd name="connsiteY11" fmla="*/ 42863 h 233363"/>
                <a:gd name="connsiteX12" fmla="*/ 276767 w 517273"/>
                <a:gd name="connsiteY12" fmla="*/ 23813 h 233363"/>
                <a:gd name="connsiteX13" fmla="*/ 319630 w 517273"/>
                <a:gd name="connsiteY13" fmla="*/ 11907 h 233363"/>
                <a:gd name="connsiteX14" fmla="*/ 364873 w 517273"/>
                <a:gd name="connsiteY14" fmla="*/ 26194 h 233363"/>
                <a:gd name="connsiteX15" fmla="*/ 372017 w 517273"/>
                <a:gd name="connsiteY15" fmla="*/ 38100 h 233363"/>
                <a:gd name="connsiteX16" fmla="*/ 376780 w 517273"/>
                <a:gd name="connsiteY16" fmla="*/ 16669 h 233363"/>
                <a:gd name="connsiteX17" fmla="*/ 381542 w 517273"/>
                <a:gd name="connsiteY17" fmla="*/ 9525 h 233363"/>
                <a:gd name="connsiteX18" fmla="*/ 410117 w 517273"/>
                <a:gd name="connsiteY18" fmla="*/ 0 h 233363"/>
                <a:gd name="connsiteX19" fmla="*/ 452980 w 517273"/>
                <a:gd name="connsiteY19" fmla="*/ 2382 h 233363"/>
                <a:gd name="connsiteX20" fmla="*/ 464886 w 517273"/>
                <a:gd name="connsiteY20" fmla="*/ 21432 h 233363"/>
                <a:gd name="connsiteX21" fmla="*/ 493461 w 517273"/>
                <a:gd name="connsiteY21" fmla="*/ 28575 h 233363"/>
                <a:gd name="connsiteX22" fmla="*/ 512511 w 517273"/>
                <a:gd name="connsiteY22" fmla="*/ 38100 h 233363"/>
                <a:gd name="connsiteX23" fmla="*/ 514892 w 517273"/>
                <a:gd name="connsiteY23" fmla="*/ 47625 h 233363"/>
                <a:gd name="connsiteX24" fmla="*/ 517273 w 517273"/>
                <a:gd name="connsiteY24" fmla="*/ 80963 h 233363"/>
                <a:gd name="connsiteX25" fmla="*/ 510130 w 517273"/>
                <a:gd name="connsiteY25" fmla="*/ 88107 h 233363"/>
                <a:gd name="connsiteX26" fmla="*/ 481555 w 517273"/>
                <a:gd name="connsiteY26" fmla="*/ 95250 h 233363"/>
                <a:gd name="connsiteX27" fmla="*/ 476792 w 517273"/>
                <a:gd name="connsiteY27" fmla="*/ 152400 h 233363"/>
                <a:gd name="connsiteX28" fmla="*/ 448217 w 517273"/>
                <a:gd name="connsiteY28" fmla="*/ 154782 h 233363"/>
                <a:gd name="connsiteX29" fmla="*/ 422023 w 517273"/>
                <a:gd name="connsiteY29" fmla="*/ 147638 h 233363"/>
                <a:gd name="connsiteX30" fmla="*/ 414880 w 517273"/>
                <a:gd name="connsiteY30" fmla="*/ 152400 h 233363"/>
                <a:gd name="connsiteX31" fmla="*/ 400592 w 517273"/>
                <a:gd name="connsiteY31" fmla="*/ 169069 h 233363"/>
                <a:gd name="connsiteX32" fmla="*/ 391067 w 517273"/>
                <a:gd name="connsiteY32" fmla="*/ 183357 h 233363"/>
                <a:gd name="connsiteX33" fmla="*/ 352967 w 517273"/>
                <a:gd name="connsiteY33" fmla="*/ 200025 h 233363"/>
                <a:gd name="connsiteX34" fmla="*/ 333917 w 517273"/>
                <a:gd name="connsiteY34" fmla="*/ 202407 h 233363"/>
                <a:gd name="connsiteX35" fmla="*/ 322011 w 517273"/>
                <a:gd name="connsiteY35" fmla="*/ 188119 h 233363"/>
                <a:gd name="connsiteX36" fmla="*/ 310105 w 517273"/>
                <a:gd name="connsiteY36" fmla="*/ 200025 h 233363"/>
                <a:gd name="connsiteX37" fmla="*/ 288673 w 517273"/>
                <a:gd name="connsiteY37" fmla="*/ 211932 h 233363"/>
                <a:gd name="connsiteX38" fmla="*/ 267242 w 517273"/>
                <a:gd name="connsiteY38" fmla="*/ 214313 h 233363"/>
                <a:gd name="connsiteX39" fmla="*/ 233905 w 517273"/>
                <a:gd name="connsiteY39" fmla="*/ 219075 h 233363"/>
                <a:gd name="connsiteX40" fmla="*/ 186280 w 517273"/>
                <a:gd name="connsiteY40" fmla="*/ 211932 h 233363"/>
                <a:gd name="connsiteX41" fmla="*/ 181517 w 517273"/>
                <a:gd name="connsiteY41" fmla="*/ 202407 h 233363"/>
                <a:gd name="connsiteX42" fmla="*/ 171992 w 517273"/>
                <a:gd name="connsiteY42" fmla="*/ 211932 h 233363"/>
                <a:gd name="connsiteX43" fmla="*/ 129130 w 517273"/>
                <a:gd name="connsiteY43" fmla="*/ 233363 h 233363"/>
                <a:gd name="connsiteX44" fmla="*/ 71980 w 517273"/>
                <a:gd name="connsiteY44" fmla="*/ 202407 h 233363"/>
                <a:gd name="connsiteX45" fmla="*/ 67217 w 517273"/>
                <a:gd name="connsiteY45" fmla="*/ 190500 h 233363"/>
                <a:gd name="connsiteX46" fmla="*/ 64836 w 517273"/>
                <a:gd name="connsiteY46" fmla="*/ 197644 h 233363"/>
                <a:gd name="connsiteX47" fmla="*/ 55311 w 517273"/>
                <a:gd name="connsiteY47" fmla="*/ 207169 h 233363"/>
                <a:gd name="connsiteX48" fmla="*/ 45786 w 517273"/>
                <a:gd name="connsiteY48" fmla="*/ 209550 h 233363"/>
                <a:gd name="connsiteX49" fmla="*/ 29117 w 517273"/>
                <a:gd name="connsiteY49" fmla="*/ 211932 h 233363"/>
                <a:gd name="connsiteX50" fmla="*/ 17211 w 517273"/>
                <a:gd name="connsiteY50" fmla="*/ 209550 h 233363"/>
                <a:gd name="connsiteX51" fmla="*/ 0 w 517273"/>
                <a:gd name="connsiteY51" fmla="*/ 162797 h 233363"/>
                <a:gd name="connsiteX52" fmla="*/ 21054 w 517273"/>
                <a:gd name="connsiteY52" fmla="*/ 136886 h 233363"/>
                <a:gd name="connsiteX53" fmla="*/ 51091 w 517273"/>
                <a:gd name="connsiteY53" fmla="*/ 139316 h 233363"/>
                <a:gd name="connsiteX0" fmla="*/ 51091 w 517273"/>
                <a:gd name="connsiteY0" fmla="*/ 139316 h 233363"/>
                <a:gd name="connsiteX1" fmla="*/ 56954 w 517273"/>
                <a:gd name="connsiteY1" fmla="*/ 122429 h 233363"/>
                <a:gd name="connsiteX2" fmla="*/ 76611 w 517273"/>
                <a:gd name="connsiteY2" fmla="*/ 102959 h 233363"/>
                <a:gd name="connsiteX3" fmla="*/ 108430 w 517273"/>
                <a:gd name="connsiteY3" fmla="*/ 105404 h 233363"/>
                <a:gd name="connsiteX4" fmla="*/ 124367 w 517273"/>
                <a:gd name="connsiteY4" fmla="*/ 116682 h 233363"/>
                <a:gd name="connsiteX5" fmla="*/ 131511 w 517273"/>
                <a:gd name="connsiteY5" fmla="*/ 119063 h 233363"/>
                <a:gd name="connsiteX6" fmla="*/ 138655 w 517273"/>
                <a:gd name="connsiteY6" fmla="*/ 123825 h 233363"/>
                <a:gd name="connsiteX7" fmla="*/ 141036 w 517273"/>
                <a:gd name="connsiteY7" fmla="*/ 114300 h 233363"/>
                <a:gd name="connsiteX8" fmla="*/ 202948 w 517273"/>
                <a:gd name="connsiteY8" fmla="*/ 107157 h 233363"/>
                <a:gd name="connsiteX9" fmla="*/ 210092 w 517273"/>
                <a:gd name="connsiteY9" fmla="*/ 102394 h 233363"/>
                <a:gd name="connsiteX10" fmla="*/ 224380 w 517273"/>
                <a:gd name="connsiteY10" fmla="*/ 71438 h 233363"/>
                <a:gd name="connsiteX11" fmla="*/ 267242 w 517273"/>
                <a:gd name="connsiteY11" fmla="*/ 42863 h 233363"/>
                <a:gd name="connsiteX12" fmla="*/ 276767 w 517273"/>
                <a:gd name="connsiteY12" fmla="*/ 23813 h 233363"/>
                <a:gd name="connsiteX13" fmla="*/ 319630 w 517273"/>
                <a:gd name="connsiteY13" fmla="*/ 11907 h 233363"/>
                <a:gd name="connsiteX14" fmla="*/ 364873 w 517273"/>
                <a:gd name="connsiteY14" fmla="*/ 26194 h 233363"/>
                <a:gd name="connsiteX15" fmla="*/ 372017 w 517273"/>
                <a:gd name="connsiteY15" fmla="*/ 38100 h 233363"/>
                <a:gd name="connsiteX16" fmla="*/ 376780 w 517273"/>
                <a:gd name="connsiteY16" fmla="*/ 16669 h 233363"/>
                <a:gd name="connsiteX17" fmla="*/ 381542 w 517273"/>
                <a:gd name="connsiteY17" fmla="*/ 9525 h 233363"/>
                <a:gd name="connsiteX18" fmla="*/ 410117 w 517273"/>
                <a:gd name="connsiteY18" fmla="*/ 0 h 233363"/>
                <a:gd name="connsiteX19" fmla="*/ 452980 w 517273"/>
                <a:gd name="connsiteY19" fmla="*/ 2382 h 233363"/>
                <a:gd name="connsiteX20" fmla="*/ 464886 w 517273"/>
                <a:gd name="connsiteY20" fmla="*/ 21432 h 233363"/>
                <a:gd name="connsiteX21" fmla="*/ 493461 w 517273"/>
                <a:gd name="connsiteY21" fmla="*/ 28575 h 233363"/>
                <a:gd name="connsiteX22" fmla="*/ 512511 w 517273"/>
                <a:gd name="connsiteY22" fmla="*/ 38100 h 233363"/>
                <a:gd name="connsiteX23" fmla="*/ 514892 w 517273"/>
                <a:gd name="connsiteY23" fmla="*/ 47625 h 233363"/>
                <a:gd name="connsiteX24" fmla="*/ 517273 w 517273"/>
                <a:gd name="connsiteY24" fmla="*/ 80963 h 233363"/>
                <a:gd name="connsiteX25" fmla="*/ 510130 w 517273"/>
                <a:gd name="connsiteY25" fmla="*/ 88107 h 233363"/>
                <a:gd name="connsiteX26" fmla="*/ 481555 w 517273"/>
                <a:gd name="connsiteY26" fmla="*/ 95250 h 233363"/>
                <a:gd name="connsiteX27" fmla="*/ 476792 w 517273"/>
                <a:gd name="connsiteY27" fmla="*/ 152400 h 233363"/>
                <a:gd name="connsiteX28" fmla="*/ 448217 w 517273"/>
                <a:gd name="connsiteY28" fmla="*/ 154782 h 233363"/>
                <a:gd name="connsiteX29" fmla="*/ 422023 w 517273"/>
                <a:gd name="connsiteY29" fmla="*/ 147638 h 233363"/>
                <a:gd name="connsiteX30" fmla="*/ 414880 w 517273"/>
                <a:gd name="connsiteY30" fmla="*/ 152400 h 233363"/>
                <a:gd name="connsiteX31" fmla="*/ 400592 w 517273"/>
                <a:gd name="connsiteY31" fmla="*/ 169069 h 233363"/>
                <a:gd name="connsiteX32" fmla="*/ 391067 w 517273"/>
                <a:gd name="connsiteY32" fmla="*/ 183357 h 233363"/>
                <a:gd name="connsiteX33" fmla="*/ 352967 w 517273"/>
                <a:gd name="connsiteY33" fmla="*/ 200025 h 233363"/>
                <a:gd name="connsiteX34" fmla="*/ 333917 w 517273"/>
                <a:gd name="connsiteY34" fmla="*/ 202407 h 233363"/>
                <a:gd name="connsiteX35" fmla="*/ 322011 w 517273"/>
                <a:gd name="connsiteY35" fmla="*/ 188119 h 233363"/>
                <a:gd name="connsiteX36" fmla="*/ 310105 w 517273"/>
                <a:gd name="connsiteY36" fmla="*/ 200025 h 233363"/>
                <a:gd name="connsiteX37" fmla="*/ 288673 w 517273"/>
                <a:gd name="connsiteY37" fmla="*/ 211932 h 233363"/>
                <a:gd name="connsiteX38" fmla="*/ 267242 w 517273"/>
                <a:gd name="connsiteY38" fmla="*/ 214313 h 233363"/>
                <a:gd name="connsiteX39" fmla="*/ 233905 w 517273"/>
                <a:gd name="connsiteY39" fmla="*/ 219075 h 233363"/>
                <a:gd name="connsiteX40" fmla="*/ 186280 w 517273"/>
                <a:gd name="connsiteY40" fmla="*/ 211932 h 233363"/>
                <a:gd name="connsiteX41" fmla="*/ 181517 w 517273"/>
                <a:gd name="connsiteY41" fmla="*/ 202407 h 233363"/>
                <a:gd name="connsiteX42" fmla="*/ 171992 w 517273"/>
                <a:gd name="connsiteY42" fmla="*/ 211932 h 233363"/>
                <a:gd name="connsiteX43" fmla="*/ 129130 w 517273"/>
                <a:gd name="connsiteY43" fmla="*/ 233363 h 233363"/>
                <a:gd name="connsiteX44" fmla="*/ 71980 w 517273"/>
                <a:gd name="connsiteY44" fmla="*/ 202407 h 233363"/>
                <a:gd name="connsiteX45" fmla="*/ 67217 w 517273"/>
                <a:gd name="connsiteY45" fmla="*/ 190500 h 233363"/>
                <a:gd name="connsiteX46" fmla="*/ 64836 w 517273"/>
                <a:gd name="connsiteY46" fmla="*/ 197644 h 233363"/>
                <a:gd name="connsiteX47" fmla="*/ 55311 w 517273"/>
                <a:gd name="connsiteY47" fmla="*/ 207169 h 233363"/>
                <a:gd name="connsiteX48" fmla="*/ 45786 w 517273"/>
                <a:gd name="connsiteY48" fmla="*/ 209550 h 233363"/>
                <a:gd name="connsiteX49" fmla="*/ 29117 w 517273"/>
                <a:gd name="connsiteY49" fmla="*/ 211932 h 233363"/>
                <a:gd name="connsiteX50" fmla="*/ 17211 w 517273"/>
                <a:gd name="connsiteY50" fmla="*/ 209550 h 233363"/>
                <a:gd name="connsiteX51" fmla="*/ 0 w 517273"/>
                <a:gd name="connsiteY51" fmla="*/ 162797 h 233363"/>
                <a:gd name="connsiteX52" fmla="*/ 21054 w 517273"/>
                <a:gd name="connsiteY52" fmla="*/ 136886 h 233363"/>
                <a:gd name="connsiteX53" fmla="*/ 51091 w 517273"/>
                <a:gd name="connsiteY53" fmla="*/ 139316 h 233363"/>
                <a:gd name="connsiteX0" fmla="*/ 51167 w 517349"/>
                <a:gd name="connsiteY0" fmla="*/ 139316 h 233363"/>
                <a:gd name="connsiteX1" fmla="*/ 57030 w 517349"/>
                <a:gd name="connsiteY1" fmla="*/ 122429 h 233363"/>
                <a:gd name="connsiteX2" fmla="*/ 76687 w 517349"/>
                <a:gd name="connsiteY2" fmla="*/ 102959 h 233363"/>
                <a:gd name="connsiteX3" fmla="*/ 108506 w 517349"/>
                <a:gd name="connsiteY3" fmla="*/ 105404 h 233363"/>
                <a:gd name="connsiteX4" fmla="*/ 124443 w 517349"/>
                <a:gd name="connsiteY4" fmla="*/ 116682 h 233363"/>
                <a:gd name="connsiteX5" fmla="*/ 131587 w 517349"/>
                <a:gd name="connsiteY5" fmla="*/ 119063 h 233363"/>
                <a:gd name="connsiteX6" fmla="*/ 138731 w 517349"/>
                <a:gd name="connsiteY6" fmla="*/ 123825 h 233363"/>
                <a:gd name="connsiteX7" fmla="*/ 141112 w 517349"/>
                <a:gd name="connsiteY7" fmla="*/ 114300 h 233363"/>
                <a:gd name="connsiteX8" fmla="*/ 203024 w 517349"/>
                <a:gd name="connsiteY8" fmla="*/ 107157 h 233363"/>
                <a:gd name="connsiteX9" fmla="*/ 210168 w 517349"/>
                <a:gd name="connsiteY9" fmla="*/ 102394 h 233363"/>
                <a:gd name="connsiteX10" fmla="*/ 224456 w 517349"/>
                <a:gd name="connsiteY10" fmla="*/ 71438 h 233363"/>
                <a:gd name="connsiteX11" fmla="*/ 267318 w 517349"/>
                <a:gd name="connsiteY11" fmla="*/ 42863 h 233363"/>
                <a:gd name="connsiteX12" fmla="*/ 276843 w 517349"/>
                <a:gd name="connsiteY12" fmla="*/ 23813 h 233363"/>
                <a:gd name="connsiteX13" fmla="*/ 319706 w 517349"/>
                <a:gd name="connsiteY13" fmla="*/ 11907 h 233363"/>
                <a:gd name="connsiteX14" fmla="*/ 364949 w 517349"/>
                <a:gd name="connsiteY14" fmla="*/ 26194 h 233363"/>
                <a:gd name="connsiteX15" fmla="*/ 372093 w 517349"/>
                <a:gd name="connsiteY15" fmla="*/ 38100 h 233363"/>
                <a:gd name="connsiteX16" fmla="*/ 376856 w 517349"/>
                <a:gd name="connsiteY16" fmla="*/ 16669 h 233363"/>
                <a:gd name="connsiteX17" fmla="*/ 381618 w 517349"/>
                <a:gd name="connsiteY17" fmla="*/ 9525 h 233363"/>
                <a:gd name="connsiteX18" fmla="*/ 410193 w 517349"/>
                <a:gd name="connsiteY18" fmla="*/ 0 h 233363"/>
                <a:gd name="connsiteX19" fmla="*/ 453056 w 517349"/>
                <a:gd name="connsiteY19" fmla="*/ 2382 h 233363"/>
                <a:gd name="connsiteX20" fmla="*/ 464962 w 517349"/>
                <a:gd name="connsiteY20" fmla="*/ 21432 h 233363"/>
                <a:gd name="connsiteX21" fmla="*/ 493537 w 517349"/>
                <a:gd name="connsiteY21" fmla="*/ 28575 h 233363"/>
                <a:gd name="connsiteX22" fmla="*/ 512587 w 517349"/>
                <a:gd name="connsiteY22" fmla="*/ 38100 h 233363"/>
                <a:gd name="connsiteX23" fmla="*/ 514968 w 517349"/>
                <a:gd name="connsiteY23" fmla="*/ 47625 h 233363"/>
                <a:gd name="connsiteX24" fmla="*/ 517349 w 517349"/>
                <a:gd name="connsiteY24" fmla="*/ 80963 h 233363"/>
                <a:gd name="connsiteX25" fmla="*/ 510206 w 517349"/>
                <a:gd name="connsiteY25" fmla="*/ 88107 h 233363"/>
                <a:gd name="connsiteX26" fmla="*/ 481631 w 517349"/>
                <a:gd name="connsiteY26" fmla="*/ 95250 h 233363"/>
                <a:gd name="connsiteX27" fmla="*/ 476868 w 517349"/>
                <a:gd name="connsiteY27" fmla="*/ 152400 h 233363"/>
                <a:gd name="connsiteX28" fmla="*/ 448293 w 517349"/>
                <a:gd name="connsiteY28" fmla="*/ 154782 h 233363"/>
                <a:gd name="connsiteX29" fmla="*/ 422099 w 517349"/>
                <a:gd name="connsiteY29" fmla="*/ 147638 h 233363"/>
                <a:gd name="connsiteX30" fmla="*/ 414956 w 517349"/>
                <a:gd name="connsiteY30" fmla="*/ 152400 h 233363"/>
                <a:gd name="connsiteX31" fmla="*/ 400668 w 517349"/>
                <a:gd name="connsiteY31" fmla="*/ 169069 h 233363"/>
                <a:gd name="connsiteX32" fmla="*/ 391143 w 517349"/>
                <a:gd name="connsiteY32" fmla="*/ 183357 h 233363"/>
                <a:gd name="connsiteX33" fmla="*/ 353043 w 517349"/>
                <a:gd name="connsiteY33" fmla="*/ 200025 h 233363"/>
                <a:gd name="connsiteX34" fmla="*/ 333993 w 517349"/>
                <a:gd name="connsiteY34" fmla="*/ 202407 h 233363"/>
                <a:gd name="connsiteX35" fmla="*/ 322087 w 517349"/>
                <a:gd name="connsiteY35" fmla="*/ 188119 h 233363"/>
                <a:gd name="connsiteX36" fmla="*/ 310181 w 517349"/>
                <a:gd name="connsiteY36" fmla="*/ 200025 h 233363"/>
                <a:gd name="connsiteX37" fmla="*/ 288749 w 517349"/>
                <a:gd name="connsiteY37" fmla="*/ 211932 h 233363"/>
                <a:gd name="connsiteX38" fmla="*/ 267318 w 517349"/>
                <a:gd name="connsiteY38" fmla="*/ 214313 h 233363"/>
                <a:gd name="connsiteX39" fmla="*/ 233981 w 517349"/>
                <a:gd name="connsiteY39" fmla="*/ 219075 h 233363"/>
                <a:gd name="connsiteX40" fmla="*/ 186356 w 517349"/>
                <a:gd name="connsiteY40" fmla="*/ 211932 h 233363"/>
                <a:gd name="connsiteX41" fmla="*/ 181593 w 517349"/>
                <a:gd name="connsiteY41" fmla="*/ 202407 h 233363"/>
                <a:gd name="connsiteX42" fmla="*/ 172068 w 517349"/>
                <a:gd name="connsiteY42" fmla="*/ 211932 h 233363"/>
                <a:gd name="connsiteX43" fmla="*/ 129206 w 517349"/>
                <a:gd name="connsiteY43" fmla="*/ 233363 h 233363"/>
                <a:gd name="connsiteX44" fmla="*/ 72056 w 517349"/>
                <a:gd name="connsiteY44" fmla="*/ 202407 h 233363"/>
                <a:gd name="connsiteX45" fmla="*/ 67293 w 517349"/>
                <a:gd name="connsiteY45" fmla="*/ 190500 h 233363"/>
                <a:gd name="connsiteX46" fmla="*/ 64912 w 517349"/>
                <a:gd name="connsiteY46" fmla="*/ 197644 h 233363"/>
                <a:gd name="connsiteX47" fmla="*/ 55387 w 517349"/>
                <a:gd name="connsiteY47" fmla="*/ 207169 h 233363"/>
                <a:gd name="connsiteX48" fmla="*/ 45862 w 517349"/>
                <a:gd name="connsiteY48" fmla="*/ 209550 h 233363"/>
                <a:gd name="connsiteX49" fmla="*/ 29193 w 517349"/>
                <a:gd name="connsiteY49" fmla="*/ 211932 h 233363"/>
                <a:gd name="connsiteX50" fmla="*/ 17287 w 517349"/>
                <a:gd name="connsiteY50" fmla="*/ 209550 h 233363"/>
                <a:gd name="connsiteX51" fmla="*/ 76 w 517349"/>
                <a:gd name="connsiteY51" fmla="*/ 162797 h 233363"/>
                <a:gd name="connsiteX52" fmla="*/ 21130 w 517349"/>
                <a:gd name="connsiteY52" fmla="*/ 136886 h 233363"/>
                <a:gd name="connsiteX53" fmla="*/ 51167 w 517349"/>
                <a:gd name="connsiteY53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65137 w 517574"/>
                <a:gd name="connsiteY46" fmla="*/ 197644 h 233363"/>
                <a:gd name="connsiteX47" fmla="*/ 55612 w 517574"/>
                <a:gd name="connsiteY47" fmla="*/ 207169 h 233363"/>
                <a:gd name="connsiteX48" fmla="*/ 46087 w 517574"/>
                <a:gd name="connsiteY48" fmla="*/ 209550 h 233363"/>
                <a:gd name="connsiteX49" fmla="*/ 29418 w 517574"/>
                <a:gd name="connsiteY49" fmla="*/ 211932 h 233363"/>
                <a:gd name="connsiteX50" fmla="*/ 6481 w 517574"/>
                <a:gd name="connsiteY50" fmla="*/ 194318 h 233363"/>
                <a:gd name="connsiteX51" fmla="*/ 301 w 517574"/>
                <a:gd name="connsiteY51" fmla="*/ 162797 h 233363"/>
                <a:gd name="connsiteX52" fmla="*/ 21355 w 517574"/>
                <a:gd name="connsiteY52" fmla="*/ 136886 h 233363"/>
                <a:gd name="connsiteX53" fmla="*/ 51392 w 517574"/>
                <a:gd name="connsiteY53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65137 w 517574"/>
                <a:gd name="connsiteY46" fmla="*/ 197644 h 233363"/>
                <a:gd name="connsiteX47" fmla="*/ 46087 w 517574"/>
                <a:gd name="connsiteY47" fmla="*/ 209550 h 233363"/>
                <a:gd name="connsiteX48" fmla="*/ 29418 w 517574"/>
                <a:gd name="connsiteY48" fmla="*/ 211932 h 233363"/>
                <a:gd name="connsiteX49" fmla="*/ 6481 w 517574"/>
                <a:gd name="connsiteY49" fmla="*/ 194318 h 233363"/>
                <a:gd name="connsiteX50" fmla="*/ 301 w 517574"/>
                <a:gd name="connsiteY50" fmla="*/ 162797 h 233363"/>
                <a:gd name="connsiteX51" fmla="*/ 21355 w 517574"/>
                <a:gd name="connsiteY51" fmla="*/ 136886 h 233363"/>
                <a:gd name="connsiteX52" fmla="*/ 51392 w 517574"/>
                <a:gd name="connsiteY52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65137 w 517574"/>
                <a:gd name="connsiteY46" fmla="*/ 197644 h 233363"/>
                <a:gd name="connsiteX47" fmla="*/ 46087 w 517574"/>
                <a:gd name="connsiteY47" fmla="*/ 212238 h 233363"/>
                <a:gd name="connsiteX48" fmla="*/ 29418 w 517574"/>
                <a:gd name="connsiteY48" fmla="*/ 211932 h 233363"/>
                <a:gd name="connsiteX49" fmla="*/ 6481 w 517574"/>
                <a:gd name="connsiteY49" fmla="*/ 194318 h 233363"/>
                <a:gd name="connsiteX50" fmla="*/ 301 w 517574"/>
                <a:gd name="connsiteY50" fmla="*/ 162797 h 233363"/>
                <a:gd name="connsiteX51" fmla="*/ 21355 w 517574"/>
                <a:gd name="connsiteY51" fmla="*/ 136886 h 233363"/>
                <a:gd name="connsiteX52" fmla="*/ 51392 w 517574"/>
                <a:gd name="connsiteY52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65137 w 517574"/>
                <a:gd name="connsiteY46" fmla="*/ 197644 h 233363"/>
                <a:gd name="connsiteX47" fmla="*/ 46087 w 517574"/>
                <a:gd name="connsiteY47" fmla="*/ 212238 h 233363"/>
                <a:gd name="connsiteX48" fmla="*/ 29418 w 517574"/>
                <a:gd name="connsiteY48" fmla="*/ 211932 h 233363"/>
                <a:gd name="connsiteX49" fmla="*/ 6481 w 517574"/>
                <a:gd name="connsiteY49" fmla="*/ 194318 h 233363"/>
                <a:gd name="connsiteX50" fmla="*/ 301 w 517574"/>
                <a:gd name="connsiteY50" fmla="*/ 162797 h 233363"/>
                <a:gd name="connsiteX51" fmla="*/ 21355 w 517574"/>
                <a:gd name="connsiteY51" fmla="*/ 136886 h 233363"/>
                <a:gd name="connsiteX52" fmla="*/ 51392 w 517574"/>
                <a:gd name="connsiteY52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9431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2293 w 517574"/>
                <a:gd name="connsiteY42" fmla="*/ 21193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34206 w 517574"/>
                <a:gd name="connsiteY39" fmla="*/ 219075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26852 w 517574"/>
                <a:gd name="connsiteY39" fmla="*/ 224451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26852 w 517574"/>
                <a:gd name="connsiteY39" fmla="*/ 224451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7543 w 517574"/>
                <a:gd name="connsiteY38" fmla="*/ 214313 h 233363"/>
                <a:gd name="connsiteX39" fmla="*/ 226852 w 517574"/>
                <a:gd name="connsiteY39" fmla="*/ 224451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6624 w 517574"/>
                <a:gd name="connsiteY38" fmla="*/ 209833 h 233363"/>
                <a:gd name="connsiteX39" fmla="*/ 226852 w 517574"/>
                <a:gd name="connsiteY39" fmla="*/ 224451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34218 w 517574"/>
                <a:gd name="connsiteY34" fmla="*/ 202407 h 233363"/>
                <a:gd name="connsiteX35" fmla="*/ 322312 w 517574"/>
                <a:gd name="connsiteY35" fmla="*/ 188119 h 233363"/>
                <a:gd name="connsiteX36" fmla="*/ 310406 w 517574"/>
                <a:gd name="connsiteY36" fmla="*/ 200025 h 233363"/>
                <a:gd name="connsiteX37" fmla="*/ 288974 w 517574"/>
                <a:gd name="connsiteY37" fmla="*/ 211932 h 233363"/>
                <a:gd name="connsiteX38" fmla="*/ 266624 w 517574"/>
                <a:gd name="connsiteY38" fmla="*/ 209833 h 233363"/>
                <a:gd name="connsiteX39" fmla="*/ 226852 w 517574"/>
                <a:gd name="connsiteY39" fmla="*/ 224451 h 233363"/>
                <a:gd name="connsiteX40" fmla="*/ 186581 w 517574"/>
                <a:gd name="connsiteY40" fmla="*/ 211932 h 233363"/>
                <a:gd name="connsiteX41" fmla="*/ 181818 w 517574"/>
                <a:gd name="connsiteY41" fmla="*/ 202407 h 233363"/>
                <a:gd name="connsiteX42" fmla="*/ 171374 w 517574"/>
                <a:gd name="connsiteY42" fmla="*/ 216412 h 233363"/>
                <a:gd name="connsiteX43" fmla="*/ 126673 w 517574"/>
                <a:gd name="connsiteY43" fmla="*/ 233363 h 233363"/>
                <a:gd name="connsiteX44" fmla="*/ 72281 w 517574"/>
                <a:gd name="connsiteY44" fmla="*/ 202407 h 233363"/>
                <a:gd name="connsiteX45" fmla="*/ 67518 w 517574"/>
                <a:gd name="connsiteY45" fmla="*/ 190500 h 233363"/>
                <a:gd name="connsiteX46" fmla="*/ 46087 w 517574"/>
                <a:gd name="connsiteY46" fmla="*/ 212238 h 233363"/>
                <a:gd name="connsiteX47" fmla="*/ 29418 w 517574"/>
                <a:gd name="connsiteY47" fmla="*/ 211932 h 233363"/>
                <a:gd name="connsiteX48" fmla="*/ 6481 w 517574"/>
                <a:gd name="connsiteY48" fmla="*/ 194318 h 233363"/>
                <a:gd name="connsiteX49" fmla="*/ 301 w 517574"/>
                <a:gd name="connsiteY49" fmla="*/ 162797 h 233363"/>
                <a:gd name="connsiteX50" fmla="*/ 21355 w 517574"/>
                <a:gd name="connsiteY50" fmla="*/ 136886 h 233363"/>
                <a:gd name="connsiteX51" fmla="*/ 51392 w 517574"/>
                <a:gd name="connsiteY51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0893 w 517574"/>
                <a:gd name="connsiteY31" fmla="*/ 169069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3651 w 517574"/>
                <a:gd name="connsiteY31" fmla="*/ 174445 h 233363"/>
                <a:gd name="connsiteX32" fmla="*/ 391368 w 517574"/>
                <a:gd name="connsiteY32" fmla="*/ 183357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5181 w 517574"/>
                <a:gd name="connsiteY30" fmla="*/ 152400 h 233363"/>
                <a:gd name="connsiteX31" fmla="*/ 403651 w 517574"/>
                <a:gd name="connsiteY31" fmla="*/ 174445 h 233363"/>
                <a:gd name="connsiteX32" fmla="*/ 391368 w 517574"/>
                <a:gd name="connsiteY32" fmla="*/ 186045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6908 w 517574"/>
                <a:gd name="connsiteY30" fmla="*/ 152400 h 233363"/>
                <a:gd name="connsiteX31" fmla="*/ 403651 w 517574"/>
                <a:gd name="connsiteY31" fmla="*/ 174445 h 233363"/>
                <a:gd name="connsiteX32" fmla="*/ 391368 w 517574"/>
                <a:gd name="connsiteY32" fmla="*/ 186045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6908 w 517574"/>
                <a:gd name="connsiteY30" fmla="*/ 152400 h 233363"/>
                <a:gd name="connsiteX31" fmla="*/ 403651 w 517574"/>
                <a:gd name="connsiteY31" fmla="*/ 174445 h 233363"/>
                <a:gd name="connsiteX32" fmla="*/ 391368 w 517574"/>
                <a:gd name="connsiteY32" fmla="*/ 186045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14262 w 517574"/>
                <a:gd name="connsiteY30" fmla="*/ 161360 h 233363"/>
                <a:gd name="connsiteX31" fmla="*/ 403651 w 517574"/>
                <a:gd name="connsiteY31" fmla="*/ 174445 h 233363"/>
                <a:gd name="connsiteX32" fmla="*/ 391368 w 517574"/>
                <a:gd name="connsiteY32" fmla="*/ 186045 h 233363"/>
                <a:gd name="connsiteX33" fmla="*/ 353268 w 517574"/>
                <a:gd name="connsiteY33" fmla="*/ 200025 h 233363"/>
                <a:gd name="connsiteX34" fmla="*/ 322312 w 517574"/>
                <a:gd name="connsiteY34" fmla="*/ 188119 h 233363"/>
                <a:gd name="connsiteX35" fmla="*/ 310406 w 517574"/>
                <a:gd name="connsiteY35" fmla="*/ 200025 h 233363"/>
                <a:gd name="connsiteX36" fmla="*/ 288974 w 517574"/>
                <a:gd name="connsiteY36" fmla="*/ 211932 h 233363"/>
                <a:gd name="connsiteX37" fmla="*/ 266624 w 517574"/>
                <a:gd name="connsiteY37" fmla="*/ 209833 h 233363"/>
                <a:gd name="connsiteX38" fmla="*/ 226852 w 517574"/>
                <a:gd name="connsiteY38" fmla="*/ 224451 h 233363"/>
                <a:gd name="connsiteX39" fmla="*/ 186581 w 517574"/>
                <a:gd name="connsiteY39" fmla="*/ 211932 h 233363"/>
                <a:gd name="connsiteX40" fmla="*/ 181818 w 517574"/>
                <a:gd name="connsiteY40" fmla="*/ 202407 h 233363"/>
                <a:gd name="connsiteX41" fmla="*/ 171374 w 517574"/>
                <a:gd name="connsiteY41" fmla="*/ 216412 h 233363"/>
                <a:gd name="connsiteX42" fmla="*/ 126673 w 517574"/>
                <a:gd name="connsiteY42" fmla="*/ 233363 h 233363"/>
                <a:gd name="connsiteX43" fmla="*/ 72281 w 517574"/>
                <a:gd name="connsiteY43" fmla="*/ 202407 h 233363"/>
                <a:gd name="connsiteX44" fmla="*/ 67518 w 517574"/>
                <a:gd name="connsiteY44" fmla="*/ 190500 h 233363"/>
                <a:gd name="connsiteX45" fmla="*/ 46087 w 517574"/>
                <a:gd name="connsiteY45" fmla="*/ 212238 h 233363"/>
                <a:gd name="connsiteX46" fmla="*/ 29418 w 517574"/>
                <a:gd name="connsiteY46" fmla="*/ 211932 h 233363"/>
                <a:gd name="connsiteX47" fmla="*/ 6481 w 517574"/>
                <a:gd name="connsiteY47" fmla="*/ 194318 h 233363"/>
                <a:gd name="connsiteX48" fmla="*/ 301 w 517574"/>
                <a:gd name="connsiteY48" fmla="*/ 162797 h 233363"/>
                <a:gd name="connsiteX49" fmla="*/ 21355 w 517574"/>
                <a:gd name="connsiteY49" fmla="*/ 136886 h 233363"/>
                <a:gd name="connsiteX50" fmla="*/ 51392 w 517574"/>
                <a:gd name="connsiteY50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200025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8518 w 517574"/>
                <a:gd name="connsiteY28" fmla="*/ 154782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81856 w 517574"/>
                <a:gd name="connsiteY26" fmla="*/ 95250 h 233363"/>
                <a:gd name="connsiteX27" fmla="*/ 477093 w 517574"/>
                <a:gd name="connsiteY27" fmla="*/ 152400 h 233363"/>
                <a:gd name="connsiteX28" fmla="*/ 446680 w 517574"/>
                <a:gd name="connsiteY28" fmla="*/ 157470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91049 w 517574"/>
                <a:gd name="connsiteY26" fmla="*/ 116755 h 233363"/>
                <a:gd name="connsiteX27" fmla="*/ 477093 w 517574"/>
                <a:gd name="connsiteY27" fmla="*/ 152400 h 233363"/>
                <a:gd name="connsiteX28" fmla="*/ 446680 w 517574"/>
                <a:gd name="connsiteY28" fmla="*/ 157470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91049 w 517574"/>
                <a:gd name="connsiteY26" fmla="*/ 116755 h 233363"/>
                <a:gd name="connsiteX27" fmla="*/ 475255 w 517574"/>
                <a:gd name="connsiteY27" fmla="*/ 152400 h 233363"/>
                <a:gd name="connsiteX28" fmla="*/ 446680 w 517574"/>
                <a:gd name="connsiteY28" fmla="*/ 157470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0431 w 517574"/>
                <a:gd name="connsiteY25" fmla="*/ 88107 h 233363"/>
                <a:gd name="connsiteX26" fmla="*/ 491049 w 517574"/>
                <a:gd name="connsiteY26" fmla="*/ 116755 h 233363"/>
                <a:gd name="connsiteX27" fmla="*/ 475255 w 517574"/>
                <a:gd name="connsiteY27" fmla="*/ 152400 h 233363"/>
                <a:gd name="connsiteX28" fmla="*/ 446680 w 517574"/>
                <a:gd name="connsiteY28" fmla="*/ 157470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7574"/>
                <a:gd name="connsiteY0" fmla="*/ 139316 h 233363"/>
                <a:gd name="connsiteX1" fmla="*/ 57255 w 517574"/>
                <a:gd name="connsiteY1" fmla="*/ 122429 h 233363"/>
                <a:gd name="connsiteX2" fmla="*/ 76912 w 517574"/>
                <a:gd name="connsiteY2" fmla="*/ 102959 h 233363"/>
                <a:gd name="connsiteX3" fmla="*/ 108731 w 517574"/>
                <a:gd name="connsiteY3" fmla="*/ 105404 h 233363"/>
                <a:gd name="connsiteX4" fmla="*/ 124668 w 517574"/>
                <a:gd name="connsiteY4" fmla="*/ 116682 h 233363"/>
                <a:gd name="connsiteX5" fmla="*/ 131812 w 517574"/>
                <a:gd name="connsiteY5" fmla="*/ 119063 h 233363"/>
                <a:gd name="connsiteX6" fmla="*/ 138956 w 517574"/>
                <a:gd name="connsiteY6" fmla="*/ 123825 h 233363"/>
                <a:gd name="connsiteX7" fmla="*/ 141337 w 517574"/>
                <a:gd name="connsiteY7" fmla="*/ 114300 h 233363"/>
                <a:gd name="connsiteX8" fmla="*/ 203249 w 517574"/>
                <a:gd name="connsiteY8" fmla="*/ 107157 h 233363"/>
                <a:gd name="connsiteX9" fmla="*/ 210393 w 517574"/>
                <a:gd name="connsiteY9" fmla="*/ 102394 h 233363"/>
                <a:gd name="connsiteX10" fmla="*/ 224681 w 517574"/>
                <a:gd name="connsiteY10" fmla="*/ 71438 h 233363"/>
                <a:gd name="connsiteX11" fmla="*/ 267543 w 517574"/>
                <a:gd name="connsiteY11" fmla="*/ 42863 h 233363"/>
                <a:gd name="connsiteX12" fmla="*/ 277068 w 517574"/>
                <a:gd name="connsiteY12" fmla="*/ 23813 h 233363"/>
                <a:gd name="connsiteX13" fmla="*/ 319931 w 517574"/>
                <a:gd name="connsiteY13" fmla="*/ 11907 h 233363"/>
                <a:gd name="connsiteX14" fmla="*/ 365174 w 517574"/>
                <a:gd name="connsiteY14" fmla="*/ 26194 h 233363"/>
                <a:gd name="connsiteX15" fmla="*/ 372318 w 517574"/>
                <a:gd name="connsiteY15" fmla="*/ 38100 h 233363"/>
                <a:gd name="connsiteX16" fmla="*/ 377081 w 517574"/>
                <a:gd name="connsiteY16" fmla="*/ 16669 h 233363"/>
                <a:gd name="connsiteX17" fmla="*/ 381843 w 517574"/>
                <a:gd name="connsiteY17" fmla="*/ 9525 h 233363"/>
                <a:gd name="connsiteX18" fmla="*/ 410418 w 517574"/>
                <a:gd name="connsiteY18" fmla="*/ 0 h 233363"/>
                <a:gd name="connsiteX19" fmla="*/ 453281 w 517574"/>
                <a:gd name="connsiteY19" fmla="*/ 2382 h 233363"/>
                <a:gd name="connsiteX20" fmla="*/ 465187 w 517574"/>
                <a:gd name="connsiteY20" fmla="*/ 21432 h 233363"/>
                <a:gd name="connsiteX21" fmla="*/ 493762 w 517574"/>
                <a:gd name="connsiteY21" fmla="*/ 28575 h 233363"/>
                <a:gd name="connsiteX22" fmla="*/ 512812 w 517574"/>
                <a:gd name="connsiteY22" fmla="*/ 38100 h 233363"/>
                <a:gd name="connsiteX23" fmla="*/ 515193 w 517574"/>
                <a:gd name="connsiteY23" fmla="*/ 47625 h 233363"/>
                <a:gd name="connsiteX24" fmla="*/ 517574 w 517574"/>
                <a:gd name="connsiteY24" fmla="*/ 80963 h 233363"/>
                <a:gd name="connsiteX25" fmla="*/ 511350 w 517574"/>
                <a:gd name="connsiteY25" fmla="*/ 96171 h 233363"/>
                <a:gd name="connsiteX26" fmla="*/ 491049 w 517574"/>
                <a:gd name="connsiteY26" fmla="*/ 116755 h 233363"/>
                <a:gd name="connsiteX27" fmla="*/ 475255 w 517574"/>
                <a:gd name="connsiteY27" fmla="*/ 152400 h 233363"/>
                <a:gd name="connsiteX28" fmla="*/ 446680 w 517574"/>
                <a:gd name="connsiteY28" fmla="*/ 157470 h 233363"/>
                <a:gd name="connsiteX29" fmla="*/ 422324 w 517574"/>
                <a:gd name="connsiteY29" fmla="*/ 147638 h 233363"/>
                <a:gd name="connsiteX30" fmla="*/ 403651 w 517574"/>
                <a:gd name="connsiteY30" fmla="*/ 174445 h 233363"/>
                <a:gd name="connsiteX31" fmla="*/ 391368 w 517574"/>
                <a:gd name="connsiteY31" fmla="*/ 186045 h 233363"/>
                <a:gd name="connsiteX32" fmla="*/ 353268 w 517574"/>
                <a:gd name="connsiteY32" fmla="*/ 197337 h 233363"/>
                <a:gd name="connsiteX33" fmla="*/ 322312 w 517574"/>
                <a:gd name="connsiteY33" fmla="*/ 188119 h 233363"/>
                <a:gd name="connsiteX34" fmla="*/ 310406 w 517574"/>
                <a:gd name="connsiteY34" fmla="*/ 200025 h 233363"/>
                <a:gd name="connsiteX35" fmla="*/ 288974 w 517574"/>
                <a:gd name="connsiteY35" fmla="*/ 211932 h 233363"/>
                <a:gd name="connsiteX36" fmla="*/ 266624 w 517574"/>
                <a:gd name="connsiteY36" fmla="*/ 209833 h 233363"/>
                <a:gd name="connsiteX37" fmla="*/ 226852 w 517574"/>
                <a:gd name="connsiteY37" fmla="*/ 224451 h 233363"/>
                <a:gd name="connsiteX38" fmla="*/ 186581 w 517574"/>
                <a:gd name="connsiteY38" fmla="*/ 211932 h 233363"/>
                <a:gd name="connsiteX39" fmla="*/ 181818 w 517574"/>
                <a:gd name="connsiteY39" fmla="*/ 202407 h 233363"/>
                <a:gd name="connsiteX40" fmla="*/ 171374 w 517574"/>
                <a:gd name="connsiteY40" fmla="*/ 216412 h 233363"/>
                <a:gd name="connsiteX41" fmla="*/ 126673 w 517574"/>
                <a:gd name="connsiteY41" fmla="*/ 233363 h 233363"/>
                <a:gd name="connsiteX42" fmla="*/ 72281 w 517574"/>
                <a:gd name="connsiteY42" fmla="*/ 202407 h 233363"/>
                <a:gd name="connsiteX43" fmla="*/ 67518 w 517574"/>
                <a:gd name="connsiteY43" fmla="*/ 190500 h 233363"/>
                <a:gd name="connsiteX44" fmla="*/ 46087 w 517574"/>
                <a:gd name="connsiteY44" fmla="*/ 212238 h 233363"/>
                <a:gd name="connsiteX45" fmla="*/ 29418 w 517574"/>
                <a:gd name="connsiteY45" fmla="*/ 211932 h 233363"/>
                <a:gd name="connsiteX46" fmla="*/ 6481 w 517574"/>
                <a:gd name="connsiteY46" fmla="*/ 194318 h 233363"/>
                <a:gd name="connsiteX47" fmla="*/ 301 w 517574"/>
                <a:gd name="connsiteY47" fmla="*/ 162797 h 233363"/>
                <a:gd name="connsiteX48" fmla="*/ 21355 w 517574"/>
                <a:gd name="connsiteY48" fmla="*/ 136886 h 233363"/>
                <a:gd name="connsiteX49" fmla="*/ 51392 w 517574"/>
                <a:gd name="connsiteY49" fmla="*/ 139316 h 233363"/>
                <a:gd name="connsiteX0" fmla="*/ 51392 w 519413"/>
                <a:gd name="connsiteY0" fmla="*/ 139316 h 233363"/>
                <a:gd name="connsiteX1" fmla="*/ 57255 w 519413"/>
                <a:gd name="connsiteY1" fmla="*/ 122429 h 233363"/>
                <a:gd name="connsiteX2" fmla="*/ 76912 w 519413"/>
                <a:gd name="connsiteY2" fmla="*/ 102959 h 233363"/>
                <a:gd name="connsiteX3" fmla="*/ 108731 w 519413"/>
                <a:gd name="connsiteY3" fmla="*/ 105404 h 233363"/>
                <a:gd name="connsiteX4" fmla="*/ 124668 w 519413"/>
                <a:gd name="connsiteY4" fmla="*/ 116682 h 233363"/>
                <a:gd name="connsiteX5" fmla="*/ 131812 w 519413"/>
                <a:gd name="connsiteY5" fmla="*/ 119063 h 233363"/>
                <a:gd name="connsiteX6" fmla="*/ 138956 w 519413"/>
                <a:gd name="connsiteY6" fmla="*/ 123825 h 233363"/>
                <a:gd name="connsiteX7" fmla="*/ 141337 w 519413"/>
                <a:gd name="connsiteY7" fmla="*/ 114300 h 233363"/>
                <a:gd name="connsiteX8" fmla="*/ 203249 w 519413"/>
                <a:gd name="connsiteY8" fmla="*/ 107157 h 233363"/>
                <a:gd name="connsiteX9" fmla="*/ 210393 w 519413"/>
                <a:gd name="connsiteY9" fmla="*/ 102394 h 233363"/>
                <a:gd name="connsiteX10" fmla="*/ 224681 w 519413"/>
                <a:gd name="connsiteY10" fmla="*/ 71438 h 233363"/>
                <a:gd name="connsiteX11" fmla="*/ 267543 w 519413"/>
                <a:gd name="connsiteY11" fmla="*/ 42863 h 233363"/>
                <a:gd name="connsiteX12" fmla="*/ 277068 w 519413"/>
                <a:gd name="connsiteY12" fmla="*/ 23813 h 233363"/>
                <a:gd name="connsiteX13" fmla="*/ 319931 w 519413"/>
                <a:gd name="connsiteY13" fmla="*/ 11907 h 233363"/>
                <a:gd name="connsiteX14" fmla="*/ 365174 w 519413"/>
                <a:gd name="connsiteY14" fmla="*/ 26194 h 233363"/>
                <a:gd name="connsiteX15" fmla="*/ 372318 w 519413"/>
                <a:gd name="connsiteY15" fmla="*/ 38100 h 233363"/>
                <a:gd name="connsiteX16" fmla="*/ 377081 w 519413"/>
                <a:gd name="connsiteY16" fmla="*/ 16669 h 233363"/>
                <a:gd name="connsiteX17" fmla="*/ 381843 w 519413"/>
                <a:gd name="connsiteY17" fmla="*/ 9525 h 233363"/>
                <a:gd name="connsiteX18" fmla="*/ 410418 w 519413"/>
                <a:gd name="connsiteY18" fmla="*/ 0 h 233363"/>
                <a:gd name="connsiteX19" fmla="*/ 453281 w 519413"/>
                <a:gd name="connsiteY19" fmla="*/ 2382 h 233363"/>
                <a:gd name="connsiteX20" fmla="*/ 465187 w 519413"/>
                <a:gd name="connsiteY20" fmla="*/ 21432 h 233363"/>
                <a:gd name="connsiteX21" fmla="*/ 493762 w 519413"/>
                <a:gd name="connsiteY21" fmla="*/ 28575 h 233363"/>
                <a:gd name="connsiteX22" fmla="*/ 512812 w 519413"/>
                <a:gd name="connsiteY22" fmla="*/ 38100 h 233363"/>
                <a:gd name="connsiteX23" fmla="*/ 515193 w 519413"/>
                <a:gd name="connsiteY23" fmla="*/ 47625 h 233363"/>
                <a:gd name="connsiteX24" fmla="*/ 519413 w 519413"/>
                <a:gd name="connsiteY24" fmla="*/ 83651 h 233363"/>
                <a:gd name="connsiteX25" fmla="*/ 511350 w 519413"/>
                <a:gd name="connsiteY25" fmla="*/ 96171 h 233363"/>
                <a:gd name="connsiteX26" fmla="*/ 491049 w 519413"/>
                <a:gd name="connsiteY26" fmla="*/ 116755 h 233363"/>
                <a:gd name="connsiteX27" fmla="*/ 475255 w 519413"/>
                <a:gd name="connsiteY27" fmla="*/ 152400 h 233363"/>
                <a:gd name="connsiteX28" fmla="*/ 446680 w 519413"/>
                <a:gd name="connsiteY28" fmla="*/ 157470 h 233363"/>
                <a:gd name="connsiteX29" fmla="*/ 422324 w 519413"/>
                <a:gd name="connsiteY29" fmla="*/ 147638 h 233363"/>
                <a:gd name="connsiteX30" fmla="*/ 403651 w 519413"/>
                <a:gd name="connsiteY30" fmla="*/ 174445 h 233363"/>
                <a:gd name="connsiteX31" fmla="*/ 391368 w 519413"/>
                <a:gd name="connsiteY31" fmla="*/ 186045 h 233363"/>
                <a:gd name="connsiteX32" fmla="*/ 353268 w 519413"/>
                <a:gd name="connsiteY32" fmla="*/ 197337 h 233363"/>
                <a:gd name="connsiteX33" fmla="*/ 322312 w 519413"/>
                <a:gd name="connsiteY33" fmla="*/ 188119 h 233363"/>
                <a:gd name="connsiteX34" fmla="*/ 310406 w 519413"/>
                <a:gd name="connsiteY34" fmla="*/ 200025 h 233363"/>
                <a:gd name="connsiteX35" fmla="*/ 288974 w 519413"/>
                <a:gd name="connsiteY35" fmla="*/ 211932 h 233363"/>
                <a:gd name="connsiteX36" fmla="*/ 266624 w 519413"/>
                <a:gd name="connsiteY36" fmla="*/ 209833 h 233363"/>
                <a:gd name="connsiteX37" fmla="*/ 226852 w 519413"/>
                <a:gd name="connsiteY37" fmla="*/ 224451 h 233363"/>
                <a:gd name="connsiteX38" fmla="*/ 186581 w 519413"/>
                <a:gd name="connsiteY38" fmla="*/ 211932 h 233363"/>
                <a:gd name="connsiteX39" fmla="*/ 181818 w 519413"/>
                <a:gd name="connsiteY39" fmla="*/ 202407 h 233363"/>
                <a:gd name="connsiteX40" fmla="*/ 171374 w 519413"/>
                <a:gd name="connsiteY40" fmla="*/ 216412 h 233363"/>
                <a:gd name="connsiteX41" fmla="*/ 126673 w 519413"/>
                <a:gd name="connsiteY41" fmla="*/ 233363 h 233363"/>
                <a:gd name="connsiteX42" fmla="*/ 72281 w 519413"/>
                <a:gd name="connsiteY42" fmla="*/ 202407 h 233363"/>
                <a:gd name="connsiteX43" fmla="*/ 67518 w 519413"/>
                <a:gd name="connsiteY43" fmla="*/ 190500 h 233363"/>
                <a:gd name="connsiteX44" fmla="*/ 46087 w 519413"/>
                <a:gd name="connsiteY44" fmla="*/ 212238 h 233363"/>
                <a:gd name="connsiteX45" fmla="*/ 29418 w 519413"/>
                <a:gd name="connsiteY45" fmla="*/ 211932 h 233363"/>
                <a:gd name="connsiteX46" fmla="*/ 6481 w 519413"/>
                <a:gd name="connsiteY46" fmla="*/ 194318 h 233363"/>
                <a:gd name="connsiteX47" fmla="*/ 301 w 519413"/>
                <a:gd name="connsiteY47" fmla="*/ 162797 h 233363"/>
                <a:gd name="connsiteX48" fmla="*/ 21355 w 519413"/>
                <a:gd name="connsiteY48" fmla="*/ 136886 h 233363"/>
                <a:gd name="connsiteX49" fmla="*/ 51392 w 519413"/>
                <a:gd name="connsiteY49" fmla="*/ 139316 h 233363"/>
                <a:gd name="connsiteX0" fmla="*/ 51392 w 519413"/>
                <a:gd name="connsiteY0" fmla="*/ 139316 h 233363"/>
                <a:gd name="connsiteX1" fmla="*/ 57255 w 519413"/>
                <a:gd name="connsiteY1" fmla="*/ 122429 h 233363"/>
                <a:gd name="connsiteX2" fmla="*/ 76912 w 519413"/>
                <a:gd name="connsiteY2" fmla="*/ 102959 h 233363"/>
                <a:gd name="connsiteX3" fmla="*/ 108731 w 519413"/>
                <a:gd name="connsiteY3" fmla="*/ 105404 h 233363"/>
                <a:gd name="connsiteX4" fmla="*/ 124668 w 519413"/>
                <a:gd name="connsiteY4" fmla="*/ 116682 h 233363"/>
                <a:gd name="connsiteX5" fmla="*/ 131812 w 519413"/>
                <a:gd name="connsiteY5" fmla="*/ 119063 h 233363"/>
                <a:gd name="connsiteX6" fmla="*/ 138956 w 519413"/>
                <a:gd name="connsiteY6" fmla="*/ 123825 h 233363"/>
                <a:gd name="connsiteX7" fmla="*/ 141337 w 519413"/>
                <a:gd name="connsiteY7" fmla="*/ 114300 h 233363"/>
                <a:gd name="connsiteX8" fmla="*/ 203249 w 519413"/>
                <a:gd name="connsiteY8" fmla="*/ 107157 h 233363"/>
                <a:gd name="connsiteX9" fmla="*/ 210393 w 519413"/>
                <a:gd name="connsiteY9" fmla="*/ 102394 h 233363"/>
                <a:gd name="connsiteX10" fmla="*/ 224681 w 519413"/>
                <a:gd name="connsiteY10" fmla="*/ 71438 h 233363"/>
                <a:gd name="connsiteX11" fmla="*/ 267543 w 519413"/>
                <a:gd name="connsiteY11" fmla="*/ 42863 h 233363"/>
                <a:gd name="connsiteX12" fmla="*/ 277068 w 519413"/>
                <a:gd name="connsiteY12" fmla="*/ 23813 h 233363"/>
                <a:gd name="connsiteX13" fmla="*/ 319931 w 519413"/>
                <a:gd name="connsiteY13" fmla="*/ 11907 h 233363"/>
                <a:gd name="connsiteX14" fmla="*/ 365174 w 519413"/>
                <a:gd name="connsiteY14" fmla="*/ 26194 h 233363"/>
                <a:gd name="connsiteX15" fmla="*/ 372318 w 519413"/>
                <a:gd name="connsiteY15" fmla="*/ 38100 h 233363"/>
                <a:gd name="connsiteX16" fmla="*/ 377081 w 519413"/>
                <a:gd name="connsiteY16" fmla="*/ 16669 h 233363"/>
                <a:gd name="connsiteX17" fmla="*/ 381843 w 519413"/>
                <a:gd name="connsiteY17" fmla="*/ 9525 h 233363"/>
                <a:gd name="connsiteX18" fmla="*/ 410418 w 519413"/>
                <a:gd name="connsiteY18" fmla="*/ 0 h 233363"/>
                <a:gd name="connsiteX19" fmla="*/ 453281 w 519413"/>
                <a:gd name="connsiteY19" fmla="*/ 2382 h 233363"/>
                <a:gd name="connsiteX20" fmla="*/ 465187 w 519413"/>
                <a:gd name="connsiteY20" fmla="*/ 21432 h 233363"/>
                <a:gd name="connsiteX21" fmla="*/ 493762 w 519413"/>
                <a:gd name="connsiteY21" fmla="*/ 28575 h 233363"/>
                <a:gd name="connsiteX22" fmla="*/ 512812 w 519413"/>
                <a:gd name="connsiteY22" fmla="*/ 38100 h 233363"/>
                <a:gd name="connsiteX23" fmla="*/ 515193 w 519413"/>
                <a:gd name="connsiteY23" fmla="*/ 47625 h 233363"/>
                <a:gd name="connsiteX24" fmla="*/ 519413 w 519413"/>
                <a:gd name="connsiteY24" fmla="*/ 83651 h 233363"/>
                <a:gd name="connsiteX25" fmla="*/ 510431 w 519413"/>
                <a:gd name="connsiteY25" fmla="*/ 103339 h 233363"/>
                <a:gd name="connsiteX26" fmla="*/ 491049 w 519413"/>
                <a:gd name="connsiteY26" fmla="*/ 116755 h 233363"/>
                <a:gd name="connsiteX27" fmla="*/ 475255 w 519413"/>
                <a:gd name="connsiteY27" fmla="*/ 152400 h 233363"/>
                <a:gd name="connsiteX28" fmla="*/ 446680 w 519413"/>
                <a:gd name="connsiteY28" fmla="*/ 157470 h 233363"/>
                <a:gd name="connsiteX29" fmla="*/ 422324 w 519413"/>
                <a:gd name="connsiteY29" fmla="*/ 147638 h 233363"/>
                <a:gd name="connsiteX30" fmla="*/ 403651 w 519413"/>
                <a:gd name="connsiteY30" fmla="*/ 174445 h 233363"/>
                <a:gd name="connsiteX31" fmla="*/ 391368 w 519413"/>
                <a:gd name="connsiteY31" fmla="*/ 186045 h 233363"/>
                <a:gd name="connsiteX32" fmla="*/ 353268 w 519413"/>
                <a:gd name="connsiteY32" fmla="*/ 197337 h 233363"/>
                <a:gd name="connsiteX33" fmla="*/ 322312 w 519413"/>
                <a:gd name="connsiteY33" fmla="*/ 188119 h 233363"/>
                <a:gd name="connsiteX34" fmla="*/ 310406 w 519413"/>
                <a:gd name="connsiteY34" fmla="*/ 200025 h 233363"/>
                <a:gd name="connsiteX35" fmla="*/ 288974 w 519413"/>
                <a:gd name="connsiteY35" fmla="*/ 211932 h 233363"/>
                <a:gd name="connsiteX36" fmla="*/ 266624 w 519413"/>
                <a:gd name="connsiteY36" fmla="*/ 209833 h 233363"/>
                <a:gd name="connsiteX37" fmla="*/ 226852 w 519413"/>
                <a:gd name="connsiteY37" fmla="*/ 224451 h 233363"/>
                <a:gd name="connsiteX38" fmla="*/ 186581 w 519413"/>
                <a:gd name="connsiteY38" fmla="*/ 211932 h 233363"/>
                <a:gd name="connsiteX39" fmla="*/ 181818 w 519413"/>
                <a:gd name="connsiteY39" fmla="*/ 202407 h 233363"/>
                <a:gd name="connsiteX40" fmla="*/ 171374 w 519413"/>
                <a:gd name="connsiteY40" fmla="*/ 216412 h 233363"/>
                <a:gd name="connsiteX41" fmla="*/ 126673 w 519413"/>
                <a:gd name="connsiteY41" fmla="*/ 233363 h 233363"/>
                <a:gd name="connsiteX42" fmla="*/ 72281 w 519413"/>
                <a:gd name="connsiteY42" fmla="*/ 202407 h 233363"/>
                <a:gd name="connsiteX43" fmla="*/ 67518 w 519413"/>
                <a:gd name="connsiteY43" fmla="*/ 190500 h 233363"/>
                <a:gd name="connsiteX44" fmla="*/ 46087 w 519413"/>
                <a:gd name="connsiteY44" fmla="*/ 212238 h 233363"/>
                <a:gd name="connsiteX45" fmla="*/ 29418 w 519413"/>
                <a:gd name="connsiteY45" fmla="*/ 211932 h 233363"/>
                <a:gd name="connsiteX46" fmla="*/ 6481 w 519413"/>
                <a:gd name="connsiteY46" fmla="*/ 194318 h 233363"/>
                <a:gd name="connsiteX47" fmla="*/ 301 w 519413"/>
                <a:gd name="connsiteY47" fmla="*/ 162797 h 233363"/>
                <a:gd name="connsiteX48" fmla="*/ 21355 w 519413"/>
                <a:gd name="connsiteY48" fmla="*/ 136886 h 233363"/>
                <a:gd name="connsiteX49" fmla="*/ 51392 w 519413"/>
                <a:gd name="connsiteY49" fmla="*/ 139316 h 233363"/>
                <a:gd name="connsiteX0" fmla="*/ 51392 w 519413"/>
                <a:gd name="connsiteY0" fmla="*/ 139316 h 233363"/>
                <a:gd name="connsiteX1" fmla="*/ 57255 w 519413"/>
                <a:gd name="connsiteY1" fmla="*/ 122429 h 233363"/>
                <a:gd name="connsiteX2" fmla="*/ 76912 w 519413"/>
                <a:gd name="connsiteY2" fmla="*/ 102959 h 233363"/>
                <a:gd name="connsiteX3" fmla="*/ 108731 w 519413"/>
                <a:gd name="connsiteY3" fmla="*/ 105404 h 233363"/>
                <a:gd name="connsiteX4" fmla="*/ 124668 w 519413"/>
                <a:gd name="connsiteY4" fmla="*/ 116682 h 233363"/>
                <a:gd name="connsiteX5" fmla="*/ 131812 w 519413"/>
                <a:gd name="connsiteY5" fmla="*/ 119063 h 233363"/>
                <a:gd name="connsiteX6" fmla="*/ 138956 w 519413"/>
                <a:gd name="connsiteY6" fmla="*/ 123825 h 233363"/>
                <a:gd name="connsiteX7" fmla="*/ 141337 w 519413"/>
                <a:gd name="connsiteY7" fmla="*/ 114300 h 233363"/>
                <a:gd name="connsiteX8" fmla="*/ 203249 w 519413"/>
                <a:gd name="connsiteY8" fmla="*/ 107157 h 233363"/>
                <a:gd name="connsiteX9" fmla="*/ 210393 w 519413"/>
                <a:gd name="connsiteY9" fmla="*/ 102394 h 233363"/>
                <a:gd name="connsiteX10" fmla="*/ 224681 w 519413"/>
                <a:gd name="connsiteY10" fmla="*/ 71438 h 233363"/>
                <a:gd name="connsiteX11" fmla="*/ 267543 w 519413"/>
                <a:gd name="connsiteY11" fmla="*/ 42863 h 233363"/>
                <a:gd name="connsiteX12" fmla="*/ 277068 w 519413"/>
                <a:gd name="connsiteY12" fmla="*/ 23813 h 233363"/>
                <a:gd name="connsiteX13" fmla="*/ 319931 w 519413"/>
                <a:gd name="connsiteY13" fmla="*/ 11907 h 233363"/>
                <a:gd name="connsiteX14" fmla="*/ 365174 w 519413"/>
                <a:gd name="connsiteY14" fmla="*/ 26194 h 233363"/>
                <a:gd name="connsiteX15" fmla="*/ 372318 w 519413"/>
                <a:gd name="connsiteY15" fmla="*/ 38100 h 233363"/>
                <a:gd name="connsiteX16" fmla="*/ 377081 w 519413"/>
                <a:gd name="connsiteY16" fmla="*/ 16669 h 233363"/>
                <a:gd name="connsiteX17" fmla="*/ 381843 w 519413"/>
                <a:gd name="connsiteY17" fmla="*/ 9525 h 233363"/>
                <a:gd name="connsiteX18" fmla="*/ 410418 w 519413"/>
                <a:gd name="connsiteY18" fmla="*/ 0 h 233363"/>
                <a:gd name="connsiteX19" fmla="*/ 453281 w 519413"/>
                <a:gd name="connsiteY19" fmla="*/ 2382 h 233363"/>
                <a:gd name="connsiteX20" fmla="*/ 465187 w 519413"/>
                <a:gd name="connsiteY20" fmla="*/ 21432 h 233363"/>
                <a:gd name="connsiteX21" fmla="*/ 493762 w 519413"/>
                <a:gd name="connsiteY21" fmla="*/ 28575 h 233363"/>
                <a:gd name="connsiteX22" fmla="*/ 512812 w 519413"/>
                <a:gd name="connsiteY22" fmla="*/ 38100 h 233363"/>
                <a:gd name="connsiteX23" fmla="*/ 515193 w 519413"/>
                <a:gd name="connsiteY23" fmla="*/ 47625 h 233363"/>
                <a:gd name="connsiteX24" fmla="*/ 519413 w 519413"/>
                <a:gd name="connsiteY24" fmla="*/ 83651 h 233363"/>
                <a:gd name="connsiteX25" fmla="*/ 510431 w 519413"/>
                <a:gd name="connsiteY25" fmla="*/ 103339 h 233363"/>
                <a:gd name="connsiteX26" fmla="*/ 491049 w 519413"/>
                <a:gd name="connsiteY26" fmla="*/ 116755 h 233363"/>
                <a:gd name="connsiteX27" fmla="*/ 475255 w 519413"/>
                <a:gd name="connsiteY27" fmla="*/ 152400 h 233363"/>
                <a:gd name="connsiteX28" fmla="*/ 446680 w 519413"/>
                <a:gd name="connsiteY28" fmla="*/ 157470 h 233363"/>
                <a:gd name="connsiteX29" fmla="*/ 422324 w 519413"/>
                <a:gd name="connsiteY29" fmla="*/ 147638 h 233363"/>
                <a:gd name="connsiteX30" fmla="*/ 403651 w 519413"/>
                <a:gd name="connsiteY30" fmla="*/ 174445 h 233363"/>
                <a:gd name="connsiteX31" fmla="*/ 391368 w 519413"/>
                <a:gd name="connsiteY31" fmla="*/ 186045 h 233363"/>
                <a:gd name="connsiteX32" fmla="*/ 353268 w 519413"/>
                <a:gd name="connsiteY32" fmla="*/ 197337 h 233363"/>
                <a:gd name="connsiteX33" fmla="*/ 322312 w 519413"/>
                <a:gd name="connsiteY33" fmla="*/ 188119 h 233363"/>
                <a:gd name="connsiteX34" fmla="*/ 310406 w 519413"/>
                <a:gd name="connsiteY34" fmla="*/ 200025 h 233363"/>
                <a:gd name="connsiteX35" fmla="*/ 288974 w 519413"/>
                <a:gd name="connsiteY35" fmla="*/ 211932 h 233363"/>
                <a:gd name="connsiteX36" fmla="*/ 266624 w 519413"/>
                <a:gd name="connsiteY36" fmla="*/ 209833 h 233363"/>
                <a:gd name="connsiteX37" fmla="*/ 226852 w 519413"/>
                <a:gd name="connsiteY37" fmla="*/ 224451 h 233363"/>
                <a:gd name="connsiteX38" fmla="*/ 186581 w 519413"/>
                <a:gd name="connsiteY38" fmla="*/ 211932 h 233363"/>
                <a:gd name="connsiteX39" fmla="*/ 181818 w 519413"/>
                <a:gd name="connsiteY39" fmla="*/ 202407 h 233363"/>
                <a:gd name="connsiteX40" fmla="*/ 171374 w 519413"/>
                <a:gd name="connsiteY40" fmla="*/ 216412 h 233363"/>
                <a:gd name="connsiteX41" fmla="*/ 126673 w 519413"/>
                <a:gd name="connsiteY41" fmla="*/ 233363 h 233363"/>
                <a:gd name="connsiteX42" fmla="*/ 72281 w 519413"/>
                <a:gd name="connsiteY42" fmla="*/ 202407 h 233363"/>
                <a:gd name="connsiteX43" fmla="*/ 67518 w 519413"/>
                <a:gd name="connsiteY43" fmla="*/ 190500 h 233363"/>
                <a:gd name="connsiteX44" fmla="*/ 46087 w 519413"/>
                <a:gd name="connsiteY44" fmla="*/ 212238 h 233363"/>
                <a:gd name="connsiteX45" fmla="*/ 29418 w 519413"/>
                <a:gd name="connsiteY45" fmla="*/ 211932 h 233363"/>
                <a:gd name="connsiteX46" fmla="*/ 6481 w 519413"/>
                <a:gd name="connsiteY46" fmla="*/ 194318 h 233363"/>
                <a:gd name="connsiteX47" fmla="*/ 301 w 519413"/>
                <a:gd name="connsiteY47" fmla="*/ 162797 h 233363"/>
                <a:gd name="connsiteX48" fmla="*/ 21355 w 519413"/>
                <a:gd name="connsiteY48" fmla="*/ 136886 h 233363"/>
                <a:gd name="connsiteX49" fmla="*/ 51392 w 519413"/>
                <a:gd name="connsiteY49" fmla="*/ 139316 h 233363"/>
                <a:gd name="connsiteX0" fmla="*/ 51392 w 519413"/>
                <a:gd name="connsiteY0" fmla="*/ 139316 h 233363"/>
                <a:gd name="connsiteX1" fmla="*/ 57255 w 519413"/>
                <a:gd name="connsiteY1" fmla="*/ 122429 h 233363"/>
                <a:gd name="connsiteX2" fmla="*/ 76912 w 519413"/>
                <a:gd name="connsiteY2" fmla="*/ 102959 h 233363"/>
                <a:gd name="connsiteX3" fmla="*/ 108731 w 519413"/>
                <a:gd name="connsiteY3" fmla="*/ 105404 h 233363"/>
                <a:gd name="connsiteX4" fmla="*/ 124668 w 519413"/>
                <a:gd name="connsiteY4" fmla="*/ 116682 h 233363"/>
                <a:gd name="connsiteX5" fmla="*/ 131812 w 519413"/>
                <a:gd name="connsiteY5" fmla="*/ 119063 h 233363"/>
                <a:gd name="connsiteX6" fmla="*/ 138956 w 519413"/>
                <a:gd name="connsiteY6" fmla="*/ 123825 h 233363"/>
                <a:gd name="connsiteX7" fmla="*/ 141337 w 519413"/>
                <a:gd name="connsiteY7" fmla="*/ 114300 h 233363"/>
                <a:gd name="connsiteX8" fmla="*/ 203249 w 519413"/>
                <a:gd name="connsiteY8" fmla="*/ 107157 h 233363"/>
                <a:gd name="connsiteX9" fmla="*/ 210393 w 519413"/>
                <a:gd name="connsiteY9" fmla="*/ 102394 h 233363"/>
                <a:gd name="connsiteX10" fmla="*/ 224681 w 519413"/>
                <a:gd name="connsiteY10" fmla="*/ 71438 h 233363"/>
                <a:gd name="connsiteX11" fmla="*/ 267543 w 519413"/>
                <a:gd name="connsiteY11" fmla="*/ 42863 h 233363"/>
                <a:gd name="connsiteX12" fmla="*/ 277068 w 519413"/>
                <a:gd name="connsiteY12" fmla="*/ 23813 h 233363"/>
                <a:gd name="connsiteX13" fmla="*/ 319931 w 519413"/>
                <a:gd name="connsiteY13" fmla="*/ 11907 h 233363"/>
                <a:gd name="connsiteX14" fmla="*/ 365174 w 519413"/>
                <a:gd name="connsiteY14" fmla="*/ 26194 h 233363"/>
                <a:gd name="connsiteX15" fmla="*/ 372318 w 519413"/>
                <a:gd name="connsiteY15" fmla="*/ 38100 h 233363"/>
                <a:gd name="connsiteX16" fmla="*/ 377081 w 519413"/>
                <a:gd name="connsiteY16" fmla="*/ 16669 h 233363"/>
                <a:gd name="connsiteX17" fmla="*/ 381843 w 519413"/>
                <a:gd name="connsiteY17" fmla="*/ 9525 h 233363"/>
                <a:gd name="connsiteX18" fmla="*/ 410418 w 519413"/>
                <a:gd name="connsiteY18" fmla="*/ 0 h 233363"/>
                <a:gd name="connsiteX19" fmla="*/ 453281 w 519413"/>
                <a:gd name="connsiteY19" fmla="*/ 2382 h 233363"/>
                <a:gd name="connsiteX20" fmla="*/ 465187 w 519413"/>
                <a:gd name="connsiteY20" fmla="*/ 21432 h 233363"/>
                <a:gd name="connsiteX21" fmla="*/ 493762 w 519413"/>
                <a:gd name="connsiteY21" fmla="*/ 28575 h 233363"/>
                <a:gd name="connsiteX22" fmla="*/ 512812 w 519413"/>
                <a:gd name="connsiteY22" fmla="*/ 38100 h 233363"/>
                <a:gd name="connsiteX23" fmla="*/ 515193 w 519413"/>
                <a:gd name="connsiteY23" fmla="*/ 47625 h 233363"/>
                <a:gd name="connsiteX24" fmla="*/ 519413 w 519413"/>
                <a:gd name="connsiteY24" fmla="*/ 83651 h 233363"/>
                <a:gd name="connsiteX25" fmla="*/ 510431 w 519413"/>
                <a:gd name="connsiteY25" fmla="*/ 103339 h 233363"/>
                <a:gd name="connsiteX26" fmla="*/ 491049 w 519413"/>
                <a:gd name="connsiteY26" fmla="*/ 116755 h 233363"/>
                <a:gd name="connsiteX27" fmla="*/ 475255 w 519413"/>
                <a:gd name="connsiteY27" fmla="*/ 152400 h 233363"/>
                <a:gd name="connsiteX28" fmla="*/ 446680 w 519413"/>
                <a:gd name="connsiteY28" fmla="*/ 157470 h 233363"/>
                <a:gd name="connsiteX29" fmla="*/ 422324 w 519413"/>
                <a:gd name="connsiteY29" fmla="*/ 147638 h 233363"/>
                <a:gd name="connsiteX30" fmla="*/ 403651 w 519413"/>
                <a:gd name="connsiteY30" fmla="*/ 174445 h 233363"/>
                <a:gd name="connsiteX31" fmla="*/ 391368 w 519413"/>
                <a:gd name="connsiteY31" fmla="*/ 186045 h 233363"/>
                <a:gd name="connsiteX32" fmla="*/ 353268 w 519413"/>
                <a:gd name="connsiteY32" fmla="*/ 197337 h 233363"/>
                <a:gd name="connsiteX33" fmla="*/ 322312 w 519413"/>
                <a:gd name="connsiteY33" fmla="*/ 188119 h 233363"/>
                <a:gd name="connsiteX34" fmla="*/ 310406 w 519413"/>
                <a:gd name="connsiteY34" fmla="*/ 200025 h 233363"/>
                <a:gd name="connsiteX35" fmla="*/ 288974 w 519413"/>
                <a:gd name="connsiteY35" fmla="*/ 211932 h 233363"/>
                <a:gd name="connsiteX36" fmla="*/ 266624 w 519413"/>
                <a:gd name="connsiteY36" fmla="*/ 209833 h 233363"/>
                <a:gd name="connsiteX37" fmla="*/ 226852 w 519413"/>
                <a:gd name="connsiteY37" fmla="*/ 224451 h 233363"/>
                <a:gd name="connsiteX38" fmla="*/ 186581 w 519413"/>
                <a:gd name="connsiteY38" fmla="*/ 211932 h 233363"/>
                <a:gd name="connsiteX39" fmla="*/ 181818 w 519413"/>
                <a:gd name="connsiteY39" fmla="*/ 202407 h 233363"/>
                <a:gd name="connsiteX40" fmla="*/ 171374 w 519413"/>
                <a:gd name="connsiteY40" fmla="*/ 216412 h 233363"/>
                <a:gd name="connsiteX41" fmla="*/ 126673 w 519413"/>
                <a:gd name="connsiteY41" fmla="*/ 233363 h 233363"/>
                <a:gd name="connsiteX42" fmla="*/ 72281 w 519413"/>
                <a:gd name="connsiteY42" fmla="*/ 202407 h 233363"/>
                <a:gd name="connsiteX43" fmla="*/ 67518 w 519413"/>
                <a:gd name="connsiteY43" fmla="*/ 190500 h 233363"/>
                <a:gd name="connsiteX44" fmla="*/ 46087 w 519413"/>
                <a:gd name="connsiteY44" fmla="*/ 212238 h 233363"/>
                <a:gd name="connsiteX45" fmla="*/ 29418 w 519413"/>
                <a:gd name="connsiteY45" fmla="*/ 211932 h 233363"/>
                <a:gd name="connsiteX46" fmla="*/ 6481 w 519413"/>
                <a:gd name="connsiteY46" fmla="*/ 194318 h 233363"/>
                <a:gd name="connsiteX47" fmla="*/ 301 w 519413"/>
                <a:gd name="connsiteY47" fmla="*/ 162797 h 233363"/>
                <a:gd name="connsiteX48" fmla="*/ 21355 w 519413"/>
                <a:gd name="connsiteY48" fmla="*/ 136886 h 233363"/>
                <a:gd name="connsiteX49" fmla="*/ 51392 w 519413"/>
                <a:gd name="connsiteY49" fmla="*/ 139316 h 233363"/>
                <a:gd name="connsiteX0" fmla="*/ 51392 w 519451"/>
                <a:gd name="connsiteY0" fmla="*/ 139316 h 233363"/>
                <a:gd name="connsiteX1" fmla="*/ 57255 w 519451"/>
                <a:gd name="connsiteY1" fmla="*/ 122429 h 233363"/>
                <a:gd name="connsiteX2" fmla="*/ 76912 w 519451"/>
                <a:gd name="connsiteY2" fmla="*/ 102959 h 233363"/>
                <a:gd name="connsiteX3" fmla="*/ 108731 w 519451"/>
                <a:gd name="connsiteY3" fmla="*/ 105404 h 233363"/>
                <a:gd name="connsiteX4" fmla="*/ 124668 w 519451"/>
                <a:gd name="connsiteY4" fmla="*/ 116682 h 233363"/>
                <a:gd name="connsiteX5" fmla="*/ 131812 w 519451"/>
                <a:gd name="connsiteY5" fmla="*/ 119063 h 233363"/>
                <a:gd name="connsiteX6" fmla="*/ 138956 w 519451"/>
                <a:gd name="connsiteY6" fmla="*/ 123825 h 233363"/>
                <a:gd name="connsiteX7" fmla="*/ 141337 w 519451"/>
                <a:gd name="connsiteY7" fmla="*/ 114300 h 233363"/>
                <a:gd name="connsiteX8" fmla="*/ 203249 w 519451"/>
                <a:gd name="connsiteY8" fmla="*/ 107157 h 233363"/>
                <a:gd name="connsiteX9" fmla="*/ 210393 w 519451"/>
                <a:gd name="connsiteY9" fmla="*/ 102394 h 233363"/>
                <a:gd name="connsiteX10" fmla="*/ 224681 w 519451"/>
                <a:gd name="connsiteY10" fmla="*/ 71438 h 233363"/>
                <a:gd name="connsiteX11" fmla="*/ 267543 w 519451"/>
                <a:gd name="connsiteY11" fmla="*/ 42863 h 233363"/>
                <a:gd name="connsiteX12" fmla="*/ 277068 w 519451"/>
                <a:gd name="connsiteY12" fmla="*/ 23813 h 233363"/>
                <a:gd name="connsiteX13" fmla="*/ 319931 w 519451"/>
                <a:gd name="connsiteY13" fmla="*/ 11907 h 233363"/>
                <a:gd name="connsiteX14" fmla="*/ 365174 w 519451"/>
                <a:gd name="connsiteY14" fmla="*/ 26194 h 233363"/>
                <a:gd name="connsiteX15" fmla="*/ 372318 w 519451"/>
                <a:gd name="connsiteY15" fmla="*/ 38100 h 233363"/>
                <a:gd name="connsiteX16" fmla="*/ 377081 w 519451"/>
                <a:gd name="connsiteY16" fmla="*/ 16669 h 233363"/>
                <a:gd name="connsiteX17" fmla="*/ 381843 w 519451"/>
                <a:gd name="connsiteY17" fmla="*/ 9525 h 233363"/>
                <a:gd name="connsiteX18" fmla="*/ 410418 w 519451"/>
                <a:gd name="connsiteY18" fmla="*/ 0 h 233363"/>
                <a:gd name="connsiteX19" fmla="*/ 453281 w 519451"/>
                <a:gd name="connsiteY19" fmla="*/ 2382 h 233363"/>
                <a:gd name="connsiteX20" fmla="*/ 465187 w 519451"/>
                <a:gd name="connsiteY20" fmla="*/ 21432 h 233363"/>
                <a:gd name="connsiteX21" fmla="*/ 493762 w 519451"/>
                <a:gd name="connsiteY21" fmla="*/ 28575 h 233363"/>
                <a:gd name="connsiteX22" fmla="*/ 512812 w 519451"/>
                <a:gd name="connsiteY22" fmla="*/ 38100 h 233363"/>
                <a:gd name="connsiteX23" fmla="*/ 519413 w 519451"/>
                <a:gd name="connsiteY23" fmla="*/ 83651 h 233363"/>
                <a:gd name="connsiteX24" fmla="*/ 510431 w 519451"/>
                <a:gd name="connsiteY24" fmla="*/ 103339 h 233363"/>
                <a:gd name="connsiteX25" fmla="*/ 491049 w 519451"/>
                <a:gd name="connsiteY25" fmla="*/ 116755 h 233363"/>
                <a:gd name="connsiteX26" fmla="*/ 475255 w 519451"/>
                <a:gd name="connsiteY26" fmla="*/ 152400 h 233363"/>
                <a:gd name="connsiteX27" fmla="*/ 446680 w 519451"/>
                <a:gd name="connsiteY27" fmla="*/ 157470 h 233363"/>
                <a:gd name="connsiteX28" fmla="*/ 422324 w 519451"/>
                <a:gd name="connsiteY28" fmla="*/ 147638 h 233363"/>
                <a:gd name="connsiteX29" fmla="*/ 403651 w 519451"/>
                <a:gd name="connsiteY29" fmla="*/ 174445 h 233363"/>
                <a:gd name="connsiteX30" fmla="*/ 391368 w 519451"/>
                <a:gd name="connsiteY30" fmla="*/ 186045 h 233363"/>
                <a:gd name="connsiteX31" fmla="*/ 353268 w 519451"/>
                <a:gd name="connsiteY31" fmla="*/ 197337 h 233363"/>
                <a:gd name="connsiteX32" fmla="*/ 322312 w 519451"/>
                <a:gd name="connsiteY32" fmla="*/ 188119 h 233363"/>
                <a:gd name="connsiteX33" fmla="*/ 310406 w 519451"/>
                <a:gd name="connsiteY33" fmla="*/ 200025 h 233363"/>
                <a:gd name="connsiteX34" fmla="*/ 288974 w 519451"/>
                <a:gd name="connsiteY34" fmla="*/ 211932 h 233363"/>
                <a:gd name="connsiteX35" fmla="*/ 266624 w 519451"/>
                <a:gd name="connsiteY35" fmla="*/ 209833 h 233363"/>
                <a:gd name="connsiteX36" fmla="*/ 226852 w 519451"/>
                <a:gd name="connsiteY36" fmla="*/ 224451 h 233363"/>
                <a:gd name="connsiteX37" fmla="*/ 186581 w 519451"/>
                <a:gd name="connsiteY37" fmla="*/ 211932 h 233363"/>
                <a:gd name="connsiteX38" fmla="*/ 181818 w 519451"/>
                <a:gd name="connsiteY38" fmla="*/ 202407 h 233363"/>
                <a:gd name="connsiteX39" fmla="*/ 171374 w 519451"/>
                <a:gd name="connsiteY39" fmla="*/ 216412 h 233363"/>
                <a:gd name="connsiteX40" fmla="*/ 126673 w 519451"/>
                <a:gd name="connsiteY40" fmla="*/ 233363 h 233363"/>
                <a:gd name="connsiteX41" fmla="*/ 72281 w 519451"/>
                <a:gd name="connsiteY41" fmla="*/ 202407 h 233363"/>
                <a:gd name="connsiteX42" fmla="*/ 67518 w 519451"/>
                <a:gd name="connsiteY42" fmla="*/ 190500 h 233363"/>
                <a:gd name="connsiteX43" fmla="*/ 46087 w 519451"/>
                <a:gd name="connsiteY43" fmla="*/ 212238 h 233363"/>
                <a:gd name="connsiteX44" fmla="*/ 29418 w 519451"/>
                <a:gd name="connsiteY44" fmla="*/ 211932 h 233363"/>
                <a:gd name="connsiteX45" fmla="*/ 6481 w 519451"/>
                <a:gd name="connsiteY45" fmla="*/ 194318 h 233363"/>
                <a:gd name="connsiteX46" fmla="*/ 301 w 519451"/>
                <a:gd name="connsiteY46" fmla="*/ 162797 h 233363"/>
                <a:gd name="connsiteX47" fmla="*/ 21355 w 519451"/>
                <a:gd name="connsiteY47" fmla="*/ 136886 h 233363"/>
                <a:gd name="connsiteX48" fmla="*/ 51392 w 519451"/>
                <a:gd name="connsiteY48" fmla="*/ 139316 h 233363"/>
                <a:gd name="connsiteX0" fmla="*/ 51392 w 519498"/>
                <a:gd name="connsiteY0" fmla="*/ 139316 h 233363"/>
                <a:gd name="connsiteX1" fmla="*/ 57255 w 519498"/>
                <a:gd name="connsiteY1" fmla="*/ 122429 h 233363"/>
                <a:gd name="connsiteX2" fmla="*/ 76912 w 519498"/>
                <a:gd name="connsiteY2" fmla="*/ 102959 h 233363"/>
                <a:gd name="connsiteX3" fmla="*/ 108731 w 519498"/>
                <a:gd name="connsiteY3" fmla="*/ 105404 h 233363"/>
                <a:gd name="connsiteX4" fmla="*/ 124668 w 519498"/>
                <a:gd name="connsiteY4" fmla="*/ 116682 h 233363"/>
                <a:gd name="connsiteX5" fmla="*/ 131812 w 519498"/>
                <a:gd name="connsiteY5" fmla="*/ 119063 h 233363"/>
                <a:gd name="connsiteX6" fmla="*/ 138956 w 519498"/>
                <a:gd name="connsiteY6" fmla="*/ 123825 h 233363"/>
                <a:gd name="connsiteX7" fmla="*/ 141337 w 519498"/>
                <a:gd name="connsiteY7" fmla="*/ 114300 h 233363"/>
                <a:gd name="connsiteX8" fmla="*/ 203249 w 519498"/>
                <a:gd name="connsiteY8" fmla="*/ 107157 h 233363"/>
                <a:gd name="connsiteX9" fmla="*/ 210393 w 519498"/>
                <a:gd name="connsiteY9" fmla="*/ 102394 h 233363"/>
                <a:gd name="connsiteX10" fmla="*/ 224681 w 519498"/>
                <a:gd name="connsiteY10" fmla="*/ 71438 h 233363"/>
                <a:gd name="connsiteX11" fmla="*/ 267543 w 519498"/>
                <a:gd name="connsiteY11" fmla="*/ 42863 h 233363"/>
                <a:gd name="connsiteX12" fmla="*/ 277068 w 519498"/>
                <a:gd name="connsiteY12" fmla="*/ 23813 h 233363"/>
                <a:gd name="connsiteX13" fmla="*/ 319931 w 519498"/>
                <a:gd name="connsiteY13" fmla="*/ 11907 h 233363"/>
                <a:gd name="connsiteX14" fmla="*/ 365174 w 519498"/>
                <a:gd name="connsiteY14" fmla="*/ 26194 h 233363"/>
                <a:gd name="connsiteX15" fmla="*/ 372318 w 519498"/>
                <a:gd name="connsiteY15" fmla="*/ 38100 h 233363"/>
                <a:gd name="connsiteX16" fmla="*/ 377081 w 519498"/>
                <a:gd name="connsiteY16" fmla="*/ 16669 h 233363"/>
                <a:gd name="connsiteX17" fmla="*/ 381843 w 519498"/>
                <a:gd name="connsiteY17" fmla="*/ 9525 h 233363"/>
                <a:gd name="connsiteX18" fmla="*/ 410418 w 519498"/>
                <a:gd name="connsiteY18" fmla="*/ 0 h 233363"/>
                <a:gd name="connsiteX19" fmla="*/ 453281 w 519498"/>
                <a:gd name="connsiteY19" fmla="*/ 2382 h 233363"/>
                <a:gd name="connsiteX20" fmla="*/ 465187 w 519498"/>
                <a:gd name="connsiteY20" fmla="*/ 21432 h 233363"/>
                <a:gd name="connsiteX21" fmla="*/ 493762 w 519498"/>
                <a:gd name="connsiteY21" fmla="*/ 28575 h 233363"/>
                <a:gd name="connsiteX22" fmla="*/ 514651 w 519498"/>
                <a:gd name="connsiteY22" fmla="*/ 49748 h 233363"/>
                <a:gd name="connsiteX23" fmla="*/ 519413 w 519498"/>
                <a:gd name="connsiteY23" fmla="*/ 83651 h 233363"/>
                <a:gd name="connsiteX24" fmla="*/ 510431 w 519498"/>
                <a:gd name="connsiteY24" fmla="*/ 103339 h 233363"/>
                <a:gd name="connsiteX25" fmla="*/ 491049 w 519498"/>
                <a:gd name="connsiteY25" fmla="*/ 116755 h 233363"/>
                <a:gd name="connsiteX26" fmla="*/ 475255 w 519498"/>
                <a:gd name="connsiteY26" fmla="*/ 152400 h 233363"/>
                <a:gd name="connsiteX27" fmla="*/ 446680 w 519498"/>
                <a:gd name="connsiteY27" fmla="*/ 157470 h 233363"/>
                <a:gd name="connsiteX28" fmla="*/ 422324 w 519498"/>
                <a:gd name="connsiteY28" fmla="*/ 147638 h 233363"/>
                <a:gd name="connsiteX29" fmla="*/ 403651 w 519498"/>
                <a:gd name="connsiteY29" fmla="*/ 174445 h 233363"/>
                <a:gd name="connsiteX30" fmla="*/ 391368 w 519498"/>
                <a:gd name="connsiteY30" fmla="*/ 186045 h 233363"/>
                <a:gd name="connsiteX31" fmla="*/ 353268 w 519498"/>
                <a:gd name="connsiteY31" fmla="*/ 197337 h 233363"/>
                <a:gd name="connsiteX32" fmla="*/ 322312 w 519498"/>
                <a:gd name="connsiteY32" fmla="*/ 188119 h 233363"/>
                <a:gd name="connsiteX33" fmla="*/ 310406 w 519498"/>
                <a:gd name="connsiteY33" fmla="*/ 200025 h 233363"/>
                <a:gd name="connsiteX34" fmla="*/ 288974 w 519498"/>
                <a:gd name="connsiteY34" fmla="*/ 211932 h 233363"/>
                <a:gd name="connsiteX35" fmla="*/ 266624 w 519498"/>
                <a:gd name="connsiteY35" fmla="*/ 209833 h 233363"/>
                <a:gd name="connsiteX36" fmla="*/ 226852 w 519498"/>
                <a:gd name="connsiteY36" fmla="*/ 224451 h 233363"/>
                <a:gd name="connsiteX37" fmla="*/ 186581 w 519498"/>
                <a:gd name="connsiteY37" fmla="*/ 211932 h 233363"/>
                <a:gd name="connsiteX38" fmla="*/ 181818 w 519498"/>
                <a:gd name="connsiteY38" fmla="*/ 202407 h 233363"/>
                <a:gd name="connsiteX39" fmla="*/ 171374 w 519498"/>
                <a:gd name="connsiteY39" fmla="*/ 216412 h 233363"/>
                <a:gd name="connsiteX40" fmla="*/ 126673 w 519498"/>
                <a:gd name="connsiteY40" fmla="*/ 233363 h 233363"/>
                <a:gd name="connsiteX41" fmla="*/ 72281 w 519498"/>
                <a:gd name="connsiteY41" fmla="*/ 202407 h 233363"/>
                <a:gd name="connsiteX42" fmla="*/ 67518 w 519498"/>
                <a:gd name="connsiteY42" fmla="*/ 190500 h 233363"/>
                <a:gd name="connsiteX43" fmla="*/ 46087 w 519498"/>
                <a:gd name="connsiteY43" fmla="*/ 212238 h 233363"/>
                <a:gd name="connsiteX44" fmla="*/ 29418 w 519498"/>
                <a:gd name="connsiteY44" fmla="*/ 211932 h 233363"/>
                <a:gd name="connsiteX45" fmla="*/ 6481 w 519498"/>
                <a:gd name="connsiteY45" fmla="*/ 194318 h 233363"/>
                <a:gd name="connsiteX46" fmla="*/ 301 w 519498"/>
                <a:gd name="connsiteY46" fmla="*/ 162797 h 233363"/>
                <a:gd name="connsiteX47" fmla="*/ 21355 w 519498"/>
                <a:gd name="connsiteY47" fmla="*/ 136886 h 233363"/>
                <a:gd name="connsiteX48" fmla="*/ 51392 w 519498"/>
                <a:gd name="connsiteY48" fmla="*/ 139316 h 233363"/>
                <a:gd name="connsiteX0" fmla="*/ 51392 w 519498"/>
                <a:gd name="connsiteY0" fmla="*/ 139316 h 233363"/>
                <a:gd name="connsiteX1" fmla="*/ 57255 w 519498"/>
                <a:gd name="connsiteY1" fmla="*/ 122429 h 233363"/>
                <a:gd name="connsiteX2" fmla="*/ 76912 w 519498"/>
                <a:gd name="connsiteY2" fmla="*/ 102959 h 233363"/>
                <a:gd name="connsiteX3" fmla="*/ 108731 w 519498"/>
                <a:gd name="connsiteY3" fmla="*/ 105404 h 233363"/>
                <a:gd name="connsiteX4" fmla="*/ 124668 w 519498"/>
                <a:gd name="connsiteY4" fmla="*/ 116682 h 233363"/>
                <a:gd name="connsiteX5" fmla="*/ 131812 w 519498"/>
                <a:gd name="connsiteY5" fmla="*/ 119063 h 233363"/>
                <a:gd name="connsiteX6" fmla="*/ 138956 w 519498"/>
                <a:gd name="connsiteY6" fmla="*/ 123825 h 233363"/>
                <a:gd name="connsiteX7" fmla="*/ 141337 w 519498"/>
                <a:gd name="connsiteY7" fmla="*/ 114300 h 233363"/>
                <a:gd name="connsiteX8" fmla="*/ 203249 w 519498"/>
                <a:gd name="connsiteY8" fmla="*/ 107157 h 233363"/>
                <a:gd name="connsiteX9" fmla="*/ 210393 w 519498"/>
                <a:gd name="connsiteY9" fmla="*/ 102394 h 233363"/>
                <a:gd name="connsiteX10" fmla="*/ 224681 w 519498"/>
                <a:gd name="connsiteY10" fmla="*/ 71438 h 233363"/>
                <a:gd name="connsiteX11" fmla="*/ 267543 w 519498"/>
                <a:gd name="connsiteY11" fmla="*/ 42863 h 233363"/>
                <a:gd name="connsiteX12" fmla="*/ 277068 w 519498"/>
                <a:gd name="connsiteY12" fmla="*/ 23813 h 233363"/>
                <a:gd name="connsiteX13" fmla="*/ 319931 w 519498"/>
                <a:gd name="connsiteY13" fmla="*/ 11907 h 233363"/>
                <a:gd name="connsiteX14" fmla="*/ 365174 w 519498"/>
                <a:gd name="connsiteY14" fmla="*/ 26194 h 233363"/>
                <a:gd name="connsiteX15" fmla="*/ 372318 w 519498"/>
                <a:gd name="connsiteY15" fmla="*/ 38100 h 233363"/>
                <a:gd name="connsiteX16" fmla="*/ 377081 w 519498"/>
                <a:gd name="connsiteY16" fmla="*/ 16669 h 233363"/>
                <a:gd name="connsiteX17" fmla="*/ 381843 w 519498"/>
                <a:gd name="connsiteY17" fmla="*/ 9525 h 233363"/>
                <a:gd name="connsiteX18" fmla="*/ 410418 w 519498"/>
                <a:gd name="connsiteY18" fmla="*/ 0 h 233363"/>
                <a:gd name="connsiteX19" fmla="*/ 453281 w 519498"/>
                <a:gd name="connsiteY19" fmla="*/ 2382 h 233363"/>
                <a:gd name="connsiteX20" fmla="*/ 465187 w 519498"/>
                <a:gd name="connsiteY20" fmla="*/ 21432 h 233363"/>
                <a:gd name="connsiteX21" fmla="*/ 493762 w 519498"/>
                <a:gd name="connsiteY21" fmla="*/ 28575 h 233363"/>
                <a:gd name="connsiteX22" fmla="*/ 514651 w 519498"/>
                <a:gd name="connsiteY22" fmla="*/ 49748 h 233363"/>
                <a:gd name="connsiteX23" fmla="*/ 519413 w 519498"/>
                <a:gd name="connsiteY23" fmla="*/ 83651 h 233363"/>
                <a:gd name="connsiteX24" fmla="*/ 510431 w 519498"/>
                <a:gd name="connsiteY24" fmla="*/ 103339 h 233363"/>
                <a:gd name="connsiteX25" fmla="*/ 491049 w 519498"/>
                <a:gd name="connsiteY25" fmla="*/ 116755 h 233363"/>
                <a:gd name="connsiteX26" fmla="*/ 475255 w 519498"/>
                <a:gd name="connsiteY26" fmla="*/ 152400 h 233363"/>
                <a:gd name="connsiteX27" fmla="*/ 446680 w 519498"/>
                <a:gd name="connsiteY27" fmla="*/ 157470 h 233363"/>
                <a:gd name="connsiteX28" fmla="*/ 422324 w 519498"/>
                <a:gd name="connsiteY28" fmla="*/ 147638 h 233363"/>
                <a:gd name="connsiteX29" fmla="*/ 403651 w 519498"/>
                <a:gd name="connsiteY29" fmla="*/ 174445 h 233363"/>
                <a:gd name="connsiteX30" fmla="*/ 391368 w 519498"/>
                <a:gd name="connsiteY30" fmla="*/ 186045 h 233363"/>
                <a:gd name="connsiteX31" fmla="*/ 353268 w 519498"/>
                <a:gd name="connsiteY31" fmla="*/ 197337 h 233363"/>
                <a:gd name="connsiteX32" fmla="*/ 322312 w 519498"/>
                <a:gd name="connsiteY32" fmla="*/ 188119 h 233363"/>
                <a:gd name="connsiteX33" fmla="*/ 310406 w 519498"/>
                <a:gd name="connsiteY33" fmla="*/ 200025 h 233363"/>
                <a:gd name="connsiteX34" fmla="*/ 288974 w 519498"/>
                <a:gd name="connsiteY34" fmla="*/ 211932 h 233363"/>
                <a:gd name="connsiteX35" fmla="*/ 266624 w 519498"/>
                <a:gd name="connsiteY35" fmla="*/ 209833 h 233363"/>
                <a:gd name="connsiteX36" fmla="*/ 226852 w 519498"/>
                <a:gd name="connsiteY36" fmla="*/ 224451 h 233363"/>
                <a:gd name="connsiteX37" fmla="*/ 186581 w 519498"/>
                <a:gd name="connsiteY37" fmla="*/ 211932 h 233363"/>
                <a:gd name="connsiteX38" fmla="*/ 181818 w 519498"/>
                <a:gd name="connsiteY38" fmla="*/ 202407 h 233363"/>
                <a:gd name="connsiteX39" fmla="*/ 171374 w 519498"/>
                <a:gd name="connsiteY39" fmla="*/ 216412 h 233363"/>
                <a:gd name="connsiteX40" fmla="*/ 126673 w 519498"/>
                <a:gd name="connsiteY40" fmla="*/ 233363 h 233363"/>
                <a:gd name="connsiteX41" fmla="*/ 72281 w 519498"/>
                <a:gd name="connsiteY41" fmla="*/ 202407 h 233363"/>
                <a:gd name="connsiteX42" fmla="*/ 67518 w 519498"/>
                <a:gd name="connsiteY42" fmla="*/ 190500 h 233363"/>
                <a:gd name="connsiteX43" fmla="*/ 46087 w 519498"/>
                <a:gd name="connsiteY43" fmla="*/ 212238 h 233363"/>
                <a:gd name="connsiteX44" fmla="*/ 29418 w 519498"/>
                <a:gd name="connsiteY44" fmla="*/ 211932 h 233363"/>
                <a:gd name="connsiteX45" fmla="*/ 6481 w 519498"/>
                <a:gd name="connsiteY45" fmla="*/ 194318 h 233363"/>
                <a:gd name="connsiteX46" fmla="*/ 301 w 519498"/>
                <a:gd name="connsiteY46" fmla="*/ 162797 h 233363"/>
                <a:gd name="connsiteX47" fmla="*/ 21355 w 519498"/>
                <a:gd name="connsiteY47" fmla="*/ 136886 h 233363"/>
                <a:gd name="connsiteX48" fmla="*/ 51392 w 519498"/>
                <a:gd name="connsiteY48" fmla="*/ 139316 h 233363"/>
                <a:gd name="connsiteX0" fmla="*/ 51392 w 519498"/>
                <a:gd name="connsiteY0" fmla="*/ 139316 h 233363"/>
                <a:gd name="connsiteX1" fmla="*/ 57255 w 519498"/>
                <a:gd name="connsiteY1" fmla="*/ 122429 h 233363"/>
                <a:gd name="connsiteX2" fmla="*/ 76912 w 519498"/>
                <a:gd name="connsiteY2" fmla="*/ 102959 h 233363"/>
                <a:gd name="connsiteX3" fmla="*/ 108731 w 519498"/>
                <a:gd name="connsiteY3" fmla="*/ 105404 h 233363"/>
                <a:gd name="connsiteX4" fmla="*/ 124668 w 519498"/>
                <a:gd name="connsiteY4" fmla="*/ 116682 h 233363"/>
                <a:gd name="connsiteX5" fmla="*/ 131812 w 519498"/>
                <a:gd name="connsiteY5" fmla="*/ 119063 h 233363"/>
                <a:gd name="connsiteX6" fmla="*/ 138956 w 519498"/>
                <a:gd name="connsiteY6" fmla="*/ 123825 h 233363"/>
                <a:gd name="connsiteX7" fmla="*/ 141337 w 519498"/>
                <a:gd name="connsiteY7" fmla="*/ 114300 h 233363"/>
                <a:gd name="connsiteX8" fmla="*/ 203249 w 519498"/>
                <a:gd name="connsiteY8" fmla="*/ 107157 h 233363"/>
                <a:gd name="connsiteX9" fmla="*/ 210393 w 519498"/>
                <a:gd name="connsiteY9" fmla="*/ 102394 h 233363"/>
                <a:gd name="connsiteX10" fmla="*/ 224681 w 519498"/>
                <a:gd name="connsiteY10" fmla="*/ 71438 h 233363"/>
                <a:gd name="connsiteX11" fmla="*/ 267543 w 519498"/>
                <a:gd name="connsiteY11" fmla="*/ 42863 h 233363"/>
                <a:gd name="connsiteX12" fmla="*/ 277068 w 519498"/>
                <a:gd name="connsiteY12" fmla="*/ 23813 h 233363"/>
                <a:gd name="connsiteX13" fmla="*/ 319931 w 519498"/>
                <a:gd name="connsiteY13" fmla="*/ 11907 h 233363"/>
                <a:gd name="connsiteX14" fmla="*/ 365174 w 519498"/>
                <a:gd name="connsiteY14" fmla="*/ 26194 h 233363"/>
                <a:gd name="connsiteX15" fmla="*/ 372318 w 519498"/>
                <a:gd name="connsiteY15" fmla="*/ 38100 h 233363"/>
                <a:gd name="connsiteX16" fmla="*/ 377081 w 519498"/>
                <a:gd name="connsiteY16" fmla="*/ 16669 h 233363"/>
                <a:gd name="connsiteX17" fmla="*/ 381843 w 519498"/>
                <a:gd name="connsiteY17" fmla="*/ 9525 h 233363"/>
                <a:gd name="connsiteX18" fmla="*/ 410418 w 519498"/>
                <a:gd name="connsiteY18" fmla="*/ 0 h 233363"/>
                <a:gd name="connsiteX19" fmla="*/ 453281 w 519498"/>
                <a:gd name="connsiteY19" fmla="*/ 2382 h 233363"/>
                <a:gd name="connsiteX20" fmla="*/ 466106 w 519498"/>
                <a:gd name="connsiteY20" fmla="*/ 24120 h 233363"/>
                <a:gd name="connsiteX21" fmla="*/ 493762 w 519498"/>
                <a:gd name="connsiteY21" fmla="*/ 28575 h 233363"/>
                <a:gd name="connsiteX22" fmla="*/ 514651 w 519498"/>
                <a:gd name="connsiteY22" fmla="*/ 49748 h 233363"/>
                <a:gd name="connsiteX23" fmla="*/ 519413 w 519498"/>
                <a:gd name="connsiteY23" fmla="*/ 83651 h 233363"/>
                <a:gd name="connsiteX24" fmla="*/ 510431 w 519498"/>
                <a:gd name="connsiteY24" fmla="*/ 103339 h 233363"/>
                <a:gd name="connsiteX25" fmla="*/ 491049 w 519498"/>
                <a:gd name="connsiteY25" fmla="*/ 116755 h 233363"/>
                <a:gd name="connsiteX26" fmla="*/ 475255 w 519498"/>
                <a:gd name="connsiteY26" fmla="*/ 152400 h 233363"/>
                <a:gd name="connsiteX27" fmla="*/ 446680 w 519498"/>
                <a:gd name="connsiteY27" fmla="*/ 157470 h 233363"/>
                <a:gd name="connsiteX28" fmla="*/ 422324 w 519498"/>
                <a:gd name="connsiteY28" fmla="*/ 147638 h 233363"/>
                <a:gd name="connsiteX29" fmla="*/ 403651 w 519498"/>
                <a:gd name="connsiteY29" fmla="*/ 174445 h 233363"/>
                <a:gd name="connsiteX30" fmla="*/ 391368 w 519498"/>
                <a:gd name="connsiteY30" fmla="*/ 186045 h 233363"/>
                <a:gd name="connsiteX31" fmla="*/ 353268 w 519498"/>
                <a:gd name="connsiteY31" fmla="*/ 197337 h 233363"/>
                <a:gd name="connsiteX32" fmla="*/ 322312 w 519498"/>
                <a:gd name="connsiteY32" fmla="*/ 188119 h 233363"/>
                <a:gd name="connsiteX33" fmla="*/ 310406 w 519498"/>
                <a:gd name="connsiteY33" fmla="*/ 200025 h 233363"/>
                <a:gd name="connsiteX34" fmla="*/ 288974 w 519498"/>
                <a:gd name="connsiteY34" fmla="*/ 211932 h 233363"/>
                <a:gd name="connsiteX35" fmla="*/ 266624 w 519498"/>
                <a:gd name="connsiteY35" fmla="*/ 209833 h 233363"/>
                <a:gd name="connsiteX36" fmla="*/ 226852 w 519498"/>
                <a:gd name="connsiteY36" fmla="*/ 224451 h 233363"/>
                <a:gd name="connsiteX37" fmla="*/ 186581 w 519498"/>
                <a:gd name="connsiteY37" fmla="*/ 211932 h 233363"/>
                <a:gd name="connsiteX38" fmla="*/ 181818 w 519498"/>
                <a:gd name="connsiteY38" fmla="*/ 202407 h 233363"/>
                <a:gd name="connsiteX39" fmla="*/ 171374 w 519498"/>
                <a:gd name="connsiteY39" fmla="*/ 216412 h 233363"/>
                <a:gd name="connsiteX40" fmla="*/ 126673 w 519498"/>
                <a:gd name="connsiteY40" fmla="*/ 233363 h 233363"/>
                <a:gd name="connsiteX41" fmla="*/ 72281 w 519498"/>
                <a:gd name="connsiteY41" fmla="*/ 202407 h 233363"/>
                <a:gd name="connsiteX42" fmla="*/ 67518 w 519498"/>
                <a:gd name="connsiteY42" fmla="*/ 190500 h 233363"/>
                <a:gd name="connsiteX43" fmla="*/ 46087 w 519498"/>
                <a:gd name="connsiteY43" fmla="*/ 212238 h 233363"/>
                <a:gd name="connsiteX44" fmla="*/ 29418 w 519498"/>
                <a:gd name="connsiteY44" fmla="*/ 211932 h 233363"/>
                <a:gd name="connsiteX45" fmla="*/ 6481 w 519498"/>
                <a:gd name="connsiteY45" fmla="*/ 194318 h 233363"/>
                <a:gd name="connsiteX46" fmla="*/ 301 w 519498"/>
                <a:gd name="connsiteY46" fmla="*/ 162797 h 233363"/>
                <a:gd name="connsiteX47" fmla="*/ 21355 w 519498"/>
                <a:gd name="connsiteY47" fmla="*/ 136886 h 233363"/>
                <a:gd name="connsiteX48" fmla="*/ 51392 w 519498"/>
                <a:gd name="connsiteY48" fmla="*/ 139316 h 233363"/>
                <a:gd name="connsiteX0" fmla="*/ 51392 w 519498"/>
                <a:gd name="connsiteY0" fmla="*/ 137430 h 231477"/>
                <a:gd name="connsiteX1" fmla="*/ 57255 w 519498"/>
                <a:gd name="connsiteY1" fmla="*/ 120543 h 231477"/>
                <a:gd name="connsiteX2" fmla="*/ 76912 w 519498"/>
                <a:gd name="connsiteY2" fmla="*/ 101073 h 231477"/>
                <a:gd name="connsiteX3" fmla="*/ 108731 w 519498"/>
                <a:gd name="connsiteY3" fmla="*/ 103518 h 231477"/>
                <a:gd name="connsiteX4" fmla="*/ 124668 w 519498"/>
                <a:gd name="connsiteY4" fmla="*/ 114796 h 231477"/>
                <a:gd name="connsiteX5" fmla="*/ 131812 w 519498"/>
                <a:gd name="connsiteY5" fmla="*/ 117177 h 231477"/>
                <a:gd name="connsiteX6" fmla="*/ 138956 w 519498"/>
                <a:gd name="connsiteY6" fmla="*/ 121939 h 231477"/>
                <a:gd name="connsiteX7" fmla="*/ 141337 w 519498"/>
                <a:gd name="connsiteY7" fmla="*/ 112414 h 231477"/>
                <a:gd name="connsiteX8" fmla="*/ 203249 w 519498"/>
                <a:gd name="connsiteY8" fmla="*/ 105271 h 231477"/>
                <a:gd name="connsiteX9" fmla="*/ 210393 w 519498"/>
                <a:gd name="connsiteY9" fmla="*/ 100508 h 231477"/>
                <a:gd name="connsiteX10" fmla="*/ 224681 w 519498"/>
                <a:gd name="connsiteY10" fmla="*/ 69552 h 231477"/>
                <a:gd name="connsiteX11" fmla="*/ 267543 w 519498"/>
                <a:gd name="connsiteY11" fmla="*/ 40977 h 231477"/>
                <a:gd name="connsiteX12" fmla="*/ 277068 w 519498"/>
                <a:gd name="connsiteY12" fmla="*/ 21927 h 231477"/>
                <a:gd name="connsiteX13" fmla="*/ 319931 w 519498"/>
                <a:gd name="connsiteY13" fmla="*/ 10021 h 231477"/>
                <a:gd name="connsiteX14" fmla="*/ 365174 w 519498"/>
                <a:gd name="connsiteY14" fmla="*/ 24308 h 231477"/>
                <a:gd name="connsiteX15" fmla="*/ 372318 w 519498"/>
                <a:gd name="connsiteY15" fmla="*/ 36214 h 231477"/>
                <a:gd name="connsiteX16" fmla="*/ 377081 w 519498"/>
                <a:gd name="connsiteY16" fmla="*/ 14783 h 231477"/>
                <a:gd name="connsiteX17" fmla="*/ 381843 w 519498"/>
                <a:gd name="connsiteY17" fmla="*/ 7639 h 231477"/>
                <a:gd name="connsiteX18" fmla="*/ 453281 w 519498"/>
                <a:gd name="connsiteY18" fmla="*/ 496 h 231477"/>
                <a:gd name="connsiteX19" fmla="*/ 466106 w 519498"/>
                <a:gd name="connsiteY19" fmla="*/ 22234 h 231477"/>
                <a:gd name="connsiteX20" fmla="*/ 493762 w 519498"/>
                <a:gd name="connsiteY20" fmla="*/ 26689 h 231477"/>
                <a:gd name="connsiteX21" fmla="*/ 514651 w 519498"/>
                <a:gd name="connsiteY21" fmla="*/ 47862 h 231477"/>
                <a:gd name="connsiteX22" fmla="*/ 519413 w 519498"/>
                <a:gd name="connsiteY22" fmla="*/ 81765 h 231477"/>
                <a:gd name="connsiteX23" fmla="*/ 510431 w 519498"/>
                <a:gd name="connsiteY23" fmla="*/ 101453 h 231477"/>
                <a:gd name="connsiteX24" fmla="*/ 491049 w 519498"/>
                <a:gd name="connsiteY24" fmla="*/ 114869 h 231477"/>
                <a:gd name="connsiteX25" fmla="*/ 475255 w 519498"/>
                <a:gd name="connsiteY25" fmla="*/ 150514 h 231477"/>
                <a:gd name="connsiteX26" fmla="*/ 446680 w 519498"/>
                <a:gd name="connsiteY26" fmla="*/ 155584 h 231477"/>
                <a:gd name="connsiteX27" fmla="*/ 422324 w 519498"/>
                <a:gd name="connsiteY27" fmla="*/ 145752 h 231477"/>
                <a:gd name="connsiteX28" fmla="*/ 403651 w 519498"/>
                <a:gd name="connsiteY28" fmla="*/ 172559 h 231477"/>
                <a:gd name="connsiteX29" fmla="*/ 391368 w 519498"/>
                <a:gd name="connsiteY29" fmla="*/ 184159 h 231477"/>
                <a:gd name="connsiteX30" fmla="*/ 353268 w 519498"/>
                <a:gd name="connsiteY30" fmla="*/ 195451 h 231477"/>
                <a:gd name="connsiteX31" fmla="*/ 322312 w 519498"/>
                <a:gd name="connsiteY31" fmla="*/ 186233 h 231477"/>
                <a:gd name="connsiteX32" fmla="*/ 310406 w 519498"/>
                <a:gd name="connsiteY32" fmla="*/ 198139 h 231477"/>
                <a:gd name="connsiteX33" fmla="*/ 288974 w 519498"/>
                <a:gd name="connsiteY33" fmla="*/ 210046 h 231477"/>
                <a:gd name="connsiteX34" fmla="*/ 266624 w 519498"/>
                <a:gd name="connsiteY34" fmla="*/ 207947 h 231477"/>
                <a:gd name="connsiteX35" fmla="*/ 226852 w 519498"/>
                <a:gd name="connsiteY35" fmla="*/ 222565 h 231477"/>
                <a:gd name="connsiteX36" fmla="*/ 186581 w 519498"/>
                <a:gd name="connsiteY36" fmla="*/ 210046 h 231477"/>
                <a:gd name="connsiteX37" fmla="*/ 181818 w 519498"/>
                <a:gd name="connsiteY37" fmla="*/ 200521 h 231477"/>
                <a:gd name="connsiteX38" fmla="*/ 171374 w 519498"/>
                <a:gd name="connsiteY38" fmla="*/ 214526 h 231477"/>
                <a:gd name="connsiteX39" fmla="*/ 126673 w 519498"/>
                <a:gd name="connsiteY39" fmla="*/ 231477 h 231477"/>
                <a:gd name="connsiteX40" fmla="*/ 72281 w 519498"/>
                <a:gd name="connsiteY40" fmla="*/ 200521 h 231477"/>
                <a:gd name="connsiteX41" fmla="*/ 67518 w 519498"/>
                <a:gd name="connsiteY41" fmla="*/ 188614 h 231477"/>
                <a:gd name="connsiteX42" fmla="*/ 46087 w 519498"/>
                <a:gd name="connsiteY42" fmla="*/ 210352 h 231477"/>
                <a:gd name="connsiteX43" fmla="*/ 29418 w 519498"/>
                <a:gd name="connsiteY43" fmla="*/ 210046 h 231477"/>
                <a:gd name="connsiteX44" fmla="*/ 6481 w 519498"/>
                <a:gd name="connsiteY44" fmla="*/ 192432 h 231477"/>
                <a:gd name="connsiteX45" fmla="*/ 301 w 519498"/>
                <a:gd name="connsiteY45" fmla="*/ 160911 h 231477"/>
                <a:gd name="connsiteX46" fmla="*/ 21355 w 519498"/>
                <a:gd name="connsiteY46" fmla="*/ 135000 h 231477"/>
                <a:gd name="connsiteX47" fmla="*/ 51392 w 519498"/>
                <a:gd name="connsiteY47" fmla="*/ 137430 h 231477"/>
                <a:gd name="connsiteX0" fmla="*/ 51392 w 519498"/>
                <a:gd name="connsiteY0" fmla="*/ 140890 h 234937"/>
                <a:gd name="connsiteX1" fmla="*/ 57255 w 519498"/>
                <a:gd name="connsiteY1" fmla="*/ 124003 h 234937"/>
                <a:gd name="connsiteX2" fmla="*/ 76912 w 519498"/>
                <a:gd name="connsiteY2" fmla="*/ 104533 h 234937"/>
                <a:gd name="connsiteX3" fmla="*/ 108731 w 519498"/>
                <a:gd name="connsiteY3" fmla="*/ 106978 h 234937"/>
                <a:gd name="connsiteX4" fmla="*/ 124668 w 519498"/>
                <a:gd name="connsiteY4" fmla="*/ 118256 h 234937"/>
                <a:gd name="connsiteX5" fmla="*/ 131812 w 519498"/>
                <a:gd name="connsiteY5" fmla="*/ 120637 h 234937"/>
                <a:gd name="connsiteX6" fmla="*/ 138956 w 519498"/>
                <a:gd name="connsiteY6" fmla="*/ 125399 h 234937"/>
                <a:gd name="connsiteX7" fmla="*/ 141337 w 519498"/>
                <a:gd name="connsiteY7" fmla="*/ 115874 h 234937"/>
                <a:gd name="connsiteX8" fmla="*/ 203249 w 519498"/>
                <a:gd name="connsiteY8" fmla="*/ 108731 h 234937"/>
                <a:gd name="connsiteX9" fmla="*/ 210393 w 519498"/>
                <a:gd name="connsiteY9" fmla="*/ 103968 h 234937"/>
                <a:gd name="connsiteX10" fmla="*/ 224681 w 519498"/>
                <a:gd name="connsiteY10" fmla="*/ 73012 h 234937"/>
                <a:gd name="connsiteX11" fmla="*/ 267543 w 519498"/>
                <a:gd name="connsiteY11" fmla="*/ 44437 h 234937"/>
                <a:gd name="connsiteX12" fmla="*/ 277068 w 519498"/>
                <a:gd name="connsiteY12" fmla="*/ 25387 h 234937"/>
                <a:gd name="connsiteX13" fmla="*/ 319931 w 519498"/>
                <a:gd name="connsiteY13" fmla="*/ 13481 h 234937"/>
                <a:gd name="connsiteX14" fmla="*/ 365174 w 519498"/>
                <a:gd name="connsiteY14" fmla="*/ 27768 h 234937"/>
                <a:gd name="connsiteX15" fmla="*/ 372318 w 519498"/>
                <a:gd name="connsiteY15" fmla="*/ 39674 h 234937"/>
                <a:gd name="connsiteX16" fmla="*/ 377081 w 519498"/>
                <a:gd name="connsiteY16" fmla="*/ 18243 h 234937"/>
                <a:gd name="connsiteX17" fmla="*/ 381843 w 519498"/>
                <a:gd name="connsiteY17" fmla="*/ 11099 h 234937"/>
                <a:gd name="connsiteX18" fmla="*/ 434896 w 519498"/>
                <a:gd name="connsiteY18" fmla="*/ 372 h 234937"/>
                <a:gd name="connsiteX19" fmla="*/ 466106 w 519498"/>
                <a:gd name="connsiteY19" fmla="*/ 25694 h 234937"/>
                <a:gd name="connsiteX20" fmla="*/ 493762 w 519498"/>
                <a:gd name="connsiteY20" fmla="*/ 30149 h 234937"/>
                <a:gd name="connsiteX21" fmla="*/ 514651 w 519498"/>
                <a:gd name="connsiteY21" fmla="*/ 51322 h 234937"/>
                <a:gd name="connsiteX22" fmla="*/ 519413 w 519498"/>
                <a:gd name="connsiteY22" fmla="*/ 85225 h 234937"/>
                <a:gd name="connsiteX23" fmla="*/ 510431 w 519498"/>
                <a:gd name="connsiteY23" fmla="*/ 104913 h 234937"/>
                <a:gd name="connsiteX24" fmla="*/ 491049 w 519498"/>
                <a:gd name="connsiteY24" fmla="*/ 118329 h 234937"/>
                <a:gd name="connsiteX25" fmla="*/ 475255 w 519498"/>
                <a:gd name="connsiteY25" fmla="*/ 153974 h 234937"/>
                <a:gd name="connsiteX26" fmla="*/ 446680 w 519498"/>
                <a:gd name="connsiteY26" fmla="*/ 159044 h 234937"/>
                <a:gd name="connsiteX27" fmla="*/ 422324 w 519498"/>
                <a:gd name="connsiteY27" fmla="*/ 149212 h 234937"/>
                <a:gd name="connsiteX28" fmla="*/ 403651 w 519498"/>
                <a:gd name="connsiteY28" fmla="*/ 176019 h 234937"/>
                <a:gd name="connsiteX29" fmla="*/ 391368 w 519498"/>
                <a:gd name="connsiteY29" fmla="*/ 187619 h 234937"/>
                <a:gd name="connsiteX30" fmla="*/ 353268 w 519498"/>
                <a:gd name="connsiteY30" fmla="*/ 198911 h 234937"/>
                <a:gd name="connsiteX31" fmla="*/ 322312 w 519498"/>
                <a:gd name="connsiteY31" fmla="*/ 189693 h 234937"/>
                <a:gd name="connsiteX32" fmla="*/ 310406 w 519498"/>
                <a:gd name="connsiteY32" fmla="*/ 201599 h 234937"/>
                <a:gd name="connsiteX33" fmla="*/ 288974 w 519498"/>
                <a:gd name="connsiteY33" fmla="*/ 213506 h 234937"/>
                <a:gd name="connsiteX34" fmla="*/ 266624 w 519498"/>
                <a:gd name="connsiteY34" fmla="*/ 211407 h 234937"/>
                <a:gd name="connsiteX35" fmla="*/ 226852 w 519498"/>
                <a:gd name="connsiteY35" fmla="*/ 226025 h 234937"/>
                <a:gd name="connsiteX36" fmla="*/ 186581 w 519498"/>
                <a:gd name="connsiteY36" fmla="*/ 213506 h 234937"/>
                <a:gd name="connsiteX37" fmla="*/ 181818 w 519498"/>
                <a:gd name="connsiteY37" fmla="*/ 203981 h 234937"/>
                <a:gd name="connsiteX38" fmla="*/ 171374 w 519498"/>
                <a:gd name="connsiteY38" fmla="*/ 217986 h 234937"/>
                <a:gd name="connsiteX39" fmla="*/ 126673 w 519498"/>
                <a:gd name="connsiteY39" fmla="*/ 234937 h 234937"/>
                <a:gd name="connsiteX40" fmla="*/ 72281 w 519498"/>
                <a:gd name="connsiteY40" fmla="*/ 203981 h 234937"/>
                <a:gd name="connsiteX41" fmla="*/ 67518 w 519498"/>
                <a:gd name="connsiteY41" fmla="*/ 192074 h 234937"/>
                <a:gd name="connsiteX42" fmla="*/ 46087 w 519498"/>
                <a:gd name="connsiteY42" fmla="*/ 213812 h 234937"/>
                <a:gd name="connsiteX43" fmla="*/ 29418 w 519498"/>
                <a:gd name="connsiteY43" fmla="*/ 213506 h 234937"/>
                <a:gd name="connsiteX44" fmla="*/ 6481 w 519498"/>
                <a:gd name="connsiteY44" fmla="*/ 195892 h 234937"/>
                <a:gd name="connsiteX45" fmla="*/ 301 w 519498"/>
                <a:gd name="connsiteY45" fmla="*/ 164371 h 234937"/>
                <a:gd name="connsiteX46" fmla="*/ 21355 w 519498"/>
                <a:gd name="connsiteY46" fmla="*/ 138460 h 234937"/>
                <a:gd name="connsiteX47" fmla="*/ 51392 w 519498"/>
                <a:gd name="connsiteY47" fmla="*/ 140890 h 234937"/>
                <a:gd name="connsiteX0" fmla="*/ 51392 w 519498"/>
                <a:gd name="connsiteY0" fmla="*/ 141628 h 235675"/>
                <a:gd name="connsiteX1" fmla="*/ 57255 w 519498"/>
                <a:gd name="connsiteY1" fmla="*/ 124741 h 235675"/>
                <a:gd name="connsiteX2" fmla="*/ 76912 w 519498"/>
                <a:gd name="connsiteY2" fmla="*/ 105271 h 235675"/>
                <a:gd name="connsiteX3" fmla="*/ 108731 w 519498"/>
                <a:gd name="connsiteY3" fmla="*/ 107716 h 235675"/>
                <a:gd name="connsiteX4" fmla="*/ 124668 w 519498"/>
                <a:gd name="connsiteY4" fmla="*/ 118994 h 235675"/>
                <a:gd name="connsiteX5" fmla="*/ 131812 w 519498"/>
                <a:gd name="connsiteY5" fmla="*/ 121375 h 235675"/>
                <a:gd name="connsiteX6" fmla="*/ 138956 w 519498"/>
                <a:gd name="connsiteY6" fmla="*/ 126137 h 235675"/>
                <a:gd name="connsiteX7" fmla="*/ 141337 w 519498"/>
                <a:gd name="connsiteY7" fmla="*/ 116612 h 235675"/>
                <a:gd name="connsiteX8" fmla="*/ 203249 w 519498"/>
                <a:gd name="connsiteY8" fmla="*/ 109469 h 235675"/>
                <a:gd name="connsiteX9" fmla="*/ 210393 w 519498"/>
                <a:gd name="connsiteY9" fmla="*/ 104706 h 235675"/>
                <a:gd name="connsiteX10" fmla="*/ 224681 w 519498"/>
                <a:gd name="connsiteY10" fmla="*/ 73750 h 235675"/>
                <a:gd name="connsiteX11" fmla="*/ 267543 w 519498"/>
                <a:gd name="connsiteY11" fmla="*/ 45175 h 235675"/>
                <a:gd name="connsiteX12" fmla="*/ 277068 w 519498"/>
                <a:gd name="connsiteY12" fmla="*/ 26125 h 235675"/>
                <a:gd name="connsiteX13" fmla="*/ 319931 w 519498"/>
                <a:gd name="connsiteY13" fmla="*/ 14219 h 235675"/>
                <a:gd name="connsiteX14" fmla="*/ 365174 w 519498"/>
                <a:gd name="connsiteY14" fmla="*/ 28506 h 235675"/>
                <a:gd name="connsiteX15" fmla="*/ 372318 w 519498"/>
                <a:gd name="connsiteY15" fmla="*/ 40412 h 235675"/>
                <a:gd name="connsiteX16" fmla="*/ 377081 w 519498"/>
                <a:gd name="connsiteY16" fmla="*/ 18981 h 235675"/>
                <a:gd name="connsiteX17" fmla="*/ 381843 w 519498"/>
                <a:gd name="connsiteY17" fmla="*/ 11837 h 235675"/>
                <a:gd name="connsiteX18" fmla="*/ 434896 w 519498"/>
                <a:gd name="connsiteY18" fmla="*/ 1110 h 235675"/>
                <a:gd name="connsiteX19" fmla="*/ 466106 w 519498"/>
                <a:gd name="connsiteY19" fmla="*/ 26432 h 235675"/>
                <a:gd name="connsiteX20" fmla="*/ 493762 w 519498"/>
                <a:gd name="connsiteY20" fmla="*/ 30887 h 235675"/>
                <a:gd name="connsiteX21" fmla="*/ 514651 w 519498"/>
                <a:gd name="connsiteY21" fmla="*/ 52060 h 235675"/>
                <a:gd name="connsiteX22" fmla="*/ 519413 w 519498"/>
                <a:gd name="connsiteY22" fmla="*/ 85963 h 235675"/>
                <a:gd name="connsiteX23" fmla="*/ 510431 w 519498"/>
                <a:gd name="connsiteY23" fmla="*/ 105651 h 235675"/>
                <a:gd name="connsiteX24" fmla="*/ 491049 w 519498"/>
                <a:gd name="connsiteY24" fmla="*/ 119067 h 235675"/>
                <a:gd name="connsiteX25" fmla="*/ 475255 w 519498"/>
                <a:gd name="connsiteY25" fmla="*/ 154712 h 235675"/>
                <a:gd name="connsiteX26" fmla="*/ 446680 w 519498"/>
                <a:gd name="connsiteY26" fmla="*/ 159782 h 235675"/>
                <a:gd name="connsiteX27" fmla="*/ 422324 w 519498"/>
                <a:gd name="connsiteY27" fmla="*/ 149950 h 235675"/>
                <a:gd name="connsiteX28" fmla="*/ 403651 w 519498"/>
                <a:gd name="connsiteY28" fmla="*/ 176757 h 235675"/>
                <a:gd name="connsiteX29" fmla="*/ 391368 w 519498"/>
                <a:gd name="connsiteY29" fmla="*/ 188357 h 235675"/>
                <a:gd name="connsiteX30" fmla="*/ 353268 w 519498"/>
                <a:gd name="connsiteY30" fmla="*/ 199649 h 235675"/>
                <a:gd name="connsiteX31" fmla="*/ 322312 w 519498"/>
                <a:gd name="connsiteY31" fmla="*/ 190431 h 235675"/>
                <a:gd name="connsiteX32" fmla="*/ 310406 w 519498"/>
                <a:gd name="connsiteY32" fmla="*/ 202337 h 235675"/>
                <a:gd name="connsiteX33" fmla="*/ 288974 w 519498"/>
                <a:gd name="connsiteY33" fmla="*/ 214244 h 235675"/>
                <a:gd name="connsiteX34" fmla="*/ 266624 w 519498"/>
                <a:gd name="connsiteY34" fmla="*/ 212145 h 235675"/>
                <a:gd name="connsiteX35" fmla="*/ 226852 w 519498"/>
                <a:gd name="connsiteY35" fmla="*/ 226763 h 235675"/>
                <a:gd name="connsiteX36" fmla="*/ 186581 w 519498"/>
                <a:gd name="connsiteY36" fmla="*/ 214244 h 235675"/>
                <a:gd name="connsiteX37" fmla="*/ 181818 w 519498"/>
                <a:gd name="connsiteY37" fmla="*/ 204719 h 235675"/>
                <a:gd name="connsiteX38" fmla="*/ 171374 w 519498"/>
                <a:gd name="connsiteY38" fmla="*/ 218724 h 235675"/>
                <a:gd name="connsiteX39" fmla="*/ 126673 w 519498"/>
                <a:gd name="connsiteY39" fmla="*/ 235675 h 235675"/>
                <a:gd name="connsiteX40" fmla="*/ 72281 w 519498"/>
                <a:gd name="connsiteY40" fmla="*/ 204719 h 235675"/>
                <a:gd name="connsiteX41" fmla="*/ 67518 w 519498"/>
                <a:gd name="connsiteY41" fmla="*/ 192812 h 235675"/>
                <a:gd name="connsiteX42" fmla="*/ 46087 w 519498"/>
                <a:gd name="connsiteY42" fmla="*/ 214550 h 235675"/>
                <a:gd name="connsiteX43" fmla="*/ 29418 w 519498"/>
                <a:gd name="connsiteY43" fmla="*/ 214244 h 235675"/>
                <a:gd name="connsiteX44" fmla="*/ 6481 w 519498"/>
                <a:gd name="connsiteY44" fmla="*/ 196630 h 235675"/>
                <a:gd name="connsiteX45" fmla="*/ 301 w 519498"/>
                <a:gd name="connsiteY45" fmla="*/ 165109 h 235675"/>
                <a:gd name="connsiteX46" fmla="*/ 21355 w 519498"/>
                <a:gd name="connsiteY46" fmla="*/ 139198 h 235675"/>
                <a:gd name="connsiteX47" fmla="*/ 51392 w 519498"/>
                <a:gd name="connsiteY47" fmla="*/ 141628 h 235675"/>
                <a:gd name="connsiteX0" fmla="*/ 51392 w 519498"/>
                <a:gd name="connsiteY0" fmla="*/ 140604 h 234651"/>
                <a:gd name="connsiteX1" fmla="*/ 57255 w 519498"/>
                <a:gd name="connsiteY1" fmla="*/ 123717 h 234651"/>
                <a:gd name="connsiteX2" fmla="*/ 76912 w 519498"/>
                <a:gd name="connsiteY2" fmla="*/ 104247 h 234651"/>
                <a:gd name="connsiteX3" fmla="*/ 108731 w 519498"/>
                <a:gd name="connsiteY3" fmla="*/ 106692 h 234651"/>
                <a:gd name="connsiteX4" fmla="*/ 124668 w 519498"/>
                <a:gd name="connsiteY4" fmla="*/ 117970 h 234651"/>
                <a:gd name="connsiteX5" fmla="*/ 131812 w 519498"/>
                <a:gd name="connsiteY5" fmla="*/ 120351 h 234651"/>
                <a:gd name="connsiteX6" fmla="*/ 138956 w 519498"/>
                <a:gd name="connsiteY6" fmla="*/ 125113 h 234651"/>
                <a:gd name="connsiteX7" fmla="*/ 141337 w 519498"/>
                <a:gd name="connsiteY7" fmla="*/ 115588 h 234651"/>
                <a:gd name="connsiteX8" fmla="*/ 203249 w 519498"/>
                <a:gd name="connsiteY8" fmla="*/ 108445 h 234651"/>
                <a:gd name="connsiteX9" fmla="*/ 210393 w 519498"/>
                <a:gd name="connsiteY9" fmla="*/ 103682 h 234651"/>
                <a:gd name="connsiteX10" fmla="*/ 224681 w 519498"/>
                <a:gd name="connsiteY10" fmla="*/ 72726 h 234651"/>
                <a:gd name="connsiteX11" fmla="*/ 267543 w 519498"/>
                <a:gd name="connsiteY11" fmla="*/ 44151 h 234651"/>
                <a:gd name="connsiteX12" fmla="*/ 277068 w 519498"/>
                <a:gd name="connsiteY12" fmla="*/ 25101 h 234651"/>
                <a:gd name="connsiteX13" fmla="*/ 319931 w 519498"/>
                <a:gd name="connsiteY13" fmla="*/ 13195 h 234651"/>
                <a:gd name="connsiteX14" fmla="*/ 365174 w 519498"/>
                <a:gd name="connsiteY14" fmla="*/ 27482 h 234651"/>
                <a:gd name="connsiteX15" fmla="*/ 372318 w 519498"/>
                <a:gd name="connsiteY15" fmla="*/ 39388 h 234651"/>
                <a:gd name="connsiteX16" fmla="*/ 377081 w 519498"/>
                <a:gd name="connsiteY16" fmla="*/ 17957 h 234651"/>
                <a:gd name="connsiteX17" fmla="*/ 434896 w 519498"/>
                <a:gd name="connsiteY17" fmla="*/ 86 h 234651"/>
                <a:gd name="connsiteX18" fmla="*/ 466106 w 519498"/>
                <a:gd name="connsiteY18" fmla="*/ 25408 h 234651"/>
                <a:gd name="connsiteX19" fmla="*/ 493762 w 519498"/>
                <a:gd name="connsiteY19" fmla="*/ 29863 h 234651"/>
                <a:gd name="connsiteX20" fmla="*/ 514651 w 519498"/>
                <a:gd name="connsiteY20" fmla="*/ 51036 h 234651"/>
                <a:gd name="connsiteX21" fmla="*/ 519413 w 519498"/>
                <a:gd name="connsiteY21" fmla="*/ 84939 h 234651"/>
                <a:gd name="connsiteX22" fmla="*/ 510431 w 519498"/>
                <a:gd name="connsiteY22" fmla="*/ 104627 h 234651"/>
                <a:gd name="connsiteX23" fmla="*/ 491049 w 519498"/>
                <a:gd name="connsiteY23" fmla="*/ 118043 h 234651"/>
                <a:gd name="connsiteX24" fmla="*/ 475255 w 519498"/>
                <a:gd name="connsiteY24" fmla="*/ 153688 h 234651"/>
                <a:gd name="connsiteX25" fmla="*/ 446680 w 519498"/>
                <a:gd name="connsiteY25" fmla="*/ 158758 h 234651"/>
                <a:gd name="connsiteX26" fmla="*/ 422324 w 519498"/>
                <a:gd name="connsiteY26" fmla="*/ 148926 h 234651"/>
                <a:gd name="connsiteX27" fmla="*/ 403651 w 519498"/>
                <a:gd name="connsiteY27" fmla="*/ 175733 h 234651"/>
                <a:gd name="connsiteX28" fmla="*/ 391368 w 519498"/>
                <a:gd name="connsiteY28" fmla="*/ 187333 h 234651"/>
                <a:gd name="connsiteX29" fmla="*/ 353268 w 519498"/>
                <a:gd name="connsiteY29" fmla="*/ 198625 h 234651"/>
                <a:gd name="connsiteX30" fmla="*/ 322312 w 519498"/>
                <a:gd name="connsiteY30" fmla="*/ 189407 h 234651"/>
                <a:gd name="connsiteX31" fmla="*/ 310406 w 519498"/>
                <a:gd name="connsiteY31" fmla="*/ 201313 h 234651"/>
                <a:gd name="connsiteX32" fmla="*/ 288974 w 519498"/>
                <a:gd name="connsiteY32" fmla="*/ 213220 h 234651"/>
                <a:gd name="connsiteX33" fmla="*/ 266624 w 519498"/>
                <a:gd name="connsiteY33" fmla="*/ 211121 h 234651"/>
                <a:gd name="connsiteX34" fmla="*/ 226852 w 519498"/>
                <a:gd name="connsiteY34" fmla="*/ 225739 h 234651"/>
                <a:gd name="connsiteX35" fmla="*/ 186581 w 519498"/>
                <a:gd name="connsiteY35" fmla="*/ 213220 h 234651"/>
                <a:gd name="connsiteX36" fmla="*/ 181818 w 519498"/>
                <a:gd name="connsiteY36" fmla="*/ 203695 h 234651"/>
                <a:gd name="connsiteX37" fmla="*/ 171374 w 519498"/>
                <a:gd name="connsiteY37" fmla="*/ 217700 h 234651"/>
                <a:gd name="connsiteX38" fmla="*/ 126673 w 519498"/>
                <a:gd name="connsiteY38" fmla="*/ 234651 h 234651"/>
                <a:gd name="connsiteX39" fmla="*/ 72281 w 519498"/>
                <a:gd name="connsiteY39" fmla="*/ 203695 h 234651"/>
                <a:gd name="connsiteX40" fmla="*/ 67518 w 519498"/>
                <a:gd name="connsiteY40" fmla="*/ 191788 h 234651"/>
                <a:gd name="connsiteX41" fmla="*/ 46087 w 519498"/>
                <a:gd name="connsiteY41" fmla="*/ 213526 h 234651"/>
                <a:gd name="connsiteX42" fmla="*/ 29418 w 519498"/>
                <a:gd name="connsiteY42" fmla="*/ 213220 h 234651"/>
                <a:gd name="connsiteX43" fmla="*/ 6481 w 519498"/>
                <a:gd name="connsiteY43" fmla="*/ 195606 h 234651"/>
                <a:gd name="connsiteX44" fmla="*/ 301 w 519498"/>
                <a:gd name="connsiteY44" fmla="*/ 164085 h 234651"/>
                <a:gd name="connsiteX45" fmla="*/ 21355 w 519498"/>
                <a:gd name="connsiteY45" fmla="*/ 138174 h 234651"/>
                <a:gd name="connsiteX46" fmla="*/ 51392 w 519498"/>
                <a:gd name="connsiteY46" fmla="*/ 140604 h 234651"/>
                <a:gd name="connsiteX0" fmla="*/ 51392 w 519498"/>
                <a:gd name="connsiteY0" fmla="*/ 141272 h 235319"/>
                <a:gd name="connsiteX1" fmla="*/ 57255 w 519498"/>
                <a:gd name="connsiteY1" fmla="*/ 124385 h 235319"/>
                <a:gd name="connsiteX2" fmla="*/ 76912 w 519498"/>
                <a:gd name="connsiteY2" fmla="*/ 104915 h 235319"/>
                <a:gd name="connsiteX3" fmla="*/ 108731 w 519498"/>
                <a:gd name="connsiteY3" fmla="*/ 107360 h 235319"/>
                <a:gd name="connsiteX4" fmla="*/ 124668 w 519498"/>
                <a:gd name="connsiteY4" fmla="*/ 118638 h 235319"/>
                <a:gd name="connsiteX5" fmla="*/ 131812 w 519498"/>
                <a:gd name="connsiteY5" fmla="*/ 121019 h 235319"/>
                <a:gd name="connsiteX6" fmla="*/ 138956 w 519498"/>
                <a:gd name="connsiteY6" fmla="*/ 125781 h 235319"/>
                <a:gd name="connsiteX7" fmla="*/ 141337 w 519498"/>
                <a:gd name="connsiteY7" fmla="*/ 116256 h 235319"/>
                <a:gd name="connsiteX8" fmla="*/ 203249 w 519498"/>
                <a:gd name="connsiteY8" fmla="*/ 109113 h 235319"/>
                <a:gd name="connsiteX9" fmla="*/ 210393 w 519498"/>
                <a:gd name="connsiteY9" fmla="*/ 104350 h 235319"/>
                <a:gd name="connsiteX10" fmla="*/ 224681 w 519498"/>
                <a:gd name="connsiteY10" fmla="*/ 73394 h 235319"/>
                <a:gd name="connsiteX11" fmla="*/ 267543 w 519498"/>
                <a:gd name="connsiteY11" fmla="*/ 44819 h 235319"/>
                <a:gd name="connsiteX12" fmla="*/ 277068 w 519498"/>
                <a:gd name="connsiteY12" fmla="*/ 25769 h 235319"/>
                <a:gd name="connsiteX13" fmla="*/ 319931 w 519498"/>
                <a:gd name="connsiteY13" fmla="*/ 13863 h 235319"/>
                <a:gd name="connsiteX14" fmla="*/ 365174 w 519498"/>
                <a:gd name="connsiteY14" fmla="*/ 28150 h 235319"/>
                <a:gd name="connsiteX15" fmla="*/ 372318 w 519498"/>
                <a:gd name="connsiteY15" fmla="*/ 40056 h 235319"/>
                <a:gd name="connsiteX16" fmla="*/ 390869 w 519498"/>
                <a:gd name="connsiteY16" fmla="*/ 9665 h 235319"/>
                <a:gd name="connsiteX17" fmla="*/ 434896 w 519498"/>
                <a:gd name="connsiteY17" fmla="*/ 754 h 235319"/>
                <a:gd name="connsiteX18" fmla="*/ 466106 w 519498"/>
                <a:gd name="connsiteY18" fmla="*/ 26076 h 235319"/>
                <a:gd name="connsiteX19" fmla="*/ 493762 w 519498"/>
                <a:gd name="connsiteY19" fmla="*/ 30531 h 235319"/>
                <a:gd name="connsiteX20" fmla="*/ 514651 w 519498"/>
                <a:gd name="connsiteY20" fmla="*/ 51704 h 235319"/>
                <a:gd name="connsiteX21" fmla="*/ 519413 w 519498"/>
                <a:gd name="connsiteY21" fmla="*/ 85607 h 235319"/>
                <a:gd name="connsiteX22" fmla="*/ 510431 w 519498"/>
                <a:gd name="connsiteY22" fmla="*/ 105295 h 235319"/>
                <a:gd name="connsiteX23" fmla="*/ 491049 w 519498"/>
                <a:gd name="connsiteY23" fmla="*/ 118711 h 235319"/>
                <a:gd name="connsiteX24" fmla="*/ 475255 w 519498"/>
                <a:gd name="connsiteY24" fmla="*/ 154356 h 235319"/>
                <a:gd name="connsiteX25" fmla="*/ 446680 w 519498"/>
                <a:gd name="connsiteY25" fmla="*/ 159426 h 235319"/>
                <a:gd name="connsiteX26" fmla="*/ 422324 w 519498"/>
                <a:gd name="connsiteY26" fmla="*/ 149594 h 235319"/>
                <a:gd name="connsiteX27" fmla="*/ 403651 w 519498"/>
                <a:gd name="connsiteY27" fmla="*/ 176401 h 235319"/>
                <a:gd name="connsiteX28" fmla="*/ 391368 w 519498"/>
                <a:gd name="connsiteY28" fmla="*/ 188001 h 235319"/>
                <a:gd name="connsiteX29" fmla="*/ 353268 w 519498"/>
                <a:gd name="connsiteY29" fmla="*/ 199293 h 235319"/>
                <a:gd name="connsiteX30" fmla="*/ 322312 w 519498"/>
                <a:gd name="connsiteY30" fmla="*/ 190075 h 235319"/>
                <a:gd name="connsiteX31" fmla="*/ 310406 w 519498"/>
                <a:gd name="connsiteY31" fmla="*/ 201981 h 235319"/>
                <a:gd name="connsiteX32" fmla="*/ 288974 w 519498"/>
                <a:gd name="connsiteY32" fmla="*/ 213888 h 235319"/>
                <a:gd name="connsiteX33" fmla="*/ 266624 w 519498"/>
                <a:gd name="connsiteY33" fmla="*/ 211789 h 235319"/>
                <a:gd name="connsiteX34" fmla="*/ 226852 w 519498"/>
                <a:gd name="connsiteY34" fmla="*/ 226407 h 235319"/>
                <a:gd name="connsiteX35" fmla="*/ 186581 w 519498"/>
                <a:gd name="connsiteY35" fmla="*/ 213888 h 235319"/>
                <a:gd name="connsiteX36" fmla="*/ 181818 w 519498"/>
                <a:gd name="connsiteY36" fmla="*/ 204363 h 235319"/>
                <a:gd name="connsiteX37" fmla="*/ 171374 w 519498"/>
                <a:gd name="connsiteY37" fmla="*/ 218368 h 235319"/>
                <a:gd name="connsiteX38" fmla="*/ 126673 w 519498"/>
                <a:gd name="connsiteY38" fmla="*/ 235319 h 235319"/>
                <a:gd name="connsiteX39" fmla="*/ 72281 w 519498"/>
                <a:gd name="connsiteY39" fmla="*/ 204363 h 235319"/>
                <a:gd name="connsiteX40" fmla="*/ 67518 w 519498"/>
                <a:gd name="connsiteY40" fmla="*/ 192456 h 235319"/>
                <a:gd name="connsiteX41" fmla="*/ 46087 w 519498"/>
                <a:gd name="connsiteY41" fmla="*/ 214194 h 235319"/>
                <a:gd name="connsiteX42" fmla="*/ 29418 w 519498"/>
                <a:gd name="connsiteY42" fmla="*/ 213888 h 235319"/>
                <a:gd name="connsiteX43" fmla="*/ 6481 w 519498"/>
                <a:gd name="connsiteY43" fmla="*/ 196274 h 235319"/>
                <a:gd name="connsiteX44" fmla="*/ 301 w 519498"/>
                <a:gd name="connsiteY44" fmla="*/ 164753 h 235319"/>
                <a:gd name="connsiteX45" fmla="*/ 21355 w 519498"/>
                <a:gd name="connsiteY45" fmla="*/ 138842 h 235319"/>
                <a:gd name="connsiteX46" fmla="*/ 51392 w 519498"/>
                <a:gd name="connsiteY46" fmla="*/ 141272 h 235319"/>
                <a:gd name="connsiteX0" fmla="*/ 51392 w 519498"/>
                <a:gd name="connsiteY0" fmla="*/ 141272 h 235319"/>
                <a:gd name="connsiteX1" fmla="*/ 57255 w 519498"/>
                <a:gd name="connsiteY1" fmla="*/ 124385 h 235319"/>
                <a:gd name="connsiteX2" fmla="*/ 76912 w 519498"/>
                <a:gd name="connsiteY2" fmla="*/ 104915 h 235319"/>
                <a:gd name="connsiteX3" fmla="*/ 108731 w 519498"/>
                <a:gd name="connsiteY3" fmla="*/ 107360 h 235319"/>
                <a:gd name="connsiteX4" fmla="*/ 124668 w 519498"/>
                <a:gd name="connsiteY4" fmla="*/ 118638 h 235319"/>
                <a:gd name="connsiteX5" fmla="*/ 131812 w 519498"/>
                <a:gd name="connsiteY5" fmla="*/ 121019 h 235319"/>
                <a:gd name="connsiteX6" fmla="*/ 138956 w 519498"/>
                <a:gd name="connsiteY6" fmla="*/ 125781 h 235319"/>
                <a:gd name="connsiteX7" fmla="*/ 141337 w 519498"/>
                <a:gd name="connsiteY7" fmla="*/ 116256 h 235319"/>
                <a:gd name="connsiteX8" fmla="*/ 203249 w 519498"/>
                <a:gd name="connsiteY8" fmla="*/ 109113 h 235319"/>
                <a:gd name="connsiteX9" fmla="*/ 210393 w 519498"/>
                <a:gd name="connsiteY9" fmla="*/ 104350 h 235319"/>
                <a:gd name="connsiteX10" fmla="*/ 224681 w 519498"/>
                <a:gd name="connsiteY10" fmla="*/ 73394 h 235319"/>
                <a:gd name="connsiteX11" fmla="*/ 267543 w 519498"/>
                <a:gd name="connsiteY11" fmla="*/ 44819 h 235319"/>
                <a:gd name="connsiteX12" fmla="*/ 277068 w 519498"/>
                <a:gd name="connsiteY12" fmla="*/ 25769 h 235319"/>
                <a:gd name="connsiteX13" fmla="*/ 319931 w 519498"/>
                <a:gd name="connsiteY13" fmla="*/ 13863 h 235319"/>
                <a:gd name="connsiteX14" fmla="*/ 365174 w 519498"/>
                <a:gd name="connsiteY14" fmla="*/ 28150 h 235319"/>
                <a:gd name="connsiteX15" fmla="*/ 372318 w 519498"/>
                <a:gd name="connsiteY15" fmla="*/ 40056 h 235319"/>
                <a:gd name="connsiteX16" fmla="*/ 390869 w 519498"/>
                <a:gd name="connsiteY16" fmla="*/ 9665 h 235319"/>
                <a:gd name="connsiteX17" fmla="*/ 430300 w 519498"/>
                <a:gd name="connsiteY17" fmla="*/ 754 h 235319"/>
                <a:gd name="connsiteX18" fmla="*/ 466106 w 519498"/>
                <a:gd name="connsiteY18" fmla="*/ 26076 h 235319"/>
                <a:gd name="connsiteX19" fmla="*/ 493762 w 519498"/>
                <a:gd name="connsiteY19" fmla="*/ 30531 h 235319"/>
                <a:gd name="connsiteX20" fmla="*/ 514651 w 519498"/>
                <a:gd name="connsiteY20" fmla="*/ 51704 h 235319"/>
                <a:gd name="connsiteX21" fmla="*/ 519413 w 519498"/>
                <a:gd name="connsiteY21" fmla="*/ 85607 h 235319"/>
                <a:gd name="connsiteX22" fmla="*/ 510431 w 519498"/>
                <a:gd name="connsiteY22" fmla="*/ 105295 h 235319"/>
                <a:gd name="connsiteX23" fmla="*/ 491049 w 519498"/>
                <a:gd name="connsiteY23" fmla="*/ 118711 h 235319"/>
                <a:gd name="connsiteX24" fmla="*/ 475255 w 519498"/>
                <a:gd name="connsiteY24" fmla="*/ 154356 h 235319"/>
                <a:gd name="connsiteX25" fmla="*/ 446680 w 519498"/>
                <a:gd name="connsiteY25" fmla="*/ 159426 h 235319"/>
                <a:gd name="connsiteX26" fmla="*/ 422324 w 519498"/>
                <a:gd name="connsiteY26" fmla="*/ 149594 h 235319"/>
                <a:gd name="connsiteX27" fmla="*/ 403651 w 519498"/>
                <a:gd name="connsiteY27" fmla="*/ 176401 h 235319"/>
                <a:gd name="connsiteX28" fmla="*/ 391368 w 519498"/>
                <a:gd name="connsiteY28" fmla="*/ 188001 h 235319"/>
                <a:gd name="connsiteX29" fmla="*/ 353268 w 519498"/>
                <a:gd name="connsiteY29" fmla="*/ 199293 h 235319"/>
                <a:gd name="connsiteX30" fmla="*/ 322312 w 519498"/>
                <a:gd name="connsiteY30" fmla="*/ 190075 h 235319"/>
                <a:gd name="connsiteX31" fmla="*/ 310406 w 519498"/>
                <a:gd name="connsiteY31" fmla="*/ 201981 h 235319"/>
                <a:gd name="connsiteX32" fmla="*/ 288974 w 519498"/>
                <a:gd name="connsiteY32" fmla="*/ 213888 h 235319"/>
                <a:gd name="connsiteX33" fmla="*/ 266624 w 519498"/>
                <a:gd name="connsiteY33" fmla="*/ 211789 h 235319"/>
                <a:gd name="connsiteX34" fmla="*/ 226852 w 519498"/>
                <a:gd name="connsiteY34" fmla="*/ 226407 h 235319"/>
                <a:gd name="connsiteX35" fmla="*/ 186581 w 519498"/>
                <a:gd name="connsiteY35" fmla="*/ 213888 h 235319"/>
                <a:gd name="connsiteX36" fmla="*/ 181818 w 519498"/>
                <a:gd name="connsiteY36" fmla="*/ 204363 h 235319"/>
                <a:gd name="connsiteX37" fmla="*/ 171374 w 519498"/>
                <a:gd name="connsiteY37" fmla="*/ 218368 h 235319"/>
                <a:gd name="connsiteX38" fmla="*/ 126673 w 519498"/>
                <a:gd name="connsiteY38" fmla="*/ 235319 h 235319"/>
                <a:gd name="connsiteX39" fmla="*/ 72281 w 519498"/>
                <a:gd name="connsiteY39" fmla="*/ 204363 h 235319"/>
                <a:gd name="connsiteX40" fmla="*/ 67518 w 519498"/>
                <a:gd name="connsiteY40" fmla="*/ 192456 h 235319"/>
                <a:gd name="connsiteX41" fmla="*/ 46087 w 519498"/>
                <a:gd name="connsiteY41" fmla="*/ 214194 h 235319"/>
                <a:gd name="connsiteX42" fmla="*/ 29418 w 519498"/>
                <a:gd name="connsiteY42" fmla="*/ 213888 h 235319"/>
                <a:gd name="connsiteX43" fmla="*/ 6481 w 519498"/>
                <a:gd name="connsiteY43" fmla="*/ 196274 h 235319"/>
                <a:gd name="connsiteX44" fmla="*/ 301 w 519498"/>
                <a:gd name="connsiteY44" fmla="*/ 164753 h 235319"/>
                <a:gd name="connsiteX45" fmla="*/ 21355 w 519498"/>
                <a:gd name="connsiteY45" fmla="*/ 138842 h 235319"/>
                <a:gd name="connsiteX46" fmla="*/ 51392 w 519498"/>
                <a:gd name="connsiteY46" fmla="*/ 141272 h 235319"/>
                <a:gd name="connsiteX0" fmla="*/ 51392 w 519498"/>
                <a:gd name="connsiteY0" fmla="*/ 141272 h 235319"/>
                <a:gd name="connsiteX1" fmla="*/ 57255 w 519498"/>
                <a:gd name="connsiteY1" fmla="*/ 124385 h 235319"/>
                <a:gd name="connsiteX2" fmla="*/ 76912 w 519498"/>
                <a:gd name="connsiteY2" fmla="*/ 104915 h 235319"/>
                <a:gd name="connsiteX3" fmla="*/ 108731 w 519498"/>
                <a:gd name="connsiteY3" fmla="*/ 107360 h 235319"/>
                <a:gd name="connsiteX4" fmla="*/ 124668 w 519498"/>
                <a:gd name="connsiteY4" fmla="*/ 118638 h 235319"/>
                <a:gd name="connsiteX5" fmla="*/ 131812 w 519498"/>
                <a:gd name="connsiteY5" fmla="*/ 121019 h 235319"/>
                <a:gd name="connsiteX6" fmla="*/ 138956 w 519498"/>
                <a:gd name="connsiteY6" fmla="*/ 125781 h 235319"/>
                <a:gd name="connsiteX7" fmla="*/ 141337 w 519498"/>
                <a:gd name="connsiteY7" fmla="*/ 116256 h 235319"/>
                <a:gd name="connsiteX8" fmla="*/ 203249 w 519498"/>
                <a:gd name="connsiteY8" fmla="*/ 109113 h 235319"/>
                <a:gd name="connsiteX9" fmla="*/ 210393 w 519498"/>
                <a:gd name="connsiteY9" fmla="*/ 104350 h 235319"/>
                <a:gd name="connsiteX10" fmla="*/ 224681 w 519498"/>
                <a:gd name="connsiteY10" fmla="*/ 73394 h 235319"/>
                <a:gd name="connsiteX11" fmla="*/ 267543 w 519498"/>
                <a:gd name="connsiteY11" fmla="*/ 44819 h 235319"/>
                <a:gd name="connsiteX12" fmla="*/ 277068 w 519498"/>
                <a:gd name="connsiteY12" fmla="*/ 25769 h 235319"/>
                <a:gd name="connsiteX13" fmla="*/ 319931 w 519498"/>
                <a:gd name="connsiteY13" fmla="*/ 18344 h 235319"/>
                <a:gd name="connsiteX14" fmla="*/ 365174 w 519498"/>
                <a:gd name="connsiteY14" fmla="*/ 28150 h 235319"/>
                <a:gd name="connsiteX15" fmla="*/ 372318 w 519498"/>
                <a:gd name="connsiteY15" fmla="*/ 40056 h 235319"/>
                <a:gd name="connsiteX16" fmla="*/ 390869 w 519498"/>
                <a:gd name="connsiteY16" fmla="*/ 9665 h 235319"/>
                <a:gd name="connsiteX17" fmla="*/ 430300 w 519498"/>
                <a:gd name="connsiteY17" fmla="*/ 754 h 235319"/>
                <a:gd name="connsiteX18" fmla="*/ 466106 w 519498"/>
                <a:gd name="connsiteY18" fmla="*/ 26076 h 235319"/>
                <a:gd name="connsiteX19" fmla="*/ 493762 w 519498"/>
                <a:gd name="connsiteY19" fmla="*/ 30531 h 235319"/>
                <a:gd name="connsiteX20" fmla="*/ 514651 w 519498"/>
                <a:gd name="connsiteY20" fmla="*/ 51704 h 235319"/>
                <a:gd name="connsiteX21" fmla="*/ 519413 w 519498"/>
                <a:gd name="connsiteY21" fmla="*/ 85607 h 235319"/>
                <a:gd name="connsiteX22" fmla="*/ 510431 w 519498"/>
                <a:gd name="connsiteY22" fmla="*/ 105295 h 235319"/>
                <a:gd name="connsiteX23" fmla="*/ 491049 w 519498"/>
                <a:gd name="connsiteY23" fmla="*/ 118711 h 235319"/>
                <a:gd name="connsiteX24" fmla="*/ 475255 w 519498"/>
                <a:gd name="connsiteY24" fmla="*/ 154356 h 235319"/>
                <a:gd name="connsiteX25" fmla="*/ 446680 w 519498"/>
                <a:gd name="connsiteY25" fmla="*/ 159426 h 235319"/>
                <a:gd name="connsiteX26" fmla="*/ 422324 w 519498"/>
                <a:gd name="connsiteY26" fmla="*/ 149594 h 235319"/>
                <a:gd name="connsiteX27" fmla="*/ 403651 w 519498"/>
                <a:gd name="connsiteY27" fmla="*/ 176401 h 235319"/>
                <a:gd name="connsiteX28" fmla="*/ 391368 w 519498"/>
                <a:gd name="connsiteY28" fmla="*/ 188001 h 235319"/>
                <a:gd name="connsiteX29" fmla="*/ 353268 w 519498"/>
                <a:gd name="connsiteY29" fmla="*/ 199293 h 235319"/>
                <a:gd name="connsiteX30" fmla="*/ 322312 w 519498"/>
                <a:gd name="connsiteY30" fmla="*/ 190075 h 235319"/>
                <a:gd name="connsiteX31" fmla="*/ 310406 w 519498"/>
                <a:gd name="connsiteY31" fmla="*/ 201981 h 235319"/>
                <a:gd name="connsiteX32" fmla="*/ 288974 w 519498"/>
                <a:gd name="connsiteY32" fmla="*/ 213888 h 235319"/>
                <a:gd name="connsiteX33" fmla="*/ 266624 w 519498"/>
                <a:gd name="connsiteY33" fmla="*/ 211789 h 235319"/>
                <a:gd name="connsiteX34" fmla="*/ 226852 w 519498"/>
                <a:gd name="connsiteY34" fmla="*/ 226407 h 235319"/>
                <a:gd name="connsiteX35" fmla="*/ 186581 w 519498"/>
                <a:gd name="connsiteY35" fmla="*/ 213888 h 235319"/>
                <a:gd name="connsiteX36" fmla="*/ 181818 w 519498"/>
                <a:gd name="connsiteY36" fmla="*/ 204363 h 235319"/>
                <a:gd name="connsiteX37" fmla="*/ 171374 w 519498"/>
                <a:gd name="connsiteY37" fmla="*/ 218368 h 235319"/>
                <a:gd name="connsiteX38" fmla="*/ 126673 w 519498"/>
                <a:gd name="connsiteY38" fmla="*/ 235319 h 235319"/>
                <a:gd name="connsiteX39" fmla="*/ 72281 w 519498"/>
                <a:gd name="connsiteY39" fmla="*/ 204363 h 235319"/>
                <a:gd name="connsiteX40" fmla="*/ 67518 w 519498"/>
                <a:gd name="connsiteY40" fmla="*/ 192456 h 235319"/>
                <a:gd name="connsiteX41" fmla="*/ 46087 w 519498"/>
                <a:gd name="connsiteY41" fmla="*/ 214194 h 235319"/>
                <a:gd name="connsiteX42" fmla="*/ 29418 w 519498"/>
                <a:gd name="connsiteY42" fmla="*/ 213888 h 235319"/>
                <a:gd name="connsiteX43" fmla="*/ 6481 w 519498"/>
                <a:gd name="connsiteY43" fmla="*/ 196274 h 235319"/>
                <a:gd name="connsiteX44" fmla="*/ 301 w 519498"/>
                <a:gd name="connsiteY44" fmla="*/ 164753 h 235319"/>
                <a:gd name="connsiteX45" fmla="*/ 21355 w 519498"/>
                <a:gd name="connsiteY45" fmla="*/ 138842 h 235319"/>
                <a:gd name="connsiteX46" fmla="*/ 51392 w 519498"/>
                <a:gd name="connsiteY46" fmla="*/ 141272 h 235319"/>
                <a:gd name="connsiteX0" fmla="*/ 51392 w 519498"/>
                <a:gd name="connsiteY0" fmla="*/ 141272 h 235319"/>
                <a:gd name="connsiteX1" fmla="*/ 57255 w 519498"/>
                <a:gd name="connsiteY1" fmla="*/ 124385 h 235319"/>
                <a:gd name="connsiteX2" fmla="*/ 76912 w 519498"/>
                <a:gd name="connsiteY2" fmla="*/ 104915 h 235319"/>
                <a:gd name="connsiteX3" fmla="*/ 108731 w 519498"/>
                <a:gd name="connsiteY3" fmla="*/ 107360 h 235319"/>
                <a:gd name="connsiteX4" fmla="*/ 124668 w 519498"/>
                <a:gd name="connsiteY4" fmla="*/ 118638 h 235319"/>
                <a:gd name="connsiteX5" fmla="*/ 131812 w 519498"/>
                <a:gd name="connsiteY5" fmla="*/ 121019 h 235319"/>
                <a:gd name="connsiteX6" fmla="*/ 138956 w 519498"/>
                <a:gd name="connsiteY6" fmla="*/ 125781 h 235319"/>
                <a:gd name="connsiteX7" fmla="*/ 141337 w 519498"/>
                <a:gd name="connsiteY7" fmla="*/ 116256 h 235319"/>
                <a:gd name="connsiteX8" fmla="*/ 203249 w 519498"/>
                <a:gd name="connsiteY8" fmla="*/ 109113 h 235319"/>
                <a:gd name="connsiteX9" fmla="*/ 210393 w 519498"/>
                <a:gd name="connsiteY9" fmla="*/ 104350 h 235319"/>
                <a:gd name="connsiteX10" fmla="*/ 224681 w 519498"/>
                <a:gd name="connsiteY10" fmla="*/ 73394 h 235319"/>
                <a:gd name="connsiteX11" fmla="*/ 267543 w 519498"/>
                <a:gd name="connsiteY11" fmla="*/ 44819 h 235319"/>
                <a:gd name="connsiteX12" fmla="*/ 277068 w 519498"/>
                <a:gd name="connsiteY12" fmla="*/ 25769 h 235319"/>
                <a:gd name="connsiteX13" fmla="*/ 319931 w 519498"/>
                <a:gd name="connsiteY13" fmla="*/ 13864 h 235319"/>
                <a:gd name="connsiteX14" fmla="*/ 365174 w 519498"/>
                <a:gd name="connsiteY14" fmla="*/ 28150 h 235319"/>
                <a:gd name="connsiteX15" fmla="*/ 372318 w 519498"/>
                <a:gd name="connsiteY15" fmla="*/ 40056 h 235319"/>
                <a:gd name="connsiteX16" fmla="*/ 390869 w 519498"/>
                <a:gd name="connsiteY16" fmla="*/ 9665 h 235319"/>
                <a:gd name="connsiteX17" fmla="*/ 430300 w 519498"/>
                <a:gd name="connsiteY17" fmla="*/ 754 h 235319"/>
                <a:gd name="connsiteX18" fmla="*/ 466106 w 519498"/>
                <a:gd name="connsiteY18" fmla="*/ 26076 h 235319"/>
                <a:gd name="connsiteX19" fmla="*/ 493762 w 519498"/>
                <a:gd name="connsiteY19" fmla="*/ 30531 h 235319"/>
                <a:gd name="connsiteX20" fmla="*/ 514651 w 519498"/>
                <a:gd name="connsiteY20" fmla="*/ 51704 h 235319"/>
                <a:gd name="connsiteX21" fmla="*/ 519413 w 519498"/>
                <a:gd name="connsiteY21" fmla="*/ 85607 h 235319"/>
                <a:gd name="connsiteX22" fmla="*/ 510431 w 519498"/>
                <a:gd name="connsiteY22" fmla="*/ 105295 h 235319"/>
                <a:gd name="connsiteX23" fmla="*/ 491049 w 519498"/>
                <a:gd name="connsiteY23" fmla="*/ 118711 h 235319"/>
                <a:gd name="connsiteX24" fmla="*/ 475255 w 519498"/>
                <a:gd name="connsiteY24" fmla="*/ 154356 h 235319"/>
                <a:gd name="connsiteX25" fmla="*/ 446680 w 519498"/>
                <a:gd name="connsiteY25" fmla="*/ 159426 h 235319"/>
                <a:gd name="connsiteX26" fmla="*/ 422324 w 519498"/>
                <a:gd name="connsiteY26" fmla="*/ 149594 h 235319"/>
                <a:gd name="connsiteX27" fmla="*/ 403651 w 519498"/>
                <a:gd name="connsiteY27" fmla="*/ 176401 h 235319"/>
                <a:gd name="connsiteX28" fmla="*/ 391368 w 519498"/>
                <a:gd name="connsiteY28" fmla="*/ 188001 h 235319"/>
                <a:gd name="connsiteX29" fmla="*/ 353268 w 519498"/>
                <a:gd name="connsiteY29" fmla="*/ 199293 h 235319"/>
                <a:gd name="connsiteX30" fmla="*/ 322312 w 519498"/>
                <a:gd name="connsiteY30" fmla="*/ 190075 h 235319"/>
                <a:gd name="connsiteX31" fmla="*/ 310406 w 519498"/>
                <a:gd name="connsiteY31" fmla="*/ 201981 h 235319"/>
                <a:gd name="connsiteX32" fmla="*/ 288974 w 519498"/>
                <a:gd name="connsiteY32" fmla="*/ 213888 h 235319"/>
                <a:gd name="connsiteX33" fmla="*/ 266624 w 519498"/>
                <a:gd name="connsiteY33" fmla="*/ 211789 h 235319"/>
                <a:gd name="connsiteX34" fmla="*/ 226852 w 519498"/>
                <a:gd name="connsiteY34" fmla="*/ 226407 h 235319"/>
                <a:gd name="connsiteX35" fmla="*/ 186581 w 519498"/>
                <a:gd name="connsiteY35" fmla="*/ 213888 h 235319"/>
                <a:gd name="connsiteX36" fmla="*/ 181818 w 519498"/>
                <a:gd name="connsiteY36" fmla="*/ 204363 h 235319"/>
                <a:gd name="connsiteX37" fmla="*/ 171374 w 519498"/>
                <a:gd name="connsiteY37" fmla="*/ 218368 h 235319"/>
                <a:gd name="connsiteX38" fmla="*/ 126673 w 519498"/>
                <a:gd name="connsiteY38" fmla="*/ 235319 h 235319"/>
                <a:gd name="connsiteX39" fmla="*/ 72281 w 519498"/>
                <a:gd name="connsiteY39" fmla="*/ 204363 h 235319"/>
                <a:gd name="connsiteX40" fmla="*/ 67518 w 519498"/>
                <a:gd name="connsiteY40" fmla="*/ 192456 h 235319"/>
                <a:gd name="connsiteX41" fmla="*/ 46087 w 519498"/>
                <a:gd name="connsiteY41" fmla="*/ 214194 h 235319"/>
                <a:gd name="connsiteX42" fmla="*/ 29418 w 519498"/>
                <a:gd name="connsiteY42" fmla="*/ 213888 h 235319"/>
                <a:gd name="connsiteX43" fmla="*/ 6481 w 519498"/>
                <a:gd name="connsiteY43" fmla="*/ 196274 h 235319"/>
                <a:gd name="connsiteX44" fmla="*/ 301 w 519498"/>
                <a:gd name="connsiteY44" fmla="*/ 164753 h 235319"/>
                <a:gd name="connsiteX45" fmla="*/ 21355 w 519498"/>
                <a:gd name="connsiteY45" fmla="*/ 138842 h 235319"/>
                <a:gd name="connsiteX46" fmla="*/ 51392 w 519498"/>
                <a:gd name="connsiteY46" fmla="*/ 141272 h 23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19498" h="235319">
                  <a:moveTo>
                    <a:pt x="51392" y="141272"/>
                  </a:moveTo>
                  <a:cubicBezTo>
                    <a:pt x="57375" y="138863"/>
                    <a:pt x="53002" y="130445"/>
                    <a:pt x="57255" y="124385"/>
                  </a:cubicBezTo>
                  <a:cubicBezTo>
                    <a:pt x="61508" y="118326"/>
                    <a:pt x="68486" y="107006"/>
                    <a:pt x="76912" y="104915"/>
                  </a:cubicBezTo>
                  <a:cubicBezTo>
                    <a:pt x="85338" y="102824"/>
                    <a:pt x="100772" y="105073"/>
                    <a:pt x="108731" y="107360"/>
                  </a:cubicBezTo>
                  <a:cubicBezTo>
                    <a:pt x="116690" y="109647"/>
                    <a:pt x="120821" y="116362"/>
                    <a:pt x="124668" y="118638"/>
                  </a:cubicBezTo>
                  <a:cubicBezTo>
                    <a:pt x="128515" y="120914"/>
                    <a:pt x="129567" y="119897"/>
                    <a:pt x="131812" y="121019"/>
                  </a:cubicBezTo>
                  <a:cubicBezTo>
                    <a:pt x="134372" y="122299"/>
                    <a:pt x="136575" y="124194"/>
                    <a:pt x="138956" y="125781"/>
                  </a:cubicBezTo>
                  <a:cubicBezTo>
                    <a:pt x="139750" y="122606"/>
                    <a:pt x="139373" y="118874"/>
                    <a:pt x="141337" y="116256"/>
                  </a:cubicBezTo>
                  <a:cubicBezTo>
                    <a:pt x="156643" y="95847"/>
                    <a:pt x="179788" y="107995"/>
                    <a:pt x="203249" y="109113"/>
                  </a:cubicBezTo>
                  <a:cubicBezTo>
                    <a:pt x="205630" y="107525"/>
                    <a:pt x="208805" y="106731"/>
                    <a:pt x="210393" y="104350"/>
                  </a:cubicBezTo>
                  <a:cubicBezTo>
                    <a:pt x="221128" y="88247"/>
                    <a:pt x="213518" y="88279"/>
                    <a:pt x="224681" y="73394"/>
                  </a:cubicBezTo>
                  <a:cubicBezTo>
                    <a:pt x="237773" y="55938"/>
                    <a:pt x="246739" y="55221"/>
                    <a:pt x="267543" y="44819"/>
                  </a:cubicBezTo>
                  <a:cubicBezTo>
                    <a:pt x="270718" y="38469"/>
                    <a:pt x="268337" y="30928"/>
                    <a:pt x="277068" y="25769"/>
                  </a:cubicBezTo>
                  <a:cubicBezTo>
                    <a:pt x="285799" y="20610"/>
                    <a:pt x="304644" y="15254"/>
                    <a:pt x="319931" y="13864"/>
                  </a:cubicBezTo>
                  <a:cubicBezTo>
                    <a:pt x="342815" y="15944"/>
                    <a:pt x="356443" y="23785"/>
                    <a:pt x="365174" y="28150"/>
                  </a:cubicBezTo>
                  <a:cubicBezTo>
                    <a:pt x="373905" y="32515"/>
                    <a:pt x="369937" y="36087"/>
                    <a:pt x="372318" y="40056"/>
                  </a:cubicBezTo>
                  <a:cubicBezTo>
                    <a:pt x="373906" y="32912"/>
                    <a:pt x="381205" y="16215"/>
                    <a:pt x="390869" y="9665"/>
                  </a:cubicBezTo>
                  <a:cubicBezTo>
                    <a:pt x="400533" y="3115"/>
                    <a:pt x="417760" y="-1981"/>
                    <a:pt x="430300" y="754"/>
                  </a:cubicBezTo>
                  <a:cubicBezTo>
                    <a:pt x="442840" y="3489"/>
                    <a:pt x="455529" y="21113"/>
                    <a:pt x="466106" y="26076"/>
                  </a:cubicBezTo>
                  <a:cubicBezTo>
                    <a:pt x="476683" y="31039"/>
                    <a:pt x="484237" y="28150"/>
                    <a:pt x="493762" y="30531"/>
                  </a:cubicBezTo>
                  <a:cubicBezTo>
                    <a:pt x="500112" y="33706"/>
                    <a:pt x="510376" y="42525"/>
                    <a:pt x="514651" y="51704"/>
                  </a:cubicBezTo>
                  <a:cubicBezTo>
                    <a:pt x="518926" y="60883"/>
                    <a:pt x="519810" y="74734"/>
                    <a:pt x="519413" y="85607"/>
                  </a:cubicBezTo>
                  <a:cubicBezTo>
                    <a:pt x="519016" y="96480"/>
                    <a:pt x="515158" y="99778"/>
                    <a:pt x="510431" y="105295"/>
                  </a:cubicBezTo>
                  <a:cubicBezTo>
                    <a:pt x="505704" y="110812"/>
                    <a:pt x="491325" y="108653"/>
                    <a:pt x="491049" y="118711"/>
                  </a:cubicBezTo>
                  <a:cubicBezTo>
                    <a:pt x="490702" y="131368"/>
                    <a:pt x="485408" y="145778"/>
                    <a:pt x="475255" y="154356"/>
                  </a:cubicBezTo>
                  <a:cubicBezTo>
                    <a:pt x="467588" y="160833"/>
                    <a:pt x="456205" y="158632"/>
                    <a:pt x="446680" y="159426"/>
                  </a:cubicBezTo>
                  <a:cubicBezTo>
                    <a:pt x="437949" y="157045"/>
                    <a:pt x="429496" y="146765"/>
                    <a:pt x="422324" y="149594"/>
                  </a:cubicBezTo>
                  <a:cubicBezTo>
                    <a:pt x="415153" y="152423"/>
                    <a:pt x="408810" y="170000"/>
                    <a:pt x="403651" y="176401"/>
                  </a:cubicBezTo>
                  <a:cubicBezTo>
                    <a:pt x="398492" y="182802"/>
                    <a:pt x="399765" y="184186"/>
                    <a:pt x="391368" y="188001"/>
                  </a:cubicBezTo>
                  <a:cubicBezTo>
                    <a:pt x="382971" y="191816"/>
                    <a:pt x="364777" y="198947"/>
                    <a:pt x="353268" y="199293"/>
                  </a:cubicBezTo>
                  <a:cubicBezTo>
                    <a:pt x="341759" y="199639"/>
                    <a:pt x="329456" y="189627"/>
                    <a:pt x="322312" y="190075"/>
                  </a:cubicBezTo>
                  <a:cubicBezTo>
                    <a:pt x="315168" y="190523"/>
                    <a:pt x="314973" y="198719"/>
                    <a:pt x="310406" y="201981"/>
                  </a:cubicBezTo>
                  <a:cubicBezTo>
                    <a:pt x="303756" y="206731"/>
                    <a:pt x="296271" y="212253"/>
                    <a:pt x="288974" y="213888"/>
                  </a:cubicBezTo>
                  <a:cubicBezTo>
                    <a:pt x="281677" y="215523"/>
                    <a:pt x="276978" y="214183"/>
                    <a:pt x="266624" y="211789"/>
                  </a:cubicBezTo>
                  <a:cubicBezTo>
                    <a:pt x="256333" y="209410"/>
                    <a:pt x="248076" y="226612"/>
                    <a:pt x="226852" y="226407"/>
                  </a:cubicBezTo>
                  <a:cubicBezTo>
                    <a:pt x="204542" y="224922"/>
                    <a:pt x="194087" y="217562"/>
                    <a:pt x="186581" y="213888"/>
                  </a:cubicBezTo>
                  <a:cubicBezTo>
                    <a:pt x="179075" y="210214"/>
                    <a:pt x="184352" y="203616"/>
                    <a:pt x="181818" y="204363"/>
                  </a:cubicBezTo>
                  <a:cubicBezTo>
                    <a:pt x="179284" y="205110"/>
                    <a:pt x="180565" y="213209"/>
                    <a:pt x="171374" y="218368"/>
                  </a:cubicBezTo>
                  <a:cubicBezTo>
                    <a:pt x="162183" y="223527"/>
                    <a:pt x="142260" y="233637"/>
                    <a:pt x="126673" y="235319"/>
                  </a:cubicBezTo>
                  <a:cubicBezTo>
                    <a:pt x="100063" y="231592"/>
                    <a:pt x="82140" y="211507"/>
                    <a:pt x="72281" y="204363"/>
                  </a:cubicBezTo>
                  <a:cubicBezTo>
                    <a:pt x="62422" y="197219"/>
                    <a:pt x="69106" y="196425"/>
                    <a:pt x="67518" y="192456"/>
                  </a:cubicBezTo>
                  <a:cubicBezTo>
                    <a:pt x="63152" y="205742"/>
                    <a:pt x="52437" y="210622"/>
                    <a:pt x="46087" y="214194"/>
                  </a:cubicBezTo>
                  <a:cubicBezTo>
                    <a:pt x="39737" y="217766"/>
                    <a:pt x="34974" y="213094"/>
                    <a:pt x="29418" y="213888"/>
                  </a:cubicBezTo>
                  <a:cubicBezTo>
                    <a:pt x="25449" y="213094"/>
                    <a:pt x="11334" y="204463"/>
                    <a:pt x="6481" y="196274"/>
                  </a:cubicBezTo>
                  <a:cubicBezTo>
                    <a:pt x="1628" y="188085"/>
                    <a:pt x="-915" y="179083"/>
                    <a:pt x="301" y="164753"/>
                  </a:cubicBezTo>
                  <a:cubicBezTo>
                    <a:pt x="1932" y="148388"/>
                    <a:pt x="6369" y="138842"/>
                    <a:pt x="21355" y="138842"/>
                  </a:cubicBezTo>
                  <a:cubicBezTo>
                    <a:pt x="24628" y="138842"/>
                    <a:pt x="45409" y="143681"/>
                    <a:pt x="51392" y="141272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Probiotics">
            <a:extLst>
              <a:ext uri="{FF2B5EF4-FFF2-40B4-BE49-F238E27FC236}">
                <a16:creationId xmlns:a16="http://schemas.microsoft.com/office/drawing/2014/main" id="{E4BCC832-5265-49F1-9722-3AFF72F9ECB5}"/>
              </a:ext>
            </a:extLst>
          </p:cNvPr>
          <p:cNvSpPr txBox="1"/>
          <p:nvPr/>
        </p:nvSpPr>
        <p:spPr>
          <a:xfrm>
            <a:off x="6318619" y="1837086"/>
            <a:ext cx="1495398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Probiotics</a:t>
            </a:r>
          </a:p>
        </p:txBody>
      </p:sp>
      <p:pic>
        <p:nvPicPr>
          <p:cNvPr id="80" name="Graphic 79" descr="Cursor with solid fill">
            <a:extLst>
              <a:ext uri="{FF2B5EF4-FFF2-40B4-BE49-F238E27FC236}">
                <a16:creationId xmlns:a16="http://schemas.microsoft.com/office/drawing/2014/main" id="{511CC468-0AA2-4B15-B146-26020DD40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7985" y="1670605"/>
            <a:ext cx="291548" cy="291548"/>
          </a:xfrm>
          <a:prstGeom prst="rect">
            <a:avLst/>
          </a:prstGeom>
        </p:spPr>
      </p:pic>
      <p:sp>
        <p:nvSpPr>
          <p:cNvPr id="125" name="Rectangle: Rounded Corners 124">
            <a:hlinkClick r:id="rId9" action="ppaction://hlinksldjump"/>
            <a:extLst>
              <a:ext uri="{FF2B5EF4-FFF2-40B4-BE49-F238E27FC236}">
                <a16:creationId xmlns:a16="http://schemas.microsoft.com/office/drawing/2014/main" id="{F066D110-2C3B-4EFA-8F86-1C3263362F0A}"/>
              </a:ext>
            </a:extLst>
          </p:cNvPr>
          <p:cNvSpPr/>
          <p:nvPr/>
        </p:nvSpPr>
        <p:spPr>
          <a:xfrm>
            <a:off x="188844" y="2440400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26" name="Graphic 125" descr="Cursor with solid fill">
            <a:extLst>
              <a:ext uri="{FF2B5EF4-FFF2-40B4-BE49-F238E27FC236}">
                <a16:creationId xmlns:a16="http://schemas.microsoft.com/office/drawing/2014/main" id="{8BA326AB-85CC-4ABD-B205-AF4B07D02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974" y="2593140"/>
            <a:ext cx="291548" cy="291548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EF5C6364-8850-4A20-985D-680204541E7F}"/>
              </a:ext>
            </a:extLst>
          </p:cNvPr>
          <p:cNvSpPr txBox="1"/>
          <p:nvPr/>
        </p:nvSpPr>
        <p:spPr>
          <a:xfrm>
            <a:off x="8072007" y="5176930"/>
            <a:ext cx="3822530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Not recommended. </a:t>
            </a:r>
            <a:endParaRPr lang="en-US" dirty="0"/>
          </a:p>
        </p:txBody>
      </p:sp>
      <p:sp>
        <p:nvSpPr>
          <p:cNvPr id="129" name="DC PPI">
            <a:extLst>
              <a:ext uri="{FF2B5EF4-FFF2-40B4-BE49-F238E27FC236}">
                <a16:creationId xmlns:a16="http://schemas.microsoft.com/office/drawing/2014/main" id="{2C929777-404E-4FCF-8328-7E56360348CB}"/>
              </a:ext>
            </a:extLst>
          </p:cNvPr>
          <p:cNvSpPr/>
          <p:nvPr/>
        </p:nvSpPr>
        <p:spPr>
          <a:xfrm>
            <a:off x="6294484" y="5030849"/>
            <a:ext cx="1653762" cy="730622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Discontinuing PPIs</a:t>
            </a:r>
          </a:p>
        </p:txBody>
      </p:sp>
      <p:sp>
        <p:nvSpPr>
          <p:cNvPr id="130" name="PO vanc">
            <a:extLst>
              <a:ext uri="{FF2B5EF4-FFF2-40B4-BE49-F238E27FC236}">
                <a16:creationId xmlns:a16="http://schemas.microsoft.com/office/drawing/2014/main" id="{2FDA0B84-5D48-4E88-B6AF-1B9C02F45FCA}"/>
              </a:ext>
            </a:extLst>
          </p:cNvPr>
          <p:cNvSpPr/>
          <p:nvPr/>
        </p:nvSpPr>
        <p:spPr>
          <a:xfrm>
            <a:off x="6294484" y="2733675"/>
            <a:ext cx="1519533" cy="738897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 vancomycin</a:t>
            </a:r>
          </a:p>
        </p:txBody>
      </p:sp>
      <p:pic>
        <p:nvPicPr>
          <p:cNvPr id="62" name="Graphic 61" descr="Cursor with solid fill">
            <a:extLst>
              <a:ext uri="{FF2B5EF4-FFF2-40B4-BE49-F238E27FC236}">
                <a16:creationId xmlns:a16="http://schemas.microsoft.com/office/drawing/2014/main" id="{769B4509-A2C1-4E23-B8EB-986A299F8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1858" y="5615696"/>
            <a:ext cx="291548" cy="291548"/>
          </a:xfrm>
          <a:prstGeom prst="rect">
            <a:avLst/>
          </a:prstGeom>
        </p:spPr>
      </p:pic>
      <p:pic>
        <p:nvPicPr>
          <p:cNvPr id="63" name="Graphic 62" descr="Cursor with solid fill">
            <a:extLst>
              <a:ext uri="{FF2B5EF4-FFF2-40B4-BE49-F238E27FC236}">
                <a16:creationId xmlns:a16="http://schemas.microsoft.com/office/drawing/2014/main" id="{05C62498-6CCC-4028-B90D-C8044B63E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8242" y="3309043"/>
            <a:ext cx="291548" cy="291548"/>
          </a:xfrm>
          <a:prstGeom prst="rect">
            <a:avLst/>
          </a:prstGeom>
        </p:spPr>
      </p:pic>
      <p:pic>
        <p:nvPicPr>
          <p:cNvPr id="64" name="Graphic 63" descr="Cursor with solid fill">
            <a:extLst>
              <a:ext uri="{FF2B5EF4-FFF2-40B4-BE49-F238E27FC236}">
                <a16:creationId xmlns:a16="http://schemas.microsoft.com/office/drawing/2014/main" id="{643D8C27-94CA-4EF7-8718-A04FC67B3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8242" y="2093992"/>
            <a:ext cx="291548" cy="291548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55DBE991-B960-4781-BB3A-2A938F4C24CF}"/>
              </a:ext>
            </a:extLst>
          </p:cNvPr>
          <p:cNvSpPr txBox="1"/>
          <p:nvPr/>
        </p:nvSpPr>
        <p:spPr>
          <a:xfrm>
            <a:off x="8215767" y="3418573"/>
            <a:ext cx="35244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High-risk: &gt;65 </a:t>
            </a:r>
            <a:r>
              <a:rPr lang="en-US" sz="1400" dirty="0" err="1"/>
              <a:t>yo</a:t>
            </a:r>
            <a:r>
              <a:rPr lang="en-US" sz="1400" dirty="0"/>
              <a:t>, immunocompromise, hospitalized for severe CDI in past 3 mos.</a:t>
            </a:r>
          </a:p>
          <a:p>
            <a:pPr algn="ctr"/>
            <a:r>
              <a:rPr lang="en-US" sz="1400" dirty="0"/>
              <a:t>Continue PO </a:t>
            </a:r>
            <a:r>
              <a:rPr lang="en-US" sz="1400" dirty="0" err="1"/>
              <a:t>vanc</a:t>
            </a:r>
            <a:r>
              <a:rPr lang="en-US" sz="1400" dirty="0"/>
              <a:t> for 5 days after completion of systemic antibiotics.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C3E12BC-0106-4980-B9E2-448419C575BE}"/>
              </a:ext>
            </a:extLst>
          </p:cNvPr>
          <p:cNvSpPr txBox="1"/>
          <p:nvPr/>
        </p:nvSpPr>
        <p:spPr>
          <a:xfrm>
            <a:off x="8305813" y="5534914"/>
            <a:ext cx="34090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PPIs have been associated with higher rates of CDI but there is insufficient evidence to support this as a preventative measure.</a:t>
            </a:r>
          </a:p>
        </p:txBody>
      </p:sp>
    </p:spTree>
    <p:extLst>
      <p:ext uri="{BB962C8B-B14F-4D97-AF65-F5344CB8AC3E}">
        <p14:creationId xmlns:p14="http://schemas.microsoft.com/office/powerpoint/2010/main" val="341423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  <p:bldP spid="27" grpId="0"/>
      <p:bldP spid="32" grpId="0"/>
      <p:bldP spid="49" grpId="0" animBg="1"/>
      <p:bldP spid="69" grpId="0" animBg="1"/>
      <p:bldP spid="65" grpId="0" animBg="1"/>
      <p:bldP spid="127" grpId="0" animBg="1"/>
      <p:bldP spid="129" grpId="0" animBg="1"/>
      <p:bldP spid="130" grpId="0" animBg="1"/>
      <p:bldP spid="68" grpId="0"/>
      <p:bldP spid="7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8845AC-23E3-4052-97B3-4F0AB239EFCF}"/>
              </a:ext>
            </a:extLst>
          </p:cNvPr>
          <p:cNvCxnSpPr>
            <a:cxnSpLocks/>
          </p:cNvCxnSpPr>
          <p:nvPr/>
        </p:nvCxnSpPr>
        <p:spPr>
          <a:xfrm>
            <a:off x="5005481" y="176514"/>
            <a:ext cx="0" cy="653052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7512AA-8B0F-4FEA-9C76-52BBA7696E05}"/>
              </a:ext>
            </a:extLst>
          </p:cNvPr>
          <p:cNvCxnSpPr>
            <a:cxnSpLocks/>
          </p:cNvCxnSpPr>
          <p:nvPr/>
        </p:nvCxnSpPr>
        <p:spPr>
          <a:xfrm>
            <a:off x="8591277" y="179164"/>
            <a:ext cx="44375" cy="65508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se 1">
            <a:extLst>
              <a:ext uri="{FF2B5EF4-FFF2-40B4-BE49-F238E27FC236}">
                <a16:creationId xmlns:a16="http://schemas.microsoft.com/office/drawing/2014/main" id="{BBD74102-E926-4BD1-BE9F-A11C51FC9BB4}"/>
              </a:ext>
            </a:extLst>
          </p:cNvPr>
          <p:cNvSpPr/>
          <p:nvPr/>
        </p:nvSpPr>
        <p:spPr>
          <a:xfrm>
            <a:off x="2262368" y="222184"/>
            <a:ext cx="2043838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1a</a:t>
            </a:r>
          </a:p>
        </p:txBody>
      </p:sp>
      <p:sp>
        <p:nvSpPr>
          <p:cNvPr id="7" name="Case 1b">
            <a:extLst>
              <a:ext uri="{FF2B5EF4-FFF2-40B4-BE49-F238E27FC236}">
                <a16:creationId xmlns:a16="http://schemas.microsoft.com/office/drawing/2014/main" id="{A32AE982-15E8-4B8E-AAEC-4641754A39D2}"/>
              </a:ext>
            </a:extLst>
          </p:cNvPr>
          <p:cNvSpPr/>
          <p:nvPr/>
        </p:nvSpPr>
        <p:spPr>
          <a:xfrm>
            <a:off x="5671284" y="226083"/>
            <a:ext cx="2043838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1b</a:t>
            </a:r>
          </a:p>
        </p:txBody>
      </p:sp>
      <p:sp>
        <p:nvSpPr>
          <p:cNvPr id="8" name="Case 3">
            <a:extLst>
              <a:ext uri="{FF2B5EF4-FFF2-40B4-BE49-F238E27FC236}">
                <a16:creationId xmlns:a16="http://schemas.microsoft.com/office/drawing/2014/main" id="{9514D564-6275-4B81-BC78-6DA8D5A44E0B}"/>
              </a:ext>
            </a:extLst>
          </p:cNvPr>
          <p:cNvSpPr/>
          <p:nvPr/>
        </p:nvSpPr>
        <p:spPr>
          <a:xfrm>
            <a:off x="9289725" y="212762"/>
            <a:ext cx="2043838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sp>
        <p:nvSpPr>
          <p:cNvPr id="9" name="Case 1b - Q1">
            <a:extLst>
              <a:ext uri="{FF2B5EF4-FFF2-40B4-BE49-F238E27FC236}">
                <a16:creationId xmlns:a16="http://schemas.microsoft.com/office/drawing/2014/main" id="{4F949EEC-362D-4B75-8F4B-C0E652632E5C}"/>
              </a:ext>
            </a:extLst>
          </p:cNvPr>
          <p:cNvSpPr/>
          <p:nvPr/>
        </p:nvSpPr>
        <p:spPr>
          <a:xfrm>
            <a:off x="5207022" y="2617764"/>
            <a:ext cx="3235508" cy="811236"/>
          </a:xfrm>
          <a:prstGeom prst="roundRect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diagnosis?</a:t>
            </a:r>
          </a:p>
        </p:txBody>
      </p:sp>
      <p:sp>
        <p:nvSpPr>
          <p:cNvPr id="10" name="Case 1b - Q2">
            <a:extLst>
              <a:ext uri="{FF2B5EF4-FFF2-40B4-BE49-F238E27FC236}">
                <a16:creationId xmlns:a16="http://schemas.microsoft.com/office/drawing/2014/main" id="{8903B3F7-2C99-4899-A4F6-E8F256388FC2}"/>
              </a:ext>
            </a:extLst>
          </p:cNvPr>
          <p:cNvSpPr/>
          <p:nvPr/>
        </p:nvSpPr>
        <p:spPr>
          <a:xfrm>
            <a:off x="5205058" y="3569217"/>
            <a:ext cx="3239501" cy="1042542"/>
          </a:xfrm>
          <a:prstGeom prst="roundRect">
            <a:avLst>
              <a:gd name="adj" fmla="val 11119"/>
            </a:avLst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management?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27FF7C-65EF-44DC-9637-8B92FE40B51D}"/>
              </a:ext>
            </a:extLst>
          </p:cNvPr>
          <p:cNvSpPr txBox="1"/>
          <p:nvPr/>
        </p:nvSpPr>
        <p:spPr>
          <a:xfrm>
            <a:off x="3201065" y="-245430"/>
            <a:ext cx="1544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/>
            <a:endParaRPr lang="en-US" sz="1400"/>
          </a:p>
        </p:txBody>
      </p:sp>
      <p:sp>
        <p:nvSpPr>
          <p:cNvPr id="24" name="Case 1a - Q1">
            <a:extLst>
              <a:ext uri="{FF2B5EF4-FFF2-40B4-BE49-F238E27FC236}">
                <a16:creationId xmlns:a16="http://schemas.microsoft.com/office/drawing/2014/main" id="{DB05CBA4-8AB6-410F-A6F0-977A164B9729}"/>
              </a:ext>
            </a:extLst>
          </p:cNvPr>
          <p:cNvSpPr/>
          <p:nvPr/>
        </p:nvSpPr>
        <p:spPr>
          <a:xfrm>
            <a:off x="1653232" y="3234797"/>
            <a:ext cx="3093573" cy="53121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her diagnoses?</a:t>
            </a:r>
          </a:p>
        </p:txBody>
      </p:sp>
      <p:sp>
        <p:nvSpPr>
          <p:cNvPr id="25" name="Case 1a - Q2">
            <a:extLst>
              <a:ext uri="{FF2B5EF4-FFF2-40B4-BE49-F238E27FC236}">
                <a16:creationId xmlns:a16="http://schemas.microsoft.com/office/drawing/2014/main" id="{9F5FD4D5-FA8A-4599-9CBB-08A808205787}"/>
              </a:ext>
            </a:extLst>
          </p:cNvPr>
          <p:cNvSpPr/>
          <p:nvPr/>
        </p:nvSpPr>
        <p:spPr>
          <a:xfrm>
            <a:off x="1650425" y="3892751"/>
            <a:ext cx="3088479" cy="589897"/>
          </a:xfrm>
          <a:prstGeom prst="roundRect">
            <a:avLst>
              <a:gd name="adj" fmla="val 1111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next step in evaluation?</a:t>
            </a:r>
          </a:p>
        </p:txBody>
      </p:sp>
      <p:sp>
        <p:nvSpPr>
          <p:cNvPr id="33" name="Case 1b text">
            <a:extLst>
              <a:ext uri="{FF2B5EF4-FFF2-40B4-BE49-F238E27FC236}">
                <a16:creationId xmlns:a16="http://schemas.microsoft.com/office/drawing/2014/main" id="{5EAC2891-30DA-4CCB-A203-146B381D2AEF}"/>
              </a:ext>
            </a:extLst>
          </p:cNvPr>
          <p:cNvSpPr txBox="1"/>
          <p:nvPr/>
        </p:nvSpPr>
        <p:spPr>
          <a:xfrm>
            <a:off x="5115417" y="718854"/>
            <a:ext cx="33271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33 </a:t>
            </a:r>
            <a:r>
              <a:rPr lang="en-US" sz="1400" dirty="0" err="1"/>
              <a:t>yo</a:t>
            </a:r>
            <a:r>
              <a:rPr lang="en-US" sz="1400" dirty="0"/>
              <a:t> with recent diagnosis of severe CDI treated with 10 days of PO </a:t>
            </a:r>
            <a:r>
              <a:rPr lang="en-US" sz="1400" dirty="0" err="1"/>
              <a:t>vanc</a:t>
            </a:r>
            <a:r>
              <a:rPr lang="en-US" sz="1400" dirty="0"/>
              <a:t>, presents 5 </a:t>
            </a:r>
            <a:r>
              <a:rPr lang="en-US" sz="1400" dirty="0" err="1"/>
              <a:t>ws</a:t>
            </a:r>
            <a:r>
              <a:rPr lang="en-US" sz="1400" dirty="0"/>
              <a:t> later with recurrent watery diarrhea. They deny any interval antibiotics. </a:t>
            </a:r>
          </a:p>
          <a:p>
            <a:endParaRPr lang="en-US" sz="1400" dirty="0"/>
          </a:p>
          <a:p>
            <a:r>
              <a:rPr lang="en-US" sz="1400" i="1" dirty="0"/>
              <a:t>C. diff  </a:t>
            </a:r>
            <a:r>
              <a:rPr lang="en-US" sz="1400" dirty="0"/>
              <a:t>testing is positive. </a:t>
            </a:r>
          </a:p>
          <a:p>
            <a:r>
              <a:rPr lang="en-US" sz="1400" dirty="0"/>
              <a:t>She is otherwise afebrile, with stable vital signs. BMP and CBC are </a:t>
            </a:r>
            <a:r>
              <a:rPr lang="en-US" sz="1400" dirty="0" err="1"/>
              <a:t>wnl</a:t>
            </a:r>
            <a:r>
              <a:rPr lang="en-US" sz="1400" dirty="0"/>
              <a:t>. </a:t>
            </a:r>
          </a:p>
        </p:txBody>
      </p:sp>
      <p:sp>
        <p:nvSpPr>
          <p:cNvPr id="36" name="Case 2 -Q1">
            <a:extLst>
              <a:ext uri="{FF2B5EF4-FFF2-40B4-BE49-F238E27FC236}">
                <a16:creationId xmlns:a16="http://schemas.microsoft.com/office/drawing/2014/main" id="{F5FA8B86-2CCF-4558-A983-A876790714C7}"/>
              </a:ext>
            </a:extLst>
          </p:cNvPr>
          <p:cNvSpPr/>
          <p:nvPr/>
        </p:nvSpPr>
        <p:spPr>
          <a:xfrm>
            <a:off x="8784009" y="2685720"/>
            <a:ext cx="3184658" cy="656579"/>
          </a:xfrm>
          <a:prstGeom prst="roundRect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would you diagnose CDI in this patient?</a:t>
            </a:r>
          </a:p>
        </p:txBody>
      </p:sp>
      <p:sp>
        <p:nvSpPr>
          <p:cNvPr id="37" name="Case 2 - Q2">
            <a:extLst>
              <a:ext uri="{FF2B5EF4-FFF2-40B4-BE49-F238E27FC236}">
                <a16:creationId xmlns:a16="http://schemas.microsoft.com/office/drawing/2014/main" id="{AB73C5CD-044A-462A-88A9-ABDE25483E8C}"/>
              </a:ext>
            </a:extLst>
          </p:cNvPr>
          <p:cNvSpPr/>
          <p:nvPr/>
        </p:nvSpPr>
        <p:spPr>
          <a:xfrm>
            <a:off x="8819905" y="3752098"/>
            <a:ext cx="3154675" cy="401272"/>
          </a:xfrm>
          <a:prstGeom prst="roundRect">
            <a:avLst>
              <a:gd name="adj" fmla="val 11119"/>
            </a:avLst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Specialized testing?</a:t>
            </a:r>
          </a:p>
        </p:txBody>
      </p:sp>
      <p:sp>
        <p:nvSpPr>
          <p:cNvPr id="50" name="Rectangle: Rounded Corners 49">
            <a:hlinkClick r:id="rId3" action="ppaction://hlinksldjump"/>
            <a:extLst>
              <a:ext uri="{FF2B5EF4-FFF2-40B4-BE49-F238E27FC236}">
                <a16:creationId xmlns:a16="http://schemas.microsoft.com/office/drawing/2014/main" id="{848E8D15-8F2E-4005-9C6C-40628E37C451}"/>
              </a:ext>
            </a:extLst>
          </p:cNvPr>
          <p:cNvSpPr/>
          <p:nvPr/>
        </p:nvSpPr>
        <p:spPr>
          <a:xfrm>
            <a:off x="188844" y="1080054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Definitions</a:t>
            </a:r>
          </a:p>
        </p:txBody>
      </p:sp>
      <p:sp>
        <p:nvSpPr>
          <p:cNvPr id="51" name="Rectangle: Rounded Corners 50">
            <a:hlinkClick r:id="rId4" action="ppaction://hlinksldjump"/>
            <a:extLst>
              <a:ext uri="{FF2B5EF4-FFF2-40B4-BE49-F238E27FC236}">
                <a16:creationId xmlns:a16="http://schemas.microsoft.com/office/drawing/2014/main" id="{11C52185-DE76-4029-8C72-E7685B7A25A1}"/>
              </a:ext>
            </a:extLst>
          </p:cNvPr>
          <p:cNvSpPr/>
          <p:nvPr/>
        </p:nvSpPr>
        <p:spPr>
          <a:xfrm>
            <a:off x="188844" y="1519033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Treatment</a:t>
            </a:r>
          </a:p>
        </p:txBody>
      </p:sp>
      <p:sp>
        <p:nvSpPr>
          <p:cNvPr id="52" name="Rectangle: Rounded Corners 51">
            <a:hlinkClick r:id="rId5" action="ppaction://hlinksldjump"/>
            <a:extLst>
              <a:ext uri="{FF2B5EF4-FFF2-40B4-BE49-F238E27FC236}">
                <a16:creationId xmlns:a16="http://schemas.microsoft.com/office/drawing/2014/main" id="{16F571B3-7961-424B-94FB-1AEA363C3CE8}"/>
              </a:ext>
            </a:extLst>
          </p:cNvPr>
          <p:cNvSpPr/>
          <p:nvPr/>
        </p:nvSpPr>
        <p:spPr>
          <a:xfrm>
            <a:off x="188844" y="217003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Epi and RF</a:t>
            </a:r>
          </a:p>
        </p:txBody>
      </p:sp>
      <p:pic>
        <p:nvPicPr>
          <p:cNvPr id="53" name="Graphic 52" descr="Cursor with solid fill">
            <a:extLst>
              <a:ext uri="{FF2B5EF4-FFF2-40B4-BE49-F238E27FC236}">
                <a16:creationId xmlns:a16="http://schemas.microsoft.com/office/drawing/2014/main" id="{9E0ED079-2AB1-412B-BBB2-E595BF574D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4974" y="1239080"/>
            <a:ext cx="291548" cy="291548"/>
          </a:xfrm>
          <a:prstGeom prst="rect">
            <a:avLst/>
          </a:prstGeom>
        </p:spPr>
      </p:pic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9BB0D84C-489A-41EF-9D38-41F9C27224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4974" y="1678059"/>
            <a:ext cx="291548" cy="291548"/>
          </a:xfrm>
          <a:prstGeom prst="rect">
            <a:avLst/>
          </a:prstGeom>
        </p:spPr>
      </p:pic>
      <p:sp>
        <p:nvSpPr>
          <p:cNvPr id="55" name="Rectangle: Rounded Corners 54">
            <a:hlinkClick r:id="rId8" action="ppaction://hlinksldjump"/>
            <a:extLst>
              <a:ext uri="{FF2B5EF4-FFF2-40B4-BE49-F238E27FC236}">
                <a16:creationId xmlns:a16="http://schemas.microsoft.com/office/drawing/2014/main" id="{32E3D1F9-AFCE-4D86-A1C7-9C881A9D6278}"/>
              </a:ext>
            </a:extLst>
          </p:cNvPr>
          <p:cNvSpPr/>
          <p:nvPr/>
        </p:nvSpPr>
        <p:spPr>
          <a:xfrm>
            <a:off x="188844" y="635276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Diagnosis</a:t>
            </a:r>
          </a:p>
        </p:txBody>
      </p: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0AC82C9A-9068-46F2-9B93-61BDFC1B36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4974" y="807555"/>
            <a:ext cx="291548" cy="291548"/>
          </a:xfrm>
          <a:prstGeom prst="rect">
            <a:avLst/>
          </a:prstGeom>
        </p:spPr>
      </p:pic>
      <p:sp>
        <p:nvSpPr>
          <p:cNvPr id="57" name="Rectangle: Rounded Corners 56">
            <a:hlinkClick r:id="rId9" action="ppaction://hlinksldjump"/>
            <a:extLst>
              <a:ext uri="{FF2B5EF4-FFF2-40B4-BE49-F238E27FC236}">
                <a16:creationId xmlns:a16="http://schemas.microsoft.com/office/drawing/2014/main" id="{50DE469E-83DC-46DB-A67B-80C034C20191}"/>
              </a:ext>
            </a:extLst>
          </p:cNvPr>
          <p:cNvSpPr/>
          <p:nvPr/>
        </p:nvSpPr>
        <p:spPr>
          <a:xfrm>
            <a:off x="188844" y="1969607"/>
            <a:ext cx="1321904" cy="31805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Prevention</a:t>
            </a:r>
          </a:p>
        </p:txBody>
      </p:sp>
      <p:pic>
        <p:nvPicPr>
          <p:cNvPr id="58" name="Graphic 57" descr="Cursor with solid fill">
            <a:extLst>
              <a:ext uri="{FF2B5EF4-FFF2-40B4-BE49-F238E27FC236}">
                <a16:creationId xmlns:a16="http://schemas.microsoft.com/office/drawing/2014/main" id="{B0A66C04-3C4E-4CD3-8BF0-74389A5B4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4974" y="2122347"/>
            <a:ext cx="291548" cy="291548"/>
          </a:xfrm>
          <a:prstGeom prst="rect">
            <a:avLst/>
          </a:prstGeom>
        </p:spPr>
      </p:pic>
      <p:pic>
        <p:nvPicPr>
          <p:cNvPr id="59" name="Graphic 58" descr="Cursor with solid fill">
            <a:extLst>
              <a:ext uri="{FF2B5EF4-FFF2-40B4-BE49-F238E27FC236}">
                <a16:creationId xmlns:a16="http://schemas.microsoft.com/office/drawing/2014/main" id="{E6167A0B-8A59-450C-8C06-8E599CF15A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4974" y="387697"/>
            <a:ext cx="291548" cy="291548"/>
          </a:xfrm>
          <a:prstGeom prst="rect">
            <a:avLst/>
          </a:prstGeom>
        </p:spPr>
      </p:pic>
      <p:sp>
        <p:nvSpPr>
          <p:cNvPr id="60" name="Rectangle: Rounded Corners 59">
            <a:hlinkClick r:id="rId10" action="ppaction://hlinksldjump"/>
            <a:extLst>
              <a:ext uri="{FF2B5EF4-FFF2-40B4-BE49-F238E27FC236}">
                <a16:creationId xmlns:a16="http://schemas.microsoft.com/office/drawing/2014/main" id="{A0B76261-F0EC-4BA9-9412-8B4F91CD3674}"/>
              </a:ext>
            </a:extLst>
          </p:cNvPr>
          <p:cNvSpPr/>
          <p:nvPr/>
        </p:nvSpPr>
        <p:spPr>
          <a:xfrm>
            <a:off x="188844" y="2440400"/>
            <a:ext cx="1321904" cy="318053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Cases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7AB0AA-5722-4A61-9CC7-8A44B0D075CF}"/>
              </a:ext>
            </a:extLst>
          </p:cNvPr>
          <p:cNvGrpSpPr/>
          <p:nvPr/>
        </p:nvGrpSpPr>
        <p:grpSpPr>
          <a:xfrm>
            <a:off x="1717117" y="704223"/>
            <a:ext cx="3249551" cy="2406857"/>
            <a:chOff x="1717117" y="704223"/>
            <a:chExt cx="3249551" cy="2406857"/>
          </a:xfrm>
        </p:grpSpPr>
        <p:sp>
          <p:nvSpPr>
            <p:cNvPr id="18" name="Case 1 text">
              <a:extLst>
                <a:ext uri="{FF2B5EF4-FFF2-40B4-BE49-F238E27FC236}">
                  <a16:creationId xmlns:a16="http://schemas.microsoft.com/office/drawing/2014/main" id="{84D6FFBF-15CB-46F8-9BAE-1229F5C115B8}"/>
                </a:ext>
              </a:extLst>
            </p:cNvPr>
            <p:cNvSpPr txBox="1"/>
            <p:nvPr/>
          </p:nvSpPr>
          <p:spPr>
            <a:xfrm>
              <a:off x="1717117" y="704223"/>
              <a:ext cx="324955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33 </a:t>
              </a:r>
              <a:r>
                <a:rPr lang="en-US" sz="1400" dirty="0" err="1"/>
                <a:t>yo</a:t>
              </a:r>
              <a:r>
                <a:rPr lang="en-US" sz="1400" dirty="0"/>
                <a:t> presents with fevers, abdominal pain and diarrhea x 4 d. They have 4-5 watery BMs per day. They were recently treated for a UTI with Bactrim.</a:t>
              </a:r>
            </a:p>
          </p:txBody>
        </p:sp>
        <p:sp>
          <p:nvSpPr>
            <p:cNvPr id="19" name="Case 1 - Cr, basic labs">
              <a:extLst>
                <a:ext uri="{FF2B5EF4-FFF2-40B4-BE49-F238E27FC236}">
                  <a16:creationId xmlns:a16="http://schemas.microsoft.com/office/drawing/2014/main" id="{599FC853-37E0-4F05-85B7-AE12B14EA42C}"/>
                </a:ext>
              </a:extLst>
            </p:cNvPr>
            <p:cNvSpPr txBox="1"/>
            <p:nvPr/>
          </p:nvSpPr>
          <p:spPr>
            <a:xfrm>
              <a:off x="1717120" y="1622580"/>
              <a:ext cx="2995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VS: T 37.4C, HR 110, BP 100/50s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D0E3D50-6578-476F-A35C-C006487AE5F3}"/>
                </a:ext>
              </a:extLst>
            </p:cNvPr>
            <p:cNvSpPr txBox="1"/>
            <p:nvPr/>
          </p:nvSpPr>
          <p:spPr>
            <a:xfrm>
              <a:off x="2129032" y="1915996"/>
              <a:ext cx="5421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128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9F3980B-8B06-4D09-8BF6-09BB3CBFA12D}"/>
                </a:ext>
              </a:extLst>
            </p:cNvPr>
            <p:cNvGrpSpPr/>
            <p:nvPr/>
          </p:nvGrpSpPr>
          <p:grpSpPr>
            <a:xfrm>
              <a:off x="2175104" y="1968738"/>
              <a:ext cx="1152741" cy="543413"/>
              <a:chOff x="1782932" y="1865980"/>
              <a:chExt cx="1152741" cy="596155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DBC910B1-AE0B-4CB2-884E-74BC790B95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2932" y="2145768"/>
                <a:ext cx="115274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3249E082-AB88-49AA-B56B-A93D2322C8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59000" y="1865980"/>
                <a:ext cx="0" cy="54791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4BE8D953-461F-4785-BFDA-B29AE1A066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36609" y="1876812"/>
                <a:ext cx="0" cy="54791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72E8F5-A2E8-47D4-BFED-CD7D0952C27A}"/>
                  </a:ext>
                </a:extLst>
              </p:cNvPr>
              <p:cNvSpPr txBox="1"/>
              <p:nvPr/>
            </p:nvSpPr>
            <p:spPr>
              <a:xfrm>
                <a:off x="2525800" y="2154358"/>
                <a:ext cx="4098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1.7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DB0A409-DD10-43AB-A5E4-A04E957E7504}"/>
                  </a:ext>
                </a:extLst>
              </p:cNvPr>
              <p:cNvSpPr txBox="1"/>
              <p:nvPr/>
            </p:nvSpPr>
            <p:spPr>
              <a:xfrm>
                <a:off x="2168754" y="2154358"/>
                <a:ext cx="5324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18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6044F16C-BCA6-4EDA-8E8C-4B51BFEA10DB}"/>
                </a:ext>
              </a:extLst>
            </p:cNvPr>
            <p:cNvGrpSpPr/>
            <p:nvPr/>
          </p:nvGrpSpPr>
          <p:grpSpPr>
            <a:xfrm>
              <a:off x="3496197" y="2027839"/>
              <a:ext cx="707803" cy="424386"/>
              <a:chOff x="3104025" y="1977823"/>
              <a:chExt cx="707803" cy="424386"/>
            </a:xfrm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AA830A61-D69C-41B9-990B-4F000C40F95A}"/>
                  </a:ext>
                </a:extLst>
              </p:cNvPr>
              <p:cNvGrpSpPr/>
              <p:nvPr/>
            </p:nvGrpSpPr>
            <p:grpSpPr>
              <a:xfrm>
                <a:off x="3297923" y="1977823"/>
                <a:ext cx="513905" cy="424386"/>
                <a:chOff x="3297923" y="1977823"/>
                <a:chExt cx="513905" cy="424386"/>
              </a:xfrm>
            </p:grpSpPr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5071E7-5C39-485B-AE18-D58492331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12957" y="1980685"/>
                  <a:ext cx="482746" cy="42053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30D89155-3FD3-4DF3-9DE2-86A5D509E7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97923" y="1977823"/>
                  <a:ext cx="513905" cy="4243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360C4F1-9291-4173-B8D0-66C838838969}"/>
                  </a:ext>
                </a:extLst>
              </p:cNvPr>
              <p:cNvSpPr txBox="1"/>
              <p:nvPr/>
            </p:nvSpPr>
            <p:spPr>
              <a:xfrm>
                <a:off x="3104025" y="2060823"/>
                <a:ext cx="5421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18</a:t>
                </a: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3A79E93-2007-47EB-86A5-8AFC7BE372C8}"/>
                </a:ext>
              </a:extLst>
            </p:cNvPr>
            <p:cNvSpPr txBox="1"/>
            <p:nvPr/>
          </p:nvSpPr>
          <p:spPr>
            <a:xfrm>
              <a:off x="1731811" y="2587860"/>
              <a:ext cx="16910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GDH Ag +</a:t>
              </a:r>
            </a:p>
            <a:p>
              <a:r>
                <a:rPr lang="en-US" sz="1400" i="1" dirty="0"/>
                <a:t>C. diff </a:t>
              </a:r>
              <a:r>
                <a:rPr lang="en-US" sz="1400" dirty="0"/>
                <a:t>toxin PCR -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6287DE5-7D33-4935-A35F-AFB4D70B4AAC}"/>
                </a:ext>
              </a:extLst>
            </p:cNvPr>
            <p:cNvSpPr txBox="1"/>
            <p:nvPr/>
          </p:nvSpPr>
          <p:spPr>
            <a:xfrm>
              <a:off x="3188384" y="2576687"/>
              <a:ext cx="17516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Stool culture pending</a:t>
              </a:r>
            </a:p>
          </p:txBody>
        </p:sp>
      </p:grpSp>
      <p:sp>
        <p:nvSpPr>
          <p:cNvPr id="88" name="Case 1a - A2">
            <a:extLst>
              <a:ext uri="{FF2B5EF4-FFF2-40B4-BE49-F238E27FC236}">
                <a16:creationId xmlns:a16="http://schemas.microsoft.com/office/drawing/2014/main" id="{F890059F-37EA-440F-A3A1-3842A3473A7C}"/>
              </a:ext>
            </a:extLst>
          </p:cNvPr>
          <p:cNvSpPr/>
          <p:nvPr/>
        </p:nvSpPr>
        <p:spPr>
          <a:xfrm>
            <a:off x="1645463" y="3886819"/>
            <a:ext cx="3098938" cy="592673"/>
          </a:xfrm>
          <a:prstGeom prst="roundRect">
            <a:avLst>
              <a:gd name="adj" fmla="val 122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C. diff </a:t>
            </a:r>
            <a:r>
              <a:rPr lang="en-US" sz="1400" dirty="0"/>
              <a:t>NAAT</a:t>
            </a:r>
          </a:p>
        </p:txBody>
      </p:sp>
      <p:sp>
        <p:nvSpPr>
          <p:cNvPr id="89" name="Case 1a - A1">
            <a:extLst>
              <a:ext uri="{FF2B5EF4-FFF2-40B4-BE49-F238E27FC236}">
                <a16:creationId xmlns:a16="http://schemas.microsoft.com/office/drawing/2014/main" id="{B0753A5E-65F4-4F3D-A749-BBC83D82202A}"/>
              </a:ext>
            </a:extLst>
          </p:cNvPr>
          <p:cNvSpPr/>
          <p:nvPr/>
        </p:nvSpPr>
        <p:spPr>
          <a:xfrm>
            <a:off x="1653623" y="3219876"/>
            <a:ext cx="3098938" cy="556703"/>
          </a:xfrm>
          <a:prstGeom prst="roundRect">
            <a:avLst>
              <a:gd name="adj" fmla="val 1812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Acute diarrhea. CDI is likely, but GDH and toxin PCR is indeterminant.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BCA9DE8-2D89-4E1E-9430-B72F04FBD186}"/>
              </a:ext>
            </a:extLst>
          </p:cNvPr>
          <p:cNvSpPr txBox="1"/>
          <p:nvPr/>
        </p:nvSpPr>
        <p:spPr>
          <a:xfrm>
            <a:off x="1723443" y="4569658"/>
            <a:ext cx="3172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C. diff </a:t>
            </a:r>
            <a:r>
              <a:rPr lang="en-US" sz="1400" dirty="0"/>
              <a:t>NAAT came back positive</a:t>
            </a:r>
            <a:r>
              <a:rPr lang="en-US" sz="1400" i="1" dirty="0"/>
              <a:t>.</a:t>
            </a:r>
            <a:endParaRPr lang="en-US" sz="1400" dirty="0"/>
          </a:p>
        </p:txBody>
      </p:sp>
      <p:sp>
        <p:nvSpPr>
          <p:cNvPr id="93" name="Case 1a - Q3">
            <a:extLst>
              <a:ext uri="{FF2B5EF4-FFF2-40B4-BE49-F238E27FC236}">
                <a16:creationId xmlns:a16="http://schemas.microsoft.com/office/drawing/2014/main" id="{9F6218E8-E11F-4AF0-8C04-DC7C7BDA0471}"/>
              </a:ext>
            </a:extLst>
          </p:cNvPr>
          <p:cNvSpPr/>
          <p:nvPr/>
        </p:nvSpPr>
        <p:spPr>
          <a:xfrm>
            <a:off x="1666288" y="4908515"/>
            <a:ext cx="3088479" cy="697964"/>
          </a:xfrm>
          <a:prstGeom prst="roundRect">
            <a:avLst>
              <a:gd name="adj" fmla="val 1111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diagnosis?</a:t>
            </a:r>
          </a:p>
        </p:txBody>
      </p:sp>
      <p:sp>
        <p:nvSpPr>
          <p:cNvPr id="95" name="Case 1a - A3">
            <a:extLst>
              <a:ext uri="{FF2B5EF4-FFF2-40B4-BE49-F238E27FC236}">
                <a16:creationId xmlns:a16="http://schemas.microsoft.com/office/drawing/2014/main" id="{D380DFE1-23C4-4D6F-AC90-617A54D2A438}"/>
              </a:ext>
            </a:extLst>
          </p:cNvPr>
          <p:cNvSpPr/>
          <p:nvPr/>
        </p:nvSpPr>
        <p:spPr>
          <a:xfrm>
            <a:off x="1661326" y="4902583"/>
            <a:ext cx="3098938" cy="701249"/>
          </a:xfrm>
          <a:prstGeom prst="roundRect">
            <a:avLst>
              <a:gd name="adj" fmla="val 122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Severe CDI. </a:t>
            </a:r>
            <a:r>
              <a:rPr lang="en-US" sz="1400" dirty="0"/>
              <a:t>Based on a Cr &gt; 1.5 and WBC &gt; 15k. </a:t>
            </a:r>
            <a:r>
              <a:rPr lang="en-US" sz="1400" b="1" dirty="0"/>
              <a:t> </a:t>
            </a:r>
          </a:p>
        </p:txBody>
      </p:sp>
      <p:sp>
        <p:nvSpPr>
          <p:cNvPr id="96" name="Case 1a - Q4">
            <a:extLst>
              <a:ext uri="{FF2B5EF4-FFF2-40B4-BE49-F238E27FC236}">
                <a16:creationId xmlns:a16="http://schemas.microsoft.com/office/drawing/2014/main" id="{809141C8-4E16-46B5-92B2-E1B4697BDE62}"/>
              </a:ext>
            </a:extLst>
          </p:cNvPr>
          <p:cNvSpPr/>
          <p:nvPr/>
        </p:nvSpPr>
        <p:spPr>
          <a:xfrm>
            <a:off x="1656558" y="5751770"/>
            <a:ext cx="3099479" cy="697964"/>
          </a:xfrm>
          <a:prstGeom prst="roundRect">
            <a:avLst>
              <a:gd name="adj" fmla="val 1111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management?</a:t>
            </a:r>
          </a:p>
        </p:txBody>
      </p:sp>
      <p:sp>
        <p:nvSpPr>
          <p:cNvPr id="98" name="Case 1a - A4">
            <a:extLst>
              <a:ext uri="{FF2B5EF4-FFF2-40B4-BE49-F238E27FC236}">
                <a16:creationId xmlns:a16="http://schemas.microsoft.com/office/drawing/2014/main" id="{7073FD17-DD56-470A-A34B-34F1064B14F1}"/>
              </a:ext>
            </a:extLst>
          </p:cNvPr>
          <p:cNvSpPr/>
          <p:nvPr/>
        </p:nvSpPr>
        <p:spPr>
          <a:xfrm>
            <a:off x="1651595" y="5745838"/>
            <a:ext cx="3109975" cy="701249"/>
          </a:xfrm>
          <a:prstGeom prst="roundRect">
            <a:avLst>
              <a:gd name="adj" fmla="val 122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PO fidaxomicin 200 mg BID</a:t>
            </a:r>
            <a:r>
              <a:rPr lang="en-US" sz="1400" dirty="0"/>
              <a:t> or </a:t>
            </a:r>
            <a:r>
              <a:rPr lang="en-US" sz="1400" b="1" dirty="0"/>
              <a:t>PO vancomycin 125 mg q6h </a:t>
            </a:r>
            <a:r>
              <a:rPr lang="en-US" sz="1400" dirty="0"/>
              <a:t>x 10 days.</a:t>
            </a:r>
            <a:endParaRPr lang="en-US" sz="1400" b="1" dirty="0"/>
          </a:p>
        </p:txBody>
      </p:sp>
      <p:sp>
        <p:nvSpPr>
          <p:cNvPr id="99" name="Case 1b - A1">
            <a:extLst>
              <a:ext uri="{FF2B5EF4-FFF2-40B4-BE49-F238E27FC236}">
                <a16:creationId xmlns:a16="http://schemas.microsoft.com/office/drawing/2014/main" id="{383FE26B-9A50-431D-A20D-39D26C59611C}"/>
              </a:ext>
            </a:extLst>
          </p:cNvPr>
          <p:cNvSpPr/>
          <p:nvPr/>
        </p:nvSpPr>
        <p:spPr>
          <a:xfrm>
            <a:off x="5206428" y="2617764"/>
            <a:ext cx="3236101" cy="811236"/>
          </a:xfrm>
          <a:prstGeom prst="roundRect">
            <a:avLst>
              <a:gd name="adj" fmla="val 1812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Recurrent (non-severe) CDI</a:t>
            </a:r>
            <a:r>
              <a:rPr lang="en-US" sz="1400" dirty="0"/>
              <a:t>. Recurrent symptoms with confirmatory testing within 8 weeks of initial CDI.  </a:t>
            </a:r>
          </a:p>
        </p:txBody>
      </p:sp>
      <p:sp>
        <p:nvSpPr>
          <p:cNvPr id="101" name="Case 1b - A2">
            <a:extLst>
              <a:ext uri="{FF2B5EF4-FFF2-40B4-BE49-F238E27FC236}">
                <a16:creationId xmlns:a16="http://schemas.microsoft.com/office/drawing/2014/main" id="{79E550F8-D82D-42C6-9428-EC43F9F09C77}"/>
              </a:ext>
            </a:extLst>
          </p:cNvPr>
          <p:cNvSpPr/>
          <p:nvPr/>
        </p:nvSpPr>
        <p:spPr>
          <a:xfrm>
            <a:off x="5199881" y="3563285"/>
            <a:ext cx="3250472" cy="1047450"/>
          </a:xfrm>
          <a:prstGeom prst="roundRect">
            <a:avLst>
              <a:gd name="adj" fmla="val 122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Updated guidelines from IDSA/ACG recommend </a:t>
            </a:r>
            <a:r>
              <a:rPr lang="en-US" sz="1400" b="1" dirty="0"/>
              <a:t>fidaxomicin</a:t>
            </a:r>
            <a:r>
              <a:rPr lang="en-US" sz="1400" dirty="0"/>
              <a:t> where available. An alternative would be tapering/pulse dosed </a:t>
            </a:r>
            <a:r>
              <a:rPr lang="en-US" sz="1400" b="1" dirty="0"/>
              <a:t>PO vancomycin</a:t>
            </a:r>
            <a:r>
              <a:rPr lang="en-US" sz="1400" dirty="0"/>
              <a:t>.  </a:t>
            </a:r>
          </a:p>
        </p:txBody>
      </p:sp>
      <p:sp>
        <p:nvSpPr>
          <p:cNvPr id="103" name="Case 1b - Q3">
            <a:extLst>
              <a:ext uri="{FF2B5EF4-FFF2-40B4-BE49-F238E27FC236}">
                <a16:creationId xmlns:a16="http://schemas.microsoft.com/office/drawing/2014/main" id="{16732CB8-79B7-43B2-A77D-C26EE0D1D83F}"/>
              </a:ext>
            </a:extLst>
          </p:cNvPr>
          <p:cNvSpPr/>
          <p:nvPr/>
        </p:nvSpPr>
        <p:spPr>
          <a:xfrm>
            <a:off x="5206428" y="5476243"/>
            <a:ext cx="3239501" cy="997625"/>
          </a:xfrm>
          <a:prstGeom prst="roundRect">
            <a:avLst>
              <a:gd name="adj" fmla="val 11119"/>
            </a:avLst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your next step in evaluation/ management?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27E233E-F65F-414A-8DCF-E20048AB4D78}"/>
              </a:ext>
            </a:extLst>
          </p:cNvPr>
          <p:cNvSpPr txBox="1"/>
          <p:nvPr/>
        </p:nvSpPr>
        <p:spPr>
          <a:xfrm>
            <a:off x="5185333" y="4649725"/>
            <a:ext cx="31721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They are treated with a prolonged course of PO </a:t>
            </a:r>
            <a:r>
              <a:rPr lang="en-US" sz="1400" dirty="0" err="1"/>
              <a:t>vanc</a:t>
            </a:r>
            <a:r>
              <a:rPr lang="en-US" sz="1400" dirty="0"/>
              <a:t>. Two weeks after completion of treatment, they develop diarrhea. </a:t>
            </a:r>
          </a:p>
        </p:txBody>
      </p:sp>
      <p:sp>
        <p:nvSpPr>
          <p:cNvPr id="108" name="Case1b - A3">
            <a:extLst>
              <a:ext uri="{FF2B5EF4-FFF2-40B4-BE49-F238E27FC236}">
                <a16:creationId xmlns:a16="http://schemas.microsoft.com/office/drawing/2014/main" id="{9DC45755-0CB8-4DE9-9A36-9E3647F1ED13}"/>
              </a:ext>
            </a:extLst>
          </p:cNvPr>
          <p:cNvSpPr/>
          <p:nvPr/>
        </p:nvSpPr>
        <p:spPr>
          <a:xfrm>
            <a:off x="5212652" y="5452420"/>
            <a:ext cx="3250472" cy="1047450"/>
          </a:xfrm>
          <a:prstGeom prst="roundRect">
            <a:avLst>
              <a:gd name="adj" fmla="val 122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Repeat </a:t>
            </a:r>
            <a:r>
              <a:rPr lang="en-US" sz="1400" b="1" i="1" dirty="0"/>
              <a:t>C. diff </a:t>
            </a:r>
            <a:r>
              <a:rPr lang="en-US" sz="1400" b="1" dirty="0"/>
              <a:t>testing </a:t>
            </a:r>
            <a:r>
              <a:rPr lang="en-US" sz="1400" dirty="0"/>
              <a:t>to test for recurrent CDI. They are at high risk of recurrence, IBS or altered bowel patterns can also occur after CDI.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4A356D9-6076-47E9-BDC4-31369E3949F7}"/>
              </a:ext>
            </a:extLst>
          </p:cNvPr>
          <p:cNvGrpSpPr/>
          <p:nvPr/>
        </p:nvGrpSpPr>
        <p:grpSpPr>
          <a:xfrm>
            <a:off x="8732497" y="676661"/>
            <a:ext cx="3327112" cy="1949224"/>
            <a:chOff x="8732497" y="676661"/>
            <a:chExt cx="3327112" cy="1949224"/>
          </a:xfrm>
        </p:grpSpPr>
        <p:sp>
          <p:nvSpPr>
            <p:cNvPr id="45" name="Case 1 text">
              <a:extLst>
                <a:ext uri="{FF2B5EF4-FFF2-40B4-BE49-F238E27FC236}">
                  <a16:creationId xmlns:a16="http://schemas.microsoft.com/office/drawing/2014/main" id="{AAC97348-6375-4C2A-AD34-7CB57118992B}"/>
                </a:ext>
              </a:extLst>
            </p:cNvPr>
            <p:cNvSpPr txBox="1"/>
            <p:nvPr/>
          </p:nvSpPr>
          <p:spPr>
            <a:xfrm>
              <a:off x="8732497" y="676661"/>
              <a:ext cx="332711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82 </a:t>
              </a:r>
              <a:r>
                <a:rPr lang="en-US" sz="1400" dirty="0" err="1"/>
                <a:t>yo</a:t>
              </a:r>
              <a:r>
                <a:rPr lang="en-US" sz="1400" dirty="0"/>
                <a:t> with recurrent UTIs is admitted with fever, abdominal pain, nausea/vomiting, and constipation/obstipation x 2 d. </a:t>
              </a:r>
            </a:p>
          </p:txBody>
        </p:sp>
        <p:sp>
          <p:nvSpPr>
            <p:cNvPr id="94" name="Case 1 - Cr, basic labs">
              <a:extLst>
                <a:ext uri="{FF2B5EF4-FFF2-40B4-BE49-F238E27FC236}">
                  <a16:creationId xmlns:a16="http://schemas.microsoft.com/office/drawing/2014/main" id="{FDE4D054-18F0-461F-9D6C-D66BEB713FF4}"/>
                </a:ext>
              </a:extLst>
            </p:cNvPr>
            <p:cNvSpPr txBox="1"/>
            <p:nvPr/>
          </p:nvSpPr>
          <p:spPr>
            <a:xfrm>
              <a:off x="8732497" y="1370282"/>
              <a:ext cx="2995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VS: T 38.4C, HR 110, BP 80/50s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4E9DDFF-15F3-423B-92FC-B5B82B6F6F04}"/>
                </a:ext>
              </a:extLst>
            </p:cNvPr>
            <p:cNvSpPr txBox="1"/>
            <p:nvPr/>
          </p:nvSpPr>
          <p:spPr>
            <a:xfrm>
              <a:off x="9144409" y="1663698"/>
              <a:ext cx="5421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128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5C28FC48-FE12-452F-AAF4-29C0DDDCEFBB}"/>
                </a:ext>
              </a:extLst>
            </p:cNvPr>
            <p:cNvGrpSpPr/>
            <p:nvPr/>
          </p:nvGrpSpPr>
          <p:grpSpPr>
            <a:xfrm>
              <a:off x="9190481" y="1716440"/>
              <a:ext cx="1152741" cy="543413"/>
              <a:chOff x="1782932" y="1865980"/>
              <a:chExt cx="1152741" cy="596155"/>
            </a:xfrm>
          </p:grpSpPr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30CD8DA3-C7F3-470E-AD68-40A12E05A7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2932" y="2145768"/>
                <a:ext cx="115274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205E120A-2551-4D17-911D-B8F7B7EE7A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59000" y="1865980"/>
                <a:ext cx="0" cy="54791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A76622BF-55E1-48FB-8745-3CFDE6B768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36609" y="1876812"/>
                <a:ext cx="0" cy="54791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EA0E5779-155B-4C59-8F2A-3D1919298711}"/>
                  </a:ext>
                </a:extLst>
              </p:cNvPr>
              <p:cNvSpPr txBox="1"/>
              <p:nvPr/>
            </p:nvSpPr>
            <p:spPr>
              <a:xfrm>
                <a:off x="2525800" y="2154358"/>
                <a:ext cx="4098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1.7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70BB14F-2158-409E-BFD4-3026090373CA}"/>
                  </a:ext>
                </a:extLst>
              </p:cNvPr>
              <p:cNvSpPr txBox="1"/>
              <p:nvPr/>
            </p:nvSpPr>
            <p:spPr>
              <a:xfrm>
                <a:off x="2168754" y="2154358"/>
                <a:ext cx="5324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18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173EA8E1-3ACF-42BF-A7FF-88BB31742103}"/>
                </a:ext>
              </a:extLst>
            </p:cNvPr>
            <p:cNvGrpSpPr/>
            <p:nvPr/>
          </p:nvGrpSpPr>
          <p:grpSpPr>
            <a:xfrm>
              <a:off x="10511574" y="1775541"/>
              <a:ext cx="707803" cy="424386"/>
              <a:chOff x="3104025" y="1977823"/>
              <a:chExt cx="707803" cy="424386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8DE98B63-F0FC-486D-8BA2-6DBA0A2B6A55}"/>
                  </a:ext>
                </a:extLst>
              </p:cNvPr>
              <p:cNvGrpSpPr/>
              <p:nvPr/>
            </p:nvGrpSpPr>
            <p:grpSpPr>
              <a:xfrm>
                <a:off x="3297923" y="1977823"/>
                <a:ext cx="513905" cy="424386"/>
                <a:chOff x="3297923" y="1977823"/>
                <a:chExt cx="513905" cy="424386"/>
              </a:xfrm>
            </p:grpSpPr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B37F07FF-E539-4147-AE7D-5F658288E9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12957" y="1980685"/>
                  <a:ext cx="482746" cy="42053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625513A5-BBFD-4A22-97F3-3220842AC3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97923" y="1977823"/>
                  <a:ext cx="513905" cy="4243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E5079D2-8372-4F33-AB5E-DE89D58A740A}"/>
                  </a:ext>
                </a:extLst>
              </p:cNvPr>
              <p:cNvSpPr txBox="1"/>
              <p:nvPr/>
            </p:nvSpPr>
            <p:spPr>
              <a:xfrm>
                <a:off x="3104025" y="2060823"/>
                <a:ext cx="5421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18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0A3F2DE-9D72-49C7-A9C1-645C653E8456}"/>
                </a:ext>
              </a:extLst>
            </p:cNvPr>
            <p:cNvSpPr txBox="1"/>
            <p:nvPr/>
          </p:nvSpPr>
          <p:spPr>
            <a:xfrm>
              <a:off x="8824132" y="2318108"/>
              <a:ext cx="3044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KUB shows ileus. </a:t>
              </a:r>
            </a:p>
          </p:txBody>
        </p:sp>
      </p:grpSp>
      <p:sp>
        <p:nvSpPr>
          <p:cNvPr id="117" name="Case 2 - A1">
            <a:extLst>
              <a:ext uri="{FF2B5EF4-FFF2-40B4-BE49-F238E27FC236}">
                <a16:creationId xmlns:a16="http://schemas.microsoft.com/office/drawing/2014/main" id="{97594C29-CBE4-492F-8267-58BDF60D088E}"/>
              </a:ext>
            </a:extLst>
          </p:cNvPr>
          <p:cNvSpPr/>
          <p:nvPr/>
        </p:nvSpPr>
        <p:spPr>
          <a:xfrm>
            <a:off x="8784399" y="2670799"/>
            <a:ext cx="3190181" cy="688085"/>
          </a:xfrm>
          <a:prstGeom prst="roundRect">
            <a:avLst>
              <a:gd name="adj" fmla="val 1812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Rectal swabs </a:t>
            </a:r>
            <a:r>
              <a:rPr lang="en-US" sz="1400" dirty="0"/>
              <a:t>can be used to diagnose CDI in patients with ileus.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5D1C8A5-2766-48F2-8E72-14BE8633A572}"/>
              </a:ext>
            </a:extLst>
          </p:cNvPr>
          <p:cNvSpPr txBox="1"/>
          <p:nvPr/>
        </p:nvSpPr>
        <p:spPr>
          <a:xfrm>
            <a:off x="8784009" y="3404052"/>
            <a:ext cx="3109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GDH Ag is + and toxin PCR is +. </a:t>
            </a:r>
          </a:p>
        </p:txBody>
      </p:sp>
      <p:sp>
        <p:nvSpPr>
          <p:cNvPr id="120" name="Case 2 - Q3">
            <a:extLst>
              <a:ext uri="{FF2B5EF4-FFF2-40B4-BE49-F238E27FC236}">
                <a16:creationId xmlns:a16="http://schemas.microsoft.com/office/drawing/2014/main" id="{F54CBB29-52F1-4E94-9851-38621BC5ED13}"/>
              </a:ext>
            </a:extLst>
          </p:cNvPr>
          <p:cNvSpPr/>
          <p:nvPr/>
        </p:nvSpPr>
        <p:spPr>
          <a:xfrm>
            <a:off x="8819905" y="4274432"/>
            <a:ext cx="3154675" cy="974647"/>
          </a:xfrm>
          <a:prstGeom prst="roundRect">
            <a:avLst>
              <a:gd name="adj" fmla="val 11119"/>
            </a:avLst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management?</a:t>
            </a:r>
          </a:p>
        </p:txBody>
      </p:sp>
      <p:sp>
        <p:nvSpPr>
          <p:cNvPr id="122" name="Case 2 - A3">
            <a:extLst>
              <a:ext uri="{FF2B5EF4-FFF2-40B4-BE49-F238E27FC236}">
                <a16:creationId xmlns:a16="http://schemas.microsoft.com/office/drawing/2014/main" id="{EDC7219A-0F77-4454-8470-A33F7D4F5250}"/>
              </a:ext>
            </a:extLst>
          </p:cNvPr>
          <p:cNvSpPr/>
          <p:nvPr/>
        </p:nvSpPr>
        <p:spPr>
          <a:xfrm>
            <a:off x="8814943" y="4268499"/>
            <a:ext cx="3165358" cy="979235"/>
          </a:xfrm>
          <a:prstGeom prst="roundRect">
            <a:avLst>
              <a:gd name="adj" fmla="val 122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PO </a:t>
            </a:r>
            <a:r>
              <a:rPr lang="en-US" sz="1400" b="1" dirty="0" err="1"/>
              <a:t>vanc</a:t>
            </a:r>
            <a:r>
              <a:rPr lang="en-US" sz="1400" b="1" dirty="0"/>
              <a:t> </a:t>
            </a:r>
            <a:r>
              <a:rPr lang="en-US" sz="1400" dirty="0"/>
              <a:t>500 mg q6h (can be given via NGT) + </a:t>
            </a:r>
            <a:r>
              <a:rPr lang="en-US" sz="1400" b="1" dirty="0"/>
              <a:t>IV metronidazole </a:t>
            </a:r>
            <a:r>
              <a:rPr lang="en-US" sz="1400" dirty="0"/>
              <a:t>500 mg q8h + </a:t>
            </a:r>
            <a:r>
              <a:rPr lang="en-US" sz="1400" b="1" dirty="0"/>
              <a:t>PR </a:t>
            </a:r>
            <a:r>
              <a:rPr lang="en-US" sz="1400" b="1" dirty="0" err="1"/>
              <a:t>vanc</a:t>
            </a:r>
            <a:r>
              <a:rPr lang="en-US" sz="1400" b="1" dirty="0"/>
              <a:t> </a:t>
            </a:r>
            <a:r>
              <a:rPr lang="en-US" sz="1400" dirty="0"/>
              <a:t>500 mg q6h. Consider Surgery consult.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582447F-CF14-464A-B1E0-066003CA3E48}"/>
              </a:ext>
            </a:extLst>
          </p:cNvPr>
          <p:cNvSpPr txBox="1"/>
          <p:nvPr/>
        </p:nvSpPr>
        <p:spPr>
          <a:xfrm>
            <a:off x="8776576" y="5342222"/>
            <a:ext cx="3109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Two months later, they are readmitted for UTI. </a:t>
            </a:r>
          </a:p>
        </p:txBody>
      </p:sp>
      <p:sp>
        <p:nvSpPr>
          <p:cNvPr id="127" name="Case 2- Q4">
            <a:extLst>
              <a:ext uri="{FF2B5EF4-FFF2-40B4-BE49-F238E27FC236}">
                <a16:creationId xmlns:a16="http://schemas.microsoft.com/office/drawing/2014/main" id="{08788AE2-DE57-43D1-B27E-2C11D6EA3A88}"/>
              </a:ext>
            </a:extLst>
          </p:cNvPr>
          <p:cNvSpPr/>
          <p:nvPr/>
        </p:nvSpPr>
        <p:spPr>
          <a:xfrm>
            <a:off x="8788971" y="5878106"/>
            <a:ext cx="3173910" cy="743330"/>
          </a:xfrm>
          <a:prstGeom prst="roundRect">
            <a:avLst>
              <a:gd name="adj" fmla="val 11119"/>
            </a:avLst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can you prevent CDI?</a:t>
            </a:r>
          </a:p>
        </p:txBody>
      </p:sp>
      <p:sp>
        <p:nvSpPr>
          <p:cNvPr id="79" name="Case 2- A2">
            <a:extLst>
              <a:ext uri="{FF2B5EF4-FFF2-40B4-BE49-F238E27FC236}">
                <a16:creationId xmlns:a16="http://schemas.microsoft.com/office/drawing/2014/main" id="{BBF71C41-4DBF-44F4-BEDD-6C91C2903658}"/>
              </a:ext>
            </a:extLst>
          </p:cNvPr>
          <p:cNvSpPr/>
          <p:nvPr/>
        </p:nvSpPr>
        <p:spPr>
          <a:xfrm>
            <a:off x="8814943" y="3746165"/>
            <a:ext cx="3165358" cy="403161"/>
          </a:xfrm>
          <a:prstGeom prst="roundRect">
            <a:avLst>
              <a:gd name="adj" fmla="val 122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Fulminant CDI</a:t>
            </a:r>
          </a:p>
        </p:txBody>
      </p:sp>
      <p:sp>
        <p:nvSpPr>
          <p:cNvPr id="84" name="Case 2 - A4">
            <a:extLst>
              <a:ext uri="{FF2B5EF4-FFF2-40B4-BE49-F238E27FC236}">
                <a16:creationId xmlns:a16="http://schemas.microsoft.com/office/drawing/2014/main" id="{9A87DD55-C381-4411-ACAB-26A742F5C012}"/>
              </a:ext>
            </a:extLst>
          </p:cNvPr>
          <p:cNvSpPr/>
          <p:nvPr/>
        </p:nvSpPr>
        <p:spPr>
          <a:xfrm>
            <a:off x="8784009" y="5873991"/>
            <a:ext cx="3184658" cy="746829"/>
          </a:xfrm>
          <a:prstGeom prst="roundRect">
            <a:avLst>
              <a:gd name="adj" fmla="val 1221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Consider PO vancomycin 125 mg daily for secondary prophylaxis while on antibiotics. </a:t>
            </a:r>
          </a:p>
        </p:txBody>
      </p:sp>
    </p:spTree>
    <p:extLst>
      <p:ext uri="{BB962C8B-B14F-4D97-AF65-F5344CB8AC3E}">
        <p14:creationId xmlns:p14="http://schemas.microsoft.com/office/powerpoint/2010/main" val="198194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33" grpId="0"/>
      <p:bldP spid="36" grpId="0" animBg="1"/>
      <p:bldP spid="37" grpId="0" animBg="1"/>
      <p:bldP spid="88" grpId="0" animBg="1"/>
      <p:bldP spid="89" grpId="0" animBg="1"/>
      <p:bldP spid="92" grpId="0"/>
      <p:bldP spid="93" grpId="0" animBg="1"/>
      <p:bldP spid="95" grpId="0" animBg="1"/>
      <p:bldP spid="96" grpId="0" animBg="1"/>
      <p:bldP spid="98" grpId="0" animBg="1"/>
      <p:bldP spid="99" grpId="0" animBg="1"/>
      <p:bldP spid="101" grpId="0" animBg="1"/>
      <p:bldP spid="103" grpId="0" animBg="1"/>
      <p:bldP spid="105" grpId="0"/>
      <p:bldP spid="108" grpId="0" animBg="1"/>
      <p:bldP spid="117" grpId="0" animBg="1"/>
      <p:bldP spid="118" grpId="0"/>
      <p:bldP spid="120" grpId="0" animBg="1"/>
      <p:bldP spid="122" grpId="0" animBg="1"/>
      <p:bldP spid="124" grpId="0"/>
      <p:bldP spid="127" grpId="0" animBg="1"/>
      <p:bldP spid="79" grpId="0" animBg="1"/>
      <p:bldP spid="84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Treatment Update (2023–2025)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Fidaxomicin-preferred teaching is CURRENT: 2021 IDSA/SHEA focused update favors fidaxomicin over vancomycin for an initial episode and first recurrence; 2021 ACG also lists fidaxomicin and vancomycin as first-line (metronidazole only if neither is available / low-risk non-severe).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BEZLOTOXUMAB DISCONTINUED: Merck discontinued bezlotoxumab (Zinplava) effective Jan 31, 2025 — it is no longer commercially available in the US. Where the slides list "± bezlotoxumab," treat that option as unavailable; rely on antibiotic strategy + microbiota-based prevention instead.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FDA-approved live biotherapeutics for PREVENTING recurrent CDI (after antibiotics complete) now standardize what the deck calls "FMT": Rebyota (fecal microbiota, live-jslm; rectal; approved Nov 2022) and Vowst (fecal microbiota spores, live-brpk; ORAL; approved Apr 2023). Conventional FMT remains an option, often via referral.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555555"/>
                </a:solidFill>
                <a:latin typeface="Calibri"/>
              </a:rPr>
              <a:t>•  Unchanged: severity thresholds (WBC &gt;15k or Cr ≥1.5), fulminant = severe + hypotension/shock or ileus/megacolon, recurrence within 8 wks, test only symptomatic patients, do not test for cure.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Colonization is common — test ONLY symptomatic patients (≥3 unformed stools/24 h or ileus). Never test for cure; shedding persists after symptoms resolve.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Diagnose with a two-step algorithm: GDH antigen + toxin A/B PCR; if discordant/indeterminate, confirm with C. diff NAAT.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Severe CDI = WBC &gt;15k OR Cr ≥1.5 mg/dL. Fulminant = severe PLUS hypotension/shock or ileus/megacolon. Recurrence (~20%) = symptoms + positive test within 8 weeks.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Fidaxomicin is preferred first-line for non-severe, severe, and first-recurrence CDI; PO vancomycin is an acceptable alternative. Fulminant: high-dose PO (or PR if ileus) vancomycin + IV metronidazole ± surgery.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For recurrent CDI prevention after antibiotics: microbiota-based therapy (Rebyota, Vowst, or conventional FMT). Bezlotoxumab is no longer available (discontinued Jan 2025).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txBody>
          <a:bodyPr wrap="square" lIns="365760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Attribution, License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Adapted from the TeachIM original "C. diff Infection" (published September 2021).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Author: Yilin Zhang, MD (Assistant Professor, Department of Medicine, Valley Medical Center).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Source: https://teachim.org/teaching_material/cdiffcolitis/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License: Creative Commons Attribution-NonCommercial 4.0 International (CC BY-NC 4.0). Non-commercial educational use only.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Optimization (June 2026): three surgical typo corrections — "rifaxmin" → "rifaximin" and "Bezlotuoxumab" → "Bezlotoxumab" (slide 4); pie-chart label "Hospital acquried" → "acquired" (slide 1). All original click-to-reveal animations and graphics preserved.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0">
                <a:solidFill>
                  <a:srgbClr val="222222"/>
                </a:solidFill>
                <a:latin typeface="Calibri"/>
              </a:rPr>
              <a:t>•  Added: 2023–2025 treatment-update slide (bezlotoxumab discontinued Jan 2025; Rebyota/Vowst FDA-approved) + take-home slide. No companion handouts are published for this lesson.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1332</Words>
  <Application>Microsoft Office PowerPoint</Application>
  <PresentationFormat>Widescreen</PresentationFormat>
  <Paragraphs>223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C. diff colitis</dc:title>
  <dc:creator>Yilin Zhang</dc:creator>
  <cp:lastModifiedBy>Yilin Zhang</cp:lastModifiedBy>
  <cp:revision>27</cp:revision>
  <dcterms:created xsi:type="dcterms:W3CDTF">2021-09-14T17:49:16Z</dcterms:created>
  <dcterms:modified xsi:type="dcterms:W3CDTF">2021-09-16T00:18:25Z</dcterms:modified>
</cp:coreProperties>
</file>