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434" r:id="rId2"/>
    <p:sldId id="265" r:id="rId3"/>
    <p:sldId id="435" r:id="rId4"/>
    <p:sldId id="446" r:id="rId5"/>
    <p:sldId id="437" r:id="rId6"/>
    <p:sldId id="438" r:id="rId7"/>
    <p:sldId id="448" r:id="rId8"/>
    <p:sldId id="449" r:id="rId9"/>
    <p:sldId id="450" r:id="rId10"/>
    <p:sldId id="444" r:id="rId11"/>
    <p:sldId id="353" r:id="rId12"/>
    <p:sldId id="394" r:id="rId13"/>
    <p:sldId id="354" r:id="rId14"/>
    <p:sldId id="367" r:id="rId15"/>
    <p:sldId id="368" r:id="rId16"/>
    <p:sldId id="320" r:id="rId17"/>
    <p:sldId id="445" r:id="rId18"/>
    <p:sldId id="337" r:id="rId19"/>
    <p:sldId id="400" r:id="rId20"/>
    <p:sldId id="323" r:id="rId21"/>
    <p:sldId id="451" r:id="rId28"/>
    <p:sldId id="452" r:id="rId29"/>
    <p:sldId id="45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lin Zhang" initials="YZ" lastIdx="1" clrIdx="0">
    <p:extLst>
      <p:ext uri="{19B8F6BF-5375-455C-9EA6-DF929625EA0E}">
        <p15:presenceInfo xmlns:p15="http://schemas.microsoft.com/office/powerpoint/2012/main" userId="8f8df916e9767c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ABAB"/>
    <a:srgbClr val="6AA4D9"/>
    <a:srgbClr val="F096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AD5C7-A78A-448F-A762-947B5EC13DAF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D259F-9981-46DB-B591-7D7C2A66A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D259F-9981-46DB-B591-7D7C2A66AB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24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D259F-9981-46DB-B591-7D7C2A66AB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36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027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63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039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713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10049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294C-3C95-47F0-9680-BDA543DCF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10B9E-0EEC-42B2-8A5D-6FA202AC1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D177C-84C5-416B-8E57-6AADCAB8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13371-AD5C-4D26-B869-EE54EBD9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B308C-4FA5-4DE3-81CD-65264C77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30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FF3D-DC30-499B-8909-2D8AE64F4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9ED55-2CC7-4EC1-82B2-BA722C07D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F1A2B-851D-49C5-9F23-56C4A157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3084A-68ED-4055-90FB-F7822864F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C9450-AB07-442F-B571-7F799DA1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00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C007-5EF5-42F5-BE47-1900506B1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4086-4115-4056-960C-000D2BC28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A7EC1-7480-483F-91B8-E98D0B90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C7AD1-9E28-4D2D-946D-7A3A3CF8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B9D08-9673-4951-AF9B-84F9AEA3E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5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F8F6-D9F3-4936-9492-4B31491E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650FC-8BDC-4A9C-A0E6-40039DB31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2988F-FBFC-4062-BD52-FFC787CDC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A7BB8-7F26-4776-9B7D-69AB9C0A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6DE7B-A424-4D2D-8109-290B583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B4FF1-5CB6-406C-9B63-3B35E458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5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D8E0-4328-40F1-A29B-3CA482C9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D3087-DF53-4C19-89CF-41D83F0F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18ABC-AB86-4DFD-A851-8FC9A5E72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F4695-4C5F-40EE-87D9-7D5A1E377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E2814-DE20-4D04-A660-8D7678B8B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38B54F-E998-41D1-AE62-62665497D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7D339-BEE5-42DC-95DE-E40BFE51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38A779-1FA2-4DC4-BCD9-16609B68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6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9DA0-5CBB-4FFD-9FA7-56F69D56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75D4A-7B79-4C78-B6BB-45CD453E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C863B-C8F7-4ABB-B4EC-781669018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296E93-052A-4424-97C1-9899B252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2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4F954A-F64A-454E-896C-165BBAF3D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44199-5810-450B-AC69-CFC59E10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D9BF5-4499-405D-A86D-61CBFCC7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8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4EF53-FA7F-492C-8F58-383712C14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826ED-B36C-4AB2-8EC2-DBC9C7E49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63EF-235A-40CF-B4F8-CEC4B0A43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65A92-25EF-4A6A-B158-1A51D731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CAB85-6D81-44AA-9106-E1C4876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B3940-6B47-45BA-992E-B850B49A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94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7826-1146-4F74-9EE1-7EC2BD32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842A31-B62A-4D8E-89C8-0619CCFE0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EF421-1396-47F5-87E0-67D2175BD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9D89F-EB7E-4CC8-86F7-5BDCEA43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30282-B2BA-4843-821C-04AF7272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71112-E7BC-40DA-913A-DD3D6780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9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F686-FE55-4469-A67A-75664218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7F1A0-5C2F-4FAD-A3F8-1072A36B0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B6AF7-3307-4DB5-89BD-D7370A9D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8238F-C1B8-4700-B7DA-0F5CEF23F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D47E-416E-4BC1-B89B-FBCE85B8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9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8CA5CE-8377-4A1D-8EDD-B04BF73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822EB-8B8B-4635-8834-74BFB2D1B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751F2-6FAA-461C-AA04-48543DFC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45D90-523B-4864-8808-85D76FFA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A286-9A33-49EF-B22A-339E962D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00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CAE5F-813C-4F55-9538-7254A9E0C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2B918-69E4-49F7-960F-7A7FD1583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4A81B-2B60-47BD-9422-856FAE34F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A4339-0F79-4C21-9A6C-81FA11576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823CA-804F-4FB6-B390-98B6DE444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5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10.xml"/><Relationship Id="rId6" Type="http://schemas.openxmlformats.org/officeDocument/2006/relationships/image" Target="../media/image1.png"/><Relationship Id="rId7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" Target="slide3.xml"/><Relationship Id="rId7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" Target="slide2.xml"/><Relationship Id="rId8" Type="http://schemas.openxmlformats.org/officeDocument/2006/relationships/slide" Target="slide5.xml"/><Relationship Id="rId9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image" Target="../media/image5.png"/><Relationship Id="rId8" Type="http://schemas.openxmlformats.org/officeDocument/2006/relationships/image" Target="../media/image50.png"/><Relationship Id="rId9" Type="http://schemas.openxmlformats.org/officeDocument/2006/relationships/image" Target="../media/image1.png"/><Relationship Id="rId10" Type="http://schemas.openxmlformats.org/officeDocument/2006/relationships/image" Target="../media/image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slide" Target="slide2.xml"/><Relationship Id="rId6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slide" Target="slide2.xml"/><Relationship Id="rId11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8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slide" Target="slide2.xml"/><Relationship Id="rId11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slide" Target="slide2.xml"/><Relationship Id="rId10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1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slide" Target="slide2.xml"/><Relationship Id="rId11" Type="http://schemas.openxmlformats.org/officeDocument/2006/relationships/slide" Target="slide3.xml"/><Relationship Id="rId12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slide" Target="slide20.xml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4" Type="http://schemas.openxmlformats.org/officeDocument/2006/relationships/image" Target="../media/image100.png"/><Relationship Id="rId5" Type="http://schemas.openxmlformats.org/officeDocument/2006/relationships/image" Target="../media/image13.png"/><Relationship Id="rId7" Type="http://schemas.openxmlformats.org/officeDocument/2006/relationships/image" Target="../media/image110.png"/><Relationship Id="rId8" Type="http://schemas.openxmlformats.org/officeDocument/2006/relationships/slide" Target="slide14.xml"/><Relationship Id="rId9" Type="http://schemas.openxmlformats.org/officeDocument/2006/relationships/slide" Target="slide15.xml"/><Relationship Id="rId10" Type="http://schemas.openxmlformats.org/officeDocument/2006/relationships/image" Target="../media/image7.png"/><Relationship Id="rId11" Type="http://schemas.openxmlformats.org/officeDocument/2006/relationships/image" Target="../media/image8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5.jpeg"/><Relationship Id="rId4" Type="http://schemas.openxmlformats.org/officeDocument/2006/relationships/slide" Target="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eg"/><Relationship Id="rId3" Type="http://schemas.openxmlformats.org/officeDocument/2006/relationships/slide" Target="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3" Type="http://schemas.openxmlformats.org/officeDocument/2006/relationships/slide" Target="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eg"/><Relationship Id="rId3" Type="http://schemas.openxmlformats.org/officeDocument/2006/relationships/slide" Target="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8AD0E28-A938-4D0B-902F-218F4597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Inpatient Evaluation of Acute Dyspnea</a:t>
            </a:r>
          </a:p>
        </p:txBody>
      </p:sp>
      <p:sp>
        <p:nvSpPr>
          <p:cNvPr id="7" name="Rectangle: Rounded Corners 6">
            <a:hlinkClick r:id="rId2" action="ppaction://hlinksldjump"/>
            <a:extLst>
              <a:ext uri="{FF2B5EF4-FFF2-40B4-BE49-F238E27FC236}">
                <a16:creationId xmlns:a16="http://schemas.microsoft.com/office/drawing/2014/main" id="{67017011-888C-483B-A5B2-C70122877688}"/>
              </a:ext>
            </a:extLst>
          </p:cNvPr>
          <p:cNvSpPr/>
          <p:nvPr/>
        </p:nvSpPr>
        <p:spPr>
          <a:xfrm>
            <a:off x="999916" y="2330836"/>
            <a:ext cx="10201068" cy="86297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1. Develop a broad differential for causes of acute dyspnea</a:t>
            </a:r>
          </a:p>
        </p:txBody>
      </p:sp>
      <p:sp>
        <p:nvSpPr>
          <p:cNvPr id="8" name="Rectangle: Rounded Corners 7">
            <a:hlinkClick r:id="rId3" action="ppaction://hlinksldjump"/>
            <a:extLst>
              <a:ext uri="{FF2B5EF4-FFF2-40B4-BE49-F238E27FC236}">
                <a16:creationId xmlns:a16="http://schemas.microsoft.com/office/drawing/2014/main" id="{7CC17B26-4EEE-4D36-B60C-D842EEF55285}"/>
              </a:ext>
            </a:extLst>
          </p:cNvPr>
          <p:cNvSpPr/>
          <p:nvPr/>
        </p:nvSpPr>
        <p:spPr>
          <a:xfrm>
            <a:off x="999917" y="3402470"/>
            <a:ext cx="10201067" cy="86297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2. Construct a framework for the evaluation of acute dyspnea</a:t>
            </a:r>
          </a:p>
        </p:txBody>
      </p:sp>
      <p:sp>
        <p:nvSpPr>
          <p:cNvPr id="9" name="Rectangle: Rounded Corners 8">
            <a:hlinkClick r:id="rId4" action="ppaction://hlinksldjump"/>
            <a:extLst>
              <a:ext uri="{FF2B5EF4-FFF2-40B4-BE49-F238E27FC236}">
                <a16:creationId xmlns:a16="http://schemas.microsoft.com/office/drawing/2014/main" id="{92A7FC12-00DE-4FB6-BADE-6D7CC51A800C}"/>
              </a:ext>
            </a:extLst>
          </p:cNvPr>
          <p:cNvSpPr/>
          <p:nvPr/>
        </p:nvSpPr>
        <p:spPr>
          <a:xfrm>
            <a:off x="991017" y="4439417"/>
            <a:ext cx="10201067" cy="86297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3. Identify causes of acute hypoxemia and how to differentiate them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F32C552-6B39-4FD7-A040-7CAC62DDF726}"/>
              </a:ext>
            </a:extLst>
          </p:cNvPr>
          <p:cNvGrpSpPr/>
          <p:nvPr/>
        </p:nvGrpSpPr>
        <p:grpSpPr>
          <a:xfrm>
            <a:off x="3572472" y="5537981"/>
            <a:ext cx="5055955" cy="954894"/>
            <a:chOff x="6317441" y="5249690"/>
            <a:chExt cx="5055955" cy="954894"/>
          </a:xfrm>
        </p:grpSpPr>
        <p:sp>
          <p:nvSpPr>
            <p:cNvPr id="17" name="Rectangle: Rounded Corners 16">
              <a:hlinkClick r:id="rId5" action="ppaction://hlinksldjump"/>
              <a:extLst>
                <a:ext uri="{FF2B5EF4-FFF2-40B4-BE49-F238E27FC236}">
                  <a16:creationId xmlns:a16="http://schemas.microsoft.com/office/drawing/2014/main" id="{5B38F5AD-8BDE-4B58-B2F9-DB77C2DB3994}"/>
                </a:ext>
              </a:extLst>
            </p:cNvPr>
            <p:cNvSpPr/>
            <p:nvPr/>
          </p:nvSpPr>
          <p:spPr>
            <a:xfrm>
              <a:off x="6317441" y="5249690"/>
              <a:ext cx="4904726" cy="862972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PRACTICE CASES</a:t>
              </a:r>
            </a:p>
          </p:txBody>
        </p:sp>
        <p:pic>
          <p:nvPicPr>
            <p:cNvPr id="22" name="Graphic 21" descr="Cursor">
              <a:extLst>
                <a:ext uri="{FF2B5EF4-FFF2-40B4-BE49-F238E27FC236}">
                  <a16:creationId xmlns:a16="http://schemas.microsoft.com/office/drawing/2014/main" id="{EADD784C-802D-4CA1-94AD-112E7B399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070938" y="5902126"/>
              <a:ext cx="302458" cy="302458"/>
            </a:xfrm>
            <a:prstGeom prst="rect">
              <a:avLst/>
            </a:prstGeom>
          </p:spPr>
        </p:pic>
      </p:grpSp>
      <p:pic>
        <p:nvPicPr>
          <p:cNvPr id="27" name="Graphic 26" descr="Cursor">
            <a:extLst>
              <a:ext uri="{FF2B5EF4-FFF2-40B4-BE49-F238E27FC236}">
                <a16:creationId xmlns:a16="http://schemas.microsoft.com/office/drawing/2014/main" id="{D74E7F82-A343-4763-B64C-DE812D04CA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20133" y="5151160"/>
            <a:ext cx="302458" cy="302458"/>
          </a:xfrm>
          <a:prstGeom prst="rect">
            <a:avLst/>
          </a:prstGeom>
        </p:spPr>
      </p:pic>
      <p:pic>
        <p:nvPicPr>
          <p:cNvPr id="28" name="Graphic 27" descr="Cursor">
            <a:extLst>
              <a:ext uri="{FF2B5EF4-FFF2-40B4-BE49-F238E27FC236}">
                <a16:creationId xmlns:a16="http://schemas.microsoft.com/office/drawing/2014/main" id="{8644DFA0-CDCE-4847-91BA-7EBC3C120E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99411" y="4114213"/>
            <a:ext cx="302458" cy="302458"/>
          </a:xfrm>
          <a:prstGeom prst="rect">
            <a:avLst/>
          </a:prstGeom>
        </p:spPr>
      </p:pic>
      <p:pic>
        <p:nvPicPr>
          <p:cNvPr id="29" name="Graphic 28" descr="Cursor">
            <a:extLst>
              <a:ext uri="{FF2B5EF4-FFF2-40B4-BE49-F238E27FC236}">
                <a16:creationId xmlns:a16="http://schemas.microsoft.com/office/drawing/2014/main" id="{6A8CE630-AB31-45BA-9AA0-BCAF2A4AC9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99411" y="3037722"/>
            <a:ext cx="302458" cy="3024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1D8EC3-72C4-4AC1-B3A3-9BA171D254E0}"/>
              </a:ext>
            </a:extLst>
          </p:cNvPr>
          <p:cNvSpPr txBox="1"/>
          <p:nvPr/>
        </p:nvSpPr>
        <p:spPr>
          <a:xfrm>
            <a:off x="3048740" y="1657687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4759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EACC868-0850-4F67-B10F-9816BC81E68A}"/>
              </a:ext>
            </a:extLst>
          </p:cNvPr>
          <p:cNvSpPr/>
          <p:nvPr/>
        </p:nvSpPr>
        <p:spPr>
          <a:xfrm flipH="1">
            <a:off x="2150138" y="2830548"/>
            <a:ext cx="1707183" cy="3157581"/>
          </a:xfrm>
          <a:custGeom>
            <a:avLst/>
            <a:gdLst>
              <a:gd name="connsiteX0" fmla="*/ 1448141 w 1643645"/>
              <a:gd name="connsiteY0" fmla="*/ 592831 h 2635870"/>
              <a:gd name="connsiteX1" fmla="*/ 1304208 w 1643645"/>
              <a:gd name="connsiteY1" fmla="*/ 313431 h 2635870"/>
              <a:gd name="connsiteX2" fmla="*/ 1067141 w 1643645"/>
              <a:gd name="connsiteY2" fmla="*/ 164 h 2635870"/>
              <a:gd name="connsiteX3" fmla="*/ 593008 w 1643645"/>
              <a:gd name="connsiteY3" fmla="*/ 355764 h 2635870"/>
              <a:gd name="connsiteX4" fmla="*/ 220474 w 1643645"/>
              <a:gd name="connsiteY4" fmla="*/ 1685031 h 2635870"/>
              <a:gd name="connsiteX5" fmla="*/ 85008 w 1643645"/>
              <a:gd name="connsiteY5" fmla="*/ 2463964 h 2635870"/>
              <a:gd name="connsiteX6" fmla="*/ 59608 w 1643645"/>
              <a:gd name="connsiteY6" fmla="*/ 2582498 h 2635870"/>
              <a:gd name="connsiteX7" fmla="*/ 897808 w 1643645"/>
              <a:gd name="connsiteY7" fmla="*/ 2607898 h 2635870"/>
              <a:gd name="connsiteX8" fmla="*/ 1228008 w 1643645"/>
              <a:gd name="connsiteY8" fmla="*/ 2599431 h 2635870"/>
              <a:gd name="connsiteX9" fmla="*/ 1397341 w 1643645"/>
              <a:gd name="connsiteY9" fmla="*/ 2590964 h 2635870"/>
              <a:gd name="connsiteX10" fmla="*/ 1524341 w 1643645"/>
              <a:gd name="connsiteY10" fmla="*/ 2015231 h 2635870"/>
              <a:gd name="connsiteX11" fmla="*/ 1642874 w 1643645"/>
              <a:gd name="connsiteY11" fmla="*/ 1151631 h 2635870"/>
              <a:gd name="connsiteX12" fmla="*/ 1448141 w 1643645"/>
              <a:gd name="connsiteY12" fmla="*/ 592831 h 2635870"/>
              <a:gd name="connsiteX0" fmla="*/ 1448141 w 1643645"/>
              <a:gd name="connsiteY0" fmla="*/ 592852 h 2635891"/>
              <a:gd name="connsiteX1" fmla="*/ 1358479 w 1643645"/>
              <a:gd name="connsiteY1" fmla="*/ 383302 h 2635891"/>
              <a:gd name="connsiteX2" fmla="*/ 1067141 w 1643645"/>
              <a:gd name="connsiteY2" fmla="*/ 185 h 2635891"/>
              <a:gd name="connsiteX3" fmla="*/ 593008 w 1643645"/>
              <a:gd name="connsiteY3" fmla="*/ 355785 h 2635891"/>
              <a:gd name="connsiteX4" fmla="*/ 220474 w 1643645"/>
              <a:gd name="connsiteY4" fmla="*/ 1685052 h 2635891"/>
              <a:gd name="connsiteX5" fmla="*/ 85008 w 1643645"/>
              <a:gd name="connsiteY5" fmla="*/ 2463985 h 2635891"/>
              <a:gd name="connsiteX6" fmla="*/ 59608 w 1643645"/>
              <a:gd name="connsiteY6" fmla="*/ 2582519 h 2635891"/>
              <a:gd name="connsiteX7" fmla="*/ 897808 w 1643645"/>
              <a:gd name="connsiteY7" fmla="*/ 2607919 h 2635891"/>
              <a:gd name="connsiteX8" fmla="*/ 1228008 w 1643645"/>
              <a:gd name="connsiteY8" fmla="*/ 2599452 h 2635891"/>
              <a:gd name="connsiteX9" fmla="*/ 1397341 w 1643645"/>
              <a:gd name="connsiteY9" fmla="*/ 2590985 h 2635891"/>
              <a:gd name="connsiteX10" fmla="*/ 1524341 w 1643645"/>
              <a:gd name="connsiteY10" fmla="*/ 2015252 h 2635891"/>
              <a:gd name="connsiteX11" fmla="*/ 1642874 w 1643645"/>
              <a:gd name="connsiteY11" fmla="*/ 1151652 h 2635891"/>
              <a:gd name="connsiteX12" fmla="*/ 1448141 w 1643645"/>
              <a:gd name="connsiteY12" fmla="*/ 592852 h 2635891"/>
              <a:gd name="connsiteX0" fmla="*/ 1448141 w 1643645"/>
              <a:gd name="connsiteY0" fmla="*/ 451966 h 2495005"/>
              <a:gd name="connsiteX1" fmla="*/ 1358479 w 1643645"/>
              <a:gd name="connsiteY1" fmla="*/ 242416 h 2495005"/>
              <a:gd name="connsiteX2" fmla="*/ 1033222 w 1643645"/>
              <a:gd name="connsiteY2" fmla="*/ 5349 h 2495005"/>
              <a:gd name="connsiteX3" fmla="*/ 593008 w 1643645"/>
              <a:gd name="connsiteY3" fmla="*/ 214899 h 2495005"/>
              <a:gd name="connsiteX4" fmla="*/ 220474 w 1643645"/>
              <a:gd name="connsiteY4" fmla="*/ 1544166 h 2495005"/>
              <a:gd name="connsiteX5" fmla="*/ 85008 w 1643645"/>
              <a:gd name="connsiteY5" fmla="*/ 2323099 h 2495005"/>
              <a:gd name="connsiteX6" fmla="*/ 59608 w 1643645"/>
              <a:gd name="connsiteY6" fmla="*/ 2441633 h 2495005"/>
              <a:gd name="connsiteX7" fmla="*/ 897808 w 1643645"/>
              <a:gd name="connsiteY7" fmla="*/ 2467033 h 2495005"/>
              <a:gd name="connsiteX8" fmla="*/ 1228008 w 1643645"/>
              <a:gd name="connsiteY8" fmla="*/ 2458566 h 2495005"/>
              <a:gd name="connsiteX9" fmla="*/ 1397341 w 1643645"/>
              <a:gd name="connsiteY9" fmla="*/ 2450099 h 2495005"/>
              <a:gd name="connsiteX10" fmla="*/ 1524341 w 1643645"/>
              <a:gd name="connsiteY10" fmla="*/ 1874366 h 2495005"/>
              <a:gd name="connsiteX11" fmla="*/ 1642874 w 1643645"/>
              <a:gd name="connsiteY11" fmla="*/ 1010766 h 2495005"/>
              <a:gd name="connsiteX12" fmla="*/ 1448141 w 1643645"/>
              <a:gd name="connsiteY12" fmla="*/ 451966 h 2495005"/>
              <a:gd name="connsiteX0" fmla="*/ 1448141 w 1643645"/>
              <a:gd name="connsiteY0" fmla="*/ 452477 h 2495516"/>
              <a:gd name="connsiteX1" fmla="*/ 1358479 w 1643645"/>
              <a:gd name="connsiteY1" fmla="*/ 242927 h 2495516"/>
              <a:gd name="connsiteX2" fmla="*/ 1033222 w 1643645"/>
              <a:gd name="connsiteY2" fmla="*/ 5860 h 2495516"/>
              <a:gd name="connsiteX3" fmla="*/ 538737 w 1643645"/>
              <a:gd name="connsiteY3" fmla="*/ 501160 h 2495516"/>
              <a:gd name="connsiteX4" fmla="*/ 220474 w 1643645"/>
              <a:gd name="connsiteY4" fmla="*/ 1544677 h 2495516"/>
              <a:gd name="connsiteX5" fmla="*/ 85008 w 1643645"/>
              <a:gd name="connsiteY5" fmla="*/ 2323610 h 2495516"/>
              <a:gd name="connsiteX6" fmla="*/ 59608 w 1643645"/>
              <a:gd name="connsiteY6" fmla="*/ 2442144 h 2495516"/>
              <a:gd name="connsiteX7" fmla="*/ 897808 w 1643645"/>
              <a:gd name="connsiteY7" fmla="*/ 2467544 h 2495516"/>
              <a:gd name="connsiteX8" fmla="*/ 1228008 w 1643645"/>
              <a:gd name="connsiteY8" fmla="*/ 2459077 h 2495516"/>
              <a:gd name="connsiteX9" fmla="*/ 1397341 w 1643645"/>
              <a:gd name="connsiteY9" fmla="*/ 2450610 h 2495516"/>
              <a:gd name="connsiteX10" fmla="*/ 1524341 w 1643645"/>
              <a:gd name="connsiteY10" fmla="*/ 1874877 h 2495516"/>
              <a:gd name="connsiteX11" fmla="*/ 1642874 w 1643645"/>
              <a:gd name="connsiteY11" fmla="*/ 1011277 h 2495516"/>
              <a:gd name="connsiteX12" fmla="*/ 1448141 w 1643645"/>
              <a:gd name="connsiteY12" fmla="*/ 452477 h 2495516"/>
              <a:gd name="connsiteX0" fmla="*/ 1448141 w 1661614"/>
              <a:gd name="connsiteY0" fmla="*/ 452477 h 2498804"/>
              <a:gd name="connsiteX1" fmla="*/ 1358479 w 1661614"/>
              <a:gd name="connsiteY1" fmla="*/ 242927 h 2498804"/>
              <a:gd name="connsiteX2" fmla="*/ 1033222 w 1661614"/>
              <a:gd name="connsiteY2" fmla="*/ 5860 h 2498804"/>
              <a:gd name="connsiteX3" fmla="*/ 538737 w 1661614"/>
              <a:gd name="connsiteY3" fmla="*/ 501160 h 2498804"/>
              <a:gd name="connsiteX4" fmla="*/ 220474 w 1661614"/>
              <a:gd name="connsiteY4" fmla="*/ 1544677 h 2498804"/>
              <a:gd name="connsiteX5" fmla="*/ 85008 w 1661614"/>
              <a:gd name="connsiteY5" fmla="*/ 2323610 h 2498804"/>
              <a:gd name="connsiteX6" fmla="*/ 59608 w 1661614"/>
              <a:gd name="connsiteY6" fmla="*/ 2442144 h 2498804"/>
              <a:gd name="connsiteX7" fmla="*/ 897808 w 1661614"/>
              <a:gd name="connsiteY7" fmla="*/ 2467544 h 2498804"/>
              <a:gd name="connsiteX8" fmla="*/ 1228008 w 1661614"/>
              <a:gd name="connsiteY8" fmla="*/ 2459077 h 2498804"/>
              <a:gd name="connsiteX9" fmla="*/ 1397341 w 1661614"/>
              <a:gd name="connsiteY9" fmla="*/ 2450610 h 2498804"/>
              <a:gd name="connsiteX10" fmla="*/ 1626099 w 1661614"/>
              <a:gd name="connsiteY10" fmla="*/ 1830427 h 2498804"/>
              <a:gd name="connsiteX11" fmla="*/ 1642874 w 1661614"/>
              <a:gd name="connsiteY11" fmla="*/ 1011277 h 2498804"/>
              <a:gd name="connsiteX12" fmla="*/ 1448141 w 1661614"/>
              <a:gd name="connsiteY12" fmla="*/ 452477 h 2498804"/>
              <a:gd name="connsiteX0" fmla="*/ 1448141 w 1661614"/>
              <a:gd name="connsiteY0" fmla="*/ 452477 h 2503684"/>
              <a:gd name="connsiteX1" fmla="*/ 1358479 w 1661614"/>
              <a:gd name="connsiteY1" fmla="*/ 242927 h 2503684"/>
              <a:gd name="connsiteX2" fmla="*/ 1033222 w 1661614"/>
              <a:gd name="connsiteY2" fmla="*/ 5860 h 2503684"/>
              <a:gd name="connsiteX3" fmla="*/ 538737 w 1661614"/>
              <a:gd name="connsiteY3" fmla="*/ 501160 h 2503684"/>
              <a:gd name="connsiteX4" fmla="*/ 220474 w 1661614"/>
              <a:gd name="connsiteY4" fmla="*/ 1544677 h 2503684"/>
              <a:gd name="connsiteX5" fmla="*/ 85008 w 1661614"/>
              <a:gd name="connsiteY5" fmla="*/ 2323610 h 2503684"/>
              <a:gd name="connsiteX6" fmla="*/ 59608 w 1661614"/>
              <a:gd name="connsiteY6" fmla="*/ 2442144 h 2503684"/>
              <a:gd name="connsiteX7" fmla="*/ 897808 w 1661614"/>
              <a:gd name="connsiteY7" fmla="*/ 2467544 h 2503684"/>
              <a:gd name="connsiteX8" fmla="*/ 1228008 w 1661614"/>
              <a:gd name="connsiteY8" fmla="*/ 2459077 h 2503684"/>
              <a:gd name="connsiteX9" fmla="*/ 1634776 w 1661614"/>
              <a:gd name="connsiteY9" fmla="*/ 2456960 h 2503684"/>
              <a:gd name="connsiteX10" fmla="*/ 1626099 w 1661614"/>
              <a:gd name="connsiteY10" fmla="*/ 1830427 h 2503684"/>
              <a:gd name="connsiteX11" fmla="*/ 1642874 w 1661614"/>
              <a:gd name="connsiteY11" fmla="*/ 1011277 h 2503684"/>
              <a:gd name="connsiteX12" fmla="*/ 1448141 w 1661614"/>
              <a:gd name="connsiteY12" fmla="*/ 452477 h 2503684"/>
              <a:gd name="connsiteX0" fmla="*/ 1448141 w 1661614"/>
              <a:gd name="connsiteY0" fmla="*/ 452477 h 2472036"/>
              <a:gd name="connsiteX1" fmla="*/ 1358479 w 1661614"/>
              <a:gd name="connsiteY1" fmla="*/ 242927 h 2472036"/>
              <a:gd name="connsiteX2" fmla="*/ 1033222 w 1661614"/>
              <a:gd name="connsiteY2" fmla="*/ 5860 h 2472036"/>
              <a:gd name="connsiteX3" fmla="*/ 538737 w 1661614"/>
              <a:gd name="connsiteY3" fmla="*/ 501160 h 2472036"/>
              <a:gd name="connsiteX4" fmla="*/ 220474 w 1661614"/>
              <a:gd name="connsiteY4" fmla="*/ 1544677 h 2472036"/>
              <a:gd name="connsiteX5" fmla="*/ 85008 w 1661614"/>
              <a:gd name="connsiteY5" fmla="*/ 2323610 h 2472036"/>
              <a:gd name="connsiteX6" fmla="*/ 59608 w 1661614"/>
              <a:gd name="connsiteY6" fmla="*/ 2442144 h 2472036"/>
              <a:gd name="connsiteX7" fmla="*/ 897808 w 1661614"/>
              <a:gd name="connsiteY7" fmla="*/ 2467544 h 2472036"/>
              <a:gd name="connsiteX8" fmla="*/ 1228008 w 1661614"/>
              <a:gd name="connsiteY8" fmla="*/ 2459077 h 2472036"/>
              <a:gd name="connsiteX9" fmla="*/ 1600856 w 1661614"/>
              <a:gd name="connsiteY9" fmla="*/ 2412510 h 2472036"/>
              <a:gd name="connsiteX10" fmla="*/ 1626099 w 1661614"/>
              <a:gd name="connsiteY10" fmla="*/ 1830427 h 2472036"/>
              <a:gd name="connsiteX11" fmla="*/ 1642874 w 1661614"/>
              <a:gd name="connsiteY11" fmla="*/ 1011277 h 2472036"/>
              <a:gd name="connsiteX12" fmla="*/ 1448141 w 1661614"/>
              <a:gd name="connsiteY12" fmla="*/ 452477 h 2472036"/>
              <a:gd name="connsiteX0" fmla="*/ 1448141 w 1661614"/>
              <a:gd name="connsiteY0" fmla="*/ 452477 h 2468708"/>
              <a:gd name="connsiteX1" fmla="*/ 1358479 w 1661614"/>
              <a:gd name="connsiteY1" fmla="*/ 242927 h 2468708"/>
              <a:gd name="connsiteX2" fmla="*/ 1033222 w 1661614"/>
              <a:gd name="connsiteY2" fmla="*/ 5860 h 2468708"/>
              <a:gd name="connsiteX3" fmla="*/ 538737 w 1661614"/>
              <a:gd name="connsiteY3" fmla="*/ 501160 h 2468708"/>
              <a:gd name="connsiteX4" fmla="*/ 220474 w 1661614"/>
              <a:gd name="connsiteY4" fmla="*/ 1544677 h 2468708"/>
              <a:gd name="connsiteX5" fmla="*/ 85008 w 1661614"/>
              <a:gd name="connsiteY5" fmla="*/ 2323610 h 2468708"/>
              <a:gd name="connsiteX6" fmla="*/ 59608 w 1661614"/>
              <a:gd name="connsiteY6" fmla="*/ 2442144 h 2468708"/>
              <a:gd name="connsiteX7" fmla="*/ 897808 w 1661614"/>
              <a:gd name="connsiteY7" fmla="*/ 2467544 h 2468708"/>
              <a:gd name="connsiteX8" fmla="*/ 1228008 w 1661614"/>
              <a:gd name="connsiteY8" fmla="*/ 2459077 h 2468708"/>
              <a:gd name="connsiteX9" fmla="*/ 1600856 w 1661614"/>
              <a:gd name="connsiteY9" fmla="*/ 2412510 h 2468708"/>
              <a:gd name="connsiteX10" fmla="*/ 1626099 w 1661614"/>
              <a:gd name="connsiteY10" fmla="*/ 1830427 h 2468708"/>
              <a:gd name="connsiteX11" fmla="*/ 1642874 w 1661614"/>
              <a:gd name="connsiteY11" fmla="*/ 1011277 h 2468708"/>
              <a:gd name="connsiteX12" fmla="*/ 1448141 w 1661614"/>
              <a:gd name="connsiteY12" fmla="*/ 452477 h 2468708"/>
              <a:gd name="connsiteX0" fmla="*/ 1448141 w 1661614"/>
              <a:gd name="connsiteY0" fmla="*/ 452477 h 2478165"/>
              <a:gd name="connsiteX1" fmla="*/ 1358479 w 1661614"/>
              <a:gd name="connsiteY1" fmla="*/ 242927 h 2478165"/>
              <a:gd name="connsiteX2" fmla="*/ 1033222 w 1661614"/>
              <a:gd name="connsiteY2" fmla="*/ 5860 h 2478165"/>
              <a:gd name="connsiteX3" fmla="*/ 538737 w 1661614"/>
              <a:gd name="connsiteY3" fmla="*/ 501160 h 2478165"/>
              <a:gd name="connsiteX4" fmla="*/ 220474 w 1661614"/>
              <a:gd name="connsiteY4" fmla="*/ 1544677 h 2478165"/>
              <a:gd name="connsiteX5" fmla="*/ 85008 w 1661614"/>
              <a:gd name="connsiteY5" fmla="*/ 2323610 h 2478165"/>
              <a:gd name="connsiteX6" fmla="*/ 59608 w 1661614"/>
              <a:gd name="connsiteY6" fmla="*/ 2442144 h 2478165"/>
              <a:gd name="connsiteX7" fmla="*/ 897808 w 1661614"/>
              <a:gd name="connsiteY7" fmla="*/ 2467544 h 2478165"/>
              <a:gd name="connsiteX8" fmla="*/ 1228008 w 1661614"/>
              <a:gd name="connsiteY8" fmla="*/ 2459077 h 2478165"/>
              <a:gd name="connsiteX9" fmla="*/ 1600856 w 1661614"/>
              <a:gd name="connsiteY9" fmla="*/ 2476010 h 2478165"/>
              <a:gd name="connsiteX10" fmla="*/ 1626099 w 1661614"/>
              <a:gd name="connsiteY10" fmla="*/ 1830427 h 2478165"/>
              <a:gd name="connsiteX11" fmla="*/ 1642874 w 1661614"/>
              <a:gd name="connsiteY11" fmla="*/ 1011277 h 2478165"/>
              <a:gd name="connsiteX12" fmla="*/ 1448141 w 1661614"/>
              <a:gd name="connsiteY12" fmla="*/ 452477 h 2478165"/>
              <a:gd name="connsiteX0" fmla="*/ 1448141 w 1661614"/>
              <a:gd name="connsiteY0" fmla="*/ 452477 h 2529450"/>
              <a:gd name="connsiteX1" fmla="*/ 1358479 w 1661614"/>
              <a:gd name="connsiteY1" fmla="*/ 242927 h 2529450"/>
              <a:gd name="connsiteX2" fmla="*/ 1033222 w 1661614"/>
              <a:gd name="connsiteY2" fmla="*/ 5860 h 2529450"/>
              <a:gd name="connsiteX3" fmla="*/ 538737 w 1661614"/>
              <a:gd name="connsiteY3" fmla="*/ 501160 h 2529450"/>
              <a:gd name="connsiteX4" fmla="*/ 220474 w 1661614"/>
              <a:gd name="connsiteY4" fmla="*/ 1544677 h 2529450"/>
              <a:gd name="connsiteX5" fmla="*/ 85008 w 1661614"/>
              <a:gd name="connsiteY5" fmla="*/ 2323610 h 2529450"/>
              <a:gd name="connsiteX6" fmla="*/ 59608 w 1661614"/>
              <a:gd name="connsiteY6" fmla="*/ 2442144 h 2529450"/>
              <a:gd name="connsiteX7" fmla="*/ 897808 w 1661614"/>
              <a:gd name="connsiteY7" fmla="*/ 2467544 h 2529450"/>
              <a:gd name="connsiteX8" fmla="*/ 1234792 w 1661614"/>
              <a:gd name="connsiteY8" fmla="*/ 2490827 h 2529450"/>
              <a:gd name="connsiteX9" fmla="*/ 1600856 w 1661614"/>
              <a:gd name="connsiteY9" fmla="*/ 2476010 h 2529450"/>
              <a:gd name="connsiteX10" fmla="*/ 1626099 w 1661614"/>
              <a:gd name="connsiteY10" fmla="*/ 1830427 h 2529450"/>
              <a:gd name="connsiteX11" fmla="*/ 1642874 w 1661614"/>
              <a:gd name="connsiteY11" fmla="*/ 1011277 h 2529450"/>
              <a:gd name="connsiteX12" fmla="*/ 1448141 w 1661614"/>
              <a:gd name="connsiteY12" fmla="*/ 452477 h 2529450"/>
              <a:gd name="connsiteX0" fmla="*/ 1376732 w 1590205"/>
              <a:gd name="connsiteY0" fmla="*/ 452477 h 2529450"/>
              <a:gd name="connsiteX1" fmla="*/ 1287070 w 1590205"/>
              <a:gd name="connsiteY1" fmla="*/ 242927 h 2529450"/>
              <a:gd name="connsiteX2" fmla="*/ 961813 w 1590205"/>
              <a:gd name="connsiteY2" fmla="*/ 5860 h 2529450"/>
              <a:gd name="connsiteX3" fmla="*/ 467328 w 1590205"/>
              <a:gd name="connsiteY3" fmla="*/ 501160 h 2529450"/>
              <a:gd name="connsiteX4" fmla="*/ 149065 w 1590205"/>
              <a:gd name="connsiteY4" fmla="*/ 1544677 h 2529450"/>
              <a:gd name="connsiteX5" fmla="*/ 13599 w 1590205"/>
              <a:gd name="connsiteY5" fmla="*/ 2323610 h 2529450"/>
              <a:gd name="connsiteX6" fmla="*/ 96741 w 1590205"/>
              <a:gd name="connsiteY6" fmla="*/ 2461194 h 2529450"/>
              <a:gd name="connsiteX7" fmla="*/ 826399 w 1590205"/>
              <a:gd name="connsiteY7" fmla="*/ 2467544 h 2529450"/>
              <a:gd name="connsiteX8" fmla="*/ 1163383 w 1590205"/>
              <a:gd name="connsiteY8" fmla="*/ 2490827 h 2529450"/>
              <a:gd name="connsiteX9" fmla="*/ 1529447 w 1590205"/>
              <a:gd name="connsiteY9" fmla="*/ 2476010 h 2529450"/>
              <a:gd name="connsiteX10" fmla="*/ 1554690 w 1590205"/>
              <a:gd name="connsiteY10" fmla="*/ 1830427 h 2529450"/>
              <a:gd name="connsiteX11" fmla="*/ 1571465 w 1590205"/>
              <a:gd name="connsiteY11" fmla="*/ 1011277 h 2529450"/>
              <a:gd name="connsiteX12" fmla="*/ 1376732 w 1590205"/>
              <a:gd name="connsiteY12" fmla="*/ 452477 h 252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90205" h="2529450">
                <a:moveTo>
                  <a:pt x="1376732" y="452477"/>
                </a:moveTo>
                <a:cubicBezTo>
                  <a:pt x="1329333" y="324419"/>
                  <a:pt x="1356223" y="317363"/>
                  <a:pt x="1287070" y="242927"/>
                </a:cubicBezTo>
                <a:cubicBezTo>
                  <a:pt x="1217917" y="168491"/>
                  <a:pt x="1098437" y="-37179"/>
                  <a:pt x="961813" y="5860"/>
                </a:cubicBezTo>
                <a:cubicBezTo>
                  <a:pt x="825189" y="48899"/>
                  <a:pt x="602786" y="244691"/>
                  <a:pt x="467328" y="501160"/>
                </a:cubicBezTo>
                <a:cubicBezTo>
                  <a:pt x="331870" y="757630"/>
                  <a:pt x="224687" y="1240935"/>
                  <a:pt x="149065" y="1544677"/>
                </a:cubicBezTo>
                <a:cubicBezTo>
                  <a:pt x="73444" y="1848419"/>
                  <a:pt x="22320" y="2170857"/>
                  <a:pt x="13599" y="2323610"/>
                </a:cubicBezTo>
                <a:cubicBezTo>
                  <a:pt x="4878" y="2476363"/>
                  <a:pt x="-38726" y="2437205"/>
                  <a:pt x="96741" y="2461194"/>
                </a:cubicBezTo>
                <a:cubicBezTo>
                  <a:pt x="232208" y="2485183"/>
                  <a:pt x="648625" y="2462605"/>
                  <a:pt x="826399" y="2467544"/>
                </a:cubicBezTo>
                <a:cubicBezTo>
                  <a:pt x="1004173" y="2472483"/>
                  <a:pt x="1046208" y="2489416"/>
                  <a:pt x="1163383" y="2490827"/>
                </a:cubicBezTo>
                <a:cubicBezTo>
                  <a:pt x="1280558" y="2492238"/>
                  <a:pt x="1464229" y="2586077"/>
                  <a:pt x="1529447" y="2476010"/>
                </a:cubicBezTo>
                <a:cubicBezTo>
                  <a:pt x="1594665" y="2365943"/>
                  <a:pt x="1513768" y="2070316"/>
                  <a:pt x="1554690" y="1830427"/>
                </a:cubicBezTo>
                <a:cubicBezTo>
                  <a:pt x="1595612" y="1590538"/>
                  <a:pt x="1601125" y="1240935"/>
                  <a:pt x="1571465" y="1011277"/>
                </a:cubicBezTo>
                <a:cubicBezTo>
                  <a:pt x="1541805" y="781619"/>
                  <a:pt x="1424131" y="580535"/>
                  <a:pt x="1376732" y="452477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A6A05BA-34B1-45A3-A2D2-86C30325073E}"/>
              </a:ext>
            </a:extLst>
          </p:cNvPr>
          <p:cNvSpPr/>
          <p:nvPr/>
        </p:nvSpPr>
        <p:spPr>
          <a:xfrm>
            <a:off x="347142" y="2886353"/>
            <a:ext cx="1701804" cy="3028981"/>
          </a:xfrm>
          <a:custGeom>
            <a:avLst/>
            <a:gdLst>
              <a:gd name="connsiteX0" fmla="*/ 1448141 w 1643645"/>
              <a:gd name="connsiteY0" fmla="*/ 592831 h 2635870"/>
              <a:gd name="connsiteX1" fmla="*/ 1304208 w 1643645"/>
              <a:gd name="connsiteY1" fmla="*/ 313431 h 2635870"/>
              <a:gd name="connsiteX2" fmla="*/ 1067141 w 1643645"/>
              <a:gd name="connsiteY2" fmla="*/ 164 h 2635870"/>
              <a:gd name="connsiteX3" fmla="*/ 593008 w 1643645"/>
              <a:gd name="connsiteY3" fmla="*/ 355764 h 2635870"/>
              <a:gd name="connsiteX4" fmla="*/ 220474 w 1643645"/>
              <a:gd name="connsiteY4" fmla="*/ 1685031 h 2635870"/>
              <a:gd name="connsiteX5" fmla="*/ 85008 w 1643645"/>
              <a:gd name="connsiteY5" fmla="*/ 2463964 h 2635870"/>
              <a:gd name="connsiteX6" fmla="*/ 59608 w 1643645"/>
              <a:gd name="connsiteY6" fmla="*/ 2582498 h 2635870"/>
              <a:gd name="connsiteX7" fmla="*/ 897808 w 1643645"/>
              <a:gd name="connsiteY7" fmla="*/ 2607898 h 2635870"/>
              <a:gd name="connsiteX8" fmla="*/ 1228008 w 1643645"/>
              <a:gd name="connsiteY8" fmla="*/ 2599431 h 2635870"/>
              <a:gd name="connsiteX9" fmla="*/ 1397341 w 1643645"/>
              <a:gd name="connsiteY9" fmla="*/ 2590964 h 2635870"/>
              <a:gd name="connsiteX10" fmla="*/ 1524341 w 1643645"/>
              <a:gd name="connsiteY10" fmla="*/ 2015231 h 2635870"/>
              <a:gd name="connsiteX11" fmla="*/ 1642874 w 1643645"/>
              <a:gd name="connsiteY11" fmla="*/ 1151631 h 2635870"/>
              <a:gd name="connsiteX12" fmla="*/ 1448141 w 1643645"/>
              <a:gd name="connsiteY12" fmla="*/ 592831 h 2635870"/>
              <a:gd name="connsiteX0" fmla="*/ 1448141 w 1643645"/>
              <a:gd name="connsiteY0" fmla="*/ 396394 h 2439433"/>
              <a:gd name="connsiteX1" fmla="*/ 1304208 w 1643645"/>
              <a:gd name="connsiteY1" fmla="*/ 116994 h 2439433"/>
              <a:gd name="connsiteX2" fmla="*/ 971891 w 1643645"/>
              <a:gd name="connsiteY2" fmla="*/ 19627 h 2439433"/>
              <a:gd name="connsiteX3" fmla="*/ 593008 w 1643645"/>
              <a:gd name="connsiteY3" fmla="*/ 159327 h 2439433"/>
              <a:gd name="connsiteX4" fmla="*/ 220474 w 1643645"/>
              <a:gd name="connsiteY4" fmla="*/ 1488594 h 2439433"/>
              <a:gd name="connsiteX5" fmla="*/ 85008 w 1643645"/>
              <a:gd name="connsiteY5" fmla="*/ 2267527 h 2439433"/>
              <a:gd name="connsiteX6" fmla="*/ 59608 w 1643645"/>
              <a:gd name="connsiteY6" fmla="*/ 2386061 h 2439433"/>
              <a:gd name="connsiteX7" fmla="*/ 897808 w 1643645"/>
              <a:gd name="connsiteY7" fmla="*/ 2411461 h 2439433"/>
              <a:gd name="connsiteX8" fmla="*/ 1228008 w 1643645"/>
              <a:gd name="connsiteY8" fmla="*/ 2402994 h 2439433"/>
              <a:gd name="connsiteX9" fmla="*/ 1397341 w 1643645"/>
              <a:gd name="connsiteY9" fmla="*/ 2394527 h 2439433"/>
              <a:gd name="connsiteX10" fmla="*/ 1524341 w 1643645"/>
              <a:gd name="connsiteY10" fmla="*/ 1818794 h 2439433"/>
              <a:gd name="connsiteX11" fmla="*/ 1642874 w 1643645"/>
              <a:gd name="connsiteY11" fmla="*/ 955194 h 2439433"/>
              <a:gd name="connsiteX12" fmla="*/ 1448141 w 1643645"/>
              <a:gd name="connsiteY12" fmla="*/ 396394 h 2439433"/>
              <a:gd name="connsiteX0" fmla="*/ 1448141 w 1643645"/>
              <a:gd name="connsiteY0" fmla="*/ 398057 h 2441096"/>
              <a:gd name="connsiteX1" fmla="*/ 1304208 w 1643645"/>
              <a:gd name="connsiteY1" fmla="*/ 118657 h 2441096"/>
              <a:gd name="connsiteX2" fmla="*/ 971891 w 1643645"/>
              <a:gd name="connsiteY2" fmla="*/ 21290 h 2441096"/>
              <a:gd name="connsiteX3" fmla="*/ 446958 w 1643645"/>
              <a:gd name="connsiteY3" fmla="*/ 510240 h 2441096"/>
              <a:gd name="connsiteX4" fmla="*/ 220474 w 1643645"/>
              <a:gd name="connsiteY4" fmla="*/ 1490257 h 2441096"/>
              <a:gd name="connsiteX5" fmla="*/ 85008 w 1643645"/>
              <a:gd name="connsiteY5" fmla="*/ 2269190 h 2441096"/>
              <a:gd name="connsiteX6" fmla="*/ 59608 w 1643645"/>
              <a:gd name="connsiteY6" fmla="*/ 2387724 h 2441096"/>
              <a:gd name="connsiteX7" fmla="*/ 897808 w 1643645"/>
              <a:gd name="connsiteY7" fmla="*/ 2413124 h 2441096"/>
              <a:gd name="connsiteX8" fmla="*/ 1228008 w 1643645"/>
              <a:gd name="connsiteY8" fmla="*/ 2404657 h 2441096"/>
              <a:gd name="connsiteX9" fmla="*/ 1397341 w 1643645"/>
              <a:gd name="connsiteY9" fmla="*/ 2396190 h 2441096"/>
              <a:gd name="connsiteX10" fmla="*/ 1524341 w 1643645"/>
              <a:gd name="connsiteY10" fmla="*/ 1820457 h 2441096"/>
              <a:gd name="connsiteX11" fmla="*/ 1642874 w 1643645"/>
              <a:gd name="connsiteY11" fmla="*/ 956857 h 2441096"/>
              <a:gd name="connsiteX12" fmla="*/ 1448141 w 1643645"/>
              <a:gd name="connsiteY12" fmla="*/ 398057 h 2441096"/>
              <a:gd name="connsiteX0" fmla="*/ 1448141 w 1643645"/>
              <a:gd name="connsiteY0" fmla="*/ 402423 h 2445462"/>
              <a:gd name="connsiteX1" fmla="*/ 1304208 w 1643645"/>
              <a:gd name="connsiteY1" fmla="*/ 123023 h 2445462"/>
              <a:gd name="connsiteX2" fmla="*/ 971891 w 1643645"/>
              <a:gd name="connsiteY2" fmla="*/ 25656 h 2445462"/>
              <a:gd name="connsiteX3" fmla="*/ 491408 w 1643645"/>
              <a:gd name="connsiteY3" fmla="*/ 578106 h 2445462"/>
              <a:gd name="connsiteX4" fmla="*/ 220474 w 1643645"/>
              <a:gd name="connsiteY4" fmla="*/ 1494623 h 2445462"/>
              <a:gd name="connsiteX5" fmla="*/ 85008 w 1643645"/>
              <a:gd name="connsiteY5" fmla="*/ 2273556 h 2445462"/>
              <a:gd name="connsiteX6" fmla="*/ 59608 w 1643645"/>
              <a:gd name="connsiteY6" fmla="*/ 2392090 h 2445462"/>
              <a:gd name="connsiteX7" fmla="*/ 897808 w 1643645"/>
              <a:gd name="connsiteY7" fmla="*/ 2417490 h 2445462"/>
              <a:gd name="connsiteX8" fmla="*/ 1228008 w 1643645"/>
              <a:gd name="connsiteY8" fmla="*/ 2409023 h 2445462"/>
              <a:gd name="connsiteX9" fmla="*/ 1397341 w 1643645"/>
              <a:gd name="connsiteY9" fmla="*/ 2400556 h 2445462"/>
              <a:gd name="connsiteX10" fmla="*/ 1524341 w 1643645"/>
              <a:gd name="connsiteY10" fmla="*/ 1824823 h 2445462"/>
              <a:gd name="connsiteX11" fmla="*/ 1642874 w 1643645"/>
              <a:gd name="connsiteY11" fmla="*/ 961223 h 2445462"/>
              <a:gd name="connsiteX12" fmla="*/ 1448141 w 1643645"/>
              <a:gd name="connsiteY12" fmla="*/ 402423 h 2445462"/>
              <a:gd name="connsiteX0" fmla="*/ 1448141 w 1643645"/>
              <a:gd name="connsiteY0" fmla="*/ 406857 h 2449896"/>
              <a:gd name="connsiteX1" fmla="*/ 1247058 w 1643645"/>
              <a:gd name="connsiteY1" fmla="*/ 108407 h 2449896"/>
              <a:gd name="connsiteX2" fmla="*/ 971891 w 1643645"/>
              <a:gd name="connsiteY2" fmla="*/ 30090 h 2449896"/>
              <a:gd name="connsiteX3" fmla="*/ 491408 w 1643645"/>
              <a:gd name="connsiteY3" fmla="*/ 582540 h 2449896"/>
              <a:gd name="connsiteX4" fmla="*/ 220474 w 1643645"/>
              <a:gd name="connsiteY4" fmla="*/ 1499057 h 2449896"/>
              <a:gd name="connsiteX5" fmla="*/ 85008 w 1643645"/>
              <a:gd name="connsiteY5" fmla="*/ 2277990 h 2449896"/>
              <a:gd name="connsiteX6" fmla="*/ 59608 w 1643645"/>
              <a:gd name="connsiteY6" fmla="*/ 2396524 h 2449896"/>
              <a:gd name="connsiteX7" fmla="*/ 897808 w 1643645"/>
              <a:gd name="connsiteY7" fmla="*/ 2421924 h 2449896"/>
              <a:gd name="connsiteX8" fmla="*/ 1228008 w 1643645"/>
              <a:gd name="connsiteY8" fmla="*/ 2413457 h 2449896"/>
              <a:gd name="connsiteX9" fmla="*/ 1397341 w 1643645"/>
              <a:gd name="connsiteY9" fmla="*/ 2404990 h 2449896"/>
              <a:gd name="connsiteX10" fmla="*/ 1524341 w 1643645"/>
              <a:gd name="connsiteY10" fmla="*/ 1829257 h 2449896"/>
              <a:gd name="connsiteX11" fmla="*/ 1642874 w 1643645"/>
              <a:gd name="connsiteY11" fmla="*/ 965657 h 2449896"/>
              <a:gd name="connsiteX12" fmla="*/ 1448141 w 1643645"/>
              <a:gd name="connsiteY12" fmla="*/ 406857 h 2449896"/>
              <a:gd name="connsiteX0" fmla="*/ 1448141 w 1661542"/>
              <a:gd name="connsiteY0" fmla="*/ 406857 h 2447078"/>
              <a:gd name="connsiteX1" fmla="*/ 1247058 w 1661542"/>
              <a:gd name="connsiteY1" fmla="*/ 108407 h 2447078"/>
              <a:gd name="connsiteX2" fmla="*/ 971891 w 1661542"/>
              <a:gd name="connsiteY2" fmla="*/ 30090 h 2447078"/>
              <a:gd name="connsiteX3" fmla="*/ 491408 w 1661542"/>
              <a:gd name="connsiteY3" fmla="*/ 582540 h 2447078"/>
              <a:gd name="connsiteX4" fmla="*/ 220474 w 1661542"/>
              <a:gd name="connsiteY4" fmla="*/ 1499057 h 2447078"/>
              <a:gd name="connsiteX5" fmla="*/ 85008 w 1661542"/>
              <a:gd name="connsiteY5" fmla="*/ 2277990 h 2447078"/>
              <a:gd name="connsiteX6" fmla="*/ 59608 w 1661542"/>
              <a:gd name="connsiteY6" fmla="*/ 2396524 h 2447078"/>
              <a:gd name="connsiteX7" fmla="*/ 897808 w 1661542"/>
              <a:gd name="connsiteY7" fmla="*/ 2421924 h 2447078"/>
              <a:gd name="connsiteX8" fmla="*/ 1228008 w 1661542"/>
              <a:gd name="connsiteY8" fmla="*/ 2413457 h 2447078"/>
              <a:gd name="connsiteX9" fmla="*/ 1397341 w 1661542"/>
              <a:gd name="connsiteY9" fmla="*/ 2404990 h 2447078"/>
              <a:gd name="connsiteX10" fmla="*/ 1625941 w 1661542"/>
              <a:gd name="connsiteY10" fmla="*/ 1867357 h 2447078"/>
              <a:gd name="connsiteX11" fmla="*/ 1642874 w 1661542"/>
              <a:gd name="connsiteY11" fmla="*/ 965657 h 2447078"/>
              <a:gd name="connsiteX12" fmla="*/ 1448141 w 1661542"/>
              <a:gd name="connsiteY12" fmla="*/ 406857 h 2447078"/>
              <a:gd name="connsiteX0" fmla="*/ 1448141 w 1661542"/>
              <a:gd name="connsiteY0" fmla="*/ 406857 h 2423088"/>
              <a:gd name="connsiteX1" fmla="*/ 1247058 w 1661542"/>
              <a:gd name="connsiteY1" fmla="*/ 108407 h 2423088"/>
              <a:gd name="connsiteX2" fmla="*/ 971891 w 1661542"/>
              <a:gd name="connsiteY2" fmla="*/ 30090 h 2423088"/>
              <a:gd name="connsiteX3" fmla="*/ 491408 w 1661542"/>
              <a:gd name="connsiteY3" fmla="*/ 582540 h 2423088"/>
              <a:gd name="connsiteX4" fmla="*/ 220474 w 1661542"/>
              <a:gd name="connsiteY4" fmla="*/ 1499057 h 2423088"/>
              <a:gd name="connsiteX5" fmla="*/ 85008 w 1661542"/>
              <a:gd name="connsiteY5" fmla="*/ 2277990 h 2423088"/>
              <a:gd name="connsiteX6" fmla="*/ 59608 w 1661542"/>
              <a:gd name="connsiteY6" fmla="*/ 2396524 h 2423088"/>
              <a:gd name="connsiteX7" fmla="*/ 897808 w 1661542"/>
              <a:gd name="connsiteY7" fmla="*/ 2421924 h 2423088"/>
              <a:gd name="connsiteX8" fmla="*/ 1228008 w 1661542"/>
              <a:gd name="connsiteY8" fmla="*/ 2413457 h 2423088"/>
              <a:gd name="connsiteX9" fmla="*/ 1613241 w 1661542"/>
              <a:gd name="connsiteY9" fmla="*/ 2366890 h 2423088"/>
              <a:gd name="connsiteX10" fmla="*/ 1625941 w 1661542"/>
              <a:gd name="connsiteY10" fmla="*/ 1867357 h 2423088"/>
              <a:gd name="connsiteX11" fmla="*/ 1642874 w 1661542"/>
              <a:gd name="connsiteY11" fmla="*/ 965657 h 2423088"/>
              <a:gd name="connsiteX12" fmla="*/ 1448141 w 1661542"/>
              <a:gd name="connsiteY12" fmla="*/ 406857 h 2423088"/>
              <a:gd name="connsiteX0" fmla="*/ 1448141 w 1661542"/>
              <a:gd name="connsiteY0" fmla="*/ 406857 h 2424800"/>
              <a:gd name="connsiteX1" fmla="*/ 1247058 w 1661542"/>
              <a:gd name="connsiteY1" fmla="*/ 108407 h 2424800"/>
              <a:gd name="connsiteX2" fmla="*/ 971891 w 1661542"/>
              <a:gd name="connsiteY2" fmla="*/ 30090 h 2424800"/>
              <a:gd name="connsiteX3" fmla="*/ 491408 w 1661542"/>
              <a:gd name="connsiteY3" fmla="*/ 582540 h 2424800"/>
              <a:gd name="connsiteX4" fmla="*/ 220474 w 1661542"/>
              <a:gd name="connsiteY4" fmla="*/ 1499057 h 2424800"/>
              <a:gd name="connsiteX5" fmla="*/ 85008 w 1661542"/>
              <a:gd name="connsiteY5" fmla="*/ 2277990 h 2424800"/>
              <a:gd name="connsiteX6" fmla="*/ 59608 w 1661542"/>
              <a:gd name="connsiteY6" fmla="*/ 2396524 h 2424800"/>
              <a:gd name="connsiteX7" fmla="*/ 897808 w 1661542"/>
              <a:gd name="connsiteY7" fmla="*/ 2421924 h 2424800"/>
              <a:gd name="connsiteX8" fmla="*/ 1228008 w 1661542"/>
              <a:gd name="connsiteY8" fmla="*/ 2413457 h 2424800"/>
              <a:gd name="connsiteX9" fmla="*/ 1613241 w 1661542"/>
              <a:gd name="connsiteY9" fmla="*/ 2373240 h 2424800"/>
              <a:gd name="connsiteX10" fmla="*/ 1625941 w 1661542"/>
              <a:gd name="connsiteY10" fmla="*/ 1867357 h 2424800"/>
              <a:gd name="connsiteX11" fmla="*/ 1642874 w 1661542"/>
              <a:gd name="connsiteY11" fmla="*/ 965657 h 2424800"/>
              <a:gd name="connsiteX12" fmla="*/ 1448141 w 1661542"/>
              <a:gd name="connsiteY12" fmla="*/ 406857 h 2424800"/>
              <a:gd name="connsiteX0" fmla="*/ 1448141 w 1661542"/>
              <a:gd name="connsiteY0" fmla="*/ 406857 h 2424800"/>
              <a:gd name="connsiteX1" fmla="*/ 1247058 w 1661542"/>
              <a:gd name="connsiteY1" fmla="*/ 108407 h 2424800"/>
              <a:gd name="connsiteX2" fmla="*/ 971891 w 1661542"/>
              <a:gd name="connsiteY2" fmla="*/ 30090 h 2424800"/>
              <a:gd name="connsiteX3" fmla="*/ 491408 w 1661542"/>
              <a:gd name="connsiteY3" fmla="*/ 582540 h 2424800"/>
              <a:gd name="connsiteX4" fmla="*/ 220474 w 1661542"/>
              <a:gd name="connsiteY4" fmla="*/ 1499057 h 2424800"/>
              <a:gd name="connsiteX5" fmla="*/ 85008 w 1661542"/>
              <a:gd name="connsiteY5" fmla="*/ 2277990 h 2424800"/>
              <a:gd name="connsiteX6" fmla="*/ 59608 w 1661542"/>
              <a:gd name="connsiteY6" fmla="*/ 2396524 h 2424800"/>
              <a:gd name="connsiteX7" fmla="*/ 897808 w 1661542"/>
              <a:gd name="connsiteY7" fmla="*/ 2421924 h 2424800"/>
              <a:gd name="connsiteX8" fmla="*/ 1228008 w 1661542"/>
              <a:gd name="connsiteY8" fmla="*/ 2413457 h 2424800"/>
              <a:gd name="connsiteX9" fmla="*/ 1613241 w 1661542"/>
              <a:gd name="connsiteY9" fmla="*/ 2373240 h 2424800"/>
              <a:gd name="connsiteX10" fmla="*/ 1625941 w 1661542"/>
              <a:gd name="connsiteY10" fmla="*/ 1867357 h 2424800"/>
              <a:gd name="connsiteX11" fmla="*/ 1642874 w 1661542"/>
              <a:gd name="connsiteY11" fmla="*/ 965657 h 2424800"/>
              <a:gd name="connsiteX12" fmla="*/ 1448141 w 1661542"/>
              <a:gd name="connsiteY12" fmla="*/ 406857 h 2424800"/>
              <a:gd name="connsiteX0" fmla="*/ 1448141 w 1661542"/>
              <a:gd name="connsiteY0" fmla="*/ 406857 h 2423491"/>
              <a:gd name="connsiteX1" fmla="*/ 1247058 w 1661542"/>
              <a:gd name="connsiteY1" fmla="*/ 108407 h 2423491"/>
              <a:gd name="connsiteX2" fmla="*/ 971891 w 1661542"/>
              <a:gd name="connsiteY2" fmla="*/ 30090 h 2423491"/>
              <a:gd name="connsiteX3" fmla="*/ 491408 w 1661542"/>
              <a:gd name="connsiteY3" fmla="*/ 582540 h 2423491"/>
              <a:gd name="connsiteX4" fmla="*/ 220474 w 1661542"/>
              <a:gd name="connsiteY4" fmla="*/ 1499057 h 2423491"/>
              <a:gd name="connsiteX5" fmla="*/ 85008 w 1661542"/>
              <a:gd name="connsiteY5" fmla="*/ 2277990 h 2423491"/>
              <a:gd name="connsiteX6" fmla="*/ 59608 w 1661542"/>
              <a:gd name="connsiteY6" fmla="*/ 2396524 h 2423491"/>
              <a:gd name="connsiteX7" fmla="*/ 897808 w 1661542"/>
              <a:gd name="connsiteY7" fmla="*/ 2421924 h 2423491"/>
              <a:gd name="connsiteX8" fmla="*/ 1228008 w 1661542"/>
              <a:gd name="connsiteY8" fmla="*/ 2413457 h 2423491"/>
              <a:gd name="connsiteX9" fmla="*/ 1644991 w 1661542"/>
              <a:gd name="connsiteY9" fmla="*/ 2354190 h 2423491"/>
              <a:gd name="connsiteX10" fmla="*/ 1625941 w 1661542"/>
              <a:gd name="connsiteY10" fmla="*/ 1867357 h 2423491"/>
              <a:gd name="connsiteX11" fmla="*/ 1642874 w 1661542"/>
              <a:gd name="connsiteY11" fmla="*/ 965657 h 2423491"/>
              <a:gd name="connsiteX12" fmla="*/ 1448141 w 1661542"/>
              <a:gd name="connsiteY12" fmla="*/ 406857 h 2423491"/>
              <a:gd name="connsiteX0" fmla="*/ 1448141 w 1680224"/>
              <a:gd name="connsiteY0" fmla="*/ 406857 h 2423491"/>
              <a:gd name="connsiteX1" fmla="*/ 1247058 w 1680224"/>
              <a:gd name="connsiteY1" fmla="*/ 108407 h 2423491"/>
              <a:gd name="connsiteX2" fmla="*/ 971891 w 1680224"/>
              <a:gd name="connsiteY2" fmla="*/ 30090 h 2423491"/>
              <a:gd name="connsiteX3" fmla="*/ 491408 w 1680224"/>
              <a:gd name="connsiteY3" fmla="*/ 582540 h 2423491"/>
              <a:gd name="connsiteX4" fmla="*/ 220474 w 1680224"/>
              <a:gd name="connsiteY4" fmla="*/ 1499057 h 2423491"/>
              <a:gd name="connsiteX5" fmla="*/ 85008 w 1680224"/>
              <a:gd name="connsiteY5" fmla="*/ 2277990 h 2423491"/>
              <a:gd name="connsiteX6" fmla="*/ 59608 w 1680224"/>
              <a:gd name="connsiteY6" fmla="*/ 2396524 h 2423491"/>
              <a:gd name="connsiteX7" fmla="*/ 897808 w 1680224"/>
              <a:gd name="connsiteY7" fmla="*/ 2421924 h 2423491"/>
              <a:gd name="connsiteX8" fmla="*/ 1228008 w 1680224"/>
              <a:gd name="connsiteY8" fmla="*/ 2413457 h 2423491"/>
              <a:gd name="connsiteX9" fmla="*/ 1644991 w 1680224"/>
              <a:gd name="connsiteY9" fmla="*/ 2354190 h 2423491"/>
              <a:gd name="connsiteX10" fmla="*/ 1657691 w 1680224"/>
              <a:gd name="connsiteY10" fmla="*/ 1861007 h 2423491"/>
              <a:gd name="connsiteX11" fmla="*/ 1642874 w 1680224"/>
              <a:gd name="connsiteY11" fmla="*/ 965657 h 2423491"/>
              <a:gd name="connsiteX12" fmla="*/ 1448141 w 1680224"/>
              <a:gd name="connsiteY12" fmla="*/ 406857 h 2423491"/>
              <a:gd name="connsiteX0" fmla="*/ 1448141 w 1671675"/>
              <a:gd name="connsiteY0" fmla="*/ 406857 h 2423491"/>
              <a:gd name="connsiteX1" fmla="*/ 1247058 w 1671675"/>
              <a:gd name="connsiteY1" fmla="*/ 108407 h 2423491"/>
              <a:gd name="connsiteX2" fmla="*/ 971891 w 1671675"/>
              <a:gd name="connsiteY2" fmla="*/ 30090 h 2423491"/>
              <a:gd name="connsiteX3" fmla="*/ 491408 w 1671675"/>
              <a:gd name="connsiteY3" fmla="*/ 582540 h 2423491"/>
              <a:gd name="connsiteX4" fmla="*/ 220474 w 1671675"/>
              <a:gd name="connsiteY4" fmla="*/ 1499057 h 2423491"/>
              <a:gd name="connsiteX5" fmla="*/ 85008 w 1671675"/>
              <a:gd name="connsiteY5" fmla="*/ 2277990 h 2423491"/>
              <a:gd name="connsiteX6" fmla="*/ 59608 w 1671675"/>
              <a:gd name="connsiteY6" fmla="*/ 2396524 h 2423491"/>
              <a:gd name="connsiteX7" fmla="*/ 897808 w 1671675"/>
              <a:gd name="connsiteY7" fmla="*/ 2421924 h 2423491"/>
              <a:gd name="connsiteX8" fmla="*/ 1228008 w 1671675"/>
              <a:gd name="connsiteY8" fmla="*/ 2413457 h 2423491"/>
              <a:gd name="connsiteX9" fmla="*/ 1644991 w 1671675"/>
              <a:gd name="connsiteY9" fmla="*/ 2354190 h 2423491"/>
              <a:gd name="connsiteX10" fmla="*/ 1657691 w 1671675"/>
              <a:gd name="connsiteY10" fmla="*/ 1861007 h 2423491"/>
              <a:gd name="connsiteX11" fmla="*/ 1585724 w 1671675"/>
              <a:gd name="connsiteY11" fmla="*/ 832307 h 2423491"/>
              <a:gd name="connsiteX12" fmla="*/ 1448141 w 1671675"/>
              <a:gd name="connsiteY12" fmla="*/ 406857 h 2423491"/>
              <a:gd name="connsiteX0" fmla="*/ 1364044 w 1587578"/>
              <a:gd name="connsiteY0" fmla="*/ 406857 h 2424307"/>
              <a:gd name="connsiteX1" fmla="*/ 1162961 w 1587578"/>
              <a:gd name="connsiteY1" fmla="*/ 108407 h 2424307"/>
              <a:gd name="connsiteX2" fmla="*/ 887794 w 1587578"/>
              <a:gd name="connsiteY2" fmla="*/ 30090 h 2424307"/>
              <a:gd name="connsiteX3" fmla="*/ 407311 w 1587578"/>
              <a:gd name="connsiteY3" fmla="*/ 582540 h 2424307"/>
              <a:gd name="connsiteX4" fmla="*/ 136377 w 1587578"/>
              <a:gd name="connsiteY4" fmla="*/ 1499057 h 2424307"/>
              <a:gd name="connsiteX5" fmla="*/ 911 w 1587578"/>
              <a:gd name="connsiteY5" fmla="*/ 2277990 h 2424307"/>
              <a:gd name="connsiteX6" fmla="*/ 197761 w 1587578"/>
              <a:gd name="connsiteY6" fmla="*/ 2409224 h 2424307"/>
              <a:gd name="connsiteX7" fmla="*/ 813711 w 1587578"/>
              <a:gd name="connsiteY7" fmla="*/ 2421924 h 2424307"/>
              <a:gd name="connsiteX8" fmla="*/ 1143911 w 1587578"/>
              <a:gd name="connsiteY8" fmla="*/ 2413457 h 2424307"/>
              <a:gd name="connsiteX9" fmla="*/ 1560894 w 1587578"/>
              <a:gd name="connsiteY9" fmla="*/ 2354190 h 2424307"/>
              <a:gd name="connsiteX10" fmla="*/ 1573594 w 1587578"/>
              <a:gd name="connsiteY10" fmla="*/ 1861007 h 2424307"/>
              <a:gd name="connsiteX11" fmla="*/ 1501627 w 1587578"/>
              <a:gd name="connsiteY11" fmla="*/ 832307 h 2424307"/>
              <a:gd name="connsiteX12" fmla="*/ 1364044 w 1587578"/>
              <a:gd name="connsiteY12" fmla="*/ 406857 h 2424307"/>
              <a:gd name="connsiteX0" fmla="*/ 1264311 w 1487845"/>
              <a:gd name="connsiteY0" fmla="*/ 406857 h 2425517"/>
              <a:gd name="connsiteX1" fmla="*/ 1063228 w 1487845"/>
              <a:gd name="connsiteY1" fmla="*/ 108407 h 2425517"/>
              <a:gd name="connsiteX2" fmla="*/ 788061 w 1487845"/>
              <a:gd name="connsiteY2" fmla="*/ 30090 h 2425517"/>
              <a:gd name="connsiteX3" fmla="*/ 307578 w 1487845"/>
              <a:gd name="connsiteY3" fmla="*/ 582540 h 2425517"/>
              <a:gd name="connsiteX4" fmla="*/ 36644 w 1487845"/>
              <a:gd name="connsiteY4" fmla="*/ 1499057 h 2425517"/>
              <a:gd name="connsiteX5" fmla="*/ 9128 w 1487845"/>
              <a:gd name="connsiteY5" fmla="*/ 2258940 h 2425517"/>
              <a:gd name="connsiteX6" fmla="*/ 98028 w 1487845"/>
              <a:gd name="connsiteY6" fmla="*/ 2409224 h 2425517"/>
              <a:gd name="connsiteX7" fmla="*/ 713978 w 1487845"/>
              <a:gd name="connsiteY7" fmla="*/ 2421924 h 2425517"/>
              <a:gd name="connsiteX8" fmla="*/ 1044178 w 1487845"/>
              <a:gd name="connsiteY8" fmla="*/ 2413457 h 2425517"/>
              <a:gd name="connsiteX9" fmla="*/ 1461161 w 1487845"/>
              <a:gd name="connsiteY9" fmla="*/ 2354190 h 2425517"/>
              <a:gd name="connsiteX10" fmla="*/ 1473861 w 1487845"/>
              <a:gd name="connsiteY10" fmla="*/ 1861007 h 2425517"/>
              <a:gd name="connsiteX11" fmla="*/ 1401894 w 1487845"/>
              <a:gd name="connsiteY11" fmla="*/ 832307 h 2425517"/>
              <a:gd name="connsiteX12" fmla="*/ 1264311 w 1487845"/>
              <a:gd name="connsiteY12" fmla="*/ 406857 h 2425517"/>
              <a:gd name="connsiteX0" fmla="*/ 1260282 w 1483816"/>
              <a:gd name="connsiteY0" fmla="*/ 406857 h 2425517"/>
              <a:gd name="connsiteX1" fmla="*/ 1059199 w 1483816"/>
              <a:gd name="connsiteY1" fmla="*/ 108407 h 2425517"/>
              <a:gd name="connsiteX2" fmla="*/ 784032 w 1483816"/>
              <a:gd name="connsiteY2" fmla="*/ 30090 h 2425517"/>
              <a:gd name="connsiteX3" fmla="*/ 303549 w 1483816"/>
              <a:gd name="connsiteY3" fmla="*/ 582540 h 2425517"/>
              <a:gd name="connsiteX4" fmla="*/ 121515 w 1483816"/>
              <a:gd name="connsiteY4" fmla="*/ 1410157 h 2425517"/>
              <a:gd name="connsiteX5" fmla="*/ 5099 w 1483816"/>
              <a:gd name="connsiteY5" fmla="*/ 2258940 h 2425517"/>
              <a:gd name="connsiteX6" fmla="*/ 93999 w 1483816"/>
              <a:gd name="connsiteY6" fmla="*/ 2409224 h 2425517"/>
              <a:gd name="connsiteX7" fmla="*/ 709949 w 1483816"/>
              <a:gd name="connsiteY7" fmla="*/ 2421924 h 2425517"/>
              <a:gd name="connsiteX8" fmla="*/ 1040149 w 1483816"/>
              <a:gd name="connsiteY8" fmla="*/ 2413457 h 2425517"/>
              <a:gd name="connsiteX9" fmla="*/ 1457132 w 1483816"/>
              <a:gd name="connsiteY9" fmla="*/ 2354190 h 2425517"/>
              <a:gd name="connsiteX10" fmla="*/ 1469832 w 1483816"/>
              <a:gd name="connsiteY10" fmla="*/ 1861007 h 2425517"/>
              <a:gd name="connsiteX11" fmla="*/ 1397865 w 1483816"/>
              <a:gd name="connsiteY11" fmla="*/ 832307 h 2425517"/>
              <a:gd name="connsiteX12" fmla="*/ 1260282 w 1483816"/>
              <a:gd name="connsiteY12" fmla="*/ 406857 h 2425517"/>
              <a:gd name="connsiteX0" fmla="*/ 1260282 w 1483816"/>
              <a:gd name="connsiteY0" fmla="*/ 407772 h 2426432"/>
              <a:gd name="connsiteX1" fmla="*/ 1059199 w 1483816"/>
              <a:gd name="connsiteY1" fmla="*/ 109322 h 2426432"/>
              <a:gd name="connsiteX2" fmla="*/ 784032 w 1483816"/>
              <a:gd name="connsiteY2" fmla="*/ 31005 h 2426432"/>
              <a:gd name="connsiteX3" fmla="*/ 341649 w 1483816"/>
              <a:gd name="connsiteY3" fmla="*/ 596155 h 2426432"/>
              <a:gd name="connsiteX4" fmla="*/ 121515 w 1483816"/>
              <a:gd name="connsiteY4" fmla="*/ 1411072 h 2426432"/>
              <a:gd name="connsiteX5" fmla="*/ 5099 w 1483816"/>
              <a:gd name="connsiteY5" fmla="*/ 2259855 h 2426432"/>
              <a:gd name="connsiteX6" fmla="*/ 93999 w 1483816"/>
              <a:gd name="connsiteY6" fmla="*/ 2410139 h 2426432"/>
              <a:gd name="connsiteX7" fmla="*/ 709949 w 1483816"/>
              <a:gd name="connsiteY7" fmla="*/ 2422839 h 2426432"/>
              <a:gd name="connsiteX8" fmla="*/ 1040149 w 1483816"/>
              <a:gd name="connsiteY8" fmla="*/ 2414372 h 2426432"/>
              <a:gd name="connsiteX9" fmla="*/ 1457132 w 1483816"/>
              <a:gd name="connsiteY9" fmla="*/ 2355105 h 2426432"/>
              <a:gd name="connsiteX10" fmla="*/ 1469832 w 1483816"/>
              <a:gd name="connsiteY10" fmla="*/ 1861922 h 2426432"/>
              <a:gd name="connsiteX11" fmla="*/ 1397865 w 1483816"/>
              <a:gd name="connsiteY11" fmla="*/ 833222 h 2426432"/>
              <a:gd name="connsiteX12" fmla="*/ 1260282 w 1483816"/>
              <a:gd name="connsiteY12" fmla="*/ 407772 h 242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3816" h="2426432">
                <a:moveTo>
                  <a:pt x="1260282" y="407772"/>
                </a:moveTo>
                <a:cubicBezTo>
                  <a:pt x="1203838" y="287122"/>
                  <a:pt x="1138574" y="172116"/>
                  <a:pt x="1059199" y="109322"/>
                </a:cubicBezTo>
                <a:cubicBezTo>
                  <a:pt x="979824" y="46528"/>
                  <a:pt x="903624" y="-50134"/>
                  <a:pt x="784032" y="31005"/>
                </a:cubicBezTo>
                <a:cubicBezTo>
                  <a:pt x="664440" y="112144"/>
                  <a:pt x="452068" y="366144"/>
                  <a:pt x="341649" y="596155"/>
                </a:cubicBezTo>
                <a:cubicBezTo>
                  <a:pt x="231230" y="826166"/>
                  <a:pt x="177607" y="1133789"/>
                  <a:pt x="121515" y="1411072"/>
                </a:cubicBezTo>
                <a:cubicBezTo>
                  <a:pt x="65423" y="1688355"/>
                  <a:pt x="9685" y="2093344"/>
                  <a:pt x="5099" y="2259855"/>
                </a:cubicBezTo>
                <a:cubicBezTo>
                  <a:pt x="513" y="2426366"/>
                  <a:pt x="-23476" y="2382975"/>
                  <a:pt x="93999" y="2410139"/>
                </a:cubicBezTo>
                <a:cubicBezTo>
                  <a:pt x="211474" y="2437303"/>
                  <a:pt x="552257" y="2422134"/>
                  <a:pt x="709949" y="2422839"/>
                </a:cubicBezTo>
                <a:cubicBezTo>
                  <a:pt x="867641" y="2423544"/>
                  <a:pt x="915619" y="2425661"/>
                  <a:pt x="1040149" y="2414372"/>
                </a:cubicBezTo>
                <a:cubicBezTo>
                  <a:pt x="1164679" y="2403083"/>
                  <a:pt x="1385518" y="2447180"/>
                  <a:pt x="1457132" y="2355105"/>
                </a:cubicBezTo>
                <a:cubicBezTo>
                  <a:pt x="1528746" y="2263030"/>
                  <a:pt x="1428910" y="2101811"/>
                  <a:pt x="1469832" y="1861922"/>
                </a:cubicBezTo>
                <a:cubicBezTo>
                  <a:pt x="1510754" y="1622033"/>
                  <a:pt x="1432790" y="1075580"/>
                  <a:pt x="1397865" y="833222"/>
                </a:cubicBezTo>
                <a:cubicBezTo>
                  <a:pt x="1362940" y="590864"/>
                  <a:pt x="1316726" y="528422"/>
                  <a:pt x="1260282" y="407772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6BD4B0D-DBA6-4698-8449-88614886D593}"/>
              </a:ext>
            </a:extLst>
          </p:cNvPr>
          <p:cNvSpPr/>
          <p:nvPr/>
        </p:nvSpPr>
        <p:spPr>
          <a:xfrm>
            <a:off x="2448228" y="618960"/>
            <a:ext cx="613502" cy="1842233"/>
          </a:xfrm>
          <a:custGeom>
            <a:avLst/>
            <a:gdLst>
              <a:gd name="connsiteX0" fmla="*/ 285135 w 515920"/>
              <a:gd name="connsiteY0" fmla="*/ 0 h 1524000"/>
              <a:gd name="connsiteX1" fmla="*/ 294967 w 515920"/>
              <a:gd name="connsiteY1" fmla="*/ 176981 h 1524000"/>
              <a:gd name="connsiteX2" fmla="*/ 462116 w 515920"/>
              <a:gd name="connsiteY2" fmla="*/ 491613 h 1524000"/>
              <a:gd name="connsiteX3" fmla="*/ 511277 w 515920"/>
              <a:gd name="connsiteY3" fmla="*/ 599768 h 1524000"/>
              <a:gd name="connsiteX4" fmla="*/ 363793 w 515920"/>
              <a:gd name="connsiteY4" fmla="*/ 668593 h 1524000"/>
              <a:gd name="connsiteX5" fmla="*/ 363793 w 515920"/>
              <a:gd name="connsiteY5" fmla="*/ 747252 h 1524000"/>
              <a:gd name="connsiteX6" fmla="*/ 403122 w 515920"/>
              <a:gd name="connsiteY6" fmla="*/ 806245 h 1524000"/>
              <a:gd name="connsiteX7" fmla="*/ 403122 w 515920"/>
              <a:gd name="connsiteY7" fmla="*/ 825910 h 1524000"/>
              <a:gd name="connsiteX8" fmla="*/ 285135 w 515920"/>
              <a:gd name="connsiteY8" fmla="*/ 855406 h 1524000"/>
              <a:gd name="connsiteX9" fmla="*/ 412955 w 515920"/>
              <a:gd name="connsiteY9" fmla="*/ 875071 h 1524000"/>
              <a:gd name="connsiteX10" fmla="*/ 393290 w 515920"/>
              <a:gd name="connsiteY10" fmla="*/ 924232 h 1524000"/>
              <a:gd name="connsiteX11" fmla="*/ 393290 w 515920"/>
              <a:gd name="connsiteY11" fmla="*/ 1012722 h 1524000"/>
              <a:gd name="connsiteX12" fmla="*/ 373626 w 515920"/>
              <a:gd name="connsiteY12" fmla="*/ 1160206 h 1524000"/>
              <a:gd name="connsiteX13" fmla="*/ 117987 w 515920"/>
              <a:gd name="connsiteY13" fmla="*/ 1130710 h 1524000"/>
              <a:gd name="connsiteX14" fmla="*/ 29497 w 515920"/>
              <a:gd name="connsiteY14" fmla="*/ 1229032 h 1524000"/>
              <a:gd name="connsiteX15" fmla="*/ 9832 w 515920"/>
              <a:gd name="connsiteY15" fmla="*/ 1524000 h 1524000"/>
              <a:gd name="connsiteX16" fmla="*/ 9832 w 515920"/>
              <a:gd name="connsiteY16" fmla="*/ 1524000 h 1524000"/>
              <a:gd name="connsiteX17" fmla="*/ 0 w 515920"/>
              <a:gd name="connsiteY17" fmla="*/ 1524000 h 1524000"/>
              <a:gd name="connsiteX0" fmla="*/ 285135 w 515920"/>
              <a:gd name="connsiteY0" fmla="*/ 0 h 1524000"/>
              <a:gd name="connsiteX1" fmla="*/ 294967 w 515920"/>
              <a:gd name="connsiteY1" fmla="*/ 265471 h 1524000"/>
              <a:gd name="connsiteX2" fmla="*/ 462116 w 515920"/>
              <a:gd name="connsiteY2" fmla="*/ 491613 h 1524000"/>
              <a:gd name="connsiteX3" fmla="*/ 511277 w 515920"/>
              <a:gd name="connsiteY3" fmla="*/ 599768 h 1524000"/>
              <a:gd name="connsiteX4" fmla="*/ 363793 w 515920"/>
              <a:gd name="connsiteY4" fmla="*/ 668593 h 1524000"/>
              <a:gd name="connsiteX5" fmla="*/ 363793 w 515920"/>
              <a:gd name="connsiteY5" fmla="*/ 747252 h 1524000"/>
              <a:gd name="connsiteX6" fmla="*/ 403122 w 515920"/>
              <a:gd name="connsiteY6" fmla="*/ 806245 h 1524000"/>
              <a:gd name="connsiteX7" fmla="*/ 403122 w 515920"/>
              <a:gd name="connsiteY7" fmla="*/ 825910 h 1524000"/>
              <a:gd name="connsiteX8" fmla="*/ 285135 w 515920"/>
              <a:gd name="connsiteY8" fmla="*/ 855406 h 1524000"/>
              <a:gd name="connsiteX9" fmla="*/ 412955 w 515920"/>
              <a:gd name="connsiteY9" fmla="*/ 875071 h 1524000"/>
              <a:gd name="connsiteX10" fmla="*/ 393290 w 515920"/>
              <a:gd name="connsiteY10" fmla="*/ 924232 h 1524000"/>
              <a:gd name="connsiteX11" fmla="*/ 393290 w 515920"/>
              <a:gd name="connsiteY11" fmla="*/ 1012722 h 1524000"/>
              <a:gd name="connsiteX12" fmla="*/ 373626 w 515920"/>
              <a:gd name="connsiteY12" fmla="*/ 1160206 h 1524000"/>
              <a:gd name="connsiteX13" fmla="*/ 117987 w 515920"/>
              <a:gd name="connsiteY13" fmla="*/ 1130710 h 1524000"/>
              <a:gd name="connsiteX14" fmla="*/ 29497 w 515920"/>
              <a:gd name="connsiteY14" fmla="*/ 1229032 h 1524000"/>
              <a:gd name="connsiteX15" fmla="*/ 9832 w 515920"/>
              <a:gd name="connsiteY15" fmla="*/ 1524000 h 1524000"/>
              <a:gd name="connsiteX16" fmla="*/ 9832 w 515920"/>
              <a:gd name="connsiteY16" fmla="*/ 1524000 h 1524000"/>
              <a:gd name="connsiteX17" fmla="*/ 0 w 515920"/>
              <a:gd name="connsiteY17" fmla="*/ 1524000 h 1524000"/>
              <a:gd name="connsiteX0" fmla="*/ 345325 w 515920"/>
              <a:gd name="connsiteY0" fmla="*/ 0 h 1504336"/>
              <a:gd name="connsiteX1" fmla="*/ 294967 w 515920"/>
              <a:gd name="connsiteY1" fmla="*/ 245807 h 1504336"/>
              <a:gd name="connsiteX2" fmla="*/ 462116 w 515920"/>
              <a:gd name="connsiteY2" fmla="*/ 471949 h 1504336"/>
              <a:gd name="connsiteX3" fmla="*/ 511277 w 515920"/>
              <a:gd name="connsiteY3" fmla="*/ 580104 h 1504336"/>
              <a:gd name="connsiteX4" fmla="*/ 363793 w 515920"/>
              <a:gd name="connsiteY4" fmla="*/ 648929 h 1504336"/>
              <a:gd name="connsiteX5" fmla="*/ 363793 w 515920"/>
              <a:gd name="connsiteY5" fmla="*/ 727588 h 1504336"/>
              <a:gd name="connsiteX6" fmla="*/ 403122 w 515920"/>
              <a:gd name="connsiteY6" fmla="*/ 786581 h 1504336"/>
              <a:gd name="connsiteX7" fmla="*/ 403122 w 515920"/>
              <a:gd name="connsiteY7" fmla="*/ 806246 h 1504336"/>
              <a:gd name="connsiteX8" fmla="*/ 285135 w 515920"/>
              <a:gd name="connsiteY8" fmla="*/ 835742 h 1504336"/>
              <a:gd name="connsiteX9" fmla="*/ 412955 w 515920"/>
              <a:gd name="connsiteY9" fmla="*/ 855407 h 1504336"/>
              <a:gd name="connsiteX10" fmla="*/ 393290 w 515920"/>
              <a:gd name="connsiteY10" fmla="*/ 904568 h 1504336"/>
              <a:gd name="connsiteX11" fmla="*/ 393290 w 515920"/>
              <a:gd name="connsiteY11" fmla="*/ 993058 h 1504336"/>
              <a:gd name="connsiteX12" fmla="*/ 373626 w 515920"/>
              <a:gd name="connsiteY12" fmla="*/ 1140542 h 1504336"/>
              <a:gd name="connsiteX13" fmla="*/ 117987 w 515920"/>
              <a:gd name="connsiteY13" fmla="*/ 1111046 h 1504336"/>
              <a:gd name="connsiteX14" fmla="*/ 29497 w 515920"/>
              <a:gd name="connsiteY14" fmla="*/ 1209368 h 1504336"/>
              <a:gd name="connsiteX15" fmla="*/ 9832 w 515920"/>
              <a:gd name="connsiteY15" fmla="*/ 1504336 h 1504336"/>
              <a:gd name="connsiteX16" fmla="*/ 9832 w 515920"/>
              <a:gd name="connsiteY16" fmla="*/ 1504336 h 1504336"/>
              <a:gd name="connsiteX17" fmla="*/ 0 w 515920"/>
              <a:gd name="connsiteY17" fmla="*/ 1504336 h 1504336"/>
              <a:gd name="connsiteX0" fmla="*/ 345325 w 515920"/>
              <a:gd name="connsiteY0" fmla="*/ 0 h 1504336"/>
              <a:gd name="connsiteX1" fmla="*/ 322361 w 515920"/>
              <a:gd name="connsiteY1" fmla="*/ 104673 h 1504336"/>
              <a:gd name="connsiteX2" fmla="*/ 294967 w 515920"/>
              <a:gd name="connsiteY2" fmla="*/ 245807 h 1504336"/>
              <a:gd name="connsiteX3" fmla="*/ 462116 w 515920"/>
              <a:gd name="connsiteY3" fmla="*/ 471949 h 1504336"/>
              <a:gd name="connsiteX4" fmla="*/ 511277 w 515920"/>
              <a:gd name="connsiteY4" fmla="*/ 580104 h 1504336"/>
              <a:gd name="connsiteX5" fmla="*/ 363793 w 515920"/>
              <a:gd name="connsiteY5" fmla="*/ 648929 h 1504336"/>
              <a:gd name="connsiteX6" fmla="*/ 363793 w 515920"/>
              <a:gd name="connsiteY6" fmla="*/ 727588 h 1504336"/>
              <a:gd name="connsiteX7" fmla="*/ 403122 w 515920"/>
              <a:gd name="connsiteY7" fmla="*/ 786581 h 1504336"/>
              <a:gd name="connsiteX8" fmla="*/ 403122 w 515920"/>
              <a:gd name="connsiteY8" fmla="*/ 806246 h 1504336"/>
              <a:gd name="connsiteX9" fmla="*/ 285135 w 515920"/>
              <a:gd name="connsiteY9" fmla="*/ 835742 h 1504336"/>
              <a:gd name="connsiteX10" fmla="*/ 412955 w 515920"/>
              <a:gd name="connsiteY10" fmla="*/ 855407 h 1504336"/>
              <a:gd name="connsiteX11" fmla="*/ 393290 w 515920"/>
              <a:gd name="connsiteY11" fmla="*/ 904568 h 1504336"/>
              <a:gd name="connsiteX12" fmla="*/ 393290 w 515920"/>
              <a:gd name="connsiteY12" fmla="*/ 993058 h 1504336"/>
              <a:gd name="connsiteX13" fmla="*/ 373626 w 515920"/>
              <a:gd name="connsiteY13" fmla="*/ 1140542 h 1504336"/>
              <a:gd name="connsiteX14" fmla="*/ 117987 w 515920"/>
              <a:gd name="connsiteY14" fmla="*/ 1111046 h 1504336"/>
              <a:gd name="connsiteX15" fmla="*/ 29497 w 515920"/>
              <a:gd name="connsiteY15" fmla="*/ 1209368 h 1504336"/>
              <a:gd name="connsiteX16" fmla="*/ 9832 w 515920"/>
              <a:gd name="connsiteY16" fmla="*/ 1504336 h 1504336"/>
              <a:gd name="connsiteX17" fmla="*/ 9832 w 515920"/>
              <a:gd name="connsiteY17" fmla="*/ 1504336 h 1504336"/>
              <a:gd name="connsiteX18" fmla="*/ 0 w 515920"/>
              <a:gd name="connsiteY18" fmla="*/ 1504336 h 1504336"/>
              <a:gd name="connsiteX0" fmla="*/ 339772 w 515920"/>
              <a:gd name="connsiteY0" fmla="*/ 0 h 1571011"/>
              <a:gd name="connsiteX1" fmla="*/ 322361 w 515920"/>
              <a:gd name="connsiteY1" fmla="*/ 171348 h 1571011"/>
              <a:gd name="connsiteX2" fmla="*/ 294967 w 515920"/>
              <a:gd name="connsiteY2" fmla="*/ 312482 h 1571011"/>
              <a:gd name="connsiteX3" fmla="*/ 462116 w 515920"/>
              <a:gd name="connsiteY3" fmla="*/ 538624 h 1571011"/>
              <a:gd name="connsiteX4" fmla="*/ 511277 w 515920"/>
              <a:gd name="connsiteY4" fmla="*/ 646779 h 1571011"/>
              <a:gd name="connsiteX5" fmla="*/ 363793 w 515920"/>
              <a:gd name="connsiteY5" fmla="*/ 715604 h 1571011"/>
              <a:gd name="connsiteX6" fmla="*/ 363793 w 515920"/>
              <a:gd name="connsiteY6" fmla="*/ 794263 h 1571011"/>
              <a:gd name="connsiteX7" fmla="*/ 403122 w 515920"/>
              <a:gd name="connsiteY7" fmla="*/ 853256 h 1571011"/>
              <a:gd name="connsiteX8" fmla="*/ 403122 w 515920"/>
              <a:gd name="connsiteY8" fmla="*/ 872921 h 1571011"/>
              <a:gd name="connsiteX9" fmla="*/ 285135 w 515920"/>
              <a:gd name="connsiteY9" fmla="*/ 902417 h 1571011"/>
              <a:gd name="connsiteX10" fmla="*/ 412955 w 515920"/>
              <a:gd name="connsiteY10" fmla="*/ 922082 h 1571011"/>
              <a:gd name="connsiteX11" fmla="*/ 393290 w 515920"/>
              <a:gd name="connsiteY11" fmla="*/ 971243 h 1571011"/>
              <a:gd name="connsiteX12" fmla="*/ 393290 w 515920"/>
              <a:gd name="connsiteY12" fmla="*/ 1059733 h 1571011"/>
              <a:gd name="connsiteX13" fmla="*/ 373626 w 515920"/>
              <a:gd name="connsiteY13" fmla="*/ 1207217 h 1571011"/>
              <a:gd name="connsiteX14" fmla="*/ 117987 w 515920"/>
              <a:gd name="connsiteY14" fmla="*/ 1177721 h 1571011"/>
              <a:gd name="connsiteX15" fmla="*/ 29497 w 515920"/>
              <a:gd name="connsiteY15" fmla="*/ 1276043 h 1571011"/>
              <a:gd name="connsiteX16" fmla="*/ 9832 w 515920"/>
              <a:gd name="connsiteY16" fmla="*/ 1571011 h 1571011"/>
              <a:gd name="connsiteX17" fmla="*/ 9832 w 515920"/>
              <a:gd name="connsiteY17" fmla="*/ 1571011 h 1571011"/>
              <a:gd name="connsiteX18" fmla="*/ 0 w 515920"/>
              <a:gd name="connsiteY18" fmla="*/ 1571011 h 1571011"/>
              <a:gd name="connsiteX0" fmla="*/ 339772 w 515756"/>
              <a:gd name="connsiteY0" fmla="*/ 0 h 1571011"/>
              <a:gd name="connsiteX1" fmla="*/ 322361 w 515756"/>
              <a:gd name="connsiteY1" fmla="*/ 171348 h 1571011"/>
              <a:gd name="connsiteX2" fmla="*/ 306074 w 515756"/>
              <a:gd name="connsiteY2" fmla="*/ 366457 h 1571011"/>
              <a:gd name="connsiteX3" fmla="*/ 462116 w 515756"/>
              <a:gd name="connsiteY3" fmla="*/ 538624 h 1571011"/>
              <a:gd name="connsiteX4" fmla="*/ 511277 w 515756"/>
              <a:gd name="connsiteY4" fmla="*/ 646779 h 1571011"/>
              <a:gd name="connsiteX5" fmla="*/ 363793 w 515756"/>
              <a:gd name="connsiteY5" fmla="*/ 715604 h 1571011"/>
              <a:gd name="connsiteX6" fmla="*/ 363793 w 515756"/>
              <a:gd name="connsiteY6" fmla="*/ 794263 h 1571011"/>
              <a:gd name="connsiteX7" fmla="*/ 403122 w 515756"/>
              <a:gd name="connsiteY7" fmla="*/ 853256 h 1571011"/>
              <a:gd name="connsiteX8" fmla="*/ 403122 w 515756"/>
              <a:gd name="connsiteY8" fmla="*/ 872921 h 1571011"/>
              <a:gd name="connsiteX9" fmla="*/ 285135 w 515756"/>
              <a:gd name="connsiteY9" fmla="*/ 902417 h 1571011"/>
              <a:gd name="connsiteX10" fmla="*/ 412955 w 515756"/>
              <a:gd name="connsiteY10" fmla="*/ 922082 h 1571011"/>
              <a:gd name="connsiteX11" fmla="*/ 393290 w 515756"/>
              <a:gd name="connsiteY11" fmla="*/ 971243 h 1571011"/>
              <a:gd name="connsiteX12" fmla="*/ 393290 w 515756"/>
              <a:gd name="connsiteY12" fmla="*/ 1059733 h 1571011"/>
              <a:gd name="connsiteX13" fmla="*/ 373626 w 515756"/>
              <a:gd name="connsiteY13" fmla="*/ 1207217 h 1571011"/>
              <a:gd name="connsiteX14" fmla="*/ 117987 w 515756"/>
              <a:gd name="connsiteY14" fmla="*/ 1177721 h 1571011"/>
              <a:gd name="connsiteX15" fmla="*/ 29497 w 515756"/>
              <a:gd name="connsiteY15" fmla="*/ 1276043 h 1571011"/>
              <a:gd name="connsiteX16" fmla="*/ 9832 w 515756"/>
              <a:gd name="connsiteY16" fmla="*/ 1571011 h 1571011"/>
              <a:gd name="connsiteX17" fmla="*/ 9832 w 515756"/>
              <a:gd name="connsiteY17" fmla="*/ 1571011 h 1571011"/>
              <a:gd name="connsiteX18" fmla="*/ 0 w 51575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03122 w 489726"/>
              <a:gd name="connsiteY7" fmla="*/ 853256 h 1571011"/>
              <a:gd name="connsiteX8" fmla="*/ 403122 w 489726"/>
              <a:gd name="connsiteY8" fmla="*/ 87292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19782 w 489726"/>
              <a:gd name="connsiteY7" fmla="*/ 824681 h 1571011"/>
              <a:gd name="connsiteX8" fmla="*/ 403122 w 489726"/>
              <a:gd name="connsiteY8" fmla="*/ 87292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19782 w 489726"/>
              <a:gd name="connsiteY7" fmla="*/ 824681 h 1571011"/>
              <a:gd name="connsiteX8" fmla="*/ 397569 w 489726"/>
              <a:gd name="connsiteY8" fmla="*/ 87927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9346 w 489726"/>
              <a:gd name="connsiteY6" fmla="*/ 813313 h 1571011"/>
              <a:gd name="connsiteX7" fmla="*/ 419782 w 489726"/>
              <a:gd name="connsiteY7" fmla="*/ 824681 h 1571011"/>
              <a:gd name="connsiteX8" fmla="*/ 397569 w 489726"/>
              <a:gd name="connsiteY8" fmla="*/ 87927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8705"/>
              <a:gd name="connsiteY0" fmla="*/ 0 h 1571011"/>
              <a:gd name="connsiteX1" fmla="*/ 322361 w 488705"/>
              <a:gd name="connsiteY1" fmla="*/ 171348 h 1571011"/>
              <a:gd name="connsiteX2" fmla="*/ 306074 w 488705"/>
              <a:gd name="connsiteY2" fmla="*/ 366457 h 1571011"/>
              <a:gd name="connsiteX3" fmla="*/ 462116 w 488705"/>
              <a:gd name="connsiteY3" fmla="*/ 538624 h 1571011"/>
              <a:gd name="connsiteX4" fmla="*/ 480733 w 488705"/>
              <a:gd name="connsiteY4" fmla="*/ 656304 h 1571011"/>
              <a:gd name="connsiteX5" fmla="*/ 377676 w 488705"/>
              <a:gd name="connsiteY5" fmla="*/ 721954 h 1571011"/>
              <a:gd name="connsiteX6" fmla="*/ 369346 w 488705"/>
              <a:gd name="connsiteY6" fmla="*/ 813313 h 1571011"/>
              <a:gd name="connsiteX7" fmla="*/ 419782 w 488705"/>
              <a:gd name="connsiteY7" fmla="*/ 824681 h 1571011"/>
              <a:gd name="connsiteX8" fmla="*/ 397569 w 488705"/>
              <a:gd name="connsiteY8" fmla="*/ 879271 h 1571011"/>
              <a:gd name="connsiteX9" fmla="*/ 285135 w 488705"/>
              <a:gd name="connsiteY9" fmla="*/ 902417 h 1571011"/>
              <a:gd name="connsiteX10" fmla="*/ 412955 w 488705"/>
              <a:gd name="connsiteY10" fmla="*/ 922082 h 1571011"/>
              <a:gd name="connsiteX11" fmla="*/ 393290 w 488705"/>
              <a:gd name="connsiteY11" fmla="*/ 971243 h 1571011"/>
              <a:gd name="connsiteX12" fmla="*/ 393290 w 488705"/>
              <a:gd name="connsiteY12" fmla="*/ 1059733 h 1571011"/>
              <a:gd name="connsiteX13" fmla="*/ 373626 w 488705"/>
              <a:gd name="connsiteY13" fmla="*/ 1207217 h 1571011"/>
              <a:gd name="connsiteX14" fmla="*/ 117987 w 488705"/>
              <a:gd name="connsiteY14" fmla="*/ 1177721 h 1571011"/>
              <a:gd name="connsiteX15" fmla="*/ 29497 w 488705"/>
              <a:gd name="connsiteY15" fmla="*/ 1276043 h 1571011"/>
              <a:gd name="connsiteX16" fmla="*/ 9832 w 488705"/>
              <a:gd name="connsiteY16" fmla="*/ 1571011 h 1571011"/>
              <a:gd name="connsiteX17" fmla="*/ 9832 w 488705"/>
              <a:gd name="connsiteY17" fmla="*/ 1571011 h 1571011"/>
              <a:gd name="connsiteX18" fmla="*/ 0 w 488705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9782 w 486031"/>
              <a:gd name="connsiteY7" fmla="*/ 824681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393290 w 486031"/>
              <a:gd name="connsiteY11" fmla="*/ 971243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393290 w 486031"/>
              <a:gd name="connsiteY11" fmla="*/ 971243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162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162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292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717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7173 w 486031"/>
              <a:gd name="connsiteY11" fmla="*/ 968068 h 1571011"/>
              <a:gd name="connsiteX12" fmla="*/ 357193 w 486031"/>
              <a:gd name="connsiteY12" fmla="*/ 10152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12005 w 486031"/>
              <a:gd name="connsiteY0" fmla="*/ 0 h 1504336"/>
              <a:gd name="connsiteX1" fmla="*/ 322361 w 486031"/>
              <a:gd name="connsiteY1" fmla="*/ 104673 h 1504336"/>
              <a:gd name="connsiteX2" fmla="*/ 306074 w 486031"/>
              <a:gd name="connsiteY2" fmla="*/ 299782 h 1504336"/>
              <a:gd name="connsiteX3" fmla="*/ 453786 w 486031"/>
              <a:gd name="connsiteY3" fmla="*/ 494174 h 1504336"/>
              <a:gd name="connsiteX4" fmla="*/ 480733 w 486031"/>
              <a:gd name="connsiteY4" fmla="*/ 589629 h 1504336"/>
              <a:gd name="connsiteX5" fmla="*/ 377676 w 486031"/>
              <a:gd name="connsiteY5" fmla="*/ 655279 h 1504336"/>
              <a:gd name="connsiteX6" fmla="*/ 369346 w 486031"/>
              <a:gd name="connsiteY6" fmla="*/ 746638 h 1504336"/>
              <a:gd name="connsiteX7" fmla="*/ 405899 w 486031"/>
              <a:gd name="connsiteY7" fmla="*/ 786581 h 1504336"/>
              <a:gd name="connsiteX8" fmla="*/ 403122 w 486031"/>
              <a:gd name="connsiteY8" fmla="*/ 825296 h 1504336"/>
              <a:gd name="connsiteX9" fmla="*/ 304572 w 486031"/>
              <a:gd name="connsiteY9" fmla="*/ 848442 h 1504336"/>
              <a:gd name="connsiteX10" fmla="*/ 412955 w 486031"/>
              <a:gd name="connsiteY10" fmla="*/ 855407 h 1504336"/>
              <a:gd name="connsiteX11" fmla="*/ 407173 w 486031"/>
              <a:gd name="connsiteY11" fmla="*/ 901393 h 1504336"/>
              <a:gd name="connsiteX12" fmla="*/ 357193 w 486031"/>
              <a:gd name="connsiteY12" fmla="*/ 948608 h 1504336"/>
              <a:gd name="connsiteX13" fmla="*/ 373626 w 486031"/>
              <a:gd name="connsiteY13" fmla="*/ 1140542 h 1504336"/>
              <a:gd name="connsiteX14" fmla="*/ 117987 w 486031"/>
              <a:gd name="connsiteY14" fmla="*/ 1111046 h 1504336"/>
              <a:gd name="connsiteX15" fmla="*/ 29497 w 486031"/>
              <a:gd name="connsiteY15" fmla="*/ 1209368 h 1504336"/>
              <a:gd name="connsiteX16" fmla="*/ 9832 w 486031"/>
              <a:gd name="connsiteY16" fmla="*/ 1504336 h 1504336"/>
              <a:gd name="connsiteX17" fmla="*/ 9832 w 486031"/>
              <a:gd name="connsiteY17" fmla="*/ 1504336 h 1504336"/>
              <a:gd name="connsiteX18" fmla="*/ 0 w 486031"/>
              <a:gd name="connsiteY18" fmla="*/ 1504336 h 1504336"/>
              <a:gd name="connsiteX0" fmla="*/ 312005 w 486031"/>
              <a:gd name="connsiteY0" fmla="*/ 0 h 1504336"/>
              <a:gd name="connsiteX1" fmla="*/ 322361 w 486031"/>
              <a:gd name="connsiteY1" fmla="*/ 136423 h 1504336"/>
              <a:gd name="connsiteX2" fmla="*/ 306074 w 486031"/>
              <a:gd name="connsiteY2" fmla="*/ 299782 h 1504336"/>
              <a:gd name="connsiteX3" fmla="*/ 453786 w 486031"/>
              <a:gd name="connsiteY3" fmla="*/ 494174 h 1504336"/>
              <a:gd name="connsiteX4" fmla="*/ 480733 w 486031"/>
              <a:gd name="connsiteY4" fmla="*/ 589629 h 1504336"/>
              <a:gd name="connsiteX5" fmla="*/ 377676 w 486031"/>
              <a:gd name="connsiteY5" fmla="*/ 655279 h 1504336"/>
              <a:gd name="connsiteX6" fmla="*/ 369346 w 486031"/>
              <a:gd name="connsiteY6" fmla="*/ 746638 h 1504336"/>
              <a:gd name="connsiteX7" fmla="*/ 405899 w 486031"/>
              <a:gd name="connsiteY7" fmla="*/ 786581 h 1504336"/>
              <a:gd name="connsiteX8" fmla="*/ 403122 w 486031"/>
              <a:gd name="connsiteY8" fmla="*/ 825296 h 1504336"/>
              <a:gd name="connsiteX9" fmla="*/ 304572 w 486031"/>
              <a:gd name="connsiteY9" fmla="*/ 848442 h 1504336"/>
              <a:gd name="connsiteX10" fmla="*/ 412955 w 486031"/>
              <a:gd name="connsiteY10" fmla="*/ 855407 h 1504336"/>
              <a:gd name="connsiteX11" fmla="*/ 407173 w 486031"/>
              <a:gd name="connsiteY11" fmla="*/ 901393 h 1504336"/>
              <a:gd name="connsiteX12" fmla="*/ 357193 w 486031"/>
              <a:gd name="connsiteY12" fmla="*/ 948608 h 1504336"/>
              <a:gd name="connsiteX13" fmla="*/ 373626 w 486031"/>
              <a:gd name="connsiteY13" fmla="*/ 1140542 h 1504336"/>
              <a:gd name="connsiteX14" fmla="*/ 117987 w 486031"/>
              <a:gd name="connsiteY14" fmla="*/ 1111046 h 1504336"/>
              <a:gd name="connsiteX15" fmla="*/ 29497 w 486031"/>
              <a:gd name="connsiteY15" fmla="*/ 1209368 h 1504336"/>
              <a:gd name="connsiteX16" fmla="*/ 9832 w 486031"/>
              <a:gd name="connsiteY16" fmla="*/ 1504336 h 1504336"/>
              <a:gd name="connsiteX17" fmla="*/ 9832 w 486031"/>
              <a:gd name="connsiteY17" fmla="*/ 1504336 h 1504336"/>
              <a:gd name="connsiteX18" fmla="*/ 0 w 486031"/>
              <a:gd name="connsiteY18" fmla="*/ 1504336 h 1504336"/>
              <a:gd name="connsiteX0" fmla="*/ 312005 w 485953"/>
              <a:gd name="connsiteY0" fmla="*/ 0 h 1504336"/>
              <a:gd name="connsiteX1" fmla="*/ 322361 w 485953"/>
              <a:gd name="connsiteY1" fmla="*/ 136423 h 1504336"/>
              <a:gd name="connsiteX2" fmla="*/ 308851 w 485953"/>
              <a:gd name="connsiteY2" fmla="*/ 318832 h 1504336"/>
              <a:gd name="connsiteX3" fmla="*/ 453786 w 485953"/>
              <a:gd name="connsiteY3" fmla="*/ 494174 h 1504336"/>
              <a:gd name="connsiteX4" fmla="*/ 480733 w 485953"/>
              <a:gd name="connsiteY4" fmla="*/ 589629 h 1504336"/>
              <a:gd name="connsiteX5" fmla="*/ 377676 w 485953"/>
              <a:gd name="connsiteY5" fmla="*/ 655279 h 1504336"/>
              <a:gd name="connsiteX6" fmla="*/ 369346 w 485953"/>
              <a:gd name="connsiteY6" fmla="*/ 746638 h 1504336"/>
              <a:gd name="connsiteX7" fmla="*/ 405899 w 485953"/>
              <a:gd name="connsiteY7" fmla="*/ 786581 h 1504336"/>
              <a:gd name="connsiteX8" fmla="*/ 403122 w 485953"/>
              <a:gd name="connsiteY8" fmla="*/ 825296 h 1504336"/>
              <a:gd name="connsiteX9" fmla="*/ 304572 w 485953"/>
              <a:gd name="connsiteY9" fmla="*/ 848442 h 1504336"/>
              <a:gd name="connsiteX10" fmla="*/ 412955 w 485953"/>
              <a:gd name="connsiteY10" fmla="*/ 855407 h 1504336"/>
              <a:gd name="connsiteX11" fmla="*/ 407173 w 485953"/>
              <a:gd name="connsiteY11" fmla="*/ 901393 h 1504336"/>
              <a:gd name="connsiteX12" fmla="*/ 357193 w 485953"/>
              <a:gd name="connsiteY12" fmla="*/ 948608 h 1504336"/>
              <a:gd name="connsiteX13" fmla="*/ 373626 w 485953"/>
              <a:gd name="connsiteY13" fmla="*/ 1140542 h 1504336"/>
              <a:gd name="connsiteX14" fmla="*/ 117987 w 485953"/>
              <a:gd name="connsiteY14" fmla="*/ 1111046 h 1504336"/>
              <a:gd name="connsiteX15" fmla="*/ 29497 w 485953"/>
              <a:gd name="connsiteY15" fmla="*/ 1209368 h 1504336"/>
              <a:gd name="connsiteX16" fmla="*/ 9832 w 485953"/>
              <a:gd name="connsiteY16" fmla="*/ 1504336 h 1504336"/>
              <a:gd name="connsiteX17" fmla="*/ 9832 w 485953"/>
              <a:gd name="connsiteY17" fmla="*/ 1504336 h 1504336"/>
              <a:gd name="connsiteX18" fmla="*/ 0 w 485953"/>
              <a:gd name="connsiteY18" fmla="*/ 1504336 h 1504336"/>
              <a:gd name="connsiteX0" fmla="*/ 312005 w 481453"/>
              <a:gd name="connsiteY0" fmla="*/ 0 h 1504336"/>
              <a:gd name="connsiteX1" fmla="*/ 322361 w 481453"/>
              <a:gd name="connsiteY1" fmla="*/ 136423 h 1504336"/>
              <a:gd name="connsiteX2" fmla="*/ 308851 w 481453"/>
              <a:gd name="connsiteY2" fmla="*/ 318832 h 1504336"/>
              <a:gd name="connsiteX3" fmla="*/ 417689 w 481453"/>
              <a:gd name="connsiteY3" fmla="*/ 494174 h 1504336"/>
              <a:gd name="connsiteX4" fmla="*/ 480733 w 481453"/>
              <a:gd name="connsiteY4" fmla="*/ 589629 h 1504336"/>
              <a:gd name="connsiteX5" fmla="*/ 377676 w 481453"/>
              <a:gd name="connsiteY5" fmla="*/ 655279 h 1504336"/>
              <a:gd name="connsiteX6" fmla="*/ 369346 w 481453"/>
              <a:gd name="connsiteY6" fmla="*/ 746638 h 1504336"/>
              <a:gd name="connsiteX7" fmla="*/ 405899 w 481453"/>
              <a:gd name="connsiteY7" fmla="*/ 786581 h 1504336"/>
              <a:gd name="connsiteX8" fmla="*/ 403122 w 481453"/>
              <a:gd name="connsiteY8" fmla="*/ 825296 h 1504336"/>
              <a:gd name="connsiteX9" fmla="*/ 304572 w 481453"/>
              <a:gd name="connsiteY9" fmla="*/ 848442 h 1504336"/>
              <a:gd name="connsiteX10" fmla="*/ 412955 w 481453"/>
              <a:gd name="connsiteY10" fmla="*/ 855407 h 1504336"/>
              <a:gd name="connsiteX11" fmla="*/ 407173 w 481453"/>
              <a:gd name="connsiteY11" fmla="*/ 901393 h 1504336"/>
              <a:gd name="connsiteX12" fmla="*/ 357193 w 481453"/>
              <a:gd name="connsiteY12" fmla="*/ 948608 h 1504336"/>
              <a:gd name="connsiteX13" fmla="*/ 373626 w 481453"/>
              <a:gd name="connsiteY13" fmla="*/ 1140542 h 1504336"/>
              <a:gd name="connsiteX14" fmla="*/ 117987 w 481453"/>
              <a:gd name="connsiteY14" fmla="*/ 1111046 h 1504336"/>
              <a:gd name="connsiteX15" fmla="*/ 29497 w 481453"/>
              <a:gd name="connsiteY15" fmla="*/ 1209368 h 1504336"/>
              <a:gd name="connsiteX16" fmla="*/ 9832 w 481453"/>
              <a:gd name="connsiteY16" fmla="*/ 1504336 h 1504336"/>
              <a:gd name="connsiteX17" fmla="*/ 9832 w 481453"/>
              <a:gd name="connsiteY17" fmla="*/ 1504336 h 1504336"/>
              <a:gd name="connsiteX18" fmla="*/ 0 w 481453"/>
              <a:gd name="connsiteY18" fmla="*/ 1504336 h 1504336"/>
              <a:gd name="connsiteX0" fmla="*/ 312005 w 467805"/>
              <a:gd name="connsiteY0" fmla="*/ 0 h 1504336"/>
              <a:gd name="connsiteX1" fmla="*/ 322361 w 467805"/>
              <a:gd name="connsiteY1" fmla="*/ 136423 h 1504336"/>
              <a:gd name="connsiteX2" fmla="*/ 308851 w 467805"/>
              <a:gd name="connsiteY2" fmla="*/ 318832 h 1504336"/>
              <a:gd name="connsiteX3" fmla="*/ 417689 w 467805"/>
              <a:gd name="connsiteY3" fmla="*/ 494174 h 1504336"/>
              <a:gd name="connsiteX4" fmla="*/ 466850 w 467805"/>
              <a:gd name="connsiteY4" fmla="*/ 576929 h 1504336"/>
              <a:gd name="connsiteX5" fmla="*/ 377676 w 467805"/>
              <a:gd name="connsiteY5" fmla="*/ 655279 h 1504336"/>
              <a:gd name="connsiteX6" fmla="*/ 369346 w 467805"/>
              <a:gd name="connsiteY6" fmla="*/ 746638 h 1504336"/>
              <a:gd name="connsiteX7" fmla="*/ 405899 w 467805"/>
              <a:gd name="connsiteY7" fmla="*/ 786581 h 1504336"/>
              <a:gd name="connsiteX8" fmla="*/ 403122 w 467805"/>
              <a:gd name="connsiteY8" fmla="*/ 825296 h 1504336"/>
              <a:gd name="connsiteX9" fmla="*/ 304572 w 467805"/>
              <a:gd name="connsiteY9" fmla="*/ 848442 h 1504336"/>
              <a:gd name="connsiteX10" fmla="*/ 412955 w 467805"/>
              <a:gd name="connsiteY10" fmla="*/ 855407 h 1504336"/>
              <a:gd name="connsiteX11" fmla="*/ 407173 w 467805"/>
              <a:gd name="connsiteY11" fmla="*/ 901393 h 1504336"/>
              <a:gd name="connsiteX12" fmla="*/ 357193 w 467805"/>
              <a:gd name="connsiteY12" fmla="*/ 948608 h 1504336"/>
              <a:gd name="connsiteX13" fmla="*/ 373626 w 467805"/>
              <a:gd name="connsiteY13" fmla="*/ 1140542 h 1504336"/>
              <a:gd name="connsiteX14" fmla="*/ 117987 w 467805"/>
              <a:gd name="connsiteY14" fmla="*/ 1111046 h 1504336"/>
              <a:gd name="connsiteX15" fmla="*/ 29497 w 467805"/>
              <a:gd name="connsiteY15" fmla="*/ 1209368 h 1504336"/>
              <a:gd name="connsiteX16" fmla="*/ 9832 w 467805"/>
              <a:gd name="connsiteY16" fmla="*/ 1504336 h 1504336"/>
              <a:gd name="connsiteX17" fmla="*/ 9832 w 467805"/>
              <a:gd name="connsiteY17" fmla="*/ 1504336 h 1504336"/>
              <a:gd name="connsiteX18" fmla="*/ 0 w 467805"/>
              <a:gd name="connsiteY18" fmla="*/ 1504336 h 1504336"/>
              <a:gd name="connsiteX0" fmla="*/ 295345 w 467805"/>
              <a:gd name="connsiteY0" fmla="*/ 0 h 1475761"/>
              <a:gd name="connsiteX1" fmla="*/ 322361 w 467805"/>
              <a:gd name="connsiteY1" fmla="*/ 107848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7987 w 467805"/>
              <a:gd name="connsiteY14" fmla="*/ 108247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7987 w 467805"/>
              <a:gd name="connsiteY14" fmla="*/ 108247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0152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01521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36446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02442 h 1475761"/>
              <a:gd name="connsiteX14" fmla="*/ 112434 w 467805"/>
              <a:gd name="connsiteY14" fmla="*/ 1136446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02442 h 1475761"/>
              <a:gd name="connsiteX14" fmla="*/ 98551 w 467805"/>
              <a:gd name="connsiteY14" fmla="*/ 1114221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7805" h="1475761">
                <a:moveTo>
                  <a:pt x="295345" y="0"/>
                </a:moveTo>
                <a:cubicBezTo>
                  <a:pt x="289204" y="15858"/>
                  <a:pt x="333530" y="89105"/>
                  <a:pt x="325137" y="130073"/>
                </a:cubicBezTo>
                <a:cubicBezTo>
                  <a:pt x="316744" y="171041"/>
                  <a:pt x="293426" y="234336"/>
                  <a:pt x="308851" y="290257"/>
                </a:cubicBezTo>
                <a:cubicBezTo>
                  <a:pt x="324276" y="346178"/>
                  <a:pt x="391356" y="422583"/>
                  <a:pt x="417689" y="465599"/>
                </a:cubicBezTo>
                <a:cubicBezTo>
                  <a:pt x="444022" y="508615"/>
                  <a:pt x="473519" y="521503"/>
                  <a:pt x="466850" y="548354"/>
                </a:cubicBezTo>
                <a:cubicBezTo>
                  <a:pt x="460181" y="575205"/>
                  <a:pt x="393927" y="598419"/>
                  <a:pt x="377676" y="626704"/>
                </a:cubicBezTo>
                <a:cubicBezTo>
                  <a:pt x="361425" y="654989"/>
                  <a:pt x="364642" y="696180"/>
                  <a:pt x="369346" y="718063"/>
                </a:cubicBezTo>
                <a:cubicBezTo>
                  <a:pt x="374050" y="739946"/>
                  <a:pt x="400270" y="744896"/>
                  <a:pt x="405899" y="758006"/>
                </a:cubicBezTo>
                <a:cubicBezTo>
                  <a:pt x="411528" y="771116"/>
                  <a:pt x="420010" y="786411"/>
                  <a:pt x="403122" y="796721"/>
                </a:cubicBezTo>
                <a:cubicBezTo>
                  <a:pt x="386234" y="807031"/>
                  <a:pt x="302933" y="814849"/>
                  <a:pt x="304572" y="819867"/>
                </a:cubicBezTo>
                <a:cubicBezTo>
                  <a:pt x="306211" y="824885"/>
                  <a:pt x="395855" y="818007"/>
                  <a:pt x="412955" y="826832"/>
                </a:cubicBezTo>
                <a:cubicBezTo>
                  <a:pt x="430055" y="835657"/>
                  <a:pt x="416467" y="857285"/>
                  <a:pt x="407173" y="872818"/>
                </a:cubicBezTo>
                <a:cubicBezTo>
                  <a:pt x="397879" y="888351"/>
                  <a:pt x="362784" y="881762"/>
                  <a:pt x="357193" y="920033"/>
                </a:cubicBezTo>
                <a:cubicBezTo>
                  <a:pt x="351602" y="958304"/>
                  <a:pt x="416733" y="1070077"/>
                  <a:pt x="373626" y="1102442"/>
                </a:cubicBezTo>
                <a:cubicBezTo>
                  <a:pt x="330519" y="1134807"/>
                  <a:pt x="158220" y="1094283"/>
                  <a:pt x="98551" y="1114221"/>
                </a:cubicBezTo>
                <a:cubicBezTo>
                  <a:pt x="38882" y="1134159"/>
                  <a:pt x="30400" y="1161811"/>
                  <a:pt x="15614" y="1222068"/>
                </a:cubicBezTo>
                <a:cubicBezTo>
                  <a:pt x="828" y="1282325"/>
                  <a:pt x="10796" y="1433479"/>
                  <a:pt x="9832" y="1475761"/>
                </a:cubicBezTo>
                <a:lnTo>
                  <a:pt x="9832" y="1475761"/>
                </a:lnTo>
                <a:lnTo>
                  <a:pt x="0" y="1475761"/>
                </a:lnTo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93230B-FB10-4D88-8A71-58D363F282B8}"/>
              </a:ext>
            </a:extLst>
          </p:cNvPr>
          <p:cNvSpPr/>
          <p:nvPr/>
        </p:nvSpPr>
        <p:spPr>
          <a:xfrm>
            <a:off x="2402345" y="1347174"/>
            <a:ext cx="564143" cy="170804"/>
          </a:xfrm>
          <a:custGeom>
            <a:avLst/>
            <a:gdLst>
              <a:gd name="connsiteX0" fmla="*/ 491695 w 494026"/>
              <a:gd name="connsiteY0" fmla="*/ 34820 h 137033"/>
              <a:gd name="connsiteX1" fmla="*/ 364695 w 494026"/>
              <a:gd name="connsiteY1" fmla="*/ 953 h 137033"/>
              <a:gd name="connsiteX2" fmla="*/ 136095 w 494026"/>
              <a:gd name="connsiteY2" fmla="*/ 17886 h 137033"/>
              <a:gd name="connsiteX3" fmla="*/ 17561 w 494026"/>
              <a:gd name="connsiteY3" fmla="*/ 102553 h 137033"/>
              <a:gd name="connsiteX4" fmla="*/ 17561 w 494026"/>
              <a:gd name="connsiteY4" fmla="*/ 136420 h 137033"/>
              <a:gd name="connsiteX5" fmla="*/ 178428 w 494026"/>
              <a:gd name="connsiteY5" fmla="*/ 77153 h 137033"/>
              <a:gd name="connsiteX6" fmla="*/ 330828 w 494026"/>
              <a:gd name="connsiteY6" fmla="*/ 68686 h 137033"/>
              <a:gd name="connsiteX7" fmla="*/ 440895 w 494026"/>
              <a:gd name="connsiteY7" fmla="*/ 127953 h 137033"/>
              <a:gd name="connsiteX8" fmla="*/ 491695 w 494026"/>
              <a:gd name="connsiteY8" fmla="*/ 34820 h 137033"/>
              <a:gd name="connsiteX0" fmla="*/ 491695 w 496822"/>
              <a:gd name="connsiteY0" fmla="*/ 34820 h 137033"/>
              <a:gd name="connsiteX1" fmla="*/ 364695 w 496822"/>
              <a:gd name="connsiteY1" fmla="*/ 953 h 137033"/>
              <a:gd name="connsiteX2" fmla="*/ 136095 w 496822"/>
              <a:gd name="connsiteY2" fmla="*/ 17886 h 137033"/>
              <a:gd name="connsiteX3" fmla="*/ 17561 w 496822"/>
              <a:gd name="connsiteY3" fmla="*/ 102553 h 137033"/>
              <a:gd name="connsiteX4" fmla="*/ 17561 w 496822"/>
              <a:gd name="connsiteY4" fmla="*/ 136420 h 137033"/>
              <a:gd name="connsiteX5" fmla="*/ 178428 w 496822"/>
              <a:gd name="connsiteY5" fmla="*/ 77153 h 137033"/>
              <a:gd name="connsiteX6" fmla="*/ 330828 w 496822"/>
              <a:gd name="connsiteY6" fmla="*/ 68686 h 137033"/>
              <a:gd name="connsiteX7" fmla="*/ 440895 w 496822"/>
              <a:gd name="connsiteY7" fmla="*/ 127953 h 137033"/>
              <a:gd name="connsiteX8" fmla="*/ 468941 w 496822"/>
              <a:gd name="connsiteY8" fmla="*/ 86678 h 137033"/>
              <a:gd name="connsiteX9" fmla="*/ 491695 w 496822"/>
              <a:gd name="connsiteY9" fmla="*/ 34820 h 137033"/>
              <a:gd name="connsiteX0" fmla="*/ 491695 w 496822"/>
              <a:gd name="connsiteY0" fmla="*/ 34820 h 137033"/>
              <a:gd name="connsiteX1" fmla="*/ 364695 w 496822"/>
              <a:gd name="connsiteY1" fmla="*/ 953 h 137033"/>
              <a:gd name="connsiteX2" fmla="*/ 136095 w 496822"/>
              <a:gd name="connsiteY2" fmla="*/ 17886 h 137033"/>
              <a:gd name="connsiteX3" fmla="*/ 17561 w 496822"/>
              <a:gd name="connsiteY3" fmla="*/ 102553 h 137033"/>
              <a:gd name="connsiteX4" fmla="*/ 17561 w 496822"/>
              <a:gd name="connsiteY4" fmla="*/ 136420 h 137033"/>
              <a:gd name="connsiteX5" fmla="*/ 178428 w 496822"/>
              <a:gd name="connsiteY5" fmla="*/ 77153 h 137033"/>
              <a:gd name="connsiteX6" fmla="*/ 330828 w 496822"/>
              <a:gd name="connsiteY6" fmla="*/ 68686 h 137033"/>
              <a:gd name="connsiteX7" fmla="*/ 459945 w 496822"/>
              <a:gd name="connsiteY7" fmla="*/ 134303 h 137033"/>
              <a:gd name="connsiteX8" fmla="*/ 468941 w 496822"/>
              <a:gd name="connsiteY8" fmla="*/ 86678 h 137033"/>
              <a:gd name="connsiteX9" fmla="*/ 491695 w 496822"/>
              <a:gd name="connsiteY9" fmla="*/ 34820 h 137033"/>
              <a:gd name="connsiteX0" fmla="*/ 498045 w 502539"/>
              <a:gd name="connsiteY0" fmla="*/ 46688 h 137789"/>
              <a:gd name="connsiteX1" fmla="*/ 364695 w 502539"/>
              <a:gd name="connsiteY1" fmla="*/ 1709 h 137789"/>
              <a:gd name="connsiteX2" fmla="*/ 136095 w 502539"/>
              <a:gd name="connsiteY2" fmla="*/ 18642 h 137789"/>
              <a:gd name="connsiteX3" fmla="*/ 17561 w 502539"/>
              <a:gd name="connsiteY3" fmla="*/ 103309 h 137789"/>
              <a:gd name="connsiteX4" fmla="*/ 17561 w 502539"/>
              <a:gd name="connsiteY4" fmla="*/ 137176 h 137789"/>
              <a:gd name="connsiteX5" fmla="*/ 178428 w 502539"/>
              <a:gd name="connsiteY5" fmla="*/ 77909 h 137789"/>
              <a:gd name="connsiteX6" fmla="*/ 330828 w 502539"/>
              <a:gd name="connsiteY6" fmla="*/ 69442 h 137789"/>
              <a:gd name="connsiteX7" fmla="*/ 459945 w 502539"/>
              <a:gd name="connsiteY7" fmla="*/ 135059 h 137789"/>
              <a:gd name="connsiteX8" fmla="*/ 468941 w 502539"/>
              <a:gd name="connsiteY8" fmla="*/ 87434 h 137789"/>
              <a:gd name="connsiteX9" fmla="*/ 498045 w 502539"/>
              <a:gd name="connsiteY9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68941 w 505108"/>
              <a:gd name="connsiteY8" fmla="*/ 87434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57829 w 505108"/>
              <a:gd name="connsiteY8" fmla="*/ 96959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3595 w 505108"/>
              <a:gd name="connsiteY7" fmla="*/ 135059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47245 w 505108"/>
              <a:gd name="connsiteY7" fmla="*/ 133471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86933 w 496376"/>
              <a:gd name="connsiteY0" fmla="*/ 34820 h 137034"/>
              <a:gd name="connsiteX1" fmla="*/ 364695 w 496376"/>
              <a:gd name="connsiteY1" fmla="*/ 954 h 137034"/>
              <a:gd name="connsiteX2" fmla="*/ 136095 w 496376"/>
              <a:gd name="connsiteY2" fmla="*/ 17887 h 137034"/>
              <a:gd name="connsiteX3" fmla="*/ 17561 w 496376"/>
              <a:gd name="connsiteY3" fmla="*/ 102554 h 137034"/>
              <a:gd name="connsiteX4" fmla="*/ 17561 w 496376"/>
              <a:gd name="connsiteY4" fmla="*/ 136421 h 137034"/>
              <a:gd name="connsiteX5" fmla="*/ 178428 w 496376"/>
              <a:gd name="connsiteY5" fmla="*/ 77154 h 137034"/>
              <a:gd name="connsiteX6" fmla="*/ 330828 w 496376"/>
              <a:gd name="connsiteY6" fmla="*/ 68687 h 137034"/>
              <a:gd name="connsiteX7" fmla="*/ 447245 w 496376"/>
              <a:gd name="connsiteY7" fmla="*/ 132716 h 137034"/>
              <a:gd name="connsiteX8" fmla="*/ 461004 w 496376"/>
              <a:gd name="connsiteY8" fmla="*/ 104142 h 137034"/>
              <a:gd name="connsiteX9" fmla="*/ 484816 w 496376"/>
              <a:gd name="connsiteY9" fmla="*/ 70804 h 137034"/>
              <a:gd name="connsiteX10" fmla="*/ 486933 w 496376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47245 w 493212"/>
              <a:gd name="connsiteY7" fmla="*/ 132716 h 137034"/>
              <a:gd name="connsiteX8" fmla="*/ 46100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47245 w 493212"/>
              <a:gd name="connsiteY7" fmla="*/ 132716 h 137034"/>
              <a:gd name="connsiteX8" fmla="*/ 45465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64708 w 493212"/>
              <a:gd name="connsiteY7" fmla="*/ 135891 h 137034"/>
              <a:gd name="connsiteX8" fmla="*/ 45465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64708 w 493212"/>
              <a:gd name="connsiteY7" fmla="*/ 135891 h 137034"/>
              <a:gd name="connsiteX8" fmla="*/ 462591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2170 w 489285"/>
              <a:gd name="connsiteY0" fmla="*/ 31437 h 136826"/>
              <a:gd name="connsiteX1" fmla="*/ 364695 w 489285"/>
              <a:gd name="connsiteY1" fmla="*/ 746 h 136826"/>
              <a:gd name="connsiteX2" fmla="*/ 136095 w 489285"/>
              <a:gd name="connsiteY2" fmla="*/ 17679 h 136826"/>
              <a:gd name="connsiteX3" fmla="*/ 17561 w 489285"/>
              <a:gd name="connsiteY3" fmla="*/ 102346 h 136826"/>
              <a:gd name="connsiteX4" fmla="*/ 17561 w 489285"/>
              <a:gd name="connsiteY4" fmla="*/ 136213 h 136826"/>
              <a:gd name="connsiteX5" fmla="*/ 178428 w 489285"/>
              <a:gd name="connsiteY5" fmla="*/ 76946 h 136826"/>
              <a:gd name="connsiteX6" fmla="*/ 330828 w 489285"/>
              <a:gd name="connsiteY6" fmla="*/ 68479 h 136826"/>
              <a:gd name="connsiteX7" fmla="*/ 464708 w 489285"/>
              <a:gd name="connsiteY7" fmla="*/ 135683 h 136826"/>
              <a:gd name="connsiteX8" fmla="*/ 462591 w 489285"/>
              <a:gd name="connsiteY8" fmla="*/ 103934 h 136826"/>
              <a:gd name="connsiteX9" fmla="*/ 473704 w 489285"/>
              <a:gd name="connsiteY9" fmla="*/ 69008 h 136826"/>
              <a:gd name="connsiteX10" fmla="*/ 482170 w 489285"/>
              <a:gd name="connsiteY10" fmla="*/ 31437 h 136826"/>
              <a:gd name="connsiteX0" fmla="*/ 485345 w 491881"/>
              <a:gd name="connsiteY0" fmla="*/ 31437 h 136826"/>
              <a:gd name="connsiteX1" fmla="*/ 364695 w 491881"/>
              <a:gd name="connsiteY1" fmla="*/ 746 h 136826"/>
              <a:gd name="connsiteX2" fmla="*/ 136095 w 491881"/>
              <a:gd name="connsiteY2" fmla="*/ 17679 h 136826"/>
              <a:gd name="connsiteX3" fmla="*/ 17561 w 491881"/>
              <a:gd name="connsiteY3" fmla="*/ 102346 h 136826"/>
              <a:gd name="connsiteX4" fmla="*/ 17561 w 491881"/>
              <a:gd name="connsiteY4" fmla="*/ 136213 h 136826"/>
              <a:gd name="connsiteX5" fmla="*/ 178428 w 491881"/>
              <a:gd name="connsiteY5" fmla="*/ 76946 h 136826"/>
              <a:gd name="connsiteX6" fmla="*/ 330828 w 491881"/>
              <a:gd name="connsiteY6" fmla="*/ 68479 h 136826"/>
              <a:gd name="connsiteX7" fmla="*/ 464708 w 491881"/>
              <a:gd name="connsiteY7" fmla="*/ 135683 h 136826"/>
              <a:gd name="connsiteX8" fmla="*/ 462591 w 491881"/>
              <a:gd name="connsiteY8" fmla="*/ 103934 h 136826"/>
              <a:gd name="connsiteX9" fmla="*/ 473704 w 491881"/>
              <a:gd name="connsiteY9" fmla="*/ 69008 h 136826"/>
              <a:gd name="connsiteX10" fmla="*/ 485345 w 491881"/>
              <a:gd name="connsiteY10" fmla="*/ 31437 h 136826"/>
              <a:gd name="connsiteX0" fmla="*/ 485345 w 491881"/>
              <a:gd name="connsiteY0" fmla="*/ 31437 h 136826"/>
              <a:gd name="connsiteX1" fmla="*/ 364695 w 491881"/>
              <a:gd name="connsiteY1" fmla="*/ 746 h 136826"/>
              <a:gd name="connsiteX2" fmla="*/ 136095 w 491881"/>
              <a:gd name="connsiteY2" fmla="*/ 17679 h 136826"/>
              <a:gd name="connsiteX3" fmla="*/ 17561 w 491881"/>
              <a:gd name="connsiteY3" fmla="*/ 102346 h 136826"/>
              <a:gd name="connsiteX4" fmla="*/ 17561 w 491881"/>
              <a:gd name="connsiteY4" fmla="*/ 136213 h 136826"/>
              <a:gd name="connsiteX5" fmla="*/ 178428 w 491881"/>
              <a:gd name="connsiteY5" fmla="*/ 76946 h 136826"/>
              <a:gd name="connsiteX6" fmla="*/ 330828 w 491881"/>
              <a:gd name="connsiteY6" fmla="*/ 68479 h 136826"/>
              <a:gd name="connsiteX7" fmla="*/ 461533 w 491881"/>
              <a:gd name="connsiteY7" fmla="*/ 135683 h 136826"/>
              <a:gd name="connsiteX8" fmla="*/ 462591 w 491881"/>
              <a:gd name="connsiteY8" fmla="*/ 103934 h 136826"/>
              <a:gd name="connsiteX9" fmla="*/ 473704 w 491881"/>
              <a:gd name="connsiteY9" fmla="*/ 69008 h 136826"/>
              <a:gd name="connsiteX10" fmla="*/ 485345 w 491881"/>
              <a:gd name="connsiteY10" fmla="*/ 31437 h 136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881" h="136826">
                <a:moveTo>
                  <a:pt x="485345" y="31437"/>
                </a:moveTo>
                <a:cubicBezTo>
                  <a:pt x="467177" y="20060"/>
                  <a:pt x="422903" y="3039"/>
                  <a:pt x="364695" y="746"/>
                </a:cubicBezTo>
                <a:cubicBezTo>
                  <a:pt x="306487" y="-1547"/>
                  <a:pt x="193951" y="746"/>
                  <a:pt x="136095" y="17679"/>
                </a:cubicBezTo>
                <a:cubicBezTo>
                  <a:pt x="78239" y="34612"/>
                  <a:pt x="17561" y="102346"/>
                  <a:pt x="17561" y="102346"/>
                </a:cubicBezTo>
                <a:cubicBezTo>
                  <a:pt x="-2195" y="122102"/>
                  <a:pt x="-9250" y="140446"/>
                  <a:pt x="17561" y="136213"/>
                </a:cubicBezTo>
                <a:cubicBezTo>
                  <a:pt x="44372" y="131980"/>
                  <a:pt x="126217" y="88235"/>
                  <a:pt x="178428" y="76946"/>
                </a:cubicBezTo>
                <a:cubicBezTo>
                  <a:pt x="230639" y="65657"/>
                  <a:pt x="287083" y="60012"/>
                  <a:pt x="330828" y="68479"/>
                </a:cubicBezTo>
                <a:cubicBezTo>
                  <a:pt x="374573" y="76946"/>
                  <a:pt x="439573" y="129774"/>
                  <a:pt x="461533" y="135683"/>
                </a:cubicBezTo>
                <a:cubicBezTo>
                  <a:pt x="483493" y="141592"/>
                  <a:pt x="458181" y="113988"/>
                  <a:pt x="462591" y="103934"/>
                </a:cubicBezTo>
                <a:cubicBezTo>
                  <a:pt x="467001" y="93880"/>
                  <a:pt x="468853" y="75799"/>
                  <a:pt x="473704" y="69008"/>
                </a:cubicBezTo>
                <a:cubicBezTo>
                  <a:pt x="478555" y="62217"/>
                  <a:pt x="503513" y="42814"/>
                  <a:pt x="485345" y="31437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1C9C009-281A-4EC4-87CC-1FF9ACCC57E4}"/>
              </a:ext>
            </a:extLst>
          </p:cNvPr>
          <p:cNvSpPr/>
          <p:nvPr/>
        </p:nvSpPr>
        <p:spPr>
          <a:xfrm>
            <a:off x="1657454" y="4338790"/>
            <a:ext cx="1128610" cy="807358"/>
          </a:xfrm>
          <a:custGeom>
            <a:avLst/>
            <a:gdLst>
              <a:gd name="connsiteX0" fmla="*/ 196815 w 642321"/>
              <a:gd name="connsiteY0" fmla="*/ 501562 h 501562"/>
              <a:gd name="connsiteX1" fmla="*/ 196815 w 642321"/>
              <a:gd name="connsiteY1" fmla="*/ 364402 h 501562"/>
              <a:gd name="connsiteX2" fmla="*/ 191735 w 642321"/>
              <a:gd name="connsiteY2" fmla="*/ 252642 h 501562"/>
              <a:gd name="connsiteX3" fmla="*/ 171415 w 642321"/>
              <a:gd name="connsiteY3" fmla="*/ 196762 h 501562"/>
              <a:gd name="connsiteX4" fmla="*/ 59655 w 642321"/>
              <a:gd name="connsiteY4" fmla="*/ 156122 h 501562"/>
              <a:gd name="connsiteX5" fmla="*/ 13935 w 642321"/>
              <a:gd name="connsiteY5" fmla="*/ 140882 h 501562"/>
              <a:gd name="connsiteX6" fmla="*/ 8855 w 642321"/>
              <a:gd name="connsiteY6" fmla="*/ 29122 h 501562"/>
              <a:gd name="connsiteX7" fmla="*/ 125695 w 642321"/>
              <a:gd name="connsiteY7" fmla="*/ 49442 h 501562"/>
              <a:gd name="connsiteX8" fmla="*/ 232375 w 642321"/>
              <a:gd name="connsiteY8" fmla="*/ 79922 h 501562"/>
              <a:gd name="connsiteX9" fmla="*/ 303495 w 642321"/>
              <a:gd name="connsiteY9" fmla="*/ 130722 h 501562"/>
              <a:gd name="connsiteX10" fmla="*/ 318735 w 642321"/>
              <a:gd name="connsiteY10" fmla="*/ 201842 h 501562"/>
              <a:gd name="connsiteX11" fmla="*/ 344135 w 642321"/>
              <a:gd name="connsiteY11" fmla="*/ 100242 h 501562"/>
              <a:gd name="connsiteX12" fmla="*/ 603215 w 642321"/>
              <a:gd name="connsiteY12" fmla="*/ 3722 h 501562"/>
              <a:gd name="connsiteX13" fmla="*/ 623535 w 642321"/>
              <a:gd name="connsiteY13" fmla="*/ 29122 h 501562"/>
              <a:gd name="connsiteX14" fmla="*/ 638775 w 642321"/>
              <a:gd name="connsiteY14" fmla="*/ 115482 h 501562"/>
              <a:gd name="connsiteX15" fmla="*/ 552415 w 642321"/>
              <a:gd name="connsiteY15" fmla="*/ 151042 h 501562"/>
              <a:gd name="connsiteX16" fmla="*/ 425415 w 642321"/>
              <a:gd name="connsiteY16" fmla="*/ 201842 h 501562"/>
              <a:gd name="connsiteX17" fmla="*/ 379695 w 642321"/>
              <a:gd name="connsiteY17" fmla="*/ 283122 h 501562"/>
              <a:gd name="connsiteX18" fmla="*/ 374615 w 642321"/>
              <a:gd name="connsiteY18" fmla="*/ 466002 h 501562"/>
              <a:gd name="connsiteX0" fmla="*/ 211355 w 656861"/>
              <a:gd name="connsiteY0" fmla="*/ 501562 h 501562"/>
              <a:gd name="connsiteX1" fmla="*/ 211355 w 656861"/>
              <a:gd name="connsiteY1" fmla="*/ 364402 h 501562"/>
              <a:gd name="connsiteX2" fmla="*/ 206275 w 656861"/>
              <a:gd name="connsiteY2" fmla="*/ 252642 h 501562"/>
              <a:gd name="connsiteX3" fmla="*/ 185955 w 656861"/>
              <a:gd name="connsiteY3" fmla="*/ 196762 h 501562"/>
              <a:gd name="connsiteX4" fmla="*/ 74195 w 656861"/>
              <a:gd name="connsiteY4" fmla="*/ 156122 h 501562"/>
              <a:gd name="connsiteX5" fmla="*/ 3799 w 656861"/>
              <a:gd name="connsiteY5" fmla="*/ 133306 h 501562"/>
              <a:gd name="connsiteX6" fmla="*/ 23395 w 656861"/>
              <a:gd name="connsiteY6" fmla="*/ 29122 h 501562"/>
              <a:gd name="connsiteX7" fmla="*/ 140235 w 656861"/>
              <a:gd name="connsiteY7" fmla="*/ 49442 h 501562"/>
              <a:gd name="connsiteX8" fmla="*/ 246915 w 656861"/>
              <a:gd name="connsiteY8" fmla="*/ 79922 h 501562"/>
              <a:gd name="connsiteX9" fmla="*/ 318035 w 656861"/>
              <a:gd name="connsiteY9" fmla="*/ 130722 h 501562"/>
              <a:gd name="connsiteX10" fmla="*/ 333275 w 656861"/>
              <a:gd name="connsiteY10" fmla="*/ 201842 h 501562"/>
              <a:gd name="connsiteX11" fmla="*/ 358675 w 656861"/>
              <a:gd name="connsiteY11" fmla="*/ 100242 h 501562"/>
              <a:gd name="connsiteX12" fmla="*/ 617755 w 656861"/>
              <a:gd name="connsiteY12" fmla="*/ 3722 h 501562"/>
              <a:gd name="connsiteX13" fmla="*/ 638075 w 656861"/>
              <a:gd name="connsiteY13" fmla="*/ 29122 h 501562"/>
              <a:gd name="connsiteX14" fmla="*/ 653315 w 656861"/>
              <a:gd name="connsiteY14" fmla="*/ 115482 h 501562"/>
              <a:gd name="connsiteX15" fmla="*/ 566955 w 656861"/>
              <a:gd name="connsiteY15" fmla="*/ 151042 h 501562"/>
              <a:gd name="connsiteX16" fmla="*/ 439955 w 656861"/>
              <a:gd name="connsiteY16" fmla="*/ 201842 h 501562"/>
              <a:gd name="connsiteX17" fmla="*/ 394235 w 656861"/>
              <a:gd name="connsiteY17" fmla="*/ 283122 h 501562"/>
              <a:gd name="connsiteX18" fmla="*/ 389155 w 656861"/>
              <a:gd name="connsiteY18" fmla="*/ 466002 h 501562"/>
              <a:gd name="connsiteX0" fmla="*/ 212476 w 657982"/>
              <a:gd name="connsiteY0" fmla="*/ 501562 h 501562"/>
              <a:gd name="connsiteX1" fmla="*/ 212476 w 657982"/>
              <a:gd name="connsiteY1" fmla="*/ 364402 h 501562"/>
              <a:gd name="connsiteX2" fmla="*/ 207396 w 657982"/>
              <a:gd name="connsiteY2" fmla="*/ 252642 h 501562"/>
              <a:gd name="connsiteX3" fmla="*/ 187076 w 657982"/>
              <a:gd name="connsiteY3" fmla="*/ 196762 h 501562"/>
              <a:gd name="connsiteX4" fmla="*/ 75316 w 657982"/>
              <a:gd name="connsiteY4" fmla="*/ 156122 h 501562"/>
              <a:gd name="connsiteX5" fmla="*/ 4920 w 657982"/>
              <a:gd name="connsiteY5" fmla="*/ 133306 h 501562"/>
              <a:gd name="connsiteX6" fmla="*/ 20990 w 657982"/>
              <a:gd name="connsiteY6" fmla="*/ 25334 h 501562"/>
              <a:gd name="connsiteX7" fmla="*/ 141356 w 657982"/>
              <a:gd name="connsiteY7" fmla="*/ 49442 h 501562"/>
              <a:gd name="connsiteX8" fmla="*/ 248036 w 657982"/>
              <a:gd name="connsiteY8" fmla="*/ 79922 h 501562"/>
              <a:gd name="connsiteX9" fmla="*/ 319156 w 657982"/>
              <a:gd name="connsiteY9" fmla="*/ 130722 h 501562"/>
              <a:gd name="connsiteX10" fmla="*/ 334396 w 657982"/>
              <a:gd name="connsiteY10" fmla="*/ 201842 h 501562"/>
              <a:gd name="connsiteX11" fmla="*/ 359796 w 657982"/>
              <a:gd name="connsiteY11" fmla="*/ 100242 h 501562"/>
              <a:gd name="connsiteX12" fmla="*/ 618876 w 657982"/>
              <a:gd name="connsiteY12" fmla="*/ 3722 h 501562"/>
              <a:gd name="connsiteX13" fmla="*/ 639196 w 657982"/>
              <a:gd name="connsiteY13" fmla="*/ 29122 h 501562"/>
              <a:gd name="connsiteX14" fmla="*/ 654436 w 657982"/>
              <a:gd name="connsiteY14" fmla="*/ 115482 h 501562"/>
              <a:gd name="connsiteX15" fmla="*/ 568076 w 657982"/>
              <a:gd name="connsiteY15" fmla="*/ 151042 h 501562"/>
              <a:gd name="connsiteX16" fmla="*/ 441076 w 657982"/>
              <a:gd name="connsiteY16" fmla="*/ 201842 h 501562"/>
              <a:gd name="connsiteX17" fmla="*/ 395356 w 657982"/>
              <a:gd name="connsiteY17" fmla="*/ 283122 h 501562"/>
              <a:gd name="connsiteX18" fmla="*/ 390276 w 657982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49414 w 659360"/>
              <a:gd name="connsiteY8" fmla="*/ 79922 h 501562"/>
              <a:gd name="connsiteX9" fmla="*/ 320534 w 659360"/>
              <a:gd name="connsiteY9" fmla="*/ 130722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49414 w 659360"/>
              <a:gd name="connsiteY8" fmla="*/ 79922 h 501562"/>
              <a:gd name="connsiteX9" fmla="*/ 295858 w 659360"/>
              <a:gd name="connsiteY9" fmla="*/ 126934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14162 w 659360"/>
              <a:gd name="connsiteY8" fmla="*/ 72346 h 501562"/>
              <a:gd name="connsiteX9" fmla="*/ 295858 w 659360"/>
              <a:gd name="connsiteY9" fmla="*/ 126934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359 w 658865"/>
              <a:gd name="connsiteY0" fmla="*/ 501562 h 501562"/>
              <a:gd name="connsiteX1" fmla="*/ 213359 w 658865"/>
              <a:gd name="connsiteY1" fmla="*/ 364402 h 501562"/>
              <a:gd name="connsiteX2" fmla="*/ 208279 w 658865"/>
              <a:gd name="connsiteY2" fmla="*/ 252642 h 501562"/>
              <a:gd name="connsiteX3" fmla="*/ 187959 w 658865"/>
              <a:gd name="connsiteY3" fmla="*/ 196762 h 501562"/>
              <a:gd name="connsiteX4" fmla="*/ 76199 w 658865"/>
              <a:gd name="connsiteY4" fmla="*/ 156122 h 501562"/>
              <a:gd name="connsiteX5" fmla="*/ 5803 w 658865"/>
              <a:gd name="connsiteY5" fmla="*/ 133306 h 501562"/>
              <a:gd name="connsiteX6" fmla="*/ 18348 w 658865"/>
              <a:gd name="connsiteY6" fmla="*/ 13971 h 501562"/>
              <a:gd name="connsiteX7" fmla="*/ 131663 w 658865"/>
              <a:gd name="connsiteY7" fmla="*/ 26715 h 501562"/>
              <a:gd name="connsiteX8" fmla="*/ 213667 w 658865"/>
              <a:gd name="connsiteY8" fmla="*/ 72346 h 501562"/>
              <a:gd name="connsiteX9" fmla="*/ 295363 w 658865"/>
              <a:gd name="connsiteY9" fmla="*/ 126934 h 501562"/>
              <a:gd name="connsiteX10" fmla="*/ 335279 w 658865"/>
              <a:gd name="connsiteY10" fmla="*/ 201842 h 501562"/>
              <a:gd name="connsiteX11" fmla="*/ 360679 w 658865"/>
              <a:gd name="connsiteY11" fmla="*/ 100242 h 501562"/>
              <a:gd name="connsiteX12" fmla="*/ 619759 w 658865"/>
              <a:gd name="connsiteY12" fmla="*/ 3722 h 501562"/>
              <a:gd name="connsiteX13" fmla="*/ 640079 w 658865"/>
              <a:gd name="connsiteY13" fmla="*/ 29122 h 501562"/>
              <a:gd name="connsiteX14" fmla="*/ 655319 w 658865"/>
              <a:gd name="connsiteY14" fmla="*/ 115482 h 501562"/>
              <a:gd name="connsiteX15" fmla="*/ 568959 w 658865"/>
              <a:gd name="connsiteY15" fmla="*/ 151042 h 501562"/>
              <a:gd name="connsiteX16" fmla="*/ 441959 w 658865"/>
              <a:gd name="connsiteY16" fmla="*/ 201842 h 501562"/>
              <a:gd name="connsiteX17" fmla="*/ 396239 w 658865"/>
              <a:gd name="connsiteY17" fmla="*/ 283122 h 501562"/>
              <a:gd name="connsiteX18" fmla="*/ 391159 w 658865"/>
              <a:gd name="connsiteY18" fmla="*/ 466002 h 501562"/>
              <a:gd name="connsiteX0" fmla="*/ 213359 w 658865"/>
              <a:gd name="connsiteY0" fmla="*/ 501562 h 501562"/>
              <a:gd name="connsiteX1" fmla="*/ 213359 w 658865"/>
              <a:gd name="connsiteY1" fmla="*/ 364402 h 501562"/>
              <a:gd name="connsiteX2" fmla="*/ 208279 w 658865"/>
              <a:gd name="connsiteY2" fmla="*/ 252642 h 501562"/>
              <a:gd name="connsiteX3" fmla="*/ 187959 w 658865"/>
              <a:gd name="connsiteY3" fmla="*/ 196762 h 501562"/>
              <a:gd name="connsiteX4" fmla="*/ 76199 w 658865"/>
              <a:gd name="connsiteY4" fmla="*/ 156122 h 501562"/>
              <a:gd name="connsiteX5" fmla="*/ 5803 w 658865"/>
              <a:gd name="connsiteY5" fmla="*/ 133306 h 501562"/>
              <a:gd name="connsiteX6" fmla="*/ 18348 w 658865"/>
              <a:gd name="connsiteY6" fmla="*/ 13971 h 501562"/>
              <a:gd name="connsiteX7" fmla="*/ 131663 w 658865"/>
              <a:gd name="connsiteY7" fmla="*/ 26715 h 501562"/>
              <a:gd name="connsiteX8" fmla="*/ 213667 w 658865"/>
              <a:gd name="connsiteY8" fmla="*/ 72346 h 501562"/>
              <a:gd name="connsiteX9" fmla="*/ 295363 w 658865"/>
              <a:gd name="connsiteY9" fmla="*/ 126934 h 501562"/>
              <a:gd name="connsiteX10" fmla="*/ 321178 w 658865"/>
              <a:gd name="connsiteY10" fmla="*/ 205630 h 501562"/>
              <a:gd name="connsiteX11" fmla="*/ 360679 w 658865"/>
              <a:gd name="connsiteY11" fmla="*/ 100242 h 501562"/>
              <a:gd name="connsiteX12" fmla="*/ 619759 w 658865"/>
              <a:gd name="connsiteY12" fmla="*/ 3722 h 501562"/>
              <a:gd name="connsiteX13" fmla="*/ 640079 w 658865"/>
              <a:gd name="connsiteY13" fmla="*/ 29122 h 501562"/>
              <a:gd name="connsiteX14" fmla="*/ 655319 w 658865"/>
              <a:gd name="connsiteY14" fmla="*/ 115482 h 501562"/>
              <a:gd name="connsiteX15" fmla="*/ 568959 w 658865"/>
              <a:gd name="connsiteY15" fmla="*/ 151042 h 501562"/>
              <a:gd name="connsiteX16" fmla="*/ 441959 w 658865"/>
              <a:gd name="connsiteY16" fmla="*/ 201842 h 501562"/>
              <a:gd name="connsiteX17" fmla="*/ 396239 w 658865"/>
              <a:gd name="connsiteY17" fmla="*/ 283122 h 501562"/>
              <a:gd name="connsiteX18" fmla="*/ 391159 w 658865"/>
              <a:gd name="connsiteY18" fmla="*/ 466002 h 501562"/>
              <a:gd name="connsiteX0" fmla="*/ 213359 w 658865"/>
              <a:gd name="connsiteY0" fmla="*/ 501815 h 501815"/>
              <a:gd name="connsiteX1" fmla="*/ 213359 w 658865"/>
              <a:gd name="connsiteY1" fmla="*/ 364655 h 501815"/>
              <a:gd name="connsiteX2" fmla="*/ 208279 w 658865"/>
              <a:gd name="connsiteY2" fmla="*/ 252895 h 501815"/>
              <a:gd name="connsiteX3" fmla="*/ 187959 w 658865"/>
              <a:gd name="connsiteY3" fmla="*/ 197015 h 501815"/>
              <a:gd name="connsiteX4" fmla="*/ 76199 w 658865"/>
              <a:gd name="connsiteY4" fmla="*/ 156375 h 501815"/>
              <a:gd name="connsiteX5" fmla="*/ 5803 w 658865"/>
              <a:gd name="connsiteY5" fmla="*/ 133559 h 501815"/>
              <a:gd name="connsiteX6" fmla="*/ 18348 w 658865"/>
              <a:gd name="connsiteY6" fmla="*/ 14224 h 501815"/>
              <a:gd name="connsiteX7" fmla="*/ 131663 w 658865"/>
              <a:gd name="connsiteY7" fmla="*/ 26968 h 501815"/>
              <a:gd name="connsiteX8" fmla="*/ 213667 w 658865"/>
              <a:gd name="connsiteY8" fmla="*/ 72599 h 501815"/>
              <a:gd name="connsiteX9" fmla="*/ 295363 w 658865"/>
              <a:gd name="connsiteY9" fmla="*/ 127187 h 501815"/>
              <a:gd name="connsiteX10" fmla="*/ 321178 w 658865"/>
              <a:gd name="connsiteY10" fmla="*/ 205883 h 501815"/>
              <a:gd name="connsiteX11" fmla="*/ 392406 w 658865"/>
              <a:gd name="connsiteY11" fmla="*/ 104283 h 501815"/>
              <a:gd name="connsiteX12" fmla="*/ 619759 w 658865"/>
              <a:gd name="connsiteY12" fmla="*/ 3975 h 501815"/>
              <a:gd name="connsiteX13" fmla="*/ 640079 w 658865"/>
              <a:gd name="connsiteY13" fmla="*/ 29375 h 501815"/>
              <a:gd name="connsiteX14" fmla="*/ 655319 w 658865"/>
              <a:gd name="connsiteY14" fmla="*/ 115735 h 501815"/>
              <a:gd name="connsiteX15" fmla="*/ 568959 w 658865"/>
              <a:gd name="connsiteY15" fmla="*/ 151295 h 501815"/>
              <a:gd name="connsiteX16" fmla="*/ 441959 w 658865"/>
              <a:gd name="connsiteY16" fmla="*/ 202095 h 501815"/>
              <a:gd name="connsiteX17" fmla="*/ 396239 w 658865"/>
              <a:gd name="connsiteY17" fmla="*/ 283375 h 501815"/>
              <a:gd name="connsiteX18" fmla="*/ 391159 w 658865"/>
              <a:gd name="connsiteY18" fmla="*/ 466255 h 501815"/>
              <a:gd name="connsiteX0" fmla="*/ 213359 w 668593"/>
              <a:gd name="connsiteY0" fmla="*/ 498670 h 498670"/>
              <a:gd name="connsiteX1" fmla="*/ 213359 w 668593"/>
              <a:gd name="connsiteY1" fmla="*/ 361510 h 498670"/>
              <a:gd name="connsiteX2" fmla="*/ 208279 w 668593"/>
              <a:gd name="connsiteY2" fmla="*/ 249750 h 498670"/>
              <a:gd name="connsiteX3" fmla="*/ 187959 w 668593"/>
              <a:gd name="connsiteY3" fmla="*/ 193870 h 498670"/>
              <a:gd name="connsiteX4" fmla="*/ 76199 w 668593"/>
              <a:gd name="connsiteY4" fmla="*/ 153230 h 498670"/>
              <a:gd name="connsiteX5" fmla="*/ 5803 w 668593"/>
              <a:gd name="connsiteY5" fmla="*/ 130414 h 498670"/>
              <a:gd name="connsiteX6" fmla="*/ 18348 w 668593"/>
              <a:gd name="connsiteY6" fmla="*/ 11079 h 498670"/>
              <a:gd name="connsiteX7" fmla="*/ 131663 w 668593"/>
              <a:gd name="connsiteY7" fmla="*/ 23823 h 498670"/>
              <a:gd name="connsiteX8" fmla="*/ 213667 w 668593"/>
              <a:gd name="connsiteY8" fmla="*/ 69454 h 498670"/>
              <a:gd name="connsiteX9" fmla="*/ 295363 w 668593"/>
              <a:gd name="connsiteY9" fmla="*/ 124042 h 498670"/>
              <a:gd name="connsiteX10" fmla="*/ 321178 w 668593"/>
              <a:gd name="connsiteY10" fmla="*/ 202738 h 498670"/>
              <a:gd name="connsiteX11" fmla="*/ 392406 w 668593"/>
              <a:gd name="connsiteY11" fmla="*/ 101138 h 498670"/>
              <a:gd name="connsiteX12" fmla="*/ 619759 w 668593"/>
              <a:gd name="connsiteY12" fmla="*/ 830 h 498670"/>
              <a:gd name="connsiteX13" fmla="*/ 664755 w 668593"/>
              <a:gd name="connsiteY13" fmla="*/ 56532 h 498670"/>
              <a:gd name="connsiteX14" fmla="*/ 655319 w 668593"/>
              <a:gd name="connsiteY14" fmla="*/ 112590 h 498670"/>
              <a:gd name="connsiteX15" fmla="*/ 568959 w 668593"/>
              <a:gd name="connsiteY15" fmla="*/ 148150 h 498670"/>
              <a:gd name="connsiteX16" fmla="*/ 441959 w 668593"/>
              <a:gd name="connsiteY16" fmla="*/ 198950 h 498670"/>
              <a:gd name="connsiteX17" fmla="*/ 396239 w 668593"/>
              <a:gd name="connsiteY17" fmla="*/ 280230 h 498670"/>
              <a:gd name="connsiteX18" fmla="*/ 391159 w 668593"/>
              <a:gd name="connsiteY18" fmla="*/ 463110 h 498670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48317 h 498837"/>
              <a:gd name="connsiteX16" fmla="*/ 441959 w 682783"/>
              <a:gd name="connsiteY16" fmla="*/ 199117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199117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218056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218056 h 498837"/>
              <a:gd name="connsiteX17" fmla="*/ 396239 w 682783"/>
              <a:gd name="connsiteY17" fmla="*/ 314488 h 498837"/>
              <a:gd name="connsiteX18" fmla="*/ 391159 w 682783"/>
              <a:gd name="connsiteY18" fmla="*/ 463277 h 498837"/>
              <a:gd name="connsiteX0" fmla="*/ 213359 w 685858"/>
              <a:gd name="connsiteY0" fmla="*/ 494537 h 494537"/>
              <a:gd name="connsiteX1" fmla="*/ 213359 w 685858"/>
              <a:gd name="connsiteY1" fmla="*/ 357377 h 494537"/>
              <a:gd name="connsiteX2" fmla="*/ 208279 w 685858"/>
              <a:gd name="connsiteY2" fmla="*/ 245617 h 494537"/>
              <a:gd name="connsiteX3" fmla="*/ 187959 w 685858"/>
              <a:gd name="connsiteY3" fmla="*/ 189737 h 494537"/>
              <a:gd name="connsiteX4" fmla="*/ 76199 w 685858"/>
              <a:gd name="connsiteY4" fmla="*/ 149097 h 494537"/>
              <a:gd name="connsiteX5" fmla="*/ 5803 w 685858"/>
              <a:gd name="connsiteY5" fmla="*/ 126281 h 494537"/>
              <a:gd name="connsiteX6" fmla="*/ 18348 w 685858"/>
              <a:gd name="connsiteY6" fmla="*/ 6946 h 494537"/>
              <a:gd name="connsiteX7" fmla="*/ 131663 w 685858"/>
              <a:gd name="connsiteY7" fmla="*/ 19690 h 494537"/>
              <a:gd name="connsiteX8" fmla="*/ 213667 w 685858"/>
              <a:gd name="connsiteY8" fmla="*/ 65321 h 494537"/>
              <a:gd name="connsiteX9" fmla="*/ 295363 w 685858"/>
              <a:gd name="connsiteY9" fmla="*/ 119909 h 494537"/>
              <a:gd name="connsiteX10" fmla="*/ 321178 w 685858"/>
              <a:gd name="connsiteY10" fmla="*/ 198605 h 494537"/>
              <a:gd name="connsiteX11" fmla="*/ 392406 w 685858"/>
              <a:gd name="connsiteY11" fmla="*/ 97005 h 494537"/>
              <a:gd name="connsiteX12" fmla="*/ 538680 w 685858"/>
              <a:gd name="connsiteY12" fmla="*/ 42151 h 494537"/>
              <a:gd name="connsiteX13" fmla="*/ 664755 w 685858"/>
              <a:gd name="connsiteY13" fmla="*/ 52399 h 494537"/>
              <a:gd name="connsiteX14" fmla="*/ 676470 w 685858"/>
              <a:gd name="connsiteY14" fmla="*/ 161486 h 494537"/>
              <a:gd name="connsiteX15" fmla="*/ 568959 w 685858"/>
              <a:gd name="connsiteY15" fmla="*/ 174319 h 494537"/>
              <a:gd name="connsiteX16" fmla="*/ 441959 w 685858"/>
              <a:gd name="connsiteY16" fmla="*/ 213756 h 494537"/>
              <a:gd name="connsiteX17" fmla="*/ 396239 w 685858"/>
              <a:gd name="connsiteY17" fmla="*/ 310188 h 494537"/>
              <a:gd name="connsiteX18" fmla="*/ 391159 w 685858"/>
              <a:gd name="connsiteY18" fmla="*/ 458977 h 494537"/>
              <a:gd name="connsiteX0" fmla="*/ 213359 w 685858"/>
              <a:gd name="connsiteY0" fmla="*/ 494537 h 494537"/>
              <a:gd name="connsiteX1" fmla="*/ 213359 w 685858"/>
              <a:gd name="connsiteY1" fmla="*/ 357377 h 494537"/>
              <a:gd name="connsiteX2" fmla="*/ 208279 w 685858"/>
              <a:gd name="connsiteY2" fmla="*/ 245617 h 494537"/>
              <a:gd name="connsiteX3" fmla="*/ 187959 w 685858"/>
              <a:gd name="connsiteY3" fmla="*/ 189737 h 494537"/>
              <a:gd name="connsiteX4" fmla="*/ 76199 w 685858"/>
              <a:gd name="connsiteY4" fmla="*/ 149097 h 494537"/>
              <a:gd name="connsiteX5" fmla="*/ 5803 w 685858"/>
              <a:gd name="connsiteY5" fmla="*/ 126281 h 494537"/>
              <a:gd name="connsiteX6" fmla="*/ 18348 w 685858"/>
              <a:gd name="connsiteY6" fmla="*/ 6946 h 494537"/>
              <a:gd name="connsiteX7" fmla="*/ 131663 w 685858"/>
              <a:gd name="connsiteY7" fmla="*/ 19690 h 494537"/>
              <a:gd name="connsiteX8" fmla="*/ 213667 w 685858"/>
              <a:gd name="connsiteY8" fmla="*/ 65321 h 494537"/>
              <a:gd name="connsiteX9" fmla="*/ 295363 w 685858"/>
              <a:gd name="connsiteY9" fmla="*/ 119909 h 494537"/>
              <a:gd name="connsiteX10" fmla="*/ 321178 w 685858"/>
              <a:gd name="connsiteY10" fmla="*/ 198605 h 494537"/>
              <a:gd name="connsiteX11" fmla="*/ 392406 w 685858"/>
              <a:gd name="connsiteY11" fmla="*/ 97005 h 494537"/>
              <a:gd name="connsiteX12" fmla="*/ 538680 w 685858"/>
              <a:gd name="connsiteY12" fmla="*/ 42151 h 494537"/>
              <a:gd name="connsiteX13" fmla="*/ 664755 w 685858"/>
              <a:gd name="connsiteY13" fmla="*/ 41036 h 494537"/>
              <a:gd name="connsiteX14" fmla="*/ 676470 w 685858"/>
              <a:gd name="connsiteY14" fmla="*/ 161486 h 494537"/>
              <a:gd name="connsiteX15" fmla="*/ 568959 w 685858"/>
              <a:gd name="connsiteY15" fmla="*/ 174319 h 494537"/>
              <a:gd name="connsiteX16" fmla="*/ 441959 w 685858"/>
              <a:gd name="connsiteY16" fmla="*/ 213756 h 494537"/>
              <a:gd name="connsiteX17" fmla="*/ 396239 w 685858"/>
              <a:gd name="connsiteY17" fmla="*/ 310188 h 494537"/>
              <a:gd name="connsiteX18" fmla="*/ 391159 w 685858"/>
              <a:gd name="connsiteY18" fmla="*/ 458977 h 494537"/>
              <a:gd name="connsiteX0" fmla="*/ 213359 w 682341"/>
              <a:gd name="connsiteY0" fmla="*/ 494537 h 494537"/>
              <a:gd name="connsiteX1" fmla="*/ 213359 w 682341"/>
              <a:gd name="connsiteY1" fmla="*/ 357377 h 494537"/>
              <a:gd name="connsiteX2" fmla="*/ 208279 w 682341"/>
              <a:gd name="connsiteY2" fmla="*/ 245617 h 494537"/>
              <a:gd name="connsiteX3" fmla="*/ 187959 w 682341"/>
              <a:gd name="connsiteY3" fmla="*/ 189737 h 494537"/>
              <a:gd name="connsiteX4" fmla="*/ 76199 w 682341"/>
              <a:gd name="connsiteY4" fmla="*/ 149097 h 494537"/>
              <a:gd name="connsiteX5" fmla="*/ 5803 w 682341"/>
              <a:gd name="connsiteY5" fmla="*/ 126281 h 494537"/>
              <a:gd name="connsiteX6" fmla="*/ 18348 w 682341"/>
              <a:gd name="connsiteY6" fmla="*/ 6946 h 494537"/>
              <a:gd name="connsiteX7" fmla="*/ 131663 w 682341"/>
              <a:gd name="connsiteY7" fmla="*/ 19690 h 494537"/>
              <a:gd name="connsiteX8" fmla="*/ 213667 w 682341"/>
              <a:gd name="connsiteY8" fmla="*/ 65321 h 494537"/>
              <a:gd name="connsiteX9" fmla="*/ 295363 w 682341"/>
              <a:gd name="connsiteY9" fmla="*/ 119909 h 494537"/>
              <a:gd name="connsiteX10" fmla="*/ 321178 w 682341"/>
              <a:gd name="connsiteY10" fmla="*/ 198605 h 494537"/>
              <a:gd name="connsiteX11" fmla="*/ 392406 w 682341"/>
              <a:gd name="connsiteY11" fmla="*/ 97005 h 494537"/>
              <a:gd name="connsiteX12" fmla="*/ 538680 w 682341"/>
              <a:gd name="connsiteY12" fmla="*/ 42151 h 494537"/>
              <a:gd name="connsiteX13" fmla="*/ 664755 w 682341"/>
              <a:gd name="connsiteY13" fmla="*/ 41036 h 494537"/>
              <a:gd name="connsiteX14" fmla="*/ 667780 w 682341"/>
              <a:gd name="connsiteY14" fmla="*/ 103860 h 494537"/>
              <a:gd name="connsiteX15" fmla="*/ 676470 w 682341"/>
              <a:gd name="connsiteY15" fmla="*/ 161486 h 494537"/>
              <a:gd name="connsiteX16" fmla="*/ 568959 w 682341"/>
              <a:gd name="connsiteY16" fmla="*/ 174319 h 494537"/>
              <a:gd name="connsiteX17" fmla="*/ 441959 w 682341"/>
              <a:gd name="connsiteY17" fmla="*/ 213756 h 494537"/>
              <a:gd name="connsiteX18" fmla="*/ 396239 w 682341"/>
              <a:gd name="connsiteY18" fmla="*/ 310188 h 494537"/>
              <a:gd name="connsiteX19" fmla="*/ 391159 w 682341"/>
              <a:gd name="connsiteY19" fmla="*/ 458977 h 494537"/>
              <a:gd name="connsiteX0" fmla="*/ 213359 w 682341"/>
              <a:gd name="connsiteY0" fmla="*/ 494537 h 494537"/>
              <a:gd name="connsiteX1" fmla="*/ 213359 w 682341"/>
              <a:gd name="connsiteY1" fmla="*/ 357377 h 494537"/>
              <a:gd name="connsiteX2" fmla="*/ 208279 w 682341"/>
              <a:gd name="connsiteY2" fmla="*/ 245617 h 494537"/>
              <a:gd name="connsiteX3" fmla="*/ 187959 w 682341"/>
              <a:gd name="connsiteY3" fmla="*/ 189737 h 494537"/>
              <a:gd name="connsiteX4" fmla="*/ 76199 w 682341"/>
              <a:gd name="connsiteY4" fmla="*/ 149097 h 494537"/>
              <a:gd name="connsiteX5" fmla="*/ 5803 w 682341"/>
              <a:gd name="connsiteY5" fmla="*/ 126281 h 494537"/>
              <a:gd name="connsiteX6" fmla="*/ 18348 w 682341"/>
              <a:gd name="connsiteY6" fmla="*/ 6946 h 494537"/>
              <a:gd name="connsiteX7" fmla="*/ 131663 w 682341"/>
              <a:gd name="connsiteY7" fmla="*/ 19690 h 494537"/>
              <a:gd name="connsiteX8" fmla="*/ 213667 w 682341"/>
              <a:gd name="connsiteY8" fmla="*/ 65321 h 494537"/>
              <a:gd name="connsiteX9" fmla="*/ 295363 w 682341"/>
              <a:gd name="connsiteY9" fmla="*/ 119909 h 494537"/>
              <a:gd name="connsiteX10" fmla="*/ 321178 w 682341"/>
              <a:gd name="connsiteY10" fmla="*/ 198605 h 494537"/>
              <a:gd name="connsiteX11" fmla="*/ 392406 w 682341"/>
              <a:gd name="connsiteY11" fmla="*/ 97005 h 494537"/>
              <a:gd name="connsiteX12" fmla="*/ 538680 w 682341"/>
              <a:gd name="connsiteY12" fmla="*/ 42151 h 494537"/>
              <a:gd name="connsiteX13" fmla="*/ 664755 w 682341"/>
              <a:gd name="connsiteY13" fmla="*/ 41036 h 494537"/>
              <a:gd name="connsiteX14" fmla="*/ 667780 w 682341"/>
              <a:gd name="connsiteY14" fmla="*/ 103860 h 494537"/>
              <a:gd name="connsiteX15" fmla="*/ 676470 w 682341"/>
              <a:gd name="connsiteY15" fmla="*/ 161486 h 494537"/>
              <a:gd name="connsiteX16" fmla="*/ 568959 w 682341"/>
              <a:gd name="connsiteY16" fmla="*/ 174319 h 494537"/>
              <a:gd name="connsiteX17" fmla="*/ 441959 w 682341"/>
              <a:gd name="connsiteY17" fmla="*/ 213756 h 494537"/>
              <a:gd name="connsiteX18" fmla="*/ 396239 w 682341"/>
              <a:gd name="connsiteY18" fmla="*/ 310188 h 494537"/>
              <a:gd name="connsiteX19" fmla="*/ 391159 w 682341"/>
              <a:gd name="connsiteY19" fmla="*/ 458977 h 494537"/>
              <a:gd name="connsiteX0" fmla="*/ 213359 w 679466"/>
              <a:gd name="connsiteY0" fmla="*/ 494537 h 494537"/>
              <a:gd name="connsiteX1" fmla="*/ 213359 w 679466"/>
              <a:gd name="connsiteY1" fmla="*/ 357377 h 494537"/>
              <a:gd name="connsiteX2" fmla="*/ 208279 w 679466"/>
              <a:gd name="connsiteY2" fmla="*/ 245617 h 494537"/>
              <a:gd name="connsiteX3" fmla="*/ 187959 w 679466"/>
              <a:gd name="connsiteY3" fmla="*/ 189737 h 494537"/>
              <a:gd name="connsiteX4" fmla="*/ 76199 w 679466"/>
              <a:gd name="connsiteY4" fmla="*/ 149097 h 494537"/>
              <a:gd name="connsiteX5" fmla="*/ 5803 w 679466"/>
              <a:gd name="connsiteY5" fmla="*/ 126281 h 494537"/>
              <a:gd name="connsiteX6" fmla="*/ 18348 w 679466"/>
              <a:gd name="connsiteY6" fmla="*/ 6946 h 494537"/>
              <a:gd name="connsiteX7" fmla="*/ 131663 w 679466"/>
              <a:gd name="connsiteY7" fmla="*/ 19690 h 494537"/>
              <a:gd name="connsiteX8" fmla="*/ 213667 w 679466"/>
              <a:gd name="connsiteY8" fmla="*/ 65321 h 494537"/>
              <a:gd name="connsiteX9" fmla="*/ 295363 w 679466"/>
              <a:gd name="connsiteY9" fmla="*/ 119909 h 494537"/>
              <a:gd name="connsiteX10" fmla="*/ 321178 w 679466"/>
              <a:gd name="connsiteY10" fmla="*/ 198605 h 494537"/>
              <a:gd name="connsiteX11" fmla="*/ 392406 w 679466"/>
              <a:gd name="connsiteY11" fmla="*/ 97005 h 494537"/>
              <a:gd name="connsiteX12" fmla="*/ 538680 w 679466"/>
              <a:gd name="connsiteY12" fmla="*/ 42151 h 494537"/>
              <a:gd name="connsiteX13" fmla="*/ 664755 w 679466"/>
              <a:gd name="connsiteY13" fmla="*/ 41036 h 494537"/>
              <a:gd name="connsiteX14" fmla="*/ 667780 w 679466"/>
              <a:gd name="connsiteY14" fmla="*/ 103860 h 494537"/>
              <a:gd name="connsiteX15" fmla="*/ 672945 w 679466"/>
              <a:gd name="connsiteY15" fmla="*/ 161486 h 494537"/>
              <a:gd name="connsiteX16" fmla="*/ 568959 w 679466"/>
              <a:gd name="connsiteY16" fmla="*/ 174319 h 494537"/>
              <a:gd name="connsiteX17" fmla="*/ 441959 w 679466"/>
              <a:gd name="connsiteY17" fmla="*/ 213756 h 494537"/>
              <a:gd name="connsiteX18" fmla="*/ 396239 w 679466"/>
              <a:gd name="connsiteY18" fmla="*/ 310188 h 494537"/>
              <a:gd name="connsiteX19" fmla="*/ 391159 w 679466"/>
              <a:gd name="connsiteY19" fmla="*/ 458977 h 494537"/>
              <a:gd name="connsiteX0" fmla="*/ 213359 w 681811"/>
              <a:gd name="connsiteY0" fmla="*/ 494537 h 494537"/>
              <a:gd name="connsiteX1" fmla="*/ 213359 w 681811"/>
              <a:gd name="connsiteY1" fmla="*/ 357377 h 494537"/>
              <a:gd name="connsiteX2" fmla="*/ 208279 w 681811"/>
              <a:gd name="connsiteY2" fmla="*/ 245617 h 494537"/>
              <a:gd name="connsiteX3" fmla="*/ 187959 w 681811"/>
              <a:gd name="connsiteY3" fmla="*/ 189737 h 494537"/>
              <a:gd name="connsiteX4" fmla="*/ 76199 w 681811"/>
              <a:gd name="connsiteY4" fmla="*/ 149097 h 494537"/>
              <a:gd name="connsiteX5" fmla="*/ 5803 w 681811"/>
              <a:gd name="connsiteY5" fmla="*/ 126281 h 494537"/>
              <a:gd name="connsiteX6" fmla="*/ 18348 w 681811"/>
              <a:gd name="connsiteY6" fmla="*/ 6946 h 494537"/>
              <a:gd name="connsiteX7" fmla="*/ 131663 w 681811"/>
              <a:gd name="connsiteY7" fmla="*/ 19690 h 494537"/>
              <a:gd name="connsiteX8" fmla="*/ 213667 w 681811"/>
              <a:gd name="connsiteY8" fmla="*/ 65321 h 494537"/>
              <a:gd name="connsiteX9" fmla="*/ 295363 w 681811"/>
              <a:gd name="connsiteY9" fmla="*/ 119909 h 494537"/>
              <a:gd name="connsiteX10" fmla="*/ 321178 w 681811"/>
              <a:gd name="connsiteY10" fmla="*/ 198605 h 494537"/>
              <a:gd name="connsiteX11" fmla="*/ 392406 w 681811"/>
              <a:gd name="connsiteY11" fmla="*/ 97005 h 494537"/>
              <a:gd name="connsiteX12" fmla="*/ 538680 w 681811"/>
              <a:gd name="connsiteY12" fmla="*/ 42151 h 494537"/>
              <a:gd name="connsiteX13" fmla="*/ 664755 w 681811"/>
              <a:gd name="connsiteY13" fmla="*/ 41036 h 494537"/>
              <a:gd name="connsiteX14" fmla="*/ 674831 w 681811"/>
              <a:gd name="connsiteY14" fmla="*/ 107648 h 494537"/>
              <a:gd name="connsiteX15" fmla="*/ 672945 w 681811"/>
              <a:gd name="connsiteY15" fmla="*/ 161486 h 494537"/>
              <a:gd name="connsiteX16" fmla="*/ 568959 w 681811"/>
              <a:gd name="connsiteY16" fmla="*/ 174319 h 494537"/>
              <a:gd name="connsiteX17" fmla="*/ 441959 w 681811"/>
              <a:gd name="connsiteY17" fmla="*/ 213756 h 494537"/>
              <a:gd name="connsiteX18" fmla="*/ 396239 w 681811"/>
              <a:gd name="connsiteY18" fmla="*/ 310188 h 494537"/>
              <a:gd name="connsiteX19" fmla="*/ 391159 w 681811"/>
              <a:gd name="connsiteY19" fmla="*/ 458977 h 494537"/>
              <a:gd name="connsiteX0" fmla="*/ 213359 w 682327"/>
              <a:gd name="connsiteY0" fmla="*/ 494537 h 494537"/>
              <a:gd name="connsiteX1" fmla="*/ 213359 w 682327"/>
              <a:gd name="connsiteY1" fmla="*/ 357377 h 494537"/>
              <a:gd name="connsiteX2" fmla="*/ 208279 w 682327"/>
              <a:gd name="connsiteY2" fmla="*/ 245617 h 494537"/>
              <a:gd name="connsiteX3" fmla="*/ 187959 w 682327"/>
              <a:gd name="connsiteY3" fmla="*/ 189737 h 494537"/>
              <a:gd name="connsiteX4" fmla="*/ 76199 w 682327"/>
              <a:gd name="connsiteY4" fmla="*/ 149097 h 494537"/>
              <a:gd name="connsiteX5" fmla="*/ 5803 w 682327"/>
              <a:gd name="connsiteY5" fmla="*/ 126281 h 494537"/>
              <a:gd name="connsiteX6" fmla="*/ 18348 w 682327"/>
              <a:gd name="connsiteY6" fmla="*/ 6946 h 494537"/>
              <a:gd name="connsiteX7" fmla="*/ 131663 w 682327"/>
              <a:gd name="connsiteY7" fmla="*/ 19690 h 494537"/>
              <a:gd name="connsiteX8" fmla="*/ 213667 w 682327"/>
              <a:gd name="connsiteY8" fmla="*/ 65321 h 494537"/>
              <a:gd name="connsiteX9" fmla="*/ 295363 w 682327"/>
              <a:gd name="connsiteY9" fmla="*/ 119909 h 494537"/>
              <a:gd name="connsiteX10" fmla="*/ 321178 w 682327"/>
              <a:gd name="connsiteY10" fmla="*/ 198605 h 494537"/>
              <a:gd name="connsiteX11" fmla="*/ 392406 w 682327"/>
              <a:gd name="connsiteY11" fmla="*/ 97005 h 494537"/>
              <a:gd name="connsiteX12" fmla="*/ 538680 w 682327"/>
              <a:gd name="connsiteY12" fmla="*/ 42151 h 494537"/>
              <a:gd name="connsiteX13" fmla="*/ 664755 w 682327"/>
              <a:gd name="connsiteY13" fmla="*/ 41036 h 494537"/>
              <a:gd name="connsiteX14" fmla="*/ 674831 w 682327"/>
              <a:gd name="connsiteY14" fmla="*/ 107648 h 494537"/>
              <a:gd name="connsiteX15" fmla="*/ 672945 w 682327"/>
              <a:gd name="connsiteY15" fmla="*/ 161486 h 494537"/>
              <a:gd name="connsiteX16" fmla="*/ 561909 w 682327"/>
              <a:gd name="connsiteY16" fmla="*/ 170531 h 494537"/>
              <a:gd name="connsiteX17" fmla="*/ 441959 w 682327"/>
              <a:gd name="connsiteY17" fmla="*/ 213756 h 494537"/>
              <a:gd name="connsiteX18" fmla="*/ 396239 w 682327"/>
              <a:gd name="connsiteY18" fmla="*/ 310188 h 494537"/>
              <a:gd name="connsiteX19" fmla="*/ 391159 w 682327"/>
              <a:gd name="connsiteY19" fmla="*/ 458977 h 494537"/>
              <a:gd name="connsiteX0" fmla="*/ 213359 w 684843"/>
              <a:gd name="connsiteY0" fmla="*/ 494537 h 494537"/>
              <a:gd name="connsiteX1" fmla="*/ 213359 w 684843"/>
              <a:gd name="connsiteY1" fmla="*/ 357377 h 494537"/>
              <a:gd name="connsiteX2" fmla="*/ 208279 w 684843"/>
              <a:gd name="connsiteY2" fmla="*/ 245617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13359 w 684843"/>
              <a:gd name="connsiteY0" fmla="*/ 494537 h 494537"/>
              <a:gd name="connsiteX1" fmla="*/ 245086 w 684843"/>
              <a:gd name="connsiteY1" fmla="*/ 349802 h 494537"/>
              <a:gd name="connsiteX2" fmla="*/ 208279 w 684843"/>
              <a:gd name="connsiteY2" fmla="*/ 245617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13359 w 684843"/>
              <a:gd name="connsiteY0" fmla="*/ 494537 h 494537"/>
              <a:gd name="connsiteX1" fmla="*/ 245086 w 684843"/>
              <a:gd name="connsiteY1" fmla="*/ 349802 h 494537"/>
              <a:gd name="connsiteX2" fmla="*/ 222380 w 684843"/>
              <a:gd name="connsiteY2" fmla="*/ 253193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48611 w 684843"/>
              <a:gd name="connsiteY0" fmla="*/ 486961 h 486961"/>
              <a:gd name="connsiteX1" fmla="*/ 245086 w 684843"/>
              <a:gd name="connsiteY1" fmla="*/ 349802 h 486961"/>
              <a:gd name="connsiteX2" fmla="*/ 222380 w 684843"/>
              <a:gd name="connsiteY2" fmla="*/ 253193 h 486961"/>
              <a:gd name="connsiteX3" fmla="*/ 187959 w 684843"/>
              <a:gd name="connsiteY3" fmla="*/ 189737 h 486961"/>
              <a:gd name="connsiteX4" fmla="*/ 76199 w 684843"/>
              <a:gd name="connsiteY4" fmla="*/ 149097 h 486961"/>
              <a:gd name="connsiteX5" fmla="*/ 5803 w 684843"/>
              <a:gd name="connsiteY5" fmla="*/ 126281 h 486961"/>
              <a:gd name="connsiteX6" fmla="*/ 18348 w 684843"/>
              <a:gd name="connsiteY6" fmla="*/ 6946 h 486961"/>
              <a:gd name="connsiteX7" fmla="*/ 131663 w 684843"/>
              <a:gd name="connsiteY7" fmla="*/ 19690 h 486961"/>
              <a:gd name="connsiteX8" fmla="*/ 213667 w 684843"/>
              <a:gd name="connsiteY8" fmla="*/ 65321 h 486961"/>
              <a:gd name="connsiteX9" fmla="*/ 295363 w 684843"/>
              <a:gd name="connsiteY9" fmla="*/ 119909 h 486961"/>
              <a:gd name="connsiteX10" fmla="*/ 321178 w 684843"/>
              <a:gd name="connsiteY10" fmla="*/ 198605 h 486961"/>
              <a:gd name="connsiteX11" fmla="*/ 392406 w 684843"/>
              <a:gd name="connsiteY11" fmla="*/ 97005 h 486961"/>
              <a:gd name="connsiteX12" fmla="*/ 538680 w 684843"/>
              <a:gd name="connsiteY12" fmla="*/ 42151 h 486961"/>
              <a:gd name="connsiteX13" fmla="*/ 664755 w 684843"/>
              <a:gd name="connsiteY13" fmla="*/ 41036 h 486961"/>
              <a:gd name="connsiteX14" fmla="*/ 674831 w 684843"/>
              <a:gd name="connsiteY14" fmla="*/ 107648 h 486961"/>
              <a:gd name="connsiteX15" fmla="*/ 676470 w 684843"/>
              <a:gd name="connsiteY15" fmla="*/ 150123 h 486961"/>
              <a:gd name="connsiteX16" fmla="*/ 561909 w 684843"/>
              <a:gd name="connsiteY16" fmla="*/ 170531 h 486961"/>
              <a:gd name="connsiteX17" fmla="*/ 441959 w 684843"/>
              <a:gd name="connsiteY17" fmla="*/ 213756 h 486961"/>
              <a:gd name="connsiteX18" fmla="*/ 396239 w 684843"/>
              <a:gd name="connsiteY18" fmla="*/ 310188 h 486961"/>
              <a:gd name="connsiteX19" fmla="*/ 391159 w 684843"/>
              <a:gd name="connsiteY19" fmla="*/ 458977 h 486961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1178 w 684843"/>
              <a:gd name="connsiteY10" fmla="*/ 198605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1178 w 684843"/>
              <a:gd name="connsiteY10" fmla="*/ 198605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4703 w 684843"/>
              <a:gd name="connsiteY10" fmla="*/ 194817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31753 w 684843"/>
              <a:gd name="connsiteY10" fmla="*/ 191029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751 h 492858"/>
              <a:gd name="connsiteX1" fmla="*/ 245086 w 684843"/>
              <a:gd name="connsiteY1" fmla="*/ 349592 h 492858"/>
              <a:gd name="connsiteX2" fmla="*/ 222380 w 684843"/>
              <a:gd name="connsiteY2" fmla="*/ 252983 h 492858"/>
              <a:gd name="connsiteX3" fmla="*/ 187959 w 684843"/>
              <a:gd name="connsiteY3" fmla="*/ 189527 h 492858"/>
              <a:gd name="connsiteX4" fmla="*/ 76199 w 684843"/>
              <a:gd name="connsiteY4" fmla="*/ 148887 h 492858"/>
              <a:gd name="connsiteX5" fmla="*/ 5803 w 684843"/>
              <a:gd name="connsiteY5" fmla="*/ 126071 h 492858"/>
              <a:gd name="connsiteX6" fmla="*/ 18348 w 684843"/>
              <a:gd name="connsiteY6" fmla="*/ 6736 h 492858"/>
              <a:gd name="connsiteX7" fmla="*/ 131663 w 684843"/>
              <a:gd name="connsiteY7" fmla="*/ 19480 h 492858"/>
              <a:gd name="connsiteX8" fmla="*/ 227768 w 684843"/>
              <a:gd name="connsiteY8" fmla="*/ 57536 h 492858"/>
              <a:gd name="connsiteX9" fmla="*/ 295363 w 684843"/>
              <a:gd name="connsiteY9" fmla="*/ 119699 h 492858"/>
              <a:gd name="connsiteX10" fmla="*/ 331753 w 684843"/>
              <a:gd name="connsiteY10" fmla="*/ 190819 h 492858"/>
              <a:gd name="connsiteX11" fmla="*/ 392406 w 684843"/>
              <a:gd name="connsiteY11" fmla="*/ 96795 h 492858"/>
              <a:gd name="connsiteX12" fmla="*/ 538680 w 684843"/>
              <a:gd name="connsiteY12" fmla="*/ 41941 h 492858"/>
              <a:gd name="connsiteX13" fmla="*/ 664755 w 684843"/>
              <a:gd name="connsiteY13" fmla="*/ 40826 h 492858"/>
              <a:gd name="connsiteX14" fmla="*/ 674831 w 684843"/>
              <a:gd name="connsiteY14" fmla="*/ 107438 h 492858"/>
              <a:gd name="connsiteX15" fmla="*/ 676470 w 684843"/>
              <a:gd name="connsiteY15" fmla="*/ 149913 h 492858"/>
              <a:gd name="connsiteX16" fmla="*/ 561909 w 684843"/>
              <a:gd name="connsiteY16" fmla="*/ 170321 h 492858"/>
              <a:gd name="connsiteX17" fmla="*/ 441959 w 684843"/>
              <a:gd name="connsiteY17" fmla="*/ 213546 h 492858"/>
              <a:gd name="connsiteX18" fmla="*/ 396239 w 684843"/>
              <a:gd name="connsiteY18" fmla="*/ 309978 h 492858"/>
              <a:gd name="connsiteX19" fmla="*/ 398209 w 684843"/>
              <a:gd name="connsiteY19" fmla="*/ 492858 h 492858"/>
              <a:gd name="connsiteX0" fmla="*/ 246631 w 682863"/>
              <a:gd name="connsiteY0" fmla="*/ 482240 h 488347"/>
              <a:gd name="connsiteX1" fmla="*/ 243106 w 682863"/>
              <a:gd name="connsiteY1" fmla="*/ 345081 h 488347"/>
              <a:gd name="connsiteX2" fmla="*/ 220400 w 682863"/>
              <a:gd name="connsiteY2" fmla="*/ 248472 h 488347"/>
              <a:gd name="connsiteX3" fmla="*/ 185979 w 682863"/>
              <a:gd name="connsiteY3" fmla="*/ 185016 h 488347"/>
              <a:gd name="connsiteX4" fmla="*/ 74219 w 682863"/>
              <a:gd name="connsiteY4" fmla="*/ 144376 h 488347"/>
              <a:gd name="connsiteX5" fmla="*/ 3823 w 682863"/>
              <a:gd name="connsiteY5" fmla="*/ 121560 h 488347"/>
              <a:gd name="connsiteX6" fmla="*/ 10113 w 682863"/>
              <a:gd name="connsiteY6" fmla="*/ 57473 h 488347"/>
              <a:gd name="connsiteX7" fmla="*/ 16368 w 682863"/>
              <a:gd name="connsiteY7" fmla="*/ 2225 h 488347"/>
              <a:gd name="connsiteX8" fmla="*/ 129683 w 682863"/>
              <a:gd name="connsiteY8" fmla="*/ 14969 h 488347"/>
              <a:gd name="connsiteX9" fmla="*/ 225788 w 682863"/>
              <a:gd name="connsiteY9" fmla="*/ 53025 h 488347"/>
              <a:gd name="connsiteX10" fmla="*/ 293383 w 682863"/>
              <a:gd name="connsiteY10" fmla="*/ 115188 h 488347"/>
              <a:gd name="connsiteX11" fmla="*/ 329773 w 682863"/>
              <a:gd name="connsiteY11" fmla="*/ 186308 h 488347"/>
              <a:gd name="connsiteX12" fmla="*/ 390426 w 682863"/>
              <a:gd name="connsiteY12" fmla="*/ 92284 h 488347"/>
              <a:gd name="connsiteX13" fmla="*/ 536700 w 682863"/>
              <a:gd name="connsiteY13" fmla="*/ 37430 h 488347"/>
              <a:gd name="connsiteX14" fmla="*/ 662775 w 682863"/>
              <a:gd name="connsiteY14" fmla="*/ 36315 h 488347"/>
              <a:gd name="connsiteX15" fmla="*/ 672851 w 682863"/>
              <a:gd name="connsiteY15" fmla="*/ 102927 h 488347"/>
              <a:gd name="connsiteX16" fmla="*/ 674490 w 682863"/>
              <a:gd name="connsiteY16" fmla="*/ 145402 h 488347"/>
              <a:gd name="connsiteX17" fmla="*/ 559929 w 682863"/>
              <a:gd name="connsiteY17" fmla="*/ 165810 h 488347"/>
              <a:gd name="connsiteX18" fmla="*/ 439979 w 682863"/>
              <a:gd name="connsiteY18" fmla="*/ 209035 h 488347"/>
              <a:gd name="connsiteX19" fmla="*/ 394259 w 682863"/>
              <a:gd name="connsiteY19" fmla="*/ 305467 h 488347"/>
              <a:gd name="connsiteX20" fmla="*/ 396229 w 682863"/>
              <a:gd name="connsiteY20" fmla="*/ 488347 h 488347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9773 w 682863"/>
              <a:gd name="connsiteY11" fmla="*/ 186308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435006 w 682863"/>
              <a:gd name="connsiteY20" fmla="*/ 442893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9773 w 682863"/>
              <a:gd name="connsiteY11" fmla="*/ 186308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6247 w 682863"/>
              <a:gd name="connsiteY11" fmla="*/ 159793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6247 w 682863"/>
              <a:gd name="connsiteY11" fmla="*/ 159793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9772 w 682863"/>
              <a:gd name="connsiteY11" fmla="*/ 148430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9772 w 682863"/>
              <a:gd name="connsiteY11" fmla="*/ 148430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85654 w 682863"/>
              <a:gd name="connsiteY20" fmla="*/ 480770 h 48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82863" h="482240">
                <a:moveTo>
                  <a:pt x="246631" y="482240"/>
                </a:moveTo>
                <a:cubicBezTo>
                  <a:pt x="247054" y="434403"/>
                  <a:pt x="247478" y="384042"/>
                  <a:pt x="243106" y="345081"/>
                </a:cubicBezTo>
                <a:cubicBezTo>
                  <a:pt x="238734" y="306120"/>
                  <a:pt x="229921" y="275150"/>
                  <a:pt x="220400" y="248472"/>
                </a:cubicBezTo>
                <a:cubicBezTo>
                  <a:pt x="210879" y="221795"/>
                  <a:pt x="210342" y="202365"/>
                  <a:pt x="185979" y="185016"/>
                </a:cubicBezTo>
                <a:cubicBezTo>
                  <a:pt x="161616" y="167667"/>
                  <a:pt x="104578" y="154952"/>
                  <a:pt x="74219" y="144376"/>
                </a:cubicBezTo>
                <a:cubicBezTo>
                  <a:pt x="43860" y="133800"/>
                  <a:pt x="14507" y="136044"/>
                  <a:pt x="3823" y="121560"/>
                </a:cubicBezTo>
                <a:cubicBezTo>
                  <a:pt x="-6861" y="107076"/>
                  <a:pt x="8022" y="77362"/>
                  <a:pt x="10113" y="57473"/>
                </a:cubicBezTo>
                <a:cubicBezTo>
                  <a:pt x="12204" y="37584"/>
                  <a:pt x="-3560" y="9309"/>
                  <a:pt x="16368" y="2225"/>
                </a:cubicBezTo>
                <a:cubicBezTo>
                  <a:pt x="36296" y="-4859"/>
                  <a:pt x="94780" y="6502"/>
                  <a:pt x="129683" y="14969"/>
                </a:cubicBezTo>
                <a:cubicBezTo>
                  <a:pt x="164586" y="23436"/>
                  <a:pt x="199092" y="39478"/>
                  <a:pt x="225788" y="53025"/>
                </a:cubicBezTo>
                <a:cubicBezTo>
                  <a:pt x="252484" y="66572"/>
                  <a:pt x="272527" y="80348"/>
                  <a:pt x="289858" y="96249"/>
                </a:cubicBezTo>
                <a:cubicBezTo>
                  <a:pt x="307189" y="112150"/>
                  <a:pt x="313011" y="149091"/>
                  <a:pt x="329772" y="148430"/>
                </a:cubicBezTo>
                <a:cubicBezTo>
                  <a:pt x="346533" y="147769"/>
                  <a:pt x="355938" y="110784"/>
                  <a:pt x="390426" y="92284"/>
                </a:cubicBezTo>
                <a:cubicBezTo>
                  <a:pt x="424914" y="73784"/>
                  <a:pt x="491309" y="46758"/>
                  <a:pt x="536700" y="37430"/>
                </a:cubicBezTo>
                <a:cubicBezTo>
                  <a:pt x="582091" y="28102"/>
                  <a:pt x="640083" y="25399"/>
                  <a:pt x="662775" y="36315"/>
                </a:cubicBezTo>
                <a:cubicBezTo>
                  <a:pt x="685467" y="47231"/>
                  <a:pt x="670899" y="82852"/>
                  <a:pt x="672851" y="102927"/>
                </a:cubicBezTo>
                <a:cubicBezTo>
                  <a:pt x="674804" y="123002"/>
                  <a:pt x="693310" y="134922"/>
                  <a:pt x="674490" y="145402"/>
                </a:cubicBezTo>
                <a:cubicBezTo>
                  <a:pt x="655670" y="155882"/>
                  <a:pt x="599014" y="155205"/>
                  <a:pt x="559929" y="165810"/>
                </a:cubicBezTo>
                <a:cubicBezTo>
                  <a:pt x="520844" y="176415"/>
                  <a:pt x="467591" y="185759"/>
                  <a:pt x="439979" y="209035"/>
                </a:cubicBezTo>
                <a:cubicBezTo>
                  <a:pt x="412367" y="232311"/>
                  <a:pt x="403313" y="260178"/>
                  <a:pt x="394259" y="305467"/>
                </a:cubicBezTo>
                <a:cubicBezTo>
                  <a:pt x="385205" y="350756"/>
                  <a:pt x="383960" y="411343"/>
                  <a:pt x="385654" y="480770"/>
                </a:cubicBezTo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75EAFFC-C174-489C-9FC8-B305CAF9DDF3}"/>
              </a:ext>
            </a:extLst>
          </p:cNvPr>
          <p:cNvSpPr/>
          <p:nvPr/>
        </p:nvSpPr>
        <p:spPr>
          <a:xfrm rot="17163203">
            <a:off x="2996857" y="3775554"/>
            <a:ext cx="299143" cy="174778"/>
          </a:xfrm>
          <a:custGeom>
            <a:avLst/>
            <a:gdLst>
              <a:gd name="connsiteX0" fmla="*/ 268720 w 609479"/>
              <a:gd name="connsiteY0" fmla="*/ 0 h 332477"/>
              <a:gd name="connsiteX1" fmla="*/ 181408 w 609479"/>
              <a:gd name="connsiteY1" fmla="*/ 65088 h 332477"/>
              <a:gd name="connsiteX2" fmla="*/ 136958 w 609479"/>
              <a:gd name="connsiteY2" fmla="*/ 77788 h 332477"/>
              <a:gd name="connsiteX3" fmla="*/ 95683 w 609479"/>
              <a:gd name="connsiteY3" fmla="*/ 68263 h 332477"/>
              <a:gd name="connsiteX4" fmla="*/ 44883 w 609479"/>
              <a:gd name="connsiteY4" fmla="*/ 73025 h 332477"/>
              <a:gd name="connsiteX5" fmla="*/ 46470 w 609479"/>
              <a:gd name="connsiteY5" fmla="*/ 123825 h 332477"/>
              <a:gd name="connsiteX6" fmla="*/ 433 w 609479"/>
              <a:gd name="connsiteY6" fmla="*/ 127000 h 332477"/>
              <a:gd name="connsiteX7" fmla="*/ 27420 w 609479"/>
              <a:gd name="connsiteY7" fmla="*/ 201613 h 332477"/>
              <a:gd name="connsiteX8" fmla="*/ 92508 w 609479"/>
              <a:gd name="connsiteY8" fmla="*/ 187325 h 332477"/>
              <a:gd name="connsiteX9" fmla="*/ 114733 w 609479"/>
              <a:gd name="connsiteY9" fmla="*/ 239713 h 332477"/>
              <a:gd name="connsiteX10" fmla="*/ 170295 w 609479"/>
              <a:gd name="connsiteY10" fmla="*/ 223838 h 332477"/>
              <a:gd name="connsiteX11" fmla="*/ 182995 w 609479"/>
              <a:gd name="connsiteY11" fmla="*/ 173038 h 332477"/>
              <a:gd name="connsiteX12" fmla="*/ 171883 w 609479"/>
              <a:gd name="connsiteY12" fmla="*/ 144463 h 332477"/>
              <a:gd name="connsiteX13" fmla="*/ 273483 w 609479"/>
              <a:gd name="connsiteY13" fmla="*/ 50800 h 332477"/>
              <a:gd name="connsiteX14" fmla="*/ 289358 w 609479"/>
              <a:gd name="connsiteY14" fmla="*/ 61913 h 332477"/>
              <a:gd name="connsiteX15" fmla="*/ 273483 w 609479"/>
              <a:gd name="connsiteY15" fmla="*/ 123825 h 332477"/>
              <a:gd name="connsiteX16" fmla="*/ 249670 w 609479"/>
              <a:gd name="connsiteY16" fmla="*/ 163513 h 332477"/>
              <a:gd name="connsiteX17" fmla="*/ 224270 w 609479"/>
              <a:gd name="connsiteY17" fmla="*/ 161925 h 332477"/>
              <a:gd name="connsiteX18" fmla="*/ 190933 w 609479"/>
              <a:gd name="connsiteY18" fmla="*/ 219075 h 332477"/>
              <a:gd name="connsiteX19" fmla="*/ 241733 w 609479"/>
              <a:gd name="connsiteY19" fmla="*/ 261938 h 332477"/>
              <a:gd name="connsiteX20" fmla="*/ 235383 w 609479"/>
              <a:gd name="connsiteY20" fmla="*/ 277813 h 332477"/>
              <a:gd name="connsiteX21" fmla="*/ 254433 w 609479"/>
              <a:gd name="connsiteY21" fmla="*/ 323850 h 332477"/>
              <a:gd name="connsiteX22" fmla="*/ 336983 w 609479"/>
              <a:gd name="connsiteY22" fmla="*/ 328613 h 332477"/>
              <a:gd name="connsiteX23" fmla="*/ 338570 w 609479"/>
              <a:gd name="connsiteY23" fmla="*/ 280988 h 332477"/>
              <a:gd name="connsiteX24" fmla="*/ 371908 w 609479"/>
              <a:gd name="connsiteY24" fmla="*/ 317500 h 332477"/>
              <a:gd name="connsiteX25" fmla="*/ 417945 w 609479"/>
              <a:gd name="connsiteY25" fmla="*/ 300038 h 332477"/>
              <a:gd name="connsiteX26" fmla="*/ 435408 w 609479"/>
              <a:gd name="connsiteY26" fmla="*/ 246063 h 332477"/>
              <a:gd name="connsiteX27" fmla="*/ 395720 w 609479"/>
              <a:gd name="connsiteY27" fmla="*/ 204788 h 332477"/>
              <a:gd name="connsiteX28" fmla="*/ 321108 w 609479"/>
              <a:gd name="connsiteY28" fmla="*/ 184150 h 332477"/>
              <a:gd name="connsiteX29" fmla="*/ 287770 w 609479"/>
              <a:gd name="connsiteY29" fmla="*/ 168275 h 332477"/>
              <a:gd name="connsiteX30" fmla="*/ 332220 w 609479"/>
              <a:gd name="connsiteY30" fmla="*/ 44450 h 332477"/>
              <a:gd name="connsiteX31" fmla="*/ 359208 w 609479"/>
              <a:gd name="connsiteY31" fmla="*/ 74613 h 332477"/>
              <a:gd name="connsiteX32" fmla="*/ 429058 w 609479"/>
              <a:gd name="connsiteY32" fmla="*/ 157163 h 332477"/>
              <a:gd name="connsiteX33" fmla="*/ 424295 w 609479"/>
              <a:gd name="connsiteY33" fmla="*/ 176213 h 332477"/>
              <a:gd name="connsiteX34" fmla="*/ 470333 w 609479"/>
              <a:gd name="connsiteY34" fmla="*/ 242888 h 332477"/>
              <a:gd name="connsiteX35" fmla="*/ 514783 w 609479"/>
              <a:gd name="connsiteY35" fmla="*/ 227013 h 332477"/>
              <a:gd name="connsiteX36" fmla="*/ 570345 w 609479"/>
              <a:gd name="connsiteY36" fmla="*/ 234950 h 332477"/>
              <a:gd name="connsiteX37" fmla="*/ 608445 w 609479"/>
              <a:gd name="connsiteY37" fmla="*/ 187325 h 332477"/>
              <a:gd name="connsiteX38" fmla="*/ 597333 w 609479"/>
              <a:gd name="connsiteY38" fmla="*/ 128588 h 332477"/>
              <a:gd name="connsiteX39" fmla="*/ 583045 w 609479"/>
              <a:gd name="connsiteY39" fmla="*/ 85725 h 332477"/>
              <a:gd name="connsiteX40" fmla="*/ 538595 w 609479"/>
              <a:gd name="connsiteY40" fmla="*/ 84138 h 332477"/>
              <a:gd name="connsiteX41" fmla="*/ 486208 w 609479"/>
              <a:gd name="connsiteY41" fmla="*/ 117475 h 332477"/>
              <a:gd name="connsiteX42" fmla="*/ 473508 w 609479"/>
              <a:gd name="connsiteY42" fmla="*/ 141288 h 332477"/>
              <a:gd name="connsiteX43" fmla="*/ 359208 w 609479"/>
              <a:gd name="connsiteY43" fmla="*/ 0 h 332477"/>
              <a:gd name="connsiteX0" fmla="*/ 268434 w 609193"/>
              <a:gd name="connsiteY0" fmla="*/ 0 h 332477"/>
              <a:gd name="connsiteX1" fmla="*/ 181122 w 609193"/>
              <a:gd name="connsiteY1" fmla="*/ 65088 h 332477"/>
              <a:gd name="connsiteX2" fmla="*/ 136672 w 609193"/>
              <a:gd name="connsiteY2" fmla="*/ 77788 h 332477"/>
              <a:gd name="connsiteX3" fmla="*/ 95397 w 609193"/>
              <a:gd name="connsiteY3" fmla="*/ 68263 h 332477"/>
              <a:gd name="connsiteX4" fmla="*/ 44597 w 609193"/>
              <a:gd name="connsiteY4" fmla="*/ 73025 h 332477"/>
              <a:gd name="connsiteX5" fmla="*/ 17609 w 609193"/>
              <a:gd name="connsiteY5" fmla="*/ 103188 h 332477"/>
              <a:gd name="connsiteX6" fmla="*/ 147 w 609193"/>
              <a:gd name="connsiteY6" fmla="*/ 127000 h 332477"/>
              <a:gd name="connsiteX7" fmla="*/ 27134 w 609193"/>
              <a:gd name="connsiteY7" fmla="*/ 201613 h 332477"/>
              <a:gd name="connsiteX8" fmla="*/ 92222 w 609193"/>
              <a:gd name="connsiteY8" fmla="*/ 187325 h 332477"/>
              <a:gd name="connsiteX9" fmla="*/ 114447 w 609193"/>
              <a:gd name="connsiteY9" fmla="*/ 239713 h 332477"/>
              <a:gd name="connsiteX10" fmla="*/ 170009 w 609193"/>
              <a:gd name="connsiteY10" fmla="*/ 223838 h 332477"/>
              <a:gd name="connsiteX11" fmla="*/ 182709 w 609193"/>
              <a:gd name="connsiteY11" fmla="*/ 173038 h 332477"/>
              <a:gd name="connsiteX12" fmla="*/ 171597 w 609193"/>
              <a:gd name="connsiteY12" fmla="*/ 144463 h 332477"/>
              <a:gd name="connsiteX13" fmla="*/ 273197 w 609193"/>
              <a:gd name="connsiteY13" fmla="*/ 50800 h 332477"/>
              <a:gd name="connsiteX14" fmla="*/ 289072 w 609193"/>
              <a:gd name="connsiteY14" fmla="*/ 61913 h 332477"/>
              <a:gd name="connsiteX15" fmla="*/ 273197 w 609193"/>
              <a:gd name="connsiteY15" fmla="*/ 123825 h 332477"/>
              <a:gd name="connsiteX16" fmla="*/ 249384 w 609193"/>
              <a:gd name="connsiteY16" fmla="*/ 163513 h 332477"/>
              <a:gd name="connsiteX17" fmla="*/ 223984 w 609193"/>
              <a:gd name="connsiteY17" fmla="*/ 161925 h 332477"/>
              <a:gd name="connsiteX18" fmla="*/ 190647 w 609193"/>
              <a:gd name="connsiteY18" fmla="*/ 219075 h 332477"/>
              <a:gd name="connsiteX19" fmla="*/ 241447 w 609193"/>
              <a:gd name="connsiteY19" fmla="*/ 261938 h 332477"/>
              <a:gd name="connsiteX20" fmla="*/ 235097 w 609193"/>
              <a:gd name="connsiteY20" fmla="*/ 277813 h 332477"/>
              <a:gd name="connsiteX21" fmla="*/ 254147 w 609193"/>
              <a:gd name="connsiteY21" fmla="*/ 323850 h 332477"/>
              <a:gd name="connsiteX22" fmla="*/ 336697 w 609193"/>
              <a:gd name="connsiteY22" fmla="*/ 328613 h 332477"/>
              <a:gd name="connsiteX23" fmla="*/ 338284 w 609193"/>
              <a:gd name="connsiteY23" fmla="*/ 280988 h 332477"/>
              <a:gd name="connsiteX24" fmla="*/ 371622 w 609193"/>
              <a:gd name="connsiteY24" fmla="*/ 317500 h 332477"/>
              <a:gd name="connsiteX25" fmla="*/ 417659 w 609193"/>
              <a:gd name="connsiteY25" fmla="*/ 300038 h 332477"/>
              <a:gd name="connsiteX26" fmla="*/ 435122 w 609193"/>
              <a:gd name="connsiteY26" fmla="*/ 246063 h 332477"/>
              <a:gd name="connsiteX27" fmla="*/ 395434 w 609193"/>
              <a:gd name="connsiteY27" fmla="*/ 204788 h 332477"/>
              <a:gd name="connsiteX28" fmla="*/ 320822 w 609193"/>
              <a:gd name="connsiteY28" fmla="*/ 184150 h 332477"/>
              <a:gd name="connsiteX29" fmla="*/ 287484 w 609193"/>
              <a:gd name="connsiteY29" fmla="*/ 168275 h 332477"/>
              <a:gd name="connsiteX30" fmla="*/ 331934 w 609193"/>
              <a:gd name="connsiteY30" fmla="*/ 44450 h 332477"/>
              <a:gd name="connsiteX31" fmla="*/ 358922 w 609193"/>
              <a:gd name="connsiteY31" fmla="*/ 74613 h 332477"/>
              <a:gd name="connsiteX32" fmla="*/ 428772 w 609193"/>
              <a:gd name="connsiteY32" fmla="*/ 157163 h 332477"/>
              <a:gd name="connsiteX33" fmla="*/ 424009 w 609193"/>
              <a:gd name="connsiteY33" fmla="*/ 176213 h 332477"/>
              <a:gd name="connsiteX34" fmla="*/ 470047 w 609193"/>
              <a:gd name="connsiteY34" fmla="*/ 242888 h 332477"/>
              <a:gd name="connsiteX35" fmla="*/ 514497 w 609193"/>
              <a:gd name="connsiteY35" fmla="*/ 227013 h 332477"/>
              <a:gd name="connsiteX36" fmla="*/ 570059 w 609193"/>
              <a:gd name="connsiteY36" fmla="*/ 234950 h 332477"/>
              <a:gd name="connsiteX37" fmla="*/ 608159 w 609193"/>
              <a:gd name="connsiteY37" fmla="*/ 187325 h 332477"/>
              <a:gd name="connsiteX38" fmla="*/ 597047 w 609193"/>
              <a:gd name="connsiteY38" fmla="*/ 128588 h 332477"/>
              <a:gd name="connsiteX39" fmla="*/ 582759 w 609193"/>
              <a:gd name="connsiteY39" fmla="*/ 85725 h 332477"/>
              <a:gd name="connsiteX40" fmla="*/ 538309 w 609193"/>
              <a:gd name="connsiteY40" fmla="*/ 84138 h 332477"/>
              <a:gd name="connsiteX41" fmla="*/ 485922 w 609193"/>
              <a:gd name="connsiteY41" fmla="*/ 117475 h 332477"/>
              <a:gd name="connsiteX42" fmla="*/ 473222 w 609193"/>
              <a:gd name="connsiteY42" fmla="*/ 141288 h 332477"/>
              <a:gd name="connsiteX43" fmla="*/ 358922 w 609193"/>
              <a:gd name="connsiteY43" fmla="*/ 0 h 332477"/>
              <a:gd name="connsiteX0" fmla="*/ 270022 w 609193"/>
              <a:gd name="connsiteY0" fmla="*/ 0 h 349939"/>
              <a:gd name="connsiteX1" fmla="*/ 181122 w 609193"/>
              <a:gd name="connsiteY1" fmla="*/ 82550 h 349939"/>
              <a:gd name="connsiteX2" fmla="*/ 136672 w 609193"/>
              <a:gd name="connsiteY2" fmla="*/ 95250 h 349939"/>
              <a:gd name="connsiteX3" fmla="*/ 95397 w 609193"/>
              <a:gd name="connsiteY3" fmla="*/ 85725 h 349939"/>
              <a:gd name="connsiteX4" fmla="*/ 44597 w 609193"/>
              <a:gd name="connsiteY4" fmla="*/ 90487 h 349939"/>
              <a:gd name="connsiteX5" fmla="*/ 17609 w 609193"/>
              <a:gd name="connsiteY5" fmla="*/ 120650 h 349939"/>
              <a:gd name="connsiteX6" fmla="*/ 147 w 609193"/>
              <a:gd name="connsiteY6" fmla="*/ 144462 h 349939"/>
              <a:gd name="connsiteX7" fmla="*/ 27134 w 609193"/>
              <a:gd name="connsiteY7" fmla="*/ 219075 h 349939"/>
              <a:gd name="connsiteX8" fmla="*/ 92222 w 609193"/>
              <a:gd name="connsiteY8" fmla="*/ 204787 h 349939"/>
              <a:gd name="connsiteX9" fmla="*/ 114447 w 609193"/>
              <a:gd name="connsiteY9" fmla="*/ 257175 h 349939"/>
              <a:gd name="connsiteX10" fmla="*/ 170009 w 609193"/>
              <a:gd name="connsiteY10" fmla="*/ 241300 h 349939"/>
              <a:gd name="connsiteX11" fmla="*/ 182709 w 609193"/>
              <a:gd name="connsiteY11" fmla="*/ 190500 h 349939"/>
              <a:gd name="connsiteX12" fmla="*/ 171597 w 609193"/>
              <a:gd name="connsiteY12" fmla="*/ 161925 h 349939"/>
              <a:gd name="connsiteX13" fmla="*/ 273197 w 609193"/>
              <a:gd name="connsiteY13" fmla="*/ 68262 h 349939"/>
              <a:gd name="connsiteX14" fmla="*/ 289072 w 609193"/>
              <a:gd name="connsiteY14" fmla="*/ 79375 h 349939"/>
              <a:gd name="connsiteX15" fmla="*/ 273197 w 609193"/>
              <a:gd name="connsiteY15" fmla="*/ 141287 h 349939"/>
              <a:gd name="connsiteX16" fmla="*/ 249384 w 609193"/>
              <a:gd name="connsiteY16" fmla="*/ 180975 h 349939"/>
              <a:gd name="connsiteX17" fmla="*/ 223984 w 609193"/>
              <a:gd name="connsiteY17" fmla="*/ 179387 h 349939"/>
              <a:gd name="connsiteX18" fmla="*/ 190647 w 609193"/>
              <a:gd name="connsiteY18" fmla="*/ 236537 h 349939"/>
              <a:gd name="connsiteX19" fmla="*/ 241447 w 609193"/>
              <a:gd name="connsiteY19" fmla="*/ 279400 h 349939"/>
              <a:gd name="connsiteX20" fmla="*/ 235097 w 609193"/>
              <a:gd name="connsiteY20" fmla="*/ 295275 h 349939"/>
              <a:gd name="connsiteX21" fmla="*/ 254147 w 609193"/>
              <a:gd name="connsiteY21" fmla="*/ 341312 h 349939"/>
              <a:gd name="connsiteX22" fmla="*/ 336697 w 609193"/>
              <a:gd name="connsiteY22" fmla="*/ 346075 h 349939"/>
              <a:gd name="connsiteX23" fmla="*/ 338284 w 609193"/>
              <a:gd name="connsiteY23" fmla="*/ 298450 h 349939"/>
              <a:gd name="connsiteX24" fmla="*/ 371622 w 609193"/>
              <a:gd name="connsiteY24" fmla="*/ 334962 h 349939"/>
              <a:gd name="connsiteX25" fmla="*/ 417659 w 609193"/>
              <a:gd name="connsiteY25" fmla="*/ 317500 h 349939"/>
              <a:gd name="connsiteX26" fmla="*/ 435122 w 609193"/>
              <a:gd name="connsiteY26" fmla="*/ 263525 h 349939"/>
              <a:gd name="connsiteX27" fmla="*/ 395434 w 609193"/>
              <a:gd name="connsiteY27" fmla="*/ 222250 h 349939"/>
              <a:gd name="connsiteX28" fmla="*/ 320822 w 609193"/>
              <a:gd name="connsiteY28" fmla="*/ 201612 h 349939"/>
              <a:gd name="connsiteX29" fmla="*/ 287484 w 609193"/>
              <a:gd name="connsiteY29" fmla="*/ 185737 h 349939"/>
              <a:gd name="connsiteX30" fmla="*/ 331934 w 609193"/>
              <a:gd name="connsiteY30" fmla="*/ 61912 h 349939"/>
              <a:gd name="connsiteX31" fmla="*/ 358922 w 609193"/>
              <a:gd name="connsiteY31" fmla="*/ 92075 h 349939"/>
              <a:gd name="connsiteX32" fmla="*/ 428772 w 609193"/>
              <a:gd name="connsiteY32" fmla="*/ 174625 h 349939"/>
              <a:gd name="connsiteX33" fmla="*/ 424009 w 609193"/>
              <a:gd name="connsiteY33" fmla="*/ 193675 h 349939"/>
              <a:gd name="connsiteX34" fmla="*/ 470047 w 609193"/>
              <a:gd name="connsiteY34" fmla="*/ 260350 h 349939"/>
              <a:gd name="connsiteX35" fmla="*/ 514497 w 609193"/>
              <a:gd name="connsiteY35" fmla="*/ 244475 h 349939"/>
              <a:gd name="connsiteX36" fmla="*/ 570059 w 609193"/>
              <a:gd name="connsiteY36" fmla="*/ 252412 h 349939"/>
              <a:gd name="connsiteX37" fmla="*/ 608159 w 609193"/>
              <a:gd name="connsiteY37" fmla="*/ 204787 h 349939"/>
              <a:gd name="connsiteX38" fmla="*/ 597047 w 609193"/>
              <a:gd name="connsiteY38" fmla="*/ 146050 h 349939"/>
              <a:gd name="connsiteX39" fmla="*/ 582759 w 609193"/>
              <a:gd name="connsiteY39" fmla="*/ 103187 h 349939"/>
              <a:gd name="connsiteX40" fmla="*/ 538309 w 609193"/>
              <a:gd name="connsiteY40" fmla="*/ 101600 h 349939"/>
              <a:gd name="connsiteX41" fmla="*/ 485922 w 609193"/>
              <a:gd name="connsiteY41" fmla="*/ 134937 h 349939"/>
              <a:gd name="connsiteX42" fmla="*/ 473222 w 609193"/>
              <a:gd name="connsiteY42" fmla="*/ 158750 h 349939"/>
              <a:gd name="connsiteX43" fmla="*/ 358922 w 609193"/>
              <a:gd name="connsiteY43" fmla="*/ 17462 h 349939"/>
              <a:gd name="connsiteX0" fmla="*/ 281134 w 609193"/>
              <a:gd name="connsiteY0" fmla="*/ 0 h 357876"/>
              <a:gd name="connsiteX1" fmla="*/ 181122 w 609193"/>
              <a:gd name="connsiteY1" fmla="*/ 90487 h 357876"/>
              <a:gd name="connsiteX2" fmla="*/ 136672 w 609193"/>
              <a:gd name="connsiteY2" fmla="*/ 103187 h 357876"/>
              <a:gd name="connsiteX3" fmla="*/ 95397 w 609193"/>
              <a:gd name="connsiteY3" fmla="*/ 93662 h 357876"/>
              <a:gd name="connsiteX4" fmla="*/ 44597 w 609193"/>
              <a:gd name="connsiteY4" fmla="*/ 98424 h 357876"/>
              <a:gd name="connsiteX5" fmla="*/ 17609 w 609193"/>
              <a:gd name="connsiteY5" fmla="*/ 128587 h 357876"/>
              <a:gd name="connsiteX6" fmla="*/ 147 w 609193"/>
              <a:gd name="connsiteY6" fmla="*/ 152399 h 357876"/>
              <a:gd name="connsiteX7" fmla="*/ 27134 w 609193"/>
              <a:gd name="connsiteY7" fmla="*/ 227012 h 357876"/>
              <a:gd name="connsiteX8" fmla="*/ 92222 w 609193"/>
              <a:gd name="connsiteY8" fmla="*/ 212724 h 357876"/>
              <a:gd name="connsiteX9" fmla="*/ 114447 w 609193"/>
              <a:gd name="connsiteY9" fmla="*/ 265112 h 357876"/>
              <a:gd name="connsiteX10" fmla="*/ 170009 w 609193"/>
              <a:gd name="connsiteY10" fmla="*/ 249237 h 357876"/>
              <a:gd name="connsiteX11" fmla="*/ 182709 w 609193"/>
              <a:gd name="connsiteY11" fmla="*/ 198437 h 357876"/>
              <a:gd name="connsiteX12" fmla="*/ 171597 w 609193"/>
              <a:gd name="connsiteY12" fmla="*/ 169862 h 357876"/>
              <a:gd name="connsiteX13" fmla="*/ 273197 w 609193"/>
              <a:gd name="connsiteY13" fmla="*/ 76199 h 357876"/>
              <a:gd name="connsiteX14" fmla="*/ 289072 w 609193"/>
              <a:gd name="connsiteY14" fmla="*/ 87312 h 357876"/>
              <a:gd name="connsiteX15" fmla="*/ 273197 w 609193"/>
              <a:gd name="connsiteY15" fmla="*/ 149224 h 357876"/>
              <a:gd name="connsiteX16" fmla="*/ 249384 w 609193"/>
              <a:gd name="connsiteY16" fmla="*/ 188912 h 357876"/>
              <a:gd name="connsiteX17" fmla="*/ 223984 w 609193"/>
              <a:gd name="connsiteY17" fmla="*/ 187324 h 357876"/>
              <a:gd name="connsiteX18" fmla="*/ 190647 w 609193"/>
              <a:gd name="connsiteY18" fmla="*/ 244474 h 357876"/>
              <a:gd name="connsiteX19" fmla="*/ 241447 w 609193"/>
              <a:gd name="connsiteY19" fmla="*/ 287337 h 357876"/>
              <a:gd name="connsiteX20" fmla="*/ 235097 w 609193"/>
              <a:gd name="connsiteY20" fmla="*/ 303212 h 357876"/>
              <a:gd name="connsiteX21" fmla="*/ 254147 w 609193"/>
              <a:gd name="connsiteY21" fmla="*/ 349249 h 357876"/>
              <a:gd name="connsiteX22" fmla="*/ 336697 w 609193"/>
              <a:gd name="connsiteY22" fmla="*/ 354012 h 357876"/>
              <a:gd name="connsiteX23" fmla="*/ 338284 w 609193"/>
              <a:gd name="connsiteY23" fmla="*/ 306387 h 357876"/>
              <a:gd name="connsiteX24" fmla="*/ 371622 w 609193"/>
              <a:gd name="connsiteY24" fmla="*/ 342899 h 357876"/>
              <a:gd name="connsiteX25" fmla="*/ 417659 w 609193"/>
              <a:gd name="connsiteY25" fmla="*/ 325437 h 357876"/>
              <a:gd name="connsiteX26" fmla="*/ 435122 w 609193"/>
              <a:gd name="connsiteY26" fmla="*/ 271462 h 357876"/>
              <a:gd name="connsiteX27" fmla="*/ 395434 w 609193"/>
              <a:gd name="connsiteY27" fmla="*/ 230187 h 357876"/>
              <a:gd name="connsiteX28" fmla="*/ 320822 w 609193"/>
              <a:gd name="connsiteY28" fmla="*/ 209549 h 357876"/>
              <a:gd name="connsiteX29" fmla="*/ 287484 w 609193"/>
              <a:gd name="connsiteY29" fmla="*/ 193674 h 357876"/>
              <a:gd name="connsiteX30" fmla="*/ 331934 w 609193"/>
              <a:gd name="connsiteY30" fmla="*/ 69849 h 357876"/>
              <a:gd name="connsiteX31" fmla="*/ 358922 w 609193"/>
              <a:gd name="connsiteY31" fmla="*/ 100012 h 357876"/>
              <a:gd name="connsiteX32" fmla="*/ 428772 w 609193"/>
              <a:gd name="connsiteY32" fmla="*/ 182562 h 357876"/>
              <a:gd name="connsiteX33" fmla="*/ 424009 w 609193"/>
              <a:gd name="connsiteY33" fmla="*/ 201612 h 357876"/>
              <a:gd name="connsiteX34" fmla="*/ 470047 w 609193"/>
              <a:gd name="connsiteY34" fmla="*/ 268287 h 357876"/>
              <a:gd name="connsiteX35" fmla="*/ 514497 w 609193"/>
              <a:gd name="connsiteY35" fmla="*/ 252412 h 357876"/>
              <a:gd name="connsiteX36" fmla="*/ 570059 w 609193"/>
              <a:gd name="connsiteY36" fmla="*/ 260349 h 357876"/>
              <a:gd name="connsiteX37" fmla="*/ 608159 w 609193"/>
              <a:gd name="connsiteY37" fmla="*/ 212724 h 357876"/>
              <a:gd name="connsiteX38" fmla="*/ 597047 w 609193"/>
              <a:gd name="connsiteY38" fmla="*/ 153987 h 357876"/>
              <a:gd name="connsiteX39" fmla="*/ 582759 w 609193"/>
              <a:gd name="connsiteY39" fmla="*/ 111124 h 357876"/>
              <a:gd name="connsiteX40" fmla="*/ 538309 w 609193"/>
              <a:gd name="connsiteY40" fmla="*/ 109537 h 357876"/>
              <a:gd name="connsiteX41" fmla="*/ 485922 w 609193"/>
              <a:gd name="connsiteY41" fmla="*/ 142874 h 357876"/>
              <a:gd name="connsiteX42" fmla="*/ 473222 w 609193"/>
              <a:gd name="connsiteY42" fmla="*/ 166687 h 357876"/>
              <a:gd name="connsiteX43" fmla="*/ 358922 w 609193"/>
              <a:gd name="connsiteY43" fmla="*/ 25399 h 357876"/>
              <a:gd name="connsiteX0" fmla="*/ 281134 w 609193"/>
              <a:gd name="connsiteY0" fmla="*/ 0 h 357876"/>
              <a:gd name="connsiteX1" fmla="*/ 185885 w 609193"/>
              <a:gd name="connsiteY1" fmla="*/ 82549 h 357876"/>
              <a:gd name="connsiteX2" fmla="*/ 136672 w 609193"/>
              <a:gd name="connsiteY2" fmla="*/ 103187 h 357876"/>
              <a:gd name="connsiteX3" fmla="*/ 95397 w 609193"/>
              <a:gd name="connsiteY3" fmla="*/ 93662 h 357876"/>
              <a:gd name="connsiteX4" fmla="*/ 44597 w 609193"/>
              <a:gd name="connsiteY4" fmla="*/ 98424 h 357876"/>
              <a:gd name="connsiteX5" fmla="*/ 17609 w 609193"/>
              <a:gd name="connsiteY5" fmla="*/ 128587 h 357876"/>
              <a:gd name="connsiteX6" fmla="*/ 147 w 609193"/>
              <a:gd name="connsiteY6" fmla="*/ 152399 h 357876"/>
              <a:gd name="connsiteX7" fmla="*/ 27134 w 609193"/>
              <a:gd name="connsiteY7" fmla="*/ 227012 h 357876"/>
              <a:gd name="connsiteX8" fmla="*/ 92222 w 609193"/>
              <a:gd name="connsiteY8" fmla="*/ 212724 h 357876"/>
              <a:gd name="connsiteX9" fmla="*/ 114447 w 609193"/>
              <a:gd name="connsiteY9" fmla="*/ 265112 h 357876"/>
              <a:gd name="connsiteX10" fmla="*/ 170009 w 609193"/>
              <a:gd name="connsiteY10" fmla="*/ 249237 h 357876"/>
              <a:gd name="connsiteX11" fmla="*/ 182709 w 609193"/>
              <a:gd name="connsiteY11" fmla="*/ 198437 h 357876"/>
              <a:gd name="connsiteX12" fmla="*/ 171597 w 609193"/>
              <a:gd name="connsiteY12" fmla="*/ 169862 h 357876"/>
              <a:gd name="connsiteX13" fmla="*/ 273197 w 609193"/>
              <a:gd name="connsiteY13" fmla="*/ 76199 h 357876"/>
              <a:gd name="connsiteX14" fmla="*/ 289072 w 609193"/>
              <a:gd name="connsiteY14" fmla="*/ 87312 h 357876"/>
              <a:gd name="connsiteX15" fmla="*/ 273197 w 609193"/>
              <a:gd name="connsiteY15" fmla="*/ 149224 h 357876"/>
              <a:gd name="connsiteX16" fmla="*/ 249384 w 609193"/>
              <a:gd name="connsiteY16" fmla="*/ 188912 h 357876"/>
              <a:gd name="connsiteX17" fmla="*/ 223984 w 609193"/>
              <a:gd name="connsiteY17" fmla="*/ 187324 h 357876"/>
              <a:gd name="connsiteX18" fmla="*/ 190647 w 609193"/>
              <a:gd name="connsiteY18" fmla="*/ 244474 h 357876"/>
              <a:gd name="connsiteX19" fmla="*/ 241447 w 609193"/>
              <a:gd name="connsiteY19" fmla="*/ 287337 h 357876"/>
              <a:gd name="connsiteX20" fmla="*/ 235097 w 609193"/>
              <a:gd name="connsiteY20" fmla="*/ 303212 h 357876"/>
              <a:gd name="connsiteX21" fmla="*/ 254147 w 609193"/>
              <a:gd name="connsiteY21" fmla="*/ 349249 h 357876"/>
              <a:gd name="connsiteX22" fmla="*/ 336697 w 609193"/>
              <a:gd name="connsiteY22" fmla="*/ 354012 h 357876"/>
              <a:gd name="connsiteX23" fmla="*/ 338284 w 609193"/>
              <a:gd name="connsiteY23" fmla="*/ 306387 h 357876"/>
              <a:gd name="connsiteX24" fmla="*/ 371622 w 609193"/>
              <a:gd name="connsiteY24" fmla="*/ 342899 h 357876"/>
              <a:gd name="connsiteX25" fmla="*/ 417659 w 609193"/>
              <a:gd name="connsiteY25" fmla="*/ 325437 h 357876"/>
              <a:gd name="connsiteX26" fmla="*/ 435122 w 609193"/>
              <a:gd name="connsiteY26" fmla="*/ 271462 h 357876"/>
              <a:gd name="connsiteX27" fmla="*/ 395434 w 609193"/>
              <a:gd name="connsiteY27" fmla="*/ 230187 h 357876"/>
              <a:gd name="connsiteX28" fmla="*/ 320822 w 609193"/>
              <a:gd name="connsiteY28" fmla="*/ 209549 h 357876"/>
              <a:gd name="connsiteX29" fmla="*/ 287484 w 609193"/>
              <a:gd name="connsiteY29" fmla="*/ 193674 h 357876"/>
              <a:gd name="connsiteX30" fmla="*/ 331934 w 609193"/>
              <a:gd name="connsiteY30" fmla="*/ 69849 h 357876"/>
              <a:gd name="connsiteX31" fmla="*/ 358922 w 609193"/>
              <a:gd name="connsiteY31" fmla="*/ 100012 h 357876"/>
              <a:gd name="connsiteX32" fmla="*/ 428772 w 609193"/>
              <a:gd name="connsiteY32" fmla="*/ 182562 h 357876"/>
              <a:gd name="connsiteX33" fmla="*/ 424009 w 609193"/>
              <a:gd name="connsiteY33" fmla="*/ 201612 h 357876"/>
              <a:gd name="connsiteX34" fmla="*/ 470047 w 609193"/>
              <a:gd name="connsiteY34" fmla="*/ 268287 h 357876"/>
              <a:gd name="connsiteX35" fmla="*/ 514497 w 609193"/>
              <a:gd name="connsiteY35" fmla="*/ 252412 h 357876"/>
              <a:gd name="connsiteX36" fmla="*/ 570059 w 609193"/>
              <a:gd name="connsiteY36" fmla="*/ 260349 h 357876"/>
              <a:gd name="connsiteX37" fmla="*/ 608159 w 609193"/>
              <a:gd name="connsiteY37" fmla="*/ 212724 h 357876"/>
              <a:gd name="connsiteX38" fmla="*/ 597047 w 609193"/>
              <a:gd name="connsiteY38" fmla="*/ 153987 h 357876"/>
              <a:gd name="connsiteX39" fmla="*/ 582759 w 609193"/>
              <a:gd name="connsiteY39" fmla="*/ 111124 h 357876"/>
              <a:gd name="connsiteX40" fmla="*/ 538309 w 609193"/>
              <a:gd name="connsiteY40" fmla="*/ 109537 h 357876"/>
              <a:gd name="connsiteX41" fmla="*/ 485922 w 609193"/>
              <a:gd name="connsiteY41" fmla="*/ 142874 h 357876"/>
              <a:gd name="connsiteX42" fmla="*/ 473222 w 609193"/>
              <a:gd name="connsiteY42" fmla="*/ 166687 h 357876"/>
              <a:gd name="connsiteX43" fmla="*/ 358922 w 609193"/>
              <a:gd name="connsiteY43" fmla="*/ 25399 h 357876"/>
              <a:gd name="connsiteX0" fmla="*/ 281153 w 609212"/>
              <a:gd name="connsiteY0" fmla="*/ 0 h 357876"/>
              <a:gd name="connsiteX1" fmla="*/ 185904 w 609212"/>
              <a:gd name="connsiteY1" fmla="*/ 82549 h 357876"/>
              <a:gd name="connsiteX2" fmla="*/ 136691 w 609212"/>
              <a:gd name="connsiteY2" fmla="*/ 103187 h 357876"/>
              <a:gd name="connsiteX3" fmla="*/ 95416 w 609212"/>
              <a:gd name="connsiteY3" fmla="*/ 93662 h 357876"/>
              <a:gd name="connsiteX4" fmla="*/ 54141 w 609212"/>
              <a:gd name="connsiteY4" fmla="*/ 104774 h 357876"/>
              <a:gd name="connsiteX5" fmla="*/ 17628 w 609212"/>
              <a:gd name="connsiteY5" fmla="*/ 128587 h 357876"/>
              <a:gd name="connsiteX6" fmla="*/ 166 w 609212"/>
              <a:gd name="connsiteY6" fmla="*/ 152399 h 357876"/>
              <a:gd name="connsiteX7" fmla="*/ 27153 w 609212"/>
              <a:gd name="connsiteY7" fmla="*/ 227012 h 357876"/>
              <a:gd name="connsiteX8" fmla="*/ 92241 w 609212"/>
              <a:gd name="connsiteY8" fmla="*/ 212724 h 357876"/>
              <a:gd name="connsiteX9" fmla="*/ 114466 w 609212"/>
              <a:gd name="connsiteY9" fmla="*/ 265112 h 357876"/>
              <a:gd name="connsiteX10" fmla="*/ 170028 w 609212"/>
              <a:gd name="connsiteY10" fmla="*/ 249237 h 357876"/>
              <a:gd name="connsiteX11" fmla="*/ 182728 w 609212"/>
              <a:gd name="connsiteY11" fmla="*/ 198437 h 357876"/>
              <a:gd name="connsiteX12" fmla="*/ 171616 w 609212"/>
              <a:gd name="connsiteY12" fmla="*/ 169862 h 357876"/>
              <a:gd name="connsiteX13" fmla="*/ 273216 w 609212"/>
              <a:gd name="connsiteY13" fmla="*/ 76199 h 357876"/>
              <a:gd name="connsiteX14" fmla="*/ 289091 w 609212"/>
              <a:gd name="connsiteY14" fmla="*/ 87312 h 357876"/>
              <a:gd name="connsiteX15" fmla="*/ 273216 w 609212"/>
              <a:gd name="connsiteY15" fmla="*/ 149224 h 357876"/>
              <a:gd name="connsiteX16" fmla="*/ 249403 w 609212"/>
              <a:gd name="connsiteY16" fmla="*/ 188912 h 357876"/>
              <a:gd name="connsiteX17" fmla="*/ 224003 w 609212"/>
              <a:gd name="connsiteY17" fmla="*/ 187324 h 357876"/>
              <a:gd name="connsiteX18" fmla="*/ 190666 w 609212"/>
              <a:gd name="connsiteY18" fmla="*/ 244474 h 357876"/>
              <a:gd name="connsiteX19" fmla="*/ 241466 w 609212"/>
              <a:gd name="connsiteY19" fmla="*/ 287337 h 357876"/>
              <a:gd name="connsiteX20" fmla="*/ 235116 w 609212"/>
              <a:gd name="connsiteY20" fmla="*/ 303212 h 357876"/>
              <a:gd name="connsiteX21" fmla="*/ 254166 w 609212"/>
              <a:gd name="connsiteY21" fmla="*/ 349249 h 357876"/>
              <a:gd name="connsiteX22" fmla="*/ 336716 w 609212"/>
              <a:gd name="connsiteY22" fmla="*/ 354012 h 357876"/>
              <a:gd name="connsiteX23" fmla="*/ 338303 w 609212"/>
              <a:gd name="connsiteY23" fmla="*/ 306387 h 357876"/>
              <a:gd name="connsiteX24" fmla="*/ 371641 w 609212"/>
              <a:gd name="connsiteY24" fmla="*/ 342899 h 357876"/>
              <a:gd name="connsiteX25" fmla="*/ 417678 w 609212"/>
              <a:gd name="connsiteY25" fmla="*/ 325437 h 357876"/>
              <a:gd name="connsiteX26" fmla="*/ 435141 w 609212"/>
              <a:gd name="connsiteY26" fmla="*/ 271462 h 357876"/>
              <a:gd name="connsiteX27" fmla="*/ 395453 w 609212"/>
              <a:gd name="connsiteY27" fmla="*/ 230187 h 357876"/>
              <a:gd name="connsiteX28" fmla="*/ 320841 w 609212"/>
              <a:gd name="connsiteY28" fmla="*/ 209549 h 357876"/>
              <a:gd name="connsiteX29" fmla="*/ 287503 w 609212"/>
              <a:gd name="connsiteY29" fmla="*/ 193674 h 357876"/>
              <a:gd name="connsiteX30" fmla="*/ 331953 w 609212"/>
              <a:gd name="connsiteY30" fmla="*/ 69849 h 357876"/>
              <a:gd name="connsiteX31" fmla="*/ 358941 w 609212"/>
              <a:gd name="connsiteY31" fmla="*/ 100012 h 357876"/>
              <a:gd name="connsiteX32" fmla="*/ 428791 w 609212"/>
              <a:gd name="connsiteY32" fmla="*/ 182562 h 357876"/>
              <a:gd name="connsiteX33" fmla="*/ 424028 w 609212"/>
              <a:gd name="connsiteY33" fmla="*/ 201612 h 357876"/>
              <a:gd name="connsiteX34" fmla="*/ 470066 w 609212"/>
              <a:gd name="connsiteY34" fmla="*/ 268287 h 357876"/>
              <a:gd name="connsiteX35" fmla="*/ 514516 w 609212"/>
              <a:gd name="connsiteY35" fmla="*/ 252412 h 357876"/>
              <a:gd name="connsiteX36" fmla="*/ 570078 w 609212"/>
              <a:gd name="connsiteY36" fmla="*/ 260349 h 357876"/>
              <a:gd name="connsiteX37" fmla="*/ 608178 w 609212"/>
              <a:gd name="connsiteY37" fmla="*/ 212724 h 357876"/>
              <a:gd name="connsiteX38" fmla="*/ 597066 w 609212"/>
              <a:gd name="connsiteY38" fmla="*/ 153987 h 357876"/>
              <a:gd name="connsiteX39" fmla="*/ 582778 w 609212"/>
              <a:gd name="connsiteY39" fmla="*/ 111124 h 357876"/>
              <a:gd name="connsiteX40" fmla="*/ 538328 w 609212"/>
              <a:gd name="connsiteY40" fmla="*/ 109537 h 357876"/>
              <a:gd name="connsiteX41" fmla="*/ 485941 w 609212"/>
              <a:gd name="connsiteY41" fmla="*/ 142874 h 357876"/>
              <a:gd name="connsiteX42" fmla="*/ 473241 w 609212"/>
              <a:gd name="connsiteY42" fmla="*/ 166687 h 357876"/>
              <a:gd name="connsiteX43" fmla="*/ 358941 w 609212"/>
              <a:gd name="connsiteY43" fmla="*/ 25399 h 357876"/>
              <a:gd name="connsiteX0" fmla="*/ 296147 w 624206"/>
              <a:gd name="connsiteY0" fmla="*/ 0 h 357876"/>
              <a:gd name="connsiteX1" fmla="*/ 200898 w 624206"/>
              <a:gd name="connsiteY1" fmla="*/ 82549 h 357876"/>
              <a:gd name="connsiteX2" fmla="*/ 151685 w 624206"/>
              <a:gd name="connsiteY2" fmla="*/ 103187 h 357876"/>
              <a:gd name="connsiteX3" fmla="*/ 110410 w 624206"/>
              <a:gd name="connsiteY3" fmla="*/ 93662 h 357876"/>
              <a:gd name="connsiteX4" fmla="*/ 69135 w 624206"/>
              <a:gd name="connsiteY4" fmla="*/ 104774 h 357876"/>
              <a:gd name="connsiteX5" fmla="*/ 32622 w 624206"/>
              <a:gd name="connsiteY5" fmla="*/ 128587 h 357876"/>
              <a:gd name="connsiteX6" fmla="*/ 15160 w 624206"/>
              <a:gd name="connsiteY6" fmla="*/ 152399 h 357876"/>
              <a:gd name="connsiteX7" fmla="*/ 5635 w 624206"/>
              <a:gd name="connsiteY7" fmla="*/ 215900 h 357876"/>
              <a:gd name="connsiteX8" fmla="*/ 107235 w 624206"/>
              <a:gd name="connsiteY8" fmla="*/ 212724 h 357876"/>
              <a:gd name="connsiteX9" fmla="*/ 129460 w 624206"/>
              <a:gd name="connsiteY9" fmla="*/ 265112 h 357876"/>
              <a:gd name="connsiteX10" fmla="*/ 185022 w 624206"/>
              <a:gd name="connsiteY10" fmla="*/ 249237 h 357876"/>
              <a:gd name="connsiteX11" fmla="*/ 197722 w 624206"/>
              <a:gd name="connsiteY11" fmla="*/ 198437 h 357876"/>
              <a:gd name="connsiteX12" fmla="*/ 186610 w 624206"/>
              <a:gd name="connsiteY12" fmla="*/ 169862 h 357876"/>
              <a:gd name="connsiteX13" fmla="*/ 288210 w 624206"/>
              <a:gd name="connsiteY13" fmla="*/ 76199 h 357876"/>
              <a:gd name="connsiteX14" fmla="*/ 304085 w 624206"/>
              <a:gd name="connsiteY14" fmla="*/ 87312 h 357876"/>
              <a:gd name="connsiteX15" fmla="*/ 288210 w 624206"/>
              <a:gd name="connsiteY15" fmla="*/ 149224 h 357876"/>
              <a:gd name="connsiteX16" fmla="*/ 264397 w 624206"/>
              <a:gd name="connsiteY16" fmla="*/ 188912 h 357876"/>
              <a:gd name="connsiteX17" fmla="*/ 238997 w 624206"/>
              <a:gd name="connsiteY17" fmla="*/ 187324 h 357876"/>
              <a:gd name="connsiteX18" fmla="*/ 205660 w 624206"/>
              <a:gd name="connsiteY18" fmla="*/ 244474 h 357876"/>
              <a:gd name="connsiteX19" fmla="*/ 256460 w 624206"/>
              <a:gd name="connsiteY19" fmla="*/ 287337 h 357876"/>
              <a:gd name="connsiteX20" fmla="*/ 250110 w 624206"/>
              <a:gd name="connsiteY20" fmla="*/ 303212 h 357876"/>
              <a:gd name="connsiteX21" fmla="*/ 269160 w 624206"/>
              <a:gd name="connsiteY21" fmla="*/ 349249 h 357876"/>
              <a:gd name="connsiteX22" fmla="*/ 351710 w 624206"/>
              <a:gd name="connsiteY22" fmla="*/ 354012 h 357876"/>
              <a:gd name="connsiteX23" fmla="*/ 353297 w 624206"/>
              <a:gd name="connsiteY23" fmla="*/ 306387 h 357876"/>
              <a:gd name="connsiteX24" fmla="*/ 386635 w 624206"/>
              <a:gd name="connsiteY24" fmla="*/ 342899 h 357876"/>
              <a:gd name="connsiteX25" fmla="*/ 432672 w 624206"/>
              <a:gd name="connsiteY25" fmla="*/ 325437 h 357876"/>
              <a:gd name="connsiteX26" fmla="*/ 450135 w 624206"/>
              <a:gd name="connsiteY26" fmla="*/ 271462 h 357876"/>
              <a:gd name="connsiteX27" fmla="*/ 410447 w 624206"/>
              <a:gd name="connsiteY27" fmla="*/ 230187 h 357876"/>
              <a:gd name="connsiteX28" fmla="*/ 335835 w 624206"/>
              <a:gd name="connsiteY28" fmla="*/ 209549 h 357876"/>
              <a:gd name="connsiteX29" fmla="*/ 302497 w 624206"/>
              <a:gd name="connsiteY29" fmla="*/ 193674 h 357876"/>
              <a:gd name="connsiteX30" fmla="*/ 346947 w 624206"/>
              <a:gd name="connsiteY30" fmla="*/ 69849 h 357876"/>
              <a:gd name="connsiteX31" fmla="*/ 373935 w 624206"/>
              <a:gd name="connsiteY31" fmla="*/ 100012 h 357876"/>
              <a:gd name="connsiteX32" fmla="*/ 443785 w 624206"/>
              <a:gd name="connsiteY32" fmla="*/ 182562 h 357876"/>
              <a:gd name="connsiteX33" fmla="*/ 439022 w 624206"/>
              <a:gd name="connsiteY33" fmla="*/ 201612 h 357876"/>
              <a:gd name="connsiteX34" fmla="*/ 485060 w 624206"/>
              <a:gd name="connsiteY34" fmla="*/ 268287 h 357876"/>
              <a:gd name="connsiteX35" fmla="*/ 529510 w 624206"/>
              <a:gd name="connsiteY35" fmla="*/ 252412 h 357876"/>
              <a:gd name="connsiteX36" fmla="*/ 585072 w 624206"/>
              <a:gd name="connsiteY36" fmla="*/ 260349 h 357876"/>
              <a:gd name="connsiteX37" fmla="*/ 623172 w 624206"/>
              <a:gd name="connsiteY37" fmla="*/ 212724 h 357876"/>
              <a:gd name="connsiteX38" fmla="*/ 612060 w 624206"/>
              <a:gd name="connsiteY38" fmla="*/ 153987 h 357876"/>
              <a:gd name="connsiteX39" fmla="*/ 597772 w 624206"/>
              <a:gd name="connsiteY39" fmla="*/ 111124 h 357876"/>
              <a:gd name="connsiteX40" fmla="*/ 553322 w 624206"/>
              <a:gd name="connsiteY40" fmla="*/ 109537 h 357876"/>
              <a:gd name="connsiteX41" fmla="*/ 500935 w 624206"/>
              <a:gd name="connsiteY41" fmla="*/ 142874 h 357876"/>
              <a:gd name="connsiteX42" fmla="*/ 488235 w 624206"/>
              <a:gd name="connsiteY42" fmla="*/ 166687 h 357876"/>
              <a:gd name="connsiteX43" fmla="*/ 373935 w 624206"/>
              <a:gd name="connsiteY43" fmla="*/ 25399 h 357876"/>
              <a:gd name="connsiteX0" fmla="*/ 292087 w 620146"/>
              <a:gd name="connsiteY0" fmla="*/ 0 h 357876"/>
              <a:gd name="connsiteX1" fmla="*/ 196838 w 620146"/>
              <a:gd name="connsiteY1" fmla="*/ 82549 h 357876"/>
              <a:gd name="connsiteX2" fmla="*/ 147625 w 620146"/>
              <a:gd name="connsiteY2" fmla="*/ 103187 h 357876"/>
              <a:gd name="connsiteX3" fmla="*/ 106350 w 620146"/>
              <a:gd name="connsiteY3" fmla="*/ 93662 h 357876"/>
              <a:gd name="connsiteX4" fmla="*/ 65075 w 620146"/>
              <a:gd name="connsiteY4" fmla="*/ 104774 h 357876"/>
              <a:gd name="connsiteX5" fmla="*/ 28562 w 620146"/>
              <a:gd name="connsiteY5" fmla="*/ 128587 h 357876"/>
              <a:gd name="connsiteX6" fmla="*/ 11100 w 620146"/>
              <a:gd name="connsiteY6" fmla="*/ 152399 h 357876"/>
              <a:gd name="connsiteX7" fmla="*/ 1575 w 620146"/>
              <a:gd name="connsiteY7" fmla="*/ 215900 h 357876"/>
              <a:gd name="connsiteX8" fmla="*/ 44437 w 620146"/>
              <a:gd name="connsiteY8" fmla="*/ 268287 h 357876"/>
              <a:gd name="connsiteX9" fmla="*/ 125400 w 620146"/>
              <a:gd name="connsiteY9" fmla="*/ 265112 h 357876"/>
              <a:gd name="connsiteX10" fmla="*/ 180962 w 620146"/>
              <a:gd name="connsiteY10" fmla="*/ 249237 h 357876"/>
              <a:gd name="connsiteX11" fmla="*/ 193662 w 620146"/>
              <a:gd name="connsiteY11" fmla="*/ 198437 h 357876"/>
              <a:gd name="connsiteX12" fmla="*/ 182550 w 620146"/>
              <a:gd name="connsiteY12" fmla="*/ 169862 h 357876"/>
              <a:gd name="connsiteX13" fmla="*/ 284150 w 620146"/>
              <a:gd name="connsiteY13" fmla="*/ 76199 h 357876"/>
              <a:gd name="connsiteX14" fmla="*/ 300025 w 620146"/>
              <a:gd name="connsiteY14" fmla="*/ 87312 h 357876"/>
              <a:gd name="connsiteX15" fmla="*/ 284150 w 620146"/>
              <a:gd name="connsiteY15" fmla="*/ 149224 h 357876"/>
              <a:gd name="connsiteX16" fmla="*/ 260337 w 620146"/>
              <a:gd name="connsiteY16" fmla="*/ 188912 h 357876"/>
              <a:gd name="connsiteX17" fmla="*/ 234937 w 620146"/>
              <a:gd name="connsiteY17" fmla="*/ 187324 h 357876"/>
              <a:gd name="connsiteX18" fmla="*/ 201600 w 620146"/>
              <a:gd name="connsiteY18" fmla="*/ 244474 h 357876"/>
              <a:gd name="connsiteX19" fmla="*/ 252400 w 620146"/>
              <a:gd name="connsiteY19" fmla="*/ 287337 h 357876"/>
              <a:gd name="connsiteX20" fmla="*/ 246050 w 620146"/>
              <a:gd name="connsiteY20" fmla="*/ 303212 h 357876"/>
              <a:gd name="connsiteX21" fmla="*/ 265100 w 620146"/>
              <a:gd name="connsiteY21" fmla="*/ 349249 h 357876"/>
              <a:gd name="connsiteX22" fmla="*/ 347650 w 620146"/>
              <a:gd name="connsiteY22" fmla="*/ 354012 h 357876"/>
              <a:gd name="connsiteX23" fmla="*/ 349237 w 620146"/>
              <a:gd name="connsiteY23" fmla="*/ 306387 h 357876"/>
              <a:gd name="connsiteX24" fmla="*/ 382575 w 620146"/>
              <a:gd name="connsiteY24" fmla="*/ 342899 h 357876"/>
              <a:gd name="connsiteX25" fmla="*/ 428612 w 620146"/>
              <a:gd name="connsiteY25" fmla="*/ 325437 h 357876"/>
              <a:gd name="connsiteX26" fmla="*/ 446075 w 620146"/>
              <a:gd name="connsiteY26" fmla="*/ 271462 h 357876"/>
              <a:gd name="connsiteX27" fmla="*/ 406387 w 620146"/>
              <a:gd name="connsiteY27" fmla="*/ 230187 h 357876"/>
              <a:gd name="connsiteX28" fmla="*/ 331775 w 620146"/>
              <a:gd name="connsiteY28" fmla="*/ 209549 h 357876"/>
              <a:gd name="connsiteX29" fmla="*/ 298437 w 620146"/>
              <a:gd name="connsiteY29" fmla="*/ 193674 h 357876"/>
              <a:gd name="connsiteX30" fmla="*/ 342887 w 620146"/>
              <a:gd name="connsiteY30" fmla="*/ 69849 h 357876"/>
              <a:gd name="connsiteX31" fmla="*/ 369875 w 620146"/>
              <a:gd name="connsiteY31" fmla="*/ 100012 h 357876"/>
              <a:gd name="connsiteX32" fmla="*/ 439725 w 620146"/>
              <a:gd name="connsiteY32" fmla="*/ 182562 h 357876"/>
              <a:gd name="connsiteX33" fmla="*/ 434962 w 620146"/>
              <a:gd name="connsiteY33" fmla="*/ 201612 h 357876"/>
              <a:gd name="connsiteX34" fmla="*/ 481000 w 620146"/>
              <a:gd name="connsiteY34" fmla="*/ 268287 h 357876"/>
              <a:gd name="connsiteX35" fmla="*/ 525450 w 620146"/>
              <a:gd name="connsiteY35" fmla="*/ 252412 h 357876"/>
              <a:gd name="connsiteX36" fmla="*/ 581012 w 620146"/>
              <a:gd name="connsiteY36" fmla="*/ 260349 h 357876"/>
              <a:gd name="connsiteX37" fmla="*/ 619112 w 620146"/>
              <a:gd name="connsiteY37" fmla="*/ 212724 h 357876"/>
              <a:gd name="connsiteX38" fmla="*/ 608000 w 620146"/>
              <a:gd name="connsiteY38" fmla="*/ 153987 h 357876"/>
              <a:gd name="connsiteX39" fmla="*/ 593712 w 620146"/>
              <a:gd name="connsiteY39" fmla="*/ 111124 h 357876"/>
              <a:gd name="connsiteX40" fmla="*/ 549262 w 620146"/>
              <a:gd name="connsiteY40" fmla="*/ 109537 h 357876"/>
              <a:gd name="connsiteX41" fmla="*/ 496875 w 620146"/>
              <a:gd name="connsiteY41" fmla="*/ 142874 h 357876"/>
              <a:gd name="connsiteX42" fmla="*/ 484175 w 620146"/>
              <a:gd name="connsiteY42" fmla="*/ 166687 h 357876"/>
              <a:gd name="connsiteX43" fmla="*/ 369875 w 620146"/>
              <a:gd name="connsiteY43" fmla="*/ 25399 h 357876"/>
              <a:gd name="connsiteX0" fmla="*/ 287887 w 615946"/>
              <a:gd name="connsiteY0" fmla="*/ 0 h 357876"/>
              <a:gd name="connsiteX1" fmla="*/ 192638 w 615946"/>
              <a:gd name="connsiteY1" fmla="*/ 82549 h 357876"/>
              <a:gd name="connsiteX2" fmla="*/ 143425 w 615946"/>
              <a:gd name="connsiteY2" fmla="*/ 103187 h 357876"/>
              <a:gd name="connsiteX3" fmla="*/ 102150 w 615946"/>
              <a:gd name="connsiteY3" fmla="*/ 93662 h 357876"/>
              <a:gd name="connsiteX4" fmla="*/ 60875 w 615946"/>
              <a:gd name="connsiteY4" fmla="*/ 104774 h 357876"/>
              <a:gd name="connsiteX5" fmla="*/ 24362 w 615946"/>
              <a:gd name="connsiteY5" fmla="*/ 128587 h 357876"/>
              <a:gd name="connsiteX6" fmla="*/ 6900 w 615946"/>
              <a:gd name="connsiteY6" fmla="*/ 152399 h 357876"/>
              <a:gd name="connsiteX7" fmla="*/ 2137 w 615946"/>
              <a:gd name="connsiteY7" fmla="*/ 212725 h 357876"/>
              <a:gd name="connsiteX8" fmla="*/ 40237 w 615946"/>
              <a:gd name="connsiteY8" fmla="*/ 268287 h 357876"/>
              <a:gd name="connsiteX9" fmla="*/ 121200 w 615946"/>
              <a:gd name="connsiteY9" fmla="*/ 265112 h 357876"/>
              <a:gd name="connsiteX10" fmla="*/ 176762 w 615946"/>
              <a:gd name="connsiteY10" fmla="*/ 249237 h 357876"/>
              <a:gd name="connsiteX11" fmla="*/ 189462 w 615946"/>
              <a:gd name="connsiteY11" fmla="*/ 198437 h 357876"/>
              <a:gd name="connsiteX12" fmla="*/ 178350 w 615946"/>
              <a:gd name="connsiteY12" fmla="*/ 169862 h 357876"/>
              <a:gd name="connsiteX13" fmla="*/ 279950 w 615946"/>
              <a:gd name="connsiteY13" fmla="*/ 76199 h 357876"/>
              <a:gd name="connsiteX14" fmla="*/ 295825 w 615946"/>
              <a:gd name="connsiteY14" fmla="*/ 87312 h 357876"/>
              <a:gd name="connsiteX15" fmla="*/ 279950 w 615946"/>
              <a:gd name="connsiteY15" fmla="*/ 149224 h 357876"/>
              <a:gd name="connsiteX16" fmla="*/ 256137 w 615946"/>
              <a:gd name="connsiteY16" fmla="*/ 188912 h 357876"/>
              <a:gd name="connsiteX17" fmla="*/ 230737 w 615946"/>
              <a:gd name="connsiteY17" fmla="*/ 187324 h 357876"/>
              <a:gd name="connsiteX18" fmla="*/ 197400 w 615946"/>
              <a:gd name="connsiteY18" fmla="*/ 244474 h 357876"/>
              <a:gd name="connsiteX19" fmla="*/ 248200 w 615946"/>
              <a:gd name="connsiteY19" fmla="*/ 287337 h 357876"/>
              <a:gd name="connsiteX20" fmla="*/ 241850 w 615946"/>
              <a:gd name="connsiteY20" fmla="*/ 303212 h 357876"/>
              <a:gd name="connsiteX21" fmla="*/ 260900 w 615946"/>
              <a:gd name="connsiteY21" fmla="*/ 349249 h 357876"/>
              <a:gd name="connsiteX22" fmla="*/ 343450 w 615946"/>
              <a:gd name="connsiteY22" fmla="*/ 354012 h 357876"/>
              <a:gd name="connsiteX23" fmla="*/ 345037 w 615946"/>
              <a:gd name="connsiteY23" fmla="*/ 306387 h 357876"/>
              <a:gd name="connsiteX24" fmla="*/ 378375 w 615946"/>
              <a:gd name="connsiteY24" fmla="*/ 342899 h 357876"/>
              <a:gd name="connsiteX25" fmla="*/ 424412 w 615946"/>
              <a:gd name="connsiteY25" fmla="*/ 325437 h 357876"/>
              <a:gd name="connsiteX26" fmla="*/ 441875 w 615946"/>
              <a:gd name="connsiteY26" fmla="*/ 271462 h 357876"/>
              <a:gd name="connsiteX27" fmla="*/ 402187 w 615946"/>
              <a:gd name="connsiteY27" fmla="*/ 230187 h 357876"/>
              <a:gd name="connsiteX28" fmla="*/ 327575 w 615946"/>
              <a:gd name="connsiteY28" fmla="*/ 209549 h 357876"/>
              <a:gd name="connsiteX29" fmla="*/ 294237 w 615946"/>
              <a:gd name="connsiteY29" fmla="*/ 193674 h 357876"/>
              <a:gd name="connsiteX30" fmla="*/ 338687 w 615946"/>
              <a:gd name="connsiteY30" fmla="*/ 69849 h 357876"/>
              <a:gd name="connsiteX31" fmla="*/ 365675 w 615946"/>
              <a:gd name="connsiteY31" fmla="*/ 100012 h 357876"/>
              <a:gd name="connsiteX32" fmla="*/ 435525 w 615946"/>
              <a:gd name="connsiteY32" fmla="*/ 182562 h 357876"/>
              <a:gd name="connsiteX33" fmla="*/ 430762 w 615946"/>
              <a:gd name="connsiteY33" fmla="*/ 201612 h 357876"/>
              <a:gd name="connsiteX34" fmla="*/ 476800 w 615946"/>
              <a:gd name="connsiteY34" fmla="*/ 268287 h 357876"/>
              <a:gd name="connsiteX35" fmla="*/ 521250 w 615946"/>
              <a:gd name="connsiteY35" fmla="*/ 252412 h 357876"/>
              <a:gd name="connsiteX36" fmla="*/ 576812 w 615946"/>
              <a:gd name="connsiteY36" fmla="*/ 260349 h 357876"/>
              <a:gd name="connsiteX37" fmla="*/ 614912 w 615946"/>
              <a:gd name="connsiteY37" fmla="*/ 212724 h 357876"/>
              <a:gd name="connsiteX38" fmla="*/ 603800 w 615946"/>
              <a:gd name="connsiteY38" fmla="*/ 153987 h 357876"/>
              <a:gd name="connsiteX39" fmla="*/ 589512 w 615946"/>
              <a:gd name="connsiteY39" fmla="*/ 111124 h 357876"/>
              <a:gd name="connsiteX40" fmla="*/ 545062 w 615946"/>
              <a:gd name="connsiteY40" fmla="*/ 109537 h 357876"/>
              <a:gd name="connsiteX41" fmla="*/ 492675 w 615946"/>
              <a:gd name="connsiteY41" fmla="*/ 142874 h 357876"/>
              <a:gd name="connsiteX42" fmla="*/ 479975 w 615946"/>
              <a:gd name="connsiteY42" fmla="*/ 166687 h 357876"/>
              <a:gd name="connsiteX43" fmla="*/ 365675 w 615946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19515 w 614261"/>
              <a:gd name="connsiteY9" fmla="*/ 265112 h 357876"/>
              <a:gd name="connsiteX10" fmla="*/ 175077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75077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79827 w 614261"/>
              <a:gd name="connsiteY3" fmla="*/ 57150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79827 w 614261"/>
              <a:gd name="connsiteY3" fmla="*/ 57150 h 357876"/>
              <a:gd name="connsiteX4" fmla="*/ 30615 w 614261"/>
              <a:gd name="connsiteY4" fmla="*/ 84136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98556 w 626615"/>
              <a:gd name="connsiteY0" fmla="*/ 0 h 357876"/>
              <a:gd name="connsiteX1" fmla="*/ 203307 w 626615"/>
              <a:gd name="connsiteY1" fmla="*/ 82549 h 357876"/>
              <a:gd name="connsiteX2" fmla="*/ 158856 w 626615"/>
              <a:gd name="connsiteY2" fmla="*/ 58737 h 357876"/>
              <a:gd name="connsiteX3" fmla="*/ 92181 w 626615"/>
              <a:gd name="connsiteY3" fmla="*/ 57150 h 357876"/>
              <a:gd name="connsiteX4" fmla="*/ 42969 w 626615"/>
              <a:gd name="connsiteY4" fmla="*/ 84136 h 357876"/>
              <a:gd name="connsiteX5" fmla="*/ 106 w 626615"/>
              <a:gd name="connsiteY5" fmla="*/ 111125 h 357876"/>
              <a:gd name="connsiteX6" fmla="*/ 30269 w 626615"/>
              <a:gd name="connsiteY6" fmla="*/ 161924 h 357876"/>
              <a:gd name="connsiteX7" fmla="*/ 12806 w 626615"/>
              <a:gd name="connsiteY7" fmla="*/ 212725 h 357876"/>
              <a:gd name="connsiteX8" fmla="*/ 50906 w 626615"/>
              <a:gd name="connsiteY8" fmla="*/ 268287 h 357876"/>
              <a:gd name="connsiteX9" fmla="*/ 122344 w 626615"/>
              <a:gd name="connsiteY9" fmla="*/ 274637 h 357876"/>
              <a:gd name="connsiteX10" fmla="*/ 166794 w 626615"/>
              <a:gd name="connsiteY10" fmla="*/ 249237 h 357876"/>
              <a:gd name="connsiteX11" fmla="*/ 185844 w 626615"/>
              <a:gd name="connsiteY11" fmla="*/ 198437 h 357876"/>
              <a:gd name="connsiteX12" fmla="*/ 190606 w 626615"/>
              <a:gd name="connsiteY12" fmla="*/ 149224 h 357876"/>
              <a:gd name="connsiteX13" fmla="*/ 308082 w 626615"/>
              <a:gd name="connsiteY13" fmla="*/ 46036 h 357876"/>
              <a:gd name="connsiteX14" fmla="*/ 306494 w 626615"/>
              <a:gd name="connsiteY14" fmla="*/ 87312 h 357876"/>
              <a:gd name="connsiteX15" fmla="*/ 290619 w 626615"/>
              <a:gd name="connsiteY15" fmla="*/ 149224 h 357876"/>
              <a:gd name="connsiteX16" fmla="*/ 266806 w 626615"/>
              <a:gd name="connsiteY16" fmla="*/ 188912 h 357876"/>
              <a:gd name="connsiteX17" fmla="*/ 241406 w 626615"/>
              <a:gd name="connsiteY17" fmla="*/ 187324 h 357876"/>
              <a:gd name="connsiteX18" fmla="*/ 208069 w 626615"/>
              <a:gd name="connsiteY18" fmla="*/ 244474 h 357876"/>
              <a:gd name="connsiteX19" fmla="*/ 258869 w 626615"/>
              <a:gd name="connsiteY19" fmla="*/ 287337 h 357876"/>
              <a:gd name="connsiteX20" fmla="*/ 252519 w 626615"/>
              <a:gd name="connsiteY20" fmla="*/ 303212 h 357876"/>
              <a:gd name="connsiteX21" fmla="*/ 271569 w 626615"/>
              <a:gd name="connsiteY21" fmla="*/ 349249 h 357876"/>
              <a:gd name="connsiteX22" fmla="*/ 354119 w 626615"/>
              <a:gd name="connsiteY22" fmla="*/ 354012 h 357876"/>
              <a:gd name="connsiteX23" fmla="*/ 355706 w 626615"/>
              <a:gd name="connsiteY23" fmla="*/ 306387 h 357876"/>
              <a:gd name="connsiteX24" fmla="*/ 389044 w 626615"/>
              <a:gd name="connsiteY24" fmla="*/ 342899 h 357876"/>
              <a:gd name="connsiteX25" fmla="*/ 435081 w 626615"/>
              <a:gd name="connsiteY25" fmla="*/ 325437 h 357876"/>
              <a:gd name="connsiteX26" fmla="*/ 452544 w 626615"/>
              <a:gd name="connsiteY26" fmla="*/ 271462 h 357876"/>
              <a:gd name="connsiteX27" fmla="*/ 412856 w 626615"/>
              <a:gd name="connsiteY27" fmla="*/ 230187 h 357876"/>
              <a:gd name="connsiteX28" fmla="*/ 338244 w 626615"/>
              <a:gd name="connsiteY28" fmla="*/ 209549 h 357876"/>
              <a:gd name="connsiteX29" fmla="*/ 304906 w 626615"/>
              <a:gd name="connsiteY29" fmla="*/ 193674 h 357876"/>
              <a:gd name="connsiteX30" fmla="*/ 349356 w 626615"/>
              <a:gd name="connsiteY30" fmla="*/ 69849 h 357876"/>
              <a:gd name="connsiteX31" fmla="*/ 376344 w 626615"/>
              <a:gd name="connsiteY31" fmla="*/ 100012 h 357876"/>
              <a:gd name="connsiteX32" fmla="*/ 446194 w 626615"/>
              <a:gd name="connsiteY32" fmla="*/ 182562 h 357876"/>
              <a:gd name="connsiteX33" fmla="*/ 441431 w 626615"/>
              <a:gd name="connsiteY33" fmla="*/ 201612 h 357876"/>
              <a:gd name="connsiteX34" fmla="*/ 487469 w 626615"/>
              <a:gd name="connsiteY34" fmla="*/ 268287 h 357876"/>
              <a:gd name="connsiteX35" fmla="*/ 531919 w 626615"/>
              <a:gd name="connsiteY35" fmla="*/ 252412 h 357876"/>
              <a:gd name="connsiteX36" fmla="*/ 587481 w 626615"/>
              <a:gd name="connsiteY36" fmla="*/ 260349 h 357876"/>
              <a:gd name="connsiteX37" fmla="*/ 625581 w 626615"/>
              <a:gd name="connsiteY37" fmla="*/ 212724 h 357876"/>
              <a:gd name="connsiteX38" fmla="*/ 614469 w 626615"/>
              <a:gd name="connsiteY38" fmla="*/ 153987 h 357876"/>
              <a:gd name="connsiteX39" fmla="*/ 600181 w 626615"/>
              <a:gd name="connsiteY39" fmla="*/ 111124 h 357876"/>
              <a:gd name="connsiteX40" fmla="*/ 555731 w 626615"/>
              <a:gd name="connsiteY40" fmla="*/ 109537 h 357876"/>
              <a:gd name="connsiteX41" fmla="*/ 503344 w 626615"/>
              <a:gd name="connsiteY41" fmla="*/ 142874 h 357876"/>
              <a:gd name="connsiteX42" fmla="*/ 490644 w 626615"/>
              <a:gd name="connsiteY42" fmla="*/ 166687 h 357876"/>
              <a:gd name="connsiteX43" fmla="*/ 376344 w 626615"/>
              <a:gd name="connsiteY43" fmla="*/ 25399 h 357876"/>
              <a:gd name="connsiteX0" fmla="*/ 305918 w 633977"/>
              <a:gd name="connsiteY0" fmla="*/ 0 h 357876"/>
              <a:gd name="connsiteX1" fmla="*/ 210669 w 633977"/>
              <a:gd name="connsiteY1" fmla="*/ 82549 h 357876"/>
              <a:gd name="connsiteX2" fmla="*/ 166218 w 633977"/>
              <a:gd name="connsiteY2" fmla="*/ 58737 h 357876"/>
              <a:gd name="connsiteX3" fmla="*/ 99543 w 633977"/>
              <a:gd name="connsiteY3" fmla="*/ 57150 h 357876"/>
              <a:gd name="connsiteX4" fmla="*/ 50331 w 633977"/>
              <a:gd name="connsiteY4" fmla="*/ 84136 h 357876"/>
              <a:gd name="connsiteX5" fmla="*/ 7468 w 633977"/>
              <a:gd name="connsiteY5" fmla="*/ 111125 h 357876"/>
              <a:gd name="connsiteX6" fmla="*/ 1118 w 633977"/>
              <a:gd name="connsiteY6" fmla="*/ 179387 h 357876"/>
              <a:gd name="connsiteX7" fmla="*/ 20168 w 633977"/>
              <a:gd name="connsiteY7" fmla="*/ 212725 h 357876"/>
              <a:gd name="connsiteX8" fmla="*/ 58268 w 633977"/>
              <a:gd name="connsiteY8" fmla="*/ 268287 h 357876"/>
              <a:gd name="connsiteX9" fmla="*/ 129706 w 633977"/>
              <a:gd name="connsiteY9" fmla="*/ 274637 h 357876"/>
              <a:gd name="connsiteX10" fmla="*/ 174156 w 633977"/>
              <a:gd name="connsiteY10" fmla="*/ 249237 h 357876"/>
              <a:gd name="connsiteX11" fmla="*/ 193206 w 633977"/>
              <a:gd name="connsiteY11" fmla="*/ 198437 h 357876"/>
              <a:gd name="connsiteX12" fmla="*/ 197968 w 633977"/>
              <a:gd name="connsiteY12" fmla="*/ 149224 h 357876"/>
              <a:gd name="connsiteX13" fmla="*/ 315444 w 633977"/>
              <a:gd name="connsiteY13" fmla="*/ 46036 h 357876"/>
              <a:gd name="connsiteX14" fmla="*/ 313856 w 633977"/>
              <a:gd name="connsiteY14" fmla="*/ 87312 h 357876"/>
              <a:gd name="connsiteX15" fmla="*/ 297981 w 633977"/>
              <a:gd name="connsiteY15" fmla="*/ 149224 h 357876"/>
              <a:gd name="connsiteX16" fmla="*/ 274168 w 633977"/>
              <a:gd name="connsiteY16" fmla="*/ 188912 h 357876"/>
              <a:gd name="connsiteX17" fmla="*/ 248768 w 633977"/>
              <a:gd name="connsiteY17" fmla="*/ 187324 h 357876"/>
              <a:gd name="connsiteX18" fmla="*/ 215431 w 633977"/>
              <a:gd name="connsiteY18" fmla="*/ 244474 h 357876"/>
              <a:gd name="connsiteX19" fmla="*/ 266231 w 633977"/>
              <a:gd name="connsiteY19" fmla="*/ 287337 h 357876"/>
              <a:gd name="connsiteX20" fmla="*/ 259881 w 633977"/>
              <a:gd name="connsiteY20" fmla="*/ 303212 h 357876"/>
              <a:gd name="connsiteX21" fmla="*/ 278931 w 633977"/>
              <a:gd name="connsiteY21" fmla="*/ 349249 h 357876"/>
              <a:gd name="connsiteX22" fmla="*/ 361481 w 633977"/>
              <a:gd name="connsiteY22" fmla="*/ 354012 h 357876"/>
              <a:gd name="connsiteX23" fmla="*/ 363068 w 633977"/>
              <a:gd name="connsiteY23" fmla="*/ 306387 h 357876"/>
              <a:gd name="connsiteX24" fmla="*/ 396406 w 633977"/>
              <a:gd name="connsiteY24" fmla="*/ 342899 h 357876"/>
              <a:gd name="connsiteX25" fmla="*/ 442443 w 633977"/>
              <a:gd name="connsiteY25" fmla="*/ 325437 h 357876"/>
              <a:gd name="connsiteX26" fmla="*/ 459906 w 633977"/>
              <a:gd name="connsiteY26" fmla="*/ 271462 h 357876"/>
              <a:gd name="connsiteX27" fmla="*/ 420218 w 633977"/>
              <a:gd name="connsiteY27" fmla="*/ 230187 h 357876"/>
              <a:gd name="connsiteX28" fmla="*/ 345606 w 633977"/>
              <a:gd name="connsiteY28" fmla="*/ 209549 h 357876"/>
              <a:gd name="connsiteX29" fmla="*/ 312268 w 633977"/>
              <a:gd name="connsiteY29" fmla="*/ 193674 h 357876"/>
              <a:gd name="connsiteX30" fmla="*/ 356718 w 633977"/>
              <a:gd name="connsiteY30" fmla="*/ 69849 h 357876"/>
              <a:gd name="connsiteX31" fmla="*/ 383706 w 633977"/>
              <a:gd name="connsiteY31" fmla="*/ 100012 h 357876"/>
              <a:gd name="connsiteX32" fmla="*/ 453556 w 633977"/>
              <a:gd name="connsiteY32" fmla="*/ 182562 h 357876"/>
              <a:gd name="connsiteX33" fmla="*/ 448793 w 633977"/>
              <a:gd name="connsiteY33" fmla="*/ 201612 h 357876"/>
              <a:gd name="connsiteX34" fmla="*/ 494831 w 633977"/>
              <a:gd name="connsiteY34" fmla="*/ 268287 h 357876"/>
              <a:gd name="connsiteX35" fmla="*/ 539281 w 633977"/>
              <a:gd name="connsiteY35" fmla="*/ 252412 h 357876"/>
              <a:gd name="connsiteX36" fmla="*/ 594843 w 633977"/>
              <a:gd name="connsiteY36" fmla="*/ 260349 h 357876"/>
              <a:gd name="connsiteX37" fmla="*/ 632943 w 633977"/>
              <a:gd name="connsiteY37" fmla="*/ 212724 h 357876"/>
              <a:gd name="connsiteX38" fmla="*/ 621831 w 633977"/>
              <a:gd name="connsiteY38" fmla="*/ 153987 h 357876"/>
              <a:gd name="connsiteX39" fmla="*/ 607543 w 633977"/>
              <a:gd name="connsiteY39" fmla="*/ 111124 h 357876"/>
              <a:gd name="connsiteX40" fmla="*/ 563093 w 633977"/>
              <a:gd name="connsiteY40" fmla="*/ 109537 h 357876"/>
              <a:gd name="connsiteX41" fmla="*/ 510706 w 633977"/>
              <a:gd name="connsiteY41" fmla="*/ 142874 h 357876"/>
              <a:gd name="connsiteX42" fmla="*/ 498006 w 633977"/>
              <a:gd name="connsiteY42" fmla="*/ 166687 h 357876"/>
              <a:gd name="connsiteX43" fmla="*/ 383706 w 633977"/>
              <a:gd name="connsiteY43" fmla="*/ 25399 h 357876"/>
              <a:gd name="connsiteX0" fmla="*/ 305097 w 633156"/>
              <a:gd name="connsiteY0" fmla="*/ 0 h 357876"/>
              <a:gd name="connsiteX1" fmla="*/ 209848 w 633156"/>
              <a:gd name="connsiteY1" fmla="*/ 82549 h 357876"/>
              <a:gd name="connsiteX2" fmla="*/ 165397 w 633156"/>
              <a:gd name="connsiteY2" fmla="*/ 58737 h 357876"/>
              <a:gd name="connsiteX3" fmla="*/ 98722 w 633156"/>
              <a:gd name="connsiteY3" fmla="*/ 57150 h 357876"/>
              <a:gd name="connsiteX4" fmla="*/ 49510 w 633156"/>
              <a:gd name="connsiteY4" fmla="*/ 84136 h 357876"/>
              <a:gd name="connsiteX5" fmla="*/ 6647 w 633156"/>
              <a:gd name="connsiteY5" fmla="*/ 111125 h 357876"/>
              <a:gd name="connsiteX6" fmla="*/ 297 w 633156"/>
              <a:gd name="connsiteY6" fmla="*/ 179387 h 357876"/>
              <a:gd name="connsiteX7" fmla="*/ 8235 w 633156"/>
              <a:gd name="connsiteY7" fmla="*/ 231775 h 357876"/>
              <a:gd name="connsiteX8" fmla="*/ 57447 w 633156"/>
              <a:gd name="connsiteY8" fmla="*/ 268287 h 357876"/>
              <a:gd name="connsiteX9" fmla="*/ 128885 w 633156"/>
              <a:gd name="connsiteY9" fmla="*/ 274637 h 357876"/>
              <a:gd name="connsiteX10" fmla="*/ 173335 w 633156"/>
              <a:gd name="connsiteY10" fmla="*/ 249237 h 357876"/>
              <a:gd name="connsiteX11" fmla="*/ 192385 w 633156"/>
              <a:gd name="connsiteY11" fmla="*/ 198437 h 357876"/>
              <a:gd name="connsiteX12" fmla="*/ 197147 w 633156"/>
              <a:gd name="connsiteY12" fmla="*/ 149224 h 357876"/>
              <a:gd name="connsiteX13" fmla="*/ 314623 w 633156"/>
              <a:gd name="connsiteY13" fmla="*/ 46036 h 357876"/>
              <a:gd name="connsiteX14" fmla="*/ 313035 w 633156"/>
              <a:gd name="connsiteY14" fmla="*/ 87312 h 357876"/>
              <a:gd name="connsiteX15" fmla="*/ 297160 w 633156"/>
              <a:gd name="connsiteY15" fmla="*/ 149224 h 357876"/>
              <a:gd name="connsiteX16" fmla="*/ 273347 w 633156"/>
              <a:gd name="connsiteY16" fmla="*/ 188912 h 357876"/>
              <a:gd name="connsiteX17" fmla="*/ 247947 w 633156"/>
              <a:gd name="connsiteY17" fmla="*/ 187324 h 357876"/>
              <a:gd name="connsiteX18" fmla="*/ 214610 w 633156"/>
              <a:gd name="connsiteY18" fmla="*/ 244474 h 357876"/>
              <a:gd name="connsiteX19" fmla="*/ 265410 w 633156"/>
              <a:gd name="connsiteY19" fmla="*/ 287337 h 357876"/>
              <a:gd name="connsiteX20" fmla="*/ 259060 w 633156"/>
              <a:gd name="connsiteY20" fmla="*/ 303212 h 357876"/>
              <a:gd name="connsiteX21" fmla="*/ 278110 w 633156"/>
              <a:gd name="connsiteY21" fmla="*/ 349249 h 357876"/>
              <a:gd name="connsiteX22" fmla="*/ 360660 w 633156"/>
              <a:gd name="connsiteY22" fmla="*/ 354012 h 357876"/>
              <a:gd name="connsiteX23" fmla="*/ 362247 w 633156"/>
              <a:gd name="connsiteY23" fmla="*/ 306387 h 357876"/>
              <a:gd name="connsiteX24" fmla="*/ 395585 w 633156"/>
              <a:gd name="connsiteY24" fmla="*/ 342899 h 357876"/>
              <a:gd name="connsiteX25" fmla="*/ 441622 w 633156"/>
              <a:gd name="connsiteY25" fmla="*/ 325437 h 357876"/>
              <a:gd name="connsiteX26" fmla="*/ 459085 w 633156"/>
              <a:gd name="connsiteY26" fmla="*/ 271462 h 357876"/>
              <a:gd name="connsiteX27" fmla="*/ 419397 w 633156"/>
              <a:gd name="connsiteY27" fmla="*/ 230187 h 357876"/>
              <a:gd name="connsiteX28" fmla="*/ 344785 w 633156"/>
              <a:gd name="connsiteY28" fmla="*/ 209549 h 357876"/>
              <a:gd name="connsiteX29" fmla="*/ 311447 w 633156"/>
              <a:gd name="connsiteY29" fmla="*/ 193674 h 357876"/>
              <a:gd name="connsiteX30" fmla="*/ 355897 w 633156"/>
              <a:gd name="connsiteY30" fmla="*/ 69849 h 357876"/>
              <a:gd name="connsiteX31" fmla="*/ 382885 w 633156"/>
              <a:gd name="connsiteY31" fmla="*/ 100012 h 357876"/>
              <a:gd name="connsiteX32" fmla="*/ 452735 w 633156"/>
              <a:gd name="connsiteY32" fmla="*/ 182562 h 357876"/>
              <a:gd name="connsiteX33" fmla="*/ 447972 w 633156"/>
              <a:gd name="connsiteY33" fmla="*/ 201612 h 357876"/>
              <a:gd name="connsiteX34" fmla="*/ 494010 w 633156"/>
              <a:gd name="connsiteY34" fmla="*/ 268287 h 357876"/>
              <a:gd name="connsiteX35" fmla="*/ 538460 w 633156"/>
              <a:gd name="connsiteY35" fmla="*/ 252412 h 357876"/>
              <a:gd name="connsiteX36" fmla="*/ 594022 w 633156"/>
              <a:gd name="connsiteY36" fmla="*/ 260349 h 357876"/>
              <a:gd name="connsiteX37" fmla="*/ 632122 w 633156"/>
              <a:gd name="connsiteY37" fmla="*/ 212724 h 357876"/>
              <a:gd name="connsiteX38" fmla="*/ 621010 w 633156"/>
              <a:gd name="connsiteY38" fmla="*/ 153987 h 357876"/>
              <a:gd name="connsiteX39" fmla="*/ 606722 w 633156"/>
              <a:gd name="connsiteY39" fmla="*/ 111124 h 357876"/>
              <a:gd name="connsiteX40" fmla="*/ 562272 w 633156"/>
              <a:gd name="connsiteY40" fmla="*/ 109537 h 357876"/>
              <a:gd name="connsiteX41" fmla="*/ 509885 w 633156"/>
              <a:gd name="connsiteY41" fmla="*/ 142874 h 357876"/>
              <a:gd name="connsiteX42" fmla="*/ 497185 w 633156"/>
              <a:gd name="connsiteY42" fmla="*/ 166687 h 357876"/>
              <a:gd name="connsiteX43" fmla="*/ 382885 w 633156"/>
              <a:gd name="connsiteY43" fmla="*/ 25399 h 357876"/>
              <a:gd name="connsiteX0" fmla="*/ 305097 w 633156"/>
              <a:gd name="connsiteY0" fmla="*/ 0 h 357876"/>
              <a:gd name="connsiteX1" fmla="*/ 209848 w 633156"/>
              <a:gd name="connsiteY1" fmla="*/ 82549 h 357876"/>
              <a:gd name="connsiteX2" fmla="*/ 165397 w 633156"/>
              <a:gd name="connsiteY2" fmla="*/ 58737 h 357876"/>
              <a:gd name="connsiteX3" fmla="*/ 98722 w 633156"/>
              <a:gd name="connsiteY3" fmla="*/ 57150 h 357876"/>
              <a:gd name="connsiteX4" fmla="*/ 49510 w 633156"/>
              <a:gd name="connsiteY4" fmla="*/ 84136 h 357876"/>
              <a:gd name="connsiteX5" fmla="*/ 6647 w 633156"/>
              <a:gd name="connsiteY5" fmla="*/ 111125 h 357876"/>
              <a:gd name="connsiteX6" fmla="*/ 297 w 633156"/>
              <a:gd name="connsiteY6" fmla="*/ 179387 h 357876"/>
              <a:gd name="connsiteX7" fmla="*/ 8235 w 633156"/>
              <a:gd name="connsiteY7" fmla="*/ 231775 h 357876"/>
              <a:gd name="connsiteX8" fmla="*/ 65384 w 633156"/>
              <a:gd name="connsiteY8" fmla="*/ 268287 h 357876"/>
              <a:gd name="connsiteX9" fmla="*/ 128885 w 633156"/>
              <a:gd name="connsiteY9" fmla="*/ 274637 h 357876"/>
              <a:gd name="connsiteX10" fmla="*/ 173335 w 633156"/>
              <a:gd name="connsiteY10" fmla="*/ 249237 h 357876"/>
              <a:gd name="connsiteX11" fmla="*/ 192385 w 633156"/>
              <a:gd name="connsiteY11" fmla="*/ 198437 h 357876"/>
              <a:gd name="connsiteX12" fmla="*/ 197147 w 633156"/>
              <a:gd name="connsiteY12" fmla="*/ 149224 h 357876"/>
              <a:gd name="connsiteX13" fmla="*/ 314623 w 633156"/>
              <a:gd name="connsiteY13" fmla="*/ 46036 h 357876"/>
              <a:gd name="connsiteX14" fmla="*/ 313035 w 633156"/>
              <a:gd name="connsiteY14" fmla="*/ 87312 h 357876"/>
              <a:gd name="connsiteX15" fmla="*/ 297160 w 633156"/>
              <a:gd name="connsiteY15" fmla="*/ 149224 h 357876"/>
              <a:gd name="connsiteX16" fmla="*/ 273347 w 633156"/>
              <a:gd name="connsiteY16" fmla="*/ 188912 h 357876"/>
              <a:gd name="connsiteX17" fmla="*/ 247947 w 633156"/>
              <a:gd name="connsiteY17" fmla="*/ 187324 h 357876"/>
              <a:gd name="connsiteX18" fmla="*/ 214610 w 633156"/>
              <a:gd name="connsiteY18" fmla="*/ 244474 h 357876"/>
              <a:gd name="connsiteX19" fmla="*/ 265410 w 633156"/>
              <a:gd name="connsiteY19" fmla="*/ 287337 h 357876"/>
              <a:gd name="connsiteX20" fmla="*/ 259060 w 633156"/>
              <a:gd name="connsiteY20" fmla="*/ 303212 h 357876"/>
              <a:gd name="connsiteX21" fmla="*/ 278110 w 633156"/>
              <a:gd name="connsiteY21" fmla="*/ 349249 h 357876"/>
              <a:gd name="connsiteX22" fmla="*/ 360660 w 633156"/>
              <a:gd name="connsiteY22" fmla="*/ 354012 h 357876"/>
              <a:gd name="connsiteX23" fmla="*/ 362247 w 633156"/>
              <a:gd name="connsiteY23" fmla="*/ 306387 h 357876"/>
              <a:gd name="connsiteX24" fmla="*/ 395585 w 633156"/>
              <a:gd name="connsiteY24" fmla="*/ 342899 h 357876"/>
              <a:gd name="connsiteX25" fmla="*/ 441622 w 633156"/>
              <a:gd name="connsiteY25" fmla="*/ 325437 h 357876"/>
              <a:gd name="connsiteX26" fmla="*/ 459085 w 633156"/>
              <a:gd name="connsiteY26" fmla="*/ 271462 h 357876"/>
              <a:gd name="connsiteX27" fmla="*/ 419397 w 633156"/>
              <a:gd name="connsiteY27" fmla="*/ 230187 h 357876"/>
              <a:gd name="connsiteX28" fmla="*/ 344785 w 633156"/>
              <a:gd name="connsiteY28" fmla="*/ 209549 h 357876"/>
              <a:gd name="connsiteX29" fmla="*/ 311447 w 633156"/>
              <a:gd name="connsiteY29" fmla="*/ 193674 h 357876"/>
              <a:gd name="connsiteX30" fmla="*/ 355897 w 633156"/>
              <a:gd name="connsiteY30" fmla="*/ 69849 h 357876"/>
              <a:gd name="connsiteX31" fmla="*/ 382885 w 633156"/>
              <a:gd name="connsiteY31" fmla="*/ 100012 h 357876"/>
              <a:gd name="connsiteX32" fmla="*/ 452735 w 633156"/>
              <a:gd name="connsiteY32" fmla="*/ 182562 h 357876"/>
              <a:gd name="connsiteX33" fmla="*/ 447972 w 633156"/>
              <a:gd name="connsiteY33" fmla="*/ 201612 h 357876"/>
              <a:gd name="connsiteX34" fmla="*/ 494010 w 633156"/>
              <a:gd name="connsiteY34" fmla="*/ 268287 h 357876"/>
              <a:gd name="connsiteX35" fmla="*/ 538460 w 633156"/>
              <a:gd name="connsiteY35" fmla="*/ 252412 h 357876"/>
              <a:gd name="connsiteX36" fmla="*/ 594022 w 633156"/>
              <a:gd name="connsiteY36" fmla="*/ 260349 h 357876"/>
              <a:gd name="connsiteX37" fmla="*/ 632122 w 633156"/>
              <a:gd name="connsiteY37" fmla="*/ 212724 h 357876"/>
              <a:gd name="connsiteX38" fmla="*/ 621010 w 633156"/>
              <a:gd name="connsiteY38" fmla="*/ 153987 h 357876"/>
              <a:gd name="connsiteX39" fmla="*/ 606722 w 633156"/>
              <a:gd name="connsiteY39" fmla="*/ 111124 h 357876"/>
              <a:gd name="connsiteX40" fmla="*/ 562272 w 633156"/>
              <a:gd name="connsiteY40" fmla="*/ 109537 h 357876"/>
              <a:gd name="connsiteX41" fmla="*/ 509885 w 633156"/>
              <a:gd name="connsiteY41" fmla="*/ 142874 h 357876"/>
              <a:gd name="connsiteX42" fmla="*/ 497185 w 633156"/>
              <a:gd name="connsiteY42" fmla="*/ 166687 h 357876"/>
              <a:gd name="connsiteX43" fmla="*/ 382885 w 633156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192326 w 633097"/>
              <a:gd name="connsiteY11" fmla="*/ 198437 h 357876"/>
              <a:gd name="connsiteX12" fmla="*/ 197088 w 633097"/>
              <a:gd name="connsiteY12" fmla="*/ 1492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192326 w 633097"/>
              <a:gd name="connsiteY11" fmla="*/ 198437 h 357876"/>
              <a:gd name="connsiteX12" fmla="*/ 233601 w 633097"/>
              <a:gd name="connsiteY12" fmla="*/ 1111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214551 w 633097"/>
              <a:gd name="connsiteY11" fmla="*/ 195262 h 357876"/>
              <a:gd name="connsiteX12" fmla="*/ 233601 w 633097"/>
              <a:gd name="connsiteY12" fmla="*/ 1111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9226 w 633660"/>
              <a:gd name="connsiteY3" fmla="*/ 57150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65888 w 633660"/>
              <a:gd name="connsiteY8" fmla="*/ 268287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9226 w 633660"/>
              <a:gd name="connsiteY3" fmla="*/ 57150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8614 w 633660"/>
              <a:gd name="connsiteY16" fmla="*/ 187325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8614 w 633660"/>
              <a:gd name="connsiteY16" fmla="*/ 187325 h 357876"/>
              <a:gd name="connsiteX17" fmla="*/ 248451 w 633660"/>
              <a:gd name="connsiteY17" fmla="*/ 187324 h 357876"/>
              <a:gd name="connsiteX18" fmla="*/ 211939 w 633660"/>
              <a:gd name="connsiteY18" fmla="*/ 25082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085"/>
              <a:gd name="connsiteX1" fmla="*/ 210352 w 633660"/>
              <a:gd name="connsiteY1" fmla="*/ 82549 h 357085"/>
              <a:gd name="connsiteX2" fmla="*/ 165901 w 633660"/>
              <a:gd name="connsiteY2" fmla="*/ 58737 h 357085"/>
              <a:gd name="connsiteX3" fmla="*/ 94464 w 633660"/>
              <a:gd name="connsiteY3" fmla="*/ 49213 h 357085"/>
              <a:gd name="connsiteX4" fmla="*/ 43664 w 633660"/>
              <a:gd name="connsiteY4" fmla="*/ 69849 h 357085"/>
              <a:gd name="connsiteX5" fmla="*/ 7151 w 633660"/>
              <a:gd name="connsiteY5" fmla="*/ 111125 h 357085"/>
              <a:gd name="connsiteX6" fmla="*/ 801 w 633660"/>
              <a:gd name="connsiteY6" fmla="*/ 179387 h 357085"/>
              <a:gd name="connsiteX7" fmla="*/ 18264 w 633660"/>
              <a:gd name="connsiteY7" fmla="*/ 222250 h 357085"/>
              <a:gd name="connsiteX8" fmla="*/ 57951 w 633660"/>
              <a:gd name="connsiteY8" fmla="*/ 266700 h 357085"/>
              <a:gd name="connsiteX9" fmla="*/ 129389 w 633660"/>
              <a:gd name="connsiteY9" fmla="*/ 274637 h 357085"/>
              <a:gd name="connsiteX10" fmla="*/ 196064 w 633660"/>
              <a:gd name="connsiteY10" fmla="*/ 242887 h 357085"/>
              <a:gd name="connsiteX11" fmla="*/ 230989 w 633660"/>
              <a:gd name="connsiteY11" fmla="*/ 173037 h 357085"/>
              <a:gd name="connsiteX12" fmla="*/ 234164 w 633660"/>
              <a:gd name="connsiteY12" fmla="*/ 111124 h 357085"/>
              <a:gd name="connsiteX13" fmla="*/ 319890 w 633660"/>
              <a:gd name="connsiteY13" fmla="*/ 30161 h 357085"/>
              <a:gd name="connsiteX14" fmla="*/ 313539 w 633660"/>
              <a:gd name="connsiteY14" fmla="*/ 87312 h 357085"/>
              <a:gd name="connsiteX15" fmla="*/ 299251 w 633660"/>
              <a:gd name="connsiteY15" fmla="*/ 161924 h 357085"/>
              <a:gd name="connsiteX16" fmla="*/ 278614 w 633660"/>
              <a:gd name="connsiteY16" fmla="*/ 187325 h 357085"/>
              <a:gd name="connsiteX17" fmla="*/ 248451 w 633660"/>
              <a:gd name="connsiteY17" fmla="*/ 187324 h 357085"/>
              <a:gd name="connsiteX18" fmla="*/ 211939 w 633660"/>
              <a:gd name="connsiteY18" fmla="*/ 250824 h 357085"/>
              <a:gd name="connsiteX19" fmla="*/ 265914 w 633660"/>
              <a:gd name="connsiteY19" fmla="*/ 287337 h 357085"/>
              <a:gd name="connsiteX20" fmla="*/ 216702 w 633660"/>
              <a:gd name="connsiteY20" fmla="*/ 323849 h 357085"/>
              <a:gd name="connsiteX21" fmla="*/ 278614 w 633660"/>
              <a:gd name="connsiteY21" fmla="*/ 349249 h 357085"/>
              <a:gd name="connsiteX22" fmla="*/ 361164 w 633660"/>
              <a:gd name="connsiteY22" fmla="*/ 354012 h 357085"/>
              <a:gd name="connsiteX23" fmla="*/ 362751 w 633660"/>
              <a:gd name="connsiteY23" fmla="*/ 306387 h 357085"/>
              <a:gd name="connsiteX24" fmla="*/ 396089 w 633660"/>
              <a:gd name="connsiteY24" fmla="*/ 342899 h 357085"/>
              <a:gd name="connsiteX25" fmla="*/ 442126 w 633660"/>
              <a:gd name="connsiteY25" fmla="*/ 325437 h 357085"/>
              <a:gd name="connsiteX26" fmla="*/ 459589 w 633660"/>
              <a:gd name="connsiteY26" fmla="*/ 271462 h 357085"/>
              <a:gd name="connsiteX27" fmla="*/ 419901 w 633660"/>
              <a:gd name="connsiteY27" fmla="*/ 230187 h 357085"/>
              <a:gd name="connsiteX28" fmla="*/ 345289 w 633660"/>
              <a:gd name="connsiteY28" fmla="*/ 209549 h 357085"/>
              <a:gd name="connsiteX29" fmla="*/ 338939 w 633660"/>
              <a:gd name="connsiteY29" fmla="*/ 126999 h 357085"/>
              <a:gd name="connsiteX30" fmla="*/ 356401 w 633660"/>
              <a:gd name="connsiteY30" fmla="*/ 69849 h 357085"/>
              <a:gd name="connsiteX31" fmla="*/ 383389 w 633660"/>
              <a:gd name="connsiteY31" fmla="*/ 100012 h 357085"/>
              <a:gd name="connsiteX32" fmla="*/ 453239 w 633660"/>
              <a:gd name="connsiteY32" fmla="*/ 182562 h 357085"/>
              <a:gd name="connsiteX33" fmla="*/ 448476 w 633660"/>
              <a:gd name="connsiteY33" fmla="*/ 201612 h 357085"/>
              <a:gd name="connsiteX34" fmla="*/ 494514 w 633660"/>
              <a:gd name="connsiteY34" fmla="*/ 268287 h 357085"/>
              <a:gd name="connsiteX35" fmla="*/ 538964 w 633660"/>
              <a:gd name="connsiteY35" fmla="*/ 252412 h 357085"/>
              <a:gd name="connsiteX36" fmla="*/ 594526 w 633660"/>
              <a:gd name="connsiteY36" fmla="*/ 260349 h 357085"/>
              <a:gd name="connsiteX37" fmla="*/ 632626 w 633660"/>
              <a:gd name="connsiteY37" fmla="*/ 212724 h 357085"/>
              <a:gd name="connsiteX38" fmla="*/ 621514 w 633660"/>
              <a:gd name="connsiteY38" fmla="*/ 153987 h 357085"/>
              <a:gd name="connsiteX39" fmla="*/ 607226 w 633660"/>
              <a:gd name="connsiteY39" fmla="*/ 111124 h 357085"/>
              <a:gd name="connsiteX40" fmla="*/ 562776 w 633660"/>
              <a:gd name="connsiteY40" fmla="*/ 109537 h 357085"/>
              <a:gd name="connsiteX41" fmla="*/ 510389 w 633660"/>
              <a:gd name="connsiteY41" fmla="*/ 142874 h 357085"/>
              <a:gd name="connsiteX42" fmla="*/ 497689 w 633660"/>
              <a:gd name="connsiteY42" fmla="*/ 166687 h 357085"/>
              <a:gd name="connsiteX43" fmla="*/ 383389 w 633660"/>
              <a:gd name="connsiteY43" fmla="*/ 25399 h 357085"/>
              <a:gd name="connsiteX0" fmla="*/ 305601 w 633660"/>
              <a:gd name="connsiteY0" fmla="*/ 0 h 357085"/>
              <a:gd name="connsiteX1" fmla="*/ 210352 w 633660"/>
              <a:gd name="connsiteY1" fmla="*/ 82549 h 357085"/>
              <a:gd name="connsiteX2" fmla="*/ 165901 w 633660"/>
              <a:gd name="connsiteY2" fmla="*/ 58737 h 357085"/>
              <a:gd name="connsiteX3" fmla="*/ 94464 w 633660"/>
              <a:gd name="connsiteY3" fmla="*/ 49213 h 357085"/>
              <a:gd name="connsiteX4" fmla="*/ 43664 w 633660"/>
              <a:gd name="connsiteY4" fmla="*/ 69849 h 357085"/>
              <a:gd name="connsiteX5" fmla="*/ 7151 w 633660"/>
              <a:gd name="connsiteY5" fmla="*/ 111125 h 357085"/>
              <a:gd name="connsiteX6" fmla="*/ 801 w 633660"/>
              <a:gd name="connsiteY6" fmla="*/ 179387 h 357085"/>
              <a:gd name="connsiteX7" fmla="*/ 18264 w 633660"/>
              <a:gd name="connsiteY7" fmla="*/ 222250 h 357085"/>
              <a:gd name="connsiteX8" fmla="*/ 57951 w 633660"/>
              <a:gd name="connsiteY8" fmla="*/ 266700 h 357085"/>
              <a:gd name="connsiteX9" fmla="*/ 129389 w 633660"/>
              <a:gd name="connsiteY9" fmla="*/ 274637 h 357085"/>
              <a:gd name="connsiteX10" fmla="*/ 196064 w 633660"/>
              <a:gd name="connsiteY10" fmla="*/ 242887 h 357085"/>
              <a:gd name="connsiteX11" fmla="*/ 230989 w 633660"/>
              <a:gd name="connsiteY11" fmla="*/ 173037 h 357085"/>
              <a:gd name="connsiteX12" fmla="*/ 234164 w 633660"/>
              <a:gd name="connsiteY12" fmla="*/ 111124 h 357085"/>
              <a:gd name="connsiteX13" fmla="*/ 319890 w 633660"/>
              <a:gd name="connsiteY13" fmla="*/ 30161 h 357085"/>
              <a:gd name="connsiteX14" fmla="*/ 313539 w 633660"/>
              <a:gd name="connsiteY14" fmla="*/ 87312 h 357085"/>
              <a:gd name="connsiteX15" fmla="*/ 299251 w 633660"/>
              <a:gd name="connsiteY15" fmla="*/ 161924 h 357085"/>
              <a:gd name="connsiteX16" fmla="*/ 278614 w 633660"/>
              <a:gd name="connsiteY16" fmla="*/ 187325 h 357085"/>
              <a:gd name="connsiteX17" fmla="*/ 248451 w 633660"/>
              <a:gd name="connsiteY17" fmla="*/ 187324 h 357085"/>
              <a:gd name="connsiteX18" fmla="*/ 211939 w 633660"/>
              <a:gd name="connsiteY18" fmla="*/ 250824 h 357085"/>
              <a:gd name="connsiteX19" fmla="*/ 199239 w 633660"/>
              <a:gd name="connsiteY19" fmla="*/ 290512 h 357085"/>
              <a:gd name="connsiteX20" fmla="*/ 216702 w 633660"/>
              <a:gd name="connsiteY20" fmla="*/ 323849 h 357085"/>
              <a:gd name="connsiteX21" fmla="*/ 278614 w 633660"/>
              <a:gd name="connsiteY21" fmla="*/ 349249 h 357085"/>
              <a:gd name="connsiteX22" fmla="*/ 361164 w 633660"/>
              <a:gd name="connsiteY22" fmla="*/ 354012 h 357085"/>
              <a:gd name="connsiteX23" fmla="*/ 362751 w 633660"/>
              <a:gd name="connsiteY23" fmla="*/ 306387 h 357085"/>
              <a:gd name="connsiteX24" fmla="*/ 396089 w 633660"/>
              <a:gd name="connsiteY24" fmla="*/ 342899 h 357085"/>
              <a:gd name="connsiteX25" fmla="*/ 442126 w 633660"/>
              <a:gd name="connsiteY25" fmla="*/ 325437 h 357085"/>
              <a:gd name="connsiteX26" fmla="*/ 459589 w 633660"/>
              <a:gd name="connsiteY26" fmla="*/ 271462 h 357085"/>
              <a:gd name="connsiteX27" fmla="*/ 419901 w 633660"/>
              <a:gd name="connsiteY27" fmla="*/ 230187 h 357085"/>
              <a:gd name="connsiteX28" fmla="*/ 345289 w 633660"/>
              <a:gd name="connsiteY28" fmla="*/ 209549 h 357085"/>
              <a:gd name="connsiteX29" fmla="*/ 338939 w 633660"/>
              <a:gd name="connsiteY29" fmla="*/ 126999 h 357085"/>
              <a:gd name="connsiteX30" fmla="*/ 356401 w 633660"/>
              <a:gd name="connsiteY30" fmla="*/ 69849 h 357085"/>
              <a:gd name="connsiteX31" fmla="*/ 383389 w 633660"/>
              <a:gd name="connsiteY31" fmla="*/ 100012 h 357085"/>
              <a:gd name="connsiteX32" fmla="*/ 453239 w 633660"/>
              <a:gd name="connsiteY32" fmla="*/ 182562 h 357085"/>
              <a:gd name="connsiteX33" fmla="*/ 448476 w 633660"/>
              <a:gd name="connsiteY33" fmla="*/ 201612 h 357085"/>
              <a:gd name="connsiteX34" fmla="*/ 494514 w 633660"/>
              <a:gd name="connsiteY34" fmla="*/ 268287 h 357085"/>
              <a:gd name="connsiteX35" fmla="*/ 538964 w 633660"/>
              <a:gd name="connsiteY35" fmla="*/ 252412 h 357085"/>
              <a:gd name="connsiteX36" fmla="*/ 594526 w 633660"/>
              <a:gd name="connsiteY36" fmla="*/ 260349 h 357085"/>
              <a:gd name="connsiteX37" fmla="*/ 632626 w 633660"/>
              <a:gd name="connsiteY37" fmla="*/ 212724 h 357085"/>
              <a:gd name="connsiteX38" fmla="*/ 621514 w 633660"/>
              <a:gd name="connsiteY38" fmla="*/ 153987 h 357085"/>
              <a:gd name="connsiteX39" fmla="*/ 607226 w 633660"/>
              <a:gd name="connsiteY39" fmla="*/ 111124 h 357085"/>
              <a:gd name="connsiteX40" fmla="*/ 562776 w 633660"/>
              <a:gd name="connsiteY40" fmla="*/ 109537 h 357085"/>
              <a:gd name="connsiteX41" fmla="*/ 510389 w 633660"/>
              <a:gd name="connsiteY41" fmla="*/ 142874 h 357085"/>
              <a:gd name="connsiteX42" fmla="*/ 497689 w 633660"/>
              <a:gd name="connsiteY42" fmla="*/ 166687 h 357085"/>
              <a:gd name="connsiteX43" fmla="*/ 383389 w 633660"/>
              <a:gd name="connsiteY43" fmla="*/ 25399 h 357085"/>
              <a:gd name="connsiteX0" fmla="*/ 305601 w 633660"/>
              <a:gd name="connsiteY0" fmla="*/ 0 h 356706"/>
              <a:gd name="connsiteX1" fmla="*/ 210352 w 633660"/>
              <a:gd name="connsiteY1" fmla="*/ 82549 h 356706"/>
              <a:gd name="connsiteX2" fmla="*/ 165901 w 633660"/>
              <a:gd name="connsiteY2" fmla="*/ 58737 h 356706"/>
              <a:gd name="connsiteX3" fmla="*/ 94464 w 633660"/>
              <a:gd name="connsiteY3" fmla="*/ 49213 h 356706"/>
              <a:gd name="connsiteX4" fmla="*/ 43664 w 633660"/>
              <a:gd name="connsiteY4" fmla="*/ 69849 h 356706"/>
              <a:gd name="connsiteX5" fmla="*/ 7151 w 633660"/>
              <a:gd name="connsiteY5" fmla="*/ 111125 h 356706"/>
              <a:gd name="connsiteX6" fmla="*/ 801 w 633660"/>
              <a:gd name="connsiteY6" fmla="*/ 179387 h 356706"/>
              <a:gd name="connsiteX7" fmla="*/ 18264 w 633660"/>
              <a:gd name="connsiteY7" fmla="*/ 222250 h 356706"/>
              <a:gd name="connsiteX8" fmla="*/ 57951 w 633660"/>
              <a:gd name="connsiteY8" fmla="*/ 266700 h 356706"/>
              <a:gd name="connsiteX9" fmla="*/ 129389 w 633660"/>
              <a:gd name="connsiteY9" fmla="*/ 274637 h 356706"/>
              <a:gd name="connsiteX10" fmla="*/ 196064 w 633660"/>
              <a:gd name="connsiteY10" fmla="*/ 242887 h 356706"/>
              <a:gd name="connsiteX11" fmla="*/ 230989 w 633660"/>
              <a:gd name="connsiteY11" fmla="*/ 173037 h 356706"/>
              <a:gd name="connsiteX12" fmla="*/ 234164 w 633660"/>
              <a:gd name="connsiteY12" fmla="*/ 111124 h 356706"/>
              <a:gd name="connsiteX13" fmla="*/ 319890 w 633660"/>
              <a:gd name="connsiteY13" fmla="*/ 30161 h 356706"/>
              <a:gd name="connsiteX14" fmla="*/ 313539 w 633660"/>
              <a:gd name="connsiteY14" fmla="*/ 87312 h 356706"/>
              <a:gd name="connsiteX15" fmla="*/ 299251 w 633660"/>
              <a:gd name="connsiteY15" fmla="*/ 161924 h 356706"/>
              <a:gd name="connsiteX16" fmla="*/ 278614 w 633660"/>
              <a:gd name="connsiteY16" fmla="*/ 187325 h 356706"/>
              <a:gd name="connsiteX17" fmla="*/ 248451 w 633660"/>
              <a:gd name="connsiteY17" fmla="*/ 187324 h 356706"/>
              <a:gd name="connsiteX18" fmla="*/ 211939 w 633660"/>
              <a:gd name="connsiteY18" fmla="*/ 250824 h 356706"/>
              <a:gd name="connsiteX19" fmla="*/ 199239 w 633660"/>
              <a:gd name="connsiteY19" fmla="*/ 290512 h 356706"/>
              <a:gd name="connsiteX20" fmla="*/ 232577 w 633660"/>
              <a:gd name="connsiteY20" fmla="*/ 336549 h 356706"/>
              <a:gd name="connsiteX21" fmla="*/ 278614 w 633660"/>
              <a:gd name="connsiteY21" fmla="*/ 349249 h 356706"/>
              <a:gd name="connsiteX22" fmla="*/ 361164 w 633660"/>
              <a:gd name="connsiteY22" fmla="*/ 354012 h 356706"/>
              <a:gd name="connsiteX23" fmla="*/ 362751 w 633660"/>
              <a:gd name="connsiteY23" fmla="*/ 306387 h 356706"/>
              <a:gd name="connsiteX24" fmla="*/ 396089 w 633660"/>
              <a:gd name="connsiteY24" fmla="*/ 342899 h 356706"/>
              <a:gd name="connsiteX25" fmla="*/ 442126 w 633660"/>
              <a:gd name="connsiteY25" fmla="*/ 325437 h 356706"/>
              <a:gd name="connsiteX26" fmla="*/ 459589 w 633660"/>
              <a:gd name="connsiteY26" fmla="*/ 271462 h 356706"/>
              <a:gd name="connsiteX27" fmla="*/ 419901 w 633660"/>
              <a:gd name="connsiteY27" fmla="*/ 230187 h 356706"/>
              <a:gd name="connsiteX28" fmla="*/ 345289 w 633660"/>
              <a:gd name="connsiteY28" fmla="*/ 209549 h 356706"/>
              <a:gd name="connsiteX29" fmla="*/ 338939 w 633660"/>
              <a:gd name="connsiteY29" fmla="*/ 126999 h 356706"/>
              <a:gd name="connsiteX30" fmla="*/ 356401 w 633660"/>
              <a:gd name="connsiteY30" fmla="*/ 69849 h 356706"/>
              <a:gd name="connsiteX31" fmla="*/ 383389 w 633660"/>
              <a:gd name="connsiteY31" fmla="*/ 100012 h 356706"/>
              <a:gd name="connsiteX32" fmla="*/ 453239 w 633660"/>
              <a:gd name="connsiteY32" fmla="*/ 182562 h 356706"/>
              <a:gd name="connsiteX33" fmla="*/ 448476 w 633660"/>
              <a:gd name="connsiteY33" fmla="*/ 201612 h 356706"/>
              <a:gd name="connsiteX34" fmla="*/ 494514 w 633660"/>
              <a:gd name="connsiteY34" fmla="*/ 268287 h 356706"/>
              <a:gd name="connsiteX35" fmla="*/ 538964 w 633660"/>
              <a:gd name="connsiteY35" fmla="*/ 252412 h 356706"/>
              <a:gd name="connsiteX36" fmla="*/ 594526 w 633660"/>
              <a:gd name="connsiteY36" fmla="*/ 260349 h 356706"/>
              <a:gd name="connsiteX37" fmla="*/ 632626 w 633660"/>
              <a:gd name="connsiteY37" fmla="*/ 212724 h 356706"/>
              <a:gd name="connsiteX38" fmla="*/ 621514 w 633660"/>
              <a:gd name="connsiteY38" fmla="*/ 153987 h 356706"/>
              <a:gd name="connsiteX39" fmla="*/ 607226 w 633660"/>
              <a:gd name="connsiteY39" fmla="*/ 111124 h 356706"/>
              <a:gd name="connsiteX40" fmla="*/ 562776 w 633660"/>
              <a:gd name="connsiteY40" fmla="*/ 109537 h 356706"/>
              <a:gd name="connsiteX41" fmla="*/ 510389 w 633660"/>
              <a:gd name="connsiteY41" fmla="*/ 142874 h 356706"/>
              <a:gd name="connsiteX42" fmla="*/ 497689 w 633660"/>
              <a:gd name="connsiteY42" fmla="*/ 166687 h 356706"/>
              <a:gd name="connsiteX43" fmla="*/ 383389 w 633660"/>
              <a:gd name="connsiteY43" fmla="*/ 25399 h 356706"/>
              <a:gd name="connsiteX0" fmla="*/ 305601 w 633660"/>
              <a:gd name="connsiteY0" fmla="*/ 0 h 355388"/>
              <a:gd name="connsiteX1" fmla="*/ 210352 w 633660"/>
              <a:gd name="connsiteY1" fmla="*/ 82549 h 355388"/>
              <a:gd name="connsiteX2" fmla="*/ 165901 w 633660"/>
              <a:gd name="connsiteY2" fmla="*/ 58737 h 355388"/>
              <a:gd name="connsiteX3" fmla="*/ 94464 w 633660"/>
              <a:gd name="connsiteY3" fmla="*/ 49213 h 355388"/>
              <a:gd name="connsiteX4" fmla="*/ 43664 w 633660"/>
              <a:gd name="connsiteY4" fmla="*/ 69849 h 355388"/>
              <a:gd name="connsiteX5" fmla="*/ 7151 w 633660"/>
              <a:gd name="connsiteY5" fmla="*/ 111125 h 355388"/>
              <a:gd name="connsiteX6" fmla="*/ 801 w 633660"/>
              <a:gd name="connsiteY6" fmla="*/ 179387 h 355388"/>
              <a:gd name="connsiteX7" fmla="*/ 18264 w 633660"/>
              <a:gd name="connsiteY7" fmla="*/ 222250 h 355388"/>
              <a:gd name="connsiteX8" fmla="*/ 57951 w 633660"/>
              <a:gd name="connsiteY8" fmla="*/ 266700 h 355388"/>
              <a:gd name="connsiteX9" fmla="*/ 129389 w 633660"/>
              <a:gd name="connsiteY9" fmla="*/ 274637 h 355388"/>
              <a:gd name="connsiteX10" fmla="*/ 196064 w 633660"/>
              <a:gd name="connsiteY10" fmla="*/ 242887 h 355388"/>
              <a:gd name="connsiteX11" fmla="*/ 230989 w 633660"/>
              <a:gd name="connsiteY11" fmla="*/ 173037 h 355388"/>
              <a:gd name="connsiteX12" fmla="*/ 234164 w 633660"/>
              <a:gd name="connsiteY12" fmla="*/ 111124 h 355388"/>
              <a:gd name="connsiteX13" fmla="*/ 319890 w 633660"/>
              <a:gd name="connsiteY13" fmla="*/ 30161 h 355388"/>
              <a:gd name="connsiteX14" fmla="*/ 313539 w 633660"/>
              <a:gd name="connsiteY14" fmla="*/ 87312 h 355388"/>
              <a:gd name="connsiteX15" fmla="*/ 299251 w 633660"/>
              <a:gd name="connsiteY15" fmla="*/ 161924 h 355388"/>
              <a:gd name="connsiteX16" fmla="*/ 278614 w 633660"/>
              <a:gd name="connsiteY16" fmla="*/ 187325 h 355388"/>
              <a:gd name="connsiteX17" fmla="*/ 248451 w 633660"/>
              <a:gd name="connsiteY17" fmla="*/ 187324 h 355388"/>
              <a:gd name="connsiteX18" fmla="*/ 211939 w 633660"/>
              <a:gd name="connsiteY18" fmla="*/ 250824 h 355388"/>
              <a:gd name="connsiteX19" fmla="*/ 199239 w 633660"/>
              <a:gd name="connsiteY19" fmla="*/ 290512 h 355388"/>
              <a:gd name="connsiteX20" fmla="*/ 232577 w 633660"/>
              <a:gd name="connsiteY20" fmla="*/ 336549 h 355388"/>
              <a:gd name="connsiteX21" fmla="*/ 278614 w 633660"/>
              <a:gd name="connsiteY21" fmla="*/ 349249 h 355388"/>
              <a:gd name="connsiteX22" fmla="*/ 323064 w 633660"/>
              <a:gd name="connsiteY22" fmla="*/ 352424 h 355388"/>
              <a:gd name="connsiteX23" fmla="*/ 362751 w 633660"/>
              <a:gd name="connsiteY23" fmla="*/ 306387 h 355388"/>
              <a:gd name="connsiteX24" fmla="*/ 396089 w 633660"/>
              <a:gd name="connsiteY24" fmla="*/ 342899 h 355388"/>
              <a:gd name="connsiteX25" fmla="*/ 442126 w 633660"/>
              <a:gd name="connsiteY25" fmla="*/ 325437 h 355388"/>
              <a:gd name="connsiteX26" fmla="*/ 459589 w 633660"/>
              <a:gd name="connsiteY26" fmla="*/ 271462 h 355388"/>
              <a:gd name="connsiteX27" fmla="*/ 419901 w 633660"/>
              <a:gd name="connsiteY27" fmla="*/ 230187 h 355388"/>
              <a:gd name="connsiteX28" fmla="*/ 345289 w 633660"/>
              <a:gd name="connsiteY28" fmla="*/ 209549 h 355388"/>
              <a:gd name="connsiteX29" fmla="*/ 338939 w 633660"/>
              <a:gd name="connsiteY29" fmla="*/ 126999 h 355388"/>
              <a:gd name="connsiteX30" fmla="*/ 356401 w 633660"/>
              <a:gd name="connsiteY30" fmla="*/ 69849 h 355388"/>
              <a:gd name="connsiteX31" fmla="*/ 383389 w 633660"/>
              <a:gd name="connsiteY31" fmla="*/ 100012 h 355388"/>
              <a:gd name="connsiteX32" fmla="*/ 453239 w 633660"/>
              <a:gd name="connsiteY32" fmla="*/ 182562 h 355388"/>
              <a:gd name="connsiteX33" fmla="*/ 448476 w 633660"/>
              <a:gd name="connsiteY33" fmla="*/ 201612 h 355388"/>
              <a:gd name="connsiteX34" fmla="*/ 494514 w 633660"/>
              <a:gd name="connsiteY34" fmla="*/ 268287 h 355388"/>
              <a:gd name="connsiteX35" fmla="*/ 538964 w 633660"/>
              <a:gd name="connsiteY35" fmla="*/ 252412 h 355388"/>
              <a:gd name="connsiteX36" fmla="*/ 594526 w 633660"/>
              <a:gd name="connsiteY36" fmla="*/ 260349 h 355388"/>
              <a:gd name="connsiteX37" fmla="*/ 632626 w 633660"/>
              <a:gd name="connsiteY37" fmla="*/ 212724 h 355388"/>
              <a:gd name="connsiteX38" fmla="*/ 621514 w 633660"/>
              <a:gd name="connsiteY38" fmla="*/ 153987 h 355388"/>
              <a:gd name="connsiteX39" fmla="*/ 607226 w 633660"/>
              <a:gd name="connsiteY39" fmla="*/ 111124 h 355388"/>
              <a:gd name="connsiteX40" fmla="*/ 562776 w 633660"/>
              <a:gd name="connsiteY40" fmla="*/ 109537 h 355388"/>
              <a:gd name="connsiteX41" fmla="*/ 510389 w 633660"/>
              <a:gd name="connsiteY41" fmla="*/ 142874 h 355388"/>
              <a:gd name="connsiteX42" fmla="*/ 497689 w 633660"/>
              <a:gd name="connsiteY42" fmla="*/ 166687 h 355388"/>
              <a:gd name="connsiteX43" fmla="*/ 383389 w 633660"/>
              <a:gd name="connsiteY43" fmla="*/ 25399 h 355388"/>
              <a:gd name="connsiteX0" fmla="*/ 305601 w 633660"/>
              <a:gd name="connsiteY0" fmla="*/ 0 h 363702"/>
              <a:gd name="connsiteX1" fmla="*/ 210352 w 633660"/>
              <a:gd name="connsiteY1" fmla="*/ 82549 h 363702"/>
              <a:gd name="connsiteX2" fmla="*/ 165901 w 633660"/>
              <a:gd name="connsiteY2" fmla="*/ 58737 h 363702"/>
              <a:gd name="connsiteX3" fmla="*/ 94464 w 633660"/>
              <a:gd name="connsiteY3" fmla="*/ 49213 h 363702"/>
              <a:gd name="connsiteX4" fmla="*/ 43664 w 633660"/>
              <a:gd name="connsiteY4" fmla="*/ 69849 h 363702"/>
              <a:gd name="connsiteX5" fmla="*/ 7151 w 633660"/>
              <a:gd name="connsiteY5" fmla="*/ 111125 h 363702"/>
              <a:gd name="connsiteX6" fmla="*/ 801 w 633660"/>
              <a:gd name="connsiteY6" fmla="*/ 179387 h 363702"/>
              <a:gd name="connsiteX7" fmla="*/ 18264 w 633660"/>
              <a:gd name="connsiteY7" fmla="*/ 222250 h 363702"/>
              <a:gd name="connsiteX8" fmla="*/ 57951 w 633660"/>
              <a:gd name="connsiteY8" fmla="*/ 266700 h 363702"/>
              <a:gd name="connsiteX9" fmla="*/ 129389 w 633660"/>
              <a:gd name="connsiteY9" fmla="*/ 274637 h 363702"/>
              <a:gd name="connsiteX10" fmla="*/ 196064 w 633660"/>
              <a:gd name="connsiteY10" fmla="*/ 242887 h 363702"/>
              <a:gd name="connsiteX11" fmla="*/ 230989 w 633660"/>
              <a:gd name="connsiteY11" fmla="*/ 173037 h 363702"/>
              <a:gd name="connsiteX12" fmla="*/ 234164 w 633660"/>
              <a:gd name="connsiteY12" fmla="*/ 111124 h 363702"/>
              <a:gd name="connsiteX13" fmla="*/ 319890 w 633660"/>
              <a:gd name="connsiteY13" fmla="*/ 30161 h 363702"/>
              <a:gd name="connsiteX14" fmla="*/ 313539 w 633660"/>
              <a:gd name="connsiteY14" fmla="*/ 87312 h 363702"/>
              <a:gd name="connsiteX15" fmla="*/ 299251 w 633660"/>
              <a:gd name="connsiteY15" fmla="*/ 161924 h 363702"/>
              <a:gd name="connsiteX16" fmla="*/ 278614 w 633660"/>
              <a:gd name="connsiteY16" fmla="*/ 187325 h 363702"/>
              <a:gd name="connsiteX17" fmla="*/ 248451 w 633660"/>
              <a:gd name="connsiteY17" fmla="*/ 187324 h 363702"/>
              <a:gd name="connsiteX18" fmla="*/ 211939 w 633660"/>
              <a:gd name="connsiteY18" fmla="*/ 250824 h 363702"/>
              <a:gd name="connsiteX19" fmla="*/ 199239 w 633660"/>
              <a:gd name="connsiteY19" fmla="*/ 290512 h 363702"/>
              <a:gd name="connsiteX20" fmla="*/ 232577 w 633660"/>
              <a:gd name="connsiteY20" fmla="*/ 336549 h 363702"/>
              <a:gd name="connsiteX21" fmla="*/ 278614 w 633660"/>
              <a:gd name="connsiteY21" fmla="*/ 349249 h 363702"/>
              <a:gd name="connsiteX22" fmla="*/ 323064 w 633660"/>
              <a:gd name="connsiteY22" fmla="*/ 352424 h 363702"/>
              <a:gd name="connsiteX23" fmla="*/ 381801 w 633660"/>
              <a:gd name="connsiteY23" fmla="*/ 363537 h 363702"/>
              <a:gd name="connsiteX24" fmla="*/ 396089 w 633660"/>
              <a:gd name="connsiteY24" fmla="*/ 342899 h 363702"/>
              <a:gd name="connsiteX25" fmla="*/ 442126 w 633660"/>
              <a:gd name="connsiteY25" fmla="*/ 325437 h 363702"/>
              <a:gd name="connsiteX26" fmla="*/ 459589 w 633660"/>
              <a:gd name="connsiteY26" fmla="*/ 271462 h 363702"/>
              <a:gd name="connsiteX27" fmla="*/ 419901 w 633660"/>
              <a:gd name="connsiteY27" fmla="*/ 230187 h 363702"/>
              <a:gd name="connsiteX28" fmla="*/ 345289 w 633660"/>
              <a:gd name="connsiteY28" fmla="*/ 209549 h 363702"/>
              <a:gd name="connsiteX29" fmla="*/ 338939 w 633660"/>
              <a:gd name="connsiteY29" fmla="*/ 126999 h 363702"/>
              <a:gd name="connsiteX30" fmla="*/ 356401 w 633660"/>
              <a:gd name="connsiteY30" fmla="*/ 69849 h 363702"/>
              <a:gd name="connsiteX31" fmla="*/ 383389 w 633660"/>
              <a:gd name="connsiteY31" fmla="*/ 100012 h 363702"/>
              <a:gd name="connsiteX32" fmla="*/ 453239 w 633660"/>
              <a:gd name="connsiteY32" fmla="*/ 182562 h 363702"/>
              <a:gd name="connsiteX33" fmla="*/ 448476 w 633660"/>
              <a:gd name="connsiteY33" fmla="*/ 201612 h 363702"/>
              <a:gd name="connsiteX34" fmla="*/ 494514 w 633660"/>
              <a:gd name="connsiteY34" fmla="*/ 268287 h 363702"/>
              <a:gd name="connsiteX35" fmla="*/ 538964 w 633660"/>
              <a:gd name="connsiteY35" fmla="*/ 252412 h 363702"/>
              <a:gd name="connsiteX36" fmla="*/ 594526 w 633660"/>
              <a:gd name="connsiteY36" fmla="*/ 260349 h 363702"/>
              <a:gd name="connsiteX37" fmla="*/ 632626 w 633660"/>
              <a:gd name="connsiteY37" fmla="*/ 212724 h 363702"/>
              <a:gd name="connsiteX38" fmla="*/ 621514 w 633660"/>
              <a:gd name="connsiteY38" fmla="*/ 153987 h 363702"/>
              <a:gd name="connsiteX39" fmla="*/ 607226 w 633660"/>
              <a:gd name="connsiteY39" fmla="*/ 111124 h 363702"/>
              <a:gd name="connsiteX40" fmla="*/ 562776 w 633660"/>
              <a:gd name="connsiteY40" fmla="*/ 109537 h 363702"/>
              <a:gd name="connsiteX41" fmla="*/ 510389 w 633660"/>
              <a:gd name="connsiteY41" fmla="*/ 142874 h 363702"/>
              <a:gd name="connsiteX42" fmla="*/ 497689 w 633660"/>
              <a:gd name="connsiteY42" fmla="*/ 166687 h 363702"/>
              <a:gd name="connsiteX43" fmla="*/ 383389 w 633660"/>
              <a:gd name="connsiteY43" fmla="*/ 25399 h 363702"/>
              <a:gd name="connsiteX0" fmla="*/ 305601 w 633660"/>
              <a:gd name="connsiteY0" fmla="*/ 0 h 365067"/>
              <a:gd name="connsiteX1" fmla="*/ 210352 w 633660"/>
              <a:gd name="connsiteY1" fmla="*/ 82549 h 365067"/>
              <a:gd name="connsiteX2" fmla="*/ 165901 w 633660"/>
              <a:gd name="connsiteY2" fmla="*/ 58737 h 365067"/>
              <a:gd name="connsiteX3" fmla="*/ 94464 w 633660"/>
              <a:gd name="connsiteY3" fmla="*/ 49213 h 365067"/>
              <a:gd name="connsiteX4" fmla="*/ 43664 w 633660"/>
              <a:gd name="connsiteY4" fmla="*/ 69849 h 365067"/>
              <a:gd name="connsiteX5" fmla="*/ 7151 w 633660"/>
              <a:gd name="connsiteY5" fmla="*/ 111125 h 365067"/>
              <a:gd name="connsiteX6" fmla="*/ 801 w 633660"/>
              <a:gd name="connsiteY6" fmla="*/ 179387 h 365067"/>
              <a:gd name="connsiteX7" fmla="*/ 18264 w 633660"/>
              <a:gd name="connsiteY7" fmla="*/ 222250 h 365067"/>
              <a:gd name="connsiteX8" fmla="*/ 57951 w 633660"/>
              <a:gd name="connsiteY8" fmla="*/ 266700 h 365067"/>
              <a:gd name="connsiteX9" fmla="*/ 129389 w 633660"/>
              <a:gd name="connsiteY9" fmla="*/ 274637 h 365067"/>
              <a:gd name="connsiteX10" fmla="*/ 196064 w 633660"/>
              <a:gd name="connsiteY10" fmla="*/ 242887 h 365067"/>
              <a:gd name="connsiteX11" fmla="*/ 230989 w 633660"/>
              <a:gd name="connsiteY11" fmla="*/ 173037 h 365067"/>
              <a:gd name="connsiteX12" fmla="*/ 234164 w 633660"/>
              <a:gd name="connsiteY12" fmla="*/ 111124 h 365067"/>
              <a:gd name="connsiteX13" fmla="*/ 319890 w 633660"/>
              <a:gd name="connsiteY13" fmla="*/ 30161 h 365067"/>
              <a:gd name="connsiteX14" fmla="*/ 313539 w 633660"/>
              <a:gd name="connsiteY14" fmla="*/ 87312 h 365067"/>
              <a:gd name="connsiteX15" fmla="*/ 299251 w 633660"/>
              <a:gd name="connsiteY15" fmla="*/ 161924 h 365067"/>
              <a:gd name="connsiteX16" fmla="*/ 278614 w 633660"/>
              <a:gd name="connsiteY16" fmla="*/ 187325 h 365067"/>
              <a:gd name="connsiteX17" fmla="*/ 248451 w 633660"/>
              <a:gd name="connsiteY17" fmla="*/ 187324 h 365067"/>
              <a:gd name="connsiteX18" fmla="*/ 211939 w 633660"/>
              <a:gd name="connsiteY18" fmla="*/ 250824 h 365067"/>
              <a:gd name="connsiteX19" fmla="*/ 199239 w 633660"/>
              <a:gd name="connsiteY19" fmla="*/ 290512 h 365067"/>
              <a:gd name="connsiteX20" fmla="*/ 232577 w 633660"/>
              <a:gd name="connsiteY20" fmla="*/ 336549 h 365067"/>
              <a:gd name="connsiteX21" fmla="*/ 278614 w 633660"/>
              <a:gd name="connsiteY21" fmla="*/ 349249 h 365067"/>
              <a:gd name="connsiteX22" fmla="*/ 313539 w 633660"/>
              <a:gd name="connsiteY22" fmla="*/ 361949 h 365067"/>
              <a:gd name="connsiteX23" fmla="*/ 381801 w 633660"/>
              <a:gd name="connsiteY23" fmla="*/ 363537 h 365067"/>
              <a:gd name="connsiteX24" fmla="*/ 396089 w 633660"/>
              <a:gd name="connsiteY24" fmla="*/ 342899 h 365067"/>
              <a:gd name="connsiteX25" fmla="*/ 442126 w 633660"/>
              <a:gd name="connsiteY25" fmla="*/ 325437 h 365067"/>
              <a:gd name="connsiteX26" fmla="*/ 459589 w 633660"/>
              <a:gd name="connsiteY26" fmla="*/ 271462 h 365067"/>
              <a:gd name="connsiteX27" fmla="*/ 419901 w 633660"/>
              <a:gd name="connsiteY27" fmla="*/ 230187 h 365067"/>
              <a:gd name="connsiteX28" fmla="*/ 345289 w 633660"/>
              <a:gd name="connsiteY28" fmla="*/ 209549 h 365067"/>
              <a:gd name="connsiteX29" fmla="*/ 338939 w 633660"/>
              <a:gd name="connsiteY29" fmla="*/ 126999 h 365067"/>
              <a:gd name="connsiteX30" fmla="*/ 356401 w 633660"/>
              <a:gd name="connsiteY30" fmla="*/ 69849 h 365067"/>
              <a:gd name="connsiteX31" fmla="*/ 383389 w 633660"/>
              <a:gd name="connsiteY31" fmla="*/ 100012 h 365067"/>
              <a:gd name="connsiteX32" fmla="*/ 453239 w 633660"/>
              <a:gd name="connsiteY32" fmla="*/ 182562 h 365067"/>
              <a:gd name="connsiteX33" fmla="*/ 448476 w 633660"/>
              <a:gd name="connsiteY33" fmla="*/ 201612 h 365067"/>
              <a:gd name="connsiteX34" fmla="*/ 494514 w 633660"/>
              <a:gd name="connsiteY34" fmla="*/ 268287 h 365067"/>
              <a:gd name="connsiteX35" fmla="*/ 538964 w 633660"/>
              <a:gd name="connsiteY35" fmla="*/ 252412 h 365067"/>
              <a:gd name="connsiteX36" fmla="*/ 594526 w 633660"/>
              <a:gd name="connsiteY36" fmla="*/ 260349 h 365067"/>
              <a:gd name="connsiteX37" fmla="*/ 632626 w 633660"/>
              <a:gd name="connsiteY37" fmla="*/ 212724 h 365067"/>
              <a:gd name="connsiteX38" fmla="*/ 621514 w 633660"/>
              <a:gd name="connsiteY38" fmla="*/ 153987 h 365067"/>
              <a:gd name="connsiteX39" fmla="*/ 607226 w 633660"/>
              <a:gd name="connsiteY39" fmla="*/ 111124 h 365067"/>
              <a:gd name="connsiteX40" fmla="*/ 562776 w 633660"/>
              <a:gd name="connsiteY40" fmla="*/ 109537 h 365067"/>
              <a:gd name="connsiteX41" fmla="*/ 510389 w 633660"/>
              <a:gd name="connsiteY41" fmla="*/ 142874 h 365067"/>
              <a:gd name="connsiteX42" fmla="*/ 497689 w 633660"/>
              <a:gd name="connsiteY42" fmla="*/ 166687 h 365067"/>
              <a:gd name="connsiteX43" fmla="*/ 383389 w 633660"/>
              <a:gd name="connsiteY43" fmla="*/ 25399 h 365067"/>
              <a:gd name="connsiteX0" fmla="*/ 305601 w 633660"/>
              <a:gd name="connsiteY0" fmla="*/ 0 h 366461"/>
              <a:gd name="connsiteX1" fmla="*/ 210352 w 633660"/>
              <a:gd name="connsiteY1" fmla="*/ 82549 h 366461"/>
              <a:gd name="connsiteX2" fmla="*/ 165901 w 633660"/>
              <a:gd name="connsiteY2" fmla="*/ 58737 h 366461"/>
              <a:gd name="connsiteX3" fmla="*/ 94464 w 633660"/>
              <a:gd name="connsiteY3" fmla="*/ 49213 h 366461"/>
              <a:gd name="connsiteX4" fmla="*/ 43664 w 633660"/>
              <a:gd name="connsiteY4" fmla="*/ 69849 h 366461"/>
              <a:gd name="connsiteX5" fmla="*/ 7151 w 633660"/>
              <a:gd name="connsiteY5" fmla="*/ 111125 h 366461"/>
              <a:gd name="connsiteX6" fmla="*/ 801 w 633660"/>
              <a:gd name="connsiteY6" fmla="*/ 179387 h 366461"/>
              <a:gd name="connsiteX7" fmla="*/ 18264 w 633660"/>
              <a:gd name="connsiteY7" fmla="*/ 222250 h 366461"/>
              <a:gd name="connsiteX8" fmla="*/ 57951 w 633660"/>
              <a:gd name="connsiteY8" fmla="*/ 266700 h 366461"/>
              <a:gd name="connsiteX9" fmla="*/ 129389 w 633660"/>
              <a:gd name="connsiteY9" fmla="*/ 274637 h 366461"/>
              <a:gd name="connsiteX10" fmla="*/ 196064 w 633660"/>
              <a:gd name="connsiteY10" fmla="*/ 242887 h 366461"/>
              <a:gd name="connsiteX11" fmla="*/ 230989 w 633660"/>
              <a:gd name="connsiteY11" fmla="*/ 173037 h 366461"/>
              <a:gd name="connsiteX12" fmla="*/ 234164 w 633660"/>
              <a:gd name="connsiteY12" fmla="*/ 111124 h 366461"/>
              <a:gd name="connsiteX13" fmla="*/ 319890 w 633660"/>
              <a:gd name="connsiteY13" fmla="*/ 30161 h 366461"/>
              <a:gd name="connsiteX14" fmla="*/ 313539 w 633660"/>
              <a:gd name="connsiteY14" fmla="*/ 87312 h 366461"/>
              <a:gd name="connsiteX15" fmla="*/ 299251 w 633660"/>
              <a:gd name="connsiteY15" fmla="*/ 161924 h 366461"/>
              <a:gd name="connsiteX16" fmla="*/ 278614 w 633660"/>
              <a:gd name="connsiteY16" fmla="*/ 187325 h 366461"/>
              <a:gd name="connsiteX17" fmla="*/ 248451 w 633660"/>
              <a:gd name="connsiteY17" fmla="*/ 187324 h 366461"/>
              <a:gd name="connsiteX18" fmla="*/ 211939 w 633660"/>
              <a:gd name="connsiteY18" fmla="*/ 250824 h 366461"/>
              <a:gd name="connsiteX19" fmla="*/ 199239 w 633660"/>
              <a:gd name="connsiteY19" fmla="*/ 290512 h 366461"/>
              <a:gd name="connsiteX20" fmla="*/ 232577 w 633660"/>
              <a:gd name="connsiteY20" fmla="*/ 336549 h 366461"/>
              <a:gd name="connsiteX21" fmla="*/ 272264 w 633660"/>
              <a:gd name="connsiteY21" fmla="*/ 365124 h 366461"/>
              <a:gd name="connsiteX22" fmla="*/ 313539 w 633660"/>
              <a:gd name="connsiteY22" fmla="*/ 361949 h 366461"/>
              <a:gd name="connsiteX23" fmla="*/ 381801 w 633660"/>
              <a:gd name="connsiteY23" fmla="*/ 363537 h 366461"/>
              <a:gd name="connsiteX24" fmla="*/ 396089 w 633660"/>
              <a:gd name="connsiteY24" fmla="*/ 342899 h 366461"/>
              <a:gd name="connsiteX25" fmla="*/ 442126 w 633660"/>
              <a:gd name="connsiteY25" fmla="*/ 325437 h 366461"/>
              <a:gd name="connsiteX26" fmla="*/ 459589 w 633660"/>
              <a:gd name="connsiteY26" fmla="*/ 271462 h 366461"/>
              <a:gd name="connsiteX27" fmla="*/ 419901 w 633660"/>
              <a:gd name="connsiteY27" fmla="*/ 230187 h 366461"/>
              <a:gd name="connsiteX28" fmla="*/ 345289 w 633660"/>
              <a:gd name="connsiteY28" fmla="*/ 209549 h 366461"/>
              <a:gd name="connsiteX29" fmla="*/ 338939 w 633660"/>
              <a:gd name="connsiteY29" fmla="*/ 126999 h 366461"/>
              <a:gd name="connsiteX30" fmla="*/ 356401 w 633660"/>
              <a:gd name="connsiteY30" fmla="*/ 69849 h 366461"/>
              <a:gd name="connsiteX31" fmla="*/ 383389 w 633660"/>
              <a:gd name="connsiteY31" fmla="*/ 100012 h 366461"/>
              <a:gd name="connsiteX32" fmla="*/ 453239 w 633660"/>
              <a:gd name="connsiteY32" fmla="*/ 182562 h 366461"/>
              <a:gd name="connsiteX33" fmla="*/ 448476 w 633660"/>
              <a:gd name="connsiteY33" fmla="*/ 201612 h 366461"/>
              <a:gd name="connsiteX34" fmla="*/ 494514 w 633660"/>
              <a:gd name="connsiteY34" fmla="*/ 268287 h 366461"/>
              <a:gd name="connsiteX35" fmla="*/ 538964 w 633660"/>
              <a:gd name="connsiteY35" fmla="*/ 252412 h 366461"/>
              <a:gd name="connsiteX36" fmla="*/ 594526 w 633660"/>
              <a:gd name="connsiteY36" fmla="*/ 260349 h 366461"/>
              <a:gd name="connsiteX37" fmla="*/ 632626 w 633660"/>
              <a:gd name="connsiteY37" fmla="*/ 212724 h 366461"/>
              <a:gd name="connsiteX38" fmla="*/ 621514 w 633660"/>
              <a:gd name="connsiteY38" fmla="*/ 153987 h 366461"/>
              <a:gd name="connsiteX39" fmla="*/ 607226 w 633660"/>
              <a:gd name="connsiteY39" fmla="*/ 111124 h 366461"/>
              <a:gd name="connsiteX40" fmla="*/ 562776 w 633660"/>
              <a:gd name="connsiteY40" fmla="*/ 109537 h 366461"/>
              <a:gd name="connsiteX41" fmla="*/ 510389 w 633660"/>
              <a:gd name="connsiteY41" fmla="*/ 142874 h 366461"/>
              <a:gd name="connsiteX42" fmla="*/ 497689 w 633660"/>
              <a:gd name="connsiteY42" fmla="*/ 166687 h 366461"/>
              <a:gd name="connsiteX43" fmla="*/ 383389 w 633660"/>
              <a:gd name="connsiteY43" fmla="*/ 25399 h 366461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42126 w 633660"/>
              <a:gd name="connsiteY25" fmla="*/ 325437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383388 w 633660"/>
              <a:gd name="connsiteY25" fmla="*/ 309562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3388 w 633660"/>
              <a:gd name="connsiteY27" fmla="*/ 22383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3388 w 633660"/>
              <a:gd name="connsiteY27" fmla="*/ 223837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9738 w 633660"/>
              <a:gd name="connsiteY27" fmla="*/ 214312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23077 w 633660"/>
              <a:gd name="connsiteY26" fmla="*/ 273049 h 366763"/>
              <a:gd name="connsiteX27" fmla="*/ 389738 w 633660"/>
              <a:gd name="connsiteY27" fmla="*/ 214312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430"/>
              <a:gd name="connsiteX1" fmla="*/ 210352 w 633660"/>
              <a:gd name="connsiteY1" fmla="*/ 82549 h 366430"/>
              <a:gd name="connsiteX2" fmla="*/ 165901 w 633660"/>
              <a:gd name="connsiteY2" fmla="*/ 58737 h 366430"/>
              <a:gd name="connsiteX3" fmla="*/ 94464 w 633660"/>
              <a:gd name="connsiteY3" fmla="*/ 49213 h 366430"/>
              <a:gd name="connsiteX4" fmla="*/ 43664 w 633660"/>
              <a:gd name="connsiteY4" fmla="*/ 69849 h 366430"/>
              <a:gd name="connsiteX5" fmla="*/ 7151 w 633660"/>
              <a:gd name="connsiteY5" fmla="*/ 111125 h 366430"/>
              <a:gd name="connsiteX6" fmla="*/ 801 w 633660"/>
              <a:gd name="connsiteY6" fmla="*/ 179387 h 366430"/>
              <a:gd name="connsiteX7" fmla="*/ 18264 w 633660"/>
              <a:gd name="connsiteY7" fmla="*/ 222250 h 366430"/>
              <a:gd name="connsiteX8" fmla="*/ 57951 w 633660"/>
              <a:gd name="connsiteY8" fmla="*/ 266700 h 366430"/>
              <a:gd name="connsiteX9" fmla="*/ 129389 w 633660"/>
              <a:gd name="connsiteY9" fmla="*/ 274637 h 366430"/>
              <a:gd name="connsiteX10" fmla="*/ 196064 w 633660"/>
              <a:gd name="connsiteY10" fmla="*/ 242887 h 366430"/>
              <a:gd name="connsiteX11" fmla="*/ 230989 w 633660"/>
              <a:gd name="connsiteY11" fmla="*/ 173037 h 366430"/>
              <a:gd name="connsiteX12" fmla="*/ 234164 w 633660"/>
              <a:gd name="connsiteY12" fmla="*/ 111124 h 366430"/>
              <a:gd name="connsiteX13" fmla="*/ 319890 w 633660"/>
              <a:gd name="connsiteY13" fmla="*/ 30161 h 366430"/>
              <a:gd name="connsiteX14" fmla="*/ 313539 w 633660"/>
              <a:gd name="connsiteY14" fmla="*/ 87312 h 366430"/>
              <a:gd name="connsiteX15" fmla="*/ 299251 w 633660"/>
              <a:gd name="connsiteY15" fmla="*/ 161924 h 366430"/>
              <a:gd name="connsiteX16" fmla="*/ 278614 w 633660"/>
              <a:gd name="connsiteY16" fmla="*/ 187325 h 366430"/>
              <a:gd name="connsiteX17" fmla="*/ 248451 w 633660"/>
              <a:gd name="connsiteY17" fmla="*/ 187324 h 366430"/>
              <a:gd name="connsiteX18" fmla="*/ 211939 w 633660"/>
              <a:gd name="connsiteY18" fmla="*/ 250824 h 366430"/>
              <a:gd name="connsiteX19" fmla="*/ 199239 w 633660"/>
              <a:gd name="connsiteY19" fmla="*/ 290512 h 366430"/>
              <a:gd name="connsiteX20" fmla="*/ 232577 w 633660"/>
              <a:gd name="connsiteY20" fmla="*/ 336549 h 366430"/>
              <a:gd name="connsiteX21" fmla="*/ 272264 w 633660"/>
              <a:gd name="connsiteY21" fmla="*/ 365124 h 366430"/>
              <a:gd name="connsiteX22" fmla="*/ 313539 w 633660"/>
              <a:gd name="connsiteY22" fmla="*/ 361949 h 366430"/>
              <a:gd name="connsiteX23" fmla="*/ 357988 w 633660"/>
              <a:gd name="connsiteY23" fmla="*/ 365125 h 366430"/>
              <a:gd name="connsiteX24" fmla="*/ 396089 w 633660"/>
              <a:gd name="connsiteY24" fmla="*/ 342899 h 366430"/>
              <a:gd name="connsiteX25" fmla="*/ 419901 w 633660"/>
              <a:gd name="connsiteY25" fmla="*/ 322262 h 366430"/>
              <a:gd name="connsiteX26" fmla="*/ 423077 w 633660"/>
              <a:gd name="connsiteY26" fmla="*/ 273049 h 366430"/>
              <a:gd name="connsiteX27" fmla="*/ 389738 w 633660"/>
              <a:gd name="connsiteY27" fmla="*/ 214312 h 366430"/>
              <a:gd name="connsiteX28" fmla="*/ 334176 w 633660"/>
              <a:gd name="connsiteY28" fmla="*/ 184149 h 366430"/>
              <a:gd name="connsiteX29" fmla="*/ 338939 w 633660"/>
              <a:gd name="connsiteY29" fmla="*/ 126999 h 366430"/>
              <a:gd name="connsiteX30" fmla="*/ 356401 w 633660"/>
              <a:gd name="connsiteY30" fmla="*/ 69849 h 366430"/>
              <a:gd name="connsiteX31" fmla="*/ 383389 w 633660"/>
              <a:gd name="connsiteY31" fmla="*/ 100012 h 366430"/>
              <a:gd name="connsiteX32" fmla="*/ 453239 w 633660"/>
              <a:gd name="connsiteY32" fmla="*/ 182562 h 366430"/>
              <a:gd name="connsiteX33" fmla="*/ 448476 w 633660"/>
              <a:gd name="connsiteY33" fmla="*/ 201612 h 366430"/>
              <a:gd name="connsiteX34" fmla="*/ 494514 w 633660"/>
              <a:gd name="connsiteY34" fmla="*/ 268287 h 366430"/>
              <a:gd name="connsiteX35" fmla="*/ 538964 w 633660"/>
              <a:gd name="connsiteY35" fmla="*/ 252412 h 366430"/>
              <a:gd name="connsiteX36" fmla="*/ 594526 w 633660"/>
              <a:gd name="connsiteY36" fmla="*/ 260349 h 366430"/>
              <a:gd name="connsiteX37" fmla="*/ 632626 w 633660"/>
              <a:gd name="connsiteY37" fmla="*/ 212724 h 366430"/>
              <a:gd name="connsiteX38" fmla="*/ 621514 w 633660"/>
              <a:gd name="connsiteY38" fmla="*/ 153987 h 366430"/>
              <a:gd name="connsiteX39" fmla="*/ 607226 w 633660"/>
              <a:gd name="connsiteY39" fmla="*/ 111124 h 366430"/>
              <a:gd name="connsiteX40" fmla="*/ 562776 w 633660"/>
              <a:gd name="connsiteY40" fmla="*/ 109537 h 366430"/>
              <a:gd name="connsiteX41" fmla="*/ 510389 w 633660"/>
              <a:gd name="connsiteY41" fmla="*/ 142874 h 366430"/>
              <a:gd name="connsiteX42" fmla="*/ 497689 w 633660"/>
              <a:gd name="connsiteY42" fmla="*/ 166687 h 366430"/>
              <a:gd name="connsiteX43" fmla="*/ 383389 w 633660"/>
              <a:gd name="connsiteY43" fmla="*/ 25399 h 366430"/>
              <a:gd name="connsiteX0" fmla="*/ 305601 w 633660"/>
              <a:gd name="connsiteY0" fmla="*/ 0 h 376236"/>
              <a:gd name="connsiteX1" fmla="*/ 210352 w 633660"/>
              <a:gd name="connsiteY1" fmla="*/ 82549 h 376236"/>
              <a:gd name="connsiteX2" fmla="*/ 165901 w 633660"/>
              <a:gd name="connsiteY2" fmla="*/ 58737 h 376236"/>
              <a:gd name="connsiteX3" fmla="*/ 94464 w 633660"/>
              <a:gd name="connsiteY3" fmla="*/ 49213 h 376236"/>
              <a:gd name="connsiteX4" fmla="*/ 43664 w 633660"/>
              <a:gd name="connsiteY4" fmla="*/ 69849 h 376236"/>
              <a:gd name="connsiteX5" fmla="*/ 7151 w 633660"/>
              <a:gd name="connsiteY5" fmla="*/ 111125 h 376236"/>
              <a:gd name="connsiteX6" fmla="*/ 801 w 633660"/>
              <a:gd name="connsiteY6" fmla="*/ 179387 h 376236"/>
              <a:gd name="connsiteX7" fmla="*/ 18264 w 633660"/>
              <a:gd name="connsiteY7" fmla="*/ 222250 h 376236"/>
              <a:gd name="connsiteX8" fmla="*/ 57951 w 633660"/>
              <a:gd name="connsiteY8" fmla="*/ 266700 h 376236"/>
              <a:gd name="connsiteX9" fmla="*/ 129389 w 633660"/>
              <a:gd name="connsiteY9" fmla="*/ 274637 h 376236"/>
              <a:gd name="connsiteX10" fmla="*/ 196064 w 633660"/>
              <a:gd name="connsiteY10" fmla="*/ 242887 h 376236"/>
              <a:gd name="connsiteX11" fmla="*/ 230989 w 633660"/>
              <a:gd name="connsiteY11" fmla="*/ 173037 h 376236"/>
              <a:gd name="connsiteX12" fmla="*/ 234164 w 633660"/>
              <a:gd name="connsiteY12" fmla="*/ 111124 h 376236"/>
              <a:gd name="connsiteX13" fmla="*/ 319890 w 633660"/>
              <a:gd name="connsiteY13" fmla="*/ 30161 h 376236"/>
              <a:gd name="connsiteX14" fmla="*/ 313539 w 633660"/>
              <a:gd name="connsiteY14" fmla="*/ 87312 h 376236"/>
              <a:gd name="connsiteX15" fmla="*/ 299251 w 633660"/>
              <a:gd name="connsiteY15" fmla="*/ 161924 h 376236"/>
              <a:gd name="connsiteX16" fmla="*/ 278614 w 633660"/>
              <a:gd name="connsiteY16" fmla="*/ 187325 h 376236"/>
              <a:gd name="connsiteX17" fmla="*/ 248451 w 633660"/>
              <a:gd name="connsiteY17" fmla="*/ 187324 h 376236"/>
              <a:gd name="connsiteX18" fmla="*/ 211939 w 633660"/>
              <a:gd name="connsiteY18" fmla="*/ 250824 h 376236"/>
              <a:gd name="connsiteX19" fmla="*/ 199239 w 633660"/>
              <a:gd name="connsiteY19" fmla="*/ 290512 h 376236"/>
              <a:gd name="connsiteX20" fmla="*/ 232577 w 633660"/>
              <a:gd name="connsiteY20" fmla="*/ 336549 h 376236"/>
              <a:gd name="connsiteX21" fmla="*/ 272264 w 633660"/>
              <a:gd name="connsiteY21" fmla="*/ 365124 h 376236"/>
              <a:gd name="connsiteX22" fmla="*/ 310364 w 633660"/>
              <a:gd name="connsiteY22" fmla="*/ 376236 h 376236"/>
              <a:gd name="connsiteX23" fmla="*/ 357988 w 633660"/>
              <a:gd name="connsiteY23" fmla="*/ 365125 h 376236"/>
              <a:gd name="connsiteX24" fmla="*/ 396089 w 633660"/>
              <a:gd name="connsiteY24" fmla="*/ 342899 h 376236"/>
              <a:gd name="connsiteX25" fmla="*/ 419901 w 633660"/>
              <a:gd name="connsiteY25" fmla="*/ 322262 h 376236"/>
              <a:gd name="connsiteX26" fmla="*/ 423077 w 633660"/>
              <a:gd name="connsiteY26" fmla="*/ 273049 h 376236"/>
              <a:gd name="connsiteX27" fmla="*/ 389738 w 633660"/>
              <a:gd name="connsiteY27" fmla="*/ 214312 h 376236"/>
              <a:gd name="connsiteX28" fmla="*/ 334176 w 633660"/>
              <a:gd name="connsiteY28" fmla="*/ 184149 h 376236"/>
              <a:gd name="connsiteX29" fmla="*/ 338939 w 633660"/>
              <a:gd name="connsiteY29" fmla="*/ 126999 h 376236"/>
              <a:gd name="connsiteX30" fmla="*/ 356401 w 633660"/>
              <a:gd name="connsiteY30" fmla="*/ 69849 h 376236"/>
              <a:gd name="connsiteX31" fmla="*/ 383389 w 633660"/>
              <a:gd name="connsiteY31" fmla="*/ 100012 h 376236"/>
              <a:gd name="connsiteX32" fmla="*/ 453239 w 633660"/>
              <a:gd name="connsiteY32" fmla="*/ 182562 h 376236"/>
              <a:gd name="connsiteX33" fmla="*/ 448476 w 633660"/>
              <a:gd name="connsiteY33" fmla="*/ 201612 h 376236"/>
              <a:gd name="connsiteX34" fmla="*/ 494514 w 633660"/>
              <a:gd name="connsiteY34" fmla="*/ 268287 h 376236"/>
              <a:gd name="connsiteX35" fmla="*/ 538964 w 633660"/>
              <a:gd name="connsiteY35" fmla="*/ 252412 h 376236"/>
              <a:gd name="connsiteX36" fmla="*/ 594526 w 633660"/>
              <a:gd name="connsiteY36" fmla="*/ 260349 h 376236"/>
              <a:gd name="connsiteX37" fmla="*/ 632626 w 633660"/>
              <a:gd name="connsiteY37" fmla="*/ 212724 h 376236"/>
              <a:gd name="connsiteX38" fmla="*/ 621514 w 633660"/>
              <a:gd name="connsiteY38" fmla="*/ 153987 h 376236"/>
              <a:gd name="connsiteX39" fmla="*/ 607226 w 633660"/>
              <a:gd name="connsiteY39" fmla="*/ 111124 h 376236"/>
              <a:gd name="connsiteX40" fmla="*/ 562776 w 633660"/>
              <a:gd name="connsiteY40" fmla="*/ 109537 h 376236"/>
              <a:gd name="connsiteX41" fmla="*/ 510389 w 633660"/>
              <a:gd name="connsiteY41" fmla="*/ 142874 h 376236"/>
              <a:gd name="connsiteX42" fmla="*/ 497689 w 633660"/>
              <a:gd name="connsiteY42" fmla="*/ 166687 h 376236"/>
              <a:gd name="connsiteX43" fmla="*/ 383389 w 633660"/>
              <a:gd name="connsiteY43" fmla="*/ 25399 h 376236"/>
              <a:gd name="connsiteX0" fmla="*/ 305601 w 633660"/>
              <a:gd name="connsiteY0" fmla="*/ 0 h 377638"/>
              <a:gd name="connsiteX1" fmla="*/ 210352 w 633660"/>
              <a:gd name="connsiteY1" fmla="*/ 82549 h 377638"/>
              <a:gd name="connsiteX2" fmla="*/ 165901 w 633660"/>
              <a:gd name="connsiteY2" fmla="*/ 58737 h 377638"/>
              <a:gd name="connsiteX3" fmla="*/ 94464 w 633660"/>
              <a:gd name="connsiteY3" fmla="*/ 49213 h 377638"/>
              <a:gd name="connsiteX4" fmla="*/ 43664 w 633660"/>
              <a:gd name="connsiteY4" fmla="*/ 69849 h 377638"/>
              <a:gd name="connsiteX5" fmla="*/ 7151 w 633660"/>
              <a:gd name="connsiteY5" fmla="*/ 111125 h 377638"/>
              <a:gd name="connsiteX6" fmla="*/ 801 w 633660"/>
              <a:gd name="connsiteY6" fmla="*/ 179387 h 377638"/>
              <a:gd name="connsiteX7" fmla="*/ 18264 w 633660"/>
              <a:gd name="connsiteY7" fmla="*/ 222250 h 377638"/>
              <a:gd name="connsiteX8" fmla="*/ 57951 w 633660"/>
              <a:gd name="connsiteY8" fmla="*/ 266700 h 377638"/>
              <a:gd name="connsiteX9" fmla="*/ 129389 w 633660"/>
              <a:gd name="connsiteY9" fmla="*/ 274637 h 377638"/>
              <a:gd name="connsiteX10" fmla="*/ 196064 w 633660"/>
              <a:gd name="connsiteY10" fmla="*/ 242887 h 377638"/>
              <a:gd name="connsiteX11" fmla="*/ 230989 w 633660"/>
              <a:gd name="connsiteY11" fmla="*/ 173037 h 377638"/>
              <a:gd name="connsiteX12" fmla="*/ 234164 w 633660"/>
              <a:gd name="connsiteY12" fmla="*/ 111124 h 377638"/>
              <a:gd name="connsiteX13" fmla="*/ 319890 w 633660"/>
              <a:gd name="connsiteY13" fmla="*/ 30161 h 377638"/>
              <a:gd name="connsiteX14" fmla="*/ 313539 w 633660"/>
              <a:gd name="connsiteY14" fmla="*/ 87312 h 377638"/>
              <a:gd name="connsiteX15" fmla="*/ 299251 w 633660"/>
              <a:gd name="connsiteY15" fmla="*/ 161924 h 377638"/>
              <a:gd name="connsiteX16" fmla="*/ 278614 w 633660"/>
              <a:gd name="connsiteY16" fmla="*/ 187325 h 377638"/>
              <a:gd name="connsiteX17" fmla="*/ 248451 w 633660"/>
              <a:gd name="connsiteY17" fmla="*/ 187324 h 377638"/>
              <a:gd name="connsiteX18" fmla="*/ 211939 w 633660"/>
              <a:gd name="connsiteY18" fmla="*/ 250824 h 377638"/>
              <a:gd name="connsiteX19" fmla="*/ 199239 w 633660"/>
              <a:gd name="connsiteY19" fmla="*/ 290512 h 377638"/>
              <a:gd name="connsiteX20" fmla="*/ 232577 w 633660"/>
              <a:gd name="connsiteY20" fmla="*/ 336549 h 377638"/>
              <a:gd name="connsiteX21" fmla="*/ 261151 w 633660"/>
              <a:gd name="connsiteY21" fmla="*/ 373061 h 377638"/>
              <a:gd name="connsiteX22" fmla="*/ 310364 w 633660"/>
              <a:gd name="connsiteY22" fmla="*/ 376236 h 377638"/>
              <a:gd name="connsiteX23" fmla="*/ 357988 w 633660"/>
              <a:gd name="connsiteY23" fmla="*/ 365125 h 377638"/>
              <a:gd name="connsiteX24" fmla="*/ 396089 w 633660"/>
              <a:gd name="connsiteY24" fmla="*/ 342899 h 377638"/>
              <a:gd name="connsiteX25" fmla="*/ 419901 w 633660"/>
              <a:gd name="connsiteY25" fmla="*/ 322262 h 377638"/>
              <a:gd name="connsiteX26" fmla="*/ 423077 w 633660"/>
              <a:gd name="connsiteY26" fmla="*/ 273049 h 377638"/>
              <a:gd name="connsiteX27" fmla="*/ 389738 w 633660"/>
              <a:gd name="connsiteY27" fmla="*/ 214312 h 377638"/>
              <a:gd name="connsiteX28" fmla="*/ 334176 w 633660"/>
              <a:gd name="connsiteY28" fmla="*/ 184149 h 377638"/>
              <a:gd name="connsiteX29" fmla="*/ 338939 w 633660"/>
              <a:gd name="connsiteY29" fmla="*/ 126999 h 377638"/>
              <a:gd name="connsiteX30" fmla="*/ 356401 w 633660"/>
              <a:gd name="connsiteY30" fmla="*/ 69849 h 377638"/>
              <a:gd name="connsiteX31" fmla="*/ 383389 w 633660"/>
              <a:gd name="connsiteY31" fmla="*/ 100012 h 377638"/>
              <a:gd name="connsiteX32" fmla="*/ 453239 w 633660"/>
              <a:gd name="connsiteY32" fmla="*/ 182562 h 377638"/>
              <a:gd name="connsiteX33" fmla="*/ 448476 w 633660"/>
              <a:gd name="connsiteY33" fmla="*/ 201612 h 377638"/>
              <a:gd name="connsiteX34" fmla="*/ 494514 w 633660"/>
              <a:gd name="connsiteY34" fmla="*/ 268287 h 377638"/>
              <a:gd name="connsiteX35" fmla="*/ 538964 w 633660"/>
              <a:gd name="connsiteY35" fmla="*/ 252412 h 377638"/>
              <a:gd name="connsiteX36" fmla="*/ 594526 w 633660"/>
              <a:gd name="connsiteY36" fmla="*/ 260349 h 377638"/>
              <a:gd name="connsiteX37" fmla="*/ 632626 w 633660"/>
              <a:gd name="connsiteY37" fmla="*/ 212724 h 377638"/>
              <a:gd name="connsiteX38" fmla="*/ 621514 w 633660"/>
              <a:gd name="connsiteY38" fmla="*/ 153987 h 377638"/>
              <a:gd name="connsiteX39" fmla="*/ 607226 w 633660"/>
              <a:gd name="connsiteY39" fmla="*/ 111124 h 377638"/>
              <a:gd name="connsiteX40" fmla="*/ 562776 w 633660"/>
              <a:gd name="connsiteY40" fmla="*/ 109537 h 377638"/>
              <a:gd name="connsiteX41" fmla="*/ 510389 w 633660"/>
              <a:gd name="connsiteY41" fmla="*/ 142874 h 377638"/>
              <a:gd name="connsiteX42" fmla="*/ 497689 w 633660"/>
              <a:gd name="connsiteY42" fmla="*/ 166687 h 377638"/>
              <a:gd name="connsiteX43" fmla="*/ 383389 w 633660"/>
              <a:gd name="connsiteY43" fmla="*/ 25399 h 377638"/>
              <a:gd name="connsiteX0" fmla="*/ 305601 w 633660"/>
              <a:gd name="connsiteY0" fmla="*/ 0 h 377638"/>
              <a:gd name="connsiteX1" fmla="*/ 210352 w 633660"/>
              <a:gd name="connsiteY1" fmla="*/ 82549 h 377638"/>
              <a:gd name="connsiteX2" fmla="*/ 165901 w 633660"/>
              <a:gd name="connsiteY2" fmla="*/ 58737 h 377638"/>
              <a:gd name="connsiteX3" fmla="*/ 94464 w 633660"/>
              <a:gd name="connsiteY3" fmla="*/ 49213 h 377638"/>
              <a:gd name="connsiteX4" fmla="*/ 43664 w 633660"/>
              <a:gd name="connsiteY4" fmla="*/ 69849 h 377638"/>
              <a:gd name="connsiteX5" fmla="*/ 7151 w 633660"/>
              <a:gd name="connsiteY5" fmla="*/ 111125 h 377638"/>
              <a:gd name="connsiteX6" fmla="*/ 801 w 633660"/>
              <a:gd name="connsiteY6" fmla="*/ 179387 h 377638"/>
              <a:gd name="connsiteX7" fmla="*/ 18264 w 633660"/>
              <a:gd name="connsiteY7" fmla="*/ 222250 h 377638"/>
              <a:gd name="connsiteX8" fmla="*/ 57951 w 633660"/>
              <a:gd name="connsiteY8" fmla="*/ 266700 h 377638"/>
              <a:gd name="connsiteX9" fmla="*/ 129389 w 633660"/>
              <a:gd name="connsiteY9" fmla="*/ 274637 h 377638"/>
              <a:gd name="connsiteX10" fmla="*/ 196064 w 633660"/>
              <a:gd name="connsiteY10" fmla="*/ 242887 h 377638"/>
              <a:gd name="connsiteX11" fmla="*/ 230989 w 633660"/>
              <a:gd name="connsiteY11" fmla="*/ 173037 h 377638"/>
              <a:gd name="connsiteX12" fmla="*/ 234164 w 633660"/>
              <a:gd name="connsiteY12" fmla="*/ 111124 h 377638"/>
              <a:gd name="connsiteX13" fmla="*/ 319890 w 633660"/>
              <a:gd name="connsiteY13" fmla="*/ 30161 h 377638"/>
              <a:gd name="connsiteX14" fmla="*/ 313539 w 633660"/>
              <a:gd name="connsiteY14" fmla="*/ 87312 h 377638"/>
              <a:gd name="connsiteX15" fmla="*/ 299251 w 633660"/>
              <a:gd name="connsiteY15" fmla="*/ 161924 h 377638"/>
              <a:gd name="connsiteX16" fmla="*/ 278614 w 633660"/>
              <a:gd name="connsiteY16" fmla="*/ 187325 h 377638"/>
              <a:gd name="connsiteX17" fmla="*/ 248451 w 633660"/>
              <a:gd name="connsiteY17" fmla="*/ 187324 h 377638"/>
              <a:gd name="connsiteX18" fmla="*/ 211939 w 633660"/>
              <a:gd name="connsiteY18" fmla="*/ 250824 h 377638"/>
              <a:gd name="connsiteX19" fmla="*/ 199239 w 633660"/>
              <a:gd name="connsiteY19" fmla="*/ 290512 h 377638"/>
              <a:gd name="connsiteX20" fmla="*/ 226227 w 633660"/>
              <a:gd name="connsiteY20" fmla="*/ 336549 h 377638"/>
              <a:gd name="connsiteX21" fmla="*/ 261151 w 633660"/>
              <a:gd name="connsiteY21" fmla="*/ 373061 h 377638"/>
              <a:gd name="connsiteX22" fmla="*/ 310364 w 633660"/>
              <a:gd name="connsiteY22" fmla="*/ 376236 h 377638"/>
              <a:gd name="connsiteX23" fmla="*/ 357988 w 633660"/>
              <a:gd name="connsiteY23" fmla="*/ 365125 h 377638"/>
              <a:gd name="connsiteX24" fmla="*/ 396089 w 633660"/>
              <a:gd name="connsiteY24" fmla="*/ 342899 h 377638"/>
              <a:gd name="connsiteX25" fmla="*/ 419901 w 633660"/>
              <a:gd name="connsiteY25" fmla="*/ 322262 h 377638"/>
              <a:gd name="connsiteX26" fmla="*/ 423077 w 633660"/>
              <a:gd name="connsiteY26" fmla="*/ 273049 h 377638"/>
              <a:gd name="connsiteX27" fmla="*/ 389738 w 633660"/>
              <a:gd name="connsiteY27" fmla="*/ 214312 h 377638"/>
              <a:gd name="connsiteX28" fmla="*/ 334176 w 633660"/>
              <a:gd name="connsiteY28" fmla="*/ 184149 h 377638"/>
              <a:gd name="connsiteX29" fmla="*/ 338939 w 633660"/>
              <a:gd name="connsiteY29" fmla="*/ 126999 h 377638"/>
              <a:gd name="connsiteX30" fmla="*/ 356401 w 633660"/>
              <a:gd name="connsiteY30" fmla="*/ 69849 h 377638"/>
              <a:gd name="connsiteX31" fmla="*/ 383389 w 633660"/>
              <a:gd name="connsiteY31" fmla="*/ 100012 h 377638"/>
              <a:gd name="connsiteX32" fmla="*/ 453239 w 633660"/>
              <a:gd name="connsiteY32" fmla="*/ 182562 h 377638"/>
              <a:gd name="connsiteX33" fmla="*/ 448476 w 633660"/>
              <a:gd name="connsiteY33" fmla="*/ 201612 h 377638"/>
              <a:gd name="connsiteX34" fmla="*/ 494514 w 633660"/>
              <a:gd name="connsiteY34" fmla="*/ 268287 h 377638"/>
              <a:gd name="connsiteX35" fmla="*/ 538964 w 633660"/>
              <a:gd name="connsiteY35" fmla="*/ 252412 h 377638"/>
              <a:gd name="connsiteX36" fmla="*/ 594526 w 633660"/>
              <a:gd name="connsiteY36" fmla="*/ 260349 h 377638"/>
              <a:gd name="connsiteX37" fmla="*/ 632626 w 633660"/>
              <a:gd name="connsiteY37" fmla="*/ 212724 h 377638"/>
              <a:gd name="connsiteX38" fmla="*/ 621514 w 633660"/>
              <a:gd name="connsiteY38" fmla="*/ 153987 h 377638"/>
              <a:gd name="connsiteX39" fmla="*/ 607226 w 633660"/>
              <a:gd name="connsiteY39" fmla="*/ 111124 h 377638"/>
              <a:gd name="connsiteX40" fmla="*/ 562776 w 633660"/>
              <a:gd name="connsiteY40" fmla="*/ 109537 h 377638"/>
              <a:gd name="connsiteX41" fmla="*/ 510389 w 633660"/>
              <a:gd name="connsiteY41" fmla="*/ 142874 h 377638"/>
              <a:gd name="connsiteX42" fmla="*/ 497689 w 633660"/>
              <a:gd name="connsiteY42" fmla="*/ 166687 h 377638"/>
              <a:gd name="connsiteX43" fmla="*/ 383389 w 633660"/>
              <a:gd name="connsiteY43" fmla="*/ 25399 h 377638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78614 w 633660"/>
              <a:gd name="connsiteY16" fmla="*/ 187325 h 377459"/>
              <a:gd name="connsiteX17" fmla="*/ 248451 w 633660"/>
              <a:gd name="connsiteY17" fmla="*/ 187324 h 377459"/>
              <a:gd name="connsiteX18" fmla="*/ 211939 w 633660"/>
              <a:gd name="connsiteY18" fmla="*/ 250824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78614 w 633660"/>
              <a:gd name="connsiteY16" fmla="*/ 1873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0838 w 633660"/>
              <a:gd name="connsiteY15" fmla="*/ 144462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05614 w 633660"/>
              <a:gd name="connsiteY25" fmla="*/ 325437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83389 w 633660"/>
              <a:gd name="connsiteY24" fmla="*/ 355599 h 377459"/>
              <a:gd name="connsiteX25" fmla="*/ 405614 w 633660"/>
              <a:gd name="connsiteY25" fmla="*/ 325437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6832"/>
              <a:gd name="connsiteX1" fmla="*/ 210352 w 633660"/>
              <a:gd name="connsiteY1" fmla="*/ 82549 h 376832"/>
              <a:gd name="connsiteX2" fmla="*/ 165901 w 633660"/>
              <a:gd name="connsiteY2" fmla="*/ 58737 h 376832"/>
              <a:gd name="connsiteX3" fmla="*/ 94464 w 633660"/>
              <a:gd name="connsiteY3" fmla="*/ 49213 h 376832"/>
              <a:gd name="connsiteX4" fmla="*/ 43664 w 633660"/>
              <a:gd name="connsiteY4" fmla="*/ 69849 h 376832"/>
              <a:gd name="connsiteX5" fmla="*/ 7151 w 633660"/>
              <a:gd name="connsiteY5" fmla="*/ 111125 h 376832"/>
              <a:gd name="connsiteX6" fmla="*/ 801 w 633660"/>
              <a:gd name="connsiteY6" fmla="*/ 179387 h 376832"/>
              <a:gd name="connsiteX7" fmla="*/ 18264 w 633660"/>
              <a:gd name="connsiteY7" fmla="*/ 222250 h 376832"/>
              <a:gd name="connsiteX8" fmla="*/ 57951 w 633660"/>
              <a:gd name="connsiteY8" fmla="*/ 266700 h 376832"/>
              <a:gd name="connsiteX9" fmla="*/ 129389 w 633660"/>
              <a:gd name="connsiteY9" fmla="*/ 274637 h 376832"/>
              <a:gd name="connsiteX10" fmla="*/ 196064 w 633660"/>
              <a:gd name="connsiteY10" fmla="*/ 242887 h 376832"/>
              <a:gd name="connsiteX11" fmla="*/ 230989 w 633660"/>
              <a:gd name="connsiteY11" fmla="*/ 173037 h 376832"/>
              <a:gd name="connsiteX12" fmla="*/ 234164 w 633660"/>
              <a:gd name="connsiteY12" fmla="*/ 111124 h 376832"/>
              <a:gd name="connsiteX13" fmla="*/ 319890 w 633660"/>
              <a:gd name="connsiteY13" fmla="*/ 30161 h 376832"/>
              <a:gd name="connsiteX14" fmla="*/ 313539 w 633660"/>
              <a:gd name="connsiteY14" fmla="*/ 87312 h 376832"/>
              <a:gd name="connsiteX15" fmla="*/ 307188 w 633660"/>
              <a:gd name="connsiteY15" fmla="*/ 128587 h 376832"/>
              <a:gd name="connsiteX16" fmla="*/ 296077 w 633660"/>
              <a:gd name="connsiteY16" fmla="*/ 174625 h 376832"/>
              <a:gd name="connsiteX17" fmla="*/ 248451 w 633660"/>
              <a:gd name="connsiteY17" fmla="*/ 187324 h 376832"/>
              <a:gd name="connsiteX18" fmla="*/ 211939 w 633660"/>
              <a:gd name="connsiteY18" fmla="*/ 234949 h 376832"/>
              <a:gd name="connsiteX19" fmla="*/ 199239 w 633660"/>
              <a:gd name="connsiteY19" fmla="*/ 290512 h 376832"/>
              <a:gd name="connsiteX20" fmla="*/ 216702 w 633660"/>
              <a:gd name="connsiteY20" fmla="*/ 339724 h 376832"/>
              <a:gd name="connsiteX21" fmla="*/ 261151 w 633660"/>
              <a:gd name="connsiteY21" fmla="*/ 373061 h 376832"/>
              <a:gd name="connsiteX22" fmla="*/ 310364 w 633660"/>
              <a:gd name="connsiteY22" fmla="*/ 376236 h 376832"/>
              <a:gd name="connsiteX23" fmla="*/ 362751 w 633660"/>
              <a:gd name="connsiteY23" fmla="*/ 374650 h 376832"/>
              <a:gd name="connsiteX24" fmla="*/ 383389 w 633660"/>
              <a:gd name="connsiteY24" fmla="*/ 355599 h 376832"/>
              <a:gd name="connsiteX25" fmla="*/ 405614 w 633660"/>
              <a:gd name="connsiteY25" fmla="*/ 325437 h 376832"/>
              <a:gd name="connsiteX26" fmla="*/ 415139 w 633660"/>
              <a:gd name="connsiteY26" fmla="*/ 273049 h 376832"/>
              <a:gd name="connsiteX27" fmla="*/ 389738 w 633660"/>
              <a:gd name="connsiteY27" fmla="*/ 214312 h 376832"/>
              <a:gd name="connsiteX28" fmla="*/ 334176 w 633660"/>
              <a:gd name="connsiteY28" fmla="*/ 188912 h 376832"/>
              <a:gd name="connsiteX29" fmla="*/ 338939 w 633660"/>
              <a:gd name="connsiteY29" fmla="*/ 126999 h 376832"/>
              <a:gd name="connsiteX30" fmla="*/ 356401 w 633660"/>
              <a:gd name="connsiteY30" fmla="*/ 69849 h 376832"/>
              <a:gd name="connsiteX31" fmla="*/ 383389 w 633660"/>
              <a:gd name="connsiteY31" fmla="*/ 100012 h 376832"/>
              <a:gd name="connsiteX32" fmla="*/ 453239 w 633660"/>
              <a:gd name="connsiteY32" fmla="*/ 182562 h 376832"/>
              <a:gd name="connsiteX33" fmla="*/ 448476 w 633660"/>
              <a:gd name="connsiteY33" fmla="*/ 201612 h 376832"/>
              <a:gd name="connsiteX34" fmla="*/ 494514 w 633660"/>
              <a:gd name="connsiteY34" fmla="*/ 268287 h 376832"/>
              <a:gd name="connsiteX35" fmla="*/ 538964 w 633660"/>
              <a:gd name="connsiteY35" fmla="*/ 252412 h 376832"/>
              <a:gd name="connsiteX36" fmla="*/ 594526 w 633660"/>
              <a:gd name="connsiteY36" fmla="*/ 260349 h 376832"/>
              <a:gd name="connsiteX37" fmla="*/ 632626 w 633660"/>
              <a:gd name="connsiteY37" fmla="*/ 212724 h 376832"/>
              <a:gd name="connsiteX38" fmla="*/ 621514 w 633660"/>
              <a:gd name="connsiteY38" fmla="*/ 153987 h 376832"/>
              <a:gd name="connsiteX39" fmla="*/ 607226 w 633660"/>
              <a:gd name="connsiteY39" fmla="*/ 111124 h 376832"/>
              <a:gd name="connsiteX40" fmla="*/ 562776 w 633660"/>
              <a:gd name="connsiteY40" fmla="*/ 109537 h 376832"/>
              <a:gd name="connsiteX41" fmla="*/ 510389 w 633660"/>
              <a:gd name="connsiteY41" fmla="*/ 142874 h 376832"/>
              <a:gd name="connsiteX42" fmla="*/ 497689 w 633660"/>
              <a:gd name="connsiteY42" fmla="*/ 166687 h 376832"/>
              <a:gd name="connsiteX43" fmla="*/ 383389 w 633660"/>
              <a:gd name="connsiteY43" fmla="*/ 25399 h 376832"/>
              <a:gd name="connsiteX0" fmla="*/ 305601 w 633660"/>
              <a:gd name="connsiteY0" fmla="*/ 0 h 376831"/>
              <a:gd name="connsiteX1" fmla="*/ 210352 w 633660"/>
              <a:gd name="connsiteY1" fmla="*/ 82549 h 376831"/>
              <a:gd name="connsiteX2" fmla="*/ 165901 w 633660"/>
              <a:gd name="connsiteY2" fmla="*/ 58737 h 376831"/>
              <a:gd name="connsiteX3" fmla="*/ 94464 w 633660"/>
              <a:gd name="connsiteY3" fmla="*/ 49213 h 376831"/>
              <a:gd name="connsiteX4" fmla="*/ 43664 w 633660"/>
              <a:gd name="connsiteY4" fmla="*/ 69849 h 376831"/>
              <a:gd name="connsiteX5" fmla="*/ 7151 w 633660"/>
              <a:gd name="connsiteY5" fmla="*/ 111125 h 376831"/>
              <a:gd name="connsiteX6" fmla="*/ 801 w 633660"/>
              <a:gd name="connsiteY6" fmla="*/ 179387 h 376831"/>
              <a:gd name="connsiteX7" fmla="*/ 18264 w 633660"/>
              <a:gd name="connsiteY7" fmla="*/ 222250 h 376831"/>
              <a:gd name="connsiteX8" fmla="*/ 57951 w 633660"/>
              <a:gd name="connsiteY8" fmla="*/ 266700 h 376831"/>
              <a:gd name="connsiteX9" fmla="*/ 129389 w 633660"/>
              <a:gd name="connsiteY9" fmla="*/ 274637 h 376831"/>
              <a:gd name="connsiteX10" fmla="*/ 196064 w 633660"/>
              <a:gd name="connsiteY10" fmla="*/ 242887 h 376831"/>
              <a:gd name="connsiteX11" fmla="*/ 230989 w 633660"/>
              <a:gd name="connsiteY11" fmla="*/ 173037 h 376831"/>
              <a:gd name="connsiteX12" fmla="*/ 234164 w 633660"/>
              <a:gd name="connsiteY12" fmla="*/ 111124 h 376831"/>
              <a:gd name="connsiteX13" fmla="*/ 319890 w 633660"/>
              <a:gd name="connsiteY13" fmla="*/ 30161 h 376831"/>
              <a:gd name="connsiteX14" fmla="*/ 313539 w 633660"/>
              <a:gd name="connsiteY14" fmla="*/ 87312 h 376831"/>
              <a:gd name="connsiteX15" fmla="*/ 307188 w 633660"/>
              <a:gd name="connsiteY15" fmla="*/ 128587 h 376831"/>
              <a:gd name="connsiteX16" fmla="*/ 296077 w 633660"/>
              <a:gd name="connsiteY16" fmla="*/ 174625 h 376831"/>
              <a:gd name="connsiteX17" fmla="*/ 248451 w 633660"/>
              <a:gd name="connsiteY17" fmla="*/ 187324 h 376831"/>
              <a:gd name="connsiteX18" fmla="*/ 211939 w 633660"/>
              <a:gd name="connsiteY18" fmla="*/ 234949 h 376831"/>
              <a:gd name="connsiteX19" fmla="*/ 199239 w 633660"/>
              <a:gd name="connsiteY19" fmla="*/ 290512 h 376831"/>
              <a:gd name="connsiteX20" fmla="*/ 216702 w 633660"/>
              <a:gd name="connsiteY20" fmla="*/ 339724 h 376831"/>
              <a:gd name="connsiteX21" fmla="*/ 261151 w 633660"/>
              <a:gd name="connsiteY21" fmla="*/ 373061 h 376831"/>
              <a:gd name="connsiteX22" fmla="*/ 310364 w 633660"/>
              <a:gd name="connsiteY22" fmla="*/ 376236 h 376831"/>
              <a:gd name="connsiteX23" fmla="*/ 362751 w 633660"/>
              <a:gd name="connsiteY23" fmla="*/ 374650 h 376831"/>
              <a:gd name="connsiteX24" fmla="*/ 388152 w 633660"/>
              <a:gd name="connsiteY24" fmla="*/ 358774 h 376831"/>
              <a:gd name="connsiteX25" fmla="*/ 405614 w 633660"/>
              <a:gd name="connsiteY25" fmla="*/ 325437 h 376831"/>
              <a:gd name="connsiteX26" fmla="*/ 415139 w 633660"/>
              <a:gd name="connsiteY26" fmla="*/ 273049 h 376831"/>
              <a:gd name="connsiteX27" fmla="*/ 389738 w 633660"/>
              <a:gd name="connsiteY27" fmla="*/ 214312 h 376831"/>
              <a:gd name="connsiteX28" fmla="*/ 334176 w 633660"/>
              <a:gd name="connsiteY28" fmla="*/ 188912 h 376831"/>
              <a:gd name="connsiteX29" fmla="*/ 338939 w 633660"/>
              <a:gd name="connsiteY29" fmla="*/ 126999 h 376831"/>
              <a:gd name="connsiteX30" fmla="*/ 356401 w 633660"/>
              <a:gd name="connsiteY30" fmla="*/ 69849 h 376831"/>
              <a:gd name="connsiteX31" fmla="*/ 383389 w 633660"/>
              <a:gd name="connsiteY31" fmla="*/ 100012 h 376831"/>
              <a:gd name="connsiteX32" fmla="*/ 453239 w 633660"/>
              <a:gd name="connsiteY32" fmla="*/ 182562 h 376831"/>
              <a:gd name="connsiteX33" fmla="*/ 448476 w 633660"/>
              <a:gd name="connsiteY33" fmla="*/ 201612 h 376831"/>
              <a:gd name="connsiteX34" fmla="*/ 494514 w 633660"/>
              <a:gd name="connsiteY34" fmla="*/ 268287 h 376831"/>
              <a:gd name="connsiteX35" fmla="*/ 538964 w 633660"/>
              <a:gd name="connsiteY35" fmla="*/ 252412 h 376831"/>
              <a:gd name="connsiteX36" fmla="*/ 594526 w 633660"/>
              <a:gd name="connsiteY36" fmla="*/ 260349 h 376831"/>
              <a:gd name="connsiteX37" fmla="*/ 632626 w 633660"/>
              <a:gd name="connsiteY37" fmla="*/ 212724 h 376831"/>
              <a:gd name="connsiteX38" fmla="*/ 621514 w 633660"/>
              <a:gd name="connsiteY38" fmla="*/ 153987 h 376831"/>
              <a:gd name="connsiteX39" fmla="*/ 607226 w 633660"/>
              <a:gd name="connsiteY39" fmla="*/ 111124 h 376831"/>
              <a:gd name="connsiteX40" fmla="*/ 562776 w 633660"/>
              <a:gd name="connsiteY40" fmla="*/ 109537 h 376831"/>
              <a:gd name="connsiteX41" fmla="*/ 510389 w 633660"/>
              <a:gd name="connsiteY41" fmla="*/ 142874 h 376831"/>
              <a:gd name="connsiteX42" fmla="*/ 497689 w 633660"/>
              <a:gd name="connsiteY42" fmla="*/ 166687 h 376831"/>
              <a:gd name="connsiteX43" fmla="*/ 383389 w 633660"/>
              <a:gd name="connsiteY43" fmla="*/ 25399 h 376831"/>
              <a:gd name="connsiteX0" fmla="*/ 305601 w 633660"/>
              <a:gd name="connsiteY0" fmla="*/ 0 h 385768"/>
              <a:gd name="connsiteX1" fmla="*/ 210352 w 633660"/>
              <a:gd name="connsiteY1" fmla="*/ 82549 h 385768"/>
              <a:gd name="connsiteX2" fmla="*/ 165901 w 633660"/>
              <a:gd name="connsiteY2" fmla="*/ 58737 h 385768"/>
              <a:gd name="connsiteX3" fmla="*/ 94464 w 633660"/>
              <a:gd name="connsiteY3" fmla="*/ 49213 h 385768"/>
              <a:gd name="connsiteX4" fmla="*/ 43664 w 633660"/>
              <a:gd name="connsiteY4" fmla="*/ 69849 h 385768"/>
              <a:gd name="connsiteX5" fmla="*/ 7151 w 633660"/>
              <a:gd name="connsiteY5" fmla="*/ 111125 h 385768"/>
              <a:gd name="connsiteX6" fmla="*/ 801 w 633660"/>
              <a:gd name="connsiteY6" fmla="*/ 179387 h 385768"/>
              <a:gd name="connsiteX7" fmla="*/ 18264 w 633660"/>
              <a:gd name="connsiteY7" fmla="*/ 222250 h 385768"/>
              <a:gd name="connsiteX8" fmla="*/ 57951 w 633660"/>
              <a:gd name="connsiteY8" fmla="*/ 266700 h 385768"/>
              <a:gd name="connsiteX9" fmla="*/ 129389 w 633660"/>
              <a:gd name="connsiteY9" fmla="*/ 274637 h 385768"/>
              <a:gd name="connsiteX10" fmla="*/ 196064 w 633660"/>
              <a:gd name="connsiteY10" fmla="*/ 242887 h 385768"/>
              <a:gd name="connsiteX11" fmla="*/ 230989 w 633660"/>
              <a:gd name="connsiteY11" fmla="*/ 173037 h 385768"/>
              <a:gd name="connsiteX12" fmla="*/ 234164 w 633660"/>
              <a:gd name="connsiteY12" fmla="*/ 111124 h 385768"/>
              <a:gd name="connsiteX13" fmla="*/ 319890 w 633660"/>
              <a:gd name="connsiteY13" fmla="*/ 30161 h 385768"/>
              <a:gd name="connsiteX14" fmla="*/ 313539 w 633660"/>
              <a:gd name="connsiteY14" fmla="*/ 87312 h 385768"/>
              <a:gd name="connsiteX15" fmla="*/ 307188 w 633660"/>
              <a:gd name="connsiteY15" fmla="*/ 128587 h 385768"/>
              <a:gd name="connsiteX16" fmla="*/ 296077 w 633660"/>
              <a:gd name="connsiteY16" fmla="*/ 174625 h 385768"/>
              <a:gd name="connsiteX17" fmla="*/ 248451 w 633660"/>
              <a:gd name="connsiteY17" fmla="*/ 187324 h 385768"/>
              <a:gd name="connsiteX18" fmla="*/ 211939 w 633660"/>
              <a:gd name="connsiteY18" fmla="*/ 234949 h 385768"/>
              <a:gd name="connsiteX19" fmla="*/ 199239 w 633660"/>
              <a:gd name="connsiteY19" fmla="*/ 290512 h 385768"/>
              <a:gd name="connsiteX20" fmla="*/ 216702 w 633660"/>
              <a:gd name="connsiteY20" fmla="*/ 339724 h 385768"/>
              <a:gd name="connsiteX21" fmla="*/ 261151 w 633660"/>
              <a:gd name="connsiteY21" fmla="*/ 373061 h 385768"/>
              <a:gd name="connsiteX22" fmla="*/ 313539 w 633660"/>
              <a:gd name="connsiteY22" fmla="*/ 385761 h 385768"/>
              <a:gd name="connsiteX23" fmla="*/ 362751 w 633660"/>
              <a:gd name="connsiteY23" fmla="*/ 374650 h 385768"/>
              <a:gd name="connsiteX24" fmla="*/ 388152 w 633660"/>
              <a:gd name="connsiteY24" fmla="*/ 358774 h 385768"/>
              <a:gd name="connsiteX25" fmla="*/ 405614 w 633660"/>
              <a:gd name="connsiteY25" fmla="*/ 325437 h 385768"/>
              <a:gd name="connsiteX26" fmla="*/ 415139 w 633660"/>
              <a:gd name="connsiteY26" fmla="*/ 273049 h 385768"/>
              <a:gd name="connsiteX27" fmla="*/ 389738 w 633660"/>
              <a:gd name="connsiteY27" fmla="*/ 214312 h 385768"/>
              <a:gd name="connsiteX28" fmla="*/ 334176 w 633660"/>
              <a:gd name="connsiteY28" fmla="*/ 188912 h 385768"/>
              <a:gd name="connsiteX29" fmla="*/ 338939 w 633660"/>
              <a:gd name="connsiteY29" fmla="*/ 126999 h 385768"/>
              <a:gd name="connsiteX30" fmla="*/ 356401 w 633660"/>
              <a:gd name="connsiteY30" fmla="*/ 69849 h 385768"/>
              <a:gd name="connsiteX31" fmla="*/ 383389 w 633660"/>
              <a:gd name="connsiteY31" fmla="*/ 100012 h 385768"/>
              <a:gd name="connsiteX32" fmla="*/ 453239 w 633660"/>
              <a:gd name="connsiteY32" fmla="*/ 182562 h 385768"/>
              <a:gd name="connsiteX33" fmla="*/ 448476 w 633660"/>
              <a:gd name="connsiteY33" fmla="*/ 201612 h 385768"/>
              <a:gd name="connsiteX34" fmla="*/ 494514 w 633660"/>
              <a:gd name="connsiteY34" fmla="*/ 268287 h 385768"/>
              <a:gd name="connsiteX35" fmla="*/ 538964 w 633660"/>
              <a:gd name="connsiteY35" fmla="*/ 252412 h 385768"/>
              <a:gd name="connsiteX36" fmla="*/ 594526 w 633660"/>
              <a:gd name="connsiteY36" fmla="*/ 260349 h 385768"/>
              <a:gd name="connsiteX37" fmla="*/ 632626 w 633660"/>
              <a:gd name="connsiteY37" fmla="*/ 212724 h 385768"/>
              <a:gd name="connsiteX38" fmla="*/ 621514 w 633660"/>
              <a:gd name="connsiteY38" fmla="*/ 153987 h 385768"/>
              <a:gd name="connsiteX39" fmla="*/ 607226 w 633660"/>
              <a:gd name="connsiteY39" fmla="*/ 111124 h 385768"/>
              <a:gd name="connsiteX40" fmla="*/ 562776 w 633660"/>
              <a:gd name="connsiteY40" fmla="*/ 109537 h 385768"/>
              <a:gd name="connsiteX41" fmla="*/ 510389 w 633660"/>
              <a:gd name="connsiteY41" fmla="*/ 142874 h 385768"/>
              <a:gd name="connsiteX42" fmla="*/ 497689 w 633660"/>
              <a:gd name="connsiteY42" fmla="*/ 166687 h 385768"/>
              <a:gd name="connsiteX43" fmla="*/ 383389 w 633660"/>
              <a:gd name="connsiteY43" fmla="*/ 25399 h 385768"/>
              <a:gd name="connsiteX0" fmla="*/ 305601 w 633660"/>
              <a:gd name="connsiteY0" fmla="*/ 0 h 385768"/>
              <a:gd name="connsiteX1" fmla="*/ 210352 w 633660"/>
              <a:gd name="connsiteY1" fmla="*/ 82549 h 385768"/>
              <a:gd name="connsiteX2" fmla="*/ 165901 w 633660"/>
              <a:gd name="connsiteY2" fmla="*/ 58737 h 385768"/>
              <a:gd name="connsiteX3" fmla="*/ 94464 w 633660"/>
              <a:gd name="connsiteY3" fmla="*/ 49213 h 385768"/>
              <a:gd name="connsiteX4" fmla="*/ 43664 w 633660"/>
              <a:gd name="connsiteY4" fmla="*/ 69849 h 385768"/>
              <a:gd name="connsiteX5" fmla="*/ 7151 w 633660"/>
              <a:gd name="connsiteY5" fmla="*/ 111125 h 385768"/>
              <a:gd name="connsiteX6" fmla="*/ 801 w 633660"/>
              <a:gd name="connsiteY6" fmla="*/ 179387 h 385768"/>
              <a:gd name="connsiteX7" fmla="*/ 18264 w 633660"/>
              <a:gd name="connsiteY7" fmla="*/ 222250 h 385768"/>
              <a:gd name="connsiteX8" fmla="*/ 57951 w 633660"/>
              <a:gd name="connsiteY8" fmla="*/ 266700 h 385768"/>
              <a:gd name="connsiteX9" fmla="*/ 129389 w 633660"/>
              <a:gd name="connsiteY9" fmla="*/ 274637 h 385768"/>
              <a:gd name="connsiteX10" fmla="*/ 196064 w 633660"/>
              <a:gd name="connsiteY10" fmla="*/ 242887 h 385768"/>
              <a:gd name="connsiteX11" fmla="*/ 230989 w 633660"/>
              <a:gd name="connsiteY11" fmla="*/ 173037 h 385768"/>
              <a:gd name="connsiteX12" fmla="*/ 234164 w 633660"/>
              <a:gd name="connsiteY12" fmla="*/ 111124 h 385768"/>
              <a:gd name="connsiteX13" fmla="*/ 319890 w 633660"/>
              <a:gd name="connsiteY13" fmla="*/ 30161 h 385768"/>
              <a:gd name="connsiteX14" fmla="*/ 313539 w 633660"/>
              <a:gd name="connsiteY14" fmla="*/ 87312 h 385768"/>
              <a:gd name="connsiteX15" fmla="*/ 307188 w 633660"/>
              <a:gd name="connsiteY15" fmla="*/ 128587 h 385768"/>
              <a:gd name="connsiteX16" fmla="*/ 296077 w 633660"/>
              <a:gd name="connsiteY16" fmla="*/ 174625 h 385768"/>
              <a:gd name="connsiteX17" fmla="*/ 248451 w 633660"/>
              <a:gd name="connsiteY17" fmla="*/ 187324 h 385768"/>
              <a:gd name="connsiteX18" fmla="*/ 211939 w 633660"/>
              <a:gd name="connsiteY18" fmla="*/ 234949 h 385768"/>
              <a:gd name="connsiteX19" fmla="*/ 199239 w 633660"/>
              <a:gd name="connsiteY19" fmla="*/ 290512 h 385768"/>
              <a:gd name="connsiteX20" fmla="*/ 216702 w 633660"/>
              <a:gd name="connsiteY20" fmla="*/ 339724 h 385768"/>
              <a:gd name="connsiteX21" fmla="*/ 261151 w 633660"/>
              <a:gd name="connsiteY21" fmla="*/ 373061 h 385768"/>
              <a:gd name="connsiteX22" fmla="*/ 313539 w 633660"/>
              <a:gd name="connsiteY22" fmla="*/ 385761 h 385768"/>
              <a:gd name="connsiteX23" fmla="*/ 362751 w 633660"/>
              <a:gd name="connsiteY23" fmla="*/ 374650 h 385768"/>
              <a:gd name="connsiteX24" fmla="*/ 388152 w 633660"/>
              <a:gd name="connsiteY24" fmla="*/ 358774 h 385768"/>
              <a:gd name="connsiteX25" fmla="*/ 405614 w 633660"/>
              <a:gd name="connsiteY25" fmla="*/ 325437 h 385768"/>
              <a:gd name="connsiteX26" fmla="*/ 415139 w 633660"/>
              <a:gd name="connsiteY26" fmla="*/ 273049 h 385768"/>
              <a:gd name="connsiteX27" fmla="*/ 389738 w 633660"/>
              <a:gd name="connsiteY27" fmla="*/ 214312 h 385768"/>
              <a:gd name="connsiteX28" fmla="*/ 334176 w 633660"/>
              <a:gd name="connsiteY28" fmla="*/ 188912 h 385768"/>
              <a:gd name="connsiteX29" fmla="*/ 338939 w 633660"/>
              <a:gd name="connsiteY29" fmla="*/ 126999 h 385768"/>
              <a:gd name="connsiteX30" fmla="*/ 356401 w 633660"/>
              <a:gd name="connsiteY30" fmla="*/ 69849 h 385768"/>
              <a:gd name="connsiteX31" fmla="*/ 383389 w 633660"/>
              <a:gd name="connsiteY31" fmla="*/ 100012 h 385768"/>
              <a:gd name="connsiteX32" fmla="*/ 453239 w 633660"/>
              <a:gd name="connsiteY32" fmla="*/ 182562 h 385768"/>
              <a:gd name="connsiteX33" fmla="*/ 448476 w 633660"/>
              <a:gd name="connsiteY33" fmla="*/ 201612 h 385768"/>
              <a:gd name="connsiteX34" fmla="*/ 494514 w 633660"/>
              <a:gd name="connsiteY34" fmla="*/ 268287 h 385768"/>
              <a:gd name="connsiteX35" fmla="*/ 538964 w 633660"/>
              <a:gd name="connsiteY35" fmla="*/ 252412 h 385768"/>
              <a:gd name="connsiteX36" fmla="*/ 594526 w 633660"/>
              <a:gd name="connsiteY36" fmla="*/ 260349 h 385768"/>
              <a:gd name="connsiteX37" fmla="*/ 632626 w 633660"/>
              <a:gd name="connsiteY37" fmla="*/ 212724 h 385768"/>
              <a:gd name="connsiteX38" fmla="*/ 621514 w 633660"/>
              <a:gd name="connsiteY38" fmla="*/ 153987 h 385768"/>
              <a:gd name="connsiteX39" fmla="*/ 607226 w 633660"/>
              <a:gd name="connsiteY39" fmla="*/ 111124 h 385768"/>
              <a:gd name="connsiteX40" fmla="*/ 562776 w 633660"/>
              <a:gd name="connsiteY40" fmla="*/ 109537 h 385768"/>
              <a:gd name="connsiteX41" fmla="*/ 510389 w 633660"/>
              <a:gd name="connsiteY41" fmla="*/ 142874 h 385768"/>
              <a:gd name="connsiteX42" fmla="*/ 497689 w 633660"/>
              <a:gd name="connsiteY42" fmla="*/ 166687 h 385768"/>
              <a:gd name="connsiteX43" fmla="*/ 383389 w 633660"/>
              <a:gd name="connsiteY43" fmla="*/ 25399 h 385768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53239 w 633660"/>
              <a:gd name="connsiteY32" fmla="*/ 182562 h 386212"/>
              <a:gd name="connsiteX33" fmla="*/ 448476 w 633660"/>
              <a:gd name="connsiteY33" fmla="*/ 201612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48476 w 633660"/>
              <a:gd name="connsiteY33" fmla="*/ 201612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51651 w 633660"/>
              <a:gd name="connsiteY34" fmla="*/ 273050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51651 w 633660"/>
              <a:gd name="connsiteY34" fmla="*/ 273050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37363 w 633660"/>
              <a:gd name="connsiteY34" fmla="*/ 274637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9427 w 633660"/>
              <a:gd name="connsiteY33" fmla="*/ 203199 h 386212"/>
              <a:gd name="connsiteX34" fmla="*/ 437363 w 633660"/>
              <a:gd name="connsiteY34" fmla="*/ 274637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46443"/>
              <a:gd name="connsiteY0" fmla="*/ 0 h 386212"/>
              <a:gd name="connsiteX1" fmla="*/ 210352 w 646443"/>
              <a:gd name="connsiteY1" fmla="*/ 82549 h 386212"/>
              <a:gd name="connsiteX2" fmla="*/ 165901 w 646443"/>
              <a:gd name="connsiteY2" fmla="*/ 58737 h 386212"/>
              <a:gd name="connsiteX3" fmla="*/ 94464 w 646443"/>
              <a:gd name="connsiteY3" fmla="*/ 49213 h 386212"/>
              <a:gd name="connsiteX4" fmla="*/ 43664 w 646443"/>
              <a:gd name="connsiteY4" fmla="*/ 69849 h 386212"/>
              <a:gd name="connsiteX5" fmla="*/ 7151 w 646443"/>
              <a:gd name="connsiteY5" fmla="*/ 111125 h 386212"/>
              <a:gd name="connsiteX6" fmla="*/ 801 w 646443"/>
              <a:gd name="connsiteY6" fmla="*/ 179387 h 386212"/>
              <a:gd name="connsiteX7" fmla="*/ 18264 w 646443"/>
              <a:gd name="connsiteY7" fmla="*/ 222250 h 386212"/>
              <a:gd name="connsiteX8" fmla="*/ 57951 w 646443"/>
              <a:gd name="connsiteY8" fmla="*/ 266700 h 386212"/>
              <a:gd name="connsiteX9" fmla="*/ 129389 w 646443"/>
              <a:gd name="connsiteY9" fmla="*/ 274637 h 386212"/>
              <a:gd name="connsiteX10" fmla="*/ 196064 w 646443"/>
              <a:gd name="connsiteY10" fmla="*/ 242887 h 386212"/>
              <a:gd name="connsiteX11" fmla="*/ 230989 w 646443"/>
              <a:gd name="connsiteY11" fmla="*/ 173037 h 386212"/>
              <a:gd name="connsiteX12" fmla="*/ 234164 w 646443"/>
              <a:gd name="connsiteY12" fmla="*/ 111124 h 386212"/>
              <a:gd name="connsiteX13" fmla="*/ 319890 w 646443"/>
              <a:gd name="connsiteY13" fmla="*/ 30161 h 386212"/>
              <a:gd name="connsiteX14" fmla="*/ 313539 w 646443"/>
              <a:gd name="connsiteY14" fmla="*/ 87312 h 386212"/>
              <a:gd name="connsiteX15" fmla="*/ 307188 w 646443"/>
              <a:gd name="connsiteY15" fmla="*/ 128587 h 386212"/>
              <a:gd name="connsiteX16" fmla="*/ 296077 w 646443"/>
              <a:gd name="connsiteY16" fmla="*/ 174625 h 386212"/>
              <a:gd name="connsiteX17" fmla="*/ 248451 w 646443"/>
              <a:gd name="connsiteY17" fmla="*/ 187324 h 386212"/>
              <a:gd name="connsiteX18" fmla="*/ 211939 w 646443"/>
              <a:gd name="connsiteY18" fmla="*/ 234949 h 386212"/>
              <a:gd name="connsiteX19" fmla="*/ 199239 w 646443"/>
              <a:gd name="connsiteY19" fmla="*/ 290512 h 386212"/>
              <a:gd name="connsiteX20" fmla="*/ 216702 w 646443"/>
              <a:gd name="connsiteY20" fmla="*/ 339724 h 386212"/>
              <a:gd name="connsiteX21" fmla="*/ 261151 w 646443"/>
              <a:gd name="connsiteY21" fmla="*/ 373061 h 386212"/>
              <a:gd name="connsiteX22" fmla="*/ 313539 w 646443"/>
              <a:gd name="connsiteY22" fmla="*/ 385761 h 386212"/>
              <a:gd name="connsiteX23" fmla="*/ 365926 w 646443"/>
              <a:gd name="connsiteY23" fmla="*/ 381000 h 386212"/>
              <a:gd name="connsiteX24" fmla="*/ 388152 w 646443"/>
              <a:gd name="connsiteY24" fmla="*/ 358774 h 386212"/>
              <a:gd name="connsiteX25" fmla="*/ 405614 w 646443"/>
              <a:gd name="connsiteY25" fmla="*/ 325437 h 386212"/>
              <a:gd name="connsiteX26" fmla="*/ 415139 w 646443"/>
              <a:gd name="connsiteY26" fmla="*/ 273049 h 386212"/>
              <a:gd name="connsiteX27" fmla="*/ 389738 w 646443"/>
              <a:gd name="connsiteY27" fmla="*/ 214312 h 386212"/>
              <a:gd name="connsiteX28" fmla="*/ 334176 w 646443"/>
              <a:gd name="connsiteY28" fmla="*/ 188912 h 386212"/>
              <a:gd name="connsiteX29" fmla="*/ 338939 w 646443"/>
              <a:gd name="connsiteY29" fmla="*/ 126999 h 386212"/>
              <a:gd name="connsiteX30" fmla="*/ 356401 w 646443"/>
              <a:gd name="connsiteY30" fmla="*/ 69849 h 386212"/>
              <a:gd name="connsiteX31" fmla="*/ 383389 w 646443"/>
              <a:gd name="connsiteY31" fmla="*/ 100012 h 386212"/>
              <a:gd name="connsiteX32" fmla="*/ 440539 w 646443"/>
              <a:gd name="connsiteY32" fmla="*/ 158749 h 386212"/>
              <a:gd name="connsiteX33" fmla="*/ 429427 w 646443"/>
              <a:gd name="connsiteY33" fmla="*/ 203199 h 386212"/>
              <a:gd name="connsiteX34" fmla="*/ 437363 w 646443"/>
              <a:gd name="connsiteY34" fmla="*/ 274637 h 386212"/>
              <a:gd name="connsiteX35" fmla="*/ 519914 w 646443"/>
              <a:gd name="connsiteY35" fmla="*/ 325437 h 386212"/>
              <a:gd name="connsiteX36" fmla="*/ 638976 w 646443"/>
              <a:gd name="connsiteY36" fmla="*/ 314324 h 386212"/>
              <a:gd name="connsiteX37" fmla="*/ 632626 w 646443"/>
              <a:gd name="connsiteY37" fmla="*/ 212724 h 386212"/>
              <a:gd name="connsiteX38" fmla="*/ 621514 w 646443"/>
              <a:gd name="connsiteY38" fmla="*/ 153987 h 386212"/>
              <a:gd name="connsiteX39" fmla="*/ 607226 w 646443"/>
              <a:gd name="connsiteY39" fmla="*/ 111124 h 386212"/>
              <a:gd name="connsiteX40" fmla="*/ 562776 w 646443"/>
              <a:gd name="connsiteY40" fmla="*/ 109537 h 386212"/>
              <a:gd name="connsiteX41" fmla="*/ 510389 w 646443"/>
              <a:gd name="connsiteY41" fmla="*/ 142874 h 386212"/>
              <a:gd name="connsiteX42" fmla="*/ 497689 w 646443"/>
              <a:gd name="connsiteY42" fmla="*/ 166687 h 386212"/>
              <a:gd name="connsiteX43" fmla="*/ 383389 w 646443"/>
              <a:gd name="connsiteY43" fmla="*/ 25399 h 386212"/>
              <a:gd name="connsiteX0" fmla="*/ 305601 w 635926"/>
              <a:gd name="connsiteY0" fmla="*/ 0 h 386212"/>
              <a:gd name="connsiteX1" fmla="*/ 210352 w 635926"/>
              <a:gd name="connsiteY1" fmla="*/ 82549 h 386212"/>
              <a:gd name="connsiteX2" fmla="*/ 165901 w 635926"/>
              <a:gd name="connsiteY2" fmla="*/ 58737 h 386212"/>
              <a:gd name="connsiteX3" fmla="*/ 94464 w 635926"/>
              <a:gd name="connsiteY3" fmla="*/ 49213 h 386212"/>
              <a:gd name="connsiteX4" fmla="*/ 43664 w 635926"/>
              <a:gd name="connsiteY4" fmla="*/ 69849 h 386212"/>
              <a:gd name="connsiteX5" fmla="*/ 7151 w 635926"/>
              <a:gd name="connsiteY5" fmla="*/ 111125 h 386212"/>
              <a:gd name="connsiteX6" fmla="*/ 801 w 635926"/>
              <a:gd name="connsiteY6" fmla="*/ 179387 h 386212"/>
              <a:gd name="connsiteX7" fmla="*/ 18264 w 635926"/>
              <a:gd name="connsiteY7" fmla="*/ 222250 h 386212"/>
              <a:gd name="connsiteX8" fmla="*/ 57951 w 635926"/>
              <a:gd name="connsiteY8" fmla="*/ 266700 h 386212"/>
              <a:gd name="connsiteX9" fmla="*/ 129389 w 635926"/>
              <a:gd name="connsiteY9" fmla="*/ 274637 h 386212"/>
              <a:gd name="connsiteX10" fmla="*/ 196064 w 635926"/>
              <a:gd name="connsiteY10" fmla="*/ 242887 h 386212"/>
              <a:gd name="connsiteX11" fmla="*/ 230989 w 635926"/>
              <a:gd name="connsiteY11" fmla="*/ 173037 h 386212"/>
              <a:gd name="connsiteX12" fmla="*/ 234164 w 635926"/>
              <a:gd name="connsiteY12" fmla="*/ 111124 h 386212"/>
              <a:gd name="connsiteX13" fmla="*/ 319890 w 635926"/>
              <a:gd name="connsiteY13" fmla="*/ 30161 h 386212"/>
              <a:gd name="connsiteX14" fmla="*/ 313539 w 635926"/>
              <a:gd name="connsiteY14" fmla="*/ 87312 h 386212"/>
              <a:gd name="connsiteX15" fmla="*/ 307188 w 635926"/>
              <a:gd name="connsiteY15" fmla="*/ 128587 h 386212"/>
              <a:gd name="connsiteX16" fmla="*/ 296077 w 635926"/>
              <a:gd name="connsiteY16" fmla="*/ 174625 h 386212"/>
              <a:gd name="connsiteX17" fmla="*/ 248451 w 635926"/>
              <a:gd name="connsiteY17" fmla="*/ 187324 h 386212"/>
              <a:gd name="connsiteX18" fmla="*/ 211939 w 635926"/>
              <a:gd name="connsiteY18" fmla="*/ 234949 h 386212"/>
              <a:gd name="connsiteX19" fmla="*/ 199239 w 635926"/>
              <a:gd name="connsiteY19" fmla="*/ 290512 h 386212"/>
              <a:gd name="connsiteX20" fmla="*/ 216702 w 635926"/>
              <a:gd name="connsiteY20" fmla="*/ 339724 h 386212"/>
              <a:gd name="connsiteX21" fmla="*/ 261151 w 635926"/>
              <a:gd name="connsiteY21" fmla="*/ 373061 h 386212"/>
              <a:gd name="connsiteX22" fmla="*/ 313539 w 635926"/>
              <a:gd name="connsiteY22" fmla="*/ 385761 h 386212"/>
              <a:gd name="connsiteX23" fmla="*/ 365926 w 635926"/>
              <a:gd name="connsiteY23" fmla="*/ 381000 h 386212"/>
              <a:gd name="connsiteX24" fmla="*/ 388152 w 635926"/>
              <a:gd name="connsiteY24" fmla="*/ 358774 h 386212"/>
              <a:gd name="connsiteX25" fmla="*/ 405614 w 635926"/>
              <a:gd name="connsiteY25" fmla="*/ 325437 h 386212"/>
              <a:gd name="connsiteX26" fmla="*/ 415139 w 635926"/>
              <a:gd name="connsiteY26" fmla="*/ 273049 h 386212"/>
              <a:gd name="connsiteX27" fmla="*/ 389738 w 635926"/>
              <a:gd name="connsiteY27" fmla="*/ 214312 h 386212"/>
              <a:gd name="connsiteX28" fmla="*/ 334176 w 635926"/>
              <a:gd name="connsiteY28" fmla="*/ 188912 h 386212"/>
              <a:gd name="connsiteX29" fmla="*/ 338939 w 635926"/>
              <a:gd name="connsiteY29" fmla="*/ 126999 h 386212"/>
              <a:gd name="connsiteX30" fmla="*/ 356401 w 635926"/>
              <a:gd name="connsiteY30" fmla="*/ 69849 h 386212"/>
              <a:gd name="connsiteX31" fmla="*/ 383389 w 635926"/>
              <a:gd name="connsiteY31" fmla="*/ 100012 h 386212"/>
              <a:gd name="connsiteX32" fmla="*/ 440539 w 635926"/>
              <a:gd name="connsiteY32" fmla="*/ 158749 h 386212"/>
              <a:gd name="connsiteX33" fmla="*/ 429427 w 635926"/>
              <a:gd name="connsiteY33" fmla="*/ 203199 h 386212"/>
              <a:gd name="connsiteX34" fmla="*/ 437363 w 635926"/>
              <a:gd name="connsiteY34" fmla="*/ 274637 h 386212"/>
              <a:gd name="connsiteX35" fmla="*/ 519914 w 635926"/>
              <a:gd name="connsiteY35" fmla="*/ 325437 h 386212"/>
              <a:gd name="connsiteX36" fmla="*/ 624688 w 635926"/>
              <a:gd name="connsiteY36" fmla="*/ 307974 h 386212"/>
              <a:gd name="connsiteX37" fmla="*/ 632626 w 635926"/>
              <a:gd name="connsiteY37" fmla="*/ 212724 h 386212"/>
              <a:gd name="connsiteX38" fmla="*/ 621514 w 635926"/>
              <a:gd name="connsiteY38" fmla="*/ 153987 h 386212"/>
              <a:gd name="connsiteX39" fmla="*/ 607226 w 635926"/>
              <a:gd name="connsiteY39" fmla="*/ 111124 h 386212"/>
              <a:gd name="connsiteX40" fmla="*/ 562776 w 635926"/>
              <a:gd name="connsiteY40" fmla="*/ 109537 h 386212"/>
              <a:gd name="connsiteX41" fmla="*/ 510389 w 635926"/>
              <a:gd name="connsiteY41" fmla="*/ 142874 h 386212"/>
              <a:gd name="connsiteX42" fmla="*/ 497689 w 635926"/>
              <a:gd name="connsiteY42" fmla="*/ 166687 h 386212"/>
              <a:gd name="connsiteX43" fmla="*/ 383389 w 635926"/>
              <a:gd name="connsiteY43" fmla="*/ 25399 h 386212"/>
              <a:gd name="connsiteX0" fmla="*/ 305601 w 664388"/>
              <a:gd name="connsiteY0" fmla="*/ 0 h 386212"/>
              <a:gd name="connsiteX1" fmla="*/ 210352 w 664388"/>
              <a:gd name="connsiteY1" fmla="*/ 82549 h 386212"/>
              <a:gd name="connsiteX2" fmla="*/ 165901 w 664388"/>
              <a:gd name="connsiteY2" fmla="*/ 58737 h 386212"/>
              <a:gd name="connsiteX3" fmla="*/ 94464 w 664388"/>
              <a:gd name="connsiteY3" fmla="*/ 49213 h 386212"/>
              <a:gd name="connsiteX4" fmla="*/ 43664 w 664388"/>
              <a:gd name="connsiteY4" fmla="*/ 69849 h 386212"/>
              <a:gd name="connsiteX5" fmla="*/ 7151 w 664388"/>
              <a:gd name="connsiteY5" fmla="*/ 111125 h 386212"/>
              <a:gd name="connsiteX6" fmla="*/ 801 w 664388"/>
              <a:gd name="connsiteY6" fmla="*/ 179387 h 386212"/>
              <a:gd name="connsiteX7" fmla="*/ 18264 w 664388"/>
              <a:gd name="connsiteY7" fmla="*/ 222250 h 386212"/>
              <a:gd name="connsiteX8" fmla="*/ 57951 w 664388"/>
              <a:gd name="connsiteY8" fmla="*/ 266700 h 386212"/>
              <a:gd name="connsiteX9" fmla="*/ 129389 w 664388"/>
              <a:gd name="connsiteY9" fmla="*/ 274637 h 386212"/>
              <a:gd name="connsiteX10" fmla="*/ 196064 w 664388"/>
              <a:gd name="connsiteY10" fmla="*/ 242887 h 386212"/>
              <a:gd name="connsiteX11" fmla="*/ 230989 w 664388"/>
              <a:gd name="connsiteY11" fmla="*/ 173037 h 386212"/>
              <a:gd name="connsiteX12" fmla="*/ 234164 w 664388"/>
              <a:gd name="connsiteY12" fmla="*/ 111124 h 386212"/>
              <a:gd name="connsiteX13" fmla="*/ 319890 w 664388"/>
              <a:gd name="connsiteY13" fmla="*/ 30161 h 386212"/>
              <a:gd name="connsiteX14" fmla="*/ 313539 w 664388"/>
              <a:gd name="connsiteY14" fmla="*/ 87312 h 386212"/>
              <a:gd name="connsiteX15" fmla="*/ 307188 w 664388"/>
              <a:gd name="connsiteY15" fmla="*/ 128587 h 386212"/>
              <a:gd name="connsiteX16" fmla="*/ 296077 w 664388"/>
              <a:gd name="connsiteY16" fmla="*/ 174625 h 386212"/>
              <a:gd name="connsiteX17" fmla="*/ 248451 w 664388"/>
              <a:gd name="connsiteY17" fmla="*/ 187324 h 386212"/>
              <a:gd name="connsiteX18" fmla="*/ 211939 w 664388"/>
              <a:gd name="connsiteY18" fmla="*/ 234949 h 386212"/>
              <a:gd name="connsiteX19" fmla="*/ 199239 w 664388"/>
              <a:gd name="connsiteY19" fmla="*/ 290512 h 386212"/>
              <a:gd name="connsiteX20" fmla="*/ 216702 w 664388"/>
              <a:gd name="connsiteY20" fmla="*/ 339724 h 386212"/>
              <a:gd name="connsiteX21" fmla="*/ 261151 w 664388"/>
              <a:gd name="connsiteY21" fmla="*/ 373061 h 386212"/>
              <a:gd name="connsiteX22" fmla="*/ 313539 w 664388"/>
              <a:gd name="connsiteY22" fmla="*/ 385761 h 386212"/>
              <a:gd name="connsiteX23" fmla="*/ 365926 w 664388"/>
              <a:gd name="connsiteY23" fmla="*/ 381000 h 386212"/>
              <a:gd name="connsiteX24" fmla="*/ 388152 w 664388"/>
              <a:gd name="connsiteY24" fmla="*/ 358774 h 386212"/>
              <a:gd name="connsiteX25" fmla="*/ 405614 w 664388"/>
              <a:gd name="connsiteY25" fmla="*/ 325437 h 386212"/>
              <a:gd name="connsiteX26" fmla="*/ 415139 w 664388"/>
              <a:gd name="connsiteY26" fmla="*/ 273049 h 386212"/>
              <a:gd name="connsiteX27" fmla="*/ 389738 w 664388"/>
              <a:gd name="connsiteY27" fmla="*/ 214312 h 386212"/>
              <a:gd name="connsiteX28" fmla="*/ 334176 w 664388"/>
              <a:gd name="connsiteY28" fmla="*/ 188912 h 386212"/>
              <a:gd name="connsiteX29" fmla="*/ 338939 w 664388"/>
              <a:gd name="connsiteY29" fmla="*/ 126999 h 386212"/>
              <a:gd name="connsiteX30" fmla="*/ 356401 w 664388"/>
              <a:gd name="connsiteY30" fmla="*/ 69849 h 386212"/>
              <a:gd name="connsiteX31" fmla="*/ 383389 w 664388"/>
              <a:gd name="connsiteY31" fmla="*/ 100012 h 386212"/>
              <a:gd name="connsiteX32" fmla="*/ 440539 w 664388"/>
              <a:gd name="connsiteY32" fmla="*/ 158749 h 386212"/>
              <a:gd name="connsiteX33" fmla="*/ 429427 w 664388"/>
              <a:gd name="connsiteY33" fmla="*/ 203199 h 386212"/>
              <a:gd name="connsiteX34" fmla="*/ 437363 w 664388"/>
              <a:gd name="connsiteY34" fmla="*/ 274637 h 386212"/>
              <a:gd name="connsiteX35" fmla="*/ 519914 w 664388"/>
              <a:gd name="connsiteY35" fmla="*/ 325437 h 386212"/>
              <a:gd name="connsiteX36" fmla="*/ 624688 w 664388"/>
              <a:gd name="connsiteY36" fmla="*/ 307974 h 386212"/>
              <a:gd name="connsiteX37" fmla="*/ 664376 w 664388"/>
              <a:gd name="connsiteY37" fmla="*/ 230186 h 386212"/>
              <a:gd name="connsiteX38" fmla="*/ 621514 w 664388"/>
              <a:gd name="connsiteY38" fmla="*/ 153987 h 386212"/>
              <a:gd name="connsiteX39" fmla="*/ 607226 w 664388"/>
              <a:gd name="connsiteY39" fmla="*/ 111124 h 386212"/>
              <a:gd name="connsiteX40" fmla="*/ 562776 w 664388"/>
              <a:gd name="connsiteY40" fmla="*/ 109537 h 386212"/>
              <a:gd name="connsiteX41" fmla="*/ 510389 w 664388"/>
              <a:gd name="connsiteY41" fmla="*/ 142874 h 386212"/>
              <a:gd name="connsiteX42" fmla="*/ 497689 w 664388"/>
              <a:gd name="connsiteY42" fmla="*/ 166687 h 386212"/>
              <a:gd name="connsiteX43" fmla="*/ 383389 w 664388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42874 h 386212"/>
              <a:gd name="connsiteX42" fmla="*/ 497689 w 664827"/>
              <a:gd name="connsiteY42" fmla="*/ 1666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42874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492927 w 664827"/>
              <a:gd name="connsiteY41" fmla="*/ 115887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27000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04039 w 664827"/>
              <a:gd name="connsiteY41" fmla="*/ 109538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58014 w 664827"/>
              <a:gd name="connsiteY40" fmla="*/ 100012 h 386212"/>
              <a:gd name="connsiteX41" fmla="*/ 504039 w 664827"/>
              <a:gd name="connsiteY41" fmla="*/ 109538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790"/>
              <a:gd name="connsiteY0" fmla="*/ 0 h 386212"/>
              <a:gd name="connsiteX1" fmla="*/ 210352 w 664790"/>
              <a:gd name="connsiteY1" fmla="*/ 82549 h 386212"/>
              <a:gd name="connsiteX2" fmla="*/ 165901 w 664790"/>
              <a:gd name="connsiteY2" fmla="*/ 58737 h 386212"/>
              <a:gd name="connsiteX3" fmla="*/ 94464 w 664790"/>
              <a:gd name="connsiteY3" fmla="*/ 49213 h 386212"/>
              <a:gd name="connsiteX4" fmla="*/ 43664 w 664790"/>
              <a:gd name="connsiteY4" fmla="*/ 69849 h 386212"/>
              <a:gd name="connsiteX5" fmla="*/ 7151 w 664790"/>
              <a:gd name="connsiteY5" fmla="*/ 111125 h 386212"/>
              <a:gd name="connsiteX6" fmla="*/ 801 w 664790"/>
              <a:gd name="connsiteY6" fmla="*/ 179387 h 386212"/>
              <a:gd name="connsiteX7" fmla="*/ 18264 w 664790"/>
              <a:gd name="connsiteY7" fmla="*/ 222250 h 386212"/>
              <a:gd name="connsiteX8" fmla="*/ 57951 w 664790"/>
              <a:gd name="connsiteY8" fmla="*/ 266700 h 386212"/>
              <a:gd name="connsiteX9" fmla="*/ 129389 w 664790"/>
              <a:gd name="connsiteY9" fmla="*/ 274637 h 386212"/>
              <a:gd name="connsiteX10" fmla="*/ 196064 w 664790"/>
              <a:gd name="connsiteY10" fmla="*/ 242887 h 386212"/>
              <a:gd name="connsiteX11" fmla="*/ 230989 w 664790"/>
              <a:gd name="connsiteY11" fmla="*/ 173037 h 386212"/>
              <a:gd name="connsiteX12" fmla="*/ 234164 w 664790"/>
              <a:gd name="connsiteY12" fmla="*/ 111124 h 386212"/>
              <a:gd name="connsiteX13" fmla="*/ 319890 w 664790"/>
              <a:gd name="connsiteY13" fmla="*/ 30161 h 386212"/>
              <a:gd name="connsiteX14" fmla="*/ 313539 w 664790"/>
              <a:gd name="connsiteY14" fmla="*/ 87312 h 386212"/>
              <a:gd name="connsiteX15" fmla="*/ 307188 w 664790"/>
              <a:gd name="connsiteY15" fmla="*/ 128587 h 386212"/>
              <a:gd name="connsiteX16" fmla="*/ 296077 w 664790"/>
              <a:gd name="connsiteY16" fmla="*/ 174625 h 386212"/>
              <a:gd name="connsiteX17" fmla="*/ 248451 w 664790"/>
              <a:gd name="connsiteY17" fmla="*/ 187324 h 386212"/>
              <a:gd name="connsiteX18" fmla="*/ 211939 w 664790"/>
              <a:gd name="connsiteY18" fmla="*/ 234949 h 386212"/>
              <a:gd name="connsiteX19" fmla="*/ 199239 w 664790"/>
              <a:gd name="connsiteY19" fmla="*/ 290512 h 386212"/>
              <a:gd name="connsiteX20" fmla="*/ 216702 w 664790"/>
              <a:gd name="connsiteY20" fmla="*/ 339724 h 386212"/>
              <a:gd name="connsiteX21" fmla="*/ 261151 w 664790"/>
              <a:gd name="connsiteY21" fmla="*/ 373061 h 386212"/>
              <a:gd name="connsiteX22" fmla="*/ 313539 w 664790"/>
              <a:gd name="connsiteY22" fmla="*/ 385761 h 386212"/>
              <a:gd name="connsiteX23" fmla="*/ 365926 w 664790"/>
              <a:gd name="connsiteY23" fmla="*/ 381000 h 386212"/>
              <a:gd name="connsiteX24" fmla="*/ 388152 w 664790"/>
              <a:gd name="connsiteY24" fmla="*/ 358774 h 386212"/>
              <a:gd name="connsiteX25" fmla="*/ 405614 w 664790"/>
              <a:gd name="connsiteY25" fmla="*/ 325437 h 386212"/>
              <a:gd name="connsiteX26" fmla="*/ 415139 w 664790"/>
              <a:gd name="connsiteY26" fmla="*/ 273049 h 386212"/>
              <a:gd name="connsiteX27" fmla="*/ 389738 w 664790"/>
              <a:gd name="connsiteY27" fmla="*/ 214312 h 386212"/>
              <a:gd name="connsiteX28" fmla="*/ 334176 w 664790"/>
              <a:gd name="connsiteY28" fmla="*/ 188912 h 386212"/>
              <a:gd name="connsiteX29" fmla="*/ 338939 w 664790"/>
              <a:gd name="connsiteY29" fmla="*/ 126999 h 386212"/>
              <a:gd name="connsiteX30" fmla="*/ 356401 w 664790"/>
              <a:gd name="connsiteY30" fmla="*/ 69849 h 386212"/>
              <a:gd name="connsiteX31" fmla="*/ 383389 w 664790"/>
              <a:gd name="connsiteY31" fmla="*/ 100012 h 386212"/>
              <a:gd name="connsiteX32" fmla="*/ 440539 w 664790"/>
              <a:gd name="connsiteY32" fmla="*/ 158749 h 386212"/>
              <a:gd name="connsiteX33" fmla="*/ 429427 w 664790"/>
              <a:gd name="connsiteY33" fmla="*/ 203199 h 386212"/>
              <a:gd name="connsiteX34" fmla="*/ 437363 w 664790"/>
              <a:gd name="connsiteY34" fmla="*/ 274637 h 386212"/>
              <a:gd name="connsiteX35" fmla="*/ 519914 w 664790"/>
              <a:gd name="connsiteY35" fmla="*/ 325437 h 386212"/>
              <a:gd name="connsiteX36" fmla="*/ 624688 w 664790"/>
              <a:gd name="connsiteY36" fmla="*/ 307974 h 386212"/>
              <a:gd name="connsiteX37" fmla="*/ 664376 w 664790"/>
              <a:gd name="connsiteY37" fmla="*/ 230186 h 386212"/>
              <a:gd name="connsiteX38" fmla="*/ 643739 w 664790"/>
              <a:gd name="connsiteY38" fmla="*/ 146050 h 386212"/>
              <a:gd name="connsiteX39" fmla="*/ 616751 w 664790"/>
              <a:gd name="connsiteY39" fmla="*/ 128586 h 386212"/>
              <a:gd name="connsiteX40" fmla="*/ 558014 w 664790"/>
              <a:gd name="connsiteY40" fmla="*/ 100012 h 386212"/>
              <a:gd name="connsiteX41" fmla="*/ 504039 w 664790"/>
              <a:gd name="connsiteY41" fmla="*/ 109538 h 386212"/>
              <a:gd name="connsiteX42" fmla="*/ 470702 w 664790"/>
              <a:gd name="connsiteY42" fmla="*/ 128587 h 386212"/>
              <a:gd name="connsiteX43" fmla="*/ 383389 w 664790"/>
              <a:gd name="connsiteY43" fmla="*/ 25399 h 386212"/>
              <a:gd name="connsiteX0" fmla="*/ 305601 w 666126"/>
              <a:gd name="connsiteY0" fmla="*/ 0 h 386212"/>
              <a:gd name="connsiteX1" fmla="*/ 210352 w 666126"/>
              <a:gd name="connsiteY1" fmla="*/ 82549 h 386212"/>
              <a:gd name="connsiteX2" fmla="*/ 165901 w 666126"/>
              <a:gd name="connsiteY2" fmla="*/ 58737 h 386212"/>
              <a:gd name="connsiteX3" fmla="*/ 94464 w 666126"/>
              <a:gd name="connsiteY3" fmla="*/ 49213 h 386212"/>
              <a:gd name="connsiteX4" fmla="*/ 43664 w 666126"/>
              <a:gd name="connsiteY4" fmla="*/ 69849 h 386212"/>
              <a:gd name="connsiteX5" fmla="*/ 7151 w 666126"/>
              <a:gd name="connsiteY5" fmla="*/ 111125 h 386212"/>
              <a:gd name="connsiteX6" fmla="*/ 801 w 666126"/>
              <a:gd name="connsiteY6" fmla="*/ 179387 h 386212"/>
              <a:gd name="connsiteX7" fmla="*/ 18264 w 666126"/>
              <a:gd name="connsiteY7" fmla="*/ 222250 h 386212"/>
              <a:gd name="connsiteX8" fmla="*/ 57951 w 666126"/>
              <a:gd name="connsiteY8" fmla="*/ 266700 h 386212"/>
              <a:gd name="connsiteX9" fmla="*/ 129389 w 666126"/>
              <a:gd name="connsiteY9" fmla="*/ 274637 h 386212"/>
              <a:gd name="connsiteX10" fmla="*/ 196064 w 666126"/>
              <a:gd name="connsiteY10" fmla="*/ 242887 h 386212"/>
              <a:gd name="connsiteX11" fmla="*/ 230989 w 666126"/>
              <a:gd name="connsiteY11" fmla="*/ 173037 h 386212"/>
              <a:gd name="connsiteX12" fmla="*/ 234164 w 666126"/>
              <a:gd name="connsiteY12" fmla="*/ 111124 h 386212"/>
              <a:gd name="connsiteX13" fmla="*/ 319890 w 666126"/>
              <a:gd name="connsiteY13" fmla="*/ 30161 h 386212"/>
              <a:gd name="connsiteX14" fmla="*/ 313539 w 666126"/>
              <a:gd name="connsiteY14" fmla="*/ 87312 h 386212"/>
              <a:gd name="connsiteX15" fmla="*/ 307188 w 666126"/>
              <a:gd name="connsiteY15" fmla="*/ 128587 h 386212"/>
              <a:gd name="connsiteX16" fmla="*/ 296077 w 666126"/>
              <a:gd name="connsiteY16" fmla="*/ 174625 h 386212"/>
              <a:gd name="connsiteX17" fmla="*/ 248451 w 666126"/>
              <a:gd name="connsiteY17" fmla="*/ 187324 h 386212"/>
              <a:gd name="connsiteX18" fmla="*/ 211939 w 666126"/>
              <a:gd name="connsiteY18" fmla="*/ 234949 h 386212"/>
              <a:gd name="connsiteX19" fmla="*/ 199239 w 666126"/>
              <a:gd name="connsiteY19" fmla="*/ 290512 h 386212"/>
              <a:gd name="connsiteX20" fmla="*/ 216702 w 666126"/>
              <a:gd name="connsiteY20" fmla="*/ 339724 h 386212"/>
              <a:gd name="connsiteX21" fmla="*/ 261151 w 666126"/>
              <a:gd name="connsiteY21" fmla="*/ 373061 h 386212"/>
              <a:gd name="connsiteX22" fmla="*/ 313539 w 666126"/>
              <a:gd name="connsiteY22" fmla="*/ 385761 h 386212"/>
              <a:gd name="connsiteX23" fmla="*/ 365926 w 666126"/>
              <a:gd name="connsiteY23" fmla="*/ 381000 h 386212"/>
              <a:gd name="connsiteX24" fmla="*/ 388152 w 666126"/>
              <a:gd name="connsiteY24" fmla="*/ 358774 h 386212"/>
              <a:gd name="connsiteX25" fmla="*/ 405614 w 666126"/>
              <a:gd name="connsiteY25" fmla="*/ 325437 h 386212"/>
              <a:gd name="connsiteX26" fmla="*/ 415139 w 666126"/>
              <a:gd name="connsiteY26" fmla="*/ 273049 h 386212"/>
              <a:gd name="connsiteX27" fmla="*/ 389738 w 666126"/>
              <a:gd name="connsiteY27" fmla="*/ 214312 h 386212"/>
              <a:gd name="connsiteX28" fmla="*/ 334176 w 666126"/>
              <a:gd name="connsiteY28" fmla="*/ 188912 h 386212"/>
              <a:gd name="connsiteX29" fmla="*/ 338939 w 666126"/>
              <a:gd name="connsiteY29" fmla="*/ 126999 h 386212"/>
              <a:gd name="connsiteX30" fmla="*/ 356401 w 666126"/>
              <a:gd name="connsiteY30" fmla="*/ 69849 h 386212"/>
              <a:gd name="connsiteX31" fmla="*/ 383389 w 666126"/>
              <a:gd name="connsiteY31" fmla="*/ 100012 h 386212"/>
              <a:gd name="connsiteX32" fmla="*/ 440539 w 666126"/>
              <a:gd name="connsiteY32" fmla="*/ 158749 h 386212"/>
              <a:gd name="connsiteX33" fmla="*/ 429427 w 666126"/>
              <a:gd name="connsiteY33" fmla="*/ 203199 h 386212"/>
              <a:gd name="connsiteX34" fmla="*/ 437363 w 666126"/>
              <a:gd name="connsiteY34" fmla="*/ 274637 h 386212"/>
              <a:gd name="connsiteX35" fmla="*/ 519914 w 666126"/>
              <a:gd name="connsiteY35" fmla="*/ 325437 h 386212"/>
              <a:gd name="connsiteX36" fmla="*/ 624688 w 666126"/>
              <a:gd name="connsiteY36" fmla="*/ 307974 h 386212"/>
              <a:gd name="connsiteX37" fmla="*/ 664376 w 666126"/>
              <a:gd name="connsiteY37" fmla="*/ 230186 h 386212"/>
              <a:gd name="connsiteX38" fmla="*/ 654852 w 666126"/>
              <a:gd name="connsiteY38" fmla="*/ 168275 h 386212"/>
              <a:gd name="connsiteX39" fmla="*/ 616751 w 666126"/>
              <a:gd name="connsiteY39" fmla="*/ 128586 h 386212"/>
              <a:gd name="connsiteX40" fmla="*/ 558014 w 666126"/>
              <a:gd name="connsiteY40" fmla="*/ 100012 h 386212"/>
              <a:gd name="connsiteX41" fmla="*/ 504039 w 666126"/>
              <a:gd name="connsiteY41" fmla="*/ 109538 h 386212"/>
              <a:gd name="connsiteX42" fmla="*/ 470702 w 666126"/>
              <a:gd name="connsiteY42" fmla="*/ 128587 h 386212"/>
              <a:gd name="connsiteX43" fmla="*/ 383389 w 666126"/>
              <a:gd name="connsiteY43" fmla="*/ 25399 h 386212"/>
              <a:gd name="connsiteX0" fmla="*/ 305601 w 658370"/>
              <a:gd name="connsiteY0" fmla="*/ 0 h 386212"/>
              <a:gd name="connsiteX1" fmla="*/ 210352 w 658370"/>
              <a:gd name="connsiteY1" fmla="*/ 82549 h 386212"/>
              <a:gd name="connsiteX2" fmla="*/ 165901 w 658370"/>
              <a:gd name="connsiteY2" fmla="*/ 58737 h 386212"/>
              <a:gd name="connsiteX3" fmla="*/ 94464 w 658370"/>
              <a:gd name="connsiteY3" fmla="*/ 49213 h 386212"/>
              <a:gd name="connsiteX4" fmla="*/ 43664 w 658370"/>
              <a:gd name="connsiteY4" fmla="*/ 69849 h 386212"/>
              <a:gd name="connsiteX5" fmla="*/ 7151 w 658370"/>
              <a:gd name="connsiteY5" fmla="*/ 111125 h 386212"/>
              <a:gd name="connsiteX6" fmla="*/ 801 w 658370"/>
              <a:gd name="connsiteY6" fmla="*/ 179387 h 386212"/>
              <a:gd name="connsiteX7" fmla="*/ 18264 w 658370"/>
              <a:gd name="connsiteY7" fmla="*/ 222250 h 386212"/>
              <a:gd name="connsiteX8" fmla="*/ 57951 w 658370"/>
              <a:gd name="connsiteY8" fmla="*/ 266700 h 386212"/>
              <a:gd name="connsiteX9" fmla="*/ 129389 w 658370"/>
              <a:gd name="connsiteY9" fmla="*/ 274637 h 386212"/>
              <a:gd name="connsiteX10" fmla="*/ 196064 w 658370"/>
              <a:gd name="connsiteY10" fmla="*/ 242887 h 386212"/>
              <a:gd name="connsiteX11" fmla="*/ 230989 w 658370"/>
              <a:gd name="connsiteY11" fmla="*/ 173037 h 386212"/>
              <a:gd name="connsiteX12" fmla="*/ 234164 w 658370"/>
              <a:gd name="connsiteY12" fmla="*/ 111124 h 386212"/>
              <a:gd name="connsiteX13" fmla="*/ 319890 w 658370"/>
              <a:gd name="connsiteY13" fmla="*/ 30161 h 386212"/>
              <a:gd name="connsiteX14" fmla="*/ 313539 w 658370"/>
              <a:gd name="connsiteY14" fmla="*/ 87312 h 386212"/>
              <a:gd name="connsiteX15" fmla="*/ 307188 w 658370"/>
              <a:gd name="connsiteY15" fmla="*/ 128587 h 386212"/>
              <a:gd name="connsiteX16" fmla="*/ 296077 w 658370"/>
              <a:gd name="connsiteY16" fmla="*/ 174625 h 386212"/>
              <a:gd name="connsiteX17" fmla="*/ 248451 w 658370"/>
              <a:gd name="connsiteY17" fmla="*/ 187324 h 386212"/>
              <a:gd name="connsiteX18" fmla="*/ 211939 w 658370"/>
              <a:gd name="connsiteY18" fmla="*/ 234949 h 386212"/>
              <a:gd name="connsiteX19" fmla="*/ 199239 w 658370"/>
              <a:gd name="connsiteY19" fmla="*/ 290512 h 386212"/>
              <a:gd name="connsiteX20" fmla="*/ 216702 w 658370"/>
              <a:gd name="connsiteY20" fmla="*/ 339724 h 386212"/>
              <a:gd name="connsiteX21" fmla="*/ 261151 w 658370"/>
              <a:gd name="connsiteY21" fmla="*/ 373061 h 386212"/>
              <a:gd name="connsiteX22" fmla="*/ 313539 w 658370"/>
              <a:gd name="connsiteY22" fmla="*/ 385761 h 386212"/>
              <a:gd name="connsiteX23" fmla="*/ 365926 w 658370"/>
              <a:gd name="connsiteY23" fmla="*/ 381000 h 386212"/>
              <a:gd name="connsiteX24" fmla="*/ 388152 w 658370"/>
              <a:gd name="connsiteY24" fmla="*/ 358774 h 386212"/>
              <a:gd name="connsiteX25" fmla="*/ 405614 w 658370"/>
              <a:gd name="connsiteY25" fmla="*/ 325437 h 386212"/>
              <a:gd name="connsiteX26" fmla="*/ 415139 w 658370"/>
              <a:gd name="connsiteY26" fmla="*/ 273049 h 386212"/>
              <a:gd name="connsiteX27" fmla="*/ 389738 w 658370"/>
              <a:gd name="connsiteY27" fmla="*/ 214312 h 386212"/>
              <a:gd name="connsiteX28" fmla="*/ 334176 w 658370"/>
              <a:gd name="connsiteY28" fmla="*/ 188912 h 386212"/>
              <a:gd name="connsiteX29" fmla="*/ 338939 w 658370"/>
              <a:gd name="connsiteY29" fmla="*/ 126999 h 386212"/>
              <a:gd name="connsiteX30" fmla="*/ 356401 w 658370"/>
              <a:gd name="connsiteY30" fmla="*/ 69849 h 386212"/>
              <a:gd name="connsiteX31" fmla="*/ 383389 w 658370"/>
              <a:gd name="connsiteY31" fmla="*/ 100012 h 386212"/>
              <a:gd name="connsiteX32" fmla="*/ 440539 w 658370"/>
              <a:gd name="connsiteY32" fmla="*/ 158749 h 386212"/>
              <a:gd name="connsiteX33" fmla="*/ 429427 w 658370"/>
              <a:gd name="connsiteY33" fmla="*/ 203199 h 386212"/>
              <a:gd name="connsiteX34" fmla="*/ 437363 w 658370"/>
              <a:gd name="connsiteY34" fmla="*/ 274637 h 386212"/>
              <a:gd name="connsiteX35" fmla="*/ 519914 w 658370"/>
              <a:gd name="connsiteY35" fmla="*/ 325437 h 386212"/>
              <a:gd name="connsiteX36" fmla="*/ 624688 w 658370"/>
              <a:gd name="connsiteY36" fmla="*/ 307974 h 386212"/>
              <a:gd name="connsiteX37" fmla="*/ 653263 w 658370"/>
              <a:gd name="connsiteY37" fmla="*/ 266699 h 386212"/>
              <a:gd name="connsiteX38" fmla="*/ 654852 w 658370"/>
              <a:gd name="connsiteY38" fmla="*/ 168275 h 386212"/>
              <a:gd name="connsiteX39" fmla="*/ 616751 w 658370"/>
              <a:gd name="connsiteY39" fmla="*/ 128586 h 386212"/>
              <a:gd name="connsiteX40" fmla="*/ 558014 w 658370"/>
              <a:gd name="connsiteY40" fmla="*/ 100012 h 386212"/>
              <a:gd name="connsiteX41" fmla="*/ 504039 w 658370"/>
              <a:gd name="connsiteY41" fmla="*/ 109538 h 386212"/>
              <a:gd name="connsiteX42" fmla="*/ 470702 w 658370"/>
              <a:gd name="connsiteY42" fmla="*/ 128587 h 386212"/>
              <a:gd name="connsiteX43" fmla="*/ 383389 w 658370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05614 w 660946"/>
              <a:gd name="connsiteY25" fmla="*/ 325437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519914 w 660946"/>
              <a:gd name="connsiteY35" fmla="*/ 325437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05614 w 660946"/>
              <a:gd name="connsiteY25" fmla="*/ 325437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481814 w 660946"/>
              <a:gd name="connsiteY35" fmla="*/ 320675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16727 w 660946"/>
              <a:gd name="connsiteY25" fmla="*/ 311150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481814 w 660946"/>
              <a:gd name="connsiteY35" fmla="*/ 320675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82"/>
              <a:gd name="connsiteX1" fmla="*/ 210352 w 660946"/>
              <a:gd name="connsiteY1" fmla="*/ 82549 h 386282"/>
              <a:gd name="connsiteX2" fmla="*/ 165901 w 660946"/>
              <a:gd name="connsiteY2" fmla="*/ 58737 h 386282"/>
              <a:gd name="connsiteX3" fmla="*/ 94464 w 660946"/>
              <a:gd name="connsiteY3" fmla="*/ 49213 h 386282"/>
              <a:gd name="connsiteX4" fmla="*/ 43664 w 660946"/>
              <a:gd name="connsiteY4" fmla="*/ 69849 h 386282"/>
              <a:gd name="connsiteX5" fmla="*/ 7151 w 660946"/>
              <a:gd name="connsiteY5" fmla="*/ 111125 h 386282"/>
              <a:gd name="connsiteX6" fmla="*/ 801 w 660946"/>
              <a:gd name="connsiteY6" fmla="*/ 179387 h 386282"/>
              <a:gd name="connsiteX7" fmla="*/ 18264 w 660946"/>
              <a:gd name="connsiteY7" fmla="*/ 222250 h 386282"/>
              <a:gd name="connsiteX8" fmla="*/ 57951 w 660946"/>
              <a:gd name="connsiteY8" fmla="*/ 266700 h 386282"/>
              <a:gd name="connsiteX9" fmla="*/ 129389 w 660946"/>
              <a:gd name="connsiteY9" fmla="*/ 274637 h 386282"/>
              <a:gd name="connsiteX10" fmla="*/ 196064 w 660946"/>
              <a:gd name="connsiteY10" fmla="*/ 242887 h 386282"/>
              <a:gd name="connsiteX11" fmla="*/ 230989 w 660946"/>
              <a:gd name="connsiteY11" fmla="*/ 173037 h 386282"/>
              <a:gd name="connsiteX12" fmla="*/ 234164 w 660946"/>
              <a:gd name="connsiteY12" fmla="*/ 111124 h 386282"/>
              <a:gd name="connsiteX13" fmla="*/ 319890 w 660946"/>
              <a:gd name="connsiteY13" fmla="*/ 30161 h 386282"/>
              <a:gd name="connsiteX14" fmla="*/ 313539 w 660946"/>
              <a:gd name="connsiteY14" fmla="*/ 87312 h 386282"/>
              <a:gd name="connsiteX15" fmla="*/ 307188 w 660946"/>
              <a:gd name="connsiteY15" fmla="*/ 128587 h 386282"/>
              <a:gd name="connsiteX16" fmla="*/ 296077 w 660946"/>
              <a:gd name="connsiteY16" fmla="*/ 174625 h 386282"/>
              <a:gd name="connsiteX17" fmla="*/ 248451 w 660946"/>
              <a:gd name="connsiteY17" fmla="*/ 187324 h 386282"/>
              <a:gd name="connsiteX18" fmla="*/ 211939 w 660946"/>
              <a:gd name="connsiteY18" fmla="*/ 234949 h 386282"/>
              <a:gd name="connsiteX19" fmla="*/ 199239 w 660946"/>
              <a:gd name="connsiteY19" fmla="*/ 290512 h 386282"/>
              <a:gd name="connsiteX20" fmla="*/ 216702 w 660946"/>
              <a:gd name="connsiteY20" fmla="*/ 339724 h 386282"/>
              <a:gd name="connsiteX21" fmla="*/ 261151 w 660946"/>
              <a:gd name="connsiteY21" fmla="*/ 373061 h 386282"/>
              <a:gd name="connsiteX22" fmla="*/ 313539 w 660946"/>
              <a:gd name="connsiteY22" fmla="*/ 385761 h 386282"/>
              <a:gd name="connsiteX23" fmla="*/ 365926 w 660946"/>
              <a:gd name="connsiteY23" fmla="*/ 381000 h 386282"/>
              <a:gd name="connsiteX24" fmla="*/ 388152 w 660946"/>
              <a:gd name="connsiteY24" fmla="*/ 355599 h 386282"/>
              <a:gd name="connsiteX25" fmla="*/ 416727 w 660946"/>
              <a:gd name="connsiteY25" fmla="*/ 311150 h 386282"/>
              <a:gd name="connsiteX26" fmla="*/ 415139 w 660946"/>
              <a:gd name="connsiteY26" fmla="*/ 273049 h 386282"/>
              <a:gd name="connsiteX27" fmla="*/ 389738 w 660946"/>
              <a:gd name="connsiteY27" fmla="*/ 214312 h 386282"/>
              <a:gd name="connsiteX28" fmla="*/ 334176 w 660946"/>
              <a:gd name="connsiteY28" fmla="*/ 188912 h 386282"/>
              <a:gd name="connsiteX29" fmla="*/ 338939 w 660946"/>
              <a:gd name="connsiteY29" fmla="*/ 126999 h 386282"/>
              <a:gd name="connsiteX30" fmla="*/ 356401 w 660946"/>
              <a:gd name="connsiteY30" fmla="*/ 69849 h 386282"/>
              <a:gd name="connsiteX31" fmla="*/ 383389 w 660946"/>
              <a:gd name="connsiteY31" fmla="*/ 100012 h 386282"/>
              <a:gd name="connsiteX32" fmla="*/ 440539 w 660946"/>
              <a:gd name="connsiteY32" fmla="*/ 158749 h 386282"/>
              <a:gd name="connsiteX33" fmla="*/ 429427 w 660946"/>
              <a:gd name="connsiteY33" fmla="*/ 203199 h 386282"/>
              <a:gd name="connsiteX34" fmla="*/ 437363 w 660946"/>
              <a:gd name="connsiteY34" fmla="*/ 274637 h 386282"/>
              <a:gd name="connsiteX35" fmla="*/ 481814 w 660946"/>
              <a:gd name="connsiteY35" fmla="*/ 320675 h 386282"/>
              <a:gd name="connsiteX36" fmla="*/ 581826 w 660946"/>
              <a:gd name="connsiteY36" fmla="*/ 328611 h 386282"/>
              <a:gd name="connsiteX37" fmla="*/ 653263 w 660946"/>
              <a:gd name="connsiteY37" fmla="*/ 266699 h 386282"/>
              <a:gd name="connsiteX38" fmla="*/ 654852 w 660946"/>
              <a:gd name="connsiteY38" fmla="*/ 168275 h 386282"/>
              <a:gd name="connsiteX39" fmla="*/ 616751 w 660946"/>
              <a:gd name="connsiteY39" fmla="*/ 128586 h 386282"/>
              <a:gd name="connsiteX40" fmla="*/ 558014 w 660946"/>
              <a:gd name="connsiteY40" fmla="*/ 100012 h 386282"/>
              <a:gd name="connsiteX41" fmla="*/ 504039 w 660946"/>
              <a:gd name="connsiteY41" fmla="*/ 109538 h 386282"/>
              <a:gd name="connsiteX42" fmla="*/ 470702 w 660946"/>
              <a:gd name="connsiteY42" fmla="*/ 128587 h 386282"/>
              <a:gd name="connsiteX43" fmla="*/ 383389 w 660946"/>
              <a:gd name="connsiteY43" fmla="*/ 25399 h 386282"/>
              <a:gd name="connsiteX0" fmla="*/ 305601 w 660946"/>
              <a:gd name="connsiteY0" fmla="*/ 0 h 386525"/>
              <a:gd name="connsiteX1" fmla="*/ 210352 w 660946"/>
              <a:gd name="connsiteY1" fmla="*/ 82549 h 386525"/>
              <a:gd name="connsiteX2" fmla="*/ 165901 w 660946"/>
              <a:gd name="connsiteY2" fmla="*/ 58737 h 386525"/>
              <a:gd name="connsiteX3" fmla="*/ 94464 w 660946"/>
              <a:gd name="connsiteY3" fmla="*/ 49213 h 386525"/>
              <a:gd name="connsiteX4" fmla="*/ 43664 w 660946"/>
              <a:gd name="connsiteY4" fmla="*/ 69849 h 386525"/>
              <a:gd name="connsiteX5" fmla="*/ 7151 w 660946"/>
              <a:gd name="connsiteY5" fmla="*/ 111125 h 386525"/>
              <a:gd name="connsiteX6" fmla="*/ 801 w 660946"/>
              <a:gd name="connsiteY6" fmla="*/ 179387 h 386525"/>
              <a:gd name="connsiteX7" fmla="*/ 18264 w 660946"/>
              <a:gd name="connsiteY7" fmla="*/ 222250 h 386525"/>
              <a:gd name="connsiteX8" fmla="*/ 57951 w 660946"/>
              <a:gd name="connsiteY8" fmla="*/ 266700 h 386525"/>
              <a:gd name="connsiteX9" fmla="*/ 129389 w 660946"/>
              <a:gd name="connsiteY9" fmla="*/ 274637 h 386525"/>
              <a:gd name="connsiteX10" fmla="*/ 196064 w 660946"/>
              <a:gd name="connsiteY10" fmla="*/ 242887 h 386525"/>
              <a:gd name="connsiteX11" fmla="*/ 230989 w 660946"/>
              <a:gd name="connsiteY11" fmla="*/ 173037 h 386525"/>
              <a:gd name="connsiteX12" fmla="*/ 234164 w 660946"/>
              <a:gd name="connsiteY12" fmla="*/ 111124 h 386525"/>
              <a:gd name="connsiteX13" fmla="*/ 319890 w 660946"/>
              <a:gd name="connsiteY13" fmla="*/ 30161 h 386525"/>
              <a:gd name="connsiteX14" fmla="*/ 313539 w 660946"/>
              <a:gd name="connsiteY14" fmla="*/ 87312 h 386525"/>
              <a:gd name="connsiteX15" fmla="*/ 307188 w 660946"/>
              <a:gd name="connsiteY15" fmla="*/ 128587 h 386525"/>
              <a:gd name="connsiteX16" fmla="*/ 296077 w 660946"/>
              <a:gd name="connsiteY16" fmla="*/ 174625 h 386525"/>
              <a:gd name="connsiteX17" fmla="*/ 248451 w 660946"/>
              <a:gd name="connsiteY17" fmla="*/ 187324 h 386525"/>
              <a:gd name="connsiteX18" fmla="*/ 211939 w 660946"/>
              <a:gd name="connsiteY18" fmla="*/ 234949 h 386525"/>
              <a:gd name="connsiteX19" fmla="*/ 199239 w 660946"/>
              <a:gd name="connsiteY19" fmla="*/ 290512 h 386525"/>
              <a:gd name="connsiteX20" fmla="*/ 216702 w 660946"/>
              <a:gd name="connsiteY20" fmla="*/ 339724 h 386525"/>
              <a:gd name="connsiteX21" fmla="*/ 261151 w 660946"/>
              <a:gd name="connsiteY21" fmla="*/ 373061 h 386525"/>
              <a:gd name="connsiteX22" fmla="*/ 313539 w 660946"/>
              <a:gd name="connsiteY22" fmla="*/ 385761 h 386525"/>
              <a:gd name="connsiteX23" fmla="*/ 365926 w 660946"/>
              <a:gd name="connsiteY23" fmla="*/ 381000 h 386525"/>
              <a:gd name="connsiteX24" fmla="*/ 402439 w 660946"/>
              <a:gd name="connsiteY24" fmla="*/ 347661 h 386525"/>
              <a:gd name="connsiteX25" fmla="*/ 416727 w 660946"/>
              <a:gd name="connsiteY25" fmla="*/ 311150 h 386525"/>
              <a:gd name="connsiteX26" fmla="*/ 415139 w 660946"/>
              <a:gd name="connsiteY26" fmla="*/ 273049 h 386525"/>
              <a:gd name="connsiteX27" fmla="*/ 389738 w 660946"/>
              <a:gd name="connsiteY27" fmla="*/ 214312 h 386525"/>
              <a:gd name="connsiteX28" fmla="*/ 334176 w 660946"/>
              <a:gd name="connsiteY28" fmla="*/ 188912 h 386525"/>
              <a:gd name="connsiteX29" fmla="*/ 338939 w 660946"/>
              <a:gd name="connsiteY29" fmla="*/ 126999 h 386525"/>
              <a:gd name="connsiteX30" fmla="*/ 356401 w 660946"/>
              <a:gd name="connsiteY30" fmla="*/ 69849 h 386525"/>
              <a:gd name="connsiteX31" fmla="*/ 383389 w 660946"/>
              <a:gd name="connsiteY31" fmla="*/ 100012 h 386525"/>
              <a:gd name="connsiteX32" fmla="*/ 440539 w 660946"/>
              <a:gd name="connsiteY32" fmla="*/ 158749 h 386525"/>
              <a:gd name="connsiteX33" fmla="*/ 429427 w 660946"/>
              <a:gd name="connsiteY33" fmla="*/ 203199 h 386525"/>
              <a:gd name="connsiteX34" fmla="*/ 437363 w 660946"/>
              <a:gd name="connsiteY34" fmla="*/ 274637 h 386525"/>
              <a:gd name="connsiteX35" fmla="*/ 481814 w 660946"/>
              <a:gd name="connsiteY35" fmla="*/ 320675 h 386525"/>
              <a:gd name="connsiteX36" fmla="*/ 581826 w 660946"/>
              <a:gd name="connsiteY36" fmla="*/ 328611 h 386525"/>
              <a:gd name="connsiteX37" fmla="*/ 653263 w 660946"/>
              <a:gd name="connsiteY37" fmla="*/ 266699 h 386525"/>
              <a:gd name="connsiteX38" fmla="*/ 654852 w 660946"/>
              <a:gd name="connsiteY38" fmla="*/ 168275 h 386525"/>
              <a:gd name="connsiteX39" fmla="*/ 616751 w 660946"/>
              <a:gd name="connsiteY39" fmla="*/ 128586 h 386525"/>
              <a:gd name="connsiteX40" fmla="*/ 558014 w 660946"/>
              <a:gd name="connsiteY40" fmla="*/ 100012 h 386525"/>
              <a:gd name="connsiteX41" fmla="*/ 504039 w 660946"/>
              <a:gd name="connsiteY41" fmla="*/ 109538 h 386525"/>
              <a:gd name="connsiteX42" fmla="*/ 470702 w 660946"/>
              <a:gd name="connsiteY42" fmla="*/ 128587 h 386525"/>
              <a:gd name="connsiteX43" fmla="*/ 383389 w 660946"/>
              <a:gd name="connsiteY43" fmla="*/ 25399 h 386525"/>
              <a:gd name="connsiteX0" fmla="*/ 305601 w 660946"/>
              <a:gd name="connsiteY0" fmla="*/ 0 h 393873"/>
              <a:gd name="connsiteX1" fmla="*/ 210352 w 660946"/>
              <a:gd name="connsiteY1" fmla="*/ 82549 h 393873"/>
              <a:gd name="connsiteX2" fmla="*/ 165901 w 660946"/>
              <a:gd name="connsiteY2" fmla="*/ 58737 h 393873"/>
              <a:gd name="connsiteX3" fmla="*/ 94464 w 660946"/>
              <a:gd name="connsiteY3" fmla="*/ 49213 h 393873"/>
              <a:gd name="connsiteX4" fmla="*/ 43664 w 660946"/>
              <a:gd name="connsiteY4" fmla="*/ 69849 h 393873"/>
              <a:gd name="connsiteX5" fmla="*/ 7151 w 660946"/>
              <a:gd name="connsiteY5" fmla="*/ 111125 h 393873"/>
              <a:gd name="connsiteX6" fmla="*/ 801 w 660946"/>
              <a:gd name="connsiteY6" fmla="*/ 179387 h 393873"/>
              <a:gd name="connsiteX7" fmla="*/ 18264 w 660946"/>
              <a:gd name="connsiteY7" fmla="*/ 222250 h 393873"/>
              <a:gd name="connsiteX8" fmla="*/ 57951 w 660946"/>
              <a:gd name="connsiteY8" fmla="*/ 266700 h 393873"/>
              <a:gd name="connsiteX9" fmla="*/ 129389 w 660946"/>
              <a:gd name="connsiteY9" fmla="*/ 274637 h 393873"/>
              <a:gd name="connsiteX10" fmla="*/ 196064 w 660946"/>
              <a:gd name="connsiteY10" fmla="*/ 242887 h 393873"/>
              <a:gd name="connsiteX11" fmla="*/ 230989 w 660946"/>
              <a:gd name="connsiteY11" fmla="*/ 173037 h 393873"/>
              <a:gd name="connsiteX12" fmla="*/ 234164 w 660946"/>
              <a:gd name="connsiteY12" fmla="*/ 111124 h 393873"/>
              <a:gd name="connsiteX13" fmla="*/ 319890 w 660946"/>
              <a:gd name="connsiteY13" fmla="*/ 30161 h 393873"/>
              <a:gd name="connsiteX14" fmla="*/ 313539 w 660946"/>
              <a:gd name="connsiteY14" fmla="*/ 87312 h 393873"/>
              <a:gd name="connsiteX15" fmla="*/ 307188 w 660946"/>
              <a:gd name="connsiteY15" fmla="*/ 128587 h 393873"/>
              <a:gd name="connsiteX16" fmla="*/ 296077 w 660946"/>
              <a:gd name="connsiteY16" fmla="*/ 174625 h 393873"/>
              <a:gd name="connsiteX17" fmla="*/ 248451 w 660946"/>
              <a:gd name="connsiteY17" fmla="*/ 187324 h 393873"/>
              <a:gd name="connsiteX18" fmla="*/ 211939 w 660946"/>
              <a:gd name="connsiteY18" fmla="*/ 234949 h 393873"/>
              <a:gd name="connsiteX19" fmla="*/ 199239 w 660946"/>
              <a:gd name="connsiteY19" fmla="*/ 290512 h 393873"/>
              <a:gd name="connsiteX20" fmla="*/ 216702 w 660946"/>
              <a:gd name="connsiteY20" fmla="*/ 339724 h 393873"/>
              <a:gd name="connsiteX21" fmla="*/ 261151 w 660946"/>
              <a:gd name="connsiteY21" fmla="*/ 373061 h 393873"/>
              <a:gd name="connsiteX22" fmla="*/ 302427 w 660946"/>
              <a:gd name="connsiteY22" fmla="*/ 393698 h 393873"/>
              <a:gd name="connsiteX23" fmla="*/ 365926 w 660946"/>
              <a:gd name="connsiteY23" fmla="*/ 381000 h 393873"/>
              <a:gd name="connsiteX24" fmla="*/ 402439 w 660946"/>
              <a:gd name="connsiteY24" fmla="*/ 347661 h 393873"/>
              <a:gd name="connsiteX25" fmla="*/ 416727 w 660946"/>
              <a:gd name="connsiteY25" fmla="*/ 311150 h 393873"/>
              <a:gd name="connsiteX26" fmla="*/ 415139 w 660946"/>
              <a:gd name="connsiteY26" fmla="*/ 273049 h 393873"/>
              <a:gd name="connsiteX27" fmla="*/ 389738 w 660946"/>
              <a:gd name="connsiteY27" fmla="*/ 214312 h 393873"/>
              <a:gd name="connsiteX28" fmla="*/ 334176 w 660946"/>
              <a:gd name="connsiteY28" fmla="*/ 188912 h 393873"/>
              <a:gd name="connsiteX29" fmla="*/ 338939 w 660946"/>
              <a:gd name="connsiteY29" fmla="*/ 126999 h 393873"/>
              <a:gd name="connsiteX30" fmla="*/ 356401 w 660946"/>
              <a:gd name="connsiteY30" fmla="*/ 69849 h 393873"/>
              <a:gd name="connsiteX31" fmla="*/ 383389 w 660946"/>
              <a:gd name="connsiteY31" fmla="*/ 100012 h 393873"/>
              <a:gd name="connsiteX32" fmla="*/ 440539 w 660946"/>
              <a:gd name="connsiteY32" fmla="*/ 158749 h 393873"/>
              <a:gd name="connsiteX33" fmla="*/ 429427 w 660946"/>
              <a:gd name="connsiteY33" fmla="*/ 203199 h 393873"/>
              <a:gd name="connsiteX34" fmla="*/ 437363 w 660946"/>
              <a:gd name="connsiteY34" fmla="*/ 274637 h 393873"/>
              <a:gd name="connsiteX35" fmla="*/ 481814 w 660946"/>
              <a:gd name="connsiteY35" fmla="*/ 320675 h 393873"/>
              <a:gd name="connsiteX36" fmla="*/ 581826 w 660946"/>
              <a:gd name="connsiteY36" fmla="*/ 328611 h 393873"/>
              <a:gd name="connsiteX37" fmla="*/ 653263 w 660946"/>
              <a:gd name="connsiteY37" fmla="*/ 266699 h 393873"/>
              <a:gd name="connsiteX38" fmla="*/ 654852 w 660946"/>
              <a:gd name="connsiteY38" fmla="*/ 168275 h 393873"/>
              <a:gd name="connsiteX39" fmla="*/ 616751 w 660946"/>
              <a:gd name="connsiteY39" fmla="*/ 128586 h 393873"/>
              <a:gd name="connsiteX40" fmla="*/ 558014 w 660946"/>
              <a:gd name="connsiteY40" fmla="*/ 100012 h 393873"/>
              <a:gd name="connsiteX41" fmla="*/ 504039 w 660946"/>
              <a:gd name="connsiteY41" fmla="*/ 109538 h 393873"/>
              <a:gd name="connsiteX42" fmla="*/ 470702 w 660946"/>
              <a:gd name="connsiteY42" fmla="*/ 128587 h 393873"/>
              <a:gd name="connsiteX43" fmla="*/ 383389 w 660946"/>
              <a:gd name="connsiteY43" fmla="*/ 25399 h 393873"/>
              <a:gd name="connsiteX0" fmla="*/ 305601 w 660946"/>
              <a:gd name="connsiteY0" fmla="*/ 0 h 393809"/>
              <a:gd name="connsiteX1" fmla="*/ 210352 w 660946"/>
              <a:gd name="connsiteY1" fmla="*/ 82549 h 393809"/>
              <a:gd name="connsiteX2" fmla="*/ 165901 w 660946"/>
              <a:gd name="connsiteY2" fmla="*/ 58737 h 393809"/>
              <a:gd name="connsiteX3" fmla="*/ 94464 w 660946"/>
              <a:gd name="connsiteY3" fmla="*/ 49213 h 393809"/>
              <a:gd name="connsiteX4" fmla="*/ 43664 w 660946"/>
              <a:gd name="connsiteY4" fmla="*/ 69849 h 393809"/>
              <a:gd name="connsiteX5" fmla="*/ 7151 w 660946"/>
              <a:gd name="connsiteY5" fmla="*/ 111125 h 393809"/>
              <a:gd name="connsiteX6" fmla="*/ 801 w 660946"/>
              <a:gd name="connsiteY6" fmla="*/ 179387 h 393809"/>
              <a:gd name="connsiteX7" fmla="*/ 18264 w 660946"/>
              <a:gd name="connsiteY7" fmla="*/ 222250 h 393809"/>
              <a:gd name="connsiteX8" fmla="*/ 57951 w 660946"/>
              <a:gd name="connsiteY8" fmla="*/ 266700 h 393809"/>
              <a:gd name="connsiteX9" fmla="*/ 129389 w 660946"/>
              <a:gd name="connsiteY9" fmla="*/ 274637 h 393809"/>
              <a:gd name="connsiteX10" fmla="*/ 196064 w 660946"/>
              <a:gd name="connsiteY10" fmla="*/ 242887 h 393809"/>
              <a:gd name="connsiteX11" fmla="*/ 230989 w 660946"/>
              <a:gd name="connsiteY11" fmla="*/ 173037 h 393809"/>
              <a:gd name="connsiteX12" fmla="*/ 234164 w 660946"/>
              <a:gd name="connsiteY12" fmla="*/ 111124 h 393809"/>
              <a:gd name="connsiteX13" fmla="*/ 319890 w 660946"/>
              <a:gd name="connsiteY13" fmla="*/ 30161 h 393809"/>
              <a:gd name="connsiteX14" fmla="*/ 313539 w 660946"/>
              <a:gd name="connsiteY14" fmla="*/ 87312 h 393809"/>
              <a:gd name="connsiteX15" fmla="*/ 307188 w 660946"/>
              <a:gd name="connsiteY15" fmla="*/ 128587 h 393809"/>
              <a:gd name="connsiteX16" fmla="*/ 296077 w 660946"/>
              <a:gd name="connsiteY16" fmla="*/ 174625 h 393809"/>
              <a:gd name="connsiteX17" fmla="*/ 248451 w 660946"/>
              <a:gd name="connsiteY17" fmla="*/ 187324 h 393809"/>
              <a:gd name="connsiteX18" fmla="*/ 211939 w 660946"/>
              <a:gd name="connsiteY18" fmla="*/ 234949 h 393809"/>
              <a:gd name="connsiteX19" fmla="*/ 199239 w 660946"/>
              <a:gd name="connsiteY19" fmla="*/ 290512 h 393809"/>
              <a:gd name="connsiteX20" fmla="*/ 216702 w 660946"/>
              <a:gd name="connsiteY20" fmla="*/ 339724 h 393809"/>
              <a:gd name="connsiteX21" fmla="*/ 248451 w 660946"/>
              <a:gd name="connsiteY21" fmla="*/ 384173 h 393809"/>
              <a:gd name="connsiteX22" fmla="*/ 302427 w 660946"/>
              <a:gd name="connsiteY22" fmla="*/ 393698 h 393809"/>
              <a:gd name="connsiteX23" fmla="*/ 365926 w 660946"/>
              <a:gd name="connsiteY23" fmla="*/ 381000 h 393809"/>
              <a:gd name="connsiteX24" fmla="*/ 402439 w 660946"/>
              <a:gd name="connsiteY24" fmla="*/ 347661 h 393809"/>
              <a:gd name="connsiteX25" fmla="*/ 416727 w 660946"/>
              <a:gd name="connsiteY25" fmla="*/ 311150 h 393809"/>
              <a:gd name="connsiteX26" fmla="*/ 415139 w 660946"/>
              <a:gd name="connsiteY26" fmla="*/ 273049 h 393809"/>
              <a:gd name="connsiteX27" fmla="*/ 389738 w 660946"/>
              <a:gd name="connsiteY27" fmla="*/ 214312 h 393809"/>
              <a:gd name="connsiteX28" fmla="*/ 334176 w 660946"/>
              <a:gd name="connsiteY28" fmla="*/ 188912 h 393809"/>
              <a:gd name="connsiteX29" fmla="*/ 338939 w 660946"/>
              <a:gd name="connsiteY29" fmla="*/ 126999 h 393809"/>
              <a:gd name="connsiteX30" fmla="*/ 356401 w 660946"/>
              <a:gd name="connsiteY30" fmla="*/ 69849 h 393809"/>
              <a:gd name="connsiteX31" fmla="*/ 383389 w 660946"/>
              <a:gd name="connsiteY31" fmla="*/ 100012 h 393809"/>
              <a:gd name="connsiteX32" fmla="*/ 440539 w 660946"/>
              <a:gd name="connsiteY32" fmla="*/ 158749 h 393809"/>
              <a:gd name="connsiteX33" fmla="*/ 429427 w 660946"/>
              <a:gd name="connsiteY33" fmla="*/ 203199 h 393809"/>
              <a:gd name="connsiteX34" fmla="*/ 437363 w 660946"/>
              <a:gd name="connsiteY34" fmla="*/ 274637 h 393809"/>
              <a:gd name="connsiteX35" fmla="*/ 481814 w 660946"/>
              <a:gd name="connsiteY35" fmla="*/ 320675 h 393809"/>
              <a:gd name="connsiteX36" fmla="*/ 581826 w 660946"/>
              <a:gd name="connsiteY36" fmla="*/ 328611 h 393809"/>
              <a:gd name="connsiteX37" fmla="*/ 653263 w 660946"/>
              <a:gd name="connsiteY37" fmla="*/ 266699 h 393809"/>
              <a:gd name="connsiteX38" fmla="*/ 654852 w 660946"/>
              <a:gd name="connsiteY38" fmla="*/ 168275 h 393809"/>
              <a:gd name="connsiteX39" fmla="*/ 616751 w 660946"/>
              <a:gd name="connsiteY39" fmla="*/ 128586 h 393809"/>
              <a:gd name="connsiteX40" fmla="*/ 558014 w 660946"/>
              <a:gd name="connsiteY40" fmla="*/ 100012 h 393809"/>
              <a:gd name="connsiteX41" fmla="*/ 504039 w 660946"/>
              <a:gd name="connsiteY41" fmla="*/ 109538 h 393809"/>
              <a:gd name="connsiteX42" fmla="*/ 470702 w 660946"/>
              <a:gd name="connsiteY42" fmla="*/ 128587 h 393809"/>
              <a:gd name="connsiteX43" fmla="*/ 383389 w 660946"/>
              <a:gd name="connsiteY43" fmla="*/ 25399 h 393809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9239 w 660946"/>
              <a:gd name="connsiteY19" fmla="*/ 290512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4176 w 660946"/>
              <a:gd name="connsiteY28" fmla="*/ 188912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4176 w 660946"/>
              <a:gd name="connsiteY28" fmla="*/ 188912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7351 w 660946"/>
              <a:gd name="connsiteY28" fmla="*/ 180975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1353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13538 w 660946"/>
              <a:gd name="connsiteY15" fmla="*/ 128587 h 393822"/>
              <a:gd name="connsiteX16" fmla="*/ 305602 w 660946"/>
              <a:gd name="connsiteY16" fmla="*/ 165100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9889 w 660946"/>
              <a:gd name="connsiteY14" fmla="*/ 90487 h 393822"/>
              <a:gd name="connsiteX15" fmla="*/ 313538 w 660946"/>
              <a:gd name="connsiteY15" fmla="*/ 128587 h 393822"/>
              <a:gd name="connsiteX16" fmla="*/ 305602 w 660946"/>
              <a:gd name="connsiteY16" fmla="*/ 165100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60946" h="393822">
                <a:moveTo>
                  <a:pt x="305601" y="0"/>
                </a:moveTo>
                <a:cubicBezTo>
                  <a:pt x="272925" y="26061"/>
                  <a:pt x="233635" y="72760"/>
                  <a:pt x="210352" y="82549"/>
                </a:cubicBezTo>
                <a:cubicBezTo>
                  <a:pt x="187069" y="92338"/>
                  <a:pt x="185216" y="64293"/>
                  <a:pt x="165901" y="58737"/>
                </a:cubicBezTo>
                <a:cubicBezTo>
                  <a:pt x="146586" y="53181"/>
                  <a:pt x="114837" y="47361"/>
                  <a:pt x="94464" y="49213"/>
                </a:cubicBezTo>
                <a:cubicBezTo>
                  <a:pt x="74091" y="51065"/>
                  <a:pt x="58216" y="59530"/>
                  <a:pt x="43664" y="69849"/>
                </a:cubicBezTo>
                <a:cubicBezTo>
                  <a:pt x="29112" y="80168"/>
                  <a:pt x="14295" y="92869"/>
                  <a:pt x="7151" y="111125"/>
                </a:cubicBezTo>
                <a:cubicBezTo>
                  <a:pt x="7" y="129381"/>
                  <a:pt x="-1051" y="160866"/>
                  <a:pt x="801" y="179387"/>
                </a:cubicBezTo>
                <a:cubicBezTo>
                  <a:pt x="2653" y="197908"/>
                  <a:pt x="8739" y="207698"/>
                  <a:pt x="18264" y="222250"/>
                </a:cubicBezTo>
                <a:cubicBezTo>
                  <a:pt x="27789" y="236802"/>
                  <a:pt x="39430" y="257969"/>
                  <a:pt x="57951" y="266700"/>
                </a:cubicBezTo>
                <a:cubicBezTo>
                  <a:pt x="76472" y="275431"/>
                  <a:pt x="106370" y="278606"/>
                  <a:pt x="129389" y="274637"/>
                </a:cubicBezTo>
                <a:cubicBezTo>
                  <a:pt x="152408" y="270668"/>
                  <a:pt x="179131" y="259820"/>
                  <a:pt x="196064" y="242887"/>
                </a:cubicBezTo>
                <a:cubicBezTo>
                  <a:pt x="212997" y="225954"/>
                  <a:pt x="224639" y="194998"/>
                  <a:pt x="230989" y="173037"/>
                </a:cubicBezTo>
                <a:cubicBezTo>
                  <a:pt x="237339" y="151077"/>
                  <a:pt x="219347" y="134937"/>
                  <a:pt x="234164" y="111124"/>
                </a:cubicBezTo>
                <a:cubicBezTo>
                  <a:pt x="248981" y="87311"/>
                  <a:pt x="305603" y="33601"/>
                  <a:pt x="319890" y="30161"/>
                </a:cubicBezTo>
                <a:cubicBezTo>
                  <a:pt x="334178" y="26722"/>
                  <a:pt x="320948" y="74083"/>
                  <a:pt x="319889" y="90487"/>
                </a:cubicBezTo>
                <a:cubicBezTo>
                  <a:pt x="318830" y="106891"/>
                  <a:pt x="315919" y="116152"/>
                  <a:pt x="313538" y="128587"/>
                </a:cubicBezTo>
                <a:cubicBezTo>
                  <a:pt x="311157" y="141023"/>
                  <a:pt x="316450" y="155311"/>
                  <a:pt x="305602" y="165100"/>
                </a:cubicBezTo>
                <a:cubicBezTo>
                  <a:pt x="294754" y="174889"/>
                  <a:pt x="264061" y="175683"/>
                  <a:pt x="248451" y="187324"/>
                </a:cubicBezTo>
                <a:cubicBezTo>
                  <a:pt x="232841" y="198965"/>
                  <a:pt x="220670" y="219339"/>
                  <a:pt x="211939" y="234949"/>
                </a:cubicBezTo>
                <a:cubicBezTo>
                  <a:pt x="203208" y="250560"/>
                  <a:pt x="197387" y="263789"/>
                  <a:pt x="196064" y="280987"/>
                </a:cubicBezTo>
                <a:cubicBezTo>
                  <a:pt x="194741" y="298185"/>
                  <a:pt x="195271" y="320939"/>
                  <a:pt x="204002" y="338137"/>
                </a:cubicBezTo>
                <a:cubicBezTo>
                  <a:pt x="212733" y="355335"/>
                  <a:pt x="232047" y="374913"/>
                  <a:pt x="248451" y="384173"/>
                </a:cubicBezTo>
                <a:cubicBezTo>
                  <a:pt x="264855" y="393433"/>
                  <a:pt x="282848" y="394227"/>
                  <a:pt x="302427" y="393698"/>
                </a:cubicBezTo>
                <a:cubicBezTo>
                  <a:pt x="322006" y="393169"/>
                  <a:pt x="349257" y="388673"/>
                  <a:pt x="365926" y="381000"/>
                </a:cubicBezTo>
                <a:cubicBezTo>
                  <a:pt x="382595" y="373327"/>
                  <a:pt x="393972" y="359303"/>
                  <a:pt x="402439" y="347661"/>
                </a:cubicBezTo>
                <a:cubicBezTo>
                  <a:pt x="410906" y="336019"/>
                  <a:pt x="414610" y="323585"/>
                  <a:pt x="416727" y="311150"/>
                </a:cubicBezTo>
                <a:cubicBezTo>
                  <a:pt x="418844" y="298715"/>
                  <a:pt x="419637" y="289189"/>
                  <a:pt x="415139" y="273049"/>
                </a:cubicBezTo>
                <a:cubicBezTo>
                  <a:pt x="410641" y="256909"/>
                  <a:pt x="400850" y="230981"/>
                  <a:pt x="389738" y="214312"/>
                </a:cubicBezTo>
                <a:cubicBezTo>
                  <a:pt x="378626" y="197643"/>
                  <a:pt x="355872" y="187589"/>
                  <a:pt x="348464" y="173037"/>
                </a:cubicBezTo>
                <a:cubicBezTo>
                  <a:pt x="341056" y="158485"/>
                  <a:pt x="343966" y="144197"/>
                  <a:pt x="345289" y="126999"/>
                </a:cubicBezTo>
                <a:cubicBezTo>
                  <a:pt x="346612" y="109801"/>
                  <a:pt x="350051" y="74347"/>
                  <a:pt x="356401" y="69849"/>
                </a:cubicBezTo>
                <a:cubicBezTo>
                  <a:pt x="362751" y="65351"/>
                  <a:pt x="369366" y="85195"/>
                  <a:pt x="383389" y="100012"/>
                </a:cubicBezTo>
                <a:cubicBezTo>
                  <a:pt x="397412" y="114829"/>
                  <a:pt x="432866" y="141551"/>
                  <a:pt x="440539" y="158749"/>
                </a:cubicBezTo>
                <a:cubicBezTo>
                  <a:pt x="448212" y="175947"/>
                  <a:pt x="429956" y="183884"/>
                  <a:pt x="429427" y="203199"/>
                </a:cubicBezTo>
                <a:cubicBezTo>
                  <a:pt x="428898" y="222514"/>
                  <a:pt x="428632" y="255058"/>
                  <a:pt x="437363" y="274637"/>
                </a:cubicBezTo>
                <a:cubicBezTo>
                  <a:pt x="446094" y="294216"/>
                  <a:pt x="457737" y="311679"/>
                  <a:pt x="481814" y="320675"/>
                </a:cubicBezTo>
                <a:cubicBezTo>
                  <a:pt x="505891" y="329671"/>
                  <a:pt x="553251" y="337607"/>
                  <a:pt x="581826" y="328611"/>
                </a:cubicBezTo>
                <a:cubicBezTo>
                  <a:pt x="610401" y="319615"/>
                  <a:pt x="641092" y="293422"/>
                  <a:pt x="653263" y="266699"/>
                </a:cubicBezTo>
                <a:cubicBezTo>
                  <a:pt x="665434" y="239976"/>
                  <a:pt x="660937" y="191294"/>
                  <a:pt x="654852" y="168275"/>
                </a:cubicBezTo>
                <a:cubicBezTo>
                  <a:pt x="648767" y="145256"/>
                  <a:pt x="632891" y="139963"/>
                  <a:pt x="616751" y="128586"/>
                </a:cubicBezTo>
                <a:cubicBezTo>
                  <a:pt x="600611" y="117209"/>
                  <a:pt x="576799" y="103187"/>
                  <a:pt x="558014" y="100012"/>
                </a:cubicBezTo>
                <a:cubicBezTo>
                  <a:pt x="539229" y="96837"/>
                  <a:pt x="518591" y="104775"/>
                  <a:pt x="504039" y="109538"/>
                </a:cubicBezTo>
                <a:cubicBezTo>
                  <a:pt x="489487" y="114301"/>
                  <a:pt x="490810" y="142610"/>
                  <a:pt x="470702" y="128587"/>
                </a:cubicBezTo>
                <a:cubicBezTo>
                  <a:pt x="450594" y="114564"/>
                  <a:pt x="429955" y="86253"/>
                  <a:pt x="383389" y="25399"/>
                </a:cubicBezTo>
              </a:path>
            </a:pathLst>
          </a:cu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1925415-AFC3-48A5-973F-9C32C98F8A4E}"/>
              </a:ext>
            </a:extLst>
          </p:cNvPr>
          <p:cNvGrpSpPr/>
          <p:nvPr/>
        </p:nvGrpSpPr>
        <p:grpSpPr>
          <a:xfrm>
            <a:off x="1024595" y="1046440"/>
            <a:ext cx="2102631" cy="3785818"/>
            <a:chOff x="1025464" y="906703"/>
            <a:chExt cx="2102631" cy="378581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F95AE5E-9C61-4320-AC20-67462B3021C1}"/>
                </a:ext>
              </a:extLst>
            </p:cNvPr>
            <p:cNvSpPr/>
            <p:nvPr/>
          </p:nvSpPr>
          <p:spPr>
            <a:xfrm>
              <a:off x="2069701" y="906703"/>
              <a:ext cx="1014587" cy="1875177"/>
            </a:xfrm>
            <a:custGeom>
              <a:avLst/>
              <a:gdLst>
                <a:gd name="connsiteX0" fmla="*/ 811129 w 923438"/>
                <a:gd name="connsiteY0" fmla="*/ 637515 h 1488329"/>
                <a:gd name="connsiteX1" fmla="*/ 675662 w 923438"/>
                <a:gd name="connsiteY1" fmla="*/ 637515 h 1488329"/>
                <a:gd name="connsiteX2" fmla="*/ 684129 w 923438"/>
                <a:gd name="connsiteY2" fmla="*/ 595182 h 1488329"/>
                <a:gd name="connsiteX3" fmla="*/ 717996 w 923438"/>
                <a:gd name="connsiteY3" fmla="*/ 535915 h 1488329"/>
                <a:gd name="connsiteX4" fmla="*/ 667196 w 923438"/>
                <a:gd name="connsiteY4" fmla="*/ 468182 h 1488329"/>
                <a:gd name="connsiteX5" fmla="*/ 489396 w 923438"/>
                <a:gd name="connsiteY5" fmla="*/ 485115 h 1488329"/>
                <a:gd name="connsiteX6" fmla="*/ 387796 w 923438"/>
                <a:gd name="connsiteY6" fmla="*/ 586715 h 1488329"/>
                <a:gd name="connsiteX7" fmla="*/ 328529 w 923438"/>
                <a:gd name="connsiteY7" fmla="*/ 671382 h 1488329"/>
                <a:gd name="connsiteX8" fmla="*/ 277729 w 923438"/>
                <a:gd name="connsiteY8" fmla="*/ 857649 h 1488329"/>
                <a:gd name="connsiteX9" fmla="*/ 345462 w 923438"/>
                <a:gd name="connsiteY9" fmla="*/ 806849 h 1488329"/>
                <a:gd name="connsiteX10" fmla="*/ 345462 w 923438"/>
                <a:gd name="connsiteY10" fmla="*/ 832249 h 1488329"/>
                <a:gd name="connsiteX11" fmla="*/ 277729 w 923438"/>
                <a:gd name="connsiteY11" fmla="*/ 925382 h 1488329"/>
                <a:gd name="connsiteX12" fmla="*/ 252329 w 923438"/>
                <a:gd name="connsiteY12" fmla="*/ 1001582 h 1488329"/>
                <a:gd name="connsiteX13" fmla="*/ 176129 w 923438"/>
                <a:gd name="connsiteY13" fmla="*/ 1433382 h 1488329"/>
                <a:gd name="connsiteX14" fmla="*/ 176129 w 923438"/>
                <a:gd name="connsiteY14" fmla="*/ 1484182 h 1488329"/>
                <a:gd name="connsiteX15" fmla="*/ 15262 w 923438"/>
                <a:gd name="connsiteY15" fmla="*/ 1450315 h 1488329"/>
                <a:gd name="connsiteX16" fmla="*/ 15262 w 923438"/>
                <a:gd name="connsiteY16" fmla="*/ 1391049 h 1488329"/>
                <a:gd name="connsiteX17" fmla="*/ 91462 w 923438"/>
                <a:gd name="connsiteY17" fmla="*/ 1120115 h 1488329"/>
                <a:gd name="connsiteX18" fmla="*/ 108396 w 923438"/>
                <a:gd name="connsiteY18" fmla="*/ 747582 h 1488329"/>
                <a:gd name="connsiteX19" fmla="*/ 218462 w 923438"/>
                <a:gd name="connsiteY19" fmla="*/ 256515 h 1488329"/>
                <a:gd name="connsiteX20" fmla="*/ 286196 w 923438"/>
                <a:gd name="connsiteY20" fmla="*/ 137982 h 1488329"/>
                <a:gd name="connsiteX21" fmla="*/ 387796 w 923438"/>
                <a:gd name="connsiteY21" fmla="*/ 154915 h 1488329"/>
                <a:gd name="connsiteX22" fmla="*/ 616396 w 923438"/>
                <a:gd name="connsiteY22" fmla="*/ 10982 h 1488329"/>
                <a:gd name="connsiteX23" fmla="*/ 785729 w 923438"/>
                <a:gd name="connsiteY23" fmla="*/ 10982 h 1488329"/>
                <a:gd name="connsiteX24" fmla="*/ 777262 w 923438"/>
                <a:gd name="connsiteY24" fmla="*/ 19449 h 1488329"/>
                <a:gd name="connsiteX25" fmla="*/ 921196 w 923438"/>
                <a:gd name="connsiteY25" fmla="*/ 214182 h 1488329"/>
                <a:gd name="connsiteX26" fmla="*/ 861929 w 923438"/>
                <a:gd name="connsiteY26" fmla="*/ 264982 h 1488329"/>
                <a:gd name="connsiteX27" fmla="*/ 819596 w 923438"/>
                <a:gd name="connsiteY27" fmla="*/ 273449 h 1488329"/>
                <a:gd name="connsiteX28" fmla="*/ 794196 w 923438"/>
                <a:gd name="connsiteY28" fmla="*/ 349649 h 1488329"/>
                <a:gd name="connsiteX29" fmla="*/ 785729 w 923438"/>
                <a:gd name="connsiteY29" fmla="*/ 375049 h 1488329"/>
                <a:gd name="connsiteX30" fmla="*/ 861929 w 923438"/>
                <a:gd name="connsiteY30" fmla="*/ 417382 h 1488329"/>
                <a:gd name="connsiteX31" fmla="*/ 836529 w 923438"/>
                <a:gd name="connsiteY31" fmla="*/ 459715 h 1488329"/>
                <a:gd name="connsiteX32" fmla="*/ 760329 w 923438"/>
                <a:gd name="connsiteY32" fmla="*/ 468182 h 1488329"/>
                <a:gd name="connsiteX33" fmla="*/ 853462 w 923438"/>
                <a:gd name="connsiteY33" fmla="*/ 468182 h 1488329"/>
                <a:gd name="connsiteX34" fmla="*/ 853462 w 923438"/>
                <a:gd name="connsiteY34" fmla="*/ 518982 h 1488329"/>
                <a:gd name="connsiteX35" fmla="*/ 785729 w 923438"/>
                <a:gd name="connsiteY35" fmla="*/ 569782 h 1488329"/>
                <a:gd name="connsiteX36" fmla="*/ 811129 w 923438"/>
                <a:gd name="connsiteY36" fmla="*/ 637515 h 1488329"/>
                <a:gd name="connsiteX0" fmla="*/ 811129 w 922317"/>
                <a:gd name="connsiteY0" fmla="*/ 638990 h 1489804"/>
                <a:gd name="connsiteX1" fmla="*/ 675662 w 922317"/>
                <a:gd name="connsiteY1" fmla="*/ 638990 h 1489804"/>
                <a:gd name="connsiteX2" fmla="*/ 684129 w 922317"/>
                <a:gd name="connsiteY2" fmla="*/ 596657 h 1489804"/>
                <a:gd name="connsiteX3" fmla="*/ 717996 w 922317"/>
                <a:gd name="connsiteY3" fmla="*/ 537390 h 1489804"/>
                <a:gd name="connsiteX4" fmla="*/ 667196 w 922317"/>
                <a:gd name="connsiteY4" fmla="*/ 469657 h 1489804"/>
                <a:gd name="connsiteX5" fmla="*/ 489396 w 922317"/>
                <a:gd name="connsiteY5" fmla="*/ 486590 h 1489804"/>
                <a:gd name="connsiteX6" fmla="*/ 387796 w 922317"/>
                <a:gd name="connsiteY6" fmla="*/ 588190 h 1489804"/>
                <a:gd name="connsiteX7" fmla="*/ 328529 w 922317"/>
                <a:gd name="connsiteY7" fmla="*/ 672857 h 1489804"/>
                <a:gd name="connsiteX8" fmla="*/ 277729 w 922317"/>
                <a:gd name="connsiteY8" fmla="*/ 859124 h 1489804"/>
                <a:gd name="connsiteX9" fmla="*/ 345462 w 922317"/>
                <a:gd name="connsiteY9" fmla="*/ 808324 h 1489804"/>
                <a:gd name="connsiteX10" fmla="*/ 345462 w 922317"/>
                <a:gd name="connsiteY10" fmla="*/ 833724 h 1489804"/>
                <a:gd name="connsiteX11" fmla="*/ 277729 w 922317"/>
                <a:gd name="connsiteY11" fmla="*/ 926857 h 1489804"/>
                <a:gd name="connsiteX12" fmla="*/ 252329 w 922317"/>
                <a:gd name="connsiteY12" fmla="*/ 1003057 h 1489804"/>
                <a:gd name="connsiteX13" fmla="*/ 176129 w 922317"/>
                <a:gd name="connsiteY13" fmla="*/ 1434857 h 1489804"/>
                <a:gd name="connsiteX14" fmla="*/ 176129 w 922317"/>
                <a:gd name="connsiteY14" fmla="*/ 1485657 h 1489804"/>
                <a:gd name="connsiteX15" fmla="*/ 15262 w 922317"/>
                <a:gd name="connsiteY15" fmla="*/ 1451790 h 1489804"/>
                <a:gd name="connsiteX16" fmla="*/ 15262 w 922317"/>
                <a:gd name="connsiteY16" fmla="*/ 1392524 h 1489804"/>
                <a:gd name="connsiteX17" fmla="*/ 91462 w 922317"/>
                <a:gd name="connsiteY17" fmla="*/ 1121590 h 1489804"/>
                <a:gd name="connsiteX18" fmla="*/ 108396 w 922317"/>
                <a:gd name="connsiteY18" fmla="*/ 749057 h 1489804"/>
                <a:gd name="connsiteX19" fmla="*/ 218462 w 922317"/>
                <a:gd name="connsiteY19" fmla="*/ 257990 h 1489804"/>
                <a:gd name="connsiteX20" fmla="*/ 286196 w 922317"/>
                <a:gd name="connsiteY20" fmla="*/ 139457 h 1489804"/>
                <a:gd name="connsiteX21" fmla="*/ 387796 w 922317"/>
                <a:gd name="connsiteY21" fmla="*/ 156390 h 1489804"/>
                <a:gd name="connsiteX22" fmla="*/ 616396 w 922317"/>
                <a:gd name="connsiteY22" fmla="*/ 12457 h 1489804"/>
                <a:gd name="connsiteX23" fmla="*/ 785729 w 922317"/>
                <a:gd name="connsiteY23" fmla="*/ 12457 h 1489804"/>
                <a:gd name="connsiteX24" fmla="*/ 805837 w 922317"/>
                <a:gd name="connsiteY24" fmla="*/ 55849 h 1489804"/>
                <a:gd name="connsiteX25" fmla="*/ 921196 w 922317"/>
                <a:gd name="connsiteY25" fmla="*/ 215657 h 1489804"/>
                <a:gd name="connsiteX26" fmla="*/ 861929 w 922317"/>
                <a:gd name="connsiteY26" fmla="*/ 266457 h 1489804"/>
                <a:gd name="connsiteX27" fmla="*/ 819596 w 922317"/>
                <a:gd name="connsiteY27" fmla="*/ 274924 h 1489804"/>
                <a:gd name="connsiteX28" fmla="*/ 794196 w 922317"/>
                <a:gd name="connsiteY28" fmla="*/ 351124 h 1489804"/>
                <a:gd name="connsiteX29" fmla="*/ 785729 w 922317"/>
                <a:gd name="connsiteY29" fmla="*/ 376524 h 1489804"/>
                <a:gd name="connsiteX30" fmla="*/ 861929 w 922317"/>
                <a:gd name="connsiteY30" fmla="*/ 418857 h 1489804"/>
                <a:gd name="connsiteX31" fmla="*/ 836529 w 922317"/>
                <a:gd name="connsiteY31" fmla="*/ 461190 h 1489804"/>
                <a:gd name="connsiteX32" fmla="*/ 760329 w 922317"/>
                <a:gd name="connsiteY32" fmla="*/ 469657 h 1489804"/>
                <a:gd name="connsiteX33" fmla="*/ 853462 w 922317"/>
                <a:gd name="connsiteY33" fmla="*/ 469657 h 1489804"/>
                <a:gd name="connsiteX34" fmla="*/ 853462 w 922317"/>
                <a:gd name="connsiteY34" fmla="*/ 520457 h 1489804"/>
                <a:gd name="connsiteX35" fmla="*/ 785729 w 922317"/>
                <a:gd name="connsiteY35" fmla="*/ 571257 h 1489804"/>
                <a:gd name="connsiteX36" fmla="*/ 811129 w 922317"/>
                <a:gd name="connsiteY36" fmla="*/ 638990 h 1489804"/>
                <a:gd name="connsiteX0" fmla="*/ 811129 w 922317"/>
                <a:gd name="connsiteY0" fmla="*/ 643599 h 1494413"/>
                <a:gd name="connsiteX1" fmla="*/ 675662 w 922317"/>
                <a:gd name="connsiteY1" fmla="*/ 643599 h 1494413"/>
                <a:gd name="connsiteX2" fmla="*/ 684129 w 922317"/>
                <a:gd name="connsiteY2" fmla="*/ 601266 h 1494413"/>
                <a:gd name="connsiteX3" fmla="*/ 717996 w 922317"/>
                <a:gd name="connsiteY3" fmla="*/ 541999 h 1494413"/>
                <a:gd name="connsiteX4" fmla="*/ 667196 w 922317"/>
                <a:gd name="connsiteY4" fmla="*/ 474266 h 1494413"/>
                <a:gd name="connsiteX5" fmla="*/ 489396 w 922317"/>
                <a:gd name="connsiteY5" fmla="*/ 491199 h 1494413"/>
                <a:gd name="connsiteX6" fmla="*/ 387796 w 922317"/>
                <a:gd name="connsiteY6" fmla="*/ 592799 h 1494413"/>
                <a:gd name="connsiteX7" fmla="*/ 328529 w 922317"/>
                <a:gd name="connsiteY7" fmla="*/ 677466 h 1494413"/>
                <a:gd name="connsiteX8" fmla="*/ 277729 w 922317"/>
                <a:gd name="connsiteY8" fmla="*/ 863733 h 1494413"/>
                <a:gd name="connsiteX9" fmla="*/ 345462 w 922317"/>
                <a:gd name="connsiteY9" fmla="*/ 812933 h 1494413"/>
                <a:gd name="connsiteX10" fmla="*/ 345462 w 922317"/>
                <a:gd name="connsiteY10" fmla="*/ 838333 h 1494413"/>
                <a:gd name="connsiteX11" fmla="*/ 277729 w 922317"/>
                <a:gd name="connsiteY11" fmla="*/ 931466 h 1494413"/>
                <a:gd name="connsiteX12" fmla="*/ 252329 w 922317"/>
                <a:gd name="connsiteY12" fmla="*/ 1007666 h 1494413"/>
                <a:gd name="connsiteX13" fmla="*/ 176129 w 922317"/>
                <a:gd name="connsiteY13" fmla="*/ 1439466 h 1494413"/>
                <a:gd name="connsiteX14" fmla="*/ 176129 w 922317"/>
                <a:gd name="connsiteY14" fmla="*/ 1490266 h 1494413"/>
                <a:gd name="connsiteX15" fmla="*/ 15262 w 922317"/>
                <a:gd name="connsiteY15" fmla="*/ 1456399 h 1494413"/>
                <a:gd name="connsiteX16" fmla="*/ 15262 w 922317"/>
                <a:gd name="connsiteY16" fmla="*/ 1397133 h 1494413"/>
                <a:gd name="connsiteX17" fmla="*/ 91462 w 922317"/>
                <a:gd name="connsiteY17" fmla="*/ 1126199 h 1494413"/>
                <a:gd name="connsiteX18" fmla="*/ 108396 w 922317"/>
                <a:gd name="connsiteY18" fmla="*/ 753666 h 1494413"/>
                <a:gd name="connsiteX19" fmla="*/ 218462 w 922317"/>
                <a:gd name="connsiteY19" fmla="*/ 262599 h 1494413"/>
                <a:gd name="connsiteX20" fmla="*/ 286196 w 922317"/>
                <a:gd name="connsiteY20" fmla="*/ 144066 h 1494413"/>
                <a:gd name="connsiteX21" fmla="*/ 387796 w 922317"/>
                <a:gd name="connsiteY21" fmla="*/ 160999 h 1494413"/>
                <a:gd name="connsiteX22" fmla="*/ 616396 w 922317"/>
                <a:gd name="connsiteY22" fmla="*/ 17066 h 1494413"/>
                <a:gd name="connsiteX23" fmla="*/ 757154 w 922317"/>
                <a:gd name="connsiteY23" fmla="*/ 7541 h 1494413"/>
                <a:gd name="connsiteX24" fmla="*/ 805837 w 922317"/>
                <a:gd name="connsiteY24" fmla="*/ 60458 h 1494413"/>
                <a:gd name="connsiteX25" fmla="*/ 921196 w 922317"/>
                <a:gd name="connsiteY25" fmla="*/ 220266 h 1494413"/>
                <a:gd name="connsiteX26" fmla="*/ 861929 w 922317"/>
                <a:gd name="connsiteY26" fmla="*/ 271066 h 1494413"/>
                <a:gd name="connsiteX27" fmla="*/ 819596 w 922317"/>
                <a:gd name="connsiteY27" fmla="*/ 279533 h 1494413"/>
                <a:gd name="connsiteX28" fmla="*/ 794196 w 922317"/>
                <a:gd name="connsiteY28" fmla="*/ 355733 h 1494413"/>
                <a:gd name="connsiteX29" fmla="*/ 785729 w 922317"/>
                <a:gd name="connsiteY29" fmla="*/ 381133 h 1494413"/>
                <a:gd name="connsiteX30" fmla="*/ 861929 w 922317"/>
                <a:gd name="connsiteY30" fmla="*/ 423466 h 1494413"/>
                <a:gd name="connsiteX31" fmla="*/ 836529 w 922317"/>
                <a:gd name="connsiteY31" fmla="*/ 465799 h 1494413"/>
                <a:gd name="connsiteX32" fmla="*/ 760329 w 922317"/>
                <a:gd name="connsiteY32" fmla="*/ 474266 h 1494413"/>
                <a:gd name="connsiteX33" fmla="*/ 853462 w 922317"/>
                <a:gd name="connsiteY33" fmla="*/ 474266 h 1494413"/>
                <a:gd name="connsiteX34" fmla="*/ 853462 w 922317"/>
                <a:gd name="connsiteY34" fmla="*/ 525066 h 1494413"/>
                <a:gd name="connsiteX35" fmla="*/ 785729 w 922317"/>
                <a:gd name="connsiteY35" fmla="*/ 575866 h 1494413"/>
                <a:gd name="connsiteX36" fmla="*/ 811129 w 922317"/>
                <a:gd name="connsiteY36" fmla="*/ 643599 h 1494413"/>
                <a:gd name="connsiteX0" fmla="*/ 811129 w 922317"/>
                <a:gd name="connsiteY0" fmla="*/ 646536 h 1497350"/>
                <a:gd name="connsiteX1" fmla="*/ 675662 w 922317"/>
                <a:gd name="connsiteY1" fmla="*/ 646536 h 1497350"/>
                <a:gd name="connsiteX2" fmla="*/ 684129 w 922317"/>
                <a:gd name="connsiteY2" fmla="*/ 604203 h 1497350"/>
                <a:gd name="connsiteX3" fmla="*/ 717996 w 922317"/>
                <a:gd name="connsiteY3" fmla="*/ 544936 h 1497350"/>
                <a:gd name="connsiteX4" fmla="*/ 667196 w 922317"/>
                <a:gd name="connsiteY4" fmla="*/ 477203 h 1497350"/>
                <a:gd name="connsiteX5" fmla="*/ 489396 w 922317"/>
                <a:gd name="connsiteY5" fmla="*/ 494136 h 1497350"/>
                <a:gd name="connsiteX6" fmla="*/ 387796 w 922317"/>
                <a:gd name="connsiteY6" fmla="*/ 595736 h 1497350"/>
                <a:gd name="connsiteX7" fmla="*/ 328529 w 922317"/>
                <a:gd name="connsiteY7" fmla="*/ 680403 h 1497350"/>
                <a:gd name="connsiteX8" fmla="*/ 277729 w 922317"/>
                <a:gd name="connsiteY8" fmla="*/ 866670 h 1497350"/>
                <a:gd name="connsiteX9" fmla="*/ 345462 w 922317"/>
                <a:gd name="connsiteY9" fmla="*/ 815870 h 1497350"/>
                <a:gd name="connsiteX10" fmla="*/ 345462 w 922317"/>
                <a:gd name="connsiteY10" fmla="*/ 841270 h 1497350"/>
                <a:gd name="connsiteX11" fmla="*/ 277729 w 922317"/>
                <a:gd name="connsiteY11" fmla="*/ 934403 h 1497350"/>
                <a:gd name="connsiteX12" fmla="*/ 252329 w 922317"/>
                <a:gd name="connsiteY12" fmla="*/ 1010603 h 1497350"/>
                <a:gd name="connsiteX13" fmla="*/ 176129 w 922317"/>
                <a:gd name="connsiteY13" fmla="*/ 1442403 h 1497350"/>
                <a:gd name="connsiteX14" fmla="*/ 176129 w 922317"/>
                <a:gd name="connsiteY14" fmla="*/ 1493203 h 1497350"/>
                <a:gd name="connsiteX15" fmla="*/ 15262 w 922317"/>
                <a:gd name="connsiteY15" fmla="*/ 1459336 h 1497350"/>
                <a:gd name="connsiteX16" fmla="*/ 15262 w 922317"/>
                <a:gd name="connsiteY16" fmla="*/ 1400070 h 1497350"/>
                <a:gd name="connsiteX17" fmla="*/ 91462 w 922317"/>
                <a:gd name="connsiteY17" fmla="*/ 1129136 h 1497350"/>
                <a:gd name="connsiteX18" fmla="*/ 108396 w 922317"/>
                <a:gd name="connsiteY18" fmla="*/ 756603 h 1497350"/>
                <a:gd name="connsiteX19" fmla="*/ 218462 w 922317"/>
                <a:gd name="connsiteY19" fmla="*/ 265536 h 1497350"/>
                <a:gd name="connsiteX20" fmla="*/ 286196 w 922317"/>
                <a:gd name="connsiteY20" fmla="*/ 147003 h 1497350"/>
                <a:gd name="connsiteX21" fmla="*/ 387796 w 922317"/>
                <a:gd name="connsiteY21" fmla="*/ 163936 h 1497350"/>
                <a:gd name="connsiteX22" fmla="*/ 616396 w 922317"/>
                <a:gd name="connsiteY22" fmla="*/ 20003 h 1497350"/>
                <a:gd name="connsiteX23" fmla="*/ 722229 w 922317"/>
                <a:gd name="connsiteY23" fmla="*/ 5716 h 1497350"/>
                <a:gd name="connsiteX24" fmla="*/ 805837 w 922317"/>
                <a:gd name="connsiteY24" fmla="*/ 63395 h 1497350"/>
                <a:gd name="connsiteX25" fmla="*/ 921196 w 922317"/>
                <a:gd name="connsiteY25" fmla="*/ 223203 h 1497350"/>
                <a:gd name="connsiteX26" fmla="*/ 861929 w 922317"/>
                <a:gd name="connsiteY26" fmla="*/ 274003 h 1497350"/>
                <a:gd name="connsiteX27" fmla="*/ 819596 w 922317"/>
                <a:gd name="connsiteY27" fmla="*/ 282470 h 1497350"/>
                <a:gd name="connsiteX28" fmla="*/ 794196 w 922317"/>
                <a:gd name="connsiteY28" fmla="*/ 358670 h 1497350"/>
                <a:gd name="connsiteX29" fmla="*/ 785729 w 922317"/>
                <a:gd name="connsiteY29" fmla="*/ 384070 h 1497350"/>
                <a:gd name="connsiteX30" fmla="*/ 861929 w 922317"/>
                <a:gd name="connsiteY30" fmla="*/ 426403 h 1497350"/>
                <a:gd name="connsiteX31" fmla="*/ 836529 w 922317"/>
                <a:gd name="connsiteY31" fmla="*/ 468736 h 1497350"/>
                <a:gd name="connsiteX32" fmla="*/ 760329 w 922317"/>
                <a:gd name="connsiteY32" fmla="*/ 477203 h 1497350"/>
                <a:gd name="connsiteX33" fmla="*/ 853462 w 922317"/>
                <a:gd name="connsiteY33" fmla="*/ 477203 h 1497350"/>
                <a:gd name="connsiteX34" fmla="*/ 853462 w 922317"/>
                <a:gd name="connsiteY34" fmla="*/ 528003 h 1497350"/>
                <a:gd name="connsiteX35" fmla="*/ 785729 w 922317"/>
                <a:gd name="connsiteY35" fmla="*/ 578803 h 1497350"/>
                <a:gd name="connsiteX36" fmla="*/ 811129 w 922317"/>
                <a:gd name="connsiteY36" fmla="*/ 646536 h 1497350"/>
                <a:gd name="connsiteX0" fmla="*/ 811129 w 922317"/>
                <a:gd name="connsiteY0" fmla="*/ 643310 h 1494124"/>
                <a:gd name="connsiteX1" fmla="*/ 675662 w 922317"/>
                <a:gd name="connsiteY1" fmla="*/ 643310 h 1494124"/>
                <a:gd name="connsiteX2" fmla="*/ 684129 w 922317"/>
                <a:gd name="connsiteY2" fmla="*/ 600977 h 1494124"/>
                <a:gd name="connsiteX3" fmla="*/ 717996 w 922317"/>
                <a:gd name="connsiteY3" fmla="*/ 541710 h 1494124"/>
                <a:gd name="connsiteX4" fmla="*/ 667196 w 922317"/>
                <a:gd name="connsiteY4" fmla="*/ 473977 h 1494124"/>
                <a:gd name="connsiteX5" fmla="*/ 489396 w 922317"/>
                <a:gd name="connsiteY5" fmla="*/ 490910 h 1494124"/>
                <a:gd name="connsiteX6" fmla="*/ 387796 w 922317"/>
                <a:gd name="connsiteY6" fmla="*/ 592510 h 1494124"/>
                <a:gd name="connsiteX7" fmla="*/ 328529 w 922317"/>
                <a:gd name="connsiteY7" fmla="*/ 677177 h 1494124"/>
                <a:gd name="connsiteX8" fmla="*/ 277729 w 922317"/>
                <a:gd name="connsiteY8" fmla="*/ 863444 h 1494124"/>
                <a:gd name="connsiteX9" fmla="*/ 345462 w 922317"/>
                <a:gd name="connsiteY9" fmla="*/ 812644 h 1494124"/>
                <a:gd name="connsiteX10" fmla="*/ 345462 w 922317"/>
                <a:gd name="connsiteY10" fmla="*/ 838044 h 1494124"/>
                <a:gd name="connsiteX11" fmla="*/ 277729 w 922317"/>
                <a:gd name="connsiteY11" fmla="*/ 931177 h 1494124"/>
                <a:gd name="connsiteX12" fmla="*/ 252329 w 922317"/>
                <a:gd name="connsiteY12" fmla="*/ 1007377 h 1494124"/>
                <a:gd name="connsiteX13" fmla="*/ 176129 w 922317"/>
                <a:gd name="connsiteY13" fmla="*/ 1439177 h 1494124"/>
                <a:gd name="connsiteX14" fmla="*/ 176129 w 922317"/>
                <a:gd name="connsiteY14" fmla="*/ 1489977 h 1494124"/>
                <a:gd name="connsiteX15" fmla="*/ 15262 w 922317"/>
                <a:gd name="connsiteY15" fmla="*/ 1456110 h 1494124"/>
                <a:gd name="connsiteX16" fmla="*/ 15262 w 922317"/>
                <a:gd name="connsiteY16" fmla="*/ 1396844 h 1494124"/>
                <a:gd name="connsiteX17" fmla="*/ 91462 w 922317"/>
                <a:gd name="connsiteY17" fmla="*/ 1125910 h 1494124"/>
                <a:gd name="connsiteX18" fmla="*/ 108396 w 922317"/>
                <a:gd name="connsiteY18" fmla="*/ 753377 h 1494124"/>
                <a:gd name="connsiteX19" fmla="*/ 218462 w 922317"/>
                <a:gd name="connsiteY19" fmla="*/ 262310 h 1494124"/>
                <a:gd name="connsiteX20" fmla="*/ 286196 w 922317"/>
                <a:gd name="connsiteY20" fmla="*/ 143777 h 1494124"/>
                <a:gd name="connsiteX21" fmla="*/ 387796 w 922317"/>
                <a:gd name="connsiteY21" fmla="*/ 160710 h 1494124"/>
                <a:gd name="connsiteX22" fmla="*/ 616396 w 922317"/>
                <a:gd name="connsiteY22" fmla="*/ 16777 h 1494124"/>
                <a:gd name="connsiteX23" fmla="*/ 722229 w 922317"/>
                <a:gd name="connsiteY23" fmla="*/ 2490 h 1494124"/>
                <a:gd name="connsiteX24" fmla="*/ 805837 w 922317"/>
                <a:gd name="connsiteY24" fmla="*/ 60169 h 1494124"/>
                <a:gd name="connsiteX25" fmla="*/ 921196 w 922317"/>
                <a:gd name="connsiteY25" fmla="*/ 219977 h 1494124"/>
                <a:gd name="connsiteX26" fmla="*/ 861929 w 922317"/>
                <a:gd name="connsiteY26" fmla="*/ 270777 h 1494124"/>
                <a:gd name="connsiteX27" fmla="*/ 819596 w 922317"/>
                <a:gd name="connsiteY27" fmla="*/ 279244 h 1494124"/>
                <a:gd name="connsiteX28" fmla="*/ 794196 w 922317"/>
                <a:gd name="connsiteY28" fmla="*/ 355444 h 1494124"/>
                <a:gd name="connsiteX29" fmla="*/ 785729 w 922317"/>
                <a:gd name="connsiteY29" fmla="*/ 380844 h 1494124"/>
                <a:gd name="connsiteX30" fmla="*/ 861929 w 922317"/>
                <a:gd name="connsiteY30" fmla="*/ 423177 h 1494124"/>
                <a:gd name="connsiteX31" fmla="*/ 836529 w 922317"/>
                <a:gd name="connsiteY31" fmla="*/ 465510 h 1494124"/>
                <a:gd name="connsiteX32" fmla="*/ 760329 w 922317"/>
                <a:gd name="connsiteY32" fmla="*/ 473977 h 1494124"/>
                <a:gd name="connsiteX33" fmla="*/ 853462 w 922317"/>
                <a:gd name="connsiteY33" fmla="*/ 473977 h 1494124"/>
                <a:gd name="connsiteX34" fmla="*/ 853462 w 922317"/>
                <a:gd name="connsiteY34" fmla="*/ 524777 h 1494124"/>
                <a:gd name="connsiteX35" fmla="*/ 785729 w 922317"/>
                <a:gd name="connsiteY35" fmla="*/ 575577 h 1494124"/>
                <a:gd name="connsiteX36" fmla="*/ 811129 w 922317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4196 w 922279"/>
                <a:gd name="connsiteY28" fmla="*/ 355444 h 1494124"/>
                <a:gd name="connsiteX29" fmla="*/ 785729 w 922279"/>
                <a:gd name="connsiteY29" fmla="*/ 380844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4196 w 922279"/>
                <a:gd name="connsiteY28" fmla="*/ 355444 h 1494124"/>
                <a:gd name="connsiteX29" fmla="*/ 795254 w 922279"/>
                <a:gd name="connsiteY29" fmla="*/ 390369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7371 w 922279"/>
                <a:gd name="connsiteY28" fmla="*/ 352269 h 1494124"/>
                <a:gd name="connsiteX29" fmla="*/ 795254 w 922279"/>
                <a:gd name="connsiteY29" fmla="*/ 390369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795254 w 922347"/>
                <a:gd name="connsiteY29" fmla="*/ 390369 h 1494124"/>
                <a:gd name="connsiteX30" fmla="*/ 8619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619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11129 w 922347"/>
                <a:gd name="connsiteY37" fmla="*/ 643310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54397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54397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32762 w 922347"/>
                <a:gd name="connsiteY9" fmla="*/ 823757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32762 w 922347"/>
                <a:gd name="connsiteY9" fmla="*/ 823757 h 1494124"/>
                <a:gd name="connsiteX10" fmla="*/ 335937 w 922347"/>
                <a:gd name="connsiteY10" fmla="*/ 866619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797794 w 920124"/>
                <a:gd name="connsiteY0" fmla="*/ 646485 h 1491119"/>
                <a:gd name="connsiteX1" fmla="*/ 673439 w 920124"/>
                <a:gd name="connsiteY1" fmla="*/ 643310 h 1491119"/>
                <a:gd name="connsiteX2" fmla="*/ 681906 w 920124"/>
                <a:gd name="connsiteY2" fmla="*/ 600977 h 1491119"/>
                <a:gd name="connsiteX3" fmla="*/ 715773 w 920124"/>
                <a:gd name="connsiteY3" fmla="*/ 541710 h 1491119"/>
                <a:gd name="connsiteX4" fmla="*/ 664973 w 920124"/>
                <a:gd name="connsiteY4" fmla="*/ 473977 h 1491119"/>
                <a:gd name="connsiteX5" fmla="*/ 487173 w 920124"/>
                <a:gd name="connsiteY5" fmla="*/ 490910 h 1491119"/>
                <a:gd name="connsiteX6" fmla="*/ 374460 w 920124"/>
                <a:gd name="connsiteY6" fmla="*/ 571872 h 1491119"/>
                <a:gd name="connsiteX7" fmla="*/ 326306 w 920124"/>
                <a:gd name="connsiteY7" fmla="*/ 677177 h 1491119"/>
                <a:gd name="connsiteX8" fmla="*/ 275506 w 920124"/>
                <a:gd name="connsiteY8" fmla="*/ 863444 h 1491119"/>
                <a:gd name="connsiteX9" fmla="*/ 330539 w 920124"/>
                <a:gd name="connsiteY9" fmla="*/ 823757 h 1491119"/>
                <a:gd name="connsiteX10" fmla="*/ 333714 w 920124"/>
                <a:gd name="connsiteY10" fmla="*/ 866619 h 1491119"/>
                <a:gd name="connsiteX11" fmla="*/ 275506 w 920124"/>
                <a:gd name="connsiteY11" fmla="*/ 931177 h 1491119"/>
                <a:gd name="connsiteX12" fmla="*/ 250106 w 920124"/>
                <a:gd name="connsiteY12" fmla="*/ 1007377 h 1491119"/>
                <a:gd name="connsiteX13" fmla="*/ 173906 w 920124"/>
                <a:gd name="connsiteY13" fmla="*/ 1439177 h 1491119"/>
                <a:gd name="connsiteX14" fmla="*/ 142156 w 920124"/>
                <a:gd name="connsiteY14" fmla="*/ 1485214 h 1491119"/>
                <a:gd name="connsiteX15" fmla="*/ 13039 w 920124"/>
                <a:gd name="connsiteY15" fmla="*/ 1456110 h 1491119"/>
                <a:gd name="connsiteX16" fmla="*/ 13039 w 920124"/>
                <a:gd name="connsiteY16" fmla="*/ 1396844 h 1491119"/>
                <a:gd name="connsiteX17" fmla="*/ 89239 w 920124"/>
                <a:gd name="connsiteY17" fmla="*/ 1125910 h 1491119"/>
                <a:gd name="connsiteX18" fmla="*/ 106173 w 920124"/>
                <a:gd name="connsiteY18" fmla="*/ 753377 h 1491119"/>
                <a:gd name="connsiteX19" fmla="*/ 216239 w 920124"/>
                <a:gd name="connsiteY19" fmla="*/ 262310 h 1491119"/>
                <a:gd name="connsiteX20" fmla="*/ 283973 w 920124"/>
                <a:gd name="connsiteY20" fmla="*/ 143777 h 1491119"/>
                <a:gd name="connsiteX21" fmla="*/ 385573 w 920124"/>
                <a:gd name="connsiteY21" fmla="*/ 160710 h 1491119"/>
                <a:gd name="connsiteX22" fmla="*/ 614173 w 920124"/>
                <a:gd name="connsiteY22" fmla="*/ 16777 h 1491119"/>
                <a:gd name="connsiteX23" fmla="*/ 720006 w 920124"/>
                <a:gd name="connsiteY23" fmla="*/ 2490 h 1491119"/>
                <a:gd name="connsiteX24" fmla="*/ 803614 w 920124"/>
                <a:gd name="connsiteY24" fmla="*/ 60169 h 1491119"/>
                <a:gd name="connsiteX25" fmla="*/ 918973 w 920124"/>
                <a:gd name="connsiteY25" fmla="*/ 219977 h 1491119"/>
                <a:gd name="connsiteX26" fmla="*/ 859706 w 920124"/>
                <a:gd name="connsiteY26" fmla="*/ 270777 h 1491119"/>
                <a:gd name="connsiteX27" fmla="*/ 807848 w 920124"/>
                <a:gd name="connsiteY27" fmla="*/ 309406 h 1491119"/>
                <a:gd name="connsiteX28" fmla="*/ 795148 w 920124"/>
                <a:gd name="connsiteY28" fmla="*/ 352269 h 1491119"/>
                <a:gd name="connsiteX29" fmla="*/ 810493 w 920124"/>
                <a:gd name="connsiteY29" fmla="*/ 390369 h 1491119"/>
                <a:gd name="connsiteX30" fmla="*/ 847006 w 920124"/>
                <a:gd name="connsiteY30" fmla="*/ 423177 h 1491119"/>
                <a:gd name="connsiteX31" fmla="*/ 835894 w 920124"/>
                <a:gd name="connsiteY31" fmla="*/ 459159 h 1491119"/>
                <a:gd name="connsiteX32" fmla="*/ 758106 w 920124"/>
                <a:gd name="connsiteY32" fmla="*/ 473977 h 1491119"/>
                <a:gd name="connsiteX33" fmla="*/ 851239 w 920124"/>
                <a:gd name="connsiteY33" fmla="*/ 483502 h 1491119"/>
                <a:gd name="connsiteX34" fmla="*/ 841714 w 920124"/>
                <a:gd name="connsiteY34" fmla="*/ 524777 h 1491119"/>
                <a:gd name="connsiteX35" fmla="*/ 785708 w 920124"/>
                <a:gd name="connsiteY35" fmla="*/ 543665 h 1491119"/>
                <a:gd name="connsiteX36" fmla="*/ 783506 w 920124"/>
                <a:gd name="connsiteY36" fmla="*/ 575577 h 1491119"/>
                <a:gd name="connsiteX37" fmla="*/ 797794 w 920124"/>
                <a:gd name="connsiteY37" fmla="*/ 646485 h 1491119"/>
                <a:gd name="connsiteX0" fmla="*/ 797794 w 920124"/>
                <a:gd name="connsiteY0" fmla="*/ 646485 h 1493687"/>
                <a:gd name="connsiteX1" fmla="*/ 673439 w 920124"/>
                <a:gd name="connsiteY1" fmla="*/ 643310 h 1493687"/>
                <a:gd name="connsiteX2" fmla="*/ 681906 w 920124"/>
                <a:gd name="connsiteY2" fmla="*/ 600977 h 1493687"/>
                <a:gd name="connsiteX3" fmla="*/ 715773 w 920124"/>
                <a:gd name="connsiteY3" fmla="*/ 541710 h 1493687"/>
                <a:gd name="connsiteX4" fmla="*/ 664973 w 920124"/>
                <a:gd name="connsiteY4" fmla="*/ 473977 h 1493687"/>
                <a:gd name="connsiteX5" fmla="*/ 487173 w 920124"/>
                <a:gd name="connsiteY5" fmla="*/ 490910 h 1493687"/>
                <a:gd name="connsiteX6" fmla="*/ 374460 w 920124"/>
                <a:gd name="connsiteY6" fmla="*/ 571872 h 1493687"/>
                <a:gd name="connsiteX7" fmla="*/ 326306 w 920124"/>
                <a:gd name="connsiteY7" fmla="*/ 677177 h 1493687"/>
                <a:gd name="connsiteX8" fmla="*/ 275506 w 920124"/>
                <a:gd name="connsiteY8" fmla="*/ 863444 h 1493687"/>
                <a:gd name="connsiteX9" fmla="*/ 330539 w 920124"/>
                <a:gd name="connsiteY9" fmla="*/ 823757 h 1493687"/>
                <a:gd name="connsiteX10" fmla="*/ 333714 w 920124"/>
                <a:gd name="connsiteY10" fmla="*/ 866619 h 1493687"/>
                <a:gd name="connsiteX11" fmla="*/ 275506 w 920124"/>
                <a:gd name="connsiteY11" fmla="*/ 931177 h 1493687"/>
                <a:gd name="connsiteX12" fmla="*/ 250106 w 920124"/>
                <a:gd name="connsiteY12" fmla="*/ 1007377 h 1493687"/>
                <a:gd name="connsiteX13" fmla="*/ 173906 w 920124"/>
                <a:gd name="connsiteY13" fmla="*/ 1439177 h 1493687"/>
                <a:gd name="connsiteX14" fmla="*/ 142156 w 920124"/>
                <a:gd name="connsiteY14" fmla="*/ 1485214 h 1493687"/>
                <a:gd name="connsiteX15" fmla="*/ 13039 w 920124"/>
                <a:gd name="connsiteY15" fmla="*/ 1456110 h 1493687"/>
                <a:gd name="connsiteX16" fmla="*/ 13039 w 920124"/>
                <a:gd name="connsiteY16" fmla="*/ 1396844 h 1493687"/>
                <a:gd name="connsiteX17" fmla="*/ 89239 w 920124"/>
                <a:gd name="connsiteY17" fmla="*/ 1125910 h 1493687"/>
                <a:gd name="connsiteX18" fmla="*/ 106173 w 920124"/>
                <a:gd name="connsiteY18" fmla="*/ 753377 h 1493687"/>
                <a:gd name="connsiteX19" fmla="*/ 216239 w 920124"/>
                <a:gd name="connsiteY19" fmla="*/ 262310 h 1493687"/>
                <a:gd name="connsiteX20" fmla="*/ 283973 w 920124"/>
                <a:gd name="connsiteY20" fmla="*/ 143777 h 1493687"/>
                <a:gd name="connsiteX21" fmla="*/ 385573 w 920124"/>
                <a:gd name="connsiteY21" fmla="*/ 160710 h 1493687"/>
                <a:gd name="connsiteX22" fmla="*/ 614173 w 920124"/>
                <a:gd name="connsiteY22" fmla="*/ 16777 h 1493687"/>
                <a:gd name="connsiteX23" fmla="*/ 720006 w 920124"/>
                <a:gd name="connsiteY23" fmla="*/ 2490 h 1493687"/>
                <a:gd name="connsiteX24" fmla="*/ 803614 w 920124"/>
                <a:gd name="connsiteY24" fmla="*/ 60169 h 1493687"/>
                <a:gd name="connsiteX25" fmla="*/ 918973 w 920124"/>
                <a:gd name="connsiteY25" fmla="*/ 219977 h 1493687"/>
                <a:gd name="connsiteX26" fmla="*/ 859706 w 920124"/>
                <a:gd name="connsiteY26" fmla="*/ 270777 h 1493687"/>
                <a:gd name="connsiteX27" fmla="*/ 807848 w 920124"/>
                <a:gd name="connsiteY27" fmla="*/ 309406 h 1493687"/>
                <a:gd name="connsiteX28" fmla="*/ 795148 w 920124"/>
                <a:gd name="connsiteY28" fmla="*/ 352269 h 1493687"/>
                <a:gd name="connsiteX29" fmla="*/ 810493 w 920124"/>
                <a:gd name="connsiteY29" fmla="*/ 390369 h 1493687"/>
                <a:gd name="connsiteX30" fmla="*/ 847006 w 920124"/>
                <a:gd name="connsiteY30" fmla="*/ 423177 h 1493687"/>
                <a:gd name="connsiteX31" fmla="*/ 835894 w 920124"/>
                <a:gd name="connsiteY31" fmla="*/ 459159 h 1493687"/>
                <a:gd name="connsiteX32" fmla="*/ 758106 w 920124"/>
                <a:gd name="connsiteY32" fmla="*/ 473977 h 1493687"/>
                <a:gd name="connsiteX33" fmla="*/ 851239 w 920124"/>
                <a:gd name="connsiteY33" fmla="*/ 483502 h 1493687"/>
                <a:gd name="connsiteX34" fmla="*/ 841714 w 920124"/>
                <a:gd name="connsiteY34" fmla="*/ 524777 h 1493687"/>
                <a:gd name="connsiteX35" fmla="*/ 785708 w 920124"/>
                <a:gd name="connsiteY35" fmla="*/ 543665 h 1493687"/>
                <a:gd name="connsiteX36" fmla="*/ 783506 w 920124"/>
                <a:gd name="connsiteY36" fmla="*/ 575577 h 1493687"/>
                <a:gd name="connsiteX37" fmla="*/ 797794 w 920124"/>
                <a:gd name="connsiteY37" fmla="*/ 646485 h 1493687"/>
                <a:gd name="connsiteX0" fmla="*/ 797575 w 919905"/>
                <a:gd name="connsiteY0" fmla="*/ 646485 h 1497890"/>
                <a:gd name="connsiteX1" fmla="*/ 673220 w 919905"/>
                <a:gd name="connsiteY1" fmla="*/ 643310 h 1497890"/>
                <a:gd name="connsiteX2" fmla="*/ 681687 w 919905"/>
                <a:gd name="connsiteY2" fmla="*/ 600977 h 1497890"/>
                <a:gd name="connsiteX3" fmla="*/ 715554 w 919905"/>
                <a:gd name="connsiteY3" fmla="*/ 541710 h 1497890"/>
                <a:gd name="connsiteX4" fmla="*/ 664754 w 919905"/>
                <a:gd name="connsiteY4" fmla="*/ 473977 h 1497890"/>
                <a:gd name="connsiteX5" fmla="*/ 486954 w 919905"/>
                <a:gd name="connsiteY5" fmla="*/ 490910 h 1497890"/>
                <a:gd name="connsiteX6" fmla="*/ 374241 w 919905"/>
                <a:gd name="connsiteY6" fmla="*/ 571872 h 1497890"/>
                <a:gd name="connsiteX7" fmla="*/ 326087 w 919905"/>
                <a:gd name="connsiteY7" fmla="*/ 677177 h 1497890"/>
                <a:gd name="connsiteX8" fmla="*/ 275287 w 919905"/>
                <a:gd name="connsiteY8" fmla="*/ 863444 h 1497890"/>
                <a:gd name="connsiteX9" fmla="*/ 330320 w 919905"/>
                <a:gd name="connsiteY9" fmla="*/ 823757 h 1497890"/>
                <a:gd name="connsiteX10" fmla="*/ 333495 w 919905"/>
                <a:gd name="connsiteY10" fmla="*/ 866619 h 1497890"/>
                <a:gd name="connsiteX11" fmla="*/ 275287 w 919905"/>
                <a:gd name="connsiteY11" fmla="*/ 931177 h 1497890"/>
                <a:gd name="connsiteX12" fmla="*/ 249887 w 919905"/>
                <a:gd name="connsiteY12" fmla="*/ 1007377 h 1497890"/>
                <a:gd name="connsiteX13" fmla="*/ 173687 w 919905"/>
                <a:gd name="connsiteY13" fmla="*/ 1439177 h 1497890"/>
                <a:gd name="connsiteX14" fmla="*/ 138762 w 919905"/>
                <a:gd name="connsiteY14" fmla="*/ 1491564 h 1497890"/>
                <a:gd name="connsiteX15" fmla="*/ 12820 w 919905"/>
                <a:gd name="connsiteY15" fmla="*/ 1456110 h 1497890"/>
                <a:gd name="connsiteX16" fmla="*/ 12820 w 919905"/>
                <a:gd name="connsiteY16" fmla="*/ 1396844 h 1497890"/>
                <a:gd name="connsiteX17" fmla="*/ 89020 w 919905"/>
                <a:gd name="connsiteY17" fmla="*/ 1125910 h 1497890"/>
                <a:gd name="connsiteX18" fmla="*/ 105954 w 919905"/>
                <a:gd name="connsiteY18" fmla="*/ 753377 h 1497890"/>
                <a:gd name="connsiteX19" fmla="*/ 216020 w 919905"/>
                <a:gd name="connsiteY19" fmla="*/ 262310 h 1497890"/>
                <a:gd name="connsiteX20" fmla="*/ 283754 w 919905"/>
                <a:gd name="connsiteY20" fmla="*/ 143777 h 1497890"/>
                <a:gd name="connsiteX21" fmla="*/ 385354 w 919905"/>
                <a:gd name="connsiteY21" fmla="*/ 160710 h 1497890"/>
                <a:gd name="connsiteX22" fmla="*/ 613954 w 919905"/>
                <a:gd name="connsiteY22" fmla="*/ 16777 h 1497890"/>
                <a:gd name="connsiteX23" fmla="*/ 719787 w 919905"/>
                <a:gd name="connsiteY23" fmla="*/ 2490 h 1497890"/>
                <a:gd name="connsiteX24" fmla="*/ 803395 w 919905"/>
                <a:gd name="connsiteY24" fmla="*/ 60169 h 1497890"/>
                <a:gd name="connsiteX25" fmla="*/ 918754 w 919905"/>
                <a:gd name="connsiteY25" fmla="*/ 219977 h 1497890"/>
                <a:gd name="connsiteX26" fmla="*/ 859487 w 919905"/>
                <a:gd name="connsiteY26" fmla="*/ 270777 h 1497890"/>
                <a:gd name="connsiteX27" fmla="*/ 807629 w 919905"/>
                <a:gd name="connsiteY27" fmla="*/ 309406 h 1497890"/>
                <a:gd name="connsiteX28" fmla="*/ 794929 w 919905"/>
                <a:gd name="connsiteY28" fmla="*/ 352269 h 1497890"/>
                <a:gd name="connsiteX29" fmla="*/ 810274 w 919905"/>
                <a:gd name="connsiteY29" fmla="*/ 390369 h 1497890"/>
                <a:gd name="connsiteX30" fmla="*/ 846787 w 919905"/>
                <a:gd name="connsiteY30" fmla="*/ 423177 h 1497890"/>
                <a:gd name="connsiteX31" fmla="*/ 835675 w 919905"/>
                <a:gd name="connsiteY31" fmla="*/ 459159 h 1497890"/>
                <a:gd name="connsiteX32" fmla="*/ 757887 w 919905"/>
                <a:gd name="connsiteY32" fmla="*/ 473977 h 1497890"/>
                <a:gd name="connsiteX33" fmla="*/ 851020 w 919905"/>
                <a:gd name="connsiteY33" fmla="*/ 483502 h 1497890"/>
                <a:gd name="connsiteX34" fmla="*/ 841495 w 919905"/>
                <a:gd name="connsiteY34" fmla="*/ 524777 h 1497890"/>
                <a:gd name="connsiteX35" fmla="*/ 785489 w 919905"/>
                <a:gd name="connsiteY35" fmla="*/ 543665 h 1497890"/>
                <a:gd name="connsiteX36" fmla="*/ 783287 w 919905"/>
                <a:gd name="connsiteY36" fmla="*/ 575577 h 1497890"/>
                <a:gd name="connsiteX37" fmla="*/ 797575 w 919905"/>
                <a:gd name="connsiteY37" fmla="*/ 646485 h 1497890"/>
                <a:gd name="connsiteX0" fmla="*/ 796492 w 918822"/>
                <a:gd name="connsiteY0" fmla="*/ 646485 h 1498998"/>
                <a:gd name="connsiteX1" fmla="*/ 672137 w 918822"/>
                <a:gd name="connsiteY1" fmla="*/ 643310 h 1498998"/>
                <a:gd name="connsiteX2" fmla="*/ 680604 w 918822"/>
                <a:gd name="connsiteY2" fmla="*/ 600977 h 1498998"/>
                <a:gd name="connsiteX3" fmla="*/ 714471 w 918822"/>
                <a:gd name="connsiteY3" fmla="*/ 541710 h 1498998"/>
                <a:gd name="connsiteX4" fmla="*/ 663671 w 918822"/>
                <a:gd name="connsiteY4" fmla="*/ 473977 h 1498998"/>
                <a:gd name="connsiteX5" fmla="*/ 485871 w 918822"/>
                <a:gd name="connsiteY5" fmla="*/ 490910 h 1498998"/>
                <a:gd name="connsiteX6" fmla="*/ 373158 w 918822"/>
                <a:gd name="connsiteY6" fmla="*/ 571872 h 1498998"/>
                <a:gd name="connsiteX7" fmla="*/ 325004 w 918822"/>
                <a:gd name="connsiteY7" fmla="*/ 677177 h 1498998"/>
                <a:gd name="connsiteX8" fmla="*/ 274204 w 918822"/>
                <a:gd name="connsiteY8" fmla="*/ 863444 h 1498998"/>
                <a:gd name="connsiteX9" fmla="*/ 329237 w 918822"/>
                <a:gd name="connsiteY9" fmla="*/ 823757 h 1498998"/>
                <a:gd name="connsiteX10" fmla="*/ 332412 w 918822"/>
                <a:gd name="connsiteY10" fmla="*/ 866619 h 1498998"/>
                <a:gd name="connsiteX11" fmla="*/ 274204 w 918822"/>
                <a:gd name="connsiteY11" fmla="*/ 931177 h 1498998"/>
                <a:gd name="connsiteX12" fmla="*/ 248804 w 918822"/>
                <a:gd name="connsiteY12" fmla="*/ 1007377 h 1498998"/>
                <a:gd name="connsiteX13" fmla="*/ 172604 w 918822"/>
                <a:gd name="connsiteY13" fmla="*/ 1439177 h 1498998"/>
                <a:gd name="connsiteX14" fmla="*/ 121804 w 918822"/>
                <a:gd name="connsiteY14" fmla="*/ 1493152 h 1498998"/>
                <a:gd name="connsiteX15" fmla="*/ 11737 w 918822"/>
                <a:gd name="connsiteY15" fmla="*/ 1456110 h 1498998"/>
                <a:gd name="connsiteX16" fmla="*/ 11737 w 918822"/>
                <a:gd name="connsiteY16" fmla="*/ 1396844 h 1498998"/>
                <a:gd name="connsiteX17" fmla="*/ 87937 w 918822"/>
                <a:gd name="connsiteY17" fmla="*/ 1125910 h 1498998"/>
                <a:gd name="connsiteX18" fmla="*/ 104871 w 918822"/>
                <a:gd name="connsiteY18" fmla="*/ 753377 h 1498998"/>
                <a:gd name="connsiteX19" fmla="*/ 214937 w 918822"/>
                <a:gd name="connsiteY19" fmla="*/ 262310 h 1498998"/>
                <a:gd name="connsiteX20" fmla="*/ 282671 w 918822"/>
                <a:gd name="connsiteY20" fmla="*/ 143777 h 1498998"/>
                <a:gd name="connsiteX21" fmla="*/ 384271 w 918822"/>
                <a:gd name="connsiteY21" fmla="*/ 160710 h 1498998"/>
                <a:gd name="connsiteX22" fmla="*/ 612871 w 918822"/>
                <a:gd name="connsiteY22" fmla="*/ 16777 h 1498998"/>
                <a:gd name="connsiteX23" fmla="*/ 718704 w 918822"/>
                <a:gd name="connsiteY23" fmla="*/ 2490 h 1498998"/>
                <a:gd name="connsiteX24" fmla="*/ 802312 w 918822"/>
                <a:gd name="connsiteY24" fmla="*/ 60169 h 1498998"/>
                <a:gd name="connsiteX25" fmla="*/ 917671 w 918822"/>
                <a:gd name="connsiteY25" fmla="*/ 219977 h 1498998"/>
                <a:gd name="connsiteX26" fmla="*/ 858404 w 918822"/>
                <a:gd name="connsiteY26" fmla="*/ 270777 h 1498998"/>
                <a:gd name="connsiteX27" fmla="*/ 806546 w 918822"/>
                <a:gd name="connsiteY27" fmla="*/ 309406 h 1498998"/>
                <a:gd name="connsiteX28" fmla="*/ 793846 w 918822"/>
                <a:gd name="connsiteY28" fmla="*/ 352269 h 1498998"/>
                <a:gd name="connsiteX29" fmla="*/ 809191 w 918822"/>
                <a:gd name="connsiteY29" fmla="*/ 390369 h 1498998"/>
                <a:gd name="connsiteX30" fmla="*/ 845704 w 918822"/>
                <a:gd name="connsiteY30" fmla="*/ 423177 h 1498998"/>
                <a:gd name="connsiteX31" fmla="*/ 834592 w 918822"/>
                <a:gd name="connsiteY31" fmla="*/ 459159 h 1498998"/>
                <a:gd name="connsiteX32" fmla="*/ 756804 w 918822"/>
                <a:gd name="connsiteY32" fmla="*/ 473977 h 1498998"/>
                <a:gd name="connsiteX33" fmla="*/ 849937 w 918822"/>
                <a:gd name="connsiteY33" fmla="*/ 483502 h 1498998"/>
                <a:gd name="connsiteX34" fmla="*/ 840412 w 918822"/>
                <a:gd name="connsiteY34" fmla="*/ 524777 h 1498998"/>
                <a:gd name="connsiteX35" fmla="*/ 784406 w 918822"/>
                <a:gd name="connsiteY35" fmla="*/ 543665 h 1498998"/>
                <a:gd name="connsiteX36" fmla="*/ 782204 w 918822"/>
                <a:gd name="connsiteY36" fmla="*/ 575577 h 1498998"/>
                <a:gd name="connsiteX37" fmla="*/ 796492 w 918822"/>
                <a:gd name="connsiteY37" fmla="*/ 646485 h 1498998"/>
                <a:gd name="connsiteX0" fmla="*/ 794323 w 916653"/>
                <a:gd name="connsiteY0" fmla="*/ 646485 h 1498998"/>
                <a:gd name="connsiteX1" fmla="*/ 669968 w 916653"/>
                <a:gd name="connsiteY1" fmla="*/ 643310 h 1498998"/>
                <a:gd name="connsiteX2" fmla="*/ 678435 w 916653"/>
                <a:gd name="connsiteY2" fmla="*/ 600977 h 1498998"/>
                <a:gd name="connsiteX3" fmla="*/ 712302 w 916653"/>
                <a:gd name="connsiteY3" fmla="*/ 541710 h 1498998"/>
                <a:gd name="connsiteX4" fmla="*/ 661502 w 916653"/>
                <a:gd name="connsiteY4" fmla="*/ 473977 h 1498998"/>
                <a:gd name="connsiteX5" fmla="*/ 483702 w 916653"/>
                <a:gd name="connsiteY5" fmla="*/ 490910 h 1498998"/>
                <a:gd name="connsiteX6" fmla="*/ 370989 w 916653"/>
                <a:gd name="connsiteY6" fmla="*/ 571872 h 1498998"/>
                <a:gd name="connsiteX7" fmla="*/ 322835 w 916653"/>
                <a:gd name="connsiteY7" fmla="*/ 677177 h 1498998"/>
                <a:gd name="connsiteX8" fmla="*/ 272035 w 916653"/>
                <a:gd name="connsiteY8" fmla="*/ 863444 h 1498998"/>
                <a:gd name="connsiteX9" fmla="*/ 327068 w 916653"/>
                <a:gd name="connsiteY9" fmla="*/ 823757 h 1498998"/>
                <a:gd name="connsiteX10" fmla="*/ 330243 w 916653"/>
                <a:gd name="connsiteY10" fmla="*/ 866619 h 1498998"/>
                <a:gd name="connsiteX11" fmla="*/ 272035 w 916653"/>
                <a:gd name="connsiteY11" fmla="*/ 931177 h 1498998"/>
                <a:gd name="connsiteX12" fmla="*/ 246635 w 916653"/>
                <a:gd name="connsiteY12" fmla="*/ 1007377 h 1498998"/>
                <a:gd name="connsiteX13" fmla="*/ 170435 w 916653"/>
                <a:gd name="connsiteY13" fmla="*/ 1439177 h 1498998"/>
                <a:gd name="connsiteX14" fmla="*/ 119635 w 916653"/>
                <a:gd name="connsiteY14" fmla="*/ 1493152 h 1498998"/>
                <a:gd name="connsiteX15" fmla="*/ 9568 w 916653"/>
                <a:gd name="connsiteY15" fmla="*/ 1456110 h 1498998"/>
                <a:gd name="connsiteX16" fmla="*/ 14331 w 916653"/>
                <a:gd name="connsiteY16" fmla="*/ 1396844 h 1498998"/>
                <a:gd name="connsiteX17" fmla="*/ 85768 w 916653"/>
                <a:gd name="connsiteY17" fmla="*/ 1125910 h 1498998"/>
                <a:gd name="connsiteX18" fmla="*/ 102702 w 916653"/>
                <a:gd name="connsiteY18" fmla="*/ 753377 h 1498998"/>
                <a:gd name="connsiteX19" fmla="*/ 212768 w 916653"/>
                <a:gd name="connsiteY19" fmla="*/ 262310 h 1498998"/>
                <a:gd name="connsiteX20" fmla="*/ 280502 w 916653"/>
                <a:gd name="connsiteY20" fmla="*/ 143777 h 1498998"/>
                <a:gd name="connsiteX21" fmla="*/ 382102 w 916653"/>
                <a:gd name="connsiteY21" fmla="*/ 160710 h 1498998"/>
                <a:gd name="connsiteX22" fmla="*/ 610702 w 916653"/>
                <a:gd name="connsiteY22" fmla="*/ 16777 h 1498998"/>
                <a:gd name="connsiteX23" fmla="*/ 716535 w 916653"/>
                <a:gd name="connsiteY23" fmla="*/ 2490 h 1498998"/>
                <a:gd name="connsiteX24" fmla="*/ 800143 w 916653"/>
                <a:gd name="connsiteY24" fmla="*/ 60169 h 1498998"/>
                <a:gd name="connsiteX25" fmla="*/ 915502 w 916653"/>
                <a:gd name="connsiteY25" fmla="*/ 219977 h 1498998"/>
                <a:gd name="connsiteX26" fmla="*/ 856235 w 916653"/>
                <a:gd name="connsiteY26" fmla="*/ 270777 h 1498998"/>
                <a:gd name="connsiteX27" fmla="*/ 804377 w 916653"/>
                <a:gd name="connsiteY27" fmla="*/ 309406 h 1498998"/>
                <a:gd name="connsiteX28" fmla="*/ 791677 w 916653"/>
                <a:gd name="connsiteY28" fmla="*/ 352269 h 1498998"/>
                <a:gd name="connsiteX29" fmla="*/ 807022 w 916653"/>
                <a:gd name="connsiteY29" fmla="*/ 390369 h 1498998"/>
                <a:gd name="connsiteX30" fmla="*/ 843535 w 916653"/>
                <a:gd name="connsiteY30" fmla="*/ 423177 h 1498998"/>
                <a:gd name="connsiteX31" fmla="*/ 832423 w 916653"/>
                <a:gd name="connsiteY31" fmla="*/ 459159 h 1498998"/>
                <a:gd name="connsiteX32" fmla="*/ 754635 w 916653"/>
                <a:gd name="connsiteY32" fmla="*/ 473977 h 1498998"/>
                <a:gd name="connsiteX33" fmla="*/ 847768 w 916653"/>
                <a:gd name="connsiteY33" fmla="*/ 483502 h 1498998"/>
                <a:gd name="connsiteX34" fmla="*/ 838243 w 916653"/>
                <a:gd name="connsiteY34" fmla="*/ 524777 h 1498998"/>
                <a:gd name="connsiteX35" fmla="*/ 782237 w 916653"/>
                <a:gd name="connsiteY35" fmla="*/ 543665 h 1498998"/>
                <a:gd name="connsiteX36" fmla="*/ 780035 w 916653"/>
                <a:gd name="connsiteY36" fmla="*/ 575577 h 1498998"/>
                <a:gd name="connsiteX37" fmla="*/ 794323 w 916653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01928 w 915879"/>
                <a:gd name="connsiteY18" fmla="*/ 753377 h 1498998"/>
                <a:gd name="connsiteX19" fmla="*/ 211994 w 915879"/>
                <a:gd name="connsiteY19" fmla="*/ 262310 h 1498998"/>
                <a:gd name="connsiteX20" fmla="*/ 279728 w 915879"/>
                <a:gd name="connsiteY20" fmla="*/ 1437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25741 w 915879"/>
                <a:gd name="connsiteY18" fmla="*/ 767665 h 1498998"/>
                <a:gd name="connsiteX19" fmla="*/ 211994 w 915879"/>
                <a:gd name="connsiteY19" fmla="*/ 262310 h 1498998"/>
                <a:gd name="connsiteX20" fmla="*/ 279728 w 915879"/>
                <a:gd name="connsiteY20" fmla="*/ 1437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25741 w 915879"/>
                <a:gd name="connsiteY18" fmla="*/ 767665 h 1498998"/>
                <a:gd name="connsiteX19" fmla="*/ 211994 w 915879"/>
                <a:gd name="connsiteY19" fmla="*/ 262310 h 1498998"/>
                <a:gd name="connsiteX20" fmla="*/ 324178 w 915879"/>
                <a:gd name="connsiteY20" fmla="*/ 1310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5048 h 1497561"/>
                <a:gd name="connsiteX1" fmla="*/ 669194 w 915879"/>
                <a:gd name="connsiteY1" fmla="*/ 641873 h 1497561"/>
                <a:gd name="connsiteX2" fmla="*/ 677661 w 915879"/>
                <a:gd name="connsiteY2" fmla="*/ 599540 h 1497561"/>
                <a:gd name="connsiteX3" fmla="*/ 711528 w 915879"/>
                <a:gd name="connsiteY3" fmla="*/ 540273 h 1497561"/>
                <a:gd name="connsiteX4" fmla="*/ 660728 w 915879"/>
                <a:gd name="connsiteY4" fmla="*/ 472540 h 1497561"/>
                <a:gd name="connsiteX5" fmla="*/ 482928 w 915879"/>
                <a:gd name="connsiteY5" fmla="*/ 489473 h 1497561"/>
                <a:gd name="connsiteX6" fmla="*/ 370215 w 915879"/>
                <a:gd name="connsiteY6" fmla="*/ 570435 h 1497561"/>
                <a:gd name="connsiteX7" fmla="*/ 322061 w 915879"/>
                <a:gd name="connsiteY7" fmla="*/ 675740 h 1497561"/>
                <a:gd name="connsiteX8" fmla="*/ 271261 w 915879"/>
                <a:gd name="connsiteY8" fmla="*/ 862007 h 1497561"/>
                <a:gd name="connsiteX9" fmla="*/ 326294 w 915879"/>
                <a:gd name="connsiteY9" fmla="*/ 822320 h 1497561"/>
                <a:gd name="connsiteX10" fmla="*/ 329469 w 915879"/>
                <a:gd name="connsiteY10" fmla="*/ 865182 h 1497561"/>
                <a:gd name="connsiteX11" fmla="*/ 271261 w 915879"/>
                <a:gd name="connsiteY11" fmla="*/ 929740 h 1497561"/>
                <a:gd name="connsiteX12" fmla="*/ 245861 w 915879"/>
                <a:gd name="connsiteY12" fmla="*/ 1005940 h 1497561"/>
                <a:gd name="connsiteX13" fmla="*/ 169661 w 915879"/>
                <a:gd name="connsiteY13" fmla="*/ 1437740 h 1497561"/>
                <a:gd name="connsiteX14" fmla="*/ 118861 w 915879"/>
                <a:gd name="connsiteY14" fmla="*/ 1491715 h 1497561"/>
                <a:gd name="connsiteX15" fmla="*/ 8794 w 915879"/>
                <a:gd name="connsiteY15" fmla="*/ 1454673 h 1497561"/>
                <a:gd name="connsiteX16" fmla="*/ 13557 w 915879"/>
                <a:gd name="connsiteY16" fmla="*/ 1395407 h 1497561"/>
                <a:gd name="connsiteX17" fmla="*/ 67531 w 915879"/>
                <a:gd name="connsiteY17" fmla="*/ 1121298 h 1497561"/>
                <a:gd name="connsiteX18" fmla="*/ 125741 w 915879"/>
                <a:gd name="connsiteY18" fmla="*/ 766228 h 1497561"/>
                <a:gd name="connsiteX19" fmla="*/ 211994 w 915879"/>
                <a:gd name="connsiteY19" fmla="*/ 260873 h 1497561"/>
                <a:gd name="connsiteX20" fmla="*/ 324178 w 915879"/>
                <a:gd name="connsiteY20" fmla="*/ 129640 h 1497561"/>
                <a:gd name="connsiteX21" fmla="*/ 457528 w 915879"/>
                <a:gd name="connsiteY21" fmla="*/ 133873 h 1497561"/>
                <a:gd name="connsiteX22" fmla="*/ 609928 w 915879"/>
                <a:gd name="connsiteY22" fmla="*/ 15340 h 1497561"/>
                <a:gd name="connsiteX23" fmla="*/ 715761 w 915879"/>
                <a:gd name="connsiteY23" fmla="*/ 1053 h 1497561"/>
                <a:gd name="connsiteX24" fmla="*/ 799369 w 915879"/>
                <a:gd name="connsiteY24" fmla="*/ 58732 h 1497561"/>
                <a:gd name="connsiteX25" fmla="*/ 914728 w 915879"/>
                <a:gd name="connsiteY25" fmla="*/ 218540 h 1497561"/>
                <a:gd name="connsiteX26" fmla="*/ 855461 w 915879"/>
                <a:gd name="connsiteY26" fmla="*/ 269340 h 1497561"/>
                <a:gd name="connsiteX27" fmla="*/ 803603 w 915879"/>
                <a:gd name="connsiteY27" fmla="*/ 307969 h 1497561"/>
                <a:gd name="connsiteX28" fmla="*/ 790903 w 915879"/>
                <a:gd name="connsiteY28" fmla="*/ 350832 h 1497561"/>
                <a:gd name="connsiteX29" fmla="*/ 806248 w 915879"/>
                <a:gd name="connsiteY29" fmla="*/ 388932 h 1497561"/>
                <a:gd name="connsiteX30" fmla="*/ 842761 w 915879"/>
                <a:gd name="connsiteY30" fmla="*/ 421740 h 1497561"/>
                <a:gd name="connsiteX31" fmla="*/ 831649 w 915879"/>
                <a:gd name="connsiteY31" fmla="*/ 457722 h 1497561"/>
                <a:gd name="connsiteX32" fmla="*/ 753861 w 915879"/>
                <a:gd name="connsiteY32" fmla="*/ 472540 h 1497561"/>
                <a:gd name="connsiteX33" fmla="*/ 846994 w 915879"/>
                <a:gd name="connsiteY33" fmla="*/ 482065 h 1497561"/>
                <a:gd name="connsiteX34" fmla="*/ 837469 w 915879"/>
                <a:gd name="connsiteY34" fmla="*/ 523340 h 1497561"/>
                <a:gd name="connsiteX35" fmla="*/ 781463 w 915879"/>
                <a:gd name="connsiteY35" fmla="*/ 542228 h 1497561"/>
                <a:gd name="connsiteX36" fmla="*/ 779261 w 915879"/>
                <a:gd name="connsiteY36" fmla="*/ 574140 h 1497561"/>
                <a:gd name="connsiteX37" fmla="*/ 793549 w 915879"/>
                <a:gd name="connsiteY37" fmla="*/ 645048 h 1497561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81463 w 915879"/>
                <a:gd name="connsiteY35" fmla="*/ 541694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84024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84024 w 915879"/>
                <a:gd name="connsiteY37" fmla="*/ 644514 h 1497027"/>
                <a:gd name="connsiteX0" fmla="*/ 777674 w 915879"/>
                <a:gd name="connsiteY0" fmla="*/ 64133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77674 w 915879"/>
                <a:gd name="connsiteY37" fmla="*/ 641339 h 1497027"/>
                <a:gd name="connsiteX0" fmla="*/ 777674 w 915879"/>
                <a:gd name="connsiteY0" fmla="*/ 64133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7674 w 915879"/>
                <a:gd name="connsiteY37" fmla="*/ 641339 h 1497027"/>
                <a:gd name="connsiteX0" fmla="*/ 782436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82436 w 915879"/>
                <a:gd name="connsiteY37" fmla="*/ 644514 h 1497027"/>
                <a:gd name="connsiteX0" fmla="*/ 761798 w 915879"/>
                <a:gd name="connsiteY0" fmla="*/ 642926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61798 w 915879"/>
                <a:gd name="connsiteY37" fmla="*/ 642926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306186 w 915879"/>
                <a:gd name="connsiteY8" fmla="*/ 734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1369 w 915879"/>
                <a:gd name="connsiteY10" fmla="*/ 818610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6132 w 915879"/>
                <a:gd name="connsiteY10" fmla="*/ 791623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6132 w 915879"/>
                <a:gd name="connsiteY10" fmla="*/ 791623 h 1497027"/>
                <a:gd name="connsiteX11" fmla="*/ 258561 w 915879"/>
                <a:gd name="connsiteY11" fmla="*/ 92285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86607 w 915879"/>
                <a:gd name="connsiteY10" fmla="*/ 780511 h 1497027"/>
                <a:gd name="connsiteX11" fmla="*/ 258561 w 915879"/>
                <a:gd name="connsiteY11" fmla="*/ 92285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6607 w 915879"/>
                <a:gd name="connsiteY11" fmla="*/ 780511 h 1497027"/>
                <a:gd name="connsiteX12" fmla="*/ 258561 w 915879"/>
                <a:gd name="connsiteY12" fmla="*/ 922856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1845 w 915879"/>
                <a:gd name="connsiteY11" fmla="*/ 774161 h 1497027"/>
                <a:gd name="connsiteX12" fmla="*/ 258561 w 915879"/>
                <a:gd name="connsiteY12" fmla="*/ 922856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1845 w 915879"/>
                <a:gd name="connsiteY11" fmla="*/ 774161 h 1497027"/>
                <a:gd name="connsiteX12" fmla="*/ 260148 w 915879"/>
                <a:gd name="connsiteY12" fmla="*/ 930793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6445"/>
                <a:gd name="connsiteX1" fmla="*/ 669194 w 915879"/>
                <a:gd name="connsiteY1" fmla="*/ 641339 h 1496445"/>
                <a:gd name="connsiteX2" fmla="*/ 677661 w 915879"/>
                <a:gd name="connsiteY2" fmla="*/ 599006 h 1496445"/>
                <a:gd name="connsiteX3" fmla="*/ 711528 w 915879"/>
                <a:gd name="connsiteY3" fmla="*/ 539739 h 1496445"/>
                <a:gd name="connsiteX4" fmla="*/ 660728 w 915879"/>
                <a:gd name="connsiteY4" fmla="*/ 472006 h 1496445"/>
                <a:gd name="connsiteX5" fmla="*/ 482928 w 915879"/>
                <a:gd name="connsiteY5" fmla="*/ 488939 h 1496445"/>
                <a:gd name="connsiteX6" fmla="*/ 370215 w 915879"/>
                <a:gd name="connsiteY6" fmla="*/ 569901 h 1496445"/>
                <a:gd name="connsiteX7" fmla="*/ 333173 w 915879"/>
                <a:gd name="connsiteY7" fmla="*/ 629169 h 1496445"/>
                <a:gd name="connsiteX8" fmla="*/ 306186 w 915879"/>
                <a:gd name="connsiteY8" fmla="*/ 734473 h 1496445"/>
                <a:gd name="connsiteX9" fmla="*/ 252824 w 915879"/>
                <a:gd name="connsiteY9" fmla="*/ 702031 h 1496445"/>
                <a:gd name="connsiteX10" fmla="*/ 238982 w 915879"/>
                <a:gd name="connsiteY10" fmla="*/ 705898 h 1496445"/>
                <a:gd name="connsiteX11" fmla="*/ 281845 w 915879"/>
                <a:gd name="connsiteY11" fmla="*/ 774161 h 1496445"/>
                <a:gd name="connsiteX12" fmla="*/ 260148 w 915879"/>
                <a:gd name="connsiteY12" fmla="*/ 930793 h 1496445"/>
                <a:gd name="connsiteX13" fmla="*/ 242686 w 915879"/>
                <a:gd name="connsiteY13" fmla="*/ 1018106 h 1496445"/>
                <a:gd name="connsiteX14" fmla="*/ 169661 w 915879"/>
                <a:gd name="connsiteY14" fmla="*/ 1437206 h 1496445"/>
                <a:gd name="connsiteX15" fmla="*/ 118861 w 915879"/>
                <a:gd name="connsiteY15" fmla="*/ 1491181 h 1496445"/>
                <a:gd name="connsiteX16" fmla="*/ 8794 w 915879"/>
                <a:gd name="connsiteY16" fmla="*/ 1454139 h 1496445"/>
                <a:gd name="connsiteX17" fmla="*/ 13557 w 915879"/>
                <a:gd name="connsiteY17" fmla="*/ 1394873 h 1496445"/>
                <a:gd name="connsiteX18" fmla="*/ 67531 w 915879"/>
                <a:gd name="connsiteY18" fmla="*/ 1120764 h 1496445"/>
                <a:gd name="connsiteX19" fmla="*/ 125741 w 915879"/>
                <a:gd name="connsiteY19" fmla="*/ 765694 h 1496445"/>
                <a:gd name="connsiteX20" fmla="*/ 211994 w 915879"/>
                <a:gd name="connsiteY20" fmla="*/ 260339 h 1496445"/>
                <a:gd name="connsiteX21" fmla="*/ 324178 w 915879"/>
                <a:gd name="connsiteY21" fmla="*/ 129106 h 1496445"/>
                <a:gd name="connsiteX22" fmla="*/ 455941 w 915879"/>
                <a:gd name="connsiteY22" fmla="*/ 122227 h 1496445"/>
                <a:gd name="connsiteX23" fmla="*/ 609928 w 915879"/>
                <a:gd name="connsiteY23" fmla="*/ 14806 h 1496445"/>
                <a:gd name="connsiteX24" fmla="*/ 715761 w 915879"/>
                <a:gd name="connsiteY24" fmla="*/ 519 h 1496445"/>
                <a:gd name="connsiteX25" fmla="*/ 799369 w 915879"/>
                <a:gd name="connsiteY25" fmla="*/ 58198 h 1496445"/>
                <a:gd name="connsiteX26" fmla="*/ 914728 w 915879"/>
                <a:gd name="connsiteY26" fmla="*/ 218006 h 1496445"/>
                <a:gd name="connsiteX27" fmla="*/ 855461 w 915879"/>
                <a:gd name="connsiteY27" fmla="*/ 268806 h 1496445"/>
                <a:gd name="connsiteX28" fmla="*/ 803603 w 915879"/>
                <a:gd name="connsiteY28" fmla="*/ 307435 h 1496445"/>
                <a:gd name="connsiteX29" fmla="*/ 790903 w 915879"/>
                <a:gd name="connsiteY29" fmla="*/ 350298 h 1496445"/>
                <a:gd name="connsiteX30" fmla="*/ 806248 w 915879"/>
                <a:gd name="connsiteY30" fmla="*/ 388398 h 1496445"/>
                <a:gd name="connsiteX31" fmla="*/ 836411 w 915879"/>
                <a:gd name="connsiteY31" fmla="*/ 413268 h 1496445"/>
                <a:gd name="connsiteX32" fmla="*/ 831649 w 915879"/>
                <a:gd name="connsiteY32" fmla="*/ 457188 h 1496445"/>
                <a:gd name="connsiteX33" fmla="*/ 753861 w 915879"/>
                <a:gd name="connsiteY33" fmla="*/ 472006 h 1496445"/>
                <a:gd name="connsiteX34" fmla="*/ 846994 w 915879"/>
                <a:gd name="connsiteY34" fmla="*/ 481531 h 1496445"/>
                <a:gd name="connsiteX35" fmla="*/ 835881 w 915879"/>
                <a:gd name="connsiteY35" fmla="*/ 530744 h 1496445"/>
                <a:gd name="connsiteX36" fmla="*/ 790988 w 915879"/>
                <a:gd name="connsiteY36" fmla="*/ 549631 h 1496445"/>
                <a:gd name="connsiteX37" fmla="*/ 776086 w 915879"/>
                <a:gd name="connsiteY37" fmla="*/ 581543 h 1496445"/>
                <a:gd name="connsiteX38" fmla="*/ 772910 w 915879"/>
                <a:gd name="connsiteY38" fmla="*/ 647689 h 1496445"/>
                <a:gd name="connsiteX0" fmla="*/ 772910 w 915879"/>
                <a:gd name="connsiteY0" fmla="*/ 647689 h 1496516"/>
                <a:gd name="connsiteX1" fmla="*/ 669194 w 915879"/>
                <a:gd name="connsiteY1" fmla="*/ 641339 h 1496516"/>
                <a:gd name="connsiteX2" fmla="*/ 677661 w 915879"/>
                <a:gd name="connsiteY2" fmla="*/ 599006 h 1496516"/>
                <a:gd name="connsiteX3" fmla="*/ 711528 w 915879"/>
                <a:gd name="connsiteY3" fmla="*/ 539739 h 1496516"/>
                <a:gd name="connsiteX4" fmla="*/ 660728 w 915879"/>
                <a:gd name="connsiteY4" fmla="*/ 472006 h 1496516"/>
                <a:gd name="connsiteX5" fmla="*/ 482928 w 915879"/>
                <a:gd name="connsiteY5" fmla="*/ 488939 h 1496516"/>
                <a:gd name="connsiteX6" fmla="*/ 370215 w 915879"/>
                <a:gd name="connsiteY6" fmla="*/ 569901 h 1496516"/>
                <a:gd name="connsiteX7" fmla="*/ 333173 w 915879"/>
                <a:gd name="connsiteY7" fmla="*/ 629169 h 1496516"/>
                <a:gd name="connsiteX8" fmla="*/ 306186 w 915879"/>
                <a:gd name="connsiteY8" fmla="*/ 734473 h 1496516"/>
                <a:gd name="connsiteX9" fmla="*/ 252824 w 915879"/>
                <a:gd name="connsiteY9" fmla="*/ 702031 h 1496516"/>
                <a:gd name="connsiteX10" fmla="*/ 238982 w 915879"/>
                <a:gd name="connsiteY10" fmla="*/ 705898 h 1496516"/>
                <a:gd name="connsiteX11" fmla="*/ 281845 w 915879"/>
                <a:gd name="connsiteY11" fmla="*/ 774161 h 1496516"/>
                <a:gd name="connsiteX12" fmla="*/ 260148 w 915879"/>
                <a:gd name="connsiteY12" fmla="*/ 930793 h 1496516"/>
                <a:gd name="connsiteX13" fmla="*/ 249036 w 915879"/>
                <a:gd name="connsiteY13" fmla="*/ 1016518 h 1496516"/>
                <a:gd name="connsiteX14" fmla="*/ 169661 w 915879"/>
                <a:gd name="connsiteY14" fmla="*/ 1437206 h 1496516"/>
                <a:gd name="connsiteX15" fmla="*/ 118861 w 915879"/>
                <a:gd name="connsiteY15" fmla="*/ 1491181 h 1496516"/>
                <a:gd name="connsiteX16" fmla="*/ 8794 w 915879"/>
                <a:gd name="connsiteY16" fmla="*/ 1454139 h 1496516"/>
                <a:gd name="connsiteX17" fmla="*/ 13557 w 915879"/>
                <a:gd name="connsiteY17" fmla="*/ 1394873 h 1496516"/>
                <a:gd name="connsiteX18" fmla="*/ 67531 w 915879"/>
                <a:gd name="connsiteY18" fmla="*/ 1120764 h 1496516"/>
                <a:gd name="connsiteX19" fmla="*/ 125741 w 915879"/>
                <a:gd name="connsiteY19" fmla="*/ 765694 h 1496516"/>
                <a:gd name="connsiteX20" fmla="*/ 211994 w 915879"/>
                <a:gd name="connsiteY20" fmla="*/ 260339 h 1496516"/>
                <a:gd name="connsiteX21" fmla="*/ 324178 w 915879"/>
                <a:gd name="connsiteY21" fmla="*/ 129106 h 1496516"/>
                <a:gd name="connsiteX22" fmla="*/ 455941 w 915879"/>
                <a:gd name="connsiteY22" fmla="*/ 122227 h 1496516"/>
                <a:gd name="connsiteX23" fmla="*/ 609928 w 915879"/>
                <a:gd name="connsiteY23" fmla="*/ 14806 h 1496516"/>
                <a:gd name="connsiteX24" fmla="*/ 715761 w 915879"/>
                <a:gd name="connsiteY24" fmla="*/ 519 h 1496516"/>
                <a:gd name="connsiteX25" fmla="*/ 799369 w 915879"/>
                <a:gd name="connsiteY25" fmla="*/ 58198 h 1496516"/>
                <a:gd name="connsiteX26" fmla="*/ 914728 w 915879"/>
                <a:gd name="connsiteY26" fmla="*/ 218006 h 1496516"/>
                <a:gd name="connsiteX27" fmla="*/ 855461 w 915879"/>
                <a:gd name="connsiteY27" fmla="*/ 268806 h 1496516"/>
                <a:gd name="connsiteX28" fmla="*/ 803603 w 915879"/>
                <a:gd name="connsiteY28" fmla="*/ 307435 h 1496516"/>
                <a:gd name="connsiteX29" fmla="*/ 790903 w 915879"/>
                <a:gd name="connsiteY29" fmla="*/ 350298 h 1496516"/>
                <a:gd name="connsiteX30" fmla="*/ 806248 w 915879"/>
                <a:gd name="connsiteY30" fmla="*/ 388398 h 1496516"/>
                <a:gd name="connsiteX31" fmla="*/ 836411 w 915879"/>
                <a:gd name="connsiteY31" fmla="*/ 413268 h 1496516"/>
                <a:gd name="connsiteX32" fmla="*/ 831649 w 915879"/>
                <a:gd name="connsiteY32" fmla="*/ 457188 h 1496516"/>
                <a:gd name="connsiteX33" fmla="*/ 753861 w 915879"/>
                <a:gd name="connsiteY33" fmla="*/ 472006 h 1496516"/>
                <a:gd name="connsiteX34" fmla="*/ 846994 w 915879"/>
                <a:gd name="connsiteY34" fmla="*/ 481531 h 1496516"/>
                <a:gd name="connsiteX35" fmla="*/ 835881 w 915879"/>
                <a:gd name="connsiteY35" fmla="*/ 530744 h 1496516"/>
                <a:gd name="connsiteX36" fmla="*/ 790988 w 915879"/>
                <a:gd name="connsiteY36" fmla="*/ 549631 h 1496516"/>
                <a:gd name="connsiteX37" fmla="*/ 776086 w 915879"/>
                <a:gd name="connsiteY37" fmla="*/ 581543 h 1496516"/>
                <a:gd name="connsiteX38" fmla="*/ 772910 w 915879"/>
                <a:gd name="connsiteY38" fmla="*/ 647689 h 1496516"/>
                <a:gd name="connsiteX0" fmla="*/ 772910 w 915879"/>
                <a:gd name="connsiteY0" fmla="*/ 647689 h 1495135"/>
                <a:gd name="connsiteX1" fmla="*/ 669194 w 915879"/>
                <a:gd name="connsiteY1" fmla="*/ 641339 h 1495135"/>
                <a:gd name="connsiteX2" fmla="*/ 677661 w 915879"/>
                <a:gd name="connsiteY2" fmla="*/ 599006 h 1495135"/>
                <a:gd name="connsiteX3" fmla="*/ 711528 w 915879"/>
                <a:gd name="connsiteY3" fmla="*/ 539739 h 1495135"/>
                <a:gd name="connsiteX4" fmla="*/ 660728 w 915879"/>
                <a:gd name="connsiteY4" fmla="*/ 472006 h 1495135"/>
                <a:gd name="connsiteX5" fmla="*/ 482928 w 915879"/>
                <a:gd name="connsiteY5" fmla="*/ 488939 h 1495135"/>
                <a:gd name="connsiteX6" fmla="*/ 370215 w 915879"/>
                <a:gd name="connsiteY6" fmla="*/ 569901 h 1495135"/>
                <a:gd name="connsiteX7" fmla="*/ 333173 w 915879"/>
                <a:gd name="connsiteY7" fmla="*/ 629169 h 1495135"/>
                <a:gd name="connsiteX8" fmla="*/ 306186 w 915879"/>
                <a:gd name="connsiteY8" fmla="*/ 734473 h 1495135"/>
                <a:gd name="connsiteX9" fmla="*/ 252824 w 915879"/>
                <a:gd name="connsiteY9" fmla="*/ 702031 h 1495135"/>
                <a:gd name="connsiteX10" fmla="*/ 238982 w 915879"/>
                <a:gd name="connsiteY10" fmla="*/ 705898 h 1495135"/>
                <a:gd name="connsiteX11" fmla="*/ 281845 w 915879"/>
                <a:gd name="connsiteY11" fmla="*/ 774161 h 1495135"/>
                <a:gd name="connsiteX12" fmla="*/ 260148 w 915879"/>
                <a:gd name="connsiteY12" fmla="*/ 930793 h 1495135"/>
                <a:gd name="connsiteX13" fmla="*/ 249036 w 915879"/>
                <a:gd name="connsiteY13" fmla="*/ 1016518 h 1495135"/>
                <a:gd name="connsiteX14" fmla="*/ 188711 w 915879"/>
                <a:gd name="connsiteY14" fmla="*/ 1440381 h 1495135"/>
                <a:gd name="connsiteX15" fmla="*/ 118861 w 915879"/>
                <a:gd name="connsiteY15" fmla="*/ 1491181 h 1495135"/>
                <a:gd name="connsiteX16" fmla="*/ 8794 w 915879"/>
                <a:gd name="connsiteY16" fmla="*/ 1454139 h 1495135"/>
                <a:gd name="connsiteX17" fmla="*/ 13557 w 915879"/>
                <a:gd name="connsiteY17" fmla="*/ 1394873 h 1495135"/>
                <a:gd name="connsiteX18" fmla="*/ 67531 w 915879"/>
                <a:gd name="connsiteY18" fmla="*/ 1120764 h 1495135"/>
                <a:gd name="connsiteX19" fmla="*/ 125741 w 915879"/>
                <a:gd name="connsiteY19" fmla="*/ 765694 h 1495135"/>
                <a:gd name="connsiteX20" fmla="*/ 211994 w 915879"/>
                <a:gd name="connsiteY20" fmla="*/ 260339 h 1495135"/>
                <a:gd name="connsiteX21" fmla="*/ 324178 w 915879"/>
                <a:gd name="connsiteY21" fmla="*/ 129106 h 1495135"/>
                <a:gd name="connsiteX22" fmla="*/ 455941 w 915879"/>
                <a:gd name="connsiteY22" fmla="*/ 122227 h 1495135"/>
                <a:gd name="connsiteX23" fmla="*/ 609928 w 915879"/>
                <a:gd name="connsiteY23" fmla="*/ 14806 h 1495135"/>
                <a:gd name="connsiteX24" fmla="*/ 715761 w 915879"/>
                <a:gd name="connsiteY24" fmla="*/ 519 h 1495135"/>
                <a:gd name="connsiteX25" fmla="*/ 799369 w 915879"/>
                <a:gd name="connsiteY25" fmla="*/ 58198 h 1495135"/>
                <a:gd name="connsiteX26" fmla="*/ 914728 w 915879"/>
                <a:gd name="connsiteY26" fmla="*/ 218006 h 1495135"/>
                <a:gd name="connsiteX27" fmla="*/ 855461 w 915879"/>
                <a:gd name="connsiteY27" fmla="*/ 268806 h 1495135"/>
                <a:gd name="connsiteX28" fmla="*/ 803603 w 915879"/>
                <a:gd name="connsiteY28" fmla="*/ 307435 h 1495135"/>
                <a:gd name="connsiteX29" fmla="*/ 790903 w 915879"/>
                <a:gd name="connsiteY29" fmla="*/ 350298 h 1495135"/>
                <a:gd name="connsiteX30" fmla="*/ 806248 w 915879"/>
                <a:gd name="connsiteY30" fmla="*/ 388398 h 1495135"/>
                <a:gd name="connsiteX31" fmla="*/ 836411 w 915879"/>
                <a:gd name="connsiteY31" fmla="*/ 413268 h 1495135"/>
                <a:gd name="connsiteX32" fmla="*/ 831649 w 915879"/>
                <a:gd name="connsiteY32" fmla="*/ 457188 h 1495135"/>
                <a:gd name="connsiteX33" fmla="*/ 753861 w 915879"/>
                <a:gd name="connsiteY33" fmla="*/ 472006 h 1495135"/>
                <a:gd name="connsiteX34" fmla="*/ 846994 w 915879"/>
                <a:gd name="connsiteY34" fmla="*/ 481531 h 1495135"/>
                <a:gd name="connsiteX35" fmla="*/ 835881 w 915879"/>
                <a:gd name="connsiteY35" fmla="*/ 530744 h 1495135"/>
                <a:gd name="connsiteX36" fmla="*/ 790988 w 915879"/>
                <a:gd name="connsiteY36" fmla="*/ 549631 h 1495135"/>
                <a:gd name="connsiteX37" fmla="*/ 776086 w 915879"/>
                <a:gd name="connsiteY37" fmla="*/ 581543 h 1495135"/>
                <a:gd name="connsiteX38" fmla="*/ 772910 w 915879"/>
                <a:gd name="connsiteY38" fmla="*/ 647689 h 1495135"/>
                <a:gd name="connsiteX0" fmla="*/ 778767 w 921736"/>
                <a:gd name="connsiteY0" fmla="*/ 647689 h 1501980"/>
                <a:gd name="connsiteX1" fmla="*/ 675051 w 921736"/>
                <a:gd name="connsiteY1" fmla="*/ 641339 h 1501980"/>
                <a:gd name="connsiteX2" fmla="*/ 683518 w 921736"/>
                <a:gd name="connsiteY2" fmla="*/ 599006 h 1501980"/>
                <a:gd name="connsiteX3" fmla="*/ 717385 w 921736"/>
                <a:gd name="connsiteY3" fmla="*/ 539739 h 1501980"/>
                <a:gd name="connsiteX4" fmla="*/ 666585 w 921736"/>
                <a:gd name="connsiteY4" fmla="*/ 472006 h 1501980"/>
                <a:gd name="connsiteX5" fmla="*/ 488785 w 921736"/>
                <a:gd name="connsiteY5" fmla="*/ 488939 h 1501980"/>
                <a:gd name="connsiteX6" fmla="*/ 376072 w 921736"/>
                <a:gd name="connsiteY6" fmla="*/ 569901 h 1501980"/>
                <a:gd name="connsiteX7" fmla="*/ 339030 w 921736"/>
                <a:gd name="connsiteY7" fmla="*/ 629169 h 1501980"/>
                <a:gd name="connsiteX8" fmla="*/ 312043 w 921736"/>
                <a:gd name="connsiteY8" fmla="*/ 734473 h 1501980"/>
                <a:gd name="connsiteX9" fmla="*/ 258681 w 921736"/>
                <a:gd name="connsiteY9" fmla="*/ 702031 h 1501980"/>
                <a:gd name="connsiteX10" fmla="*/ 244839 w 921736"/>
                <a:gd name="connsiteY10" fmla="*/ 705898 h 1501980"/>
                <a:gd name="connsiteX11" fmla="*/ 287702 w 921736"/>
                <a:gd name="connsiteY11" fmla="*/ 774161 h 1501980"/>
                <a:gd name="connsiteX12" fmla="*/ 266005 w 921736"/>
                <a:gd name="connsiteY12" fmla="*/ 930793 h 1501980"/>
                <a:gd name="connsiteX13" fmla="*/ 254893 w 921736"/>
                <a:gd name="connsiteY13" fmla="*/ 1016518 h 1501980"/>
                <a:gd name="connsiteX14" fmla="*/ 194568 w 921736"/>
                <a:gd name="connsiteY14" fmla="*/ 1440381 h 1501980"/>
                <a:gd name="connsiteX15" fmla="*/ 204093 w 921736"/>
                <a:gd name="connsiteY15" fmla="*/ 1500706 h 1501980"/>
                <a:gd name="connsiteX16" fmla="*/ 14651 w 921736"/>
                <a:gd name="connsiteY16" fmla="*/ 1454139 h 1501980"/>
                <a:gd name="connsiteX17" fmla="*/ 19414 w 921736"/>
                <a:gd name="connsiteY17" fmla="*/ 1394873 h 1501980"/>
                <a:gd name="connsiteX18" fmla="*/ 73388 w 921736"/>
                <a:gd name="connsiteY18" fmla="*/ 1120764 h 1501980"/>
                <a:gd name="connsiteX19" fmla="*/ 131598 w 921736"/>
                <a:gd name="connsiteY19" fmla="*/ 765694 h 1501980"/>
                <a:gd name="connsiteX20" fmla="*/ 217851 w 921736"/>
                <a:gd name="connsiteY20" fmla="*/ 260339 h 1501980"/>
                <a:gd name="connsiteX21" fmla="*/ 330035 w 921736"/>
                <a:gd name="connsiteY21" fmla="*/ 129106 h 1501980"/>
                <a:gd name="connsiteX22" fmla="*/ 461798 w 921736"/>
                <a:gd name="connsiteY22" fmla="*/ 122227 h 1501980"/>
                <a:gd name="connsiteX23" fmla="*/ 615785 w 921736"/>
                <a:gd name="connsiteY23" fmla="*/ 14806 h 1501980"/>
                <a:gd name="connsiteX24" fmla="*/ 721618 w 921736"/>
                <a:gd name="connsiteY24" fmla="*/ 519 h 1501980"/>
                <a:gd name="connsiteX25" fmla="*/ 805226 w 921736"/>
                <a:gd name="connsiteY25" fmla="*/ 58198 h 1501980"/>
                <a:gd name="connsiteX26" fmla="*/ 920585 w 921736"/>
                <a:gd name="connsiteY26" fmla="*/ 218006 h 1501980"/>
                <a:gd name="connsiteX27" fmla="*/ 861318 w 921736"/>
                <a:gd name="connsiteY27" fmla="*/ 268806 h 1501980"/>
                <a:gd name="connsiteX28" fmla="*/ 809460 w 921736"/>
                <a:gd name="connsiteY28" fmla="*/ 307435 h 1501980"/>
                <a:gd name="connsiteX29" fmla="*/ 796760 w 921736"/>
                <a:gd name="connsiteY29" fmla="*/ 350298 h 1501980"/>
                <a:gd name="connsiteX30" fmla="*/ 812105 w 921736"/>
                <a:gd name="connsiteY30" fmla="*/ 388398 h 1501980"/>
                <a:gd name="connsiteX31" fmla="*/ 842268 w 921736"/>
                <a:gd name="connsiteY31" fmla="*/ 413268 h 1501980"/>
                <a:gd name="connsiteX32" fmla="*/ 837506 w 921736"/>
                <a:gd name="connsiteY32" fmla="*/ 457188 h 1501980"/>
                <a:gd name="connsiteX33" fmla="*/ 759718 w 921736"/>
                <a:gd name="connsiteY33" fmla="*/ 472006 h 1501980"/>
                <a:gd name="connsiteX34" fmla="*/ 852851 w 921736"/>
                <a:gd name="connsiteY34" fmla="*/ 481531 h 1501980"/>
                <a:gd name="connsiteX35" fmla="*/ 841738 w 921736"/>
                <a:gd name="connsiteY35" fmla="*/ 530744 h 1501980"/>
                <a:gd name="connsiteX36" fmla="*/ 796845 w 921736"/>
                <a:gd name="connsiteY36" fmla="*/ 549631 h 1501980"/>
                <a:gd name="connsiteX37" fmla="*/ 781943 w 921736"/>
                <a:gd name="connsiteY37" fmla="*/ 581543 h 1501980"/>
                <a:gd name="connsiteX38" fmla="*/ 778767 w 921736"/>
                <a:gd name="connsiteY38" fmla="*/ 647689 h 1501980"/>
                <a:gd name="connsiteX0" fmla="*/ 776891 w 919860"/>
                <a:gd name="connsiteY0" fmla="*/ 647689 h 1501980"/>
                <a:gd name="connsiteX1" fmla="*/ 673175 w 919860"/>
                <a:gd name="connsiteY1" fmla="*/ 641339 h 1501980"/>
                <a:gd name="connsiteX2" fmla="*/ 681642 w 919860"/>
                <a:gd name="connsiteY2" fmla="*/ 599006 h 1501980"/>
                <a:gd name="connsiteX3" fmla="*/ 715509 w 919860"/>
                <a:gd name="connsiteY3" fmla="*/ 539739 h 1501980"/>
                <a:gd name="connsiteX4" fmla="*/ 664709 w 919860"/>
                <a:gd name="connsiteY4" fmla="*/ 472006 h 1501980"/>
                <a:gd name="connsiteX5" fmla="*/ 486909 w 919860"/>
                <a:gd name="connsiteY5" fmla="*/ 488939 h 1501980"/>
                <a:gd name="connsiteX6" fmla="*/ 374196 w 919860"/>
                <a:gd name="connsiteY6" fmla="*/ 569901 h 1501980"/>
                <a:gd name="connsiteX7" fmla="*/ 337154 w 919860"/>
                <a:gd name="connsiteY7" fmla="*/ 629169 h 1501980"/>
                <a:gd name="connsiteX8" fmla="*/ 310167 w 919860"/>
                <a:gd name="connsiteY8" fmla="*/ 734473 h 1501980"/>
                <a:gd name="connsiteX9" fmla="*/ 256805 w 919860"/>
                <a:gd name="connsiteY9" fmla="*/ 702031 h 1501980"/>
                <a:gd name="connsiteX10" fmla="*/ 242963 w 919860"/>
                <a:gd name="connsiteY10" fmla="*/ 705898 h 1501980"/>
                <a:gd name="connsiteX11" fmla="*/ 285826 w 919860"/>
                <a:gd name="connsiteY11" fmla="*/ 774161 h 1501980"/>
                <a:gd name="connsiteX12" fmla="*/ 264129 w 919860"/>
                <a:gd name="connsiteY12" fmla="*/ 930793 h 1501980"/>
                <a:gd name="connsiteX13" fmla="*/ 253017 w 919860"/>
                <a:gd name="connsiteY13" fmla="*/ 1016518 h 1501980"/>
                <a:gd name="connsiteX14" fmla="*/ 192692 w 919860"/>
                <a:gd name="connsiteY14" fmla="*/ 1440381 h 1501980"/>
                <a:gd name="connsiteX15" fmla="*/ 176817 w 919860"/>
                <a:gd name="connsiteY15" fmla="*/ 1500706 h 1501980"/>
                <a:gd name="connsiteX16" fmla="*/ 12775 w 919860"/>
                <a:gd name="connsiteY16" fmla="*/ 1454139 h 1501980"/>
                <a:gd name="connsiteX17" fmla="*/ 17538 w 919860"/>
                <a:gd name="connsiteY17" fmla="*/ 1394873 h 1501980"/>
                <a:gd name="connsiteX18" fmla="*/ 71512 w 919860"/>
                <a:gd name="connsiteY18" fmla="*/ 1120764 h 1501980"/>
                <a:gd name="connsiteX19" fmla="*/ 129722 w 919860"/>
                <a:gd name="connsiteY19" fmla="*/ 765694 h 1501980"/>
                <a:gd name="connsiteX20" fmla="*/ 215975 w 919860"/>
                <a:gd name="connsiteY20" fmla="*/ 260339 h 1501980"/>
                <a:gd name="connsiteX21" fmla="*/ 328159 w 919860"/>
                <a:gd name="connsiteY21" fmla="*/ 129106 h 1501980"/>
                <a:gd name="connsiteX22" fmla="*/ 459922 w 919860"/>
                <a:gd name="connsiteY22" fmla="*/ 122227 h 1501980"/>
                <a:gd name="connsiteX23" fmla="*/ 613909 w 919860"/>
                <a:gd name="connsiteY23" fmla="*/ 14806 h 1501980"/>
                <a:gd name="connsiteX24" fmla="*/ 719742 w 919860"/>
                <a:gd name="connsiteY24" fmla="*/ 519 h 1501980"/>
                <a:gd name="connsiteX25" fmla="*/ 803350 w 919860"/>
                <a:gd name="connsiteY25" fmla="*/ 58198 h 1501980"/>
                <a:gd name="connsiteX26" fmla="*/ 918709 w 919860"/>
                <a:gd name="connsiteY26" fmla="*/ 218006 h 1501980"/>
                <a:gd name="connsiteX27" fmla="*/ 859442 w 919860"/>
                <a:gd name="connsiteY27" fmla="*/ 268806 h 1501980"/>
                <a:gd name="connsiteX28" fmla="*/ 807584 w 919860"/>
                <a:gd name="connsiteY28" fmla="*/ 307435 h 1501980"/>
                <a:gd name="connsiteX29" fmla="*/ 794884 w 919860"/>
                <a:gd name="connsiteY29" fmla="*/ 350298 h 1501980"/>
                <a:gd name="connsiteX30" fmla="*/ 810229 w 919860"/>
                <a:gd name="connsiteY30" fmla="*/ 388398 h 1501980"/>
                <a:gd name="connsiteX31" fmla="*/ 840392 w 919860"/>
                <a:gd name="connsiteY31" fmla="*/ 413268 h 1501980"/>
                <a:gd name="connsiteX32" fmla="*/ 835630 w 919860"/>
                <a:gd name="connsiteY32" fmla="*/ 457188 h 1501980"/>
                <a:gd name="connsiteX33" fmla="*/ 757842 w 919860"/>
                <a:gd name="connsiteY33" fmla="*/ 472006 h 1501980"/>
                <a:gd name="connsiteX34" fmla="*/ 850975 w 919860"/>
                <a:gd name="connsiteY34" fmla="*/ 481531 h 1501980"/>
                <a:gd name="connsiteX35" fmla="*/ 839862 w 919860"/>
                <a:gd name="connsiteY35" fmla="*/ 530744 h 1501980"/>
                <a:gd name="connsiteX36" fmla="*/ 794969 w 919860"/>
                <a:gd name="connsiteY36" fmla="*/ 549631 h 1501980"/>
                <a:gd name="connsiteX37" fmla="*/ 780067 w 919860"/>
                <a:gd name="connsiteY37" fmla="*/ 581543 h 1501980"/>
                <a:gd name="connsiteX38" fmla="*/ 776891 w 919860"/>
                <a:gd name="connsiteY38" fmla="*/ 647689 h 1501980"/>
                <a:gd name="connsiteX0" fmla="*/ 764866 w 907835"/>
                <a:gd name="connsiteY0" fmla="*/ 647689 h 1501829"/>
                <a:gd name="connsiteX1" fmla="*/ 661150 w 907835"/>
                <a:gd name="connsiteY1" fmla="*/ 641339 h 1501829"/>
                <a:gd name="connsiteX2" fmla="*/ 669617 w 907835"/>
                <a:gd name="connsiteY2" fmla="*/ 599006 h 1501829"/>
                <a:gd name="connsiteX3" fmla="*/ 703484 w 907835"/>
                <a:gd name="connsiteY3" fmla="*/ 539739 h 1501829"/>
                <a:gd name="connsiteX4" fmla="*/ 652684 w 907835"/>
                <a:gd name="connsiteY4" fmla="*/ 472006 h 1501829"/>
                <a:gd name="connsiteX5" fmla="*/ 474884 w 907835"/>
                <a:gd name="connsiteY5" fmla="*/ 488939 h 1501829"/>
                <a:gd name="connsiteX6" fmla="*/ 362171 w 907835"/>
                <a:gd name="connsiteY6" fmla="*/ 569901 h 1501829"/>
                <a:gd name="connsiteX7" fmla="*/ 325129 w 907835"/>
                <a:gd name="connsiteY7" fmla="*/ 629169 h 1501829"/>
                <a:gd name="connsiteX8" fmla="*/ 298142 w 907835"/>
                <a:gd name="connsiteY8" fmla="*/ 734473 h 1501829"/>
                <a:gd name="connsiteX9" fmla="*/ 244780 w 907835"/>
                <a:gd name="connsiteY9" fmla="*/ 702031 h 1501829"/>
                <a:gd name="connsiteX10" fmla="*/ 230938 w 907835"/>
                <a:gd name="connsiteY10" fmla="*/ 705898 h 1501829"/>
                <a:gd name="connsiteX11" fmla="*/ 273801 w 907835"/>
                <a:gd name="connsiteY11" fmla="*/ 774161 h 1501829"/>
                <a:gd name="connsiteX12" fmla="*/ 252104 w 907835"/>
                <a:gd name="connsiteY12" fmla="*/ 930793 h 1501829"/>
                <a:gd name="connsiteX13" fmla="*/ 240992 w 907835"/>
                <a:gd name="connsiteY13" fmla="*/ 1016518 h 1501829"/>
                <a:gd name="connsiteX14" fmla="*/ 180667 w 907835"/>
                <a:gd name="connsiteY14" fmla="*/ 1440381 h 1501829"/>
                <a:gd name="connsiteX15" fmla="*/ 164792 w 907835"/>
                <a:gd name="connsiteY15" fmla="*/ 1500706 h 1501829"/>
                <a:gd name="connsiteX16" fmla="*/ 19800 w 907835"/>
                <a:gd name="connsiteY16" fmla="*/ 1473189 h 1501829"/>
                <a:gd name="connsiteX17" fmla="*/ 5513 w 907835"/>
                <a:gd name="connsiteY17" fmla="*/ 1394873 h 1501829"/>
                <a:gd name="connsiteX18" fmla="*/ 59487 w 907835"/>
                <a:gd name="connsiteY18" fmla="*/ 1120764 h 1501829"/>
                <a:gd name="connsiteX19" fmla="*/ 117697 w 907835"/>
                <a:gd name="connsiteY19" fmla="*/ 765694 h 1501829"/>
                <a:gd name="connsiteX20" fmla="*/ 203950 w 907835"/>
                <a:gd name="connsiteY20" fmla="*/ 260339 h 1501829"/>
                <a:gd name="connsiteX21" fmla="*/ 316134 w 907835"/>
                <a:gd name="connsiteY21" fmla="*/ 129106 h 1501829"/>
                <a:gd name="connsiteX22" fmla="*/ 447897 w 907835"/>
                <a:gd name="connsiteY22" fmla="*/ 122227 h 1501829"/>
                <a:gd name="connsiteX23" fmla="*/ 601884 w 907835"/>
                <a:gd name="connsiteY23" fmla="*/ 14806 h 1501829"/>
                <a:gd name="connsiteX24" fmla="*/ 707717 w 907835"/>
                <a:gd name="connsiteY24" fmla="*/ 519 h 1501829"/>
                <a:gd name="connsiteX25" fmla="*/ 791325 w 907835"/>
                <a:gd name="connsiteY25" fmla="*/ 58198 h 1501829"/>
                <a:gd name="connsiteX26" fmla="*/ 906684 w 907835"/>
                <a:gd name="connsiteY26" fmla="*/ 218006 h 1501829"/>
                <a:gd name="connsiteX27" fmla="*/ 847417 w 907835"/>
                <a:gd name="connsiteY27" fmla="*/ 268806 h 1501829"/>
                <a:gd name="connsiteX28" fmla="*/ 795559 w 907835"/>
                <a:gd name="connsiteY28" fmla="*/ 307435 h 1501829"/>
                <a:gd name="connsiteX29" fmla="*/ 782859 w 907835"/>
                <a:gd name="connsiteY29" fmla="*/ 350298 h 1501829"/>
                <a:gd name="connsiteX30" fmla="*/ 798204 w 907835"/>
                <a:gd name="connsiteY30" fmla="*/ 388398 h 1501829"/>
                <a:gd name="connsiteX31" fmla="*/ 828367 w 907835"/>
                <a:gd name="connsiteY31" fmla="*/ 413268 h 1501829"/>
                <a:gd name="connsiteX32" fmla="*/ 823605 w 907835"/>
                <a:gd name="connsiteY32" fmla="*/ 457188 h 1501829"/>
                <a:gd name="connsiteX33" fmla="*/ 745817 w 907835"/>
                <a:gd name="connsiteY33" fmla="*/ 472006 h 1501829"/>
                <a:gd name="connsiteX34" fmla="*/ 838950 w 907835"/>
                <a:gd name="connsiteY34" fmla="*/ 481531 h 1501829"/>
                <a:gd name="connsiteX35" fmla="*/ 827837 w 907835"/>
                <a:gd name="connsiteY35" fmla="*/ 530744 h 1501829"/>
                <a:gd name="connsiteX36" fmla="*/ 782944 w 907835"/>
                <a:gd name="connsiteY36" fmla="*/ 549631 h 1501829"/>
                <a:gd name="connsiteX37" fmla="*/ 768042 w 907835"/>
                <a:gd name="connsiteY37" fmla="*/ 581543 h 1501829"/>
                <a:gd name="connsiteX38" fmla="*/ 764866 w 907835"/>
                <a:gd name="connsiteY38" fmla="*/ 647689 h 1501829"/>
                <a:gd name="connsiteX0" fmla="*/ 755689 w 898658"/>
                <a:gd name="connsiteY0" fmla="*/ 647689 h 1501885"/>
                <a:gd name="connsiteX1" fmla="*/ 651973 w 898658"/>
                <a:gd name="connsiteY1" fmla="*/ 641339 h 1501885"/>
                <a:gd name="connsiteX2" fmla="*/ 660440 w 898658"/>
                <a:gd name="connsiteY2" fmla="*/ 599006 h 1501885"/>
                <a:gd name="connsiteX3" fmla="*/ 694307 w 898658"/>
                <a:gd name="connsiteY3" fmla="*/ 539739 h 1501885"/>
                <a:gd name="connsiteX4" fmla="*/ 643507 w 898658"/>
                <a:gd name="connsiteY4" fmla="*/ 472006 h 1501885"/>
                <a:gd name="connsiteX5" fmla="*/ 465707 w 898658"/>
                <a:gd name="connsiteY5" fmla="*/ 488939 h 1501885"/>
                <a:gd name="connsiteX6" fmla="*/ 352994 w 898658"/>
                <a:gd name="connsiteY6" fmla="*/ 569901 h 1501885"/>
                <a:gd name="connsiteX7" fmla="*/ 315952 w 898658"/>
                <a:gd name="connsiteY7" fmla="*/ 629169 h 1501885"/>
                <a:gd name="connsiteX8" fmla="*/ 288965 w 898658"/>
                <a:gd name="connsiteY8" fmla="*/ 734473 h 1501885"/>
                <a:gd name="connsiteX9" fmla="*/ 235603 w 898658"/>
                <a:gd name="connsiteY9" fmla="*/ 702031 h 1501885"/>
                <a:gd name="connsiteX10" fmla="*/ 221761 w 898658"/>
                <a:gd name="connsiteY10" fmla="*/ 705898 h 1501885"/>
                <a:gd name="connsiteX11" fmla="*/ 264624 w 898658"/>
                <a:gd name="connsiteY11" fmla="*/ 774161 h 1501885"/>
                <a:gd name="connsiteX12" fmla="*/ 242927 w 898658"/>
                <a:gd name="connsiteY12" fmla="*/ 930793 h 1501885"/>
                <a:gd name="connsiteX13" fmla="*/ 231815 w 898658"/>
                <a:gd name="connsiteY13" fmla="*/ 1016518 h 1501885"/>
                <a:gd name="connsiteX14" fmla="*/ 171490 w 898658"/>
                <a:gd name="connsiteY14" fmla="*/ 1440381 h 1501885"/>
                <a:gd name="connsiteX15" fmla="*/ 155615 w 898658"/>
                <a:gd name="connsiteY15" fmla="*/ 1500706 h 1501885"/>
                <a:gd name="connsiteX16" fmla="*/ 10623 w 898658"/>
                <a:gd name="connsiteY16" fmla="*/ 1473189 h 1501885"/>
                <a:gd name="connsiteX17" fmla="*/ 15386 w 898658"/>
                <a:gd name="connsiteY17" fmla="*/ 1388523 h 1501885"/>
                <a:gd name="connsiteX18" fmla="*/ 50310 w 898658"/>
                <a:gd name="connsiteY18" fmla="*/ 1120764 h 1501885"/>
                <a:gd name="connsiteX19" fmla="*/ 108520 w 898658"/>
                <a:gd name="connsiteY19" fmla="*/ 765694 h 1501885"/>
                <a:gd name="connsiteX20" fmla="*/ 194773 w 898658"/>
                <a:gd name="connsiteY20" fmla="*/ 260339 h 1501885"/>
                <a:gd name="connsiteX21" fmla="*/ 306957 w 898658"/>
                <a:gd name="connsiteY21" fmla="*/ 129106 h 1501885"/>
                <a:gd name="connsiteX22" fmla="*/ 438720 w 898658"/>
                <a:gd name="connsiteY22" fmla="*/ 122227 h 1501885"/>
                <a:gd name="connsiteX23" fmla="*/ 592707 w 898658"/>
                <a:gd name="connsiteY23" fmla="*/ 14806 h 1501885"/>
                <a:gd name="connsiteX24" fmla="*/ 698540 w 898658"/>
                <a:gd name="connsiteY24" fmla="*/ 519 h 1501885"/>
                <a:gd name="connsiteX25" fmla="*/ 782148 w 898658"/>
                <a:gd name="connsiteY25" fmla="*/ 58198 h 1501885"/>
                <a:gd name="connsiteX26" fmla="*/ 897507 w 898658"/>
                <a:gd name="connsiteY26" fmla="*/ 218006 h 1501885"/>
                <a:gd name="connsiteX27" fmla="*/ 838240 w 898658"/>
                <a:gd name="connsiteY27" fmla="*/ 268806 h 1501885"/>
                <a:gd name="connsiteX28" fmla="*/ 786382 w 898658"/>
                <a:gd name="connsiteY28" fmla="*/ 307435 h 1501885"/>
                <a:gd name="connsiteX29" fmla="*/ 773682 w 898658"/>
                <a:gd name="connsiteY29" fmla="*/ 350298 h 1501885"/>
                <a:gd name="connsiteX30" fmla="*/ 789027 w 898658"/>
                <a:gd name="connsiteY30" fmla="*/ 388398 h 1501885"/>
                <a:gd name="connsiteX31" fmla="*/ 819190 w 898658"/>
                <a:gd name="connsiteY31" fmla="*/ 413268 h 1501885"/>
                <a:gd name="connsiteX32" fmla="*/ 814428 w 898658"/>
                <a:gd name="connsiteY32" fmla="*/ 457188 h 1501885"/>
                <a:gd name="connsiteX33" fmla="*/ 736640 w 898658"/>
                <a:gd name="connsiteY33" fmla="*/ 472006 h 1501885"/>
                <a:gd name="connsiteX34" fmla="*/ 829773 w 898658"/>
                <a:gd name="connsiteY34" fmla="*/ 481531 h 1501885"/>
                <a:gd name="connsiteX35" fmla="*/ 818660 w 898658"/>
                <a:gd name="connsiteY35" fmla="*/ 530744 h 1501885"/>
                <a:gd name="connsiteX36" fmla="*/ 773767 w 898658"/>
                <a:gd name="connsiteY36" fmla="*/ 549631 h 1501885"/>
                <a:gd name="connsiteX37" fmla="*/ 758865 w 898658"/>
                <a:gd name="connsiteY37" fmla="*/ 581543 h 1501885"/>
                <a:gd name="connsiteX38" fmla="*/ 755689 w 898658"/>
                <a:gd name="connsiteY38" fmla="*/ 647689 h 1501885"/>
                <a:gd name="connsiteX0" fmla="*/ 756052 w 899021"/>
                <a:gd name="connsiteY0" fmla="*/ 647689 h 1501885"/>
                <a:gd name="connsiteX1" fmla="*/ 652336 w 899021"/>
                <a:gd name="connsiteY1" fmla="*/ 641339 h 1501885"/>
                <a:gd name="connsiteX2" fmla="*/ 660803 w 899021"/>
                <a:gd name="connsiteY2" fmla="*/ 599006 h 1501885"/>
                <a:gd name="connsiteX3" fmla="*/ 694670 w 899021"/>
                <a:gd name="connsiteY3" fmla="*/ 539739 h 1501885"/>
                <a:gd name="connsiteX4" fmla="*/ 643870 w 899021"/>
                <a:gd name="connsiteY4" fmla="*/ 472006 h 1501885"/>
                <a:gd name="connsiteX5" fmla="*/ 466070 w 899021"/>
                <a:gd name="connsiteY5" fmla="*/ 488939 h 1501885"/>
                <a:gd name="connsiteX6" fmla="*/ 353357 w 899021"/>
                <a:gd name="connsiteY6" fmla="*/ 569901 h 1501885"/>
                <a:gd name="connsiteX7" fmla="*/ 316315 w 899021"/>
                <a:gd name="connsiteY7" fmla="*/ 629169 h 1501885"/>
                <a:gd name="connsiteX8" fmla="*/ 289328 w 899021"/>
                <a:gd name="connsiteY8" fmla="*/ 734473 h 1501885"/>
                <a:gd name="connsiteX9" fmla="*/ 235966 w 899021"/>
                <a:gd name="connsiteY9" fmla="*/ 702031 h 1501885"/>
                <a:gd name="connsiteX10" fmla="*/ 222124 w 899021"/>
                <a:gd name="connsiteY10" fmla="*/ 705898 h 1501885"/>
                <a:gd name="connsiteX11" fmla="*/ 264987 w 899021"/>
                <a:gd name="connsiteY11" fmla="*/ 774161 h 1501885"/>
                <a:gd name="connsiteX12" fmla="*/ 243290 w 899021"/>
                <a:gd name="connsiteY12" fmla="*/ 930793 h 1501885"/>
                <a:gd name="connsiteX13" fmla="*/ 232178 w 899021"/>
                <a:gd name="connsiteY13" fmla="*/ 1016518 h 1501885"/>
                <a:gd name="connsiteX14" fmla="*/ 171853 w 899021"/>
                <a:gd name="connsiteY14" fmla="*/ 1440381 h 1501885"/>
                <a:gd name="connsiteX15" fmla="*/ 155978 w 899021"/>
                <a:gd name="connsiteY15" fmla="*/ 1500706 h 1501885"/>
                <a:gd name="connsiteX16" fmla="*/ 10986 w 899021"/>
                <a:gd name="connsiteY16" fmla="*/ 1473189 h 1501885"/>
                <a:gd name="connsiteX17" fmla="*/ 15749 w 899021"/>
                <a:gd name="connsiteY17" fmla="*/ 1388523 h 1501885"/>
                <a:gd name="connsiteX18" fmla="*/ 60198 w 899021"/>
                <a:gd name="connsiteY18" fmla="*/ 1120764 h 1501885"/>
                <a:gd name="connsiteX19" fmla="*/ 108883 w 899021"/>
                <a:gd name="connsiteY19" fmla="*/ 765694 h 1501885"/>
                <a:gd name="connsiteX20" fmla="*/ 195136 w 899021"/>
                <a:gd name="connsiteY20" fmla="*/ 260339 h 1501885"/>
                <a:gd name="connsiteX21" fmla="*/ 307320 w 899021"/>
                <a:gd name="connsiteY21" fmla="*/ 129106 h 1501885"/>
                <a:gd name="connsiteX22" fmla="*/ 439083 w 899021"/>
                <a:gd name="connsiteY22" fmla="*/ 122227 h 1501885"/>
                <a:gd name="connsiteX23" fmla="*/ 593070 w 899021"/>
                <a:gd name="connsiteY23" fmla="*/ 14806 h 1501885"/>
                <a:gd name="connsiteX24" fmla="*/ 698903 w 899021"/>
                <a:gd name="connsiteY24" fmla="*/ 519 h 1501885"/>
                <a:gd name="connsiteX25" fmla="*/ 782511 w 899021"/>
                <a:gd name="connsiteY25" fmla="*/ 58198 h 1501885"/>
                <a:gd name="connsiteX26" fmla="*/ 897870 w 899021"/>
                <a:gd name="connsiteY26" fmla="*/ 218006 h 1501885"/>
                <a:gd name="connsiteX27" fmla="*/ 838603 w 899021"/>
                <a:gd name="connsiteY27" fmla="*/ 268806 h 1501885"/>
                <a:gd name="connsiteX28" fmla="*/ 786745 w 899021"/>
                <a:gd name="connsiteY28" fmla="*/ 307435 h 1501885"/>
                <a:gd name="connsiteX29" fmla="*/ 774045 w 899021"/>
                <a:gd name="connsiteY29" fmla="*/ 350298 h 1501885"/>
                <a:gd name="connsiteX30" fmla="*/ 789390 w 899021"/>
                <a:gd name="connsiteY30" fmla="*/ 388398 h 1501885"/>
                <a:gd name="connsiteX31" fmla="*/ 819553 w 899021"/>
                <a:gd name="connsiteY31" fmla="*/ 413268 h 1501885"/>
                <a:gd name="connsiteX32" fmla="*/ 814791 w 899021"/>
                <a:gd name="connsiteY32" fmla="*/ 457188 h 1501885"/>
                <a:gd name="connsiteX33" fmla="*/ 737003 w 899021"/>
                <a:gd name="connsiteY33" fmla="*/ 472006 h 1501885"/>
                <a:gd name="connsiteX34" fmla="*/ 830136 w 899021"/>
                <a:gd name="connsiteY34" fmla="*/ 481531 h 1501885"/>
                <a:gd name="connsiteX35" fmla="*/ 819023 w 899021"/>
                <a:gd name="connsiteY35" fmla="*/ 530744 h 1501885"/>
                <a:gd name="connsiteX36" fmla="*/ 774130 w 899021"/>
                <a:gd name="connsiteY36" fmla="*/ 549631 h 1501885"/>
                <a:gd name="connsiteX37" fmla="*/ 759228 w 899021"/>
                <a:gd name="connsiteY37" fmla="*/ 581543 h 1501885"/>
                <a:gd name="connsiteX38" fmla="*/ 756052 w 899021"/>
                <a:gd name="connsiteY38" fmla="*/ 647689 h 1501885"/>
                <a:gd name="connsiteX0" fmla="*/ 753683 w 896652"/>
                <a:gd name="connsiteY0" fmla="*/ 647689 h 1502821"/>
                <a:gd name="connsiteX1" fmla="*/ 649967 w 896652"/>
                <a:gd name="connsiteY1" fmla="*/ 641339 h 1502821"/>
                <a:gd name="connsiteX2" fmla="*/ 658434 w 896652"/>
                <a:gd name="connsiteY2" fmla="*/ 599006 h 1502821"/>
                <a:gd name="connsiteX3" fmla="*/ 692301 w 896652"/>
                <a:gd name="connsiteY3" fmla="*/ 539739 h 1502821"/>
                <a:gd name="connsiteX4" fmla="*/ 641501 w 896652"/>
                <a:gd name="connsiteY4" fmla="*/ 472006 h 1502821"/>
                <a:gd name="connsiteX5" fmla="*/ 463701 w 896652"/>
                <a:gd name="connsiteY5" fmla="*/ 488939 h 1502821"/>
                <a:gd name="connsiteX6" fmla="*/ 350988 w 896652"/>
                <a:gd name="connsiteY6" fmla="*/ 569901 h 1502821"/>
                <a:gd name="connsiteX7" fmla="*/ 313946 w 896652"/>
                <a:gd name="connsiteY7" fmla="*/ 629169 h 1502821"/>
                <a:gd name="connsiteX8" fmla="*/ 286959 w 896652"/>
                <a:gd name="connsiteY8" fmla="*/ 734473 h 1502821"/>
                <a:gd name="connsiteX9" fmla="*/ 233597 w 896652"/>
                <a:gd name="connsiteY9" fmla="*/ 702031 h 1502821"/>
                <a:gd name="connsiteX10" fmla="*/ 219755 w 896652"/>
                <a:gd name="connsiteY10" fmla="*/ 705898 h 1502821"/>
                <a:gd name="connsiteX11" fmla="*/ 262618 w 896652"/>
                <a:gd name="connsiteY11" fmla="*/ 774161 h 1502821"/>
                <a:gd name="connsiteX12" fmla="*/ 240921 w 896652"/>
                <a:gd name="connsiteY12" fmla="*/ 930793 h 1502821"/>
                <a:gd name="connsiteX13" fmla="*/ 229809 w 896652"/>
                <a:gd name="connsiteY13" fmla="*/ 1016518 h 1502821"/>
                <a:gd name="connsiteX14" fmla="*/ 169484 w 896652"/>
                <a:gd name="connsiteY14" fmla="*/ 1440381 h 1502821"/>
                <a:gd name="connsiteX15" fmla="*/ 153609 w 896652"/>
                <a:gd name="connsiteY15" fmla="*/ 1500706 h 1502821"/>
                <a:gd name="connsiteX16" fmla="*/ 11792 w 896652"/>
                <a:gd name="connsiteY16" fmla="*/ 1479539 h 1502821"/>
                <a:gd name="connsiteX17" fmla="*/ 13380 w 896652"/>
                <a:gd name="connsiteY17" fmla="*/ 1388523 h 1502821"/>
                <a:gd name="connsiteX18" fmla="*/ 57829 w 896652"/>
                <a:gd name="connsiteY18" fmla="*/ 1120764 h 1502821"/>
                <a:gd name="connsiteX19" fmla="*/ 106514 w 896652"/>
                <a:gd name="connsiteY19" fmla="*/ 765694 h 1502821"/>
                <a:gd name="connsiteX20" fmla="*/ 192767 w 896652"/>
                <a:gd name="connsiteY20" fmla="*/ 260339 h 1502821"/>
                <a:gd name="connsiteX21" fmla="*/ 304951 w 896652"/>
                <a:gd name="connsiteY21" fmla="*/ 129106 h 1502821"/>
                <a:gd name="connsiteX22" fmla="*/ 436714 w 896652"/>
                <a:gd name="connsiteY22" fmla="*/ 122227 h 1502821"/>
                <a:gd name="connsiteX23" fmla="*/ 590701 w 896652"/>
                <a:gd name="connsiteY23" fmla="*/ 14806 h 1502821"/>
                <a:gd name="connsiteX24" fmla="*/ 696534 w 896652"/>
                <a:gd name="connsiteY24" fmla="*/ 519 h 1502821"/>
                <a:gd name="connsiteX25" fmla="*/ 780142 w 896652"/>
                <a:gd name="connsiteY25" fmla="*/ 58198 h 1502821"/>
                <a:gd name="connsiteX26" fmla="*/ 895501 w 896652"/>
                <a:gd name="connsiteY26" fmla="*/ 218006 h 1502821"/>
                <a:gd name="connsiteX27" fmla="*/ 836234 w 896652"/>
                <a:gd name="connsiteY27" fmla="*/ 268806 h 1502821"/>
                <a:gd name="connsiteX28" fmla="*/ 784376 w 896652"/>
                <a:gd name="connsiteY28" fmla="*/ 307435 h 1502821"/>
                <a:gd name="connsiteX29" fmla="*/ 771676 w 896652"/>
                <a:gd name="connsiteY29" fmla="*/ 350298 h 1502821"/>
                <a:gd name="connsiteX30" fmla="*/ 787021 w 896652"/>
                <a:gd name="connsiteY30" fmla="*/ 388398 h 1502821"/>
                <a:gd name="connsiteX31" fmla="*/ 817184 w 896652"/>
                <a:gd name="connsiteY31" fmla="*/ 413268 h 1502821"/>
                <a:gd name="connsiteX32" fmla="*/ 812422 w 896652"/>
                <a:gd name="connsiteY32" fmla="*/ 457188 h 1502821"/>
                <a:gd name="connsiteX33" fmla="*/ 734634 w 896652"/>
                <a:gd name="connsiteY33" fmla="*/ 472006 h 1502821"/>
                <a:gd name="connsiteX34" fmla="*/ 827767 w 896652"/>
                <a:gd name="connsiteY34" fmla="*/ 481531 h 1502821"/>
                <a:gd name="connsiteX35" fmla="*/ 816654 w 896652"/>
                <a:gd name="connsiteY35" fmla="*/ 530744 h 1502821"/>
                <a:gd name="connsiteX36" fmla="*/ 771761 w 896652"/>
                <a:gd name="connsiteY36" fmla="*/ 549631 h 1502821"/>
                <a:gd name="connsiteX37" fmla="*/ 756859 w 896652"/>
                <a:gd name="connsiteY37" fmla="*/ 581543 h 1502821"/>
                <a:gd name="connsiteX38" fmla="*/ 753683 w 896652"/>
                <a:gd name="connsiteY38" fmla="*/ 647689 h 1502821"/>
                <a:gd name="connsiteX0" fmla="*/ 753683 w 896652"/>
                <a:gd name="connsiteY0" fmla="*/ 647689 h 1504887"/>
                <a:gd name="connsiteX1" fmla="*/ 649967 w 896652"/>
                <a:gd name="connsiteY1" fmla="*/ 641339 h 1504887"/>
                <a:gd name="connsiteX2" fmla="*/ 658434 w 896652"/>
                <a:gd name="connsiteY2" fmla="*/ 599006 h 1504887"/>
                <a:gd name="connsiteX3" fmla="*/ 692301 w 896652"/>
                <a:gd name="connsiteY3" fmla="*/ 539739 h 1504887"/>
                <a:gd name="connsiteX4" fmla="*/ 641501 w 896652"/>
                <a:gd name="connsiteY4" fmla="*/ 472006 h 1504887"/>
                <a:gd name="connsiteX5" fmla="*/ 463701 w 896652"/>
                <a:gd name="connsiteY5" fmla="*/ 488939 h 1504887"/>
                <a:gd name="connsiteX6" fmla="*/ 350988 w 896652"/>
                <a:gd name="connsiteY6" fmla="*/ 569901 h 1504887"/>
                <a:gd name="connsiteX7" fmla="*/ 313946 w 896652"/>
                <a:gd name="connsiteY7" fmla="*/ 629169 h 1504887"/>
                <a:gd name="connsiteX8" fmla="*/ 286959 w 896652"/>
                <a:gd name="connsiteY8" fmla="*/ 734473 h 1504887"/>
                <a:gd name="connsiteX9" fmla="*/ 233597 w 896652"/>
                <a:gd name="connsiteY9" fmla="*/ 702031 h 1504887"/>
                <a:gd name="connsiteX10" fmla="*/ 219755 w 896652"/>
                <a:gd name="connsiteY10" fmla="*/ 705898 h 1504887"/>
                <a:gd name="connsiteX11" fmla="*/ 262618 w 896652"/>
                <a:gd name="connsiteY11" fmla="*/ 774161 h 1504887"/>
                <a:gd name="connsiteX12" fmla="*/ 240921 w 896652"/>
                <a:gd name="connsiteY12" fmla="*/ 930793 h 1504887"/>
                <a:gd name="connsiteX13" fmla="*/ 229809 w 896652"/>
                <a:gd name="connsiteY13" fmla="*/ 1016518 h 1504887"/>
                <a:gd name="connsiteX14" fmla="*/ 169484 w 896652"/>
                <a:gd name="connsiteY14" fmla="*/ 1440381 h 1504887"/>
                <a:gd name="connsiteX15" fmla="*/ 153609 w 896652"/>
                <a:gd name="connsiteY15" fmla="*/ 1500706 h 1504887"/>
                <a:gd name="connsiteX16" fmla="*/ 11792 w 896652"/>
                <a:gd name="connsiteY16" fmla="*/ 1479539 h 1504887"/>
                <a:gd name="connsiteX17" fmla="*/ 13380 w 896652"/>
                <a:gd name="connsiteY17" fmla="*/ 1318673 h 1504887"/>
                <a:gd name="connsiteX18" fmla="*/ 57829 w 896652"/>
                <a:gd name="connsiteY18" fmla="*/ 1120764 h 1504887"/>
                <a:gd name="connsiteX19" fmla="*/ 106514 w 896652"/>
                <a:gd name="connsiteY19" fmla="*/ 765694 h 1504887"/>
                <a:gd name="connsiteX20" fmla="*/ 192767 w 896652"/>
                <a:gd name="connsiteY20" fmla="*/ 260339 h 1504887"/>
                <a:gd name="connsiteX21" fmla="*/ 304951 w 896652"/>
                <a:gd name="connsiteY21" fmla="*/ 129106 h 1504887"/>
                <a:gd name="connsiteX22" fmla="*/ 436714 w 896652"/>
                <a:gd name="connsiteY22" fmla="*/ 122227 h 1504887"/>
                <a:gd name="connsiteX23" fmla="*/ 590701 w 896652"/>
                <a:gd name="connsiteY23" fmla="*/ 14806 h 1504887"/>
                <a:gd name="connsiteX24" fmla="*/ 696534 w 896652"/>
                <a:gd name="connsiteY24" fmla="*/ 519 h 1504887"/>
                <a:gd name="connsiteX25" fmla="*/ 780142 w 896652"/>
                <a:gd name="connsiteY25" fmla="*/ 58198 h 1504887"/>
                <a:gd name="connsiteX26" fmla="*/ 895501 w 896652"/>
                <a:gd name="connsiteY26" fmla="*/ 218006 h 1504887"/>
                <a:gd name="connsiteX27" fmla="*/ 836234 w 896652"/>
                <a:gd name="connsiteY27" fmla="*/ 268806 h 1504887"/>
                <a:gd name="connsiteX28" fmla="*/ 784376 w 896652"/>
                <a:gd name="connsiteY28" fmla="*/ 307435 h 1504887"/>
                <a:gd name="connsiteX29" fmla="*/ 771676 w 896652"/>
                <a:gd name="connsiteY29" fmla="*/ 350298 h 1504887"/>
                <a:gd name="connsiteX30" fmla="*/ 787021 w 896652"/>
                <a:gd name="connsiteY30" fmla="*/ 388398 h 1504887"/>
                <a:gd name="connsiteX31" fmla="*/ 817184 w 896652"/>
                <a:gd name="connsiteY31" fmla="*/ 413268 h 1504887"/>
                <a:gd name="connsiteX32" fmla="*/ 812422 w 896652"/>
                <a:gd name="connsiteY32" fmla="*/ 457188 h 1504887"/>
                <a:gd name="connsiteX33" fmla="*/ 734634 w 896652"/>
                <a:gd name="connsiteY33" fmla="*/ 472006 h 1504887"/>
                <a:gd name="connsiteX34" fmla="*/ 827767 w 896652"/>
                <a:gd name="connsiteY34" fmla="*/ 481531 h 1504887"/>
                <a:gd name="connsiteX35" fmla="*/ 816654 w 896652"/>
                <a:gd name="connsiteY35" fmla="*/ 530744 h 1504887"/>
                <a:gd name="connsiteX36" fmla="*/ 771761 w 896652"/>
                <a:gd name="connsiteY36" fmla="*/ 549631 h 1504887"/>
                <a:gd name="connsiteX37" fmla="*/ 756859 w 896652"/>
                <a:gd name="connsiteY37" fmla="*/ 581543 h 1504887"/>
                <a:gd name="connsiteX38" fmla="*/ 753683 w 896652"/>
                <a:gd name="connsiteY38" fmla="*/ 647689 h 1504887"/>
                <a:gd name="connsiteX0" fmla="*/ 749730 w 892699"/>
                <a:gd name="connsiteY0" fmla="*/ 647689 h 1504887"/>
                <a:gd name="connsiteX1" fmla="*/ 646014 w 892699"/>
                <a:gd name="connsiteY1" fmla="*/ 641339 h 1504887"/>
                <a:gd name="connsiteX2" fmla="*/ 654481 w 892699"/>
                <a:gd name="connsiteY2" fmla="*/ 599006 h 1504887"/>
                <a:gd name="connsiteX3" fmla="*/ 688348 w 892699"/>
                <a:gd name="connsiteY3" fmla="*/ 539739 h 1504887"/>
                <a:gd name="connsiteX4" fmla="*/ 637548 w 892699"/>
                <a:gd name="connsiteY4" fmla="*/ 472006 h 1504887"/>
                <a:gd name="connsiteX5" fmla="*/ 459748 w 892699"/>
                <a:gd name="connsiteY5" fmla="*/ 488939 h 1504887"/>
                <a:gd name="connsiteX6" fmla="*/ 347035 w 892699"/>
                <a:gd name="connsiteY6" fmla="*/ 569901 h 1504887"/>
                <a:gd name="connsiteX7" fmla="*/ 309993 w 892699"/>
                <a:gd name="connsiteY7" fmla="*/ 629169 h 1504887"/>
                <a:gd name="connsiteX8" fmla="*/ 283006 w 892699"/>
                <a:gd name="connsiteY8" fmla="*/ 734473 h 1504887"/>
                <a:gd name="connsiteX9" fmla="*/ 229644 w 892699"/>
                <a:gd name="connsiteY9" fmla="*/ 702031 h 1504887"/>
                <a:gd name="connsiteX10" fmla="*/ 215802 w 892699"/>
                <a:gd name="connsiteY10" fmla="*/ 705898 h 1504887"/>
                <a:gd name="connsiteX11" fmla="*/ 258665 w 892699"/>
                <a:gd name="connsiteY11" fmla="*/ 774161 h 1504887"/>
                <a:gd name="connsiteX12" fmla="*/ 236968 w 892699"/>
                <a:gd name="connsiteY12" fmla="*/ 930793 h 1504887"/>
                <a:gd name="connsiteX13" fmla="*/ 225856 w 892699"/>
                <a:gd name="connsiteY13" fmla="*/ 1016518 h 1504887"/>
                <a:gd name="connsiteX14" fmla="*/ 165531 w 892699"/>
                <a:gd name="connsiteY14" fmla="*/ 1440381 h 1504887"/>
                <a:gd name="connsiteX15" fmla="*/ 149656 w 892699"/>
                <a:gd name="connsiteY15" fmla="*/ 1500706 h 1504887"/>
                <a:gd name="connsiteX16" fmla="*/ 7839 w 892699"/>
                <a:gd name="connsiteY16" fmla="*/ 1479539 h 1504887"/>
                <a:gd name="connsiteX17" fmla="*/ 22127 w 892699"/>
                <a:gd name="connsiteY17" fmla="*/ 1318673 h 1504887"/>
                <a:gd name="connsiteX18" fmla="*/ 53876 w 892699"/>
                <a:gd name="connsiteY18" fmla="*/ 1120764 h 1504887"/>
                <a:gd name="connsiteX19" fmla="*/ 102561 w 892699"/>
                <a:gd name="connsiteY19" fmla="*/ 765694 h 1504887"/>
                <a:gd name="connsiteX20" fmla="*/ 188814 w 892699"/>
                <a:gd name="connsiteY20" fmla="*/ 260339 h 1504887"/>
                <a:gd name="connsiteX21" fmla="*/ 300998 w 892699"/>
                <a:gd name="connsiteY21" fmla="*/ 129106 h 1504887"/>
                <a:gd name="connsiteX22" fmla="*/ 432761 w 892699"/>
                <a:gd name="connsiteY22" fmla="*/ 122227 h 1504887"/>
                <a:gd name="connsiteX23" fmla="*/ 586748 w 892699"/>
                <a:gd name="connsiteY23" fmla="*/ 14806 h 1504887"/>
                <a:gd name="connsiteX24" fmla="*/ 692581 w 892699"/>
                <a:gd name="connsiteY24" fmla="*/ 519 h 1504887"/>
                <a:gd name="connsiteX25" fmla="*/ 776189 w 892699"/>
                <a:gd name="connsiteY25" fmla="*/ 58198 h 1504887"/>
                <a:gd name="connsiteX26" fmla="*/ 891548 w 892699"/>
                <a:gd name="connsiteY26" fmla="*/ 218006 h 1504887"/>
                <a:gd name="connsiteX27" fmla="*/ 832281 w 892699"/>
                <a:gd name="connsiteY27" fmla="*/ 268806 h 1504887"/>
                <a:gd name="connsiteX28" fmla="*/ 780423 w 892699"/>
                <a:gd name="connsiteY28" fmla="*/ 307435 h 1504887"/>
                <a:gd name="connsiteX29" fmla="*/ 767723 w 892699"/>
                <a:gd name="connsiteY29" fmla="*/ 350298 h 1504887"/>
                <a:gd name="connsiteX30" fmla="*/ 783068 w 892699"/>
                <a:gd name="connsiteY30" fmla="*/ 388398 h 1504887"/>
                <a:gd name="connsiteX31" fmla="*/ 813231 w 892699"/>
                <a:gd name="connsiteY31" fmla="*/ 413268 h 1504887"/>
                <a:gd name="connsiteX32" fmla="*/ 808469 w 892699"/>
                <a:gd name="connsiteY32" fmla="*/ 457188 h 1504887"/>
                <a:gd name="connsiteX33" fmla="*/ 730681 w 892699"/>
                <a:gd name="connsiteY33" fmla="*/ 472006 h 1504887"/>
                <a:gd name="connsiteX34" fmla="*/ 823814 w 892699"/>
                <a:gd name="connsiteY34" fmla="*/ 481531 h 1504887"/>
                <a:gd name="connsiteX35" fmla="*/ 812701 w 892699"/>
                <a:gd name="connsiteY35" fmla="*/ 530744 h 1504887"/>
                <a:gd name="connsiteX36" fmla="*/ 767808 w 892699"/>
                <a:gd name="connsiteY36" fmla="*/ 549631 h 1504887"/>
                <a:gd name="connsiteX37" fmla="*/ 752906 w 892699"/>
                <a:gd name="connsiteY37" fmla="*/ 581543 h 1504887"/>
                <a:gd name="connsiteX38" fmla="*/ 749730 w 892699"/>
                <a:gd name="connsiteY38" fmla="*/ 647689 h 1504887"/>
                <a:gd name="connsiteX0" fmla="*/ 750557 w 893526"/>
                <a:gd name="connsiteY0" fmla="*/ 647689 h 1504509"/>
                <a:gd name="connsiteX1" fmla="*/ 646841 w 893526"/>
                <a:gd name="connsiteY1" fmla="*/ 641339 h 1504509"/>
                <a:gd name="connsiteX2" fmla="*/ 655308 w 893526"/>
                <a:gd name="connsiteY2" fmla="*/ 599006 h 1504509"/>
                <a:gd name="connsiteX3" fmla="*/ 689175 w 893526"/>
                <a:gd name="connsiteY3" fmla="*/ 539739 h 1504509"/>
                <a:gd name="connsiteX4" fmla="*/ 638375 w 893526"/>
                <a:gd name="connsiteY4" fmla="*/ 472006 h 1504509"/>
                <a:gd name="connsiteX5" fmla="*/ 460575 w 893526"/>
                <a:gd name="connsiteY5" fmla="*/ 488939 h 1504509"/>
                <a:gd name="connsiteX6" fmla="*/ 347862 w 893526"/>
                <a:gd name="connsiteY6" fmla="*/ 569901 h 1504509"/>
                <a:gd name="connsiteX7" fmla="*/ 310820 w 893526"/>
                <a:gd name="connsiteY7" fmla="*/ 629169 h 1504509"/>
                <a:gd name="connsiteX8" fmla="*/ 283833 w 893526"/>
                <a:gd name="connsiteY8" fmla="*/ 734473 h 1504509"/>
                <a:gd name="connsiteX9" fmla="*/ 230471 w 893526"/>
                <a:gd name="connsiteY9" fmla="*/ 702031 h 1504509"/>
                <a:gd name="connsiteX10" fmla="*/ 216629 w 893526"/>
                <a:gd name="connsiteY10" fmla="*/ 705898 h 1504509"/>
                <a:gd name="connsiteX11" fmla="*/ 259492 w 893526"/>
                <a:gd name="connsiteY11" fmla="*/ 774161 h 1504509"/>
                <a:gd name="connsiteX12" fmla="*/ 237795 w 893526"/>
                <a:gd name="connsiteY12" fmla="*/ 930793 h 1504509"/>
                <a:gd name="connsiteX13" fmla="*/ 226683 w 893526"/>
                <a:gd name="connsiteY13" fmla="*/ 1016518 h 1504509"/>
                <a:gd name="connsiteX14" fmla="*/ 166358 w 893526"/>
                <a:gd name="connsiteY14" fmla="*/ 1440381 h 1504509"/>
                <a:gd name="connsiteX15" fmla="*/ 150483 w 893526"/>
                <a:gd name="connsiteY15" fmla="*/ 1500706 h 1504509"/>
                <a:gd name="connsiteX16" fmla="*/ 8666 w 893526"/>
                <a:gd name="connsiteY16" fmla="*/ 1479539 h 1504509"/>
                <a:gd name="connsiteX17" fmla="*/ 19779 w 893526"/>
                <a:gd name="connsiteY17" fmla="*/ 1328198 h 1504509"/>
                <a:gd name="connsiteX18" fmla="*/ 54703 w 893526"/>
                <a:gd name="connsiteY18" fmla="*/ 1120764 h 1504509"/>
                <a:gd name="connsiteX19" fmla="*/ 103388 w 893526"/>
                <a:gd name="connsiteY19" fmla="*/ 765694 h 1504509"/>
                <a:gd name="connsiteX20" fmla="*/ 189641 w 893526"/>
                <a:gd name="connsiteY20" fmla="*/ 260339 h 1504509"/>
                <a:gd name="connsiteX21" fmla="*/ 301825 w 893526"/>
                <a:gd name="connsiteY21" fmla="*/ 129106 h 1504509"/>
                <a:gd name="connsiteX22" fmla="*/ 433588 w 893526"/>
                <a:gd name="connsiteY22" fmla="*/ 122227 h 1504509"/>
                <a:gd name="connsiteX23" fmla="*/ 587575 w 893526"/>
                <a:gd name="connsiteY23" fmla="*/ 14806 h 1504509"/>
                <a:gd name="connsiteX24" fmla="*/ 693408 w 893526"/>
                <a:gd name="connsiteY24" fmla="*/ 519 h 1504509"/>
                <a:gd name="connsiteX25" fmla="*/ 777016 w 893526"/>
                <a:gd name="connsiteY25" fmla="*/ 58198 h 1504509"/>
                <a:gd name="connsiteX26" fmla="*/ 892375 w 893526"/>
                <a:gd name="connsiteY26" fmla="*/ 218006 h 1504509"/>
                <a:gd name="connsiteX27" fmla="*/ 833108 w 893526"/>
                <a:gd name="connsiteY27" fmla="*/ 268806 h 1504509"/>
                <a:gd name="connsiteX28" fmla="*/ 781250 w 893526"/>
                <a:gd name="connsiteY28" fmla="*/ 307435 h 1504509"/>
                <a:gd name="connsiteX29" fmla="*/ 768550 w 893526"/>
                <a:gd name="connsiteY29" fmla="*/ 350298 h 1504509"/>
                <a:gd name="connsiteX30" fmla="*/ 783895 w 893526"/>
                <a:gd name="connsiteY30" fmla="*/ 388398 h 1504509"/>
                <a:gd name="connsiteX31" fmla="*/ 814058 w 893526"/>
                <a:gd name="connsiteY31" fmla="*/ 413268 h 1504509"/>
                <a:gd name="connsiteX32" fmla="*/ 809296 w 893526"/>
                <a:gd name="connsiteY32" fmla="*/ 457188 h 1504509"/>
                <a:gd name="connsiteX33" fmla="*/ 731508 w 893526"/>
                <a:gd name="connsiteY33" fmla="*/ 472006 h 1504509"/>
                <a:gd name="connsiteX34" fmla="*/ 824641 w 893526"/>
                <a:gd name="connsiteY34" fmla="*/ 481531 h 1504509"/>
                <a:gd name="connsiteX35" fmla="*/ 813528 w 893526"/>
                <a:gd name="connsiteY35" fmla="*/ 530744 h 1504509"/>
                <a:gd name="connsiteX36" fmla="*/ 768635 w 893526"/>
                <a:gd name="connsiteY36" fmla="*/ 549631 h 1504509"/>
                <a:gd name="connsiteX37" fmla="*/ 753733 w 893526"/>
                <a:gd name="connsiteY37" fmla="*/ 581543 h 1504509"/>
                <a:gd name="connsiteX38" fmla="*/ 750557 w 893526"/>
                <a:gd name="connsiteY38" fmla="*/ 647689 h 1504509"/>
                <a:gd name="connsiteX0" fmla="*/ 738624 w 881593"/>
                <a:gd name="connsiteY0" fmla="*/ 647689 h 1504509"/>
                <a:gd name="connsiteX1" fmla="*/ 634908 w 881593"/>
                <a:gd name="connsiteY1" fmla="*/ 641339 h 1504509"/>
                <a:gd name="connsiteX2" fmla="*/ 643375 w 881593"/>
                <a:gd name="connsiteY2" fmla="*/ 599006 h 1504509"/>
                <a:gd name="connsiteX3" fmla="*/ 677242 w 881593"/>
                <a:gd name="connsiteY3" fmla="*/ 539739 h 1504509"/>
                <a:gd name="connsiteX4" fmla="*/ 626442 w 881593"/>
                <a:gd name="connsiteY4" fmla="*/ 472006 h 1504509"/>
                <a:gd name="connsiteX5" fmla="*/ 448642 w 881593"/>
                <a:gd name="connsiteY5" fmla="*/ 488939 h 1504509"/>
                <a:gd name="connsiteX6" fmla="*/ 335929 w 881593"/>
                <a:gd name="connsiteY6" fmla="*/ 569901 h 1504509"/>
                <a:gd name="connsiteX7" fmla="*/ 298887 w 881593"/>
                <a:gd name="connsiteY7" fmla="*/ 629169 h 1504509"/>
                <a:gd name="connsiteX8" fmla="*/ 271900 w 881593"/>
                <a:gd name="connsiteY8" fmla="*/ 734473 h 1504509"/>
                <a:gd name="connsiteX9" fmla="*/ 218538 w 881593"/>
                <a:gd name="connsiteY9" fmla="*/ 702031 h 1504509"/>
                <a:gd name="connsiteX10" fmla="*/ 204696 w 881593"/>
                <a:gd name="connsiteY10" fmla="*/ 705898 h 1504509"/>
                <a:gd name="connsiteX11" fmla="*/ 247559 w 881593"/>
                <a:gd name="connsiteY11" fmla="*/ 774161 h 1504509"/>
                <a:gd name="connsiteX12" fmla="*/ 225862 w 881593"/>
                <a:gd name="connsiteY12" fmla="*/ 930793 h 1504509"/>
                <a:gd name="connsiteX13" fmla="*/ 214750 w 881593"/>
                <a:gd name="connsiteY13" fmla="*/ 1016518 h 1504509"/>
                <a:gd name="connsiteX14" fmla="*/ 154425 w 881593"/>
                <a:gd name="connsiteY14" fmla="*/ 1440381 h 1504509"/>
                <a:gd name="connsiteX15" fmla="*/ 138550 w 881593"/>
                <a:gd name="connsiteY15" fmla="*/ 1500706 h 1504509"/>
                <a:gd name="connsiteX16" fmla="*/ 12608 w 881593"/>
                <a:gd name="connsiteY16" fmla="*/ 1479539 h 1504509"/>
                <a:gd name="connsiteX17" fmla="*/ 7846 w 881593"/>
                <a:gd name="connsiteY17" fmla="*/ 1328198 h 1504509"/>
                <a:gd name="connsiteX18" fmla="*/ 42770 w 881593"/>
                <a:gd name="connsiteY18" fmla="*/ 1120764 h 1504509"/>
                <a:gd name="connsiteX19" fmla="*/ 91455 w 881593"/>
                <a:gd name="connsiteY19" fmla="*/ 765694 h 1504509"/>
                <a:gd name="connsiteX20" fmla="*/ 177708 w 881593"/>
                <a:gd name="connsiteY20" fmla="*/ 260339 h 1504509"/>
                <a:gd name="connsiteX21" fmla="*/ 289892 w 881593"/>
                <a:gd name="connsiteY21" fmla="*/ 129106 h 1504509"/>
                <a:gd name="connsiteX22" fmla="*/ 421655 w 881593"/>
                <a:gd name="connsiteY22" fmla="*/ 122227 h 1504509"/>
                <a:gd name="connsiteX23" fmla="*/ 575642 w 881593"/>
                <a:gd name="connsiteY23" fmla="*/ 14806 h 1504509"/>
                <a:gd name="connsiteX24" fmla="*/ 681475 w 881593"/>
                <a:gd name="connsiteY24" fmla="*/ 519 h 1504509"/>
                <a:gd name="connsiteX25" fmla="*/ 765083 w 881593"/>
                <a:gd name="connsiteY25" fmla="*/ 58198 h 1504509"/>
                <a:gd name="connsiteX26" fmla="*/ 880442 w 881593"/>
                <a:gd name="connsiteY26" fmla="*/ 218006 h 1504509"/>
                <a:gd name="connsiteX27" fmla="*/ 821175 w 881593"/>
                <a:gd name="connsiteY27" fmla="*/ 268806 h 1504509"/>
                <a:gd name="connsiteX28" fmla="*/ 769317 w 881593"/>
                <a:gd name="connsiteY28" fmla="*/ 307435 h 1504509"/>
                <a:gd name="connsiteX29" fmla="*/ 756617 w 881593"/>
                <a:gd name="connsiteY29" fmla="*/ 350298 h 1504509"/>
                <a:gd name="connsiteX30" fmla="*/ 771962 w 881593"/>
                <a:gd name="connsiteY30" fmla="*/ 388398 h 1504509"/>
                <a:gd name="connsiteX31" fmla="*/ 802125 w 881593"/>
                <a:gd name="connsiteY31" fmla="*/ 413268 h 1504509"/>
                <a:gd name="connsiteX32" fmla="*/ 797363 w 881593"/>
                <a:gd name="connsiteY32" fmla="*/ 457188 h 1504509"/>
                <a:gd name="connsiteX33" fmla="*/ 719575 w 881593"/>
                <a:gd name="connsiteY33" fmla="*/ 472006 h 1504509"/>
                <a:gd name="connsiteX34" fmla="*/ 812708 w 881593"/>
                <a:gd name="connsiteY34" fmla="*/ 481531 h 1504509"/>
                <a:gd name="connsiteX35" fmla="*/ 801595 w 881593"/>
                <a:gd name="connsiteY35" fmla="*/ 530744 h 1504509"/>
                <a:gd name="connsiteX36" fmla="*/ 756702 w 881593"/>
                <a:gd name="connsiteY36" fmla="*/ 549631 h 1504509"/>
                <a:gd name="connsiteX37" fmla="*/ 741800 w 881593"/>
                <a:gd name="connsiteY37" fmla="*/ 581543 h 1504509"/>
                <a:gd name="connsiteX38" fmla="*/ 738624 w 881593"/>
                <a:gd name="connsiteY38" fmla="*/ 647689 h 1504509"/>
                <a:gd name="connsiteX0" fmla="*/ 740760 w 883729"/>
                <a:gd name="connsiteY0" fmla="*/ 647689 h 1504509"/>
                <a:gd name="connsiteX1" fmla="*/ 637044 w 883729"/>
                <a:gd name="connsiteY1" fmla="*/ 641339 h 1504509"/>
                <a:gd name="connsiteX2" fmla="*/ 645511 w 883729"/>
                <a:gd name="connsiteY2" fmla="*/ 599006 h 1504509"/>
                <a:gd name="connsiteX3" fmla="*/ 679378 w 883729"/>
                <a:gd name="connsiteY3" fmla="*/ 539739 h 1504509"/>
                <a:gd name="connsiteX4" fmla="*/ 628578 w 883729"/>
                <a:gd name="connsiteY4" fmla="*/ 472006 h 1504509"/>
                <a:gd name="connsiteX5" fmla="*/ 450778 w 883729"/>
                <a:gd name="connsiteY5" fmla="*/ 488939 h 1504509"/>
                <a:gd name="connsiteX6" fmla="*/ 338065 w 883729"/>
                <a:gd name="connsiteY6" fmla="*/ 569901 h 1504509"/>
                <a:gd name="connsiteX7" fmla="*/ 301023 w 883729"/>
                <a:gd name="connsiteY7" fmla="*/ 629169 h 1504509"/>
                <a:gd name="connsiteX8" fmla="*/ 274036 w 883729"/>
                <a:gd name="connsiteY8" fmla="*/ 734473 h 1504509"/>
                <a:gd name="connsiteX9" fmla="*/ 220674 w 883729"/>
                <a:gd name="connsiteY9" fmla="*/ 702031 h 1504509"/>
                <a:gd name="connsiteX10" fmla="*/ 206832 w 883729"/>
                <a:gd name="connsiteY10" fmla="*/ 705898 h 1504509"/>
                <a:gd name="connsiteX11" fmla="*/ 249695 w 883729"/>
                <a:gd name="connsiteY11" fmla="*/ 774161 h 1504509"/>
                <a:gd name="connsiteX12" fmla="*/ 227998 w 883729"/>
                <a:gd name="connsiteY12" fmla="*/ 930793 h 1504509"/>
                <a:gd name="connsiteX13" fmla="*/ 216886 w 883729"/>
                <a:gd name="connsiteY13" fmla="*/ 1016518 h 1504509"/>
                <a:gd name="connsiteX14" fmla="*/ 156561 w 883729"/>
                <a:gd name="connsiteY14" fmla="*/ 1440381 h 1504509"/>
                <a:gd name="connsiteX15" fmla="*/ 140686 w 883729"/>
                <a:gd name="connsiteY15" fmla="*/ 1500706 h 1504509"/>
                <a:gd name="connsiteX16" fmla="*/ 11569 w 883729"/>
                <a:gd name="connsiteY16" fmla="*/ 1479539 h 1504509"/>
                <a:gd name="connsiteX17" fmla="*/ 9982 w 883729"/>
                <a:gd name="connsiteY17" fmla="*/ 1328198 h 1504509"/>
                <a:gd name="connsiteX18" fmla="*/ 44906 w 883729"/>
                <a:gd name="connsiteY18" fmla="*/ 1120764 h 1504509"/>
                <a:gd name="connsiteX19" fmla="*/ 93591 w 883729"/>
                <a:gd name="connsiteY19" fmla="*/ 765694 h 1504509"/>
                <a:gd name="connsiteX20" fmla="*/ 179844 w 883729"/>
                <a:gd name="connsiteY20" fmla="*/ 260339 h 1504509"/>
                <a:gd name="connsiteX21" fmla="*/ 292028 w 883729"/>
                <a:gd name="connsiteY21" fmla="*/ 129106 h 1504509"/>
                <a:gd name="connsiteX22" fmla="*/ 423791 w 883729"/>
                <a:gd name="connsiteY22" fmla="*/ 122227 h 1504509"/>
                <a:gd name="connsiteX23" fmla="*/ 577778 w 883729"/>
                <a:gd name="connsiteY23" fmla="*/ 14806 h 1504509"/>
                <a:gd name="connsiteX24" fmla="*/ 683611 w 883729"/>
                <a:gd name="connsiteY24" fmla="*/ 519 h 1504509"/>
                <a:gd name="connsiteX25" fmla="*/ 767219 w 883729"/>
                <a:gd name="connsiteY25" fmla="*/ 58198 h 1504509"/>
                <a:gd name="connsiteX26" fmla="*/ 882578 w 883729"/>
                <a:gd name="connsiteY26" fmla="*/ 218006 h 1504509"/>
                <a:gd name="connsiteX27" fmla="*/ 823311 w 883729"/>
                <a:gd name="connsiteY27" fmla="*/ 268806 h 1504509"/>
                <a:gd name="connsiteX28" fmla="*/ 771453 w 883729"/>
                <a:gd name="connsiteY28" fmla="*/ 307435 h 1504509"/>
                <a:gd name="connsiteX29" fmla="*/ 758753 w 883729"/>
                <a:gd name="connsiteY29" fmla="*/ 350298 h 1504509"/>
                <a:gd name="connsiteX30" fmla="*/ 774098 w 883729"/>
                <a:gd name="connsiteY30" fmla="*/ 388398 h 1504509"/>
                <a:gd name="connsiteX31" fmla="*/ 804261 w 883729"/>
                <a:gd name="connsiteY31" fmla="*/ 413268 h 1504509"/>
                <a:gd name="connsiteX32" fmla="*/ 799499 w 883729"/>
                <a:gd name="connsiteY32" fmla="*/ 457188 h 1504509"/>
                <a:gd name="connsiteX33" fmla="*/ 721711 w 883729"/>
                <a:gd name="connsiteY33" fmla="*/ 472006 h 1504509"/>
                <a:gd name="connsiteX34" fmla="*/ 814844 w 883729"/>
                <a:gd name="connsiteY34" fmla="*/ 481531 h 1504509"/>
                <a:gd name="connsiteX35" fmla="*/ 803731 w 883729"/>
                <a:gd name="connsiteY35" fmla="*/ 530744 h 1504509"/>
                <a:gd name="connsiteX36" fmla="*/ 758838 w 883729"/>
                <a:gd name="connsiteY36" fmla="*/ 549631 h 1504509"/>
                <a:gd name="connsiteX37" fmla="*/ 743936 w 883729"/>
                <a:gd name="connsiteY37" fmla="*/ 581543 h 1504509"/>
                <a:gd name="connsiteX38" fmla="*/ 740760 w 883729"/>
                <a:gd name="connsiteY38" fmla="*/ 647689 h 1504509"/>
                <a:gd name="connsiteX0" fmla="*/ 738268 w 881237"/>
                <a:gd name="connsiteY0" fmla="*/ 647689 h 1502152"/>
                <a:gd name="connsiteX1" fmla="*/ 634552 w 881237"/>
                <a:gd name="connsiteY1" fmla="*/ 641339 h 1502152"/>
                <a:gd name="connsiteX2" fmla="*/ 643019 w 881237"/>
                <a:gd name="connsiteY2" fmla="*/ 599006 h 1502152"/>
                <a:gd name="connsiteX3" fmla="*/ 676886 w 881237"/>
                <a:gd name="connsiteY3" fmla="*/ 539739 h 1502152"/>
                <a:gd name="connsiteX4" fmla="*/ 626086 w 881237"/>
                <a:gd name="connsiteY4" fmla="*/ 472006 h 1502152"/>
                <a:gd name="connsiteX5" fmla="*/ 448286 w 881237"/>
                <a:gd name="connsiteY5" fmla="*/ 488939 h 1502152"/>
                <a:gd name="connsiteX6" fmla="*/ 335573 w 881237"/>
                <a:gd name="connsiteY6" fmla="*/ 569901 h 1502152"/>
                <a:gd name="connsiteX7" fmla="*/ 298531 w 881237"/>
                <a:gd name="connsiteY7" fmla="*/ 629169 h 1502152"/>
                <a:gd name="connsiteX8" fmla="*/ 271544 w 881237"/>
                <a:gd name="connsiteY8" fmla="*/ 734473 h 1502152"/>
                <a:gd name="connsiteX9" fmla="*/ 218182 w 881237"/>
                <a:gd name="connsiteY9" fmla="*/ 702031 h 1502152"/>
                <a:gd name="connsiteX10" fmla="*/ 204340 w 881237"/>
                <a:gd name="connsiteY10" fmla="*/ 705898 h 1502152"/>
                <a:gd name="connsiteX11" fmla="*/ 247203 w 881237"/>
                <a:gd name="connsiteY11" fmla="*/ 774161 h 1502152"/>
                <a:gd name="connsiteX12" fmla="*/ 225506 w 881237"/>
                <a:gd name="connsiteY12" fmla="*/ 930793 h 1502152"/>
                <a:gd name="connsiteX13" fmla="*/ 214394 w 881237"/>
                <a:gd name="connsiteY13" fmla="*/ 1016518 h 1502152"/>
                <a:gd name="connsiteX14" fmla="*/ 154069 w 881237"/>
                <a:gd name="connsiteY14" fmla="*/ 1440381 h 1502152"/>
                <a:gd name="connsiteX15" fmla="*/ 103269 w 881237"/>
                <a:gd name="connsiteY15" fmla="*/ 1497531 h 1502152"/>
                <a:gd name="connsiteX16" fmla="*/ 9077 w 881237"/>
                <a:gd name="connsiteY16" fmla="*/ 1479539 h 1502152"/>
                <a:gd name="connsiteX17" fmla="*/ 7490 w 881237"/>
                <a:gd name="connsiteY17" fmla="*/ 1328198 h 1502152"/>
                <a:gd name="connsiteX18" fmla="*/ 42414 w 881237"/>
                <a:gd name="connsiteY18" fmla="*/ 1120764 h 1502152"/>
                <a:gd name="connsiteX19" fmla="*/ 91099 w 881237"/>
                <a:gd name="connsiteY19" fmla="*/ 765694 h 1502152"/>
                <a:gd name="connsiteX20" fmla="*/ 177352 w 881237"/>
                <a:gd name="connsiteY20" fmla="*/ 260339 h 1502152"/>
                <a:gd name="connsiteX21" fmla="*/ 289536 w 881237"/>
                <a:gd name="connsiteY21" fmla="*/ 129106 h 1502152"/>
                <a:gd name="connsiteX22" fmla="*/ 421299 w 881237"/>
                <a:gd name="connsiteY22" fmla="*/ 122227 h 1502152"/>
                <a:gd name="connsiteX23" fmla="*/ 575286 w 881237"/>
                <a:gd name="connsiteY23" fmla="*/ 14806 h 1502152"/>
                <a:gd name="connsiteX24" fmla="*/ 681119 w 881237"/>
                <a:gd name="connsiteY24" fmla="*/ 519 h 1502152"/>
                <a:gd name="connsiteX25" fmla="*/ 764727 w 881237"/>
                <a:gd name="connsiteY25" fmla="*/ 58198 h 1502152"/>
                <a:gd name="connsiteX26" fmla="*/ 880086 w 881237"/>
                <a:gd name="connsiteY26" fmla="*/ 218006 h 1502152"/>
                <a:gd name="connsiteX27" fmla="*/ 820819 w 881237"/>
                <a:gd name="connsiteY27" fmla="*/ 268806 h 1502152"/>
                <a:gd name="connsiteX28" fmla="*/ 768961 w 881237"/>
                <a:gd name="connsiteY28" fmla="*/ 307435 h 1502152"/>
                <a:gd name="connsiteX29" fmla="*/ 756261 w 881237"/>
                <a:gd name="connsiteY29" fmla="*/ 350298 h 1502152"/>
                <a:gd name="connsiteX30" fmla="*/ 771606 w 881237"/>
                <a:gd name="connsiteY30" fmla="*/ 388398 h 1502152"/>
                <a:gd name="connsiteX31" fmla="*/ 801769 w 881237"/>
                <a:gd name="connsiteY31" fmla="*/ 413268 h 1502152"/>
                <a:gd name="connsiteX32" fmla="*/ 797007 w 881237"/>
                <a:gd name="connsiteY32" fmla="*/ 457188 h 1502152"/>
                <a:gd name="connsiteX33" fmla="*/ 719219 w 881237"/>
                <a:gd name="connsiteY33" fmla="*/ 472006 h 1502152"/>
                <a:gd name="connsiteX34" fmla="*/ 812352 w 881237"/>
                <a:gd name="connsiteY34" fmla="*/ 481531 h 1502152"/>
                <a:gd name="connsiteX35" fmla="*/ 801239 w 881237"/>
                <a:gd name="connsiteY35" fmla="*/ 530744 h 1502152"/>
                <a:gd name="connsiteX36" fmla="*/ 756346 w 881237"/>
                <a:gd name="connsiteY36" fmla="*/ 549631 h 1502152"/>
                <a:gd name="connsiteX37" fmla="*/ 741444 w 881237"/>
                <a:gd name="connsiteY37" fmla="*/ 581543 h 1502152"/>
                <a:gd name="connsiteX38" fmla="*/ 738268 w 881237"/>
                <a:gd name="connsiteY38" fmla="*/ 647689 h 1502152"/>
                <a:gd name="connsiteX0" fmla="*/ 741657 w 884626"/>
                <a:gd name="connsiteY0" fmla="*/ 647689 h 1502152"/>
                <a:gd name="connsiteX1" fmla="*/ 637941 w 884626"/>
                <a:gd name="connsiteY1" fmla="*/ 641339 h 1502152"/>
                <a:gd name="connsiteX2" fmla="*/ 646408 w 884626"/>
                <a:gd name="connsiteY2" fmla="*/ 599006 h 1502152"/>
                <a:gd name="connsiteX3" fmla="*/ 680275 w 884626"/>
                <a:gd name="connsiteY3" fmla="*/ 539739 h 1502152"/>
                <a:gd name="connsiteX4" fmla="*/ 629475 w 884626"/>
                <a:gd name="connsiteY4" fmla="*/ 472006 h 1502152"/>
                <a:gd name="connsiteX5" fmla="*/ 451675 w 884626"/>
                <a:gd name="connsiteY5" fmla="*/ 488939 h 1502152"/>
                <a:gd name="connsiteX6" fmla="*/ 338962 w 884626"/>
                <a:gd name="connsiteY6" fmla="*/ 569901 h 1502152"/>
                <a:gd name="connsiteX7" fmla="*/ 301920 w 884626"/>
                <a:gd name="connsiteY7" fmla="*/ 629169 h 1502152"/>
                <a:gd name="connsiteX8" fmla="*/ 274933 w 884626"/>
                <a:gd name="connsiteY8" fmla="*/ 734473 h 1502152"/>
                <a:gd name="connsiteX9" fmla="*/ 221571 w 884626"/>
                <a:gd name="connsiteY9" fmla="*/ 702031 h 1502152"/>
                <a:gd name="connsiteX10" fmla="*/ 207729 w 884626"/>
                <a:gd name="connsiteY10" fmla="*/ 705898 h 1502152"/>
                <a:gd name="connsiteX11" fmla="*/ 250592 w 884626"/>
                <a:gd name="connsiteY11" fmla="*/ 774161 h 1502152"/>
                <a:gd name="connsiteX12" fmla="*/ 228895 w 884626"/>
                <a:gd name="connsiteY12" fmla="*/ 930793 h 1502152"/>
                <a:gd name="connsiteX13" fmla="*/ 217783 w 884626"/>
                <a:gd name="connsiteY13" fmla="*/ 1016518 h 1502152"/>
                <a:gd name="connsiteX14" fmla="*/ 157458 w 884626"/>
                <a:gd name="connsiteY14" fmla="*/ 1440381 h 1502152"/>
                <a:gd name="connsiteX15" fmla="*/ 106658 w 884626"/>
                <a:gd name="connsiteY15" fmla="*/ 1497531 h 1502152"/>
                <a:gd name="connsiteX16" fmla="*/ 7704 w 884626"/>
                <a:gd name="connsiteY16" fmla="*/ 1479539 h 1502152"/>
                <a:gd name="connsiteX17" fmla="*/ 10879 w 884626"/>
                <a:gd name="connsiteY17" fmla="*/ 1328198 h 1502152"/>
                <a:gd name="connsiteX18" fmla="*/ 45803 w 884626"/>
                <a:gd name="connsiteY18" fmla="*/ 1120764 h 1502152"/>
                <a:gd name="connsiteX19" fmla="*/ 94488 w 884626"/>
                <a:gd name="connsiteY19" fmla="*/ 765694 h 1502152"/>
                <a:gd name="connsiteX20" fmla="*/ 180741 w 884626"/>
                <a:gd name="connsiteY20" fmla="*/ 260339 h 1502152"/>
                <a:gd name="connsiteX21" fmla="*/ 292925 w 884626"/>
                <a:gd name="connsiteY21" fmla="*/ 129106 h 1502152"/>
                <a:gd name="connsiteX22" fmla="*/ 424688 w 884626"/>
                <a:gd name="connsiteY22" fmla="*/ 122227 h 1502152"/>
                <a:gd name="connsiteX23" fmla="*/ 578675 w 884626"/>
                <a:gd name="connsiteY23" fmla="*/ 14806 h 1502152"/>
                <a:gd name="connsiteX24" fmla="*/ 684508 w 884626"/>
                <a:gd name="connsiteY24" fmla="*/ 519 h 1502152"/>
                <a:gd name="connsiteX25" fmla="*/ 768116 w 884626"/>
                <a:gd name="connsiteY25" fmla="*/ 58198 h 1502152"/>
                <a:gd name="connsiteX26" fmla="*/ 883475 w 884626"/>
                <a:gd name="connsiteY26" fmla="*/ 218006 h 1502152"/>
                <a:gd name="connsiteX27" fmla="*/ 824208 w 884626"/>
                <a:gd name="connsiteY27" fmla="*/ 268806 h 1502152"/>
                <a:gd name="connsiteX28" fmla="*/ 772350 w 884626"/>
                <a:gd name="connsiteY28" fmla="*/ 307435 h 1502152"/>
                <a:gd name="connsiteX29" fmla="*/ 759650 w 884626"/>
                <a:gd name="connsiteY29" fmla="*/ 350298 h 1502152"/>
                <a:gd name="connsiteX30" fmla="*/ 774995 w 884626"/>
                <a:gd name="connsiteY30" fmla="*/ 388398 h 1502152"/>
                <a:gd name="connsiteX31" fmla="*/ 805158 w 884626"/>
                <a:gd name="connsiteY31" fmla="*/ 413268 h 1502152"/>
                <a:gd name="connsiteX32" fmla="*/ 800396 w 884626"/>
                <a:gd name="connsiteY32" fmla="*/ 457188 h 1502152"/>
                <a:gd name="connsiteX33" fmla="*/ 722608 w 884626"/>
                <a:gd name="connsiteY33" fmla="*/ 472006 h 1502152"/>
                <a:gd name="connsiteX34" fmla="*/ 815741 w 884626"/>
                <a:gd name="connsiteY34" fmla="*/ 481531 h 1502152"/>
                <a:gd name="connsiteX35" fmla="*/ 804628 w 884626"/>
                <a:gd name="connsiteY35" fmla="*/ 530744 h 1502152"/>
                <a:gd name="connsiteX36" fmla="*/ 759735 w 884626"/>
                <a:gd name="connsiteY36" fmla="*/ 549631 h 1502152"/>
                <a:gd name="connsiteX37" fmla="*/ 744833 w 884626"/>
                <a:gd name="connsiteY37" fmla="*/ 581543 h 1502152"/>
                <a:gd name="connsiteX38" fmla="*/ 741657 w 884626"/>
                <a:gd name="connsiteY38" fmla="*/ 647689 h 150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84626" h="1502152">
                  <a:moveTo>
                    <a:pt x="741657" y="647689"/>
                  </a:moveTo>
                  <a:cubicBezTo>
                    <a:pt x="723842" y="657655"/>
                    <a:pt x="653816" y="649453"/>
                    <a:pt x="637941" y="641339"/>
                  </a:cubicBezTo>
                  <a:cubicBezTo>
                    <a:pt x="622066" y="633225"/>
                    <a:pt x="639352" y="615939"/>
                    <a:pt x="646408" y="599006"/>
                  </a:cubicBezTo>
                  <a:cubicBezTo>
                    <a:pt x="653464" y="582073"/>
                    <a:pt x="683097" y="560906"/>
                    <a:pt x="680275" y="539739"/>
                  </a:cubicBezTo>
                  <a:cubicBezTo>
                    <a:pt x="677453" y="518572"/>
                    <a:pt x="667575" y="480473"/>
                    <a:pt x="629475" y="472006"/>
                  </a:cubicBezTo>
                  <a:cubicBezTo>
                    <a:pt x="591375" y="463539"/>
                    <a:pt x="500094" y="472623"/>
                    <a:pt x="451675" y="488939"/>
                  </a:cubicBezTo>
                  <a:cubicBezTo>
                    <a:pt x="403256" y="505255"/>
                    <a:pt x="363921" y="546529"/>
                    <a:pt x="338962" y="569901"/>
                  </a:cubicBezTo>
                  <a:cubicBezTo>
                    <a:pt x="314003" y="593273"/>
                    <a:pt x="312591" y="601740"/>
                    <a:pt x="301920" y="629169"/>
                  </a:cubicBezTo>
                  <a:cubicBezTo>
                    <a:pt x="291249" y="656598"/>
                    <a:pt x="288325" y="722329"/>
                    <a:pt x="274933" y="734473"/>
                  </a:cubicBezTo>
                  <a:cubicBezTo>
                    <a:pt x="261542" y="746617"/>
                    <a:pt x="232772" y="706793"/>
                    <a:pt x="221571" y="702031"/>
                  </a:cubicBezTo>
                  <a:cubicBezTo>
                    <a:pt x="210370" y="697269"/>
                    <a:pt x="202892" y="693876"/>
                    <a:pt x="207729" y="705898"/>
                  </a:cubicBezTo>
                  <a:cubicBezTo>
                    <a:pt x="212566" y="717920"/>
                    <a:pt x="247064" y="736679"/>
                    <a:pt x="250592" y="774161"/>
                  </a:cubicBezTo>
                  <a:cubicBezTo>
                    <a:pt x="254120" y="811643"/>
                    <a:pt x="234363" y="890400"/>
                    <a:pt x="228895" y="930793"/>
                  </a:cubicBezTo>
                  <a:cubicBezTo>
                    <a:pt x="223427" y="971186"/>
                    <a:pt x="229689" y="931587"/>
                    <a:pt x="217783" y="1016518"/>
                  </a:cubicBezTo>
                  <a:cubicBezTo>
                    <a:pt x="205877" y="1101449"/>
                    <a:pt x="175979" y="1360212"/>
                    <a:pt x="157458" y="1440381"/>
                  </a:cubicBezTo>
                  <a:cubicBezTo>
                    <a:pt x="138937" y="1520550"/>
                    <a:pt x="131617" y="1491005"/>
                    <a:pt x="106658" y="1497531"/>
                  </a:cubicBezTo>
                  <a:cubicBezTo>
                    <a:pt x="81699" y="1504057"/>
                    <a:pt x="23667" y="1507761"/>
                    <a:pt x="7704" y="1479539"/>
                  </a:cubicBezTo>
                  <a:cubicBezTo>
                    <a:pt x="-8259" y="1451317"/>
                    <a:pt x="4529" y="1387994"/>
                    <a:pt x="10879" y="1328198"/>
                  </a:cubicBezTo>
                  <a:cubicBezTo>
                    <a:pt x="17229" y="1268402"/>
                    <a:pt x="31868" y="1214515"/>
                    <a:pt x="45803" y="1120764"/>
                  </a:cubicBezTo>
                  <a:cubicBezTo>
                    <a:pt x="59738" y="1027013"/>
                    <a:pt x="71998" y="909098"/>
                    <a:pt x="94488" y="765694"/>
                  </a:cubicBezTo>
                  <a:cubicBezTo>
                    <a:pt x="116978" y="622290"/>
                    <a:pt x="147668" y="366437"/>
                    <a:pt x="180741" y="260339"/>
                  </a:cubicBezTo>
                  <a:cubicBezTo>
                    <a:pt x="213814" y="154241"/>
                    <a:pt x="252267" y="152125"/>
                    <a:pt x="292925" y="129106"/>
                  </a:cubicBezTo>
                  <a:cubicBezTo>
                    <a:pt x="333583" y="106087"/>
                    <a:pt x="377063" y="141277"/>
                    <a:pt x="424688" y="122227"/>
                  </a:cubicBezTo>
                  <a:cubicBezTo>
                    <a:pt x="472313" y="103177"/>
                    <a:pt x="535372" y="35091"/>
                    <a:pt x="578675" y="14806"/>
                  </a:cubicBezTo>
                  <a:cubicBezTo>
                    <a:pt x="621978" y="-5479"/>
                    <a:pt x="646585" y="1224"/>
                    <a:pt x="684508" y="519"/>
                  </a:cubicBezTo>
                  <a:cubicBezTo>
                    <a:pt x="722431" y="-186"/>
                    <a:pt x="734955" y="21950"/>
                    <a:pt x="768116" y="58198"/>
                  </a:cubicBezTo>
                  <a:cubicBezTo>
                    <a:pt x="801277" y="94446"/>
                    <a:pt x="874126" y="182905"/>
                    <a:pt x="883475" y="218006"/>
                  </a:cubicBezTo>
                  <a:cubicBezTo>
                    <a:pt x="892824" y="253107"/>
                    <a:pt x="842729" y="253901"/>
                    <a:pt x="824208" y="268806"/>
                  </a:cubicBezTo>
                  <a:cubicBezTo>
                    <a:pt x="805687" y="283711"/>
                    <a:pt x="783110" y="293853"/>
                    <a:pt x="772350" y="307435"/>
                  </a:cubicBezTo>
                  <a:cubicBezTo>
                    <a:pt x="761590" y="321017"/>
                    <a:pt x="759209" y="336804"/>
                    <a:pt x="759650" y="350298"/>
                  </a:cubicBezTo>
                  <a:cubicBezTo>
                    <a:pt x="760091" y="363792"/>
                    <a:pt x="767410" y="377903"/>
                    <a:pt x="774995" y="388398"/>
                  </a:cubicBezTo>
                  <a:cubicBezTo>
                    <a:pt x="782580" y="398893"/>
                    <a:pt x="800925" y="401803"/>
                    <a:pt x="805158" y="413268"/>
                  </a:cubicBezTo>
                  <a:cubicBezTo>
                    <a:pt x="809391" y="424733"/>
                    <a:pt x="814154" y="447398"/>
                    <a:pt x="800396" y="457188"/>
                  </a:cubicBezTo>
                  <a:cubicBezTo>
                    <a:pt x="786638" y="466978"/>
                    <a:pt x="720051" y="467949"/>
                    <a:pt x="722608" y="472006"/>
                  </a:cubicBezTo>
                  <a:cubicBezTo>
                    <a:pt x="725166" y="476063"/>
                    <a:pt x="802071" y="471741"/>
                    <a:pt x="815741" y="481531"/>
                  </a:cubicBezTo>
                  <a:cubicBezTo>
                    <a:pt x="829411" y="491321"/>
                    <a:pt x="810258" y="518336"/>
                    <a:pt x="804628" y="530744"/>
                  </a:cubicBezTo>
                  <a:cubicBezTo>
                    <a:pt x="798998" y="543152"/>
                    <a:pt x="776845" y="544868"/>
                    <a:pt x="759735" y="549631"/>
                  </a:cubicBezTo>
                  <a:cubicBezTo>
                    <a:pt x="748975" y="559156"/>
                    <a:pt x="746258" y="565729"/>
                    <a:pt x="744833" y="581543"/>
                  </a:cubicBezTo>
                  <a:cubicBezTo>
                    <a:pt x="733544" y="594243"/>
                    <a:pt x="759472" y="637723"/>
                    <a:pt x="741657" y="64768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66000">
                  <a:schemeClr val="accent1">
                    <a:tint val="44500"/>
                    <a:satMod val="160000"/>
                  </a:schemeClr>
                </a:gs>
                <a:gs pos="98930">
                  <a:schemeClr val="bg1"/>
                </a:gs>
                <a:gs pos="88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130CC5-2D5B-4279-95BB-0FD173941AC0}"/>
                </a:ext>
              </a:extLst>
            </p:cNvPr>
            <p:cNvCxnSpPr>
              <a:cxnSpLocks/>
              <a:stCxn id="9" idx="19"/>
            </p:cNvCxnSpPr>
            <p:nvPr/>
          </p:nvCxnSpPr>
          <p:spPr>
            <a:xfrm flipH="1">
              <a:off x="2021536" y="1862539"/>
              <a:ext cx="156535" cy="124074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4F2AB0C-815E-4B82-8B05-797FCD73C2D0}"/>
                </a:ext>
              </a:extLst>
            </p:cNvPr>
            <p:cNvCxnSpPr>
              <a:cxnSpLocks/>
              <a:stCxn id="9" idx="11"/>
            </p:cNvCxnSpPr>
            <p:nvPr/>
          </p:nvCxnSpPr>
          <p:spPr>
            <a:xfrm flipH="1">
              <a:off x="2185812" y="1873109"/>
              <a:ext cx="171296" cy="123017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B1C0DB-1A70-420D-9E3C-663F65107E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2396" y="3103288"/>
              <a:ext cx="459139" cy="5326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40B40F5-DFC9-4E27-B17D-05C6B2F9DC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3461" y="3181499"/>
              <a:ext cx="440520" cy="5258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B7A170F-E615-4B36-9F12-F378C61C9B77}"/>
                </a:ext>
              </a:extLst>
            </p:cNvPr>
            <p:cNvCxnSpPr>
              <a:cxnSpLocks/>
            </p:cNvCxnSpPr>
            <p:nvPr/>
          </p:nvCxnSpPr>
          <p:spPr>
            <a:xfrm>
              <a:off x="2093981" y="3181499"/>
              <a:ext cx="415019" cy="5057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FE0E30-CF11-457E-B5B5-7E1E251238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5812" y="3103288"/>
              <a:ext cx="391696" cy="48334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B4CE330-186A-4040-91D4-5AA0874673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1198" y="3524998"/>
              <a:ext cx="293377" cy="6065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B640563-650D-4048-9D02-A86227B600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1198" y="3604267"/>
              <a:ext cx="293377" cy="6087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81A3167-5752-4EB1-8416-6F5C4DE2D4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6185" y="3654471"/>
              <a:ext cx="33927" cy="27744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90A2B69-C381-40DD-862F-C859EFD17A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9000" y="3687285"/>
              <a:ext cx="38519" cy="2842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A91428-077E-4F55-8F20-FE1DC68769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4314" y="3700824"/>
              <a:ext cx="81700" cy="23905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3DCE9FE-D1C3-4B60-97A5-620048D8E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2807" y="3700824"/>
              <a:ext cx="106182" cy="27072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A1B7AB-B5EB-470F-A33C-DAB5C1A7B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1294" y="3700824"/>
              <a:ext cx="281513" cy="8711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40C79B-D0CA-491A-9DED-A52EB458F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7655" y="3628131"/>
              <a:ext cx="265152" cy="8053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CFFEEFA-BD37-43E8-9B51-D4315E8B04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4842" y="3960004"/>
              <a:ext cx="154147" cy="20081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4745BDD-8379-427C-A8BF-AAF60A19E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2396" y="3990267"/>
              <a:ext cx="154147" cy="20081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F493FED-7352-45E3-A95C-00CB41F78E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6543" y="3990267"/>
              <a:ext cx="178717" cy="816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C29E7DA-13A9-4595-96FF-1E640A013F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6015" y="3938503"/>
              <a:ext cx="190847" cy="9123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6354C28-DA93-4353-9C17-AAC3F6E71C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6123" y="4160818"/>
              <a:ext cx="158719" cy="3026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DB56387-F037-4B77-A312-53F2FE6E5E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6122" y="4191080"/>
              <a:ext cx="158719" cy="3026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59687-EA0D-4FAF-B0A1-52475A71F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8806" y="4191079"/>
              <a:ext cx="25513" cy="15092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575DDA7-8DE8-474E-AB7A-261A03B6F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8677" y="4191079"/>
              <a:ext cx="21866" cy="158314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6B1BD9-3C8F-4AAA-AFDC-6BC7F13FB9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5743" y="4342002"/>
              <a:ext cx="661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00DC47F-1328-4E9C-A0CD-C8EDC5C70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1878" y="4363406"/>
              <a:ext cx="661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D75AE7-ABC0-4873-8754-091E0E77BC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3545" y="4363406"/>
              <a:ext cx="472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DF4A788-62DB-4897-AB73-E0B13726F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5481" y="4342001"/>
              <a:ext cx="51471" cy="70152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B8183C3-7701-41A9-91BB-710E9849C87C}"/>
                </a:ext>
              </a:extLst>
            </p:cNvPr>
            <p:cNvSpPr/>
            <p:nvPr/>
          </p:nvSpPr>
          <p:spPr>
            <a:xfrm rot="3865689">
              <a:off x="963281" y="4173718"/>
              <a:ext cx="299143" cy="174778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5015173-CD11-4C72-A4E8-22CFFF97AF31}"/>
                </a:ext>
              </a:extLst>
            </p:cNvPr>
            <p:cNvSpPr/>
            <p:nvPr/>
          </p:nvSpPr>
          <p:spPr>
            <a:xfrm rot="2569229">
              <a:off x="1154406" y="4456865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1805372-0A08-4BF6-B2F5-9E163455DE11}"/>
                </a:ext>
              </a:extLst>
            </p:cNvPr>
            <p:cNvSpPr/>
            <p:nvPr/>
          </p:nvSpPr>
          <p:spPr>
            <a:xfrm rot="20893879">
              <a:off x="1475584" y="4502288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2C36FBD-2727-4B3C-B443-CD88C0F8D76F}"/>
                </a:ext>
              </a:extLst>
            </p:cNvPr>
            <p:cNvSpPr/>
            <p:nvPr/>
          </p:nvSpPr>
          <p:spPr>
            <a:xfrm rot="18801491">
              <a:off x="1747438" y="3376163"/>
              <a:ext cx="154368" cy="765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C271E8C-92AA-4318-A318-BA70B6BD5B60}"/>
                </a:ext>
              </a:extLst>
            </p:cNvPr>
            <p:cNvSpPr/>
            <p:nvPr/>
          </p:nvSpPr>
          <p:spPr>
            <a:xfrm rot="2877670">
              <a:off x="2269671" y="3351304"/>
              <a:ext cx="154368" cy="89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21E9E61-F930-4408-B247-370B2E941263}"/>
                </a:ext>
              </a:extLst>
            </p:cNvPr>
            <p:cNvSpPr/>
            <p:nvPr/>
          </p:nvSpPr>
          <p:spPr>
            <a:xfrm rot="20606785">
              <a:off x="2853255" y="3933438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1C3CFB2-C89A-404C-9810-782F9C9A3D3A}"/>
              </a:ext>
            </a:extLst>
          </p:cNvPr>
          <p:cNvSpPr/>
          <p:nvPr/>
        </p:nvSpPr>
        <p:spPr>
          <a:xfrm>
            <a:off x="1737384" y="4985458"/>
            <a:ext cx="1191894" cy="932052"/>
          </a:xfrm>
          <a:custGeom>
            <a:avLst/>
            <a:gdLst>
              <a:gd name="connsiteX0" fmla="*/ 447571 w 989200"/>
              <a:gd name="connsiteY0" fmla="*/ 74 h 882116"/>
              <a:gd name="connsiteX1" fmla="*/ 551333 w 989200"/>
              <a:gd name="connsiteY1" fmla="*/ 77895 h 882116"/>
              <a:gd name="connsiteX2" fmla="*/ 668065 w 989200"/>
              <a:gd name="connsiteY2" fmla="*/ 207597 h 882116"/>
              <a:gd name="connsiteX3" fmla="*/ 642124 w 989200"/>
              <a:gd name="connsiteY3" fmla="*/ 220567 h 882116"/>
              <a:gd name="connsiteX4" fmla="*/ 739401 w 989200"/>
              <a:gd name="connsiteY4" fmla="*/ 298389 h 882116"/>
              <a:gd name="connsiteX5" fmla="*/ 972865 w 989200"/>
              <a:gd name="connsiteY5" fmla="*/ 583733 h 882116"/>
              <a:gd name="connsiteX6" fmla="*/ 953410 w 989200"/>
              <a:gd name="connsiteY6" fmla="*/ 791257 h 882116"/>
              <a:gd name="connsiteX7" fmla="*/ 823707 w 989200"/>
              <a:gd name="connsiteY7" fmla="*/ 856108 h 882116"/>
              <a:gd name="connsiteX8" fmla="*/ 492967 w 989200"/>
              <a:gd name="connsiteY8" fmla="*/ 882048 h 882116"/>
              <a:gd name="connsiteX9" fmla="*/ 227078 w 989200"/>
              <a:gd name="connsiteY9" fmla="*/ 849623 h 882116"/>
              <a:gd name="connsiteX10" fmla="*/ 39010 w 989200"/>
              <a:gd name="connsiteY10" fmla="*/ 739376 h 882116"/>
              <a:gd name="connsiteX11" fmla="*/ 99 w 989200"/>
              <a:gd name="connsiteY11" fmla="*/ 486457 h 882116"/>
              <a:gd name="connsiteX12" fmla="*/ 32524 w 989200"/>
              <a:gd name="connsiteY12" fmla="*/ 441061 h 882116"/>
              <a:gd name="connsiteX13" fmla="*/ 155741 w 989200"/>
              <a:gd name="connsiteY13" fmla="*/ 278933 h 882116"/>
              <a:gd name="connsiteX14" fmla="*/ 168712 w 989200"/>
              <a:gd name="connsiteY14" fmla="*/ 90865 h 882116"/>
              <a:gd name="connsiteX15" fmla="*/ 447571 w 989200"/>
              <a:gd name="connsiteY15" fmla="*/ 74 h 882116"/>
              <a:gd name="connsiteX0" fmla="*/ 447503 w 989132"/>
              <a:gd name="connsiteY0" fmla="*/ 74 h 882116"/>
              <a:gd name="connsiteX1" fmla="*/ 551265 w 989132"/>
              <a:gd name="connsiteY1" fmla="*/ 77895 h 882116"/>
              <a:gd name="connsiteX2" fmla="*/ 667997 w 989132"/>
              <a:gd name="connsiteY2" fmla="*/ 207597 h 882116"/>
              <a:gd name="connsiteX3" fmla="*/ 642056 w 989132"/>
              <a:gd name="connsiteY3" fmla="*/ 220567 h 882116"/>
              <a:gd name="connsiteX4" fmla="*/ 739333 w 989132"/>
              <a:gd name="connsiteY4" fmla="*/ 298389 h 882116"/>
              <a:gd name="connsiteX5" fmla="*/ 972797 w 989132"/>
              <a:gd name="connsiteY5" fmla="*/ 583733 h 882116"/>
              <a:gd name="connsiteX6" fmla="*/ 953342 w 989132"/>
              <a:gd name="connsiteY6" fmla="*/ 791257 h 882116"/>
              <a:gd name="connsiteX7" fmla="*/ 823639 w 989132"/>
              <a:gd name="connsiteY7" fmla="*/ 856108 h 882116"/>
              <a:gd name="connsiteX8" fmla="*/ 492899 w 989132"/>
              <a:gd name="connsiteY8" fmla="*/ 882048 h 882116"/>
              <a:gd name="connsiteX9" fmla="*/ 227010 w 989132"/>
              <a:gd name="connsiteY9" fmla="*/ 849623 h 882116"/>
              <a:gd name="connsiteX10" fmla="*/ 38942 w 989132"/>
              <a:gd name="connsiteY10" fmla="*/ 739376 h 882116"/>
              <a:gd name="connsiteX11" fmla="*/ 31 w 989132"/>
              <a:gd name="connsiteY11" fmla="*/ 486457 h 882116"/>
              <a:gd name="connsiteX12" fmla="*/ 32456 w 989132"/>
              <a:gd name="connsiteY12" fmla="*/ 441061 h 882116"/>
              <a:gd name="connsiteX13" fmla="*/ 32456 w 989132"/>
              <a:gd name="connsiteY13" fmla="*/ 240023 h 882116"/>
              <a:gd name="connsiteX14" fmla="*/ 168644 w 989132"/>
              <a:gd name="connsiteY14" fmla="*/ 90865 h 882116"/>
              <a:gd name="connsiteX15" fmla="*/ 447503 w 989132"/>
              <a:gd name="connsiteY15" fmla="*/ 74 h 882116"/>
              <a:gd name="connsiteX0" fmla="*/ 468062 w 1009691"/>
              <a:gd name="connsiteY0" fmla="*/ 74 h 882116"/>
              <a:gd name="connsiteX1" fmla="*/ 571824 w 1009691"/>
              <a:gd name="connsiteY1" fmla="*/ 77895 h 882116"/>
              <a:gd name="connsiteX2" fmla="*/ 688556 w 1009691"/>
              <a:gd name="connsiteY2" fmla="*/ 207597 h 882116"/>
              <a:gd name="connsiteX3" fmla="*/ 662615 w 1009691"/>
              <a:gd name="connsiteY3" fmla="*/ 220567 h 882116"/>
              <a:gd name="connsiteX4" fmla="*/ 759892 w 1009691"/>
              <a:gd name="connsiteY4" fmla="*/ 298389 h 882116"/>
              <a:gd name="connsiteX5" fmla="*/ 993356 w 1009691"/>
              <a:gd name="connsiteY5" fmla="*/ 583733 h 882116"/>
              <a:gd name="connsiteX6" fmla="*/ 973901 w 1009691"/>
              <a:gd name="connsiteY6" fmla="*/ 791257 h 882116"/>
              <a:gd name="connsiteX7" fmla="*/ 844198 w 1009691"/>
              <a:gd name="connsiteY7" fmla="*/ 856108 h 882116"/>
              <a:gd name="connsiteX8" fmla="*/ 513458 w 1009691"/>
              <a:gd name="connsiteY8" fmla="*/ 882048 h 882116"/>
              <a:gd name="connsiteX9" fmla="*/ 247569 w 1009691"/>
              <a:gd name="connsiteY9" fmla="*/ 849623 h 882116"/>
              <a:gd name="connsiteX10" fmla="*/ 59501 w 1009691"/>
              <a:gd name="connsiteY10" fmla="*/ 739376 h 882116"/>
              <a:gd name="connsiteX11" fmla="*/ 20590 w 1009691"/>
              <a:gd name="connsiteY11" fmla="*/ 486457 h 882116"/>
              <a:gd name="connsiteX12" fmla="*/ 1134 w 1009691"/>
              <a:gd name="connsiteY12" fmla="*/ 434576 h 882116"/>
              <a:gd name="connsiteX13" fmla="*/ 53015 w 1009691"/>
              <a:gd name="connsiteY13" fmla="*/ 240023 h 882116"/>
              <a:gd name="connsiteX14" fmla="*/ 189203 w 1009691"/>
              <a:gd name="connsiteY14" fmla="*/ 90865 h 882116"/>
              <a:gd name="connsiteX15" fmla="*/ 468062 w 1009691"/>
              <a:gd name="connsiteY15" fmla="*/ 74 h 882116"/>
              <a:gd name="connsiteX0" fmla="*/ 469027 w 1010656"/>
              <a:gd name="connsiteY0" fmla="*/ 74 h 882116"/>
              <a:gd name="connsiteX1" fmla="*/ 572789 w 1010656"/>
              <a:gd name="connsiteY1" fmla="*/ 77895 h 882116"/>
              <a:gd name="connsiteX2" fmla="*/ 689521 w 1010656"/>
              <a:gd name="connsiteY2" fmla="*/ 207597 h 882116"/>
              <a:gd name="connsiteX3" fmla="*/ 663580 w 1010656"/>
              <a:gd name="connsiteY3" fmla="*/ 220567 h 882116"/>
              <a:gd name="connsiteX4" fmla="*/ 760857 w 1010656"/>
              <a:gd name="connsiteY4" fmla="*/ 298389 h 882116"/>
              <a:gd name="connsiteX5" fmla="*/ 994321 w 1010656"/>
              <a:gd name="connsiteY5" fmla="*/ 583733 h 882116"/>
              <a:gd name="connsiteX6" fmla="*/ 974866 w 1010656"/>
              <a:gd name="connsiteY6" fmla="*/ 791257 h 882116"/>
              <a:gd name="connsiteX7" fmla="*/ 845163 w 1010656"/>
              <a:gd name="connsiteY7" fmla="*/ 856108 h 882116"/>
              <a:gd name="connsiteX8" fmla="*/ 514423 w 1010656"/>
              <a:gd name="connsiteY8" fmla="*/ 882048 h 882116"/>
              <a:gd name="connsiteX9" fmla="*/ 248534 w 1010656"/>
              <a:gd name="connsiteY9" fmla="*/ 849623 h 882116"/>
              <a:gd name="connsiteX10" fmla="*/ 60466 w 1010656"/>
              <a:gd name="connsiteY10" fmla="*/ 739376 h 882116"/>
              <a:gd name="connsiteX11" fmla="*/ 15070 w 1010656"/>
              <a:gd name="connsiteY11" fmla="*/ 551308 h 882116"/>
              <a:gd name="connsiteX12" fmla="*/ 2099 w 1010656"/>
              <a:gd name="connsiteY12" fmla="*/ 434576 h 882116"/>
              <a:gd name="connsiteX13" fmla="*/ 53980 w 1010656"/>
              <a:gd name="connsiteY13" fmla="*/ 240023 h 882116"/>
              <a:gd name="connsiteX14" fmla="*/ 190168 w 1010656"/>
              <a:gd name="connsiteY14" fmla="*/ 90865 h 882116"/>
              <a:gd name="connsiteX15" fmla="*/ 469027 w 1010656"/>
              <a:gd name="connsiteY15" fmla="*/ 74 h 882116"/>
              <a:gd name="connsiteX0" fmla="*/ 469027 w 1010656"/>
              <a:gd name="connsiteY0" fmla="*/ 74 h 885361"/>
              <a:gd name="connsiteX1" fmla="*/ 572789 w 1010656"/>
              <a:gd name="connsiteY1" fmla="*/ 77895 h 885361"/>
              <a:gd name="connsiteX2" fmla="*/ 689521 w 1010656"/>
              <a:gd name="connsiteY2" fmla="*/ 207597 h 885361"/>
              <a:gd name="connsiteX3" fmla="*/ 663580 w 1010656"/>
              <a:gd name="connsiteY3" fmla="*/ 220567 h 885361"/>
              <a:gd name="connsiteX4" fmla="*/ 760857 w 1010656"/>
              <a:gd name="connsiteY4" fmla="*/ 298389 h 885361"/>
              <a:gd name="connsiteX5" fmla="*/ 994321 w 1010656"/>
              <a:gd name="connsiteY5" fmla="*/ 583733 h 885361"/>
              <a:gd name="connsiteX6" fmla="*/ 974866 w 1010656"/>
              <a:gd name="connsiteY6" fmla="*/ 791257 h 885361"/>
              <a:gd name="connsiteX7" fmla="*/ 845163 w 1010656"/>
              <a:gd name="connsiteY7" fmla="*/ 856108 h 885361"/>
              <a:gd name="connsiteX8" fmla="*/ 514423 w 1010656"/>
              <a:gd name="connsiteY8" fmla="*/ 882048 h 885361"/>
              <a:gd name="connsiteX9" fmla="*/ 235564 w 1010656"/>
              <a:gd name="connsiteY9" fmla="*/ 869078 h 885361"/>
              <a:gd name="connsiteX10" fmla="*/ 60466 w 1010656"/>
              <a:gd name="connsiteY10" fmla="*/ 739376 h 885361"/>
              <a:gd name="connsiteX11" fmla="*/ 15070 w 1010656"/>
              <a:gd name="connsiteY11" fmla="*/ 551308 h 885361"/>
              <a:gd name="connsiteX12" fmla="*/ 2099 w 1010656"/>
              <a:gd name="connsiteY12" fmla="*/ 434576 h 885361"/>
              <a:gd name="connsiteX13" fmla="*/ 53980 w 1010656"/>
              <a:gd name="connsiteY13" fmla="*/ 240023 h 885361"/>
              <a:gd name="connsiteX14" fmla="*/ 190168 w 1010656"/>
              <a:gd name="connsiteY14" fmla="*/ 90865 h 885361"/>
              <a:gd name="connsiteX15" fmla="*/ 469027 w 1010656"/>
              <a:gd name="connsiteY15" fmla="*/ 74 h 885361"/>
              <a:gd name="connsiteX0" fmla="*/ 469027 w 1010656"/>
              <a:gd name="connsiteY0" fmla="*/ 74 h 874319"/>
              <a:gd name="connsiteX1" fmla="*/ 572789 w 1010656"/>
              <a:gd name="connsiteY1" fmla="*/ 77895 h 874319"/>
              <a:gd name="connsiteX2" fmla="*/ 689521 w 1010656"/>
              <a:gd name="connsiteY2" fmla="*/ 207597 h 874319"/>
              <a:gd name="connsiteX3" fmla="*/ 663580 w 1010656"/>
              <a:gd name="connsiteY3" fmla="*/ 220567 h 874319"/>
              <a:gd name="connsiteX4" fmla="*/ 760857 w 1010656"/>
              <a:gd name="connsiteY4" fmla="*/ 298389 h 874319"/>
              <a:gd name="connsiteX5" fmla="*/ 994321 w 1010656"/>
              <a:gd name="connsiteY5" fmla="*/ 583733 h 874319"/>
              <a:gd name="connsiteX6" fmla="*/ 974866 w 1010656"/>
              <a:gd name="connsiteY6" fmla="*/ 791257 h 874319"/>
              <a:gd name="connsiteX7" fmla="*/ 845163 w 1010656"/>
              <a:gd name="connsiteY7" fmla="*/ 856108 h 874319"/>
              <a:gd name="connsiteX8" fmla="*/ 520908 w 1010656"/>
              <a:gd name="connsiteY8" fmla="*/ 849622 h 874319"/>
              <a:gd name="connsiteX9" fmla="*/ 235564 w 1010656"/>
              <a:gd name="connsiteY9" fmla="*/ 869078 h 874319"/>
              <a:gd name="connsiteX10" fmla="*/ 60466 w 1010656"/>
              <a:gd name="connsiteY10" fmla="*/ 739376 h 874319"/>
              <a:gd name="connsiteX11" fmla="*/ 15070 w 1010656"/>
              <a:gd name="connsiteY11" fmla="*/ 551308 h 874319"/>
              <a:gd name="connsiteX12" fmla="*/ 2099 w 1010656"/>
              <a:gd name="connsiteY12" fmla="*/ 434576 h 874319"/>
              <a:gd name="connsiteX13" fmla="*/ 53980 w 1010656"/>
              <a:gd name="connsiteY13" fmla="*/ 240023 h 874319"/>
              <a:gd name="connsiteX14" fmla="*/ 190168 w 1010656"/>
              <a:gd name="connsiteY14" fmla="*/ 90865 h 874319"/>
              <a:gd name="connsiteX15" fmla="*/ 469027 w 1010656"/>
              <a:gd name="connsiteY15" fmla="*/ 74 h 874319"/>
              <a:gd name="connsiteX0" fmla="*/ 469027 w 1010656"/>
              <a:gd name="connsiteY0" fmla="*/ 74 h 881841"/>
              <a:gd name="connsiteX1" fmla="*/ 572789 w 1010656"/>
              <a:gd name="connsiteY1" fmla="*/ 77895 h 881841"/>
              <a:gd name="connsiteX2" fmla="*/ 689521 w 1010656"/>
              <a:gd name="connsiteY2" fmla="*/ 207597 h 881841"/>
              <a:gd name="connsiteX3" fmla="*/ 663580 w 1010656"/>
              <a:gd name="connsiteY3" fmla="*/ 220567 h 881841"/>
              <a:gd name="connsiteX4" fmla="*/ 760857 w 1010656"/>
              <a:gd name="connsiteY4" fmla="*/ 298389 h 881841"/>
              <a:gd name="connsiteX5" fmla="*/ 994321 w 1010656"/>
              <a:gd name="connsiteY5" fmla="*/ 583733 h 881841"/>
              <a:gd name="connsiteX6" fmla="*/ 974866 w 1010656"/>
              <a:gd name="connsiteY6" fmla="*/ 791257 h 881841"/>
              <a:gd name="connsiteX7" fmla="*/ 845163 w 1010656"/>
              <a:gd name="connsiteY7" fmla="*/ 856108 h 881841"/>
              <a:gd name="connsiteX8" fmla="*/ 527393 w 1010656"/>
              <a:gd name="connsiteY8" fmla="*/ 875563 h 881841"/>
              <a:gd name="connsiteX9" fmla="*/ 235564 w 1010656"/>
              <a:gd name="connsiteY9" fmla="*/ 869078 h 881841"/>
              <a:gd name="connsiteX10" fmla="*/ 60466 w 1010656"/>
              <a:gd name="connsiteY10" fmla="*/ 739376 h 881841"/>
              <a:gd name="connsiteX11" fmla="*/ 15070 w 1010656"/>
              <a:gd name="connsiteY11" fmla="*/ 551308 h 881841"/>
              <a:gd name="connsiteX12" fmla="*/ 2099 w 1010656"/>
              <a:gd name="connsiteY12" fmla="*/ 434576 h 881841"/>
              <a:gd name="connsiteX13" fmla="*/ 53980 w 1010656"/>
              <a:gd name="connsiteY13" fmla="*/ 240023 h 881841"/>
              <a:gd name="connsiteX14" fmla="*/ 190168 w 1010656"/>
              <a:gd name="connsiteY14" fmla="*/ 90865 h 881841"/>
              <a:gd name="connsiteX15" fmla="*/ 469027 w 1010656"/>
              <a:gd name="connsiteY15" fmla="*/ 74 h 881841"/>
              <a:gd name="connsiteX0" fmla="*/ 469027 w 1049731"/>
              <a:gd name="connsiteY0" fmla="*/ 74 h 881841"/>
              <a:gd name="connsiteX1" fmla="*/ 572789 w 1049731"/>
              <a:gd name="connsiteY1" fmla="*/ 77895 h 881841"/>
              <a:gd name="connsiteX2" fmla="*/ 689521 w 1049731"/>
              <a:gd name="connsiteY2" fmla="*/ 207597 h 881841"/>
              <a:gd name="connsiteX3" fmla="*/ 663580 w 1049731"/>
              <a:gd name="connsiteY3" fmla="*/ 220567 h 881841"/>
              <a:gd name="connsiteX4" fmla="*/ 760857 w 1049731"/>
              <a:gd name="connsiteY4" fmla="*/ 298389 h 881841"/>
              <a:gd name="connsiteX5" fmla="*/ 994321 w 1049731"/>
              <a:gd name="connsiteY5" fmla="*/ 583733 h 881841"/>
              <a:gd name="connsiteX6" fmla="*/ 1039717 w 1049731"/>
              <a:gd name="connsiteY6" fmla="*/ 810712 h 881841"/>
              <a:gd name="connsiteX7" fmla="*/ 845163 w 1049731"/>
              <a:gd name="connsiteY7" fmla="*/ 856108 h 881841"/>
              <a:gd name="connsiteX8" fmla="*/ 527393 w 1049731"/>
              <a:gd name="connsiteY8" fmla="*/ 875563 h 881841"/>
              <a:gd name="connsiteX9" fmla="*/ 235564 w 1049731"/>
              <a:gd name="connsiteY9" fmla="*/ 869078 h 881841"/>
              <a:gd name="connsiteX10" fmla="*/ 60466 w 1049731"/>
              <a:gd name="connsiteY10" fmla="*/ 739376 h 881841"/>
              <a:gd name="connsiteX11" fmla="*/ 15070 w 1049731"/>
              <a:gd name="connsiteY11" fmla="*/ 551308 h 881841"/>
              <a:gd name="connsiteX12" fmla="*/ 2099 w 1049731"/>
              <a:gd name="connsiteY12" fmla="*/ 434576 h 881841"/>
              <a:gd name="connsiteX13" fmla="*/ 53980 w 1049731"/>
              <a:gd name="connsiteY13" fmla="*/ 240023 h 881841"/>
              <a:gd name="connsiteX14" fmla="*/ 190168 w 1049731"/>
              <a:gd name="connsiteY14" fmla="*/ 90865 h 881841"/>
              <a:gd name="connsiteX15" fmla="*/ 469027 w 1049731"/>
              <a:gd name="connsiteY15" fmla="*/ 74 h 881841"/>
              <a:gd name="connsiteX0" fmla="*/ 469027 w 1051548"/>
              <a:gd name="connsiteY0" fmla="*/ 74 h 881841"/>
              <a:gd name="connsiteX1" fmla="*/ 572789 w 1051548"/>
              <a:gd name="connsiteY1" fmla="*/ 77895 h 881841"/>
              <a:gd name="connsiteX2" fmla="*/ 689521 w 1051548"/>
              <a:gd name="connsiteY2" fmla="*/ 207597 h 881841"/>
              <a:gd name="connsiteX3" fmla="*/ 663580 w 1051548"/>
              <a:gd name="connsiteY3" fmla="*/ 220567 h 881841"/>
              <a:gd name="connsiteX4" fmla="*/ 760857 w 1051548"/>
              <a:gd name="connsiteY4" fmla="*/ 298389 h 881841"/>
              <a:gd name="connsiteX5" fmla="*/ 1000806 w 1051548"/>
              <a:gd name="connsiteY5" fmla="*/ 564277 h 881841"/>
              <a:gd name="connsiteX6" fmla="*/ 1039717 w 1051548"/>
              <a:gd name="connsiteY6" fmla="*/ 810712 h 881841"/>
              <a:gd name="connsiteX7" fmla="*/ 845163 w 1051548"/>
              <a:gd name="connsiteY7" fmla="*/ 856108 h 881841"/>
              <a:gd name="connsiteX8" fmla="*/ 527393 w 1051548"/>
              <a:gd name="connsiteY8" fmla="*/ 875563 h 881841"/>
              <a:gd name="connsiteX9" fmla="*/ 235564 w 1051548"/>
              <a:gd name="connsiteY9" fmla="*/ 869078 h 881841"/>
              <a:gd name="connsiteX10" fmla="*/ 60466 w 1051548"/>
              <a:gd name="connsiteY10" fmla="*/ 739376 h 881841"/>
              <a:gd name="connsiteX11" fmla="*/ 15070 w 1051548"/>
              <a:gd name="connsiteY11" fmla="*/ 551308 h 881841"/>
              <a:gd name="connsiteX12" fmla="*/ 2099 w 1051548"/>
              <a:gd name="connsiteY12" fmla="*/ 434576 h 881841"/>
              <a:gd name="connsiteX13" fmla="*/ 53980 w 1051548"/>
              <a:gd name="connsiteY13" fmla="*/ 240023 h 881841"/>
              <a:gd name="connsiteX14" fmla="*/ 190168 w 1051548"/>
              <a:gd name="connsiteY14" fmla="*/ 90865 h 881841"/>
              <a:gd name="connsiteX15" fmla="*/ 469027 w 1051548"/>
              <a:gd name="connsiteY15" fmla="*/ 74 h 88184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63580 w 1051548"/>
              <a:gd name="connsiteY3" fmla="*/ 220567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63580 w 1051548"/>
              <a:gd name="connsiteY3" fmla="*/ 194626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88980 w 1051548"/>
              <a:gd name="connsiteY3" fmla="*/ 159066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81 h 877158"/>
              <a:gd name="connsiteX1" fmla="*/ 572789 w 1051548"/>
              <a:gd name="connsiteY1" fmla="*/ 77902 h 877158"/>
              <a:gd name="connsiteX2" fmla="*/ 674281 w 1051548"/>
              <a:gd name="connsiteY2" fmla="*/ 233004 h 877158"/>
              <a:gd name="connsiteX3" fmla="*/ 688980 w 1051548"/>
              <a:gd name="connsiteY3" fmla="*/ 159073 h 877158"/>
              <a:gd name="connsiteX4" fmla="*/ 760857 w 1051548"/>
              <a:gd name="connsiteY4" fmla="*/ 298396 h 877158"/>
              <a:gd name="connsiteX5" fmla="*/ 1000806 w 1051548"/>
              <a:gd name="connsiteY5" fmla="*/ 564284 h 877158"/>
              <a:gd name="connsiteX6" fmla="*/ 1039717 w 1051548"/>
              <a:gd name="connsiteY6" fmla="*/ 810719 h 877158"/>
              <a:gd name="connsiteX7" fmla="*/ 845163 w 1051548"/>
              <a:gd name="connsiteY7" fmla="*/ 856115 h 877158"/>
              <a:gd name="connsiteX8" fmla="*/ 553334 w 1051548"/>
              <a:gd name="connsiteY8" fmla="*/ 862600 h 877158"/>
              <a:gd name="connsiteX9" fmla="*/ 235564 w 1051548"/>
              <a:gd name="connsiteY9" fmla="*/ 869085 h 877158"/>
              <a:gd name="connsiteX10" fmla="*/ 60466 w 1051548"/>
              <a:gd name="connsiteY10" fmla="*/ 739383 h 877158"/>
              <a:gd name="connsiteX11" fmla="*/ 15070 w 1051548"/>
              <a:gd name="connsiteY11" fmla="*/ 551315 h 877158"/>
              <a:gd name="connsiteX12" fmla="*/ 2099 w 1051548"/>
              <a:gd name="connsiteY12" fmla="*/ 434583 h 877158"/>
              <a:gd name="connsiteX13" fmla="*/ 53980 w 1051548"/>
              <a:gd name="connsiteY13" fmla="*/ 240030 h 877158"/>
              <a:gd name="connsiteX14" fmla="*/ 190168 w 1051548"/>
              <a:gd name="connsiteY14" fmla="*/ 90872 h 877158"/>
              <a:gd name="connsiteX15" fmla="*/ 469027 w 1051548"/>
              <a:gd name="connsiteY15" fmla="*/ 81 h 877158"/>
              <a:gd name="connsiteX0" fmla="*/ 469027 w 1051548"/>
              <a:gd name="connsiteY0" fmla="*/ 1709 h 878786"/>
              <a:gd name="connsiteX1" fmla="*/ 572789 w 1051548"/>
              <a:gd name="connsiteY1" fmla="*/ 49050 h 878786"/>
              <a:gd name="connsiteX2" fmla="*/ 674281 w 1051548"/>
              <a:gd name="connsiteY2" fmla="*/ 234632 h 878786"/>
              <a:gd name="connsiteX3" fmla="*/ 688980 w 1051548"/>
              <a:gd name="connsiteY3" fmla="*/ 160701 h 878786"/>
              <a:gd name="connsiteX4" fmla="*/ 760857 w 1051548"/>
              <a:gd name="connsiteY4" fmla="*/ 300024 h 878786"/>
              <a:gd name="connsiteX5" fmla="*/ 1000806 w 1051548"/>
              <a:gd name="connsiteY5" fmla="*/ 565912 h 878786"/>
              <a:gd name="connsiteX6" fmla="*/ 1039717 w 1051548"/>
              <a:gd name="connsiteY6" fmla="*/ 812347 h 878786"/>
              <a:gd name="connsiteX7" fmla="*/ 845163 w 1051548"/>
              <a:gd name="connsiteY7" fmla="*/ 857743 h 878786"/>
              <a:gd name="connsiteX8" fmla="*/ 553334 w 1051548"/>
              <a:gd name="connsiteY8" fmla="*/ 864228 h 878786"/>
              <a:gd name="connsiteX9" fmla="*/ 235564 w 1051548"/>
              <a:gd name="connsiteY9" fmla="*/ 870713 h 878786"/>
              <a:gd name="connsiteX10" fmla="*/ 60466 w 1051548"/>
              <a:gd name="connsiteY10" fmla="*/ 741011 h 878786"/>
              <a:gd name="connsiteX11" fmla="*/ 15070 w 1051548"/>
              <a:gd name="connsiteY11" fmla="*/ 552943 h 878786"/>
              <a:gd name="connsiteX12" fmla="*/ 2099 w 1051548"/>
              <a:gd name="connsiteY12" fmla="*/ 436211 h 878786"/>
              <a:gd name="connsiteX13" fmla="*/ 53980 w 1051548"/>
              <a:gd name="connsiteY13" fmla="*/ 241658 h 878786"/>
              <a:gd name="connsiteX14" fmla="*/ 190168 w 1051548"/>
              <a:gd name="connsiteY14" fmla="*/ 92500 h 878786"/>
              <a:gd name="connsiteX15" fmla="*/ 469027 w 1051548"/>
              <a:gd name="connsiteY15" fmla="*/ 1709 h 878786"/>
              <a:gd name="connsiteX0" fmla="*/ 469027 w 1051548"/>
              <a:gd name="connsiteY0" fmla="*/ 1709 h 878786"/>
              <a:gd name="connsiteX1" fmla="*/ 572789 w 1051548"/>
              <a:gd name="connsiteY1" fmla="*/ 49050 h 878786"/>
              <a:gd name="connsiteX2" fmla="*/ 674281 w 1051548"/>
              <a:gd name="connsiteY2" fmla="*/ 234632 h 878786"/>
              <a:gd name="connsiteX3" fmla="*/ 765180 w 1051548"/>
              <a:gd name="connsiteY3" fmla="*/ 160701 h 878786"/>
              <a:gd name="connsiteX4" fmla="*/ 760857 w 1051548"/>
              <a:gd name="connsiteY4" fmla="*/ 300024 h 878786"/>
              <a:gd name="connsiteX5" fmla="*/ 1000806 w 1051548"/>
              <a:gd name="connsiteY5" fmla="*/ 565912 h 878786"/>
              <a:gd name="connsiteX6" fmla="*/ 1039717 w 1051548"/>
              <a:gd name="connsiteY6" fmla="*/ 812347 h 878786"/>
              <a:gd name="connsiteX7" fmla="*/ 845163 w 1051548"/>
              <a:gd name="connsiteY7" fmla="*/ 857743 h 878786"/>
              <a:gd name="connsiteX8" fmla="*/ 553334 w 1051548"/>
              <a:gd name="connsiteY8" fmla="*/ 864228 h 878786"/>
              <a:gd name="connsiteX9" fmla="*/ 235564 w 1051548"/>
              <a:gd name="connsiteY9" fmla="*/ 870713 h 878786"/>
              <a:gd name="connsiteX10" fmla="*/ 60466 w 1051548"/>
              <a:gd name="connsiteY10" fmla="*/ 741011 h 878786"/>
              <a:gd name="connsiteX11" fmla="*/ 15070 w 1051548"/>
              <a:gd name="connsiteY11" fmla="*/ 552943 h 878786"/>
              <a:gd name="connsiteX12" fmla="*/ 2099 w 1051548"/>
              <a:gd name="connsiteY12" fmla="*/ 436211 h 878786"/>
              <a:gd name="connsiteX13" fmla="*/ 53980 w 1051548"/>
              <a:gd name="connsiteY13" fmla="*/ 241658 h 878786"/>
              <a:gd name="connsiteX14" fmla="*/ 190168 w 1051548"/>
              <a:gd name="connsiteY14" fmla="*/ 92500 h 878786"/>
              <a:gd name="connsiteX15" fmla="*/ 469027 w 1051548"/>
              <a:gd name="connsiteY15" fmla="*/ 1709 h 878786"/>
              <a:gd name="connsiteX0" fmla="*/ 469027 w 1051548"/>
              <a:gd name="connsiteY0" fmla="*/ 1200 h 878277"/>
              <a:gd name="connsiteX1" fmla="*/ 572789 w 1051548"/>
              <a:gd name="connsiteY1" fmla="*/ 48541 h 878277"/>
              <a:gd name="connsiteX2" fmla="*/ 720001 w 1051548"/>
              <a:gd name="connsiteY2" fmla="*/ 168083 h 878277"/>
              <a:gd name="connsiteX3" fmla="*/ 765180 w 1051548"/>
              <a:gd name="connsiteY3" fmla="*/ 160192 h 878277"/>
              <a:gd name="connsiteX4" fmla="*/ 760857 w 1051548"/>
              <a:gd name="connsiteY4" fmla="*/ 299515 h 878277"/>
              <a:gd name="connsiteX5" fmla="*/ 1000806 w 1051548"/>
              <a:gd name="connsiteY5" fmla="*/ 565403 h 878277"/>
              <a:gd name="connsiteX6" fmla="*/ 1039717 w 1051548"/>
              <a:gd name="connsiteY6" fmla="*/ 811838 h 878277"/>
              <a:gd name="connsiteX7" fmla="*/ 845163 w 1051548"/>
              <a:gd name="connsiteY7" fmla="*/ 857234 h 878277"/>
              <a:gd name="connsiteX8" fmla="*/ 553334 w 1051548"/>
              <a:gd name="connsiteY8" fmla="*/ 863719 h 878277"/>
              <a:gd name="connsiteX9" fmla="*/ 235564 w 1051548"/>
              <a:gd name="connsiteY9" fmla="*/ 870204 h 878277"/>
              <a:gd name="connsiteX10" fmla="*/ 60466 w 1051548"/>
              <a:gd name="connsiteY10" fmla="*/ 740502 h 878277"/>
              <a:gd name="connsiteX11" fmla="*/ 15070 w 1051548"/>
              <a:gd name="connsiteY11" fmla="*/ 552434 h 878277"/>
              <a:gd name="connsiteX12" fmla="*/ 2099 w 1051548"/>
              <a:gd name="connsiteY12" fmla="*/ 435702 h 878277"/>
              <a:gd name="connsiteX13" fmla="*/ 53980 w 1051548"/>
              <a:gd name="connsiteY13" fmla="*/ 241149 h 878277"/>
              <a:gd name="connsiteX14" fmla="*/ 190168 w 1051548"/>
              <a:gd name="connsiteY14" fmla="*/ 91991 h 878277"/>
              <a:gd name="connsiteX15" fmla="*/ 469027 w 1051548"/>
              <a:gd name="connsiteY15" fmla="*/ 1200 h 878277"/>
              <a:gd name="connsiteX0" fmla="*/ 469027 w 1051548"/>
              <a:gd name="connsiteY0" fmla="*/ 1200 h 878277"/>
              <a:gd name="connsiteX1" fmla="*/ 572789 w 1051548"/>
              <a:gd name="connsiteY1" fmla="*/ 48541 h 878277"/>
              <a:gd name="connsiteX2" fmla="*/ 720001 w 1051548"/>
              <a:gd name="connsiteY2" fmla="*/ 168083 h 878277"/>
              <a:gd name="connsiteX3" fmla="*/ 790580 w 1051548"/>
              <a:gd name="connsiteY3" fmla="*/ 236392 h 878277"/>
              <a:gd name="connsiteX4" fmla="*/ 760857 w 1051548"/>
              <a:gd name="connsiteY4" fmla="*/ 299515 h 878277"/>
              <a:gd name="connsiteX5" fmla="*/ 1000806 w 1051548"/>
              <a:gd name="connsiteY5" fmla="*/ 565403 h 878277"/>
              <a:gd name="connsiteX6" fmla="*/ 1039717 w 1051548"/>
              <a:gd name="connsiteY6" fmla="*/ 811838 h 878277"/>
              <a:gd name="connsiteX7" fmla="*/ 845163 w 1051548"/>
              <a:gd name="connsiteY7" fmla="*/ 857234 h 878277"/>
              <a:gd name="connsiteX8" fmla="*/ 553334 w 1051548"/>
              <a:gd name="connsiteY8" fmla="*/ 863719 h 878277"/>
              <a:gd name="connsiteX9" fmla="*/ 235564 w 1051548"/>
              <a:gd name="connsiteY9" fmla="*/ 870204 h 878277"/>
              <a:gd name="connsiteX10" fmla="*/ 60466 w 1051548"/>
              <a:gd name="connsiteY10" fmla="*/ 740502 h 878277"/>
              <a:gd name="connsiteX11" fmla="*/ 15070 w 1051548"/>
              <a:gd name="connsiteY11" fmla="*/ 552434 h 878277"/>
              <a:gd name="connsiteX12" fmla="*/ 2099 w 1051548"/>
              <a:gd name="connsiteY12" fmla="*/ 435702 h 878277"/>
              <a:gd name="connsiteX13" fmla="*/ 53980 w 1051548"/>
              <a:gd name="connsiteY13" fmla="*/ 241149 h 878277"/>
              <a:gd name="connsiteX14" fmla="*/ 190168 w 1051548"/>
              <a:gd name="connsiteY14" fmla="*/ 91991 h 878277"/>
              <a:gd name="connsiteX15" fmla="*/ 469027 w 1051548"/>
              <a:gd name="connsiteY15" fmla="*/ 1200 h 878277"/>
              <a:gd name="connsiteX0" fmla="*/ 469027 w 1053387"/>
              <a:gd name="connsiteY0" fmla="*/ 1200 h 878277"/>
              <a:gd name="connsiteX1" fmla="*/ 572789 w 1053387"/>
              <a:gd name="connsiteY1" fmla="*/ 48541 h 878277"/>
              <a:gd name="connsiteX2" fmla="*/ 720001 w 1053387"/>
              <a:gd name="connsiteY2" fmla="*/ 168083 h 878277"/>
              <a:gd name="connsiteX3" fmla="*/ 790580 w 1053387"/>
              <a:gd name="connsiteY3" fmla="*/ 236392 h 878277"/>
              <a:gd name="connsiteX4" fmla="*/ 710057 w 1053387"/>
              <a:gd name="connsiteY4" fmla="*/ 299515 h 878277"/>
              <a:gd name="connsiteX5" fmla="*/ 1000806 w 1053387"/>
              <a:gd name="connsiteY5" fmla="*/ 565403 h 878277"/>
              <a:gd name="connsiteX6" fmla="*/ 1039717 w 1053387"/>
              <a:gd name="connsiteY6" fmla="*/ 811838 h 878277"/>
              <a:gd name="connsiteX7" fmla="*/ 845163 w 1053387"/>
              <a:gd name="connsiteY7" fmla="*/ 857234 h 878277"/>
              <a:gd name="connsiteX8" fmla="*/ 553334 w 1053387"/>
              <a:gd name="connsiteY8" fmla="*/ 863719 h 878277"/>
              <a:gd name="connsiteX9" fmla="*/ 235564 w 1053387"/>
              <a:gd name="connsiteY9" fmla="*/ 870204 h 878277"/>
              <a:gd name="connsiteX10" fmla="*/ 60466 w 1053387"/>
              <a:gd name="connsiteY10" fmla="*/ 740502 h 878277"/>
              <a:gd name="connsiteX11" fmla="*/ 15070 w 1053387"/>
              <a:gd name="connsiteY11" fmla="*/ 552434 h 878277"/>
              <a:gd name="connsiteX12" fmla="*/ 2099 w 1053387"/>
              <a:gd name="connsiteY12" fmla="*/ 435702 h 878277"/>
              <a:gd name="connsiteX13" fmla="*/ 53980 w 1053387"/>
              <a:gd name="connsiteY13" fmla="*/ 241149 h 878277"/>
              <a:gd name="connsiteX14" fmla="*/ 190168 w 1053387"/>
              <a:gd name="connsiteY14" fmla="*/ 91991 h 878277"/>
              <a:gd name="connsiteX15" fmla="*/ 469027 w 1053387"/>
              <a:gd name="connsiteY15" fmla="*/ 1200 h 878277"/>
              <a:gd name="connsiteX0" fmla="*/ 469027 w 1053387"/>
              <a:gd name="connsiteY0" fmla="*/ 1200 h 878277"/>
              <a:gd name="connsiteX1" fmla="*/ 572789 w 1053387"/>
              <a:gd name="connsiteY1" fmla="*/ 48541 h 878277"/>
              <a:gd name="connsiteX2" fmla="*/ 720001 w 1053387"/>
              <a:gd name="connsiteY2" fmla="*/ 168083 h 878277"/>
              <a:gd name="connsiteX3" fmla="*/ 790580 w 1053387"/>
              <a:gd name="connsiteY3" fmla="*/ 236392 h 878277"/>
              <a:gd name="connsiteX4" fmla="*/ 710057 w 1053387"/>
              <a:gd name="connsiteY4" fmla="*/ 284275 h 878277"/>
              <a:gd name="connsiteX5" fmla="*/ 1000806 w 1053387"/>
              <a:gd name="connsiteY5" fmla="*/ 565403 h 878277"/>
              <a:gd name="connsiteX6" fmla="*/ 1039717 w 1053387"/>
              <a:gd name="connsiteY6" fmla="*/ 811838 h 878277"/>
              <a:gd name="connsiteX7" fmla="*/ 845163 w 1053387"/>
              <a:gd name="connsiteY7" fmla="*/ 857234 h 878277"/>
              <a:gd name="connsiteX8" fmla="*/ 553334 w 1053387"/>
              <a:gd name="connsiteY8" fmla="*/ 863719 h 878277"/>
              <a:gd name="connsiteX9" fmla="*/ 235564 w 1053387"/>
              <a:gd name="connsiteY9" fmla="*/ 870204 h 878277"/>
              <a:gd name="connsiteX10" fmla="*/ 60466 w 1053387"/>
              <a:gd name="connsiteY10" fmla="*/ 740502 h 878277"/>
              <a:gd name="connsiteX11" fmla="*/ 15070 w 1053387"/>
              <a:gd name="connsiteY11" fmla="*/ 552434 h 878277"/>
              <a:gd name="connsiteX12" fmla="*/ 2099 w 1053387"/>
              <a:gd name="connsiteY12" fmla="*/ 435702 h 878277"/>
              <a:gd name="connsiteX13" fmla="*/ 53980 w 1053387"/>
              <a:gd name="connsiteY13" fmla="*/ 241149 h 878277"/>
              <a:gd name="connsiteX14" fmla="*/ 190168 w 1053387"/>
              <a:gd name="connsiteY14" fmla="*/ 91991 h 878277"/>
              <a:gd name="connsiteX15" fmla="*/ 469027 w 1053387"/>
              <a:gd name="connsiteY15" fmla="*/ 1200 h 878277"/>
              <a:gd name="connsiteX0" fmla="*/ 469027 w 1047467"/>
              <a:gd name="connsiteY0" fmla="*/ 1200 h 878277"/>
              <a:gd name="connsiteX1" fmla="*/ 572789 w 1047467"/>
              <a:gd name="connsiteY1" fmla="*/ 48541 h 878277"/>
              <a:gd name="connsiteX2" fmla="*/ 720001 w 1047467"/>
              <a:gd name="connsiteY2" fmla="*/ 168083 h 878277"/>
              <a:gd name="connsiteX3" fmla="*/ 790580 w 1047467"/>
              <a:gd name="connsiteY3" fmla="*/ 236392 h 878277"/>
              <a:gd name="connsiteX4" fmla="*/ 710057 w 1047467"/>
              <a:gd name="connsiteY4" fmla="*/ 284275 h 878277"/>
              <a:gd name="connsiteX5" fmla="*/ 926124 w 1047467"/>
              <a:gd name="connsiteY5" fmla="*/ 391941 h 878277"/>
              <a:gd name="connsiteX6" fmla="*/ 1000806 w 1047467"/>
              <a:gd name="connsiteY6" fmla="*/ 565403 h 878277"/>
              <a:gd name="connsiteX7" fmla="*/ 1039717 w 1047467"/>
              <a:gd name="connsiteY7" fmla="*/ 811838 h 878277"/>
              <a:gd name="connsiteX8" fmla="*/ 845163 w 1047467"/>
              <a:gd name="connsiteY8" fmla="*/ 857234 h 878277"/>
              <a:gd name="connsiteX9" fmla="*/ 553334 w 1047467"/>
              <a:gd name="connsiteY9" fmla="*/ 863719 h 878277"/>
              <a:gd name="connsiteX10" fmla="*/ 235564 w 1047467"/>
              <a:gd name="connsiteY10" fmla="*/ 870204 h 878277"/>
              <a:gd name="connsiteX11" fmla="*/ 60466 w 1047467"/>
              <a:gd name="connsiteY11" fmla="*/ 740502 h 878277"/>
              <a:gd name="connsiteX12" fmla="*/ 15070 w 1047467"/>
              <a:gd name="connsiteY12" fmla="*/ 552434 h 878277"/>
              <a:gd name="connsiteX13" fmla="*/ 2099 w 1047467"/>
              <a:gd name="connsiteY13" fmla="*/ 435702 h 878277"/>
              <a:gd name="connsiteX14" fmla="*/ 53980 w 1047467"/>
              <a:gd name="connsiteY14" fmla="*/ 241149 h 878277"/>
              <a:gd name="connsiteX15" fmla="*/ 190168 w 1047467"/>
              <a:gd name="connsiteY15" fmla="*/ 91991 h 878277"/>
              <a:gd name="connsiteX16" fmla="*/ 469027 w 1047467"/>
              <a:gd name="connsiteY16" fmla="*/ 1200 h 878277"/>
              <a:gd name="connsiteX0" fmla="*/ 469027 w 1069066"/>
              <a:gd name="connsiteY0" fmla="*/ 1200 h 878277"/>
              <a:gd name="connsiteX1" fmla="*/ 572789 w 1069066"/>
              <a:gd name="connsiteY1" fmla="*/ 48541 h 878277"/>
              <a:gd name="connsiteX2" fmla="*/ 720001 w 1069066"/>
              <a:gd name="connsiteY2" fmla="*/ 168083 h 878277"/>
              <a:gd name="connsiteX3" fmla="*/ 790580 w 1069066"/>
              <a:gd name="connsiteY3" fmla="*/ 236392 h 878277"/>
              <a:gd name="connsiteX4" fmla="*/ 710057 w 1069066"/>
              <a:gd name="connsiteY4" fmla="*/ 284275 h 878277"/>
              <a:gd name="connsiteX5" fmla="*/ 926124 w 1069066"/>
              <a:gd name="connsiteY5" fmla="*/ 391941 h 878277"/>
              <a:gd name="connsiteX6" fmla="*/ 1056686 w 1069066"/>
              <a:gd name="connsiteY6" fmla="*/ 575563 h 878277"/>
              <a:gd name="connsiteX7" fmla="*/ 1039717 w 1069066"/>
              <a:gd name="connsiteY7" fmla="*/ 811838 h 878277"/>
              <a:gd name="connsiteX8" fmla="*/ 845163 w 1069066"/>
              <a:gd name="connsiteY8" fmla="*/ 857234 h 878277"/>
              <a:gd name="connsiteX9" fmla="*/ 553334 w 1069066"/>
              <a:gd name="connsiteY9" fmla="*/ 863719 h 878277"/>
              <a:gd name="connsiteX10" fmla="*/ 235564 w 1069066"/>
              <a:gd name="connsiteY10" fmla="*/ 870204 h 878277"/>
              <a:gd name="connsiteX11" fmla="*/ 60466 w 1069066"/>
              <a:gd name="connsiteY11" fmla="*/ 740502 h 878277"/>
              <a:gd name="connsiteX12" fmla="*/ 15070 w 1069066"/>
              <a:gd name="connsiteY12" fmla="*/ 552434 h 878277"/>
              <a:gd name="connsiteX13" fmla="*/ 2099 w 1069066"/>
              <a:gd name="connsiteY13" fmla="*/ 435702 h 878277"/>
              <a:gd name="connsiteX14" fmla="*/ 53980 w 1069066"/>
              <a:gd name="connsiteY14" fmla="*/ 241149 h 878277"/>
              <a:gd name="connsiteX15" fmla="*/ 190168 w 1069066"/>
              <a:gd name="connsiteY15" fmla="*/ 91991 h 878277"/>
              <a:gd name="connsiteX16" fmla="*/ 469027 w 1069066"/>
              <a:gd name="connsiteY16" fmla="*/ 1200 h 878277"/>
              <a:gd name="connsiteX0" fmla="*/ 469027 w 1087774"/>
              <a:gd name="connsiteY0" fmla="*/ 1200 h 878277"/>
              <a:gd name="connsiteX1" fmla="*/ 572789 w 1087774"/>
              <a:gd name="connsiteY1" fmla="*/ 48541 h 878277"/>
              <a:gd name="connsiteX2" fmla="*/ 720001 w 1087774"/>
              <a:gd name="connsiteY2" fmla="*/ 168083 h 878277"/>
              <a:gd name="connsiteX3" fmla="*/ 790580 w 1087774"/>
              <a:gd name="connsiteY3" fmla="*/ 236392 h 878277"/>
              <a:gd name="connsiteX4" fmla="*/ 710057 w 1087774"/>
              <a:gd name="connsiteY4" fmla="*/ 284275 h 878277"/>
              <a:gd name="connsiteX5" fmla="*/ 926124 w 1087774"/>
              <a:gd name="connsiteY5" fmla="*/ 391941 h 878277"/>
              <a:gd name="connsiteX6" fmla="*/ 1056686 w 1087774"/>
              <a:gd name="connsiteY6" fmla="*/ 575563 h 878277"/>
              <a:gd name="connsiteX7" fmla="*/ 1070197 w 1087774"/>
              <a:gd name="connsiteY7" fmla="*/ 761038 h 878277"/>
              <a:gd name="connsiteX8" fmla="*/ 845163 w 1087774"/>
              <a:gd name="connsiteY8" fmla="*/ 857234 h 878277"/>
              <a:gd name="connsiteX9" fmla="*/ 553334 w 1087774"/>
              <a:gd name="connsiteY9" fmla="*/ 863719 h 878277"/>
              <a:gd name="connsiteX10" fmla="*/ 235564 w 1087774"/>
              <a:gd name="connsiteY10" fmla="*/ 870204 h 878277"/>
              <a:gd name="connsiteX11" fmla="*/ 60466 w 1087774"/>
              <a:gd name="connsiteY11" fmla="*/ 740502 h 878277"/>
              <a:gd name="connsiteX12" fmla="*/ 15070 w 1087774"/>
              <a:gd name="connsiteY12" fmla="*/ 552434 h 878277"/>
              <a:gd name="connsiteX13" fmla="*/ 2099 w 1087774"/>
              <a:gd name="connsiteY13" fmla="*/ 435702 h 878277"/>
              <a:gd name="connsiteX14" fmla="*/ 53980 w 1087774"/>
              <a:gd name="connsiteY14" fmla="*/ 241149 h 878277"/>
              <a:gd name="connsiteX15" fmla="*/ 190168 w 1087774"/>
              <a:gd name="connsiteY15" fmla="*/ 91991 h 878277"/>
              <a:gd name="connsiteX16" fmla="*/ 469027 w 1087774"/>
              <a:gd name="connsiteY16" fmla="*/ 1200 h 878277"/>
              <a:gd name="connsiteX0" fmla="*/ 469027 w 1087774"/>
              <a:gd name="connsiteY0" fmla="*/ 1200 h 878277"/>
              <a:gd name="connsiteX1" fmla="*/ 572789 w 1087774"/>
              <a:gd name="connsiteY1" fmla="*/ 48541 h 878277"/>
              <a:gd name="connsiteX2" fmla="*/ 720001 w 1087774"/>
              <a:gd name="connsiteY2" fmla="*/ 168083 h 878277"/>
              <a:gd name="connsiteX3" fmla="*/ 790580 w 1087774"/>
              <a:gd name="connsiteY3" fmla="*/ 256712 h 878277"/>
              <a:gd name="connsiteX4" fmla="*/ 710057 w 1087774"/>
              <a:gd name="connsiteY4" fmla="*/ 284275 h 878277"/>
              <a:gd name="connsiteX5" fmla="*/ 926124 w 1087774"/>
              <a:gd name="connsiteY5" fmla="*/ 391941 h 878277"/>
              <a:gd name="connsiteX6" fmla="*/ 1056686 w 1087774"/>
              <a:gd name="connsiteY6" fmla="*/ 575563 h 878277"/>
              <a:gd name="connsiteX7" fmla="*/ 1070197 w 1087774"/>
              <a:gd name="connsiteY7" fmla="*/ 761038 h 878277"/>
              <a:gd name="connsiteX8" fmla="*/ 845163 w 1087774"/>
              <a:gd name="connsiteY8" fmla="*/ 857234 h 878277"/>
              <a:gd name="connsiteX9" fmla="*/ 553334 w 1087774"/>
              <a:gd name="connsiteY9" fmla="*/ 863719 h 878277"/>
              <a:gd name="connsiteX10" fmla="*/ 235564 w 1087774"/>
              <a:gd name="connsiteY10" fmla="*/ 870204 h 878277"/>
              <a:gd name="connsiteX11" fmla="*/ 60466 w 1087774"/>
              <a:gd name="connsiteY11" fmla="*/ 740502 h 878277"/>
              <a:gd name="connsiteX12" fmla="*/ 15070 w 1087774"/>
              <a:gd name="connsiteY12" fmla="*/ 552434 h 878277"/>
              <a:gd name="connsiteX13" fmla="*/ 2099 w 1087774"/>
              <a:gd name="connsiteY13" fmla="*/ 435702 h 878277"/>
              <a:gd name="connsiteX14" fmla="*/ 53980 w 1087774"/>
              <a:gd name="connsiteY14" fmla="*/ 241149 h 878277"/>
              <a:gd name="connsiteX15" fmla="*/ 190168 w 1087774"/>
              <a:gd name="connsiteY15" fmla="*/ 91991 h 878277"/>
              <a:gd name="connsiteX16" fmla="*/ 469027 w 1087774"/>
              <a:gd name="connsiteY16" fmla="*/ 1200 h 878277"/>
              <a:gd name="connsiteX0" fmla="*/ 474079 w 1092826"/>
              <a:gd name="connsiteY0" fmla="*/ 1200 h 878277"/>
              <a:gd name="connsiteX1" fmla="*/ 577841 w 1092826"/>
              <a:gd name="connsiteY1" fmla="*/ 48541 h 878277"/>
              <a:gd name="connsiteX2" fmla="*/ 725053 w 1092826"/>
              <a:gd name="connsiteY2" fmla="*/ 168083 h 878277"/>
              <a:gd name="connsiteX3" fmla="*/ 795632 w 1092826"/>
              <a:gd name="connsiteY3" fmla="*/ 256712 h 878277"/>
              <a:gd name="connsiteX4" fmla="*/ 715109 w 1092826"/>
              <a:gd name="connsiteY4" fmla="*/ 284275 h 878277"/>
              <a:gd name="connsiteX5" fmla="*/ 931176 w 1092826"/>
              <a:gd name="connsiteY5" fmla="*/ 391941 h 878277"/>
              <a:gd name="connsiteX6" fmla="*/ 1061738 w 1092826"/>
              <a:gd name="connsiteY6" fmla="*/ 575563 h 878277"/>
              <a:gd name="connsiteX7" fmla="*/ 1075249 w 1092826"/>
              <a:gd name="connsiteY7" fmla="*/ 761038 h 878277"/>
              <a:gd name="connsiteX8" fmla="*/ 850215 w 1092826"/>
              <a:gd name="connsiteY8" fmla="*/ 857234 h 878277"/>
              <a:gd name="connsiteX9" fmla="*/ 558386 w 1092826"/>
              <a:gd name="connsiteY9" fmla="*/ 863719 h 878277"/>
              <a:gd name="connsiteX10" fmla="*/ 240616 w 1092826"/>
              <a:gd name="connsiteY10" fmla="*/ 870204 h 878277"/>
              <a:gd name="connsiteX11" fmla="*/ 65518 w 1092826"/>
              <a:gd name="connsiteY11" fmla="*/ 740502 h 878277"/>
              <a:gd name="connsiteX12" fmla="*/ 20122 w 1092826"/>
              <a:gd name="connsiteY12" fmla="*/ 552434 h 878277"/>
              <a:gd name="connsiteX13" fmla="*/ 7151 w 1092826"/>
              <a:gd name="connsiteY13" fmla="*/ 435702 h 878277"/>
              <a:gd name="connsiteX14" fmla="*/ 130152 w 1092826"/>
              <a:gd name="connsiteY14" fmla="*/ 251309 h 878277"/>
              <a:gd name="connsiteX15" fmla="*/ 195220 w 1092826"/>
              <a:gd name="connsiteY15" fmla="*/ 91991 h 878277"/>
              <a:gd name="connsiteX16" fmla="*/ 474079 w 1092826"/>
              <a:gd name="connsiteY16" fmla="*/ 1200 h 878277"/>
              <a:gd name="connsiteX0" fmla="*/ 472244 w 1090991"/>
              <a:gd name="connsiteY0" fmla="*/ 1200 h 878277"/>
              <a:gd name="connsiteX1" fmla="*/ 576006 w 1090991"/>
              <a:gd name="connsiteY1" fmla="*/ 48541 h 878277"/>
              <a:gd name="connsiteX2" fmla="*/ 723218 w 1090991"/>
              <a:gd name="connsiteY2" fmla="*/ 168083 h 878277"/>
              <a:gd name="connsiteX3" fmla="*/ 793797 w 1090991"/>
              <a:gd name="connsiteY3" fmla="*/ 256712 h 878277"/>
              <a:gd name="connsiteX4" fmla="*/ 713274 w 1090991"/>
              <a:gd name="connsiteY4" fmla="*/ 284275 h 878277"/>
              <a:gd name="connsiteX5" fmla="*/ 929341 w 1090991"/>
              <a:gd name="connsiteY5" fmla="*/ 391941 h 878277"/>
              <a:gd name="connsiteX6" fmla="*/ 1059903 w 1090991"/>
              <a:gd name="connsiteY6" fmla="*/ 575563 h 878277"/>
              <a:gd name="connsiteX7" fmla="*/ 1073414 w 1090991"/>
              <a:gd name="connsiteY7" fmla="*/ 761038 h 878277"/>
              <a:gd name="connsiteX8" fmla="*/ 848380 w 1090991"/>
              <a:gd name="connsiteY8" fmla="*/ 857234 h 878277"/>
              <a:gd name="connsiteX9" fmla="*/ 556551 w 1090991"/>
              <a:gd name="connsiteY9" fmla="*/ 863719 h 878277"/>
              <a:gd name="connsiteX10" fmla="*/ 238781 w 1090991"/>
              <a:gd name="connsiteY10" fmla="*/ 870204 h 878277"/>
              <a:gd name="connsiteX11" fmla="*/ 63683 w 1090991"/>
              <a:gd name="connsiteY11" fmla="*/ 740502 h 878277"/>
              <a:gd name="connsiteX12" fmla="*/ 18287 w 1090991"/>
              <a:gd name="connsiteY12" fmla="*/ 552434 h 878277"/>
              <a:gd name="connsiteX13" fmla="*/ 5316 w 1090991"/>
              <a:gd name="connsiteY13" fmla="*/ 435702 h 878277"/>
              <a:gd name="connsiteX14" fmla="*/ 102917 w 1090991"/>
              <a:gd name="connsiteY14" fmla="*/ 220829 h 878277"/>
              <a:gd name="connsiteX15" fmla="*/ 193385 w 1090991"/>
              <a:gd name="connsiteY15" fmla="*/ 91991 h 878277"/>
              <a:gd name="connsiteX16" fmla="*/ 472244 w 1090991"/>
              <a:gd name="connsiteY16" fmla="*/ 1200 h 878277"/>
              <a:gd name="connsiteX0" fmla="*/ 472244 w 1090991"/>
              <a:gd name="connsiteY0" fmla="*/ 1430 h 878507"/>
              <a:gd name="connsiteX1" fmla="*/ 576006 w 1090991"/>
              <a:gd name="connsiteY1" fmla="*/ 48771 h 878507"/>
              <a:gd name="connsiteX2" fmla="*/ 723218 w 1090991"/>
              <a:gd name="connsiteY2" fmla="*/ 168313 h 878507"/>
              <a:gd name="connsiteX3" fmla="*/ 793797 w 1090991"/>
              <a:gd name="connsiteY3" fmla="*/ 256942 h 878507"/>
              <a:gd name="connsiteX4" fmla="*/ 713274 w 1090991"/>
              <a:gd name="connsiteY4" fmla="*/ 284505 h 878507"/>
              <a:gd name="connsiteX5" fmla="*/ 929341 w 1090991"/>
              <a:gd name="connsiteY5" fmla="*/ 392171 h 878507"/>
              <a:gd name="connsiteX6" fmla="*/ 1059903 w 1090991"/>
              <a:gd name="connsiteY6" fmla="*/ 575793 h 878507"/>
              <a:gd name="connsiteX7" fmla="*/ 1073414 w 1090991"/>
              <a:gd name="connsiteY7" fmla="*/ 761268 h 878507"/>
              <a:gd name="connsiteX8" fmla="*/ 848380 w 1090991"/>
              <a:gd name="connsiteY8" fmla="*/ 857464 h 878507"/>
              <a:gd name="connsiteX9" fmla="*/ 556551 w 1090991"/>
              <a:gd name="connsiteY9" fmla="*/ 863949 h 878507"/>
              <a:gd name="connsiteX10" fmla="*/ 238781 w 1090991"/>
              <a:gd name="connsiteY10" fmla="*/ 870434 h 878507"/>
              <a:gd name="connsiteX11" fmla="*/ 63683 w 1090991"/>
              <a:gd name="connsiteY11" fmla="*/ 740732 h 878507"/>
              <a:gd name="connsiteX12" fmla="*/ 18287 w 1090991"/>
              <a:gd name="connsiteY12" fmla="*/ 552664 h 878507"/>
              <a:gd name="connsiteX13" fmla="*/ 5316 w 1090991"/>
              <a:gd name="connsiteY13" fmla="*/ 435932 h 878507"/>
              <a:gd name="connsiteX14" fmla="*/ 102917 w 1090991"/>
              <a:gd name="connsiteY14" fmla="*/ 221059 h 878507"/>
              <a:gd name="connsiteX15" fmla="*/ 208625 w 1090991"/>
              <a:gd name="connsiteY15" fmla="*/ 97301 h 878507"/>
              <a:gd name="connsiteX16" fmla="*/ 472244 w 1090991"/>
              <a:gd name="connsiteY16" fmla="*/ 1430 h 878507"/>
              <a:gd name="connsiteX0" fmla="*/ 472244 w 1090991"/>
              <a:gd name="connsiteY0" fmla="*/ 2451 h 879528"/>
              <a:gd name="connsiteX1" fmla="*/ 576006 w 1090991"/>
              <a:gd name="connsiteY1" fmla="*/ 49792 h 879528"/>
              <a:gd name="connsiteX2" fmla="*/ 723218 w 1090991"/>
              <a:gd name="connsiteY2" fmla="*/ 169334 h 879528"/>
              <a:gd name="connsiteX3" fmla="*/ 793797 w 1090991"/>
              <a:gd name="connsiteY3" fmla="*/ 257963 h 879528"/>
              <a:gd name="connsiteX4" fmla="*/ 713274 w 1090991"/>
              <a:gd name="connsiteY4" fmla="*/ 285526 h 879528"/>
              <a:gd name="connsiteX5" fmla="*/ 929341 w 1090991"/>
              <a:gd name="connsiteY5" fmla="*/ 393192 h 879528"/>
              <a:gd name="connsiteX6" fmla="*/ 1059903 w 1090991"/>
              <a:gd name="connsiteY6" fmla="*/ 576814 h 879528"/>
              <a:gd name="connsiteX7" fmla="*/ 1073414 w 1090991"/>
              <a:gd name="connsiteY7" fmla="*/ 762289 h 879528"/>
              <a:gd name="connsiteX8" fmla="*/ 848380 w 1090991"/>
              <a:gd name="connsiteY8" fmla="*/ 858485 h 879528"/>
              <a:gd name="connsiteX9" fmla="*/ 556551 w 1090991"/>
              <a:gd name="connsiteY9" fmla="*/ 864970 h 879528"/>
              <a:gd name="connsiteX10" fmla="*/ 238781 w 1090991"/>
              <a:gd name="connsiteY10" fmla="*/ 871455 h 879528"/>
              <a:gd name="connsiteX11" fmla="*/ 63683 w 1090991"/>
              <a:gd name="connsiteY11" fmla="*/ 741753 h 879528"/>
              <a:gd name="connsiteX12" fmla="*/ 18287 w 1090991"/>
              <a:gd name="connsiteY12" fmla="*/ 553685 h 879528"/>
              <a:gd name="connsiteX13" fmla="*/ 5316 w 1090991"/>
              <a:gd name="connsiteY13" fmla="*/ 436953 h 879528"/>
              <a:gd name="connsiteX14" fmla="*/ 102917 w 1090991"/>
              <a:gd name="connsiteY14" fmla="*/ 222080 h 879528"/>
              <a:gd name="connsiteX15" fmla="*/ 234025 w 1090991"/>
              <a:gd name="connsiteY15" fmla="*/ 118642 h 879528"/>
              <a:gd name="connsiteX16" fmla="*/ 472244 w 1090991"/>
              <a:gd name="connsiteY16" fmla="*/ 2451 h 879528"/>
              <a:gd name="connsiteX0" fmla="*/ 446844 w 1090991"/>
              <a:gd name="connsiteY0" fmla="*/ 24484 h 835521"/>
              <a:gd name="connsiteX1" fmla="*/ 576006 w 1090991"/>
              <a:gd name="connsiteY1" fmla="*/ 5785 h 835521"/>
              <a:gd name="connsiteX2" fmla="*/ 723218 w 1090991"/>
              <a:gd name="connsiteY2" fmla="*/ 125327 h 835521"/>
              <a:gd name="connsiteX3" fmla="*/ 793797 w 1090991"/>
              <a:gd name="connsiteY3" fmla="*/ 213956 h 835521"/>
              <a:gd name="connsiteX4" fmla="*/ 713274 w 1090991"/>
              <a:gd name="connsiteY4" fmla="*/ 241519 h 835521"/>
              <a:gd name="connsiteX5" fmla="*/ 929341 w 1090991"/>
              <a:gd name="connsiteY5" fmla="*/ 349185 h 835521"/>
              <a:gd name="connsiteX6" fmla="*/ 1059903 w 1090991"/>
              <a:gd name="connsiteY6" fmla="*/ 532807 h 835521"/>
              <a:gd name="connsiteX7" fmla="*/ 1073414 w 1090991"/>
              <a:gd name="connsiteY7" fmla="*/ 718282 h 835521"/>
              <a:gd name="connsiteX8" fmla="*/ 848380 w 1090991"/>
              <a:gd name="connsiteY8" fmla="*/ 814478 h 835521"/>
              <a:gd name="connsiteX9" fmla="*/ 556551 w 1090991"/>
              <a:gd name="connsiteY9" fmla="*/ 820963 h 835521"/>
              <a:gd name="connsiteX10" fmla="*/ 238781 w 1090991"/>
              <a:gd name="connsiteY10" fmla="*/ 827448 h 835521"/>
              <a:gd name="connsiteX11" fmla="*/ 63683 w 1090991"/>
              <a:gd name="connsiteY11" fmla="*/ 697746 h 835521"/>
              <a:gd name="connsiteX12" fmla="*/ 18287 w 1090991"/>
              <a:gd name="connsiteY12" fmla="*/ 509678 h 835521"/>
              <a:gd name="connsiteX13" fmla="*/ 5316 w 1090991"/>
              <a:gd name="connsiteY13" fmla="*/ 392946 h 835521"/>
              <a:gd name="connsiteX14" fmla="*/ 102917 w 1090991"/>
              <a:gd name="connsiteY14" fmla="*/ 178073 h 835521"/>
              <a:gd name="connsiteX15" fmla="*/ 234025 w 1090991"/>
              <a:gd name="connsiteY15" fmla="*/ 74635 h 835521"/>
              <a:gd name="connsiteX16" fmla="*/ 446844 w 1090991"/>
              <a:gd name="connsiteY16" fmla="*/ 24484 h 835521"/>
              <a:gd name="connsiteX0" fmla="*/ 447425 w 1091572"/>
              <a:gd name="connsiteY0" fmla="*/ 24484 h 839993"/>
              <a:gd name="connsiteX1" fmla="*/ 576587 w 1091572"/>
              <a:gd name="connsiteY1" fmla="*/ 5785 h 839993"/>
              <a:gd name="connsiteX2" fmla="*/ 723799 w 1091572"/>
              <a:gd name="connsiteY2" fmla="*/ 125327 h 839993"/>
              <a:gd name="connsiteX3" fmla="*/ 794378 w 1091572"/>
              <a:gd name="connsiteY3" fmla="*/ 213956 h 839993"/>
              <a:gd name="connsiteX4" fmla="*/ 713855 w 1091572"/>
              <a:gd name="connsiteY4" fmla="*/ 241519 h 839993"/>
              <a:gd name="connsiteX5" fmla="*/ 929922 w 1091572"/>
              <a:gd name="connsiteY5" fmla="*/ 349185 h 839993"/>
              <a:gd name="connsiteX6" fmla="*/ 1060484 w 1091572"/>
              <a:gd name="connsiteY6" fmla="*/ 532807 h 839993"/>
              <a:gd name="connsiteX7" fmla="*/ 1073995 w 1091572"/>
              <a:gd name="connsiteY7" fmla="*/ 718282 h 839993"/>
              <a:gd name="connsiteX8" fmla="*/ 848961 w 1091572"/>
              <a:gd name="connsiteY8" fmla="*/ 814478 h 839993"/>
              <a:gd name="connsiteX9" fmla="*/ 557132 w 1091572"/>
              <a:gd name="connsiteY9" fmla="*/ 820963 h 839993"/>
              <a:gd name="connsiteX10" fmla="*/ 239362 w 1091572"/>
              <a:gd name="connsiteY10" fmla="*/ 827448 h 839993"/>
              <a:gd name="connsiteX11" fmla="*/ 84584 w 1091572"/>
              <a:gd name="connsiteY11" fmla="*/ 636786 h 839993"/>
              <a:gd name="connsiteX12" fmla="*/ 18868 w 1091572"/>
              <a:gd name="connsiteY12" fmla="*/ 509678 h 839993"/>
              <a:gd name="connsiteX13" fmla="*/ 5897 w 1091572"/>
              <a:gd name="connsiteY13" fmla="*/ 392946 h 839993"/>
              <a:gd name="connsiteX14" fmla="*/ 103498 w 1091572"/>
              <a:gd name="connsiteY14" fmla="*/ 178073 h 839993"/>
              <a:gd name="connsiteX15" fmla="*/ 234606 w 1091572"/>
              <a:gd name="connsiteY15" fmla="*/ 74635 h 839993"/>
              <a:gd name="connsiteX16" fmla="*/ 447425 w 1091572"/>
              <a:gd name="connsiteY16" fmla="*/ 24484 h 839993"/>
              <a:gd name="connsiteX0" fmla="*/ 447425 w 1091572"/>
              <a:gd name="connsiteY0" fmla="*/ 24484 h 827193"/>
              <a:gd name="connsiteX1" fmla="*/ 576587 w 1091572"/>
              <a:gd name="connsiteY1" fmla="*/ 5785 h 827193"/>
              <a:gd name="connsiteX2" fmla="*/ 723799 w 1091572"/>
              <a:gd name="connsiteY2" fmla="*/ 125327 h 827193"/>
              <a:gd name="connsiteX3" fmla="*/ 794378 w 1091572"/>
              <a:gd name="connsiteY3" fmla="*/ 213956 h 827193"/>
              <a:gd name="connsiteX4" fmla="*/ 713855 w 1091572"/>
              <a:gd name="connsiteY4" fmla="*/ 241519 h 827193"/>
              <a:gd name="connsiteX5" fmla="*/ 929922 w 1091572"/>
              <a:gd name="connsiteY5" fmla="*/ 349185 h 827193"/>
              <a:gd name="connsiteX6" fmla="*/ 1060484 w 1091572"/>
              <a:gd name="connsiteY6" fmla="*/ 532807 h 827193"/>
              <a:gd name="connsiteX7" fmla="*/ 1073995 w 1091572"/>
              <a:gd name="connsiteY7" fmla="*/ 718282 h 827193"/>
              <a:gd name="connsiteX8" fmla="*/ 848961 w 1091572"/>
              <a:gd name="connsiteY8" fmla="*/ 814478 h 827193"/>
              <a:gd name="connsiteX9" fmla="*/ 557132 w 1091572"/>
              <a:gd name="connsiteY9" fmla="*/ 820963 h 827193"/>
              <a:gd name="connsiteX10" fmla="*/ 264762 w 1091572"/>
              <a:gd name="connsiteY10" fmla="*/ 766488 h 827193"/>
              <a:gd name="connsiteX11" fmla="*/ 84584 w 1091572"/>
              <a:gd name="connsiteY11" fmla="*/ 636786 h 827193"/>
              <a:gd name="connsiteX12" fmla="*/ 18868 w 1091572"/>
              <a:gd name="connsiteY12" fmla="*/ 509678 h 827193"/>
              <a:gd name="connsiteX13" fmla="*/ 5897 w 1091572"/>
              <a:gd name="connsiteY13" fmla="*/ 392946 h 827193"/>
              <a:gd name="connsiteX14" fmla="*/ 103498 w 1091572"/>
              <a:gd name="connsiteY14" fmla="*/ 178073 h 827193"/>
              <a:gd name="connsiteX15" fmla="*/ 234606 w 1091572"/>
              <a:gd name="connsiteY15" fmla="*/ 74635 h 827193"/>
              <a:gd name="connsiteX16" fmla="*/ 447425 w 1091572"/>
              <a:gd name="connsiteY16" fmla="*/ 24484 h 827193"/>
              <a:gd name="connsiteX0" fmla="*/ 447425 w 1091572"/>
              <a:gd name="connsiteY0" fmla="*/ 24484 h 817437"/>
              <a:gd name="connsiteX1" fmla="*/ 576587 w 1091572"/>
              <a:gd name="connsiteY1" fmla="*/ 5785 h 817437"/>
              <a:gd name="connsiteX2" fmla="*/ 723799 w 1091572"/>
              <a:gd name="connsiteY2" fmla="*/ 125327 h 817437"/>
              <a:gd name="connsiteX3" fmla="*/ 794378 w 1091572"/>
              <a:gd name="connsiteY3" fmla="*/ 213956 h 817437"/>
              <a:gd name="connsiteX4" fmla="*/ 713855 w 1091572"/>
              <a:gd name="connsiteY4" fmla="*/ 241519 h 817437"/>
              <a:gd name="connsiteX5" fmla="*/ 929922 w 1091572"/>
              <a:gd name="connsiteY5" fmla="*/ 349185 h 817437"/>
              <a:gd name="connsiteX6" fmla="*/ 1060484 w 1091572"/>
              <a:gd name="connsiteY6" fmla="*/ 532807 h 817437"/>
              <a:gd name="connsiteX7" fmla="*/ 1073995 w 1091572"/>
              <a:gd name="connsiteY7" fmla="*/ 718282 h 817437"/>
              <a:gd name="connsiteX8" fmla="*/ 848961 w 1091572"/>
              <a:gd name="connsiteY8" fmla="*/ 814478 h 817437"/>
              <a:gd name="connsiteX9" fmla="*/ 546972 w 1091572"/>
              <a:gd name="connsiteY9" fmla="*/ 790483 h 817437"/>
              <a:gd name="connsiteX10" fmla="*/ 264762 w 1091572"/>
              <a:gd name="connsiteY10" fmla="*/ 766488 h 817437"/>
              <a:gd name="connsiteX11" fmla="*/ 84584 w 1091572"/>
              <a:gd name="connsiteY11" fmla="*/ 636786 h 817437"/>
              <a:gd name="connsiteX12" fmla="*/ 18868 w 1091572"/>
              <a:gd name="connsiteY12" fmla="*/ 509678 h 817437"/>
              <a:gd name="connsiteX13" fmla="*/ 5897 w 1091572"/>
              <a:gd name="connsiteY13" fmla="*/ 392946 h 817437"/>
              <a:gd name="connsiteX14" fmla="*/ 103498 w 1091572"/>
              <a:gd name="connsiteY14" fmla="*/ 178073 h 817437"/>
              <a:gd name="connsiteX15" fmla="*/ 234606 w 1091572"/>
              <a:gd name="connsiteY15" fmla="*/ 74635 h 817437"/>
              <a:gd name="connsiteX16" fmla="*/ 447425 w 1091572"/>
              <a:gd name="connsiteY16" fmla="*/ 24484 h 817437"/>
              <a:gd name="connsiteX0" fmla="*/ 430362 w 1074509"/>
              <a:gd name="connsiteY0" fmla="*/ 24484 h 817437"/>
              <a:gd name="connsiteX1" fmla="*/ 559524 w 1074509"/>
              <a:gd name="connsiteY1" fmla="*/ 5785 h 817437"/>
              <a:gd name="connsiteX2" fmla="*/ 706736 w 1074509"/>
              <a:gd name="connsiteY2" fmla="*/ 125327 h 817437"/>
              <a:gd name="connsiteX3" fmla="*/ 777315 w 1074509"/>
              <a:gd name="connsiteY3" fmla="*/ 213956 h 817437"/>
              <a:gd name="connsiteX4" fmla="*/ 696792 w 1074509"/>
              <a:gd name="connsiteY4" fmla="*/ 241519 h 817437"/>
              <a:gd name="connsiteX5" fmla="*/ 912859 w 1074509"/>
              <a:gd name="connsiteY5" fmla="*/ 349185 h 817437"/>
              <a:gd name="connsiteX6" fmla="*/ 1043421 w 1074509"/>
              <a:gd name="connsiteY6" fmla="*/ 532807 h 817437"/>
              <a:gd name="connsiteX7" fmla="*/ 1056932 w 1074509"/>
              <a:gd name="connsiteY7" fmla="*/ 718282 h 817437"/>
              <a:gd name="connsiteX8" fmla="*/ 831898 w 1074509"/>
              <a:gd name="connsiteY8" fmla="*/ 814478 h 817437"/>
              <a:gd name="connsiteX9" fmla="*/ 529909 w 1074509"/>
              <a:gd name="connsiteY9" fmla="*/ 790483 h 817437"/>
              <a:gd name="connsiteX10" fmla="*/ 247699 w 1074509"/>
              <a:gd name="connsiteY10" fmla="*/ 766488 h 817437"/>
              <a:gd name="connsiteX11" fmla="*/ 67521 w 1074509"/>
              <a:gd name="connsiteY11" fmla="*/ 636786 h 817437"/>
              <a:gd name="connsiteX12" fmla="*/ 1805 w 1074509"/>
              <a:gd name="connsiteY12" fmla="*/ 509678 h 817437"/>
              <a:gd name="connsiteX13" fmla="*/ 24394 w 1074509"/>
              <a:gd name="connsiteY13" fmla="*/ 352306 h 817437"/>
              <a:gd name="connsiteX14" fmla="*/ 86435 w 1074509"/>
              <a:gd name="connsiteY14" fmla="*/ 178073 h 817437"/>
              <a:gd name="connsiteX15" fmla="*/ 217543 w 1074509"/>
              <a:gd name="connsiteY15" fmla="*/ 74635 h 817437"/>
              <a:gd name="connsiteX16" fmla="*/ 430362 w 1074509"/>
              <a:gd name="connsiteY16" fmla="*/ 24484 h 817437"/>
              <a:gd name="connsiteX0" fmla="*/ 409608 w 1053755"/>
              <a:gd name="connsiteY0" fmla="*/ 24484 h 817437"/>
              <a:gd name="connsiteX1" fmla="*/ 538770 w 1053755"/>
              <a:gd name="connsiteY1" fmla="*/ 5785 h 817437"/>
              <a:gd name="connsiteX2" fmla="*/ 685982 w 1053755"/>
              <a:gd name="connsiteY2" fmla="*/ 125327 h 817437"/>
              <a:gd name="connsiteX3" fmla="*/ 756561 w 1053755"/>
              <a:gd name="connsiteY3" fmla="*/ 213956 h 817437"/>
              <a:gd name="connsiteX4" fmla="*/ 676038 w 1053755"/>
              <a:gd name="connsiteY4" fmla="*/ 241519 h 817437"/>
              <a:gd name="connsiteX5" fmla="*/ 892105 w 1053755"/>
              <a:gd name="connsiteY5" fmla="*/ 349185 h 817437"/>
              <a:gd name="connsiteX6" fmla="*/ 1022667 w 1053755"/>
              <a:gd name="connsiteY6" fmla="*/ 532807 h 817437"/>
              <a:gd name="connsiteX7" fmla="*/ 1036178 w 1053755"/>
              <a:gd name="connsiteY7" fmla="*/ 718282 h 817437"/>
              <a:gd name="connsiteX8" fmla="*/ 811144 w 1053755"/>
              <a:gd name="connsiteY8" fmla="*/ 814478 h 817437"/>
              <a:gd name="connsiteX9" fmla="*/ 509155 w 1053755"/>
              <a:gd name="connsiteY9" fmla="*/ 790483 h 817437"/>
              <a:gd name="connsiteX10" fmla="*/ 226945 w 1053755"/>
              <a:gd name="connsiteY10" fmla="*/ 766488 h 817437"/>
              <a:gd name="connsiteX11" fmla="*/ 46767 w 1053755"/>
              <a:gd name="connsiteY11" fmla="*/ 636786 h 817437"/>
              <a:gd name="connsiteX12" fmla="*/ 11531 w 1053755"/>
              <a:gd name="connsiteY12" fmla="*/ 509678 h 817437"/>
              <a:gd name="connsiteX13" fmla="*/ 3640 w 1053755"/>
              <a:gd name="connsiteY13" fmla="*/ 352306 h 817437"/>
              <a:gd name="connsiteX14" fmla="*/ 65681 w 1053755"/>
              <a:gd name="connsiteY14" fmla="*/ 178073 h 817437"/>
              <a:gd name="connsiteX15" fmla="*/ 196789 w 1053755"/>
              <a:gd name="connsiteY15" fmla="*/ 74635 h 817437"/>
              <a:gd name="connsiteX16" fmla="*/ 409608 w 1053755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13956 h 817437"/>
              <a:gd name="connsiteX4" fmla="*/ 676355 w 1054072"/>
              <a:gd name="connsiteY4" fmla="*/ 24151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39356 h 817437"/>
              <a:gd name="connsiteX4" fmla="*/ 676355 w 1054072"/>
              <a:gd name="connsiteY4" fmla="*/ 24151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39356 h 817437"/>
              <a:gd name="connsiteX4" fmla="*/ 681435 w 1054072"/>
              <a:gd name="connsiteY4" fmla="*/ 20595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88068"/>
              <a:gd name="connsiteY0" fmla="*/ 24484 h 820311"/>
              <a:gd name="connsiteX1" fmla="*/ 539087 w 1088068"/>
              <a:gd name="connsiteY1" fmla="*/ 5785 h 820311"/>
              <a:gd name="connsiteX2" fmla="*/ 686299 w 1088068"/>
              <a:gd name="connsiteY2" fmla="*/ 125327 h 820311"/>
              <a:gd name="connsiteX3" fmla="*/ 756878 w 1088068"/>
              <a:gd name="connsiteY3" fmla="*/ 239356 h 820311"/>
              <a:gd name="connsiteX4" fmla="*/ 681435 w 1088068"/>
              <a:gd name="connsiteY4" fmla="*/ 205959 h 820311"/>
              <a:gd name="connsiteX5" fmla="*/ 892422 w 1088068"/>
              <a:gd name="connsiteY5" fmla="*/ 349185 h 820311"/>
              <a:gd name="connsiteX6" fmla="*/ 1022984 w 1088068"/>
              <a:gd name="connsiteY6" fmla="*/ 532807 h 820311"/>
              <a:gd name="connsiteX7" fmla="*/ 1077135 w 1088068"/>
              <a:gd name="connsiteY7" fmla="*/ 672562 h 820311"/>
              <a:gd name="connsiteX8" fmla="*/ 811461 w 1088068"/>
              <a:gd name="connsiteY8" fmla="*/ 814478 h 820311"/>
              <a:gd name="connsiteX9" fmla="*/ 509472 w 1088068"/>
              <a:gd name="connsiteY9" fmla="*/ 790483 h 820311"/>
              <a:gd name="connsiteX10" fmla="*/ 227262 w 1088068"/>
              <a:gd name="connsiteY10" fmla="*/ 766488 h 820311"/>
              <a:gd name="connsiteX11" fmla="*/ 57244 w 1088068"/>
              <a:gd name="connsiteY11" fmla="*/ 667266 h 820311"/>
              <a:gd name="connsiteX12" fmla="*/ 11848 w 1088068"/>
              <a:gd name="connsiteY12" fmla="*/ 509678 h 820311"/>
              <a:gd name="connsiteX13" fmla="*/ 3957 w 1088068"/>
              <a:gd name="connsiteY13" fmla="*/ 352306 h 820311"/>
              <a:gd name="connsiteX14" fmla="*/ 65998 w 1088068"/>
              <a:gd name="connsiteY14" fmla="*/ 178073 h 820311"/>
              <a:gd name="connsiteX15" fmla="*/ 197106 w 1088068"/>
              <a:gd name="connsiteY15" fmla="*/ 74635 h 820311"/>
              <a:gd name="connsiteX16" fmla="*/ 409925 w 1088068"/>
              <a:gd name="connsiteY16" fmla="*/ 24484 h 820311"/>
              <a:gd name="connsiteX0" fmla="*/ 333725 w 1088068"/>
              <a:gd name="connsiteY0" fmla="*/ 41689 h 817196"/>
              <a:gd name="connsiteX1" fmla="*/ 539087 w 1088068"/>
              <a:gd name="connsiteY1" fmla="*/ 2670 h 817196"/>
              <a:gd name="connsiteX2" fmla="*/ 686299 w 1088068"/>
              <a:gd name="connsiteY2" fmla="*/ 122212 h 817196"/>
              <a:gd name="connsiteX3" fmla="*/ 756878 w 1088068"/>
              <a:gd name="connsiteY3" fmla="*/ 236241 h 817196"/>
              <a:gd name="connsiteX4" fmla="*/ 681435 w 1088068"/>
              <a:gd name="connsiteY4" fmla="*/ 202844 h 817196"/>
              <a:gd name="connsiteX5" fmla="*/ 892422 w 1088068"/>
              <a:gd name="connsiteY5" fmla="*/ 346070 h 817196"/>
              <a:gd name="connsiteX6" fmla="*/ 1022984 w 1088068"/>
              <a:gd name="connsiteY6" fmla="*/ 529692 h 817196"/>
              <a:gd name="connsiteX7" fmla="*/ 1077135 w 1088068"/>
              <a:gd name="connsiteY7" fmla="*/ 669447 h 817196"/>
              <a:gd name="connsiteX8" fmla="*/ 811461 w 1088068"/>
              <a:gd name="connsiteY8" fmla="*/ 811363 h 817196"/>
              <a:gd name="connsiteX9" fmla="*/ 509472 w 1088068"/>
              <a:gd name="connsiteY9" fmla="*/ 787368 h 817196"/>
              <a:gd name="connsiteX10" fmla="*/ 227262 w 1088068"/>
              <a:gd name="connsiteY10" fmla="*/ 763373 h 817196"/>
              <a:gd name="connsiteX11" fmla="*/ 57244 w 1088068"/>
              <a:gd name="connsiteY11" fmla="*/ 664151 h 817196"/>
              <a:gd name="connsiteX12" fmla="*/ 11848 w 1088068"/>
              <a:gd name="connsiteY12" fmla="*/ 506563 h 817196"/>
              <a:gd name="connsiteX13" fmla="*/ 3957 w 1088068"/>
              <a:gd name="connsiteY13" fmla="*/ 349191 h 817196"/>
              <a:gd name="connsiteX14" fmla="*/ 65998 w 1088068"/>
              <a:gd name="connsiteY14" fmla="*/ 174958 h 817196"/>
              <a:gd name="connsiteX15" fmla="*/ 197106 w 1088068"/>
              <a:gd name="connsiteY15" fmla="*/ 71520 h 817196"/>
              <a:gd name="connsiteX16" fmla="*/ 333725 w 1088068"/>
              <a:gd name="connsiteY16" fmla="*/ 41689 h 817196"/>
              <a:gd name="connsiteX0" fmla="*/ 333725 w 1088068"/>
              <a:gd name="connsiteY0" fmla="*/ 452 h 775959"/>
              <a:gd name="connsiteX1" fmla="*/ 513687 w 1088068"/>
              <a:gd name="connsiteY1" fmla="*/ 17313 h 775959"/>
              <a:gd name="connsiteX2" fmla="*/ 686299 w 1088068"/>
              <a:gd name="connsiteY2" fmla="*/ 80975 h 775959"/>
              <a:gd name="connsiteX3" fmla="*/ 756878 w 1088068"/>
              <a:gd name="connsiteY3" fmla="*/ 195004 h 775959"/>
              <a:gd name="connsiteX4" fmla="*/ 681435 w 1088068"/>
              <a:gd name="connsiteY4" fmla="*/ 161607 h 775959"/>
              <a:gd name="connsiteX5" fmla="*/ 892422 w 1088068"/>
              <a:gd name="connsiteY5" fmla="*/ 304833 h 775959"/>
              <a:gd name="connsiteX6" fmla="*/ 1022984 w 1088068"/>
              <a:gd name="connsiteY6" fmla="*/ 488455 h 775959"/>
              <a:gd name="connsiteX7" fmla="*/ 1077135 w 1088068"/>
              <a:gd name="connsiteY7" fmla="*/ 628210 h 775959"/>
              <a:gd name="connsiteX8" fmla="*/ 811461 w 1088068"/>
              <a:gd name="connsiteY8" fmla="*/ 770126 h 775959"/>
              <a:gd name="connsiteX9" fmla="*/ 509472 w 1088068"/>
              <a:gd name="connsiteY9" fmla="*/ 746131 h 775959"/>
              <a:gd name="connsiteX10" fmla="*/ 227262 w 1088068"/>
              <a:gd name="connsiteY10" fmla="*/ 722136 h 775959"/>
              <a:gd name="connsiteX11" fmla="*/ 57244 w 1088068"/>
              <a:gd name="connsiteY11" fmla="*/ 622914 h 775959"/>
              <a:gd name="connsiteX12" fmla="*/ 11848 w 1088068"/>
              <a:gd name="connsiteY12" fmla="*/ 465326 h 775959"/>
              <a:gd name="connsiteX13" fmla="*/ 3957 w 1088068"/>
              <a:gd name="connsiteY13" fmla="*/ 307954 h 775959"/>
              <a:gd name="connsiteX14" fmla="*/ 65998 w 1088068"/>
              <a:gd name="connsiteY14" fmla="*/ 133721 h 775959"/>
              <a:gd name="connsiteX15" fmla="*/ 197106 w 1088068"/>
              <a:gd name="connsiteY15" fmla="*/ 30283 h 775959"/>
              <a:gd name="connsiteX16" fmla="*/ 333725 w 1088068"/>
              <a:gd name="connsiteY16" fmla="*/ 452 h 775959"/>
              <a:gd name="connsiteX0" fmla="*/ 334277 w 1088620"/>
              <a:gd name="connsiteY0" fmla="*/ 452 h 775959"/>
              <a:gd name="connsiteX1" fmla="*/ 514239 w 1088620"/>
              <a:gd name="connsiteY1" fmla="*/ 17313 h 775959"/>
              <a:gd name="connsiteX2" fmla="*/ 686851 w 1088620"/>
              <a:gd name="connsiteY2" fmla="*/ 80975 h 775959"/>
              <a:gd name="connsiteX3" fmla="*/ 757430 w 1088620"/>
              <a:gd name="connsiteY3" fmla="*/ 195004 h 775959"/>
              <a:gd name="connsiteX4" fmla="*/ 681987 w 1088620"/>
              <a:gd name="connsiteY4" fmla="*/ 161607 h 775959"/>
              <a:gd name="connsiteX5" fmla="*/ 892974 w 1088620"/>
              <a:gd name="connsiteY5" fmla="*/ 304833 h 775959"/>
              <a:gd name="connsiteX6" fmla="*/ 1023536 w 1088620"/>
              <a:gd name="connsiteY6" fmla="*/ 488455 h 775959"/>
              <a:gd name="connsiteX7" fmla="*/ 1077687 w 1088620"/>
              <a:gd name="connsiteY7" fmla="*/ 628210 h 775959"/>
              <a:gd name="connsiteX8" fmla="*/ 812013 w 1088620"/>
              <a:gd name="connsiteY8" fmla="*/ 770126 h 775959"/>
              <a:gd name="connsiteX9" fmla="*/ 510024 w 1088620"/>
              <a:gd name="connsiteY9" fmla="*/ 746131 h 775959"/>
              <a:gd name="connsiteX10" fmla="*/ 227814 w 1088620"/>
              <a:gd name="connsiteY10" fmla="*/ 722136 h 775959"/>
              <a:gd name="connsiteX11" fmla="*/ 73036 w 1088620"/>
              <a:gd name="connsiteY11" fmla="*/ 597514 h 775959"/>
              <a:gd name="connsiteX12" fmla="*/ 12400 w 1088620"/>
              <a:gd name="connsiteY12" fmla="*/ 465326 h 775959"/>
              <a:gd name="connsiteX13" fmla="*/ 4509 w 1088620"/>
              <a:gd name="connsiteY13" fmla="*/ 307954 h 775959"/>
              <a:gd name="connsiteX14" fmla="*/ 66550 w 1088620"/>
              <a:gd name="connsiteY14" fmla="*/ 133721 h 775959"/>
              <a:gd name="connsiteX15" fmla="*/ 197658 w 1088620"/>
              <a:gd name="connsiteY15" fmla="*/ 30283 h 775959"/>
              <a:gd name="connsiteX16" fmla="*/ 334277 w 1088620"/>
              <a:gd name="connsiteY16" fmla="*/ 452 h 775959"/>
              <a:gd name="connsiteX0" fmla="*/ 336909 w 1091252"/>
              <a:gd name="connsiteY0" fmla="*/ 452 h 775959"/>
              <a:gd name="connsiteX1" fmla="*/ 516871 w 1091252"/>
              <a:gd name="connsiteY1" fmla="*/ 17313 h 775959"/>
              <a:gd name="connsiteX2" fmla="*/ 689483 w 1091252"/>
              <a:gd name="connsiteY2" fmla="*/ 80975 h 775959"/>
              <a:gd name="connsiteX3" fmla="*/ 760062 w 1091252"/>
              <a:gd name="connsiteY3" fmla="*/ 195004 h 775959"/>
              <a:gd name="connsiteX4" fmla="*/ 684619 w 1091252"/>
              <a:gd name="connsiteY4" fmla="*/ 161607 h 775959"/>
              <a:gd name="connsiteX5" fmla="*/ 895606 w 1091252"/>
              <a:gd name="connsiteY5" fmla="*/ 304833 h 775959"/>
              <a:gd name="connsiteX6" fmla="*/ 1026168 w 1091252"/>
              <a:gd name="connsiteY6" fmla="*/ 488455 h 775959"/>
              <a:gd name="connsiteX7" fmla="*/ 1080319 w 1091252"/>
              <a:gd name="connsiteY7" fmla="*/ 628210 h 775959"/>
              <a:gd name="connsiteX8" fmla="*/ 814645 w 1091252"/>
              <a:gd name="connsiteY8" fmla="*/ 770126 h 775959"/>
              <a:gd name="connsiteX9" fmla="*/ 512656 w 1091252"/>
              <a:gd name="connsiteY9" fmla="*/ 746131 h 775959"/>
              <a:gd name="connsiteX10" fmla="*/ 230446 w 1091252"/>
              <a:gd name="connsiteY10" fmla="*/ 722136 h 775959"/>
              <a:gd name="connsiteX11" fmla="*/ 75668 w 1091252"/>
              <a:gd name="connsiteY11" fmla="*/ 597514 h 775959"/>
              <a:gd name="connsiteX12" fmla="*/ 15032 w 1091252"/>
              <a:gd name="connsiteY12" fmla="*/ 465326 h 775959"/>
              <a:gd name="connsiteX13" fmla="*/ 7141 w 1091252"/>
              <a:gd name="connsiteY13" fmla="*/ 307954 h 775959"/>
              <a:gd name="connsiteX14" fmla="*/ 104742 w 1091252"/>
              <a:gd name="connsiteY14" fmla="*/ 154041 h 775959"/>
              <a:gd name="connsiteX15" fmla="*/ 200290 w 1091252"/>
              <a:gd name="connsiteY15" fmla="*/ 30283 h 775959"/>
              <a:gd name="connsiteX16" fmla="*/ 336909 w 1091252"/>
              <a:gd name="connsiteY16" fmla="*/ 452 h 775959"/>
              <a:gd name="connsiteX0" fmla="*/ 324293 w 1078636"/>
              <a:gd name="connsiteY0" fmla="*/ 452 h 775959"/>
              <a:gd name="connsiteX1" fmla="*/ 504255 w 1078636"/>
              <a:gd name="connsiteY1" fmla="*/ 17313 h 775959"/>
              <a:gd name="connsiteX2" fmla="*/ 676867 w 1078636"/>
              <a:gd name="connsiteY2" fmla="*/ 80975 h 775959"/>
              <a:gd name="connsiteX3" fmla="*/ 747446 w 1078636"/>
              <a:gd name="connsiteY3" fmla="*/ 195004 h 775959"/>
              <a:gd name="connsiteX4" fmla="*/ 672003 w 1078636"/>
              <a:gd name="connsiteY4" fmla="*/ 161607 h 775959"/>
              <a:gd name="connsiteX5" fmla="*/ 882990 w 1078636"/>
              <a:gd name="connsiteY5" fmla="*/ 304833 h 775959"/>
              <a:gd name="connsiteX6" fmla="*/ 1013552 w 1078636"/>
              <a:gd name="connsiteY6" fmla="*/ 488455 h 775959"/>
              <a:gd name="connsiteX7" fmla="*/ 1067703 w 1078636"/>
              <a:gd name="connsiteY7" fmla="*/ 628210 h 775959"/>
              <a:gd name="connsiteX8" fmla="*/ 802029 w 1078636"/>
              <a:gd name="connsiteY8" fmla="*/ 770126 h 775959"/>
              <a:gd name="connsiteX9" fmla="*/ 500040 w 1078636"/>
              <a:gd name="connsiteY9" fmla="*/ 746131 h 775959"/>
              <a:gd name="connsiteX10" fmla="*/ 217830 w 1078636"/>
              <a:gd name="connsiteY10" fmla="*/ 722136 h 775959"/>
              <a:gd name="connsiteX11" fmla="*/ 63052 w 1078636"/>
              <a:gd name="connsiteY11" fmla="*/ 597514 h 775959"/>
              <a:gd name="connsiteX12" fmla="*/ 2416 w 1078636"/>
              <a:gd name="connsiteY12" fmla="*/ 465326 h 775959"/>
              <a:gd name="connsiteX13" fmla="*/ 19925 w 1078636"/>
              <a:gd name="connsiteY13" fmla="*/ 287634 h 775959"/>
              <a:gd name="connsiteX14" fmla="*/ 92126 w 1078636"/>
              <a:gd name="connsiteY14" fmla="*/ 154041 h 775959"/>
              <a:gd name="connsiteX15" fmla="*/ 187674 w 1078636"/>
              <a:gd name="connsiteY15" fmla="*/ 30283 h 775959"/>
              <a:gd name="connsiteX16" fmla="*/ 324293 w 1078636"/>
              <a:gd name="connsiteY16" fmla="*/ 452 h 775959"/>
              <a:gd name="connsiteX0" fmla="*/ 324293 w 1078636"/>
              <a:gd name="connsiteY0" fmla="*/ 2683 h 778190"/>
              <a:gd name="connsiteX1" fmla="*/ 504255 w 1078636"/>
              <a:gd name="connsiteY1" fmla="*/ 19544 h 778190"/>
              <a:gd name="connsiteX2" fmla="*/ 676867 w 1078636"/>
              <a:gd name="connsiteY2" fmla="*/ 83206 h 778190"/>
              <a:gd name="connsiteX3" fmla="*/ 747446 w 1078636"/>
              <a:gd name="connsiteY3" fmla="*/ 197235 h 778190"/>
              <a:gd name="connsiteX4" fmla="*/ 672003 w 1078636"/>
              <a:gd name="connsiteY4" fmla="*/ 163838 h 778190"/>
              <a:gd name="connsiteX5" fmla="*/ 882990 w 1078636"/>
              <a:gd name="connsiteY5" fmla="*/ 307064 h 778190"/>
              <a:gd name="connsiteX6" fmla="*/ 1013552 w 1078636"/>
              <a:gd name="connsiteY6" fmla="*/ 490686 h 778190"/>
              <a:gd name="connsiteX7" fmla="*/ 1067703 w 1078636"/>
              <a:gd name="connsiteY7" fmla="*/ 630441 h 778190"/>
              <a:gd name="connsiteX8" fmla="*/ 802029 w 1078636"/>
              <a:gd name="connsiteY8" fmla="*/ 772357 h 778190"/>
              <a:gd name="connsiteX9" fmla="*/ 500040 w 1078636"/>
              <a:gd name="connsiteY9" fmla="*/ 748362 h 778190"/>
              <a:gd name="connsiteX10" fmla="*/ 217830 w 1078636"/>
              <a:gd name="connsiteY10" fmla="*/ 724367 h 778190"/>
              <a:gd name="connsiteX11" fmla="*/ 63052 w 1078636"/>
              <a:gd name="connsiteY11" fmla="*/ 599745 h 778190"/>
              <a:gd name="connsiteX12" fmla="*/ 2416 w 1078636"/>
              <a:gd name="connsiteY12" fmla="*/ 467557 h 778190"/>
              <a:gd name="connsiteX13" fmla="*/ 19925 w 1078636"/>
              <a:gd name="connsiteY13" fmla="*/ 289865 h 778190"/>
              <a:gd name="connsiteX14" fmla="*/ 92126 w 1078636"/>
              <a:gd name="connsiteY14" fmla="*/ 156272 h 778190"/>
              <a:gd name="connsiteX15" fmla="*/ 202914 w 1078636"/>
              <a:gd name="connsiteY15" fmla="*/ 68074 h 778190"/>
              <a:gd name="connsiteX16" fmla="*/ 324293 w 1078636"/>
              <a:gd name="connsiteY16" fmla="*/ 2683 h 778190"/>
              <a:gd name="connsiteX0" fmla="*/ 329373 w 1078636"/>
              <a:gd name="connsiteY0" fmla="*/ 16197 h 761224"/>
              <a:gd name="connsiteX1" fmla="*/ 504255 w 1078636"/>
              <a:gd name="connsiteY1" fmla="*/ 2578 h 761224"/>
              <a:gd name="connsiteX2" fmla="*/ 676867 w 1078636"/>
              <a:gd name="connsiteY2" fmla="*/ 66240 h 761224"/>
              <a:gd name="connsiteX3" fmla="*/ 747446 w 1078636"/>
              <a:gd name="connsiteY3" fmla="*/ 180269 h 761224"/>
              <a:gd name="connsiteX4" fmla="*/ 672003 w 1078636"/>
              <a:gd name="connsiteY4" fmla="*/ 146872 h 761224"/>
              <a:gd name="connsiteX5" fmla="*/ 882990 w 1078636"/>
              <a:gd name="connsiteY5" fmla="*/ 290098 h 761224"/>
              <a:gd name="connsiteX6" fmla="*/ 1013552 w 1078636"/>
              <a:gd name="connsiteY6" fmla="*/ 473720 h 761224"/>
              <a:gd name="connsiteX7" fmla="*/ 1067703 w 1078636"/>
              <a:gd name="connsiteY7" fmla="*/ 613475 h 761224"/>
              <a:gd name="connsiteX8" fmla="*/ 802029 w 1078636"/>
              <a:gd name="connsiteY8" fmla="*/ 755391 h 761224"/>
              <a:gd name="connsiteX9" fmla="*/ 500040 w 1078636"/>
              <a:gd name="connsiteY9" fmla="*/ 731396 h 761224"/>
              <a:gd name="connsiteX10" fmla="*/ 217830 w 1078636"/>
              <a:gd name="connsiteY10" fmla="*/ 707401 h 761224"/>
              <a:gd name="connsiteX11" fmla="*/ 63052 w 1078636"/>
              <a:gd name="connsiteY11" fmla="*/ 582779 h 761224"/>
              <a:gd name="connsiteX12" fmla="*/ 2416 w 1078636"/>
              <a:gd name="connsiteY12" fmla="*/ 450591 h 761224"/>
              <a:gd name="connsiteX13" fmla="*/ 19925 w 1078636"/>
              <a:gd name="connsiteY13" fmla="*/ 272899 h 761224"/>
              <a:gd name="connsiteX14" fmla="*/ 92126 w 1078636"/>
              <a:gd name="connsiteY14" fmla="*/ 139306 h 761224"/>
              <a:gd name="connsiteX15" fmla="*/ 202914 w 1078636"/>
              <a:gd name="connsiteY15" fmla="*/ 51108 h 761224"/>
              <a:gd name="connsiteX16" fmla="*/ 329373 w 1078636"/>
              <a:gd name="connsiteY16" fmla="*/ 16197 h 761224"/>
              <a:gd name="connsiteX0" fmla="*/ 329373 w 1078636"/>
              <a:gd name="connsiteY0" fmla="*/ 11765 h 756792"/>
              <a:gd name="connsiteX1" fmla="*/ 473775 w 1078636"/>
              <a:gd name="connsiteY1" fmla="*/ 3226 h 756792"/>
              <a:gd name="connsiteX2" fmla="*/ 676867 w 1078636"/>
              <a:gd name="connsiteY2" fmla="*/ 61808 h 756792"/>
              <a:gd name="connsiteX3" fmla="*/ 747446 w 1078636"/>
              <a:gd name="connsiteY3" fmla="*/ 175837 h 756792"/>
              <a:gd name="connsiteX4" fmla="*/ 672003 w 1078636"/>
              <a:gd name="connsiteY4" fmla="*/ 142440 h 756792"/>
              <a:gd name="connsiteX5" fmla="*/ 882990 w 1078636"/>
              <a:gd name="connsiteY5" fmla="*/ 285666 h 756792"/>
              <a:gd name="connsiteX6" fmla="*/ 1013552 w 1078636"/>
              <a:gd name="connsiteY6" fmla="*/ 469288 h 756792"/>
              <a:gd name="connsiteX7" fmla="*/ 1067703 w 1078636"/>
              <a:gd name="connsiteY7" fmla="*/ 609043 h 756792"/>
              <a:gd name="connsiteX8" fmla="*/ 802029 w 1078636"/>
              <a:gd name="connsiteY8" fmla="*/ 750959 h 756792"/>
              <a:gd name="connsiteX9" fmla="*/ 500040 w 1078636"/>
              <a:gd name="connsiteY9" fmla="*/ 726964 h 756792"/>
              <a:gd name="connsiteX10" fmla="*/ 217830 w 1078636"/>
              <a:gd name="connsiteY10" fmla="*/ 702969 h 756792"/>
              <a:gd name="connsiteX11" fmla="*/ 63052 w 1078636"/>
              <a:gd name="connsiteY11" fmla="*/ 578347 h 756792"/>
              <a:gd name="connsiteX12" fmla="*/ 2416 w 1078636"/>
              <a:gd name="connsiteY12" fmla="*/ 446159 h 756792"/>
              <a:gd name="connsiteX13" fmla="*/ 19925 w 1078636"/>
              <a:gd name="connsiteY13" fmla="*/ 268467 h 756792"/>
              <a:gd name="connsiteX14" fmla="*/ 92126 w 1078636"/>
              <a:gd name="connsiteY14" fmla="*/ 134874 h 756792"/>
              <a:gd name="connsiteX15" fmla="*/ 202914 w 1078636"/>
              <a:gd name="connsiteY15" fmla="*/ 46676 h 756792"/>
              <a:gd name="connsiteX16" fmla="*/ 329373 w 1078636"/>
              <a:gd name="connsiteY16" fmla="*/ 11765 h 756792"/>
              <a:gd name="connsiteX0" fmla="*/ 329373 w 1078636"/>
              <a:gd name="connsiteY0" fmla="*/ 11765 h 758969"/>
              <a:gd name="connsiteX1" fmla="*/ 473775 w 1078636"/>
              <a:gd name="connsiteY1" fmla="*/ 3226 h 758969"/>
              <a:gd name="connsiteX2" fmla="*/ 676867 w 1078636"/>
              <a:gd name="connsiteY2" fmla="*/ 61808 h 758969"/>
              <a:gd name="connsiteX3" fmla="*/ 747446 w 1078636"/>
              <a:gd name="connsiteY3" fmla="*/ 175837 h 758969"/>
              <a:gd name="connsiteX4" fmla="*/ 672003 w 1078636"/>
              <a:gd name="connsiteY4" fmla="*/ 142440 h 758969"/>
              <a:gd name="connsiteX5" fmla="*/ 882990 w 1078636"/>
              <a:gd name="connsiteY5" fmla="*/ 285666 h 758969"/>
              <a:gd name="connsiteX6" fmla="*/ 1013552 w 1078636"/>
              <a:gd name="connsiteY6" fmla="*/ 469288 h 758969"/>
              <a:gd name="connsiteX7" fmla="*/ 1067703 w 1078636"/>
              <a:gd name="connsiteY7" fmla="*/ 609043 h 758969"/>
              <a:gd name="connsiteX8" fmla="*/ 802029 w 1078636"/>
              <a:gd name="connsiteY8" fmla="*/ 750959 h 758969"/>
              <a:gd name="connsiteX9" fmla="*/ 469560 w 1078636"/>
              <a:gd name="connsiteY9" fmla="*/ 737124 h 758969"/>
              <a:gd name="connsiteX10" fmla="*/ 217830 w 1078636"/>
              <a:gd name="connsiteY10" fmla="*/ 702969 h 758969"/>
              <a:gd name="connsiteX11" fmla="*/ 63052 w 1078636"/>
              <a:gd name="connsiteY11" fmla="*/ 578347 h 758969"/>
              <a:gd name="connsiteX12" fmla="*/ 2416 w 1078636"/>
              <a:gd name="connsiteY12" fmla="*/ 446159 h 758969"/>
              <a:gd name="connsiteX13" fmla="*/ 19925 w 1078636"/>
              <a:gd name="connsiteY13" fmla="*/ 268467 h 758969"/>
              <a:gd name="connsiteX14" fmla="*/ 92126 w 1078636"/>
              <a:gd name="connsiteY14" fmla="*/ 134874 h 758969"/>
              <a:gd name="connsiteX15" fmla="*/ 202914 w 1078636"/>
              <a:gd name="connsiteY15" fmla="*/ 46676 h 758969"/>
              <a:gd name="connsiteX16" fmla="*/ 329373 w 1078636"/>
              <a:gd name="connsiteY16" fmla="*/ 11765 h 758969"/>
              <a:gd name="connsiteX0" fmla="*/ 329373 w 1080345"/>
              <a:gd name="connsiteY0" fmla="*/ 11765 h 747008"/>
              <a:gd name="connsiteX1" fmla="*/ 473775 w 1080345"/>
              <a:gd name="connsiteY1" fmla="*/ 3226 h 747008"/>
              <a:gd name="connsiteX2" fmla="*/ 676867 w 1080345"/>
              <a:gd name="connsiteY2" fmla="*/ 61808 h 747008"/>
              <a:gd name="connsiteX3" fmla="*/ 747446 w 1080345"/>
              <a:gd name="connsiteY3" fmla="*/ 175837 h 747008"/>
              <a:gd name="connsiteX4" fmla="*/ 672003 w 1080345"/>
              <a:gd name="connsiteY4" fmla="*/ 142440 h 747008"/>
              <a:gd name="connsiteX5" fmla="*/ 882990 w 1080345"/>
              <a:gd name="connsiteY5" fmla="*/ 285666 h 747008"/>
              <a:gd name="connsiteX6" fmla="*/ 1013552 w 1080345"/>
              <a:gd name="connsiteY6" fmla="*/ 469288 h 747008"/>
              <a:gd name="connsiteX7" fmla="*/ 1067703 w 1080345"/>
              <a:gd name="connsiteY7" fmla="*/ 609043 h 747008"/>
              <a:gd name="connsiteX8" fmla="*/ 776629 w 1080345"/>
              <a:gd name="connsiteY8" fmla="*/ 735719 h 747008"/>
              <a:gd name="connsiteX9" fmla="*/ 469560 w 1080345"/>
              <a:gd name="connsiteY9" fmla="*/ 737124 h 747008"/>
              <a:gd name="connsiteX10" fmla="*/ 217830 w 1080345"/>
              <a:gd name="connsiteY10" fmla="*/ 702969 h 747008"/>
              <a:gd name="connsiteX11" fmla="*/ 63052 w 1080345"/>
              <a:gd name="connsiteY11" fmla="*/ 578347 h 747008"/>
              <a:gd name="connsiteX12" fmla="*/ 2416 w 1080345"/>
              <a:gd name="connsiteY12" fmla="*/ 446159 h 747008"/>
              <a:gd name="connsiteX13" fmla="*/ 19925 w 1080345"/>
              <a:gd name="connsiteY13" fmla="*/ 268467 h 747008"/>
              <a:gd name="connsiteX14" fmla="*/ 92126 w 1080345"/>
              <a:gd name="connsiteY14" fmla="*/ 134874 h 747008"/>
              <a:gd name="connsiteX15" fmla="*/ 202914 w 1080345"/>
              <a:gd name="connsiteY15" fmla="*/ 46676 h 747008"/>
              <a:gd name="connsiteX16" fmla="*/ 329373 w 1080345"/>
              <a:gd name="connsiteY16" fmla="*/ 11765 h 747008"/>
              <a:gd name="connsiteX0" fmla="*/ 329373 w 1058529"/>
              <a:gd name="connsiteY0" fmla="*/ 11765 h 747008"/>
              <a:gd name="connsiteX1" fmla="*/ 473775 w 1058529"/>
              <a:gd name="connsiteY1" fmla="*/ 3226 h 747008"/>
              <a:gd name="connsiteX2" fmla="*/ 676867 w 1058529"/>
              <a:gd name="connsiteY2" fmla="*/ 61808 h 747008"/>
              <a:gd name="connsiteX3" fmla="*/ 747446 w 1058529"/>
              <a:gd name="connsiteY3" fmla="*/ 175837 h 747008"/>
              <a:gd name="connsiteX4" fmla="*/ 672003 w 1058529"/>
              <a:gd name="connsiteY4" fmla="*/ 142440 h 747008"/>
              <a:gd name="connsiteX5" fmla="*/ 882990 w 1058529"/>
              <a:gd name="connsiteY5" fmla="*/ 285666 h 747008"/>
              <a:gd name="connsiteX6" fmla="*/ 1013552 w 1058529"/>
              <a:gd name="connsiteY6" fmla="*/ 469288 h 747008"/>
              <a:gd name="connsiteX7" fmla="*/ 1042303 w 1058529"/>
              <a:gd name="connsiteY7" fmla="*/ 609043 h 747008"/>
              <a:gd name="connsiteX8" fmla="*/ 776629 w 1058529"/>
              <a:gd name="connsiteY8" fmla="*/ 735719 h 747008"/>
              <a:gd name="connsiteX9" fmla="*/ 469560 w 1058529"/>
              <a:gd name="connsiteY9" fmla="*/ 737124 h 747008"/>
              <a:gd name="connsiteX10" fmla="*/ 217830 w 1058529"/>
              <a:gd name="connsiteY10" fmla="*/ 702969 h 747008"/>
              <a:gd name="connsiteX11" fmla="*/ 63052 w 1058529"/>
              <a:gd name="connsiteY11" fmla="*/ 578347 h 747008"/>
              <a:gd name="connsiteX12" fmla="*/ 2416 w 1058529"/>
              <a:gd name="connsiteY12" fmla="*/ 446159 h 747008"/>
              <a:gd name="connsiteX13" fmla="*/ 19925 w 1058529"/>
              <a:gd name="connsiteY13" fmla="*/ 268467 h 747008"/>
              <a:gd name="connsiteX14" fmla="*/ 92126 w 1058529"/>
              <a:gd name="connsiteY14" fmla="*/ 134874 h 747008"/>
              <a:gd name="connsiteX15" fmla="*/ 202914 w 1058529"/>
              <a:gd name="connsiteY15" fmla="*/ 46676 h 747008"/>
              <a:gd name="connsiteX16" fmla="*/ 329373 w 1058529"/>
              <a:gd name="connsiteY16" fmla="*/ 11765 h 747008"/>
              <a:gd name="connsiteX0" fmla="*/ 329373 w 1039222"/>
              <a:gd name="connsiteY0" fmla="*/ 11765 h 746641"/>
              <a:gd name="connsiteX1" fmla="*/ 473775 w 1039222"/>
              <a:gd name="connsiteY1" fmla="*/ 3226 h 746641"/>
              <a:gd name="connsiteX2" fmla="*/ 676867 w 1039222"/>
              <a:gd name="connsiteY2" fmla="*/ 61808 h 746641"/>
              <a:gd name="connsiteX3" fmla="*/ 747446 w 1039222"/>
              <a:gd name="connsiteY3" fmla="*/ 175837 h 746641"/>
              <a:gd name="connsiteX4" fmla="*/ 672003 w 1039222"/>
              <a:gd name="connsiteY4" fmla="*/ 142440 h 746641"/>
              <a:gd name="connsiteX5" fmla="*/ 882990 w 1039222"/>
              <a:gd name="connsiteY5" fmla="*/ 285666 h 746641"/>
              <a:gd name="connsiteX6" fmla="*/ 1013552 w 1039222"/>
              <a:gd name="connsiteY6" fmla="*/ 469288 h 746641"/>
              <a:gd name="connsiteX7" fmla="*/ 1016903 w 1039222"/>
              <a:gd name="connsiteY7" fmla="*/ 614123 h 746641"/>
              <a:gd name="connsiteX8" fmla="*/ 776629 w 1039222"/>
              <a:gd name="connsiteY8" fmla="*/ 735719 h 746641"/>
              <a:gd name="connsiteX9" fmla="*/ 469560 w 1039222"/>
              <a:gd name="connsiteY9" fmla="*/ 737124 h 746641"/>
              <a:gd name="connsiteX10" fmla="*/ 217830 w 1039222"/>
              <a:gd name="connsiteY10" fmla="*/ 702969 h 746641"/>
              <a:gd name="connsiteX11" fmla="*/ 63052 w 1039222"/>
              <a:gd name="connsiteY11" fmla="*/ 578347 h 746641"/>
              <a:gd name="connsiteX12" fmla="*/ 2416 w 1039222"/>
              <a:gd name="connsiteY12" fmla="*/ 446159 h 746641"/>
              <a:gd name="connsiteX13" fmla="*/ 19925 w 1039222"/>
              <a:gd name="connsiteY13" fmla="*/ 268467 h 746641"/>
              <a:gd name="connsiteX14" fmla="*/ 92126 w 1039222"/>
              <a:gd name="connsiteY14" fmla="*/ 134874 h 746641"/>
              <a:gd name="connsiteX15" fmla="*/ 202914 w 1039222"/>
              <a:gd name="connsiteY15" fmla="*/ 46676 h 746641"/>
              <a:gd name="connsiteX16" fmla="*/ 329373 w 1039222"/>
              <a:gd name="connsiteY16" fmla="*/ 11765 h 74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9222" h="746641">
                <a:moveTo>
                  <a:pt x="329373" y="11765"/>
                </a:moveTo>
                <a:cubicBezTo>
                  <a:pt x="374516" y="4523"/>
                  <a:pt x="415859" y="-5114"/>
                  <a:pt x="473775" y="3226"/>
                </a:cubicBezTo>
                <a:cubicBezTo>
                  <a:pt x="531691" y="11566"/>
                  <a:pt x="631255" y="33040"/>
                  <a:pt x="676867" y="61808"/>
                </a:cubicBezTo>
                <a:cubicBezTo>
                  <a:pt x="722479" y="90577"/>
                  <a:pt x="748257" y="162398"/>
                  <a:pt x="747446" y="175837"/>
                </a:cubicBezTo>
                <a:cubicBezTo>
                  <a:pt x="746635" y="189276"/>
                  <a:pt x="649412" y="124135"/>
                  <a:pt x="672003" y="142440"/>
                </a:cubicBezTo>
                <a:cubicBezTo>
                  <a:pt x="694594" y="160745"/>
                  <a:pt x="834532" y="238811"/>
                  <a:pt x="882990" y="285666"/>
                </a:cubicBezTo>
                <a:cubicBezTo>
                  <a:pt x="931448" y="332521"/>
                  <a:pt x="991233" y="414545"/>
                  <a:pt x="1013552" y="469288"/>
                </a:cubicBezTo>
                <a:cubicBezTo>
                  <a:pt x="1035871" y="524031"/>
                  <a:pt x="1056390" y="569718"/>
                  <a:pt x="1016903" y="614123"/>
                </a:cubicBezTo>
                <a:cubicBezTo>
                  <a:pt x="977416" y="658528"/>
                  <a:pt x="867853" y="715219"/>
                  <a:pt x="776629" y="735719"/>
                </a:cubicBezTo>
                <a:cubicBezTo>
                  <a:pt x="685405" y="756219"/>
                  <a:pt x="562693" y="742582"/>
                  <a:pt x="469560" y="737124"/>
                </a:cubicBezTo>
                <a:cubicBezTo>
                  <a:pt x="376427" y="731666"/>
                  <a:pt x="285581" y="729432"/>
                  <a:pt x="217830" y="702969"/>
                </a:cubicBezTo>
                <a:cubicBezTo>
                  <a:pt x="150079" y="676506"/>
                  <a:pt x="98954" y="621149"/>
                  <a:pt x="63052" y="578347"/>
                </a:cubicBezTo>
                <a:cubicBezTo>
                  <a:pt x="27150" y="535545"/>
                  <a:pt x="9604" y="497806"/>
                  <a:pt x="2416" y="446159"/>
                </a:cubicBezTo>
                <a:cubicBezTo>
                  <a:pt x="-4772" y="394512"/>
                  <a:pt x="4973" y="320348"/>
                  <a:pt x="19925" y="268467"/>
                </a:cubicBezTo>
                <a:cubicBezTo>
                  <a:pt x="34877" y="216586"/>
                  <a:pt x="69428" y="193240"/>
                  <a:pt x="92126" y="134874"/>
                </a:cubicBezTo>
                <a:cubicBezTo>
                  <a:pt x="114824" y="76508"/>
                  <a:pt x="163373" y="67194"/>
                  <a:pt x="202914" y="46676"/>
                </a:cubicBezTo>
                <a:cubicBezTo>
                  <a:pt x="242455" y="26158"/>
                  <a:pt x="284230" y="19007"/>
                  <a:pt x="329373" y="11765"/>
                </a:cubicBezTo>
                <a:close/>
              </a:path>
            </a:pathLst>
          </a:custGeom>
          <a:solidFill>
            <a:srgbClr val="F1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E959B60-AB30-4868-8D8D-73C7743FFD51}"/>
              </a:ext>
            </a:extLst>
          </p:cNvPr>
          <p:cNvSpPr/>
          <p:nvPr/>
        </p:nvSpPr>
        <p:spPr>
          <a:xfrm>
            <a:off x="3993660" y="4000454"/>
            <a:ext cx="4667194" cy="72125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49D76E-B774-4D38-BC52-4F5F68D4D456}"/>
              </a:ext>
            </a:extLst>
          </p:cNvPr>
          <p:cNvSpPr/>
          <p:nvPr/>
        </p:nvSpPr>
        <p:spPr>
          <a:xfrm>
            <a:off x="3993659" y="4713713"/>
            <a:ext cx="4675777" cy="1013216"/>
          </a:xfrm>
          <a:prstGeom prst="rect">
            <a:avLst/>
          </a:prstGeom>
          <a:gradFill>
            <a:gsLst>
              <a:gs pos="0">
                <a:srgbClr val="F6CACA"/>
              </a:gs>
              <a:gs pos="99000">
                <a:srgbClr val="F1ABAB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C43ABB6-0CE7-4530-A61A-F790FD979BAE}"/>
              </a:ext>
            </a:extLst>
          </p:cNvPr>
          <p:cNvSpPr/>
          <p:nvPr/>
        </p:nvSpPr>
        <p:spPr>
          <a:xfrm>
            <a:off x="3980706" y="5693935"/>
            <a:ext cx="4696260" cy="1013217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1E9DA-9EEE-49D1-AAAF-15A24ADFED0B}"/>
              </a:ext>
            </a:extLst>
          </p:cNvPr>
          <p:cNvSpPr txBox="1"/>
          <p:nvPr/>
        </p:nvSpPr>
        <p:spPr>
          <a:xfrm>
            <a:off x="5351590" y="6145073"/>
            <a:ext cx="1964273" cy="333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u="sng" dirty="0"/>
          </a:p>
        </p:txBody>
      </p:sp>
      <p:sp>
        <p:nvSpPr>
          <p:cNvPr id="52" name="3 A's explanation">
            <a:extLst>
              <a:ext uri="{FF2B5EF4-FFF2-40B4-BE49-F238E27FC236}">
                <a16:creationId xmlns:a16="http://schemas.microsoft.com/office/drawing/2014/main" id="{B433EE3C-B570-4A1B-A424-BE58D2DD06CE}"/>
              </a:ext>
            </a:extLst>
          </p:cNvPr>
          <p:cNvSpPr txBox="1"/>
          <p:nvPr/>
        </p:nvSpPr>
        <p:spPr>
          <a:xfrm>
            <a:off x="4429843" y="5738878"/>
            <a:ext cx="3988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Anxiety</a:t>
            </a:r>
          </a:p>
          <a:p>
            <a:pPr algn="ctr"/>
            <a:r>
              <a:rPr lang="en-US" dirty="0"/>
              <a:t>Acidosis (metabolic and respiratory)</a:t>
            </a:r>
          </a:p>
          <a:p>
            <a:pPr algn="ctr"/>
            <a:r>
              <a:rPr lang="en-US" dirty="0"/>
              <a:t>Anemia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E6955DD-FAD4-460E-958E-9AB486381CCA}"/>
              </a:ext>
            </a:extLst>
          </p:cNvPr>
          <p:cNvSpPr/>
          <p:nvPr/>
        </p:nvSpPr>
        <p:spPr>
          <a:xfrm>
            <a:off x="3997698" y="139737"/>
            <a:ext cx="4663155" cy="388420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87EFBAA-A30D-4711-8F20-F763E8E2D873}"/>
              </a:ext>
            </a:extLst>
          </p:cNvPr>
          <p:cNvCxnSpPr>
            <a:cxnSpLocks/>
          </p:cNvCxnSpPr>
          <p:nvPr/>
        </p:nvCxnSpPr>
        <p:spPr>
          <a:xfrm>
            <a:off x="3060707" y="1149345"/>
            <a:ext cx="1464496" cy="165469"/>
          </a:xfrm>
          <a:prstGeom prst="line">
            <a:avLst/>
          </a:prstGeo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Fills alveoli">
            <a:extLst>
              <a:ext uri="{FF2B5EF4-FFF2-40B4-BE49-F238E27FC236}">
                <a16:creationId xmlns:a16="http://schemas.microsoft.com/office/drawing/2014/main" id="{221D192A-AEC9-4BEC-95DA-2EF6B4370EC2}"/>
              </a:ext>
            </a:extLst>
          </p:cNvPr>
          <p:cNvSpPr txBox="1"/>
          <p:nvPr/>
        </p:nvSpPr>
        <p:spPr>
          <a:xfrm>
            <a:off x="4184908" y="1959853"/>
            <a:ext cx="20327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Fills alveoli</a:t>
            </a:r>
          </a:p>
        </p:txBody>
      </p:sp>
      <p:sp>
        <p:nvSpPr>
          <p:cNvPr id="60" name="Collapses alveoli">
            <a:extLst>
              <a:ext uri="{FF2B5EF4-FFF2-40B4-BE49-F238E27FC236}">
                <a16:creationId xmlns:a16="http://schemas.microsoft.com/office/drawing/2014/main" id="{B835DFB3-56F6-4F5A-BB32-53BCE3361D57}"/>
              </a:ext>
            </a:extLst>
          </p:cNvPr>
          <p:cNvSpPr txBox="1"/>
          <p:nvPr/>
        </p:nvSpPr>
        <p:spPr>
          <a:xfrm>
            <a:off x="6201394" y="1971863"/>
            <a:ext cx="25024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Collapses alveoli</a:t>
            </a:r>
          </a:p>
        </p:txBody>
      </p:sp>
      <p:grpSp>
        <p:nvGrpSpPr>
          <p:cNvPr id="97" name="Cardiac explanation">
            <a:extLst>
              <a:ext uri="{FF2B5EF4-FFF2-40B4-BE49-F238E27FC236}">
                <a16:creationId xmlns:a16="http://schemas.microsoft.com/office/drawing/2014/main" id="{AC179ACC-98D8-4CD2-ACE5-162851D54F2F}"/>
              </a:ext>
            </a:extLst>
          </p:cNvPr>
          <p:cNvGrpSpPr/>
          <p:nvPr/>
        </p:nvGrpSpPr>
        <p:grpSpPr>
          <a:xfrm>
            <a:off x="4195210" y="4730785"/>
            <a:ext cx="4212840" cy="923330"/>
            <a:chOff x="4196079" y="4591048"/>
            <a:chExt cx="4212840" cy="92333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4A5A854-CA71-4E88-A92F-D3AA68C28FE6}"/>
                </a:ext>
              </a:extLst>
            </p:cNvPr>
            <p:cNvSpPr txBox="1"/>
            <p:nvPr/>
          </p:nvSpPr>
          <p:spPr>
            <a:xfrm>
              <a:off x="4196079" y="4591048"/>
              <a:ext cx="25432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Myocardial infarction</a:t>
              </a:r>
            </a:p>
            <a:p>
              <a:pPr algn="ctr"/>
              <a:r>
                <a:rPr lang="en-US" dirty="0"/>
                <a:t>Arrhythmias </a:t>
              </a:r>
            </a:p>
            <a:p>
              <a:pPr algn="ctr"/>
              <a:r>
                <a:rPr lang="en-US" dirty="0"/>
                <a:t>Valvular disease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2C9077C-7E4F-4BBC-93BC-AB958E172750}"/>
                </a:ext>
              </a:extLst>
            </p:cNvPr>
            <p:cNvSpPr txBox="1"/>
            <p:nvPr/>
          </p:nvSpPr>
          <p:spPr>
            <a:xfrm>
              <a:off x="6479402" y="4868047"/>
              <a:ext cx="1929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Pericardial disease</a:t>
              </a:r>
            </a:p>
          </p:txBody>
        </p: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4199B6B4-21B7-4A69-AA7F-2C1F0F22912D}"/>
              </a:ext>
            </a:extLst>
          </p:cNvPr>
          <p:cNvSpPr/>
          <p:nvPr/>
        </p:nvSpPr>
        <p:spPr>
          <a:xfrm>
            <a:off x="348757" y="5915160"/>
            <a:ext cx="1720473" cy="134271"/>
          </a:xfrm>
          <a:custGeom>
            <a:avLst/>
            <a:gdLst>
              <a:gd name="connsiteX0" fmla="*/ 1983728 w 1983728"/>
              <a:gd name="connsiteY0" fmla="*/ 66576 h 92638"/>
              <a:gd name="connsiteX1" fmla="*/ 1412228 w 1983728"/>
              <a:gd name="connsiteY1" fmla="*/ 3076 h 92638"/>
              <a:gd name="connsiteX2" fmla="*/ 459728 w 1983728"/>
              <a:gd name="connsiteY2" fmla="*/ 15776 h 92638"/>
              <a:gd name="connsiteX3" fmla="*/ 66028 w 1983728"/>
              <a:gd name="connsiteY3" fmla="*/ 66576 h 92638"/>
              <a:gd name="connsiteX4" fmla="*/ 66028 w 1983728"/>
              <a:gd name="connsiteY4" fmla="*/ 91976 h 92638"/>
              <a:gd name="connsiteX5" fmla="*/ 713728 w 1983728"/>
              <a:gd name="connsiteY5" fmla="*/ 41176 h 92638"/>
              <a:gd name="connsiteX6" fmla="*/ 1704328 w 1983728"/>
              <a:gd name="connsiteY6" fmla="*/ 79276 h 92638"/>
              <a:gd name="connsiteX7" fmla="*/ 1983728 w 1983728"/>
              <a:gd name="connsiteY7" fmla="*/ 66576 h 92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3728" h="92638">
                <a:moveTo>
                  <a:pt x="1983728" y="66576"/>
                </a:moveTo>
                <a:cubicBezTo>
                  <a:pt x="1824978" y="39059"/>
                  <a:pt x="1666228" y="11543"/>
                  <a:pt x="1412228" y="3076"/>
                </a:cubicBezTo>
                <a:cubicBezTo>
                  <a:pt x="1158228" y="-5391"/>
                  <a:pt x="684095" y="5193"/>
                  <a:pt x="459728" y="15776"/>
                </a:cubicBezTo>
                <a:cubicBezTo>
                  <a:pt x="235361" y="26359"/>
                  <a:pt x="131645" y="53876"/>
                  <a:pt x="66028" y="66576"/>
                </a:cubicBezTo>
                <a:cubicBezTo>
                  <a:pt x="411" y="79276"/>
                  <a:pt x="-41922" y="96209"/>
                  <a:pt x="66028" y="91976"/>
                </a:cubicBezTo>
                <a:cubicBezTo>
                  <a:pt x="173978" y="87743"/>
                  <a:pt x="440678" y="43293"/>
                  <a:pt x="713728" y="41176"/>
                </a:cubicBezTo>
                <a:cubicBezTo>
                  <a:pt x="986778" y="39059"/>
                  <a:pt x="1704328" y="79276"/>
                  <a:pt x="1704328" y="79276"/>
                </a:cubicBezTo>
                <a:lnTo>
                  <a:pt x="1983728" y="66576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BD73C7A-9F26-4E9E-BC5A-AF8207DAAE0A}"/>
              </a:ext>
            </a:extLst>
          </p:cNvPr>
          <p:cNvSpPr/>
          <p:nvPr/>
        </p:nvSpPr>
        <p:spPr>
          <a:xfrm>
            <a:off x="2273523" y="5926603"/>
            <a:ext cx="1720472" cy="134271"/>
          </a:xfrm>
          <a:custGeom>
            <a:avLst/>
            <a:gdLst>
              <a:gd name="connsiteX0" fmla="*/ 1983728 w 1983728"/>
              <a:gd name="connsiteY0" fmla="*/ 66576 h 92638"/>
              <a:gd name="connsiteX1" fmla="*/ 1412228 w 1983728"/>
              <a:gd name="connsiteY1" fmla="*/ 3076 h 92638"/>
              <a:gd name="connsiteX2" fmla="*/ 459728 w 1983728"/>
              <a:gd name="connsiteY2" fmla="*/ 15776 h 92638"/>
              <a:gd name="connsiteX3" fmla="*/ 66028 w 1983728"/>
              <a:gd name="connsiteY3" fmla="*/ 66576 h 92638"/>
              <a:gd name="connsiteX4" fmla="*/ 66028 w 1983728"/>
              <a:gd name="connsiteY4" fmla="*/ 91976 h 92638"/>
              <a:gd name="connsiteX5" fmla="*/ 713728 w 1983728"/>
              <a:gd name="connsiteY5" fmla="*/ 41176 h 92638"/>
              <a:gd name="connsiteX6" fmla="*/ 1704328 w 1983728"/>
              <a:gd name="connsiteY6" fmla="*/ 79276 h 92638"/>
              <a:gd name="connsiteX7" fmla="*/ 1983728 w 1983728"/>
              <a:gd name="connsiteY7" fmla="*/ 66576 h 92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3728" h="92638">
                <a:moveTo>
                  <a:pt x="1983728" y="66576"/>
                </a:moveTo>
                <a:cubicBezTo>
                  <a:pt x="1824978" y="39059"/>
                  <a:pt x="1666228" y="11543"/>
                  <a:pt x="1412228" y="3076"/>
                </a:cubicBezTo>
                <a:cubicBezTo>
                  <a:pt x="1158228" y="-5391"/>
                  <a:pt x="684095" y="5193"/>
                  <a:pt x="459728" y="15776"/>
                </a:cubicBezTo>
                <a:cubicBezTo>
                  <a:pt x="235361" y="26359"/>
                  <a:pt x="131645" y="53876"/>
                  <a:pt x="66028" y="66576"/>
                </a:cubicBezTo>
                <a:cubicBezTo>
                  <a:pt x="411" y="79276"/>
                  <a:pt x="-41922" y="96209"/>
                  <a:pt x="66028" y="91976"/>
                </a:cubicBezTo>
                <a:cubicBezTo>
                  <a:pt x="173978" y="87743"/>
                  <a:pt x="440678" y="43293"/>
                  <a:pt x="713728" y="41176"/>
                </a:cubicBezTo>
                <a:cubicBezTo>
                  <a:pt x="986778" y="39059"/>
                  <a:pt x="1704328" y="79276"/>
                  <a:pt x="1704328" y="79276"/>
                </a:cubicBezTo>
                <a:lnTo>
                  <a:pt x="1983728" y="66576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018E317-CA54-40B0-BDE8-AFD2A62EA554}"/>
              </a:ext>
            </a:extLst>
          </p:cNvPr>
          <p:cNvGrpSpPr/>
          <p:nvPr/>
        </p:nvGrpSpPr>
        <p:grpSpPr>
          <a:xfrm>
            <a:off x="2377684" y="614907"/>
            <a:ext cx="5997026" cy="956872"/>
            <a:chOff x="2378553" y="475170"/>
            <a:chExt cx="5997026" cy="95687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AC60189-8E16-495E-9D52-948D00F3E4A9}"/>
                </a:ext>
              </a:extLst>
            </p:cNvPr>
            <p:cNvSpPr txBox="1"/>
            <p:nvPr/>
          </p:nvSpPr>
          <p:spPr>
            <a:xfrm>
              <a:off x="4281704" y="475170"/>
              <a:ext cx="40938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Anaphylaxis, angioedema</a:t>
              </a: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05914858-211F-4F73-ADFE-A1312B8FC3BD}"/>
                </a:ext>
              </a:extLst>
            </p:cNvPr>
            <p:cNvGrpSpPr/>
            <p:nvPr/>
          </p:nvGrpSpPr>
          <p:grpSpPr>
            <a:xfrm>
              <a:off x="2378553" y="642711"/>
              <a:ext cx="2257194" cy="789331"/>
              <a:chOff x="2378553" y="642711"/>
              <a:chExt cx="2257194" cy="789331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CC635DDB-810F-4295-BFEB-9CE2FABEA1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78553" y="701276"/>
                <a:ext cx="1415271" cy="73076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8AE7EE11-15E9-4F18-A6D4-F122D2C843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1546" y="642711"/>
                <a:ext cx="874201" cy="697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6" name="MSK explanation">
            <a:extLst>
              <a:ext uri="{FF2B5EF4-FFF2-40B4-BE49-F238E27FC236}">
                <a16:creationId xmlns:a16="http://schemas.microsoft.com/office/drawing/2014/main" id="{130E683A-0525-4C46-9C94-C9C5C1EBBDDC}"/>
              </a:ext>
            </a:extLst>
          </p:cNvPr>
          <p:cNvSpPr txBox="1"/>
          <p:nvPr/>
        </p:nvSpPr>
        <p:spPr>
          <a:xfrm>
            <a:off x="5083445" y="4035888"/>
            <a:ext cx="250247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Diaphragm dysfunction</a:t>
            </a:r>
          </a:p>
          <a:p>
            <a:pPr algn="ctr"/>
            <a:r>
              <a:rPr lang="en-US" dirty="0"/>
              <a:t>Abdominal pressure 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792F284-A7AF-4231-B44C-1928EC0431D5}"/>
              </a:ext>
            </a:extLst>
          </p:cNvPr>
          <p:cNvGrpSpPr/>
          <p:nvPr/>
        </p:nvGrpSpPr>
        <p:grpSpPr>
          <a:xfrm>
            <a:off x="2397671" y="897263"/>
            <a:ext cx="5947562" cy="2660409"/>
            <a:chOff x="2397671" y="757526"/>
            <a:chExt cx="5947562" cy="266040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0129137-F423-420E-8450-CC5336A11F4F}"/>
                </a:ext>
              </a:extLst>
            </p:cNvPr>
            <p:cNvGrpSpPr/>
            <p:nvPr/>
          </p:nvGrpSpPr>
          <p:grpSpPr>
            <a:xfrm>
              <a:off x="2397671" y="929483"/>
              <a:ext cx="2363515" cy="2488452"/>
              <a:chOff x="2397671" y="929483"/>
              <a:chExt cx="2363515" cy="2488452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E6AA41A-1528-47B6-8045-E18438ADA8E9}"/>
                  </a:ext>
                </a:extLst>
              </p:cNvPr>
              <p:cNvCxnSpPr>
                <a:cxnSpLocks/>
                <a:stCxn id="41" idx="3"/>
              </p:cNvCxnSpPr>
              <p:nvPr/>
            </p:nvCxnSpPr>
            <p:spPr>
              <a:xfrm flipV="1">
                <a:off x="2397671" y="1180091"/>
                <a:ext cx="1668536" cy="223784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C8359EC-9E38-4C5F-9CB1-15522B0BB7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66207" y="929483"/>
                <a:ext cx="694979" cy="27795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E8C48CA-F199-44A1-A5B8-1EE156B029A2}"/>
                </a:ext>
              </a:extLst>
            </p:cNvPr>
            <p:cNvSpPr/>
            <p:nvPr/>
          </p:nvSpPr>
          <p:spPr>
            <a:xfrm>
              <a:off x="4583797" y="757526"/>
              <a:ext cx="376143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Mucus plugging, airway stenosis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9ECD67C-9015-401C-827F-AD1C3AA24E7A}"/>
              </a:ext>
            </a:extLst>
          </p:cNvPr>
          <p:cNvGrpSpPr/>
          <p:nvPr/>
        </p:nvGrpSpPr>
        <p:grpSpPr>
          <a:xfrm>
            <a:off x="2717017" y="1215520"/>
            <a:ext cx="5488991" cy="2520026"/>
            <a:chOff x="2717886" y="1075783"/>
            <a:chExt cx="5488991" cy="2520026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5FD242F-5DE4-4CB2-BF95-3F1E71B8118D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flipV="1">
              <a:off x="2717886" y="1260449"/>
              <a:ext cx="1884927" cy="23353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A88589-30D7-4607-AA50-A5F7DDC4AEB4}"/>
                </a:ext>
              </a:extLst>
            </p:cNvPr>
            <p:cNvSpPr/>
            <p:nvPr/>
          </p:nvSpPr>
          <p:spPr>
            <a:xfrm>
              <a:off x="4602813" y="1075783"/>
              <a:ext cx="36040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Bronchoconstriction (COPD, asthma)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19E26A2-BD9F-4138-AD07-B0D994551BB9}"/>
              </a:ext>
            </a:extLst>
          </p:cNvPr>
          <p:cNvGrpSpPr/>
          <p:nvPr/>
        </p:nvGrpSpPr>
        <p:grpSpPr>
          <a:xfrm>
            <a:off x="3054849" y="2312531"/>
            <a:ext cx="3200382" cy="1699477"/>
            <a:chOff x="3055718" y="2172794"/>
            <a:chExt cx="3200382" cy="16994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727074A-9A21-4790-BB45-C0B6D951D06E}"/>
                </a:ext>
              </a:extLst>
            </p:cNvPr>
            <p:cNvSpPr/>
            <p:nvPr/>
          </p:nvSpPr>
          <p:spPr>
            <a:xfrm>
              <a:off x="4030638" y="2172794"/>
              <a:ext cx="222546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Blood = DAH</a:t>
              </a:r>
            </a:p>
            <a:p>
              <a:pPr algn="ctr"/>
              <a:r>
                <a:rPr lang="en-US" dirty="0"/>
                <a:t>Pus = pneumonia</a:t>
              </a:r>
            </a:p>
            <a:p>
              <a:pPr algn="ctr"/>
              <a:r>
                <a:rPr lang="en-US" dirty="0"/>
                <a:t>Water = edema</a:t>
              </a: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E508A60-6901-4455-B5A1-E7400237C7A3}"/>
                </a:ext>
              </a:extLst>
            </p:cNvPr>
            <p:cNvSpPr/>
            <p:nvPr/>
          </p:nvSpPr>
          <p:spPr>
            <a:xfrm rot="17163203">
              <a:off x="2993535" y="3635311"/>
              <a:ext cx="299143" cy="174778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solidFill>
              <a:schemeClr val="accent1"/>
            </a:solidFill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B36F8F-934C-43A0-B065-7169B0F4C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4183" y="2529002"/>
              <a:ext cx="983541" cy="12032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54DF68B-D5BC-409B-9C0B-2F124129788B}"/>
              </a:ext>
            </a:extLst>
          </p:cNvPr>
          <p:cNvGrpSpPr/>
          <p:nvPr/>
        </p:nvGrpSpPr>
        <p:grpSpPr>
          <a:xfrm>
            <a:off x="3013500" y="2275091"/>
            <a:ext cx="5664193" cy="3673985"/>
            <a:chOff x="3014369" y="2135354"/>
            <a:chExt cx="5664193" cy="3673985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3BD45C1-4E6E-4AB7-BBF4-95DB6109FAEE}"/>
                </a:ext>
              </a:extLst>
            </p:cNvPr>
            <p:cNvSpPr/>
            <p:nvPr/>
          </p:nvSpPr>
          <p:spPr>
            <a:xfrm flipH="1">
              <a:off x="3014369" y="4721028"/>
              <a:ext cx="846432" cy="1088311"/>
            </a:xfrm>
            <a:custGeom>
              <a:avLst/>
              <a:gdLst>
                <a:gd name="connsiteX0" fmla="*/ 2028 w 644054"/>
                <a:gd name="connsiteY0" fmla="*/ 0 h 791183"/>
                <a:gd name="connsiteX1" fmla="*/ 99305 w 644054"/>
                <a:gd name="connsiteY1" fmla="*/ 453957 h 791183"/>
                <a:gd name="connsiteX2" fmla="*/ 644054 w 644054"/>
                <a:gd name="connsiteY2" fmla="*/ 791183 h 791183"/>
                <a:gd name="connsiteX0" fmla="*/ 151145 w 263115"/>
                <a:gd name="connsiteY0" fmla="*/ 0 h 857880"/>
                <a:gd name="connsiteX1" fmla="*/ 248422 w 263115"/>
                <a:gd name="connsiteY1" fmla="*/ 453957 h 857880"/>
                <a:gd name="connsiteX2" fmla="*/ 54355 w 263115"/>
                <a:gd name="connsiteY2" fmla="*/ 857880 h 857880"/>
                <a:gd name="connsiteX0" fmla="*/ 133712 w 550862"/>
                <a:gd name="connsiteY0" fmla="*/ 0 h 857880"/>
                <a:gd name="connsiteX1" fmla="*/ 541292 w 550862"/>
                <a:gd name="connsiteY1" fmla="*/ 587350 h 857880"/>
                <a:gd name="connsiteX2" fmla="*/ 36922 w 550862"/>
                <a:gd name="connsiteY2" fmla="*/ 857880 h 857880"/>
                <a:gd name="connsiteX0" fmla="*/ 126120 w 792369"/>
                <a:gd name="connsiteY0" fmla="*/ 0 h 857880"/>
                <a:gd name="connsiteX1" fmla="*/ 784898 w 792369"/>
                <a:gd name="connsiteY1" fmla="*/ 711216 h 857880"/>
                <a:gd name="connsiteX2" fmla="*/ 29330 w 792369"/>
                <a:gd name="connsiteY2" fmla="*/ 857880 h 857880"/>
                <a:gd name="connsiteX0" fmla="*/ 227265 w 892896"/>
                <a:gd name="connsiteY0" fmla="*/ 0 h 810240"/>
                <a:gd name="connsiteX1" fmla="*/ 886043 w 892896"/>
                <a:gd name="connsiteY1" fmla="*/ 711216 h 810240"/>
                <a:gd name="connsiteX2" fmla="*/ 27041 w 892896"/>
                <a:gd name="connsiteY2" fmla="*/ 810240 h 810240"/>
                <a:gd name="connsiteX0" fmla="*/ 32 w 667386"/>
                <a:gd name="connsiteY0" fmla="*/ 0 h 724345"/>
                <a:gd name="connsiteX1" fmla="*/ 658810 w 667386"/>
                <a:gd name="connsiteY1" fmla="*/ 711216 h 724345"/>
                <a:gd name="connsiteX2" fmla="*/ 51005 w 667386"/>
                <a:gd name="connsiteY2" fmla="*/ 38464 h 724345"/>
                <a:gd name="connsiteX0" fmla="*/ 205114 w 866582"/>
                <a:gd name="connsiteY0" fmla="*/ 0 h 801829"/>
                <a:gd name="connsiteX1" fmla="*/ 863892 w 866582"/>
                <a:gd name="connsiteY1" fmla="*/ 711216 h 801829"/>
                <a:gd name="connsiteX2" fmla="*/ 16989 w 866582"/>
                <a:gd name="connsiteY2" fmla="*/ 745721 h 801829"/>
                <a:gd name="connsiteX3" fmla="*/ 256087 w 866582"/>
                <a:gd name="connsiteY3" fmla="*/ 38464 h 801829"/>
                <a:gd name="connsiteX0" fmla="*/ 208442 w 869910"/>
                <a:gd name="connsiteY0" fmla="*/ 0 h 801829"/>
                <a:gd name="connsiteX1" fmla="*/ 867220 w 869910"/>
                <a:gd name="connsiteY1" fmla="*/ 711216 h 801829"/>
                <a:gd name="connsiteX2" fmla="*/ 20317 w 869910"/>
                <a:gd name="connsiteY2" fmla="*/ 745721 h 801829"/>
                <a:gd name="connsiteX3" fmla="*/ 185534 w 869910"/>
                <a:gd name="connsiteY3" fmla="*/ 9880 h 801829"/>
                <a:gd name="connsiteX0" fmla="*/ 208442 w 928838"/>
                <a:gd name="connsiteY0" fmla="*/ 0 h 811600"/>
                <a:gd name="connsiteX1" fmla="*/ 926325 w 928838"/>
                <a:gd name="connsiteY1" fmla="*/ 739800 h 811600"/>
                <a:gd name="connsiteX2" fmla="*/ 20317 w 928838"/>
                <a:gd name="connsiteY2" fmla="*/ 745721 h 811600"/>
                <a:gd name="connsiteX3" fmla="*/ 185534 w 928838"/>
                <a:gd name="connsiteY3" fmla="*/ 9880 h 811600"/>
                <a:gd name="connsiteX0" fmla="*/ 213375 w 933771"/>
                <a:gd name="connsiteY0" fmla="*/ 0 h 811600"/>
                <a:gd name="connsiteX1" fmla="*/ 931258 w 933771"/>
                <a:gd name="connsiteY1" fmla="*/ 739800 h 811600"/>
                <a:gd name="connsiteX2" fmla="*/ 25250 w 933771"/>
                <a:gd name="connsiteY2" fmla="*/ 745721 h 811600"/>
                <a:gd name="connsiteX3" fmla="*/ 190467 w 933771"/>
                <a:gd name="connsiteY3" fmla="*/ 9880 h 811600"/>
                <a:gd name="connsiteX0" fmla="*/ 188125 w 908521"/>
                <a:gd name="connsiteY0" fmla="*/ 0 h 811600"/>
                <a:gd name="connsiteX1" fmla="*/ 906008 w 908521"/>
                <a:gd name="connsiteY1" fmla="*/ 739800 h 811600"/>
                <a:gd name="connsiteX2" fmla="*/ 0 w 908521"/>
                <a:gd name="connsiteY2" fmla="*/ 745721 h 811600"/>
                <a:gd name="connsiteX3" fmla="*/ 165217 w 908521"/>
                <a:gd name="connsiteY3" fmla="*/ 9880 h 811600"/>
                <a:gd name="connsiteX0" fmla="*/ 188125 w 909048"/>
                <a:gd name="connsiteY0" fmla="*/ 0 h 777624"/>
                <a:gd name="connsiteX1" fmla="*/ 906008 w 909048"/>
                <a:gd name="connsiteY1" fmla="*/ 739800 h 777624"/>
                <a:gd name="connsiteX2" fmla="*/ 0 w 909048"/>
                <a:gd name="connsiteY2" fmla="*/ 745721 h 777624"/>
                <a:gd name="connsiteX3" fmla="*/ 165217 w 909048"/>
                <a:gd name="connsiteY3" fmla="*/ 9880 h 777624"/>
                <a:gd name="connsiteX0" fmla="*/ 188125 w 909048"/>
                <a:gd name="connsiteY0" fmla="*/ 0 h 786194"/>
                <a:gd name="connsiteX1" fmla="*/ 906008 w 909048"/>
                <a:gd name="connsiteY1" fmla="*/ 739800 h 786194"/>
                <a:gd name="connsiteX2" fmla="*/ 0 w 909048"/>
                <a:gd name="connsiteY2" fmla="*/ 764778 h 786194"/>
                <a:gd name="connsiteX3" fmla="*/ 165217 w 909048"/>
                <a:gd name="connsiteY3" fmla="*/ 9880 h 786194"/>
                <a:gd name="connsiteX0" fmla="*/ 188125 w 948297"/>
                <a:gd name="connsiteY0" fmla="*/ 0 h 792883"/>
                <a:gd name="connsiteX1" fmla="*/ 945410 w 948297"/>
                <a:gd name="connsiteY1" fmla="*/ 752504 h 792883"/>
                <a:gd name="connsiteX2" fmla="*/ 0 w 948297"/>
                <a:gd name="connsiteY2" fmla="*/ 764778 h 792883"/>
                <a:gd name="connsiteX3" fmla="*/ 165217 w 948297"/>
                <a:gd name="connsiteY3" fmla="*/ 9880 h 792883"/>
                <a:gd name="connsiteX0" fmla="*/ 188125 w 948297"/>
                <a:gd name="connsiteY0" fmla="*/ 0 h 786194"/>
                <a:gd name="connsiteX1" fmla="*/ 945410 w 948297"/>
                <a:gd name="connsiteY1" fmla="*/ 739800 h 786194"/>
                <a:gd name="connsiteX2" fmla="*/ 0 w 948297"/>
                <a:gd name="connsiteY2" fmla="*/ 764778 h 786194"/>
                <a:gd name="connsiteX3" fmla="*/ 165217 w 948297"/>
                <a:gd name="connsiteY3" fmla="*/ 9880 h 786194"/>
                <a:gd name="connsiteX0" fmla="*/ 188125 w 945410"/>
                <a:gd name="connsiteY0" fmla="*/ 0 h 779856"/>
                <a:gd name="connsiteX1" fmla="*/ 945410 w 945410"/>
                <a:gd name="connsiteY1" fmla="*/ 739800 h 779856"/>
                <a:gd name="connsiteX2" fmla="*/ 0 w 945410"/>
                <a:gd name="connsiteY2" fmla="*/ 764778 h 779856"/>
                <a:gd name="connsiteX3" fmla="*/ 165217 w 945410"/>
                <a:gd name="connsiteY3" fmla="*/ 9880 h 779856"/>
                <a:gd name="connsiteX0" fmla="*/ 188125 w 984813"/>
                <a:gd name="connsiteY0" fmla="*/ 0 h 785362"/>
                <a:gd name="connsiteX1" fmla="*/ 984813 w 984813"/>
                <a:gd name="connsiteY1" fmla="*/ 752504 h 785362"/>
                <a:gd name="connsiteX2" fmla="*/ 0 w 984813"/>
                <a:gd name="connsiteY2" fmla="*/ 764778 h 785362"/>
                <a:gd name="connsiteX3" fmla="*/ 165217 w 984813"/>
                <a:gd name="connsiteY3" fmla="*/ 9880 h 78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813" h="785362">
                  <a:moveTo>
                    <a:pt x="188125" y="0"/>
                  </a:moveTo>
                  <a:cubicBezTo>
                    <a:pt x="183261" y="161046"/>
                    <a:pt x="877809" y="620640"/>
                    <a:pt x="984813" y="752504"/>
                  </a:cubicBezTo>
                  <a:cubicBezTo>
                    <a:pt x="714576" y="800566"/>
                    <a:pt x="258916" y="787974"/>
                    <a:pt x="0" y="764778"/>
                  </a:cubicBezTo>
                  <a:cubicBezTo>
                    <a:pt x="36611" y="423978"/>
                    <a:pt x="132754" y="165869"/>
                    <a:pt x="165217" y="98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5A1C863-B36A-45E5-849F-BE282D120113}"/>
                </a:ext>
              </a:extLst>
            </p:cNvPr>
            <p:cNvSpPr/>
            <p:nvPr/>
          </p:nvSpPr>
          <p:spPr>
            <a:xfrm>
              <a:off x="6176082" y="2135354"/>
              <a:ext cx="250248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Atelectasis</a:t>
              </a:r>
            </a:p>
            <a:p>
              <a:pPr algn="ctr"/>
              <a:r>
                <a:rPr lang="en-US" dirty="0"/>
                <a:t>Pleural process (blood, pus, water, air)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E71C005-7A7B-4D11-99FC-062CE829A4AA}"/>
              </a:ext>
            </a:extLst>
          </p:cNvPr>
          <p:cNvGrpSpPr/>
          <p:nvPr/>
        </p:nvGrpSpPr>
        <p:grpSpPr>
          <a:xfrm>
            <a:off x="2294301" y="3595217"/>
            <a:ext cx="5307855" cy="1035483"/>
            <a:chOff x="2295170" y="3455480"/>
            <a:chExt cx="5307855" cy="1035483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D78F96-F143-4862-BD47-205DC885CC75}"/>
                </a:ext>
              </a:extLst>
            </p:cNvPr>
            <p:cNvSpPr txBox="1"/>
            <p:nvPr/>
          </p:nvSpPr>
          <p:spPr>
            <a:xfrm>
              <a:off x="5100546" y="3455480"/>
              <a:ext cx="25024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Pulmonary embolism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0590DB1-A318-4A41-BE7A-35C77CE690FD}"/>
                </a:ext>
              </a:extLst>
            </p:cNvPr>
            <p:cNvSpPr/>
            <p:nvPr/>
          </p:nvSpPr>
          <p:spPr>
            <a:xfrm rot="20147986">
              <a:off x="2295170" y="4342000"/>
              <a:ext cx="267063" cy="1489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81E21F4-C74D-43B7-90EC-3F6B211889C2}"/>
                </a:ext>
              </a:extLst>
            </p:cNvPr>
            <p:cNvCxnSpPr>
              <a:cxnSpLocks/>
              <a:stCxn id="61" idx="1"/>
              <a:endCxn id="75" idx="1"/>
            </p:cNvCxnSpPr>
            <p:nvPr/>
          </p:nvCxnSpPr>
          <p:spPr>
            <a:xfrm flipH="1">
              <a:off x="2320989" y="3640146"/>
              <a:ext cx="2779557" cy="7670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8B028629-F92F-4A58-883E-93387425F470}"/>
              </a:ext>
            </a:extLst>
          </p:cNvPr>
          <p:cNvSpPr/>
          <p:nvPr/>
        </p:nvSpPr>
        <p:spPr>
          <a:xfrm>
            <a:off x="8744836" y="2041683"/>
            <a:ext cx="33915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Blockage or narrowing of any part of the respiratory system will cause dyspnea!</a:t>
            </a:r>
          </a:p>
        </p:txBody>
      </p:sp>
      <p:sp>
        <p:nvSpPr>
          <p:cNvPr id="79" name="Title 3">
            <a:extLst>
              <a:ext uri="{FF2B5EF4-FFF2-40B4-BE49-F238E27FC236}">
                <a16:creationId xmlns:a16="http://schemas.microsoft.com/office/drawing/2014/main" id="{F328A047-0ADE-499C-8A09-0FDFCDA6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6" y="287813"/>
            <a:ext cx="3543974" cy="78751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1. Causes of Acute Dyspnea</a:t>
            </a:r>
          </a:p>
        </p:txBody>
      </p:sp>
      <p:sp>
        <p:nvSpPr>
          <p:cNvPr id="80" name="Respiratory button">
            <a:extLst>
              <a:ext uri="{FF2B5EF4-FFF2-40B4-BE49-F238E27FC236}">
                <a16:creationId xmlns:a16="http://schemas.microsoft.com/office/drawing/2014/main" id="{5B500DF1-F251-4055-B7CF-606998773A3E}"/>
              </a:ext>
            </a:extLst>
          </p:cNvPr>
          <p:cNvSpPr txBox="1"/>
          <p:nvPr/>
        </p:nvSpPr>
        <p:spPr>
          <a:xfrm>
            <a:off x="9197460" y="1353135"/>
            <a:ext cx="2553191" cy="510778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RESPIRATORY</a:t>
            </a:r>
          </a:p>
        </p:txBody>
      </p:sp>
      <p:pic>
        <p:nvPicPr>
          <p:cNvPr id="72" name="Graphic 71" descr="Cursor">
            <a:extLst>
              <a:ext uri="{FF2B5EF4-FFF2-40B4-BE49-F238E27FC236}">
                <a16:creationId xmlns:a16="http://schemas.microsoft.com/office/drawing/2014/main" id="{75CB060B-CA93-4DAD-B3C2-20634AD90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9422" y="1686255"/>
            <a:ext cx="302458" cy="302458"/>
          </a:xfrm>
          <a:prstGeom prst="rect">
            <a:avLst/>
          </a:prstGeom>
        </p:spPr>
      </p:pic>
      <p:sp>
        <p:nvSpPr>
          <p:cNvPr id="82" name="Muskuloskeletal button">
            <a:extLst>
              <a:ext uri="{FF2B5EF4-FFF2-40B4-BE49-F238E27FC236}">
                <a16:creationId xmlns:a16="http://schemas.microsoft.com/office/drawing/2014/main" id="{9A9BA71C-7AAB-40DB-8B8C-EA252076CC82}"/>
              </a:ext>
            </a:extLst>
          </p:cNvPr>
          <p:cNvSpPr txBox="1"/>
          <p:nvPr/>
        </p:nvSpPr>
        <p:spPr>
          <a:xfrm>
            <a:off x="8870987" y="4062174"/>
            <a:ext cx="3162686" cy="510778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MUSCULOSKELETAL</a:t>
            </a:r>
          </a:p>
        </p:txBody>
      </p:sp>
      <p:pic>
        <p:nvPicPr>
          <p:cNvPr id="88" name="Graphic 87" descr="Cursor">
            <a:extLst>
              <a:ext uri="{FF2B5EF4-FFF2-40B4-BE49-F238E27FC236}">
                <a16:creationId xmlns:a16="http://schemas.microsoft.com/office/drawing/2014/main" id="{45D044D1-CE63-42DD-A13C-51F956A3E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5708" y="4431591"/>
            <a:ext cx="302458" cy="302458"/>
          </a:xfrm>
          <a:prstGeom prst="rect">
            <a:avLst/>
          </a:prstGeom>
        </p:spPr>
      </p:pic>
      <p:sp>
        <p:nvSpPr>
          <p:cNvPr id="83" name="Cardiac button">
            <a:extLst>
              <a:ext uri="{FF2B5EF4-FFF2-40B4-BE49-F238E27FC236}">
                <a16:creationId xmlns:a16="http://schemas.microsoft.com/office/drawing/2014/main" id="{7A424BFA-51E6-411F-B1F2-726052FEC74F}"/>
              </a:ext>
            </a:extLst>
          </p:cNvPr>
          <p:cNvSpPr txBox="1"/>
          <p:nvPr/>
        </p:nvSpPr>
        <p:spPr>
          <a:xfrm>
            <a:off x="9211872" y="4933440"/>
            <a:ext cx="2387550" cy="510778"/>
          </a:xfrm>
          <a:prstGeom prst="roundRect">
            <a:avLst/>
          </a:prstGeom>
          <a:solidFill>
            <a:srgbClr val="F1ABAB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CARDIAC</a:t>
            </a:r>
          </a:p>
        </p:txBody>
      </p:sp>
      <p:pic>
        <p:nvPicPr>
          <p:cNvPr id="90" name="Graphic 89" descr="Cursor">
            <a:extLst>
              <a:ext uri="{FF2B5EF4-FFF2-40B4-BE49-F238E27FC236}">
                <a16:creationId xmlns:a16="http://schemas.microsoft.com/office/drawing/2014/main" id="{D365FEF0-409C-4EB3-B275-A33325DB2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8193" y="5292989"/>
            <a:ext cx="302458" cy="302458"/>
          </a:xfrm>
          <a:prstGeom prst="rect">
            <a:avLst/>
          </a:prstGeom>
        </p:spPr>
      </p:pic>
      <p:sp>
        <p:nvSpPr>
          <p:cNvPr id="91" name="The 3 A's button">
            <a:extLst>
              <a:ext uri="{FF2B5EF4-FFF2-40B4-BE49-F238E27FC236}">
                <a16:creationId xmlns:a16="http://schemas.microsoft.com/office/drawing/2014/main" id="{498139FA-C8D9-4D7C-AF30-AB787D822DA8}"/>
              </a:ext>
            </a:extLst>
          </p:cNvPr>
          <p:cNvSpPr/>
          <p:nvPr/>
        </p:nvSpPr>
        <p:spPr>
          <a:xfrm>
            <a:off x="9222133" y="5915160"/>
            <a:ext cx="2387550" cy="51077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The 3 “A’s”</a:t>
            </a:r>
          </a:p>
        </p:txBody>
      </p:sp>
      <p:pic>
        <p:nvPicPr>
          <p:cNvPr id="93" name="Graphic 92" descr="Cursor">
            <a:extLst>
              <a:ext uri="{FF2B5EF4-FFF2-40B4-BE49-F238E27FC236}">
                <a16:creationId xmlns:a16="http://schemas.microsoft.com/office/drawing/2014/main" id="{ADD65514-477B-445B-A369-C3A8F1F62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8193" y="6280710"/>
            <a:ext cx="302458" cy="302458"/>
          </a:xfrm>
          <a:prstGeom prst="rect">
            <a:avLst/>
          </a:prstGeom>
        </p:spPr>
      </p:pic>
      <p:sp>
        <p:nvSpPr>
          <p:cNvPr id="101" name="Click here">
            <a:extLst>
              <a:ext uri="{FF2B5EF4-FFF2-40B4-BE49-F238E27FC236}">
                <a16:creationId xmlns:a16="http://schemas.microsoft.com/office/drawing/2014/main" id="{3450358F-2398-4AEE-BF21-86FCBEAEE8EA}"/>
              </a:ext>
            </a:extLst>
          </p:cNvPr>
          <p:cNvSpPr txBox="1"/>
          <p:nvPr/>
        </p:nvSpPr>
        <p:spPr>
          <a:xfrm>
            <a:off x="11392810" y="1884453"/>
            <a:ext cx="852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Click here</a:t>
            </a:r>
          </a:p>
        </p:txBody>
      </p:sp>
      <p:sp>
        <p:nvSpPr>
          <p:cNvPr id="54" name="Airways">
            <a:extLst>
              <a:ext uri="{FF2B5EF4-FFF2-40B4-BE49-F238E27FC236}">
                <a16:creationId xmlns:a16="http://schemas.microsoft.com/office/drawing/2014/main" id="{55950AF9-F590-4B0E-9DE0-7854050607A3}"/>
              </a:ext>
            </a:extLst>
          </p:cNvPr>
          <p:cNvSpPr txBox="1"/>
          <p:nvPr/>
        </p:nvSpPr>
        <p:spPr>
          <a:xfrm>
            <a:off x="5669006" y="210769"/>
            <a:ext cx="1350295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Airways</a:t>
            </a:r>
          </a:p>
        </p:txBody>
      </p:sp>
      <p:pic>
        <p:nvPicPr>
          <p:cNvPr id="108" name="Graphic 107" descr="Cursor">
            <a:extLst>
              <a:ext uri="{FF2B5EF4-FFF2-40B4-BE49-F238E27FC236}">
                <a16:creationId xmlns:a16="http://schemas.microsoft.com/office/drawing/2014/main" id="{9224CE0F-AF47-440D-A447-4A82280EB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270" y="302421"/>
            <a:ext cx="302458" cy="302458"/>
          </a:xfrm>
          <a:prstGeom prst="rect">
            <a:avLst/>
          </a:prstGeom>
        </p:spPr>
      </p:pic>
      <p:sp>
        <p:nvSpPr>
          <p:cNvPr id="55" name="Alveoli">
            <a:extLst>
              <a:ext uri="{FF2B5EF4-FFF2-40B4-BE49-F238E27FC236}">
                <a16:creationId xmlns:a16="http://schemas.microsoft.com/office/drawing/2014/main" id="{BE29A617-D8E6-4AB0-B066-808E93058633}"/>
              </a:ext>
            </a:extLst>
          </p:cNvPr>
          <p:cNvSpPr txBox="1"/>
          <p:nvPr/>
        </p:nvSpPr>
        <p:spPr>
          <a:xfrm>
            <a:off x="5708675" y="1561206"/>
            <a:ext cx="1327483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Alveoli</a:t>
            </a:r>
          </a:p>
        </p:txBody>
      </p:sp>
      <p:pic>
        <p:nvPicPr>
          <p:cNvPr id="109" name="Graphic 108" descr="Cursor">
            <a:extLst>
              <a:ext uri="{FF2B5EF4-FFF2-40B4-BE49-F238E27FC236}">
                <a16:creationId xmlns:a16="http://schemas.microsoft.com/office/drawing/2014/main" id="{7413A60B-CD6F-44A3-AE85-5426C11E9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6487" y="1675639"/>
            <a:ext cx="302458" cy="302458"/>
          </a:xfrm>
          <a:prstGeom prst="rect">
            <a:avLst/>
          </a:prstGeom>
        </p:spPr>
      </p:pic>
      <p:sp>
        <p:nvSpPr>
          <p:cNvPr id="56" name="Vessels">
            <a:extLst>
              <a:ext uri="{FF2B5EF4-FFF2-40B4-BE49-F238E27FC236}">
                <a16:creationId xmlns:a16="http://schemas.microsoft.com/office/drawing/2014/main" id="{1D16826A-B89B-40F2-997F-DE8A5C10591F}"/>
              </a:ext>
            </a:extLst>
          </p:cNvPr>
          <p:cNvSpPr txBox="1"/>
          <p:nvPr/>
        </p:nvSpPr>
        <p:spPr>
          <a:xfrm>
            <a:off x="5585731" y="3224288"/>
            <a:ext cx="1450428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Vessels</a:t>
            </a:r>
          </a:p>
        </p:txBody>
      </p:sp>
      <p:pic>
        <p:nvPicPr>
          <p:cNvPr id="110" name="Graphic 109" descr="Cursor">
            <a:extLst>
              <a:ext uri="{FF2B5EF4-FFF2-40B4-BE49-F238E27FC236}">
                <a16:creationId xmlns:a16="http://schemas.microsoft.com/office/drawing/2014/main" id="{B632593D-AC7C-418C-A2DF-85DFF0E04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4930" y="3317724"/>
            <a:ext cx="302458" cy="302458"/>
          </a:xfrm>
          <a:prstGeom prst="rect">
            <a:avLst/>
          </a:prstGeom>
        </p:spPr>
      </p:pic>
      <p:pic>
        <p:nvPicPr>
          <p:cNvPr id="73" name="Graphic 72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5589BC3-6934-43DD-AA51-80A40ADC2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818" y="6166592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6" name="The 3 A's button">
            <a:hlinkClick r:id="rId6" action="ppaction://hlinksldjump"/>
            <a:extLst>
              <a:ext uri="{FF2B5EF4-FFF2-40B4-BE49-F238E27FC236}">
                <a16:creationId xmlns:a16="http://schemas.microsoft.com/office/drawing/2014/main" id="{0C805896-BBAB-4AC8-A47A-ABBFF3DA2C31}"/>
              </a:ext>
            </a:extLst>
          </p:cNvPr>
          <p:cNvSpPr/>
          <p:nvPr/>
        </p:nvSpPr>
        <p:spPr>
          <a:xfrm>
            <a:off x="1091578" y="6321408"/>
            <a:ext cx="695567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sp>
        <p:nvSpPr>
          <p:cNvPr id="77" name="The 3 A's button">
            <a:hlinkClick r:id="rId7" action="ppaction://hlinksldjump"/>
            <a:extLst>
              <a:ext uri="{FF2B5EF4-FFF2-40B4-BE49-F238E27FC236}">
                <a16:creationId xmlns:a16="http://schemas.microsoft.com/office/drawing/2014/main" id="{8BA4C484-912D-4E4A-9FDE-AF5871DF67A5}"/>
              </a:ext>
            </a:extLst>
          </p:cNvPr>
          <p:cNvSpPr/>
          <p:nvPr/>
        </p:nvSpPr>
        <p:spPr>
          <a:xfrm>
            <a:off x="1957262" y="6315957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</p:spTree>
    <p:extLst>
      <p:ext uri="{BB962C8B-B14F-4D97-AF65-F5344CB8AC3E}">
        <p14:creationId xmlns:p14="http://schemas.microsoft.com/office/powerpoint/2010/main" val="291618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  <p:bldLst>
      <p:bldP spid="52" grpId="0"/>
      <p:bldP spid="59" grpId="0"/>
      <p:bldP spid="60" grpId="0"/>
      <p:bldP spid="96" grpId="0"/>
      <p:bldP spid="89" grpId="0"/>
      <p:bldP spid="10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lue rectangle">
            <a:extLst>
              <a:ext uri="{FF2B5EF4-FFF2-40B4-BE49-F238E27FC236}">
                <a16:creationId xmlns:a16="http://schemas.microsoft.com/office/drawing/2014/main" id="{9E6955DD-FAD4-460E-958E-9AB486381CCA}"/>
              </a:ext>
            </a:extLst>
          </p:cNvPr>
          <p:cNvSpPr/>
          <p:nvPr/>
        </p:nvSpPr>
        <p:spPr>
          <a:xfrm>
            <a:off x="3997698" y="139737"/>
            <a:ext cx="4663155" cy="3884202"/>
          </a:xfrm>
          <a:prstGeom prst="roundRect">
            <a:avLst>
              <a:gd name="adj" fmla="val 352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EACC868-0850-4F67-B10F-9816BC81E68A}"/>
              </a:ext>
            </a:extLst>
          </p:cNvPr>
          <p:cNvSpPr/>
          <p:nvPr/>
        </p:nvSpPr>
        <p:spPr>
          <a:xfrm flipH="1">
            <a:off x="2150138" y="2830548"/>
            <a:ext cx="1707183" cy="3157581"/>
          </a:xfrm>
          <a:custGeom>
            <a:avLst/>
            <a:gdLst>
              <a:gd name="connsiteX0" fmla="*/ 1448141 w 1643645"/>
              <a:gd name="connsiteY0" fmla="*/ 592831 h 2635870"/>
              <a:gd name="connsiteX1" fmla="*/ 1304208 w 1643645"/>
              <a:gd name="connsiteY1" fmla="*/ 313431 h 2635870"/>
              <a:gd name="connsiteX2" fmla="*/ 1067141 w 1643645"/>
              <a:gd name="connsiteY2" fmla="*/ 164 h 2635870"/>
              <a:gd name="connsiteX3" fmla="*/ 593008 w 1643645"/>
              <a:gd name="connsiteY3" fmla="*/ 355764 h 2635870"/>
              <a:gd name="connsiteX4" fmla="*/ 220474 w 1643645"/>
              <a:gd name="connsiteY4" fmla="*/ 1685031 h 2635870"/>
              <a:gd name="connsiteX5" fmla="*/ 85008 w 1643645"/>
              <a:gd name="connsiteY5" fmla="*/ 2463964 h 2635870"/>
              <a:gd name="connsiteX6" fmla="*/ 59608 w 1643645"/>
              <a:gd name="connsiteY6" fmla="*/ 2582498 h 2635870"/>
              <a:gd name="connsiteX7" fmla="*/ 897808 w 1643645"/>
              <a:gd name="connsiteY7" fmla="*/ 2607898 h 2635870"/>
              <a:gd name="connsiteX8" fmla="*/ 1228008 w 1643645"/>
              <a:gd name="connsiteY8" fmla="*/ 2599431 h 2635870"/>
              <a:gd name="connsiteX9" fmla="*/ 1397341 w 1643645"/>
              <a:gd name="connsiteY9" fmla="*/ 2590964 h 2635870"/>
              <a:gd name="connsiteX10" fmla="*/ 1524341 w 1643645"/>
              <a:gd name="connsiteY10" fmla="*/ 2015231 h 2635870"/>
              <a:gd name="connsiteX11" fmla="*/ 1642874 w 1643645"/>
              <a:gd name="connsiteY11" fmla="*/ 1151631 h 2635870"/>
              <a:gd name="connsiteX12" fmla="*/ 1448141 w 1643645"/>
              <a:gd name="connsiteY12" fmla="*/ 592831 h 2635870"/>
              <a:gd name="connsiteX0" fmla="*/ 1448141 w 1643645"/>
              <a:gd name="connsiteY0" fmla="*/ 592852 h 2635891"/>
              <a:gd name="connsiteX1" fmla="*/ 1358479 w 1643645"/>
              <a:gd name="connsiteY1" fmla="*/ 383302 h 2635891"/>
              <a:gd name="connsiteX2" fmla="*/ 1067141 w 1643645"/>
              <a:gd name="connsiteY2" fmla="*/ 185 h 2635891"/>
              <a:gd name="connsiteX3" fmla="*/ 593008 w 1643645"/>
              <a:gd name="connsiteY3" fmla="*/ 355785 h 2635891"/>
              <a:gd name="connsiteX4" fmla="*/ 220474 w 1643645"/>
              <a:gd name="connsiteY4" fmla="*/ 1685052 h 2635891"/>
              <a:gd name="connsiteX5" fmla="*/ 85008 w 1643645"/>
              <a:gd name="connsiteY5" fmla="*/ 2463985 h 2635891"/>
              <a:gd name="connsiteX6" fmla="*/ 59608 w 1643645"/>
              <a:gd name="connsiteY6" fmla="*/ 2582519 h 2635891"/>
              <a:gd name="connsiteX7" fmla="*/ 897808 w 1643645"/>
              <a:gd name="connsiteY7" fmla="*/ 2607919 h 2635891"/>
              <a:gd name="connsiteX8" fmla="*/ 1228008 w 1643645"/>
              <a:gd name="connsiteY8" fmla="*/ 2599452 h 2635891"/>
              <a:gd name="connsiteX9" fmla="*/ 1397341 w 1643645"/>
              <a:gd name="connsiteY9" fmla="*/ 2590985 h 2635891"/>
              <a:gd name="connsiteX10" fmla="*/ 1524341 w 1643645"/>
              <a:gd name="connsiteY10" fmla="*/ 2015252 h 2635891"/>
              <a:gd name="connsiteX11" fmla="*/ 1642874 w 1643645"/>
              <a:gd name="connsiteY11" fmla="*/ 1151652 h 2635891"/>
              <a:gd name="connsiteX12" fmla="*/ 1448141 w 1643645"/>
              <a:gd name="connsiteY12" fmla="*/ 592852 h 2635891"/>
              <a:gd name="connsiteX0" fmla="*/ 1448141 w 1643645"/>
              <a:gd name="connsiteY0" fmla="*/ 451966 h 2495005"/>
              <a:gd name="connsiteX1" fmla="*/ 1358479 w 1643645"/>
              <a:gd name="connsiteY1" fmla="*/ 242416 h 2495005"/>
              <a:gd name="connsiteX2" fmla="*/ 1033222 w 1643645"/>
              <a:gd name="connsiteY2" fmla="*/ 5349 h 2495005"/>
              <a:gd name="connsiteX3" fmla="*/ 593008 w 1643645"/>
              <a:gd name="connsiteY3" fmla="*/ 214899 h 2495005"/>
              <a:gd name="connsiteX4" fmla="*/ 220474 w 1643645"/>
              <a:gd name="connsiteY4" fmla="*/ 1544166 h 2495005"/>
              <a:gd name="connsiteX5" fmla="*/ 85008 w 1643645"/>
              <a:gd name="connsiteY5" fmla="*/ 2323099 h 2495005"/>
              <a:gd name="connsiteX6" fmla="*/ 59608 w 1643645"/>
              <a:gd name="connsiteY6" fmla="*/ 2441633 h 2495005"/>
              <a:gd name="connsiteX7" fmla="*/ 897808 w 1643645"/>
              <a:gd name="connsiteY7" fmla="*/ 2467033 h 2495005"/>
              <a:gd name="connsiteX8" fmla="*/ 1228008 w 1643645"/>
              <a:gd name="connsiteY8" fmla="*/ 2458566 h 2495005"/>
              <a:gd name="connsiteX9" fmla="*/ 1397341 w 1643645"/>
              <a:gd name="connsiteY9" fmla="*/ 2450099 h 2495005"/>
              <a:gd name="connsiteX10" fmla="*/ 1524341 w 1643645"/>
              <a:gd name="connsiteY10" fmla="*/ 1874366 h 2495005"/>
              <a:gd name="connsiteX11" fmla="*/ 1642874 w 1643645"/>
              <a:gd name="connsiteY11" fmla="*/ 1010766 h 2495005"/>
              <a:gd name="connsiteX12" fmla="*/ 1448141 w 1643645"/>
              <a:gd name="connsiteY12" fmla="*/ 451966 h 2495005"/>
              <a:gd name="connsiteX0" fmla="*/ 1448141 w 1643645"/>
              <a:gd name="connsiteY0" fmla="*/ 452477 h 2495516"/>
              <a:gd name="connsiteX1" fmla="*/ 1358479 w 1643645"/>
              <a:gd name="connsiteY1" fmla="*/ 242927 h 2495516"/>
              <a:gd name="connsiteX2" fmla="*/ 1033222 w 1643645"/>
              <a:gd name="connsiteY2" fmla="*/ 5860 h 2495516"/>
              <a:gd name="connsiteX3" fmla="*/ 538737 w 1643645"/>
              <a:gd name="connsiteY3" fmla="*/ 501160 h 2495516"/>
              <a:gd name="connsiteX4" fmla="*/ 220474 w 1643645"/>
              <a:gd name="connsiteY4" fmla="*/ 1544677 h 2495516"/>
              <a:gd name="connsiteX5" fmla="*/ 85008 w 1643645"/>
              <a:gd name="connsiteY5" fmla="*/ 2323610 h 2495516"/>
              <a:gd name="connsiteX6" fmla="*/ 59608 w 1643645"/>
              <a:gd name="connsiteY6" fmla="*/ 2442144 h 2495516"/>
              <a:gd name="connsiteX7" fmla="*/ 897808 w 1643645"/>
              <a:gd name="connsiteY7" fmla="*/ 2467544 h 2495516"/>
              <a:gd name="connsiteX8" fmla="*/ 1228008 w 1643645"/>
              <a:gd name="connsiteY8" fmla="*/ 2459077 h 2495516"/>
              <a:gd name="connsiteX9" fmla="*/ 1397341 w 1643645"/>
              <a:gd name="connsiteY9" fmla="*/ 2450610 h 2495516"/>
              <a:gd name="connsiteX10" fmla="*/ 1524341 w 1643645"/>
              <a:gd name="connsiteY10" fmla="*/ 1874877 h 2495516"/>
              <a:gd name="connsiteX11" fmla="*/ 1642874 w 1643645"/>
              <a:gd name="connsiteY11" fmla="*/ 1011277 h 2495516"/>
              <a:gd name="connsiteX12" fmla="*/ 1448141 w 1643645"/>
              <a:gd name="connsiteY12" fmla="*/ 452477 h 2495516"/>
              <a:gd name="connsiteX0" fmla="*/ 1448141 w 1661614"/>
              <a:gd name="connsiteY0" fmla="*/ 452477 h 2498804"/>
              <a:gd name="connsiteX1" fmla="*/ 1358479 w 1661614"/>
              <a:gd name="connsiteY1" fmla="*/ 242927 h 2498804"/>
              <a:gd name="connsiteX2" fmla="*/ 1033222 w 1661614"/>
              <a:gd name="connsiteY2" fmla="*/ 5860 h 2498804"/>
              <a:gd name="connsiteX3" fmla="*/ 538737 w 1661614"/>
              <a:gd name="connsiteY3" fmla="*/ 501160 h 2498804"/>
              <a:gd name="connsiteX4" fmla="*/ 220474 w 1661614"/>
              <a:gd name="connsiteY4" fmla="*/ 1544677 h 2498804"/>
              <a:gd name="connsiteX5" fmla="*/ 85008 w 1661614"/>
              <a:gd name="connsiteY5" fmla="*/ 2323610 h 2498804"/>
              <a:gd name="connsiteX6" fmla="*/ 59608 w 1661614"/>
              <a:gd name="connsiteY6" fmla="*/ 2442144 h 2498804"/>
              <a:gd name="connsiteX7" fmla="*/ 897808 w 1661614"/>
              <a:gd name="connsiteY7" fmla="*/ 2467544 h 2498804"/>
              <a:gd name="connsiteX8" fmla="*/ 1228008 w 1661614"/>
              <a:gd name="connsiteY8" fmla="*/ 2459077 h 2498804"/>
              <a:gd name="connsiteX9" fmla="*/ 1397341 w 1661614"/>
              <a:gd name="connsiteY9" fmla="*/ 2450610 h 2498804"/>
              <a:gd name="connsiteX10" fmla="*/ 1626099 w 1661614"/>
              <a:gd name="connsiteY10" fmla="*/ 1830427 h 2498804"/>
              <a:gd name="connsiteX11" fmla="*/ 1642874 w 1661614"/>
              <a:gd name="connsiteY11" fmla="*/ 1011277 h 2498804"/>
              <a:gd name="connsiteX12" fmla="*/ 1448141 w 1661614"/>
              <a:gd name="connsiteY12" fmla="*/ 452477 h 2498804"/>
              <a:gd name="connsiteX0" fmla="*/ 1448141 w 1661614"/>
              <a:gd name="connsiteY0" fmla="*/ 452477 h 2503684"/>
              <a:gd name="connsiteX1" fmla="*/ 1358479 w 1661614"/>
              <a:gd name="connsiteY1" fmla="*/ 242927 h 2503684"/>
              <a:gd name="connsiteX2" fmla="*/ 1033222 w 1661614"/>
              <a:gd name="connsiteY2" fmla="*/ 5860 h 2503684"/>
              <a:gd name="connsiteX3" fmla="*/ 538737 w 1661614"/>
              <a:gd name="connsiteY3" fmla="*/ 501160 h 2503684"/>
              <a:gd name="connsiteX4" fmla="*/ 220474 w 1661614"/>
              <a:gd name="connsiteY4" fmla="*/ 1544677 h 2503684"/>
              <a:gd name="connsiteX5" fmla="*/ 85008 w 1661614"/>
              <a:gd name="connsiteY5" fmla="*/ 2323610 h 2503684"/>
              <a:gd name="connsiteX6" fmla="*/ 59608 w 1661614"/>
              <a:gd name="connsiteY6" fmla="*/ 2442144 h 2503684"/>
              <a:gd name="connsiteX7" fmla="*/ 897808 w 1661614"/>
              <a:gd name="connsiteY7" fmla="*/ 2467544 h 2503684"/>
              <a:gd name="connsiteX8" fmla="*/ 1228008 w 1661614"/>
              <a:gd name="connsiteY8" fmla="*/ 2459077 h 2503684"/>
              <a:gd name="connsiteX9" fmla="*/ 1634776 w 1661614"/>
              <a:gd name="connsiteY9" fmla="*/ 2456960 h 2503684"/>
              <a:gd name="connsiteX10" fmla="*/ 1626099 w 1661614"/>
              <a:gd name="connsiteY10" fmla="*/ 1830427 h 2503684"/>
              <a:gd name="connsiteX11" fmla="*/ 1642874 w 1661614"/>
              <a:gd name="connsiteY11" fmla="*/ 1011277 h 2503684"/>
              <a:gd name="connsiteX12" fmla="*/ 1448141 w 1661614"/>
              <a:gd name="connsiteY12" fmla="*/ 452477 h 2503684"/>
              <a:gd name="connsiteX0" fmla="*/ 1448141 w 1661614"/>
              <a:gd name="connsiteY0" fmla="*/ 452477 h 2472036"/>
              <a:gd name="connsiteX1" fmla="*/ 1358479 w 1661614"/>
              <a:gd name="connsiteY1" fmla="*/ 242927 h 2472036"/>
              <a:gd name="connsiteX2" fmla="*/ 1033222 w 1661614"/>
              <a:gd name="connsiteY2" fmla="*/ 5860 h 2472036"/>
              <a:gd name="connsiteX3" fmla="*/ 538737 w 1661614"/>
              <a:gd name="connsiteY3" fmla="*/ 501160 h 2472036"/>
              <a:gd name="connsiteX4" fmla="*/ 220474 w 1661614"/>
              <a:gd name="connsiteY4" fmla="*/ 1544677 h 2472036"/>
              <a:gd name="connsiteX5" fmla="*/ 85008 w 1661614"/>
              <a:gd name="connsiteY5" fmla="*/ 2323610 h 2472036"/>
              <a:gd name="connsiteX6" fmla="*/ 59608 w 1661614"/>
              <a:gd name="connsiteY6" fmla="*/ 2442144 h 2472036"/>
              <a:gd name="connsiteX7" fmla="*/ 897808 w 1661614"/>
              <a:gd name="connsiteY7" fmla="*/ 2467544 h 2472036"/>
              <a:gd name="connsiteX8" fmla="*/ 1228008 w 1661614"/>
              <a:gd name="connsiteY8" fmla="*/ 2459077 h 2472036"/>
              <a:gd name="connsiteX9" fmla="*/ 1600856 w 1661614"/>
              <a:gd name="connsiteY9" fmla="*/ 2412510 h 2472036"/>
              <a:gd name="connsiteX10" fmla="*/ 1626099 w 1661614"/>
              <a:gd name="connsiteY10" fmla="*/ 1830427 h 2472036"/>
              <a:gd name="connsiteX11" fmla="*/ 1642874 w 1661614"/>
              <a:gd name="connsiteY11" fmla="*/ 1011277 h 2472036"/>
              <a:gd name="connsiteX12" fmla="*/ 1448141 w 1661614"/>
              <a:gd name="connsiteY12" fmla="*/ 452477 h 2472036"/>
              <a:gd name="connsiteX0" fmla="*/ 1448141 w 1661614"/>
              <a:gd name="connsiteY0" fmla="*/ 452477 h 2468708"/>
              <a:gd name="connsiteX1" fmla="*/ 1358479 w 1661614"/>
              <a:gd name="connsiteY1" fmla="*/ 242927 h 2468708"/>
              <a:gd name="connsiteX2" fmla="*/ 1033222 w 1661614"/>
              <a:gd name="connsiteY2" fmla="*/ 5860 h 2468708"/>
              <a:gd name="connsiteX3" fmla="*/ 538737 w 1661614"/>
              <a:gd name="connsiteY3" fmla="*/ 501160 h 2468708"/>
              <a:gd name="connsiteX4" fmla="*/ 220474 w 1661614"/>
              <a:gd name="connsiteY4" fmla="*/ 1544677 h 2468708"/>
              <a:gd name="connsiteX5" fmla="*/ 85008 w 1661614"/>
              <a:gd name="connsiteY5" fmla="*/ 2323610 h 2468708"/>
              <a:gd name="connsiteX6" fmla="*/ 59608 w 1661614"/>
              <a:gd name="connsiteY6" fmla="*/ 2442144 h 2468708"/>
              <a:gd name="connsiteX7" fmla="*/ 897808 w 1661614"/>
              <a:gd name="connsiteY7" fmla="*/ 2467544 h 2468708"/>
              <a:gd name="connsiteX8" fmla="*/ 1228008 w 1661614"/>
              <a:gd name="connsiteY8" fmla="*/ 2459077 h 2468708"/>
              <a:gd name="connsiteX9" fmla="*/ 1600856 w 1661614"/>
              <a:gd name="connsiteY9" fmla="*/ 2412510 h 2468708"/>
              <a:gd name="connsiteX10" fmla="*/ 1626099 w 1661614"/>
              <a:gd name="connsiteY10" fmla="*/ 1830427 h 2468708"/>
              <a:gd name="connsiteX11" fmla="*/ 1642874 w 1661614"/>
              <a:gd name="connsiteY11" fmla="*/ 1011277 h 2468708"/>
              <a:gd name="connsiteX12" fmla="*/ 1448141 w 1661614"/>
              <a:gd name="connsiteY12" fmla="*/ 452477 h 2468708"/>
              <a:gd name="connsiteX0" fmla="*/ 1448141 w 1661614"/>
              <a:gd name="connsiteY0" fmla="*/ 452477 h 2478165"/>
              <a:gd name="connsiteX1" fmla="*/ 1358479 w 1661614"/>
              <a:gd name="connsiteY1" fmla="*/ 242927 h 2478165"/>
              <a:gd name="connsiteX2" fmla="*/ 1033222 w 1661614"/>
              <a:gd name="connsiteY2" fmla="*/ 5860 h 2478165"/>
              <a:gd name="connsiteX3" fmla="*/ 538737 w 1661614"/>
              <a:gd name="connsiteY3" fmla="*/ 501160 h 2478165"/>
              <a:gd name="connsiteX4" fmla="*/ 220474 w 1661614"/>
              <a:gd name="connsiteY4" fmla="*/ 1544677 h 2478165"/>
              <a:gd name="connsiteX5" fmla="*/ 85008 w 1661614"/>
              <a:gd name="connsiteY5" fmla="*/ 2323610 h 2478165"/>
              <a:gd name="connsiteX6" fmla="*/ 59608 w 1661614"/>
              <a:gd name="connsiteY6" fmla="*/ 2442144 h 2478165"/>
              <a:gd name="connsiteX7" fmla="*/ 897808 w 1661614"/>
              <a:gd name="connsiteY7" fmla="*/ 2467544 h 2478165"/>
              <a:gd name="connsiteX8" fmla="*/ 1228008 w 1661614"/>
              <a:gd name="connsiteY8" fmla="*/ 2459077 h 2478165"/>
              <a:gd name="connsiteX9" fmla="*/ 1600856 w 1661614"/>
              <a:gd name="connsiteY9" fmla="*/ 2476010 h 2478165"/>
              <a:gd name="connsiteX10" fmla="*/ 1626099 w 1661614"/>
              <a:gd name="connsiteY10" fmla="*/ 1830427 h 2478165"/>
              <a:gd name="connsiteX11" fmla="*/ 1642874 w 1661614"/>
              <a:gd name="connsiteY11" fmla="*/ 1011277 h 2478165"/>
              <a:gd name="connsiteX12" fmla="*/ 1448141 w 1661614"/>
              <a:gd name="connsiteY12" fmla="*/ 452477 h 2478165"/>
              <a:gd name="connsiteX0" fmla="*/ 1448141 w 1661614"/>
              <a:gd name="connsiteY0" fmla="*/ 452477 h 2529450"/>
              <a:gd name="connsiteX1" fmla="*/ 1358479 w 1661614"/>
              <a:gd name="connsiteY1" fmla="*/ 242927 h 2529450"/>
              <a:gd name="connsiteX2" fmla="*/ 1033222 w 1661614"/>
              <a:gd name="connsiteY2" fmla="*/ 5860 h 2529450"/>
              <a:gd name="connsiteX3" fmla="*/ 538737 w 1661614"/>
              <a:gd name="connsiteY3" fmla="*/ 501160 h 2529450"/>
              <a:gd name="connsiteX4" fmla="*/ 220474 w 1661614"/>
              <a:gd name="connsiteY4" fmla="*/ 1544677 h 2529450"/>
              <a:gd name="connsiteX5" fmla="*/ 85008 w 1661614"/>
              <a:gd name="connsiteY5" fmla="*/ 2323610 h 2529450"/>
              <a:gd name="connsiteX6" fmla="*/ 59608 w 1661614"/>
              <a:gd name="connsiteY6" fmla="*/ 2442144 h 2529450"/>
              <a:gd name="connsiteX7" fmla="*/ 897808 w 1661614"/>
              <a:gd name="connsiteY7" fmla="*/ 2467544 h 2529450"/>
              <a:gd name="connsiteX8" fmla="*/ 1234792 w 1661614"/>
              <a:gd name="connsiteY8" fmla="*/ 2490827 h 2529450"/>
              <a:gd name="connsiteX9" fmla="*/ 1600856 w 1661614"/>
              <a:gd name="connsiteY9" fmla="*/ 2476010 h 2529450"/>
              <a:gd name="connsiteX10" fmla="*/ 1626099 w 1661614"/>
              <a:gd name="connsiteY10" fmla="*/ 1830427 h 2529450"/>
              <a:gd name="connsiteX11" fmla="*/ 1642874 w 1661614"/>
              <a:gd name="connsiteY11" fmla="*/ 1011277 h 2529450"/>
              <a:gd name="connsiteX12" fmla="*/ 1448141 w 1661614"/>
              <a:gd name="connsiteY12" fmla="*/ 452477 h 2529450"/>
              <a:gd name="connsiteX0" fmla="*/ 1376732 w 1590205"/>
              <a:gd name="connsiteY0" fmla="*/ 452477 h 2529450"/>
              <a:gd name="connsiteX1" fmla="*/ 1287070 w 1590205"/>
              <a:gd name="connsiteY1" fmla="*/ 242927 h 2529450"/>
              <a:gd name="connsiteX2" fmla="*/ 961813 w 1590205"/>
              <a:gd name="connsiteY2" fmla="*/ 5860 h 2529450"/>
              <a:gd name="connsiteX3" fmla="*/ 467328 w 1590205"/>
              <a:gd name="connsiteY3" fmla="*/ 501160 h 2529450"/>
              <a:gd name="connsiteX4" fmla="*/ 149065 w 1590205"/>
              <a:gd name="connsiteY4" fmla="*/ 1544677 h 2529450"/>
              <a:gd name="connsiteX5" fmla="*/ 13599 w 1590205"/>
              <a:gd name="connsiteY5" fmla="*/ 2323610 h 2529450"/>
              <a:gd name="connsiteX6" fmla="*/ 96741 w 1590205"/>
              <a:gd name="connsiteY6" fmla="*/ 2461194 h 2529450"/>
              <a:gd name="connsiteX7" fmla="*/ 826399 w 1590205"/>
              <a:gd name="connsiteY7" fmla="*/ 2467544 h 2529450"/>
              <a:gd name="connsiteX8" fmla="*/ 1163383 w 1590205"/>
              <a:gd name="connsiteY8" fmla="*/ 2490827 h 2529450"/>
              <a:gd name="connsiteX9" fmla="*/ 1529447 w 1590205"/>
              <a:gd name="connsiteY9" fmla="*/ 2476010 h 2529450"/>
              <a:gd name="connsiteX10" fmla="*/ 1554690 w 1590205"/>
              <a:gd name="connsiteY10" fmla="*/ 1830427 h 2529450"/>
              <a:gd name="connsiteX11" fmla="*/ 1571465 w 1590205"/>
              <a:gd name="connsiteY11" fmla="*/ 1011277 h 2529450"/>
              <a:gd name="connsiteX12" fmla="*/ 1376732 w 1590205"/>
              <a:gd name="connsiteY12" fmla="*/ 452477 h 252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90205" h="2529450">
                <a:moveTo>
                  <a:pt x="1376732" y="452477"/>
                </a:moveTo>
                <a:cubicBezTo>
                  <a:pt x="1329333" y="324419"/>
                  <a:pt x="1356223" y="317363"/>
                  <a:pt x="1287070" y="242927"/>
                </a:cubicBezTo>
                <a:cubicBezTo>
                  <a:pt x="1217917" y="168491"/>
                  <a:pt x="1098437" y="-37179"/>
                  <a:pt x="961813" y="5860"/>
                </a:cubicBezTo>
                <a:cubicBezTo>
                  <a:pt x="825189" y="48899"/>
                  <a:pt x="602786" y="244691"/>
                  <a:pt x="467328" y="501160"/>
                </a:cubicBezTo>
                <a:cubicBezTo>
                  <a:pt x="331870" y="757630"/>
                  <a:pt x="224687" y="1240935"/>
                  <a:pt x="149065" y="1544677"/>
                </a:cubicBezTo>
                <a:cubicBezTo>
                  <a:pt x="73444" y="1848419"/>
                  <a:pt x="22320" y="2170857"/>
                  <a:pt x="13599" y="2323610"/>
                </a:cubicBezTo>
                <a:cubicBezTo>
                  <a:pt x="4878" y="2476363"/>
                  <a:pt x="-38726" y="2437205"/>
                  <a:pt x="96741" y="2461194"/>
                </a:cubicBezTo>
                <a:cubicBezTo>
                  <a:pt x="232208" y="2485183"/>
                  <a:pt x="648625" y="2462605"/>
                  <a:pt x="826399" y="2467544"/>
                </a:cubicBezTo>
                <a:cubicBezTo>
                  <a:pt x="1004173" y="2472483"/>
                  <a:pt x="1046208" y="2489416"/>
                  <a:pt x="1163383" y="2490827"/>
                </a:cubicBezTo>
                <a:cubicBezTo>
                  <a:pt x="1280558" y="2492238"/>
                  <a:pt x="1464229" y="2586077"/>
                  <a:pt x="1529447" y="2476010"/>
                </a:cubicBezTo>
                <a:cubicBezTo>
                  <a:pt x="1594665" y="2365943"/>
                  <a:pt x="1513768" y="2070316"/>
                  <a:pt x="1554690" y="1830427"/>
                </a:cubicBezTo>
                <a:cubicBezTo>
                  <a:pt x="1595612" y="1590538"/>
                  <a:pt x="1601125" y="1240935"/>
                  <a:pt x="1571465" y="1011277"/>
                </a:cubicBezTo>
                <a:cubicBezTo>
                  <a:pt x="1541805" y="781619"/>
                  <a:pt x="1424131" y="580535"/>
                  <a:pt x="1376732" y="452477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A6A05BA-34B1-45A3-A2D2-86C30325073E}"/>
              </a:ext>
            </a:extLst>
          </p:cNvPr>
          <p:cNvSpPr/>
          <p:nvPr/>
        </p:nvSpPr>
        <p:spPr>
          <a:xfrm>
            <a:off x="347142" y="2886353"/>
            <a:ext cx="1701804" cy="3028981"/>
          </a:xfrm>
          <a:custGeom>
            <a:avLst/>
            <a:gdLst>
              <a:gd name="connsiteX0" fmla="*/ 1448141 w 1643645"/>
              <a:gd name="connsiteY0" fmla="*/ 592831 h 2635870"/>
              <a:gd name="connsiteX1" fmla="*/ 1304208 w 1643645"/>
              <a:gd name="connsiteY1" fmla="*/ 313431 h 2635870"/>
              <a:gd name="connsiteX2" fmla="*/ 1067141 w 1643645"/>
              <a:gd name="connsiteY2" fmla="*/ 164 h 2635870"/>
              <a:gd name="connsiteX3" fmla="*/ 593008 w 1643645"/>
              <a:gd name="connsiteY3" fmla="*/ 355764 h 2635870"/>
              <a:gd name="connsiteX4" fmla="*/ 220474 w 1643645"/>
              <a:gd name="connsiteY4" fmla="*/ 1685031 h 2635870"/>
              <a:gd name="connsiteX5" fmla="*/ 85008 w 1643645"/>
              <a:gd name="connsiteY5" fmla="*/ 2463964 h 2635870"/>
              <a:gd name="connsiteX6" fmla="*/ 59608 w 1643645"/>
              <a:gd name="connsiteY6" fmla="*/ 2582498 h 2635870"/>
              <a:gd name="connsiteX7" fmla="*/ 897808 w 1643645"/>
              <a:gd name="connsiteY7" fmla="*/ 2607898 h 2635870"/>
              <a:gd name="connsiteX8" fmla="*/ 1228008 w 1643645"/>
              <a:gd name="connsiteY8" fmla="*/ 2599431 h 2635870"/>
              <a:gd name="connsiteX9" fmla="*/ 1397341 w 1643645"/>
              <a:gd name="connsiteY9" fmla="*/ 2590964 h 2635870"/>
              <a:gd name="connsiteX10" fmla="*/ 1524341 w 1643645"/>
              <a:gd name="connsiteY10" fmla="*/ 2015231 h 2635870"/>
              <a:gd name="connsiteX11" fmla="*/ 1642874 w 1643645"/>
              <a:gd name="connsiteY11" fmla="*/ 1151631 h 2635870"/>
              <a:gd name="connsiteX12" fmla="*/ 1448141 w 1643645"/>
              <a:gd name="connsiteY12" fmla="*/ 592831 h 2635870"/>
              <a:gd name="connsiteX0" fmla="*/ 1448141 w 1643645"/>
              <a:gd name="connsiteY0" fmla="*/ 396394 h 2439433"/>
              <a:gd name="connsiteX1" fmla="*/ 1304208 w 1643645"/>
              <a:gd name="connsiteY1" fmla="*/ 116994 h 2439433"/>
              <a:gd name="connsiteX2" fmla="*/ 971891 w 1643645"/>
              <a:gd name="connsiteY2" fmla="*/ 19627 h 2439433"/>
              <a:gd name="connsiteX3" fmla="*/ 593008 w 1643645"/>
              <a:gd name="connsiteY3" fmla="*/ 159327 h 2439433"/>
              <a:gd name="connsiteX4" fmla="*/ 220474 w 1643645"/>
              <a:gd name="connsiteY4" fmla="*/ 1488594 h 2439433"/>
              <a:gd name="connsiteX5" fmla="*/ 85008 w 1643645"/>
              <a:gd name="connsiteY5" fmla="*/ 2267527 h 2439433"/>
              <a:gd name="connsiteX6" fmla="*/ 59608 w 1643645"/>
              <a:gd name="connsiteY6" fmla="*/ 2386061 h 2439433"/>
              <a:gd name="connsiteX7" fmla="*/ 897808 w 1643645"/>
              <a:gd name="connsiteY7" fmla="*/ 2411461 h 2439433"/>
              <a:gd name="connsiteX8" fmla="*/ 1228008 w 1643645"/>
              <a:gd name="connsiteY8" fmla="*/ 2402994 h 2439433"/>
              <a:gd name="connsiteX9" fmla="*/ 1397341 w 1643645"/>
              <a:gd name="connsiteY9" fmla="*/ 2394527 h 2439433"/>
              <a:gd name="connsiteX10" fmla="*/ 1524341 w 1643645"/>
              <a:gd name="connsiteY10" fmla="*/ 1818794 h 2439433"/>
              <a:gd name="connsiteX11" fmla="*/ 1642874 w 1643645"/>
              <a:gd name="connsiteY11" fmla="*/ 955194 h 2439433"/>
              <a:gd name="connsiteX12" fmla="*/ 1448141 w 1643645"/>
              <a:gd name="connsiteY12" fmla="*/ 396394 h 2439433"/>
              <a:gd name="connsiteX0" fmla="*/ 1448141 w 1643645"/>
              <a:gd name="connsiteY0" fmla="*/ 398057 h 2441096"/>
              <a:gd name="connsiteX1" fmla="*/ 1304208 w 1643645"/>
              <a:gd name="connsiteY1" fmla="*/ 118657 h 2441096"/>
              <a:gd name="connsiteX2" fmla="*/ 971891 w 1643645"/>
              <a:gd name="connsiteY2" fmla="*/ 21290 h 2441096"/>
              <a:gd name="connsiteX3" fmla="*/ 446958 w 1643645"/>
              <a:gd name="connsiteY3" fmla="*/ 510240 h 2441096"/>
              <a:gd name="connsiteX4" fmla="*/ 220474 w 1643645"/>
              <a:gd name="connsiteY4" fmla="*/ 1490257 h 2441096"/>
              <a:gd name="connsiteX5" fmla="*/ 85008 w 1643645"/>
              <a:gd name="connsiteY5" fmla="*/ 2269190 h 2441096"/>
              <a:gd name="connsiteX6" fmla="*/ 59608 w 1643645"/>
              <a:gd name="connsiteY6" fmla="*/ 2387724 h 2441096"/>
              <a:gd name="connsiteX7" fmla="*/ 897808 w 1643645"/>
              <a:gd name="connsiteY7" fmla="*/ 2413124 h 2441096"/>
              <a:gd name="connsiteX8" fmla="*/ 1228008 w 1643645"/>
              <a:gd name="connsiteY8" fmla="*/ 2404657 h 2441096"/>
              <a:gd name="connsiteX9" fmla="*/ 1397341 w 1643645"/>
              <a:gd name="connsiteY9" fmla="*/ 2396190 h 2441096"/>
              <a:gd name="connsiteX10" fmla="*/ 1524341 w 1643645"/>
              <a:gd name="connsiteY10" fmla="*/ 1820457 h 2441096"/>
              <a:gd name="connsiteX11" fmla="*/ 1642874 w 1643645"/>
              <a:gd name="connsiteY11" fmla="*/ 956857 h 2441096"/>
              <a:gd name="connsiteX12" fmla="*/ 1448141 w 1643645"/>
              <a:gd name="connsiteY12" fmla="*/ 398057 h 2441096"/>
              <a:gd name="connsiteX0" fmla="*/ 1448141 w 1643645"/>
              <a:gd name="connsiteY0" fmla="*/ 402423 h 2445462"/>
              <a:gd name="connsiteX1" fmla="*/ 1304208 w 1643645"/>
              <a:gd name="connsiteY1" fmla="*/ 123023 h 2445462"/>
              <a:gd name="connsiteX2" fmla="*/ 971891 w 1643645"/>
              <a:gd name="connsiteY2" fmla="*/ 25656 h 2445462"/>
              <a:gd name="connsiteX3" fmla="*/ 491408 w 1643645"/>
              <a:gd name="connsiteY3" fmla="*/ 578106 h 2445462"/>
              <a:gd name="connsiteX4" fmla="*/ 220474 w 1643645"/>
              <a:gd name="connsiteY4" fmla="*/ 1494623 h 2445462"/>
              <a:gd name="connsiteX5" fmla="*/ 85008 w 1643645"/>
              <a:gd name="connsiteY5" fmla="*/ 2273556 h 2445462"/>
              <a:gd name="connsiteX6" fmla="*/ 59608 w 1643645"/>
              <a:gd name="connsiteY6" fmla="*/ 2392090 h 2445462"/>
              <a:gd name="connsiteX7" fmla="*/ 897808 w 1643645"/>
              <a:gd name="connsiteY7" fmla="*/ 2417490 h 2445462"/>
              <a:gd name="connsiteX8" fmla="*/ 1228008 w 1643645"/>
              <a:gd name="connsiteY8" fmla="*/ 2409023 h 2445462"/>
              <a:gd name="connsiteX9" fmla="*/ 1397341 w 1643645"/>
              <a:gd name="connsiteY9" fmla="*/ 2400556 h 2445462"/>
              <a:gd name="connsiteX10" fmla="*/ 1524341 w 1643645"/>
              <a:gd name="connsiteY10" fmla="*/ 1824823 h 2445462"/>
              <a:gd name="connsiteX11" fmla="*/ 1642874 w 1643645"/>
              <a:gd name="connsiteY11" fmla="*/ 961223 h 2445462"/>
              <a:gd name="connsiteX12" fmla="*/ 1448141 w 1643645"/>
              <a:gd name="connsiteY12" fmla="*/ 402423 h 2445462"/>
              <a:gd name="connsiteX0" fmla="*/ 1448141 w 1643645"/>
              <a:gd name="connsiteY0" fmla="*/ 406857 h 2449896"/>
              <a:gd name="connsiteX1" fmla="*/ 1247058 w 1643645"/>
              <a:gd name="connsiteY1" fmla="*/ 108407 h 2449896"/>
              <a:gd name="connsiteX2" fmla="*/ 971891 w 1643645"/>
              <a:gd name="connsiteY2" fmla="*/ 30090 h 2449896"/>
              <a:gd name="connsiteX3" fmla="*/ 491408 w 1643645"/>
              <a:gd name="connsiteY3" fmla="*/ 582540 h 2449896"/>
              <a:gd name="connsiteX4" fmla="*/ 220474 w 1643645"/>
              <a:gd name="connsiteY4" fmla="*/ 1499057 h 2449896"/>
              <a:gd name="connsiteX5" fmla="*/ 85008 w 1643645"/>
              <a:gd name="connsiteY5" fmla="*/ 2277990 h 2449896"/>
              <a:gd name="connsiteX6" fmla="*/ 59608 w 1643645"/>
              <a:gd name="connsiteY6" fmla="*/ 2396524 h 2449896"/>
              <a:gd name="connsiteX7" fmla="*/ 897808 w 1643645"/>
              <a:gd name="connsiteY7" fmla="*/ 2421924 h 2449896"/>
              <a:gd name="connsiteX8" fmla="*/ 1228008 w 1643645"/>
              <a:gd name="connsiteY8" fmla="*/ 2413457 h 2449896"/>
              <a:gd name="connsiteX9" fmla="*/ 1397341 w 1643645"/>
              <a:gd name="connsiteY9" fmla="*/ 2404990 h 2449896"/>
              <a:gd name="connsiteX10" fmla="*/ 1524341 w 1643645"/>
              <a:gd name="connsiteY10" fmla="*/ 1829257 h 2449896"/>
              <a:gd name="connsiteX11" fmla="*/ 1642874 w 1643645"/>
              <a:gd name="connsiteY11" fmla="*/ 965657 h 2449896"/>
              <a:gd name="connsiteX12" fmla="*/ 1448141 w 1643645"/>
              <a:gd name="connsiteY12" fmla="*/ 406857 h 2449896"/>
              <a:gd name="connsiteX0" fmla="*/ 1448141 w 1661542"/>
              <a:gd name="connsiteY0" fmla="*/ 406857 h 2447078"/>
              <a:gd name="connsiteX1" fmla="*/ 1247058 w 1661542"/>
              <a:gd name="connsiteY1" fmla="*/ 108407 h 2447078"/>
              <a:gd name="connsiteX2" fmla="*/ 971891 w 1661542"/>
              <a:gd name="connsiteY2" fmla="*/ 30090 h 2447078"/>
              <a:gd name="connsiteX3" fmla="*/ 491408 w 1661542"/>
              <a:gd name="connsiteY3" fmla="*/ 582540 h 2447078"/>
              <a:gd name="connsiteX4" fmla="*/ 220474 w 1661542"/>
              <a:gd name="connsiteY4" fmla="*/ 1499057 h 2447078"/>
              <a:gd name="connsiteX5" fmla="*/ 85008 w 1661542"/>
              <a:gd name="connsiteY5" fmla="*/ 2277990 h 2447078"/>
              <a:gd name="connsiteX6" fmla="*/ 59608 w 1661542"/>
              <a:gd name="connsiteY6" fmla="*/ 2396524 h 2447078"/>
              <a:gd name="connsiteX7" fmla="*/ 897808 w 1661542"/>
              <a:gd name="connsiteY7" fmla="*/ 2421924 h 2447078"/>
              <a:gd name="connsiteX8" fmla="*/ 1228008 w 1661542"/>
              <a:gd name="connsiteY8" fmla="*/ 2413457 h 2447078"/>
              <a:gd name="connsiteX9" fmla="*/ 1397341 w 1661542"/>
              <a:gd name="connsiteY9" fmla="*/ 2404990 h 2447078"/>
              <a:gd name="connsiteX10" fmla="*/ 1625941 w 1661542"/>
              <a:gd name="connsiteY10" fmla="*/ 1867357 h 2447078"/>
              <a:gd name="connsiteX11" fmla="*/ 1642874 w 1661542"/>
              <a:gd name="connsiteY11" fmla="*/ 965657 h 2447078"/>
              <a:gd name="connsiteX12" fmla="*/ 1448141 w 1661542"/>
              <a:gd name="connsiteY12" fmla="*/ 406857 h 2447078"/>
              <a:gd name="connsiteX0" fmla="*/ 1448141 w 1661542"/>
              <a:gd name="connsiteY0" fmla="*/ 406857 h 2423088"/>
              <a:gd name="connsiteX1" fmla="*/ 1247058 w 1661542"/>
              <a:gd name="connsiteY1" fmla="*/ 108407 h 2423088"/>
              <a:gd name="connsiteX2" fmla="*/ 971891 w 1661542"/>
              <a:gd name="connsiteY2" fmla="*/ 30090 h 2423088"/>
              <a:gd name="connsiteX3" fmla="*/ 491408 w 1661542"/>
              <a:gd name="connsiteY3" fmla="*/ 582540 h 2423088"/>
              <a:gd name="connsiteX4" fmla="*/ 220474 w 1661542"/>
              <a:gd name="connsiteY4" fmla="*/ 1499057 h 2423088"/>
              <a:gd name="connsiteX5" fmla="*/ 85008 w 1661542"/>
              <a:gd name="connsiteY5" fmla="*/ 2277990 h 2423088"/>
              <a:gd name="connsiteX6" fmla="*/ 59608 w 1661542"/>
              <a:gd name="connsiteY6" fmla="*/ 2396524 h 2423088"/>
              <a:gd name="connsiteX7" fmla="*/ 897808 w 1661542"/>
              <a:gd name="connsiteY7" fmla="*/ 2421924 h 2423088"/>
              <a:gd name="connsiteX8" fmla="*/ 1228008 w 1661542"/>
              <a:gd name="connsiteY8" fmla="*/ 2413457 h 2423088"/>
              <a:gd name="connsiteX9" fmla="*/ 1613241 w 1661542"/>
              <a:gd name="connsiteY9" fmla="*/ 2366890 h 2423088"/>
              <a:gd name="connsiteX10" fmla="*/ 1625941 w 1661542"/>
              <a:gd name="connsiteY10" fmla="*/ 1867357 h 2423088"/>
              <a:gd name="connsiteX11" fmla="*/ 1642874 w 1661542"/>
              <a:gd name="connsiteY11" fmla="*/ 965657 h 2423088"/>
              <a:gd name="connsiteX12" fmla="*/ 1448141 w 1661542"/>
              <a:gd name="connsiteY12" fmla="*/ 406857 h 2423088"/>
              <a:gd name="connsiteX0" fmla="*/ 1448141 w 1661542"/>
              <a:gd name="connsiteY0" fmla="*/ 406857 h 2424800"/>
              <a:gd name="connsiteX1" fmla="*/ 1247058 w 1661542"/>
              <a:gd name="connsiteY1" fmla="*/ 108407 h 2424800"/>
              <a:gd name="connsiteX2" fmla="*/ 971891 w 1661542"/>
              <a:gd name="connsiteY2" fmla="*/ 30090 h 2424800"/>
              <a:gd name="connsiteX3" fmla="*/ 491408 w 1661542"/>
              <a:gd name="connsiteY3" fmla="*/ 582540 h 2424800"/>
              <a:gd name="connsiteX4" fmla="*/ 220474 w 1661542"/>
              <a:gd name="connsiteY4" fmla="*/ 1499057 h 2424800"/>
              <a:gd name="connsiteX5" fmla="*/ 85008 w 1661542"/>
              <a:gd name="connsiteY5" fmla="*/ 2277990 h 2424800"/>
              <a:gd name="connsiteX6" fmla="*/ 59608 w 1661542"/>
              <a:gd name="connsiteY6" fmla="*/ 2396524 h 2424800"/>
              <a:gd name="connsiteX7" fmla="*/ 897808 w 1661542"/>
              <a:gd name="connsiteY7" fmla="*/ 2421924 h 2424800"/>
              <a:gd name="connsiteX8" fmla="*/ 1228008 w 1661542"/>
              <a:gd name="connsiteY8" fmla="*/ 2413457 h 2424800"/>
              <a:gd name="connsiteX9" fmla="*/ 1613241 w 1661542"/>
              <a:gd name="connsiteY9" fmla="*/ 2373240 h 2424800"/>
              <a:gd name="connsiteX10" fmla="*/ 1625941 w 1661542"/>
              <a:gd name="connsiteY10" fmla="*/ 1867357 h 2424800"/>
              <a:gd name="connsiteX11" fmla="*/ 1642874 w 1661542"/>
              <a:gd name="connsiteY11" fmla="*/ 965657 h 2424800"/>
              <a:gd name="connsiteX12" fmla="*/ 1448141 w 1661542"/>
              <a:gd name="connsiteY12" fmla="*/ 406857 h 2424800"/>
              <a:gd name="connsiteX0" fmla="*/ 1448141 w 1661542"/>
              <a:gd name="connsiteY0" fmla="*/ 406857 h 2424800"/>
              <a:gd name="connsiteX1" fmla="*/ 1247058 w 1661542"/>
              <a:gd name="connsiteY1" fmla="*/ 108407 h 2424800"/>
              <a:gd name="connsiteX2" fmla="*/ 971891 w 1661542"/>
              <a:gd name="connsiteY2" fmla="*/ 30090 h 2424800"/>
              <a:gd name="connsiteX3" fmla="*/ 491408 w 1661542"/>
              <a:gd name="connsiteY3" fmla="*/ 582540 h 2424800"/>
              <a:gd name="connsiteX4" fmla="*/ 220474 w 1661542"/>
              <a:gd name="connsiteY4" fmla="*/ 1499057 h 2424800"/>
              <a:gd name="connsiteX5" fmla="*/ 85008 w 1661542"/>
              <a:gd name="connsiteY5" fmla="*/ 2277990 h 2424800"/>
              <a:gd name="connsiteX6" fmla="*/ 59608 w 1661542"/>
              <a:gd name="connsiteY6" fmla="*/ 2396524 h 2424800"/>
              <a:gd name="connsiteX7" fmla="*/ 897808 w 1661542"/>
              <a:gd name="connsiteY7" fmla="*/ 2421924 h 2424800"/>
              <a:gd name="connsiteX8" fmla="*/ 1228008 w 1661542"/>
              <a:gd name="connsiteY8" fmla="*/ 2413457 h 2424800"/>
              <a:gd name="connsiteX9" fmla="*/ 1613241 w 1661542"/>
              <a:gd name="connsiteY9" fmla="*/ 2373240 h 2424800"/>
              <a:gd name="connsiteX10" fmla="*/ 1625941 w 1661542"/>
              <a:gd name="connsiteY10" fmla="*/ 1867357 h 2424800"/>
              <a:gd name="connsiteX11" fmla="*/ 1642874 w 1661542"/>
              <a:gd name="connsiteY11" fmla="*/ 965657 h 2424800"/>
              <a:gd name="connsiteX12" fmla="*/ 1448141 w 1661542"/>
              <a:gd name="connsiteY12" fmla="*/ 406857 h 2424800"/>
              <a:gd name="connsiteX0" fmla="*/ 1448141 w 1661542"/>
              <a:gd name="connsiteY0" fmla="*/ 406857 h 2423491"/>
              <a:gd name="connsiteX1" fmla="*/ 1247058 w 1661542"/>
              <a:gd name="connsiteY1" fmla="*/ 108407 h 2423491"/>
              <a:gd name="connsiteX2" fmla="*/ 971891 w 1661542"/>
              <a:gd name="connsiteY2" fmla="*/ 30090 h 2423491"/>
              <a:gd name="connsiteX3" fmla="*/ 491408 w 1661542"/>
              <a:gd name="connsiteY3" fmla="*/ 582540 h 2423491"/>
              <a:gd name="connsiteX4" fmla="*/ 220474 w 1661542"/>
              <a:gd name="connsiteY4" fmla="*/ 1499057 h 2423491"/>
              <a:gd name="connsiteX5" fmla="*/ 85008 w 1661542"/>
              <a:gd name="connsiteY5" fmla="*/ 2277990 h 2423491"/>
              <a:gd name="connsiteX6" fmla="*/ 59608 w 1661542"/>
              <a:gd name="connsiteY6" fmla="*/ 2396524 h 2423491"/>
              <a:gd name="connsiteX7" fmla="*/ 897808 w 1661542"/>
              <a:gd name="connsiteY7" fmla="*/ 2421924 h 2423491"/>
              <a:gd name="connsiteX8" fmla="*/ 1228008 w 1661542"/>
              <a:gd name="connsiteY8" fmla="*/ 2413457 h 2423491"/>
              <a:gd name="connsiteX9" fmla="*/ 1644991 w 1661542"/>
              <a:gd name="connsiteY9" fmla="*/ 2354190 h 2423491"/>
              <a:gd name="connsiteX10" fmla="*/ 1625941 w 1661542"/>
              <a:gd name="connsiteY10" fmla="*/ 1867357 h 2423491"/>
              <a:gd name="connsiteX11" fmla="*/ 1642874 w 1661542"/>
              <a:gd name="connsiteY11" fmla="*/ 965657 h 2423491"/>
              <a:gd name="connsiteX12" fmla="*/ 1448141 w 1661542"/>
              <a:gd name="connsiteY12" fmla="*/ 406857 h 2423491"/>
              <a:gd name="connsiteX0" fmla="*/ 1448141 w 1680224"/>
              <a:gd name="connsiteY0" fmla="*/ 406857 h 2423491"/>
              <a:gd name="connsiteX1" fmla="*/ 1247058 w 1680224"/>
              <a:gd name="connsiteY1" fmla="*/ 108407 h 2423491"/>
              <a:gd name="connsiteX2" fmla="*/ 971891 w 1680224"/>
              <a:gd name="connsiteY2" fmla="*/ 30090 h 2423491"/>
              <a:gd name="connsiteX3" fmla="*/ 491408 w 1680224"/>
              <a:gd name="connsiteY3" fmla="*/ 582540 h 2423491"/>
              <a:gd name="connsiteX4" fmla="*/ 220474 w 1680224"/>
              <a:gd name="connsiteY4" fmla="*/ 1499057 h 2423491"/>
              <a:gd name="connsiteX5" fmla="*/ 85008 w 1680224"/>
              <a:gd name="connsiteY5" fmla="*/ 2277990 h 2423491"/>
              <a:gd name="connsiteX6" fmla="*/ 59608 w 1680224"/>
              <a:gd name="connsiteY6" fmla="*/ 2396524 h 2423491"/>
              <a:gd name="connsiteX7" fmla="*/ 897808 w 1680224"/>
              <a:gd name="connsiteY7" fmla="*/ 2421924 h 2423491"/>
              <a:gd name="connsiteX8" fmla="*/ 1228008 w 1680224"/>
              <a:gd name="connsiteY8" fmla="*/ 2413457 h 2423491"/>
              <a:gd name="connsiteX9" fmla="*/ 1644991 w 1680224"/>
              <a:gd name="connsiteY9" fmla="*/ 2354190 h 2423491"/>
              <a:gd name="connsiteX10" fmla="*/ 1657691 w 1680224"/>
              <a:gd name="connsiteY10" fmla="*/ 1861007 h 2423491"/>
              <a:gd name="connsiteX11" fmla="*/ 1642874 w 1680224"/>
              <a:gd name="connsiteY11" fmla="*/ 965657 h 2423491"/>
              <a:gd name="connsiteX12" fmla="*/ 1448141 w 1680224"/>
              <a:gd name="connsiteY12" fmla="*/ 406857 h 2423491"/>
              <a:gd name="connsiteX0" fmla="*/ 1448141 w 1671675"/>
              <a:gd name="connsiteY0" fmla="*/ 406857 h 2423491"/>
              <a:gd name="connsiteX1" fmla="*/ 1247058 w 1671675"/>
              <a:gd name="connsiteY1" fmla="*/ 108407 h 2423491"/>
              <a:gd name="connsiteX2" fmla="*/ 971891 w 1671675"/>
              <a:gd name="connsiteY2" fmla="*/ 30090 h 2423491"/>
              <a:gd name="connsiteX3" fmla="*/ 491408 w 1671675"/>
              <a:gd name="connsiteY3" fmla="*/ 582540 h 2423491"/>
              <a:gd name="connsiteX4" fmla="*/ 220474 w 1671675"/>
              <a:gd name="connsiteY4" fmla="*/ 1499057 h 2423491"/>
              <a:gd name="connsiteX5" fmla="*/ 85008 w 1671675"/>
              <a:gd name="connsiteY5" fmla="*/ 2277990 h 2423491"/>
              <a:gd name="connsiteX6" fmla="*/ 59608 w 1671675"/>
              <a:gd name="connsiteY6" fmla="*/ 2396524 h 2423491"/>
              <a:gd name="connsiteX7" fmla="*/ 897808 w 1671675"/>
              <a:gd name="connsiteY7" fmla="*/ 2421924 h 2423491"/>
              <a:gd name="connsiteX8" fmla="*/ 1228008 w 1671675"/>
              <a:gd name="connsiteY8" fmla="*/ 2413457 h 2423491"/>
              <a:gd name="connsiteX9" fmla="*/ 1644991 w 1671675"/>
              <a:gd name="connsiteY9" fmla="*/ 2354190 h 2423491"/>
              <a:gd name="connsiteX10" fmla="*/ 1657691 w 1671675"/>
              <a:gd name="connsiteY10" fmla="*/ 1861007 h 2423491"/>
              <a:gd name="connsiteX11" fmla="*/ 1585724 w 1671675"/>
              <a:gd name="connsiteY11" fmla="*/ 832307 h 2423491"/>
              <a:gd name="connsiteX12" fmla="*/ 1448141 w 1671675"/>
              <a:gd name="connsiteY12" fmla="*/ 406857 h 2423491"/>
              <a:gd name="connsiteX0" fmla="*/ 1364044 w 1587578"/>
              <a:gd name="connsiteY0" fmla="*/ 406857 h 2424307"/>
              <a:gd name="connsiteX1" fmla="*/ 1162961 w 1587578"/>
              <a:gd name="connsiteY1" fmla="*/ 108407 h 2424307"/>
              <a:gd name="connsiteX2" fmla="*/ 887794 w 1587578"/>
              <a:gd name="connsiteY2" fmla="*/ 30090 h 2424307"/>
              <a:gd name="connsiteX3" fmla="*/ 407311 w 1587578"/>
              <a:gd name="connsiteY3" fmla="*/ 582540 h 2424307"/>
              <a:gd name="connsiteX4" fmla="*/ 136377 w 1587578"/>
              <a:gd name="connsiteY4" fmla="*/ 1499057 h 2424307"/>
              <a:gd name="connsiteX5" fmla="*/ 911 w 1587578"/>
              <a:gd name="connsiteY5" fmla="*/ 2277990 h 2424307"/>
              <a:gd name="connsiteX6" fmla="*/ 197761 w 1587578"/>
              <a:gd name="connsiteY6" fmla="*/ 2409224 h 2424307"/>
              <a:gd name="connsiteX7" fmla="*/ 813711 w 1587578"/>
              <a:gd name="connsiteY7" fmla="*/ 2421924 h 2424307"/>
              <a:gd name="connsiteX8" fmla="*/ 1143911 w 1587578"/>
              <a:gd name="connsiteY8" fmla="*/ 2413457 h 2424307"/>
              <a:gd name="connsiteX9" fmla="*/ 1560894 w 1587578"/>
              <a:gd name="connsiteY9" fmla="*/ 2354190 h 2424307"/>
              <a:gd name="connsiteX10" fmla="*/ 1573594 w 1587578"/>
              <a:gd name="connsiteY10" fmla="*/ 1861007 h 2424307"/>
              <a:gd name="connsiteX11" fmla="*/ 1501627 w 1587578"/>
              <a:gd name="connsiteY11" fmla="*/ 832307 h 2424307"/>
              <a:gd name="connsiteX12" fmla="*/ 1364044 w 1587578"/>
              <a:gd name="connsiteY12" fmla="*/ 406857 h 2424307"/>
              <a:gd name="connsiteX0" fmla="*/ 1264311 w 1487845"/>
              <a:gd name="connsiteY0" fmla="*/ 406857 h 2425517"/>
              <a:gd name="connsiteX1" fmla="*/ 1063228 w 1487845"/>
              <a:gd name="connsiteY1" fmla="*/ 108407 h 2425517"/>
              <a:gd name="connsiteX2" fmla="*/ 788061 w 1487845"/>
              <a:gd name="connsiteY2" fmla="*/ 30090 h 2425517"/>
              <a:gd name="connsiteX3" fmla="*/ 307578 w 1487845"/>
              <a:gd name="connsiteY3" fmla="*/ 582540 h 2425517"/>
              <a:gd name="connsiteX4" fmla="*/ 36644 w 1487845"/>
              <a:gd name="connsiteY4" fmla="*/ 1499057 h 2425517"/>
              <a:gd name="connsiteX5" fmla="*/ 9128 w 1487845"/>
              <a:gd name="connsiteY5" fmla="*/ 2258940 h 2425517"/>
              <a:gd name="connsiteX6" fmla="*/ 98028 w 1487845"/>
              <a:gd name="connsiteY6" fmla="*/ 2409224 h 2425517"/>
              <a:gd name="connsiteX7" fmla="*/ 713978 w 1487845"/>
              <a:gd name="connsiteY7" fmla="*/ 2421924 h 2425517"/>
              <a:gd name="connsiteX8" fmla="*/ 1044178 w 1487845"/>
              <a:gd name="connsiteY8" fmla="*/ 2413457 h 2425517"/>
              <a:gd name="connsiteX9" fmla="*/ 1461161 w 1487845"/>
              <a:gd name="connsiteY9" fmla="*/ 2354190 h 2425517"/>
              <a:gd name="connsiteX10" fmla="*/ 1473861 w 1487845"/>
              <a:gd name="connsiteY10" fmla="*/ 1861007 h 2425517"/>
              <a:gd name="connsiteX11" fmla="*/ 1401894 w 1487845"/>
              <a:gd name="connsiteY11" fmla="*/ 832307 h 2425517"/>
              <a:gd name="connsiteX12" fmla="*/ 1264311 w 1487845"/>
              <a:gd name="connsiteY12" fmla="*/ 406857 h 2425517"/>
              <a:gd name="connsiteX0" fmla="*/ 1260282 w 1483816"/>
              <a:gd name="connsiteY0" fmla="*/ 406857 h 2425517"/>
              <a:gd name="connsiteX1" fmla="*/ 1059199 w 1483816"/>
              <a:gd name="connsiteY1" fmla="*/ 108407 h 2425517"/>
              <a:gd name="connsiteX2" fmla="*/ 784032 w 1483816"/>
              <a:gd name="connsiteY2" fmla="*/ 30090 h 2425517"/>
              <a:gd name="connsiteX3" fmla="*/ 303549 w 1483816"/>
              <a:gd name="connsiteY3" fmla="*/ 582540 h 2425517"/>
              <a:gd name="connsiteX4" fmla="*/ 121515 w 1483816"/>
              <a:gd name="connsiteY4" fmla="*/ 1410157 h 2425517"/>
              <a:gd name="connsiteX5" fmla="*/ 5099 w 1483816"/>
              <a:gd name="connsiteY5" fmla="*/ 2258940 h 2425517"/>
              <a:gd name="connsiteX6" fmla="*/ 93999 w 1483816"/>
              <a:gd name="connsiteY6" fmla="*/ 2409224 h 2425517"/>
              <a:gd name="connsiteX7" fmla="*/ 709949 w 1483816"/>
              <a:gd name="connsiteY7" fmla="*/ 2421924 h 2425517"/>
              <a:gd name="connsiteX8" fmla="*/ 1040149 w 1483816"/>
              <a:gd name="connsiteY8" fmla="*/ 2413457 h 2425517"/>
              <a:gd name="connsiteX9" fmla="*/ 1457132 w 1483816"/>
              <a:gd name="connsiteY9" fmla="*/ 2354190 h 2425517"/>
              <a:gd name="connsiteX10" fmla="*/ 1469832 w 1483816"/>
              <a:gd name="connsiteY10" fmla="*/ 1861007 h 2425517"/>
              <a:gd name="connsiteX11" fmla="*/ 1397865 w 1483816"/>
              <a:gd name="connsiteY11" fmla="*/ 832307 h 2425517"/>
              <a:gd name="connsiteX12" fmla="*/ 1260282 w 1483816"/>
              <a:gd name="connsiteY12" fmla="*/ 406857 h 2425517"/>
              <a:gd name="connsiteX0" fmla="*/ 1260282 w 1483816"/>
              <a:gd name="connsiteY0" fmla="*/ 407772 h 2426432"/>
              <a:gd name="connsiteX1" fmla="*/ 1059199 w 1483816"/>
              <a:gd name="connsiteY1" fmla="*/ 109322 h 2426432"/>
              <a:gd name="connsiteX2" fmla="*/ 784032 w 1483816"/>
              <a:gd name="connsiteY2" fmla="*/ 31005 h 2426432"/>
              <a:gd name="connsiteX3" fmla="*/ 341649 w 1483816"/>
              <a:gd name="connsiteY3" fmla="*/ 596155 h 2426432"/>
              <a:gd name="connsiteX4" fmla="*/ 121515 w 1483816"/>
              <a:gd name="connsiteY4" fmla="*/ 1411072 h 2426432"/>
              <a:gd name="connsiteX5" fmla="*/ 5099 w 1483816"/>
              <a:gd name="connsiteY5" fmla="*/ 2259855 h 2426432"/>
              <a:gd name="connsiteX6" fmla="*/ 93999 w 1483816"/>
              <a:gd name="connsiteY6" fmla="*/ 2410139 h 2426432"/>
              <a:gd name="connsiteX7" fmla="*/ 709949 w 1483816"/>
              <a:gd name="connsiteY7" fmla="*/ 2422839 h 2426432"/>
              <a:gd name="connsiteX8" fmla="*/ 1040149 w 1483816"/>
              <a:gd name="connsiteY8" fmla="*/ 2414372 h 2426432"/>
              <a:gd name="connsiteX9" fmla="*/ 1457132 w 1483816"/>
              <a:gd name="connsiteY9" fmla="*/ 2355105 h 2426432"/>
              <a:gd name="connsiteX10" fmla="*/ 1469832 w 1483816"/>
              <a:gd name="connsiteY10" fmla="*/ 1861922 h 2426432"/>
              <a:gd name="connsiteX11" fmla="*/ 1397865 w 1483816"/>
              <a:gd name="connsiteY11" fmla="*/ 833222 h 2426432"/>
              <a:gd name="connsiteX12" fmla="*/ 1260282 w 1483816"/>
              <a:gd name="connsiteY12" fmla="*/ 407772 h 242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3816" h="2426432">
                <a:moveTo>
                  <a:pt x="1260282" y="407772"/>
                </a:moveTo>
                <a:cubicBezTo>
                  <a:pt x="1203838" y="287122"/>
                  <a:pt x="1138574" y="172116"/>
                  <a:pt x="1059199" y="109322"/>
                </a:cubicBezTo>
                <a:cubicBezTo>
                  <a:pt x="979824" y="46528"/>
                  <a:pt x="903624" y="-50134"/>
                  <a:pt x="784032" y="31005"/>
                </a:cubicBezTo>
                <a:cubicBezTo>
                  <a:pt x="664440" y="112144"/>
                  <a:pt x="452068" y="366144"/>
                  <a:pt x="341649" y="596155"/>
                </a:cubicBezTo>
                <a:cubicBezTo>
                  <a:pt x="231230" y="826166"/>
                  <a:pt x="177607" y="1133789"/>
                  <a:pt x="121515" y="1411072"/>
                </a:cubicBezTo>
                <a:cubicBezTo>
                  <a:pt x="65423" y="1688355"/>
                  <a:pt x="9685" y="2093344"/>
                  <a:pt x="5099" y="2259855"/>
                </a:cubicBezTo>
                <a:cubicBezTo>
                  <a:pt x="513" y="2426366"/>
                  <a:pt x="-23476" y="2382975"/>
                  <a:pt x="93999" y="2410139"/>
                </a:cubicBezTo>
                <a:cubicBezTo>
                  <a:pt x="211474" y="2437303"/>
                  <a:pt x="552257" y="2422134"/>
                  <a:pt x="709949" y="2422839"/>
                </a:cubicBezTo>
                <a:cubicBezTo>
                  <a:pt x="867641" y="2423544"/>
                  <a:pt x="915619" y="2425661"/>
                  <a:pt x="1040149" y="2414372"/>
                </a:cubicBezTo>
                <a:cubicBezTo>
                  <a:pt x="1164679" y="2403083"/>
                  <a:pt x="1385518" y="2447180"/>
                  <a:pt x="1457132" y="2355105"/>
                </a:cubicBezTo>
                <a:cubicBezTo>
                  <a:pt x="1528746" y="2263030"/>
                  <a:pt x="1428910" y="2101811"/>
                  <a:pt x="1469832" y="1861922"/>
                </a:cubicBezTo>
                <a:cubicBezTo>
                  <a:pt x="1510754" y="1622033"/>
                  <a:pt x="1432790" y="1075580"/>
                  <a:pt x="1397865" y="833222"/>
                </a:cubicBezTo>
                <a:cubicBezTo>
                  <a:pt x="1362940" y="590864"/>
                  <a:pt x="1316726" y="528422"/>
                  <a:pt x="1260282" y="407772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6BD4B0D-DBA6-4698-8449-88614886D593}"/>
              </a:ext>
            </a:extLst>
          </p:cNvPr>
          <p:cNvSpPr/>
          <p:nvPr/>
        </p:nvSpPr>
        <p:spPr>
          <a:xfrm>
            <a:off x="2448228" y="618960"/>
            <a:ext cx="613502" cy="1842233"/>
          </a:xfrm>
          <a:custGeom>
            <a:avLst/>
            <a:gdLst>
              <a:gd name="connsiteX0" fmla="*/ 285135 w 515920"/>
              <a:gd name="connsiteY0" fmla="*/ 0 h 1524000"/>
              <a:gd name="connsiteX1" fmla="*/ 294967 w 515920"/>
              <a:gd name="connsiteY1" fmla="*/ 176981 h 1524000"/>
              <a:gd name="connsiteX2" fmla="*/ 462116 w 515920"/>
              <a:gd name="connsiteY2" fmla="*/ 491613 h 1524000"/>
              <a:gd name="connsiteX3" fmla="*/ 511277 w 515920"/>
              <a:gd name="connsiteY3" fmla="*/ 599768 h 1524000"/>
              <a:gd name="connsiteX4" fmla="*/ 363793 w 515920"/>
              <a:gd name="connsiteY4" fmla="*/ 668593 h 1524000"/>
              <a:gd name="connsiteX5" fmla="*/ 363793 w 515920"/>
              <a:gd name="connsiteY5" fmla="*/ 747252 h 1524000"/>
              <a:gd name="connsiteX6" fmla="*/ 403122 w 515920"/>
              <a:gd name="connsiteY6" fmla="*/ 806245 h 1524000"/>
              <a:gd name="connsiteX7" fmla="*/ 403122 w 515920"/>
              <a:gd name="connsiteY7" fmla="*/ 825910 h 1524000"/>
              <a:gd name="connsiteX8" fmla="*/ 285135 w 515920"/>
              <a:gd name="connsiteY8" fmla="*/ 855406 h 1524000"/>
              <a:gd name="connsiteX9" fmla="*/ 412955 w 515920"/>
              <a:gd name="connsiteY9" fmla="*/ 875071 h 1524000"/>
              <a:gd name="connsiteX10" fmla="*/ 393290 w 515920"/>
              <a:gd name="connsiteY10" fmla="*/ 924232 h 1524000"/>
              <a:gd name="connsiteX11" fmla="*/ 393290 w 515920"/>
              <a:gd name="connsiteY11" fmla="*/ 1012722 h 1524000"/>
              <a:gd name="connsiteX12" fmla="*/ 373626 w 515920"/>
              <a:gd name="connsiteY12" fmla="*/ 1160206 h 1524000"/>
              <a:gd name="connsiteX13" fmla="*/ 117987 w 515920"/>
              <a:gd name="connsiteY13" fmla="*/ 1130710 h 1524000"/>
              <a:gd name="connsiteX14" fmla="*/ 29497 w 515920"/>
              <a:gd name="connsiteY14" fmla="*/ 1229032 h 1524000"/>
              <a:gd name="connsiteX15" fmla="*/ 9832 w 515920"/>
              <a:gd name="connsiteY15" fmla="*/ 1524000 h 1524000"/>
              <a:gd name="connsiteX16" fmla="*/ 9832 w 515920"/>
              <a:gd name="connsiteY16" fmla="*/ 1524000 h 1524000"/>
              <a:gd name="connsiteX17" fmla="*/ 0 w 515920"/>
              <a:gd name="connsiteY17" fmla="*/ 1524000 h 1524000"/>
              <a:gd name="connsiteX0" fmla="*/ 285135 w 515920"/>
              <a:gd name="connsiteY0" fmla="*/ 0 h 1524000"/>
              <a:gd name="connsiteX1" fmla="*/ 294967 w 515920"/>
              <a:gd name="connsiteY1" fmla="*/ 265471 h 1524000"/>
              <a:gd name="connsiteX2" fmla="*/ 462116 w 515920"/>
              <a:gd name="connsiteY2" fmla="*/ 491613 h 1524000"/>
              <a:gd name="connsiteX3" fmla="*/ 511277 w 515920"/>
              <a:gd name="connsiteY3" fmla="*/ 599768 h 1524000"/>
              <a:gd name="connsiteX4" fmla="*/ 363793 w 515920"/>
              <a:gd name="connsiteY4" fmla="*/ 668593 h 1524000"/>
              <a:gd name="connsiteX5" fmla="*/ 363793 w 515920"/>
              <a:gd name="connsiteY5" fmla="*/ 747252 h 1524000"/>
              <a:gd name="connsiteX6" fmla="*/ 403122 w 515920"/>
              <a:gd name="connsiteY6" fmla="*/ 806245 h 1524000"/>
              <a:gd name="connsiteX7" fmla="*/ 403122 w 515920"/>
              <a:gd name="connsiteY7" fmla="*/ 825910 h 1524000"/>
              <a:gd name="connsiteX8" fmla="*/ 285135 w 515920"/>
              <a:gd name="connsiteY8" fmla="*/ 855406 h 1524000"/>
              <a:gd name="connsiteX9" fmla="*/ 412955 w 515920"/>
              <a:gd name="connsiteY9" fmla="*/ 875071 h 1524000"/>
              <a:gd name="connsiteX10" fmla="*/ 393290 w 515920"/>
              <a:gd name="connsiteY10" fmla="*/ 924232 h 1524000"/>
              <a:gd name="connsiteX11" fmla="*/ 393290 w 515920"/>
              <a:gd name="connsiteY11" fmla="*/ 1012722 h 1524000"/>
              <a:gd name="connsiteX12" fmla="*/ 373626 w 515920"/>
              <a:gd name="connsiteY12" fmla="*/ 1160206 h 1524000"/>
              <a:gd name="connsiteX13" fmla="*/ 117987 w 515920"/>
              <a:gd name="connsiteY13" fmla="*/ 1130710 h 1524000"/>
              <a:gd name="connsiteX14" fmla="*/ 29497 w 515920"/>
              <a:gd name="connsiteY14" fmla="*/ 1229032 h 1524000"/>
              <a:gd name="connsiteX15" fmla="*/ 9832 w 515920"/>
              <a:gd name="connsiteY15" fmla="*/ 1524000 h 1524000"/>
              <a:gd name="connsiteX16" fmla="*/ 9832 w 515920"/>
              <a:gd name="connsiteY16" fmla="*/ 1524000 h 1524000"/>
              <a:gd name="connsiteX17" fmla="*/ 0 w 515920"/>
              <a:gd name="connsiteY17" fmla="*/ 1524000 h 1524000"/>
              <a:gd name="connsiteX0" fmla="*/ 345325 w 515920"/>
              <a:gd name="connsiteY0" fmla="*/ 0 h 1504336"/>
              <a:gd name="connsiteX1" fmla="*/ 294967 w 515920"/>
              <a:gd name="connsiteY1" fmla="*/ 245807 h 1504336"/>
              <a:gd name="connsiteX2" fmla="*/ 462116 w 515920"/>
              <a:gd name="connsiteY2" fmla="*/ 471949 h 1504336"/>
              <a:gd name="connsiteX3" fmla="*/ 511277 w 515920"/>
              <a:gd name="connsiteY3" fmla="*/ 580104 h 1504336"/>
              <a:gd name="connsiteX4" fmla="*/ 363793 w 515920"/>
              <a:gd name="connsiteY4" fmla="*/ 648929 h 1504336"/>
              <a:gd name="connsiteX5" fmla="*/ 363793 w 515920"/>
              <a:gd name="connsiteY5" fmla="*/ 727588 h 1504336"/>
              <a:gd name="connsiteX6" fmla="*/ 403122 w 515920"/>
              <a:gd name="connsiteY6" fmla="*/ 786581 h 1504336"/>
              <a:gd name="connsiteX7" fmla="*/ 403122 w 515920"/>
              <a:gd name="connsiteY7" fmla="*/ 806246 h 1504336"/>
              <a:gd name="connsiteX8" fmla="*/ 285135 w 515920"/>
              <a:gd name="connsiteY8" fmla="*/ 835742 h 1504336"/>
              <a:gd name="connsiteX9" fmla="*/ 412955 w 515920"/>
              <a:gd name="connsiteY9" fmla="*/ 855407 h 1504336"/>
              <a:gd name="connsiteX10" fmla="*/ 393290 w 515920"/>
              <a:gd name="connsiteY10" fmla="*/ 904568 h 1504336"/>
              <a:gd name="connsiteX11" fmla="*/ 393290 w 515920"/>
              <a:gd name="connsiteY11" fmla="*/ 993058 h 1504336"/>
              <a:gd name="connsiteX12" fmla="*/ 373626 w 515920"/>
              <a:gd name="connsiteY12" fmla="*/ 1140542 h 1504336"/>
              <a:gd name="connsiteX13" fmla="*/ 117987 w 515920"/>
              <a:gd name="connsiteY13" fmla="*/ 1111046 h 1504336"/>
              <a:gd name="connsiteX14" fmla="*/ 29497 w 515920"/>
              <a:gd name="connsiteY14" fmla="*/ 1209368 h 1504336"/>
              <a:gd name="connsiteX15" fmla="*/ 9832 w 515920"/>
              <a:gd name="connsiteY15" fmla="*/ 1504336 h 1504336"/>
              <a:gd name="connsiteX16" fmla="*/ 9832 w 515920"/>
              <a:gd name="connsiteY16" fmla="*/ 1504336 h 1504336"/>
              <a:gd name="connsiteX17" fmla="*/ 0 w 515920"/>
              <a:gd name="connsiteY17" fmla="*/ 1504336 h 1504336"/>
              <a:gd name="connsiteX0" fmla="*/ 345325 w 515920"/>
              <a:gd name="connsiteY0" fmla="*/ 0 h 1504336"/>
              <a:gd name="connsiteX1" fmla="*/ 322361 w 515920"/>
              <a:gd name="connsiteY1" fmla="*/ 104673 h 1504336"/>
              <a:gd name="connsiteX2" fmla="*/ 294967 w 515920"/>
              <a:gd name="connsiteY2" fmla="*/ 245807 h 1504336"/>
              <a:gd name="connsiteX3" fmla="*/ 462116 w 515920"/>
              <a:gd name="connsiteY3" fmla="*/ 471949 h 1504336"/>
              <a:gd name="connsiteX4" fmla="*/ 511277 w 515920"/>
              <a:gd name="connsiteY4" fmla="*/ 580104 h 1504336"/>
              <a:gd name="connsiteX5" fmla="*/ 363793 w 515920"/>
              <a:gd name="connsiteY5" fmla="*/ 648929 h 1504336"/>
              <a:gd name="connsiteX6" fmla="*/ 363793 w 515920"/>
              <a:gd name="connsiteY6" fmla="*/ 727588 h 1504336"/>
              <a:gd name="connsiteX7" fmla="*/ 403122 w 515920"/>
              <a:gd name="connsiteY7" fmla="*/ 786581 h 1504336"/>
              <a:gd name="connsiteX8" fmla="*/ 403122 w 515920"/>
              <a:gd name="connsiteY8" fmla="*/ 806246 h 1504336"/>
              <a:gd name="connsiteX9" fmla="*/ 285135 w 515920"/>
              <a:gd name="connsiteY9" fmla="*/ 835742 h 1504336"/>
              <a:gd name="connsiteX10" fmla="*/ 412955 w 515920"/>
              <a:gd name="connsiteY10" fmla="*/ 855407 h 1504336"/>
              <a:gd name="connsiteX11" fmla="*/ 393290 w 515920"/>
              <a:gd name="connsiteY11" fmla="*/ 904568 h 1504336"/>
              <a:gd name="connsiteX12" fmla="*/ 393290 w 515920"/>
              <a:gd name="connsiteY12" fmla="*/ 993058 h 1504336"/>
              <a:gd name="connsiteX13" fmla="*/ 373626 w 515920"/>
              <a:gd name="connsiteY13" fmla="*/ 1140542 h 1504336"/>
              <a:gd name="connsiteX14" fmla="*/ 117987 w 515920"/>
              <a:gd name="connsiteY14" fmla="*/ 1111046 h 1504336"/>
              <a:gd name="connsiteX15" fmla="*/ 29497 w 515920"/>
              <a:gd name="connsiteY15" fmla="*/ 1209368 h 1504336"/>
              <a:gd name="connsiteX16" fmla="*/ 9832 w 515920"/>
              <a:gd name="connsiteY16" fmla="*/ 1504336 h 1504336"/>
              <a:gd name="connsiteX17" fmla="*/ 9832 w 515920"/>
              <a:gd name="connsiteY17" fmla="*/ 1504336 h 1504336"/>
              <a:gd name="connsiteX18" fmla="*/ 0 w 515920"/>
              <a:gd name="connsiteY18" fmla="*/ 1504336 h 1504336"/>
              <a:gd name="connsiteX0" fmla="*/ 339772 w 515920"/>
              <a:gd name="connsiteY0" fmla="*/ 0 h 1571011"/>
              <a:gd name="connsiteX1" fmla="*/ 322361 w 515920"/>
              <a:gd name="connsiteY1" fmla="*/ 171348 h 1571011"/>
              <a:gd name="connsiteX2" fmla="*/ 294967 w 515920"/>
              <a:gd name="connsiteY2" fmla="*/ 312482 h 1571011"/>
              <a:gd name="connsiteX3" fmla="*/ 462116 w 515920"/>
              <a:gd name="connsiteY3" fmla="*/ 538624 h 1571011"/>
              <a:gd name="connsiteX4" fmla="*/ 511277 w 515920"/>
              <a:gd name="connsiteY4" fmla="*/ 646779 h 1571011"/>
              <a:gd name="connsiteX5" fmla="*/ 363793 w 515920"/>
              <a:gd name="connsiteY5" fmla="*/ 715604 h 1571011"/>
              <a:gd name="connsiteX6" fmla="*/ 363793 w 515920"/>
              <a:gd name="connsiteY6" fmla="*/ 794263 h 1571011"/>
              <a:gd name="connsiteX7" fmla="*/ 403122 w 515920"/>
              <a:gd name="connsiteY7" fmla="*/ 853256 h 1571011"/>
              <a:gd name="connsiteX8" fmla="*/ 403122 w 515920"/>
              <a:gd name="connsiteY8" fmla="*/ 872921 h 1571011"/>
              <a:gd name="connsiteX9" fmla="*/ 285135 w 515920"/>
              <a:gd name="connsiteY9" fmla="*/ 902417 h 1571011"/>
              <a:gd name="connsiteX10" fmla="*/ 412955 w 515920"/>
              <a:gd name="connsiteY10" fmla="*/ 922082 h 1571011"/>
              <a:gd name="connsiteX11" fmla="*/ 393290 w 515920"/>
              <a:gd name="connsiteY11" fmla="*/ 971243 h 1571011"/>
              <a:gd name="connsiteX12" fmla="*/ 393290 w 515920"/>
              <a:gd name="connsiteY12" fmla="*/ 1059733 h 1571011"/>
              <a:gd name="connsiteX13" fmla="*/ 373626 w 515920"/>
              <a:gd name="connsiteY13" fmla="*/ 1207217 h 1571011"/>
              <a:gd name="connsiteX14" fmla="*/ 117987 w 515920"/>
              <a:gd name="connsiteY14" fmla="*/ 1177721 h 1571011"/>
              <a:gd name="connsiteX15" fmla="*/ 29497 w 515920"/>
              <a:gd name="connsiteY15" fmla="*/ 1276043 h 1571011"/>
              <a:gd name="connsiteX16" fmla="*/ 9832 w 515920"/>
              <a:gd name="connsiteY16" fmla="*/ 1571011 h 1571011"/>
              <a:gd name="connsiteX17" fmla="*/ 9832 w 515920"/>
              <a:gd name="connsiteY17" fmla="*/ 1571011 h 1571011"/>
              <a:gd name="connsiteX18" fmla="*/ 0 w 515920"/>
              <a:gd name="connsiteY18" fmla="*/ 1571011 h 1571011"/>
              <a:gd name="connsiteX0" fmla="*/ 339772 w 515756"/>
              <a:gd name="connsiteY0" fmla="*/ 0 h 1571011"/>
              <a:gd name="connsiteX1" fmla="*/ 322361 w 515756"/>
              <a:gd name="connsiteY1" fmla="*/ 171348 h 1571011"/>
              <a:gd name="connsiteX2" fmla="*/ 306074 w 515756"/>
              <a:gd name="connsiteY2" fmla="*/ 366457 h 1571011"/>
              <a:gd name="connsiteX3" fmla="*/ 462116 w 515756"/>
              <a:gd name="connsiteY3" fmla="*/ 538624 h 1571011"/>
              <a:gd name="connsiteX4" fmla="*/ 511277 w 515756"/>
              <a:gd name="connsiteY4" fmla="*/ 646779 h 1571011"/>
              <a:gd name="connsiteX5" fmla="*/ 363793 w 515756"/>
              <a:gd name="connsiteY5" fmla="*/ 715604 h 1571011"/>
              <a:gd name="connsiteX6" fmla="*/ 363793 w 515756"/>
              <a:gd name="connsiteY6" fmla="*/ 794263 h 1571011"/>
              <a:gd name="connsiteX7" fmla="*/ 403122 w 515756"/>
              <a:gd name="connsiteY7" fmla="*/ 853256 h 1571011"/>
              <a:gd name="connsiteX8" fmla="*/ 403122 w 515756"/>
              <a:gd name="connsiteY8" fmla="*/ 872921 h 1571011"/>
              <a:gd name="connsiteX9" fmla="*/ 285135 w 515756"/>
              <a:gd name="connsiteY9" fmla="*/ 902417 h 1571011"/>
              <a:gd name="connsiteX10" fmla="*/ 412955 w 515756"/>
              <a:gd name="connsiteY10" fmla="*/ 922082 h 1571011"/>
              <a:gd name="connsiteX11" fmla="*/ 393290 w 515756"/>
              <a:gd name="connsiteY11" fmla="*/ 971243 h 1571011"/>
              <a:gd name="connsiteX12" fmla="*/ 393290 w 515756"/>
              <a:gd name="connsiteY12" fmla="*/ 1059733 h 1571011"/>
              <a:gd name="connsiteX13" fmla="*/ 373626 w 515756"/>
              <a:gd name="connsiteY13" fmla="*/ 1207217 h 1571011"/>
              <a:gd name="connsiteX14" fmla="*/ 117987 w 515756"/>
              <a:gd name="connsiteY14" fmla="*/ 1177721 h 1571011"/>
              <a:gd name="connsiteX15" fmla="*/ 29497 w 515756"/>
              <a:gd name="connsiteY15" fmla="*/ 1276043 h 1571011"/>
              <a:gd name="connsiteX16" fmla="*/ 9832 w 515756"/>
              <a:gd name="connsiteY16" fmla="*/ 1571011 h 1571011"/>
              <a:gd name="connsiteX17" fmla="*/ 9832 w 515756"/>
              <a:gd name="connsiteY17" fmla="*/ 1571011 h 1571011"/>
              <a:gd name="connsiteX18" fmla="*/ 0 w 51575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03122 w 489726"/>
              <a:gd name="connsiteY7" fmla="*/ 853256 h 1571011"/>
              <a:gd name="connsiteX8" fmla="*/ 403122 w 489726"/>
              <a:gd name="connsiteY8" fmla="*/ 87292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19782 w 489726"/>
              <a:gd name="connsiteY7" fmla="*/ 824681 h 1571011"/>
              <a:gd name="connsiteX8" fmla="*/ 403122 w 489726"/>
              <a:gd name="connsiteY8" fmla="*/ 87292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19782 w 489726"/>
              <a:gd name="connsiteY7" fmla="*/ 824681 h 1571011"/>
              <a:gd name="connsiteX8" fmla="*/ 397569 w 489726"/>
              <a:gd name="connsiteY8" fmla="*/ 87927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9346 w 489726"/>
              <a:gd name="connsiteY6" fmla="*/ 813313 h 1571011"/>
              <a:gd name="connsiteX7" fmla="*/ 419782 w 489726"/>
              <a:gd name="connsiteY7" fmla="*/ 824681 h 1571011"/>
              <a:gd name="connsiteX8" fmla="*/ 397569 w 489726"/>
              <a:gd name="connsiteY8" fmla="*/ 87927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8705"/>
              <a:gd name="connsiteY0" fmla="*/ 0 h 1571011"/>
              <a:gd name="connsiteX1" fmla="*/ 322361 w 488705"/>
              <a:gd name="connsiteY1" fmla="*/ 171348 h 1571011"/>
              <a:gd name="connsiteX2" fmla="*/ 306074 w 488705"/>
              <a:gd name="connsiteY2" fmla="*/ 366457 h 1571011"/>
              <a:gd name="connsiteX3" fmla="*/ 462116 w 488705"/>
              <a:gd name="connsiteY3" fmla="*/ 538624 h 1571011"/>
              <a:gd name="connsiteX4" fmla="*/ 480733 w 488705"/>
              <a:gd name="connsiteY4" fmla="*/ 656304 h 1571011"/>
              <a:gd name="connsiteX5" fmla="*/ 377676 w 488705"/>
              <a:gd name="connsiteY5" fmla="*/ 721954 h 1571011"/>
              <a:gd name="connsiteX6" fmla="*/ 369346 w 488705"/>
              <a:gd name="connsiteY6" fmla="*/ 813313 h 1571011"/>
              <a:gd name="connsiteX7" fmla="*/ 419782 w 488705"/>
              <a:gd name="connsiteY7" fmla="*/ 824681 h 1571011"/>
              <a:gd name="connsiteX8" fmla="*/ 397569 w 488705"/>
              <a:gd name="connsiteY8" fmla="*/ 879271 h 1571011"/>
              <a:gd name="connsiteX9" fmla="*/ 285135 w 488705"/>
              <a:gd name="connsiteY9" fmla="*/ 902417 h 1571011"/>
              <a:gd name="connsiteX10" fmla="*/ 412955 w 488705"/>
              <a:gd name="connsiteY10" fmla="*/ 922082 h 1571011"/>
              <a:gd name="connsiteX11" fmla="*/ 393290 w 488705"/>
              <a:gd name="connsiteY11" fmla="*/ 971243 h 1571011"/>
              <a:gd name="connsiteX12" fmla="*/ 393290 w 488705"/>
              <a:gd name="connsiteY12" fmla="*/ 1059733 h 1571011"/>
              <a:gd name="connsiteX13" fmla="*/ 373626 w 488705"/>
              <a:gd name="connsiteY13" fmla="*/ 1207217 h 1571011"/>
              <a:gd name="connsiteX14" fmla="*/ 117987 w 488705"/>
              <a:gd name="connsiteY14" fmla="*/ 1177721 h 1571011"/>
              <a:gd name="connsiteX15" fmla="*/ 29497 w 488705"/>
              <a:gd name="connsiteY15" fmla="*/ 1276043 h 1571011"/>
              <a:gd name="connsiteX16" fmla="*/ 9832 w 488705"/>
              <a:gd name="connsiteY16" fmla="*/ 1571011 h 1571011"/>
              <a:gd name="connsiteX17" fmla="*/ 9832 w 488705"/>
              <a:gd name="connsiteY17" fmla="*/ 1571011 h 1571011"/>
              <a:gd name="connsiteX18" fmla="*/ 0 w 488705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9782 w 486031"/>
              <a:gd name="connsiteY7" fmla="*/ 824681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393290 w 486031"/>
              <a:gd name="connsiteY11" fmla="*/ 971243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393290 w 486031"/>
              <a:gd name="connsiteY11" fmla="*/ 971243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162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162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292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717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7173 w 486031"/>
              <a:gd name="connsiteY11" fmla="*/ 968068 h 1571011"/>
              <a:gd name="connsiteX12" fmla="*/ 357193 w 486031"/>
              <a:gd name="connsiteY12" fmla="*/ 10152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12005 w 486031"/>
              <a:gd name="connsiteY0" fmla="*/ 0 h 1504336"/>
              <a:gd name="connsiteX1" fmla="*/ 322361 w 486031"/>
              <a:gd name="connsiteY1" fmla="*/ 104673 h 1504336"/>
              <a:gd name="connsiteX2" fmla="*/ 306074 w 486031"/>
              <a:gd name="connsiteY2" fmla="*/ 299782 h 1504336"/>
              <a:gd name="connsiteX3" fmla="*/ 453786 w 486031"/>
              <a:gd name="connsiteY3" fmla="*/ 494174 h 1504336"/>
              <a:gd name="connsiteX4" fmla="*/ 480733 w 486031"/>
              <a:gd name="connsiteY4" fmla="*/ 589629 h 1504336"/>
              <a:gd name="connsiteX5" fmla="*/ 377676 w 486031"/>
              <a:gd name="connsiteY5" fmla="*/ 655279 h 1504336"/>
              <a:gd name="connsiteX6" fmla="*/ 369346 w 486031"/>
              <a:gd name="connsiteY6" fmla="*/ 746638 h 1504336"/>
              <a:gd name="connsiteX7" fmla="*/ 405899 w 486031"/>
              <a:gd name="connsiteY7" fmla="*/ 786581 h 1504336"/>
              <a:gd name="connsiteX8" fmla="*/ 403122 w 486031"/>
              <a:gd name="connsiteY8" fmla="*/ 825296 h 1504336"/>
              <a:gd name="connsiteX9" fmla="*/ 304572 w 486031"/>
              <a:gd name="connsiteY9" fmla="*/ 848442 h 1504336"/>
              <a:gd name="connsiteX10" fmla="*/ 412955 w 486031"/>
              <a:gd name="connsiteY10" fmla="*/ 855407 h 1504336"/>
              <a:gd name="connsiteX11" fmla="*/ 407173 w 486031"/>
              <a:gd name="connsiteY11" fmla="*/ 901393 h 1504336"/>
              <a:gd name="connsiteX12" fmla="*/ 357193 w 486031"/>
              <a:gd name="connsiteY12" fmla="*/ 948608 h 1504336"/>
              <a:gd name="connsiteX13" fmla="*/ 373626 w 486031"/>
              <a:gd name="connsiteY13" fmla="*/ 1140542 h 1504336"/>
              <a:gd name="connsiteX14" fmla="*/ 117987 w 486031"/>
              <a:gd name="connsiteY14" fmla="*/ 1111046 h 1504336"/>
              <a:gd name="connsiteX15" fmla="*/ 29497 w 486031"/>
              <a:gd name="connsiteY15" fmla="*/ 1209368 h 1504336"/>
              <a:gd name="connsiteX16" fmla="*/ 9832 w 486031"/>
              <a:gd name="connsiteY16" fmla="*/ 1504336 h 1504336"/>
              <a:gd name="connsiteX17" fmla="*/ 9832 w 486031"/>
              <a:gd name="connsiteY17" fmla="*/ 1504336 h 1504336"/>
              <a:gd name="connsiteX18" fmla="*/ 0 w 486031"/>
              <a:gd name="connsiteY18" fmla="*/ 1504336 h 1504336"/>
              <a:gd name="connsiteX0" fmla="*/ 312005 w 486031"/>
              <a:gd name="connsiteY0" fmla="*/ 0 h 1504336"/>
              <a:gd name="connsiteX1" fmla="*/ 322361 w 486031"/>
              <a:gd name="connsiteY1" fmla="*/ 136423 h 1504336"/>
              <a:gd name="connsiteX2" fmla="*/ 306074 w 486031"/>
              <a:gd name="connsiteY2" fmla="*/ 299782 h 1504336"/>
              <a:gd name="connsiteX3" fmla="*/ 453786 w 486031"/>
              <a:gd name="connsiteY3" fmla="*/ 494174 h 1504336"/>
              <a:gd name="connsiteX4" fmla="*/ 480733 w 486031"/>
              <a:gd name="connsiteY4" fmla="*/ 589629 h 1504336"/>
              <a:gd name="connsiteX5" fmla="*/ 377676 w 486031"/>
              <a:gd name="connsiteY5" fmla="*/ 655279 h 1504336"/>
              <a:gd name="connsiteX6" fmla="*/ 369346 w 486031"/>
              <a:gd name="connsiteY6" fmla="*/ 746638 h 1504336"/>
              <a:gd name="connsiteX7" fmla="*/ 405899 w 486031"/>
              <a:gd name="connsiteY7" fmla="*/ 786581 h 1504336"/>
              <a:gd name="connsiteX8" fmla="*/ 403122 w 486031"/>
              <a:gd name="connsiteY8" fmla="*/ 825296 h 1504336"/>
              <a:gd name="connsiteX9" fmla="*/ 304572 w 486031"/>
              <a:gd name="connsiteY9" fmla="*/ 848442 h 1504336"/>
              <a:gd name="connsiteX10" fmla="*/ 412955 w 486031"/>
              <a:gd name="connsiteY10" fmla="*/ 855407 h 1504336"/>
              <a:gd name="connsiteX11" fmla="*/ 407173 w 486031"/>
              <a:gd name="connsiteY11" fmla="*/ 901393 h 1504336"/>
              <a:gd name="connsiteX12" fmla="*/ 357193 w 486031"/>
              <a:gd name="connsiteY12" fmla="*/ 948608 h 1504336"/>
              <a:gd name="connsiteX13" fmla="*/ 373626 w 486031"/>
              <a:gd name="connsiteY13" fmla="*/ 1140542 h 1504336"/>
              <a:gd name="connsiteX14" fmla="*/ 117987 w 486031"/>
              <a:gd name="connsiteY14" fmla="*/ 1111046 h 1504336"/>
              <a:gd name="connsiteX15" fmla="*/ 29497 w 486031"/>
              <a:gd name="connsiteY15" fmla="*/ 1209368 h 1504336"/>
              <a:gd name="connsiteX16" fmla="*/ 9832 w 486031"/>
              <a:gd name="connsiteY16" fmla="*/ 1504336 h 1504336"/>
              <a:gd name="connsiteX17" fmla="*/ 9832 w 486031"/>
              <a:gd name="connsiteY17" fmla="*/ 1504336 h 1504336"/>
              <a:gd name="connsiteX18" fmla="*/ 0 w 486031"/>
              <a:gd name="connsiteY18" fmla="*/ 1504336 h 1504336"/>
              <a:gd name="connsiteX0" fmla="*/ 312005 w 485953"/>
              <a:gd name="connsiteY0" fmla="*/ 0 h 1504336"/>
              <a:gd name="connsiteX1" fmla="*/ 322361 w 485953"/>
              <a:gd name="connsiteY1" fmla="*/ 136423 h 1504336"/>
              <a:gd name="connsiteX2" fmla="*/ 308851 w 485953"/>
              <a:gd name="connsiteY2" fmla="*/ 318832 h 1504336"/>
              <a:gd name="connsiteX3" fmla="*/ 453786 w 485953"/>
              <a:gd name="connsiteY3" fmla="*/ 494174 h 1504336"/>
              <a:gd name="connsiteX4" fmla="*/ 480733 w 485953"/>
              <a:gd name="connsiteY4" fmla="*/ 589629 h 1504336"/>
              <a:gd name="connsiteX5" fmla="*/ 377676 w 485953"/>
              <a:gd name="connsiteY5" fmla="*/ 655279 h 1504336"/>
              <a:gd name="connsiteX6" fmla="*/ 369346 w 485953"/>
              <a:gd name="connsiteY6" fmla="*/ 746638 h 1504336"/>
              <a:gd name="connsiteX7" fmla="*/ 405899 w 485953"/>
              <a:gd name="connsiteY7" fmla="*/ 786581 h 1504336"/>
              <a:gd name="connsiteX8" fmla="*/ 403122 w 485953"/>
              <a:gd name="connsiteY8" fmla="*/ 825296 h 1504336"/>
              <a:gd name="connsiteX9" fmla="*/ 304572 w 485953"/>
              <a:gd name="connsiteY9" fmla="*/ 848442 h 1504336"/>
              <a:gd name="connsiteX10" fmla="*/ 412955 w 485953"/>
              <a:gd name="connsiteY10" fmla="*/ 855407 h 1504336"/>
              <a:gd name="connsiteX11" fmla="*/ 407173 w 485953"/>
              <a:gd name="connsiteY11" fmla="*/ 901393 h 1504336"/>
              <a:gd name="connsiteX12" fmla="*/ 357193 w 485953"/>
              <a:gd name="connsiteY12" fmla="*/ 948608 h 1504336"/>
              <a:gd name="connsiteX13" fmla="*/ 373626 w 485953"/>
              <a:gd name="connsiteY13" fmla="*/ 1140542 h 1504336"/>
              <a:gd name="connsiteX14" fmla="*/ 117987 w 485953"/>
              <a:gd name="connsiteY14" fmla="*/ 1111046 h 1504336"/>
              <a:gd name="connsiteX15" fmla="*/ 29497 w 485953"/>
              <a:gd name="connsiteY15" fmla="*/ 1209368 h 1504336"/>
              <a:gd name="connsiteX16" fmla="*/ 9832 w 485953"/>
              <a:gd name="connsiteY16" fmla="*/ 1504336 h 1504336"/>
              <a:gd name="connsiteX17" fmla="*/ 9832 w 485953"/>
              <a:gd name="connsiteY17" fmla="*/ 1504336 h 1504336"/>
              <a:gd name="connsiteX18" fmla="*/ 0 w 485953"/>
              <a:gd name="connsiteY18" fmla="*/ 1504336 h 1504336"/>
              <a:gd name="connsiteX0" fmla="*/ 312005 w 481453"/>
              <a:gd name="connsiteY0" fmla="*/ 0 h 1504336"/>
              <a:gd name="connsiteX1" fmla="*/ 322361 w 481453"/>
              <a:gd name="connsiteY1" fmla="*/ 136423 h 1504336"/>
              <a:gd name="connsiteX2" fmla="*/ 308851 w 481453"/>
              <a:gd name="connsiteY2" fmla="*/ 318832 h 1504336"/>
              <a:gd name="connsiteX3" fmla="*/ 417689 w 481453"/>
              <a:gd name="connsiteY3" fmla="*/ 494174 h 1504336"/>
              <a:gd name="connsiteX4" fmla="*/ 480733 w 481453"/>
              <a:gd name="connsiteY4" fmla="*/ 589629 h 1504336"/>
              <a:gd name="connsiteX5" fmla="*/ 377676 w 481453"/>
              <a:gd name="connsiteY5" fmla="*/ 655279 h 1504336"/>
              <a:gd name="connsiteX6" fmla="*/ 369346 w 481453"/>
              <a:gd name="connsiteY6" fmla="*/ 746638 h 1504336"/>
              <a:gd name="connsiteX7" fmla="*/ 405899 w 481453"/>
              <a:gd name="connsiteY7" fmla="*/ 786581 h 1504336"/>
              <a:gd name="connsiteX8" fmla="*/ 403122 w 481453"/>
              <a:gd name="connsiteY8" fmla="*/ 825296 h 1504336"/>
              <a:gd name="connsiteX9" fmla="*/ 304572 w 481453"/>
              <a:gd name="connsiteY9" fmla="*/ 848442 h 1504336"/>
              <a:gd name="connsiteX10" fmla="*/ 412955 w 481453"/>
              <a:gd name="connsiteY10" fmla="*/ 855407 h 1504336"/>
              <a:gd name="connsiteX11" fmla="*/ 407173 w 481453"/>
              <a:gd name="connsiteY11" fmla="*/ 901393 h 1504336"/>
              <a:gd name="connsiteX12" fmla="*/ 357193 w 481453"/>
              <a:gd name="connsiteY12" fmla="*/ 948608 h 1504336"/>
              <a:gd name="connsiteX13" fmla="*/ 373626 w 481453"/>
              <a:gd name="connsiteY13" fmla="*/ 1140542 h 1504336"/>
              <a:gd name="connsiteX14" fmla="*/ 117987 w 481453"/>
              <a:gd name="connsiteY14" fmla="*/ 1111046 h 1504336"/>
              <a:gd name="connsiteX15" fmla="*/ 29497 w 481453"/>
              <a:gd name="connsiteY15" fmla="*/ 1209368 h 1504336"/>
              <a:gd name="connsiteX16" fmla="*/ 9832 w 481453"/>
              <a:gd name="connsiteY16" fmla="*/ 1504336 h 1504336"/>
              <a:gd name="connsiteX17" fmla="*/ 9832 w 481453"/>
              <a:gd name="connsiteY17" fmla="*/ 1504336 h 1504336"/>
              <a:gd name="connsiteX18" fmla="*/ 0 w 481453"/>
              <a:gd name="connsiteY18" fmla="*/ 1504336 h 1504336"/>
              <a:gd name="connsiteX0" fmla="*/ 312005 w 467805"/>
              <a:gd name="connsiteY0" fmla="*/ 0 h 1504336"/>
              <a:gd name="connsiteX1" fmla="*/ 322361 w 467805"/>
              <a:gd name="connsiteY1" fmla="*/ 136423 h 1504336"/>
              <a:gd name="connsiteX2" fmla="*/ 308851 w 467805"/>
              <a:gd name="connsiteY2" fmla="*/ 318832 h 1504336"/>
              <a:gd name="connsiteX3" fmla="*/ 417689 w 467805"/>
              <a:gd name="connsiteY3" fmla="*/ 494174 h 1504336"/>
              <a:gd name="connsiteX4" fmla="*/ 466850 w 467805"/>
              <a:gd name="connsiteY4" fmla="*/ 576929 h 1504336"/>
              <a:gd name="connsiteX5" fmla="*/ 377676 w 467805"/>
              <a:gd name="connsiteY5" fmla="*/ 655279 h 1504336"/>
              <a:gd name="connsiteX6" fmla="*/ 369346 w 467805"/>
              <a:gd name="connsiteY6" fmla="*/ 746638 h 1504336"/>
              <a:gd name="connsiteX7" fmla="*/ 405899 w 467805"/>
              <a:gd name="connsiteY7" fmla="*/ 786581 h 1504336"/>
              <a:gd name="connsiteX8" fmla="*/ 403122 w 467805"/>
              <a:gd name="connsiteY8" fmla="*/ 825296 h 1504336"/>
              <a:gd name="connsiteX9" fmla="*/ 304572 w 467805"/>
              <a:gd name="connsiteY9" fmla="*/ 848442 h 1504336"/>
              <a:gd name="connsiteX10" fmla="*/ 412955 w 467805"/>
              <a:gd name="connsiteY10" fmla="*/ 855407 h 1504336"/>
              <a:gd name="connsiteX11" fmla="*/ 407173 w 467805"/>
              <a:gd name="connsiteY11" fmla="*/ 901393 h 1504336"/>
              <a:gd name="connsiteX12" fmla="*/ 357193 w 467805"/>
              <a:gd name="connsiteY12" fmla="*/ 948608 h 1504336"/>
              <a:gd name="connsiteX13" fmla="*/ 373626 w 467805"/>
              <a:gd name="connsiteY13" fmla="*/ 1140542 h 1504336"/>
              <a:gd name="connsiteX14" fmla="*/ 117987 w 467805"/>
              <a:gd name="connsiteY14" fmla="*/ 1111046 h 1504336"/>
              <a:gd name="connsiteX15" fmla="*/ 29497 w 467805"/>
              <a:gd name="connsiteY15" fmla="*/ 1209368 h 1504336"/>
              <a:gd name="connsiteX16" fmla="*/ 9832 w 467805"/>
              <a:gd name="connsiteY16" fmla="*/ 1504336 h 1504336"/>
              <a:gd name="connsiteX17" fmla="*/ 9832 w 467805"/>
              <a:gd name="connsiteY17" fmla="*/ 1504336 h 1504336"/>
              <a:gd name="connsiteX18" fmla="*/ 0 w 467805"/>
              <a:gd name="connsiteY18" fmla="*/ 1504336 h 1504336"/>
              <a:gd name="connsiteX0" fmla="*/ 295345 w 467805"/>
              <a:gd name="connsiteY0" fmla="*/ 0 h 1475761"/>
              <a:gd name="connsiteX1" fmla="*/ 322361 w 467805"/>
              <a:gd name="connsiteY1" fmla="*/ 107848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7987 w 467805"/>
              <a:gd name="connsiteY14" fmla="*/ 108247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7987 w 467805"/>
              <a:gd name="connsiteY14" fmla="*/ 108247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0152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01521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36446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02442 h 1475761"/>
              <a:gd name="connsiteX14" fmla="*/ 112434 w 467805"/>
              <a:gd name="connsiteY14" fmla="*/ 1136446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02442 h 1475761"/>
              <a:gd name="connsiteX14" fmla="*/ 98551 w 467805"/>
              <a:gd name="connsiteY14" fmla="*/ 1114221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7805" h="1475761">
                <a:moveTo>
                  <a:pt x="295345" y="0"/>
                </a:moveTo>
                <a:cubicBezTo>
                  <a:pt x="289204" y="15858"/>
                  <a:pt x="333530" y="89105"/>
                  <a:pt x="325137" y="130073"/>
                </a:cubicBezTo>
                <a:cubicBezTo>
                  <a:pt x="316744" y="171041"/>
                  <a:pt x="293426" y="234336"/>
                  <a:pt x="308851" y="290257"/>
                </a:cubicBezTo>
                <a:cubicBezTo>
                  <a:pt x="324276" y="346178"/>
                  <a:pt x="391356" y="422583"/>
                  <a:pt x="417689" y="465599"/>
                </a:cubicBezTo>
                <a:cubicBezTo>
                  <a:pt x="444022" y="508615"/>
                  <a:pt x="473519" y="521503"/>
                  <a:pt x="466850" y="548354"/>
                </a:cubicBezTo>
                <a:cubicBezTo>
                  <a:pt x="460181" y="575205"/>
                  <a:pt x="393927" y="598419"/>
                  <a:pt x="377676" y="626704"/>
                </a:cubicBezTo>
                <a:cubicBezTo>
                  <a:pt x="361425" y="654989"/>
                  <a:pt x="364642" y="696180"/>
                  <a:pt x="369346" y="718063"/>
                </a:cubicBezTo>
                <a:cubicBezTo>
                  <a:pt x="374050" y="739946"/>
                  <a:pt x="400270" y="744896"/>
                  <a:pt x="405899" y="758006"/>
                </a:cubicBezTo>
                <a:cubicBezTo>
                  <a:pt x="411528" y="771116"/>
                  <a:pt x="420010" y="786411"/>
                  <a:pt x="403122" y="796721"/>
                </a:cubicBezTo>
                <a:cubicBezTo>
                  <a:pt x="386234" y="807031"/>
                  <a:pt x="302933" y="814849"/>
                  <a:pt x="304572" y="819867"/>
                </a:cubicBezTo>
                <a:cubicBezTo>
                  <a:pt x="306211" y="824885"/>
                  <a:pt x="395855" y="818007"/>
                  <a:pt x="412955" y="826832"/>
                </a:cubicBezTo>
                <a:cubicBezTo>
                  <a:pt x="430055" y="835657"/>
                  <a:pt x="416467" y="857285"/>
                  <a:pt x="407173" y="872818"/>
                </a:cubicBezTo>
                <a:cubicBezTo>
                  <a:pt x="397879" y="888351"/>
                  <a:pt x="362784" y="881762"/>
                  <a:pt x="357193" y="920033"/>
                </a:cubicBezTo>
                <a:cubicBezTo>
                  <a:pt x="351602" y="958304"/>
                  <a:pt x="416733" y="1070077"/>
                  <a:pt x="373626" y="1102442"/>
                </a:cubicBezTo>
                <a:cubicBezTo>
                  <a:pt x="330519" y="1134807"/>
                  <a:pt x="158220" y="1094283"/>
                  <a:pt x="98551" y="1114221"/>
                </a:cubicBezTo>
                <a:cubicBezTo>
                  <a:pt x="38882" y="1134159"/>
                  <a:pt x="30400" y="1161811"/>
                  <a:pt x="15614" y="1222068"/>
                </a:cubicBezTo>
                <a:cubicBezTo>
                  <a:pt x="828" y="1282325"/>
                  <a:pt x="10796" y="1433479"/>
                  <a:pt x="9832" y="1475761"/>
                </a:cubicBezTo>
                <a:lnTo>
                  <a:pt x="9832" y="1475761"/>
                </a:lnTo>
                <a:lnTo>
                  <a:pt x="0" y="1475761"/>
                </a:lnTo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93230B-FB10-4D88-8A71-58D363F282B8}"/>
              </a:ext>
            </a:extLst>
          </p:cNvPr>
          <p:cNvSpPr/>
          <p:nvPr/>
        </p:nvSpPr>
        <p:spPr>
          <a:xfrm>
            <a:off x="2402345" y="1347174"/>
            <a:ext cx="564143" cy="170804"/>
          </a:xfrm>
          <a:custGeom>
            <a:avLst/>
            <a:gdLst>
              <a:gd name="connsiteX0" fmla="*/ 491695 w 494026"/>
              <a:gd name="connsiteY0" fmla="*/ 34820 h 137033"/>
              <a:gd name="connsiteX1" fmla="*/ 364695 w 494026"/>
              <a:gd name="connsiteY1" fmla="*/ 953 h 137033"/>
              <a:gd name="connsiteX2" fmla="*/ 136095 w 494026"/>
              <a:gd name="connsiteY2" fmla="*/ 17886 h 137033"/>
              <a:gd name="connsiteX3" fmla="*/ 17561 w 494026"/>
              <a:gd name="connsiteY3" fmla="*/ 102553 h 137033"/>
              <a:gd name="connsiteX4" fmla="*/ 17561 w 494026"/>
              <a:gd name="connsiteY4" fmla="*/ 136420 h 137033"/>
              <a:gd name="connsiteX5" fmla="*/ 178428 w 494026"/>
              <a:gd name="connsiteY5" fmla="*/ 77153 h 137033"/>
              <a:gd name="connsiteX6" fmla="*/ 330828 w 494026"/>
              <a:gd name="connsiteY6" fmla="*/ 68686 h 137033"/>
              <a:gd name="connsiteX7" fmla="*/ 440895 w 494026"/>
              <a:gd name="connsiteY7" fmla="*/ 127953 h 137033"/>
              <a:gd name="connsiteX8" fmla="*/ 491695 w 494026"/>
              <a:gd name="connsiteY8" fmla="*/ 34820 h 137033"/>
              <a:gd name="connsiteX0" fmla="*/ 491695 w 496822"/>
              <a:gd name="connsiteY0" fmla="*/ 34820 h 137033"/>
              <a:gd name="connsiteX1" fmla="*/ 364695 w 496822"/>
              <a:gd name="connsiteY1" fmla="*/ 953 h 137033"/>
              <a:gd name="connsiteX2" fmla="*/ 136095 w 496822"/>
              <a:gd name="connsiteY2" fmla="*/ 17886 h 137033"/>
              <a:gd name="connsiteX3" fmla="*/ 17561 w 496822"/>
              <a:gd name="connsiteY3" fmla="*/ 102553 h 137033"/>
              <a:gd name="connsiteX4" fmla="*/ 17561 w 496822"/>
              <a:gd name="connsiteY4" fmla="*/ 136420 h 137033"/>
              <a:gd name="connsiteX5" fmla="*/ 178428 w 496822"/>
              <a:gd name="connsiteY5" fmla="*/ 77153 h 137033"/>
              <a:gd name="connsiteX6" fmla="*/ 330828 w 496822"/>
              <a:gd name="connsiteY6" fmla="*/ 68686 h 137033"/>
              <a:gd name="connsiteX7" fmla="*/ 440895 w 496822"/>
              <a:gd name="connsiteY7" fmla="*/ 127953 h 137033"/>
              <a:gd name="connsiteX8" fmla="*/ 468941 w 496822"/>
              <a:gd name="connsiteY8" fmla="*/ 86678 h 137033"/>
              <a:gd name="connsiteX9" fmla="*/ 491695 w 496822"/>
              <a:gd name="connsiteY9" fmla="*/ 34820 h 137033"/>
              <a:gd name="connsiteX0" fmla="*/ 491695 w 496822"/>
              <a:gd name="connsiteY0" fmla="*/ 34820 h 137033"/>
              <a:gd name="connsiteX1" fmla="*/ 364695 w 496822"/>
              <a:gd name="connsiteY1" fmla="*/ 953 h 137033"/>
              <a:gd name="connsiteX2" fmla="*/ 136095 w 496822"/>
              <a:gd name="connsiteY2" fmla="*/ 17886 h 137033"/>
              <a:gd name="connsiteX3" fmla="*/ 17561 w 496822"/>
              <a:gd name="connsiteY3" fmla="*/ 102553 h 137033"/>
              <a:gd name="connsiteX4" fmla="*/ 17561 w 496822"/>
              <a:gd name="connsiteY4" fmla="*/ 136420 h 137033"/>
              <a:gd name="connsiteX5" fmla="*/ 178428 w 496822"/>
              <a:gd name="connsiteY5" fmla="*/ 77153 h 137033"/>
              <a:gd name="connsiteX6" fmla="*/ 330828 w 496822"/>
              <a:gd name="connsiteY6" fmla="*/ 68686 h 137033"/>
              <a:gd name="connsiteX7" fmla="*/ 459945 w 496822"/>
              <a:gd name="connsiteY7" fmla="*/ 134303 h 137033"/>
              <a:gd name="connsiteX8" fmla="*/ 468941 w 496822"/>
              <a:gd name="connsiteY8" fmla="*/ 86678 h 137033"/>
              <a:gd name="connsiteX9" fmla="*/ 491695 w 496822"/>
              <a:gd name="connsiteY9" fmla="*/ 34820 h 137033"/>
              <a:gd name="connsiteX0" fmla="*/ 498045 w 502539"/>
              <a:gd name="connsiteY0" fmla="*/ 46688 h 137789"/>
              <a:gd name="connsiteX1" fmla="*/ 364695 w 502539"/>
              <a:gd name="connsiteY1" fmla="*/ 1709 h 137789"/>
              <a:gd name="connsiteX2" fmla="*/ 136095 w 502539"/>
              <a:gd name="connsiteY2" fmla="*/ 18642 h 137789"/>
              <a:gd name="connsiteX3" fmla="*/ 17561 w 502539"/>
              <a:gd name="connsiteY3" fmla="*/ 103309 h 137789"/>
              <a:gd name="connsiteX4" fmla="*/ 17561 w 502539"/>
              <a:gd name="connsiteY4" fmla="*/ 137176 h 137789"/>
              <a:gd name="connsiteX5" fmla="*/ 178428 w 502539"/>
              <a:gd name="connsiteY5" fmla="*/ 77909 h 137789"/>
              <a:gd name="connsiteX6" fmla="*/ 330828 w 502539"/>
              <a:gd name="connsiteY6" fmla="*/ 69442 h 137789"/>
              <a:gd name="connsiteX7" fmla="*/ 459945 w 502539"/>
              <a:gd name="connsiteY7" fmla="*/ 135059 h 137789"/>
              <a:gd name="connsiteX8" fmla="*/ 468941 w 502539"/>
              <a:gd name="connsiteY8" fmla="*/ 87434 h 137789"/>
              <a:gd name="connsiteX9" fmla="*/ 498045 w 502539"/>
              <a:gd name="connsiteY9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68941 w 505108"/>
              <a:gd name="connsiteY8" fmla="*/ 87434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57829 w 505108"/>
              <a:gd name="connsiteY8" fmla="*/ 96959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3595 w 505108"/>
              <a:gd name="connsiteY7" fmla="*/ 135059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47245 w 505108"/>
              <a:gd name="connsiteY7" fmla="*/ 133471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86933 w 496376"/>
              <a:gd name="connsiteY0" fmla="*/ 34820 h 137034"/>
              <a:gd name="connsiteX1" fmla="*/ 364695 w 496376"/>
              <a:gd name="connsiteY1" fmla="*/ 954 h 137034"/>
              <a:gd name="connsiteX2" fmla="*/ 136095 w 496376"/>
              <a:gd name="connsiteY2" fmla="*/ 17887 h 137034"/>
              <a:gd name="connsiteX3" fmla="*/ 17561 w 496376"/>
              <a:gd name="connsiteY3" fmla="*/ 102554 h 137034"/>
              <a:gd name="connsiteX4" fmla="*/ 17561 w 496376"/>
              <a:gd name="connsiteY4" fmla="*/ 136421 h 137034"/>
              <a:gd name="connsiteX5" fmla="*/ 178428 w 496376"/>
              <a:gd name="connsiteY5" fmla="*/ 77154 h 137034"/>
              <a:gd name="connsiteX6" fmla="*/ 330828 w 496376"/>
              <a:gd name="connsiteY6" fmla="*/ 68687 h 137034"/>
              <a:gd name="connsiteX7" fmla="*/ 447245 w 496376"/>
              <a:gd name="connsiteY7" fmla="*/ 132716 h 137034"/>
              <a:gd name="connsiteX8" fmla="*/ 461004 w 496376"/>
              <a:gd name="connsiteY8" fmla="*/ 104142 h 137034"/>
              <a:gd name="connsiteX9" fmla="*/ 484816 w 496376"/>
              <a:gd name="connsiteY9" fmla="*/ 70804 h 137034"/>
              <a:gd name="connsiteX10" fmla="*/ 486933 w 496376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47245 w 493212"/>
              <a:gd name="connsiteY7" fmla="*/ 132716 h 137034"/>
              <a:gd name="connsiteX8" fmla="*/ 46100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47245 w 493212"/>
              <a:gd name="connsiteY7" fmla="*/ 132716 h 137034"/>
              <a:gd name="connsiteX8" fmla="*/ 45465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64708 w 493212"/>
              <a:gd name="connsiteY7" fmla="*/ 135891 h 137034"/>
              <a:gd name="connsiteX8" fmla="*/ 45465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64708 w 493212"/>
              <a:gd name="connsiteY7" fmla="*/ 135891 h 137034"/>
              <a:gd name="connsiteX8" fmla="*/ 462591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2170 w 489285"/>
              <a:gd name="connsiteY0" fmla="*/ 31437 h 136826"/>
              <a:gd name="connsiteX1" fmla="*/ 364695 w 489285"/>
              <a:gd name="connsiteY1" fmla="*/ 746 h 136826"/>
              <a:gd name="connsiteX2" fmla="*/ 136095 w 489285"/>
              <a:gd name="connsiteY2" fmla="*/ 17679 h 136826"/>
              <a:gd name="connsiteX3" fmla="*/ 17561 w 489285"/>
              <a:gd name="connsiteY3" fmla="*/ 102346 h 136826"/>
              <a:gd name="connsiteX4" fmla="*/ 17561 w 489285"/>
              <a:gd name="connsiteY4" fmla="*/ 136213 h 136826"/>
              <a:gd name="connsiteX5" fmla="*/ 178428 w 489285"/>
              <a:gd name="connsiteY5" fmla="*/ 76946 h 136826"/>
              <a:gd name="connsiteX6" fmla="*/ 330828 w 489285"/>
              <a:gd name="connsiteY6" fmla="*/ 68479 h 136826"/>
              <a:gd name="connsiteX7" fmla="*/ 464708 w 489285"/>
              <a:gd name="connsiteY7" fmla="*/ 135683 h 136826"/>
              <a:gd name="connsiteX8" fmla="*/ 462591 w 489285"/>
              <a:gd name="connsiteY8" fmla="*/ 103934 h 136826"/>
              <a:gd name="connsiteX9" fmla="*/ 473704 w 489285"/>
              <a:gd name="connsiteY9" fmla="*/ 69008 h 136826"/>
              <a:gd name="connsiteX10" fmla="*/ 482170 w 489285"/>
              <a:gd name="connsiteY10" fmla="*/ 31437 h 136826"/>
              <a:gd name="connsiteX0" fmla="*/ 485345 w 491881"/>
              <a:gd name="connsiteY0" fmla="*/ 31437 h 136826"/>
              <a:gd name="connsiteX1" fmla="*/ 364695 w 491881"/>
              <a:gd name="connsiteY1" fmla="*/ 746 h 136826"/>
              <a:gd name="connsiteX2" fmla="*/ 136095 w 491881"/>
              <a:gd name="connsiteY2" fmla="*/ 17679 h 136826"/>
              <a:gd name="connsiteX3" fmla="*/ 17561 w 491881"/>
              <a:gd name="connsiteY3" fmla="*/ 102346 h 136826"/>
              <a:gd name="connsiteX4" fmla="*/ 17561 w 491881"/>
              <a:gd name="connsiteY4" fmla="*/ 136213 h 136826"/>
              <a:gd name="connsiteX5" fmla="*/ 178428 w 491881"/>
              <a:gd name="connsiteY5" fmla="*/ 76946 h 136826"/>
              <a:gd name="connsiteX6" fmla="*/ 330828 w 491881"/>
              <a:gd name="connsiteY6" fmla="*/ 68479 h 136826"/>
              <a:gd name="connsiteX7" fmla="*/ 464708 w 491881"/>
              <a:gd name="connsiteY7" fmla="*/ 135683 h 136826"/>
              <a:gd name="connsiteX8" fmla="*/ 462591 w 491881"/>
              <a:gd name="connsiteY8" fmla="*/ 103934 h 136826"/>
              <a:gd name="connsiteX9" fmla="*/ 473704 w 491881"/>
              <a:gd name="connsiteY9" fmla="*/ 69008 h 136826"/>
              <a:gd name="connsiteX10" fmla="*/ 485345 w 491881"/>
              <a:gd name="connsiteY10" fmla="*/ 31437 h 136826"/>
              <a:gd name="connsiteX0" fmla="*/ 485345 w 491881"/>
              <a:gd name="connsiteY0" fmla="*/ 31437 h 136826"/>
              <a:gd name="connsiteX1" fmla="*/ 364695 w 491881"/>
              <a:gd name="connsiteY1" fmla="*/ 746 h 136826"/>
              <a:gd name="connsiteX2" fmla="*/ 136095 w 491881"/>
              <a:gd name="connsiteY2" fmla="*/ 17679 h 136826"/>
              <a:gd name="connsiteX3" fmla="*/ 17561 w 491881"/>
              <a:gd name="connsiteY3" fmla="*/ 102346 h 136826"/>
              <a:gd name="connsiteX4" fmla="*/ 17561 w 491881"/>
              <a:gd name="connsiteY4" fmla="*/ 136213 h 136826"/>
              <a:gd name="connsiteX5" fmla="*/ 178428 w 491881"/>
              <a:gd name="connsiteY5" fmla="*/ 76946 h 136826"/>
              <a:gd name="connsiteX6" fmla="*/ 330828 w 491881"/>
              <a:gd name="connsiteY6" fmla="*/ 68479 h 136826"/>
              <a:gd name="connsiteX7" fmla="*/ 461533 w 491881"/>
              <a:gd name="connsiteY7" fmla="*/ 135683 h 136826"/>
              <a:gd name="connsiteX8" fmla="*/ 462591 w 491881"/>
              <a:gd name="connsiteY8" fmla="*/ 103934 h 136826"/>
              <a:gd name="connsiteX9" fmla="*/ 473704 w 491881"/>
              <a:gd name="connsiteY9" fmla="*/ 69008 h 136826"/>
              <a:gd name="connsiteX10" fmla="*/ 485345 w 491881"/>
              <a:gd name="connsiteY10" fmla="*/ 31437 h 136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881" h="136826">
                <a:moveTo>
                  <a:pt x="485345" y="31437"/>
                </a:moveTo>
                <a:cubicBezTo>
                  <a:pt x="467177" y="20060"/>
                  <a:pt x="422903" y="3039"/>
                  <a:pt x="364695" y="746"/>
                </a:cubicBezTo>
                <a:cubicBezTo>
                  <a:pt x="306487" y="-1547"/>
                  <a:pt x="193951" y="746"/>
                  <a:pt x="136095" y="17679"/>
                </a:cubicBezTo>
                <a:cubicBezTo>
                  <a:pt x="78239" y="34612"/>
                  <a:pt x="17561" y="102346"/>
                  <a:pt x="17561" y="102346"/>
                </a:cubicBezTo>
                <a:cubicBezTo>
                  <a:pt x="-2195" y="122102"/>
                  <a:pt x="-9250" y="140446"/>
                  <a:pt x="17561" y="136213"/>
                </a:cubicBezTo>
                <a:cubicBezTo>
                  <a:pt x="44372" y="131980"/>
                  <a:pt x="126217" y="88235"/>
                  <a:pt x="178428" y="76946"/>
                </a:cubicBezTo>
                <a:cubicBezTo>
                  <a:pt x="230639" y="65657"/>
                  <a:pt x="287083" y="60012"/>
                  <a:pt x="330828" y="68479"/>
                </a:cubicBezTo>
                <a:cubicBezTo>
                  <a:pt x="374573" y="76946"/>
                  <a:pt x="439573" y="129774"/>
                  <a:pt x="461533" y="135683"/>
                </a:cubicBezTo>
                <a:cubicBezTo>
                  <a:pt x="483493" y="141592"/>
                  <a:pt x="458181" y="113988"/>
                  <a:pt x="462591" y="103934"/>
                </a:cubicBezTo>
                <a:cubicBezTo>
                  <a:pt x="467001" y="93880"/>
                  <a:pt x="468853" y="75799"/>
                  <a:pt x="473704" y="69008"/>
                </a:cubicBezTo>
                <a:cubicBezTo>
                  <a:pt x="478555" y="62217"/>
                  <a:pt x="503513" y="42814"/>
                  <a:pt x="485345" y="31437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1C9C009-281A-4EC4-87CC-1FF9ACCC57E4}"/>
              </a:ext>
            </a:extLst>
          </p:cNvPr>
          <p:cNvSpPr/>
          <p:nvPr/>
        </p:nvSpPr>
        <p:spPr>
          <a:xfrm>
            <a:off x="1657454" y="4338790"/>
            <a:ext cx="1128610" cy="807358"/>
          </a:xfrm>
          <a:custGeom>
            <a:avLst/>
            <a:gdLst>
              <a:gd name="connsiteX0" fmla="*/ 196815 w 642321"/>
              <a:gd name="connsiteY0" fmla="*/ 501562 h 501562"/>
              <a:gd name="connsiteX1" fmla="*/ 196815 w 642321"/>
              <a:gd name="connsiteY1" fmla="*/ 364402 h 501562"/>
              <a:gd name="connsiteX2" fmla="*/ 191735 w 642321"/>
              <a:gd name="connsiteY2" fmla="*/ 252642 h 501562"/>
              <a:gd name="connsiteX3" fmla="*/ 171415 w 642321"/>
              <a:gd name="connsiteY3" fmla="*/ 196762 h 501562"/>
              <a:gd name="connsiteX4" fmla="*/ 59655 w 642321"/>
              <a:gd name="connsiteY4" fmla="*/ 156122 h 501562"/>
              <a:gd name="connsiteX5" fmla="*/ 13935 w 642321"/>
              <a:gd name="connsiteY5" fmla="*/ 140882 h 501562"/>
              <a:gd name="connsiteX6" fmla="*/ 8855 w 642321"/>
              <a:gd name="connsiteY6" fmla="*/ 29122 h 501562"/>
              <a:gd name="connsiteX7" fmla="*/ 125695 w 642321"/>
              <a:gd name="connsiteY7" fmla="*/ 49442 h 501562"/>
              <a:gd name="connsiteX8" fmla="*/ 232375 w 642321"/>
              <a:gd name="connsiteY8" fmla="*/ 79922 h 501562"/>
              <a:gd name="connsiteX9" fmla="*/ 303495 w 642321"/>
              <a:gd name="connsiteY9" fmla="*/ 130722 h 501562"/>
              <a:gd name="connsiteX10" fmla="*/ 318735 w 642321"/>
              <a:gd name="connsiteY10" fmla="*/ 201842 h 501562"/>
              <a:gd name="connsiteX11" fmla="*/ 344135 w 642321"/>
              <a:gd name="connsiteY11" fmla="*/ 100242 h 501562"/>
              <a:gd name="connsiteX12" fmla="*/ 603215 w 642321"/>
              <a:gd name="connsiteY12" fmla="*/ 3722 h 501562"/>
              <a:gd name="connsiteX13" fmla="*/ 623535 w 642321"/>
              <a:gd name="connsiteY13" fmla="*/ 29122 h 501562"/>
              <a:gd name="connsiteX14" fmla="*/ 638775 w 642321"/>
              <a:gd name="connsiteY14" fmla="*/ 115482 h 501562"/>
              <a:gd name="connsiteX15" fmla="*/ 552415 w 642321"/>
              <a:gd name="connsiteY15" fmla="*/ 151042 h 501562"/>
              <a:gd name="connsiteX16" fmla="*/ 425415 w 642321"/>
              <a:gd name="connsiteY16" fmla="*/ 201842 h 501562"/>
              <a:gd name="connsiteX17" fmla="*/ 379695 w 642321"/>
              <a:gd name="connsiteY17" fmla="*/ 283122 h 501562"/>
              <a:gd name="connsiteX18" fmla="*/ 374615 w 642321"/>
              <a:gd name="connsiteY18" fmla="*/ 466002 h 501562"/>
              <a:gd name="connsiteX0" fmla="*/ 211355 w 656861"/>
              <a:gd name="connsiteY0" fmla="*/ 501562 h 501562"/>
              <a:gd name="connsiteX1" fmla="*/ 211355 w 656861"/>
              <a:gd name="connsiteY1" fmla="*/ 364402 h 501562"/>
              <a:gd name="connsiteX2" fmla="*/ 206275 w 656861"/>
              <a:gd name="connsiteY2" fmla="*/ 252642 h 501562"/>
              <a:gd name="connsiteX3" fmla="*/ 185955 w 656861"/>
              <a:gd name="connsiteY3" fmla="*/ 196762 h 501562"/>
              <a:gd name="connsiteX4" fmla="*/ 74195 w 656861"/>
              <a:gd name="connsiteY4" fmla="*/ 156122 h 501562"/>
              <a:gd name="connsiteX5" fmla="*/ 3799 w 656861"/>
              <a:gd name="connsiteY5" fmla="*/ 133306 h 501562"/>
              <a:gd name="connsiteX6" fmla="*/ 23395 w 656861"/>
              <a:gd name="connsiteY6" fmla="*/ 29122 h 501562"/>
              <a:gd name="connsiteX7" fmla="*/ 140235 w 656861"/>
              <a:gd name="connsiteY7" fmla="*/ 49442 h 501562"/>
              <a:gd name="connsiteX8" fmla="*/ 246915 w 656861"/>
              <a:gd name="connsiteY8" fmla="*/ 79922 h 501562"/>
              <a:gd name="connsiteX9" fmla="*/ 318035 w 656861"/>
              <a:gd name="connsiteY9" fmla="*/ 130722 h 501562"/>
              <a:gd name="connsiteX10" fmla="*/ 333275 w 656861"/>
              <a:gd name="connsiteY10" fmla="*/ 201842 h 501562"/>
              <a:gd name="connsiteX11" fmla="*/ 358675 w 656861"/>
              <a:gd name="connsiteY11" fmla="*/ 100242 h 501562"/>
              <a:gd name="connsiteX12" fmla="*/ 617755 w 656861"/>
              <a:gd name="connsiteY12" fmla="*/ 3722 h 501562"/>
              <a:gd name="connsiteX13" fmla="*/ 638075 w 656861"/>
              <a:gd name="connsiteY13" fmla="*/ 29122 h 501562"/>
              <a:gd name="connsiteX14" fmla="*/ 653315 w 656861"/>
              <a:gd name="connsiteY14" fmla="*/ 115482 h 501562"/>
              <a:gd name="connsiteX15" fmla="*/ 566955 w 656861"/>
              <a:gd name="connsiteY15" fmla="*/ 151042 h 501562"/>
              <a:gd name="connsiteX16" fmla="*/ 439955 w 656861"/>
              <a:gd name="connsiteY16" fmla="*/ 201842 h 501562"/>
              <a:gd name="connsiteX17" fmla="*/ 394235 w 656861"/>
              <a:gd name="connsiteY17" fmla="*/ 283122 h 501562"/>
              <a:gd name="connsiteX18" fmla="*/ 389155 w 656861"/>
              <a:gd name="connsiteY18" fmla="*/ 466002 h 501562"/>
              <a:gd name="connsiteX0" fmla="*/ 212476 w 657982"/>
              <a:gd name="connsiteY0" fmla="*/ 501562 h 501562"/>
              <a:gd name="connsiteX1" fmla="*/ 212476 w 657982"/>
              <a:gd name="connsiteY1" fmla="*/ 364402 h 501562"/>
              <a:gd name="connsiteX2" fmla="*/ 207396 w 657982"/>
              <a:gd name="connsiteY2" fmla="*/ 252642 h 501562"/>
              <a:gd name="connsiteX3" fmla="*/ 187076 w 657982"/>
              <a:gd name="connsiteY3" fmla="*/ 196762 h 501562"/>
              <a:gd name="connsiteX4" fmla="*/ 75316 w 657982"/>
              <a:gd name="connsiteY4" fmla="*/ 156122 h 501562"/>
              <a:gd name="connsiteX5" fmla="*/ 4920 w 657982"/>
              <a:gd name="connsiteY5" fmla="*/ 133306 h 501562"/>
              <a:gd name="connsiteX6" fmla="*/ 20990 w 657982"/>
              <a:gd name="connsiteY6" fmla="*/ 25334 h 501562"/>
              <a:gd name="connsiteX7" fmla="*/ 141356 w 657982"/>
              <a:gd name="connsiteY7" fmla="*/ 49442 h 501562"/>
              <a:gd name="connsiteX8" fmla="*/ 248036 w 657982"/>
              <a:gd name="connsiteY8" fmla="*/ 79922 h 501562"/>
              <a:gd name="connsiteX9" fmla="*/ 319156 w 657982"/>
              <a:gd name="connsiteY9" fmla="*/ 130722 h 501562"/>
              <a:gd name="connsiteX10" fmla="*/ 334396 w 657982"/>
              <a:gd name="connsiteY10" fmla="*/ 201842 h 501562"/>
              <a:gd name="connsiteX11" fmla="*/ 359796 w 657982"/>
              <a:gd name="connsiteY11" fmla="*/ 100242 h 501562"/>
              <a:gd name="connsiteX12" fmla="*/ 618876 w 657982"/>
              <a:gd name="connsiteY12" fmla="*/ 3722 h 501562"/>
              <a:gd name="connsiteX13" fmla="*/ 639196 w 657982"/>
              <a:gd name="connsiteY13" fmla="*/ 29122 h 501562"/>
              <a:gd name="connsiteX14" fmla="*/ 654436 w 657982"/>
              <a:gd name="connsiteY14" fmla="*/ 115482 h 501562"/>
              <a:gd name="connsiteX15" fmla="*/ 568076 w 657982"/>
              <a:gd name="connsiteY15" fmla="*/ 151042 h 501562"/>
              <a:gd name="connsiteX16" fmla="*/ 441076 w 657982"/>
              <a:gd name="connsiteY16" fmla="*/ 201842 h 501562"/>
              <a:gd name="connsiteX17" fmla="*/ 395356 w 657982"/>
              <a:gd name="connsiteY17" fmla="*/ 283122 h 501562"/>
              <a:gd name="connsiteX18" fmla="*/ 390276 w 657982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49414 w 659360"/>
              <a:gd name="connsiteY8" fmla="*/ 79922 h 501562"/>
              <a:gd name="connsiteX9" fmla="*/ 320534 w 659360"/>
              <a:gd name="connsiteY9" fmla="*/ 130722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49414 w 659360"/>
              <a:gd name="connsiteY8" fmla="*/ 79922 h 501562"/>
              <a:gd name="connsiteX9" fmla="*/ 295858 w 659360"/>
              <a:gd name="connsiteY9" fmla="*/ 126934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14162 w 659360"/>
              <a:gd name="connsiteY8" fmla="*/ 72346 h 501562"/>
              <a:gd name="connsiteX9" fmla="*/ 295858 w 659360"/>
              <a:gd name="connsiteY9" fmla="*/ 126934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359 w 658865"/>
              <a:gd name="connsiteY0" fmla="*/ 501562 h 501562"/>
              <a:gd name="connsiteX1" fmla="*/ 213359 w 658865"/>
              <a:gd name="connsiteY1" fmla="*/ 364402 h 501562"/>
              <a:gd name="connsiteX2" fmla="*/ 208279 w 658865"/>
              <a:gd name="connsiteY2" fmla="*/ 252642 h 501562"/>
              <a:gd name="connsiteX3" fmla="*/ 187959 w 658865"/>
              <a:gd name="connsiteY3" fmla="*/ 196762 h 501562"/>
              <a:gd name="connsiteX4" fmla="*/ 76199 w 658865"/>
              <a:gd name="connsiteY4" fmla="*/ 156122 h 501562"/>
              <a:gd name="connsiteX5" fmla="*/ 5803 w 658865"/>
              <a:gd name="connsiteY5" fmla="*/ 133306 h 501562"/>
              <a:gd name="connsiteX6" fmla="*/ 18348 w 658865"/>
              <a:gd name="connsiteY6" fmla="*/ 13971 h 501562"/>
              <a:gd name="connsiteX7" fmla="*/ 131663 w 658865"/>
              <a:gd name="connsiteY7" fmla="*/ 26715 h 501562"/>
              <a:gd name="connsiteX8" fmla="*/ 213667 w 658865"/>
              <a:gd name="connsiteY8" fmla="*/ 72346 h 501562"/>
              <a:gd name="connsiteX9" fmla="*/ 295363 w 658865"/>
              <a:gd name="connsiteY9" fmla="*/ 126934 h 501562"/>
              <a:gd name="connsiteX10" fmla="*/ 335279 w 658865"/>
              <a:gd name="connsiteY10" fmla="*/ 201842 h 501562"/>
              <a:gd name="connsiteX11" fmla="*/ 360679 w 658865"/>
              <a:gd name="connsiteY11" fmla="*/ 100242 h 501562"/>
              <a:gd name="connsiteX12" fmla="*/ 619759 w 658865"/>
              <a:gd name="connsiteY12" fmla="*/ 3722 h 501562"/>
              <a:gd name="connsiteX13" fmla="*/ 640079 w 658865"/>
              <a:gd name="connsiteY13" fmla="*/ 29122 h 501562"/>
              <a:gd name="connsiteX14" fmla="*/ 655319 w 658865"/>
              <a:gd name="connsiteY14" fmla="*/ 115482 h 501562"/>
              <a:gd name="connsiteX15" fmla="*/ 568959 w 658865"/>
              <a:gd name="connsiteY15" fmla="*/ 151042 h 501562"/>
              <a:gd name="connsiteX16" fmla="*/ 441959 w 658865"/>
              <a:gd name="connsiteY16" fmla="*/ 201842 h 501562"/>
              <a:gd name="connsiteX17" fmla="*/ 396239 w 658865"/>
              <a:gd name="connsiteY17" fmla="*/ 283122 h 501562"/>
              <a:gd name="connsiteX18" fmla="*/ 391159 w 658865"/>
              <a:gd name="connsiteY18" fmla="*/ 466002 h 501562"/>
              <a:gd name="connsiteX0" fmla="*/ 213359 w 658865"/>
              <a:gd name="connsiteY0" fmla="*/ 501562 h 501562"/>
              <a:gd name="connsiteX1" fmla="*/ 213359 w 658865"/>
              <a:gd name="connsiteY1" fmla="*/ 364402 h 501562"/>
              <a:gd name="connsiteX2" fmla="*/ 208279 w 658865"/>
              <a:gd name="connsiteY2" fmla="*/ 252642 h 501562"/>
              <a:gd name="connsiteX3" fmla="*/ 187959 w 658865"/>
              <a:gd name="connsiteY3" fmla="*/ 196762 h 501562"/>
              <a:gd name="connsiteX4" fmla="*/ 76199 w 658865"/>
              <a:gd name="connsiteY4" fmla="*/ 156122 h 501562"/>
              <a:gd name="connsiteX5" fmla="*/ 5803 w 658865"/>
              <a:gd name="connsiteY5" fmla="*/ 133306 h 501562"/>
              <a:gd name="connsiteX6" fmla="*/ 18348 w 658865"/>
              <a:gd name="connsiteY6" fmla="*/ 13971 h 501562"/>
              <a:gd name="connsiteX7" fmla="*/ 131663 w 658865"/>
              <a:gd name="connsiteY7" fmla="*/ 26715 h 501562"/>
              <a:gd name="connsiteX8" fmla="*/ 213667 w 658865"/>
              <a:gd name="connsiteY8" fmla="*/ 72346 h 501562"/>
              <a:gd name="connsiteX9" fmla="*/ 295363 w 658865"/>
              <a:gd name="connsiteY9" fmla="*/ 126934 h 501562"/>
              <a:gd name="connsiteX10" fmla="*/ 321178 w 658865"/>
              <a:gd name="connsiteY10" fmla="*/ 205630 h 501562"/>
              <a:gd name="connsiteX11" fmla="*/ 360679 w 658865"/>
              <a:gd name="connsiteY11" fmla="*/ 100242 h 501562"/>
              <a:gd name="connsiteX12" fmla="*/ 619759 w 658865"/>
              <a:gd name="connsiteY12" fmla="*/ 3722 h 501562"/>
              <a:gd name="connsiteX13" fmla="*/ 640079 w 658865"/>
              <a:gd name="connsiteY13" fmla="*/ 29122 h 501562"/>
              <a:gd name="connsiteX14" fmla="*/ 655319 w 658865"/>
              <a:gd name="connsiteY14" fmla="*/ 115482 h 501562"/>
              <a:gd name="connsiteX15" fmla="*/ 568959 w 658865"/>
              <a:gd name="connsiteY15" fmla="*/ 151042 h 501562"/>
              <a:gd name="connsiteX16" fmla="*/ 441959 w 658865"/>
              <a:gd name="connsiteY16" fmla="*/ 201842 h 501562"/>
              <a:gd name="connsiteX17" fmla="*/ 396239 w 658865"/>
              <a:gd name="connsiteY17" fmla="*/ 283122 h 501562"/>
              <a:gd name="connsiteX18" fmla="*/ 391159 w 658865"/>
              <a:gd name="connsiteY18" fmla="*/ 466002 h 501562"/>
              <a:gd name="connsiteX0" fmla="*/ 213359 w 658865"/>
              <a:gd name="connsiteY0" fmla="*/ 501815 h 501815"/>
              <a:gd name="connsiteX1" fmla="*/ 213359 w 658865"/>
              <a:gd name="connsiteY1" fmla="*/ 364655 h 501815"/>
              <a:gd name="connsiteX2" fmla="*/ 208279 w 658865"/>
              <a:gd name="connsiteY2" fmla="*/ 252895 h 501815"/>
              <a:gd name="connsiteX3" fmla="*/ 187959 w 658865"/>
              <a:gd name="connsiteY3" fmla="*/ 197015 h 501815"/>
              <a:gd name="connsiteX4" fmla="*/ 76199 w 658865"/>
              <a:gd name="connsiteY4" fmla="*/ 156375 h 501815"/>
              <a:gd name="connsiteX5" fmla="*/ 5803 w 658865"/>
              <a:gd name="connsiteY5" fmla="*/ 133559 h 501815"/>
              <a:gd name="connsiteX6" fmla="*/ 18348 w 658865"/>
              <a:gd name="connsiteY6" fmla="*/ 14224 h 501815"/>
              <a:gd name="connsiteX7" fmla="*/ 131663 w 658865"/>
              <a:gd name="connsiteY7" fmla="*/ 26968 h 501815"/>
              <a:gd name="connsiteX8" fmla="*/ 213667 w 658865"/>
              <a:gd name="connsiteY8" fmla="*/ 72599 h 501815"/>
              <a:gd name="connsiteX9" fmla="*/ 295363 w 658865"/>
              <a:gd name="connsiteY9" fmla="*/ 127187 h 501815"/>
              <a:gd name="connsiteX10" fmla="*/ 321178 w 658865"/>
              <a:gd name="connsiteY10" fmla="*/ 205883 h 501815"/>
              <a:gd name="connsiteX11" fmla="*/ 392406 w 658865"/>
              <a:gd name="connsiteY11" fmla="*/ 104283 h 501815"/>
              <a:gd name="connsiteX12" fmla="*/ 619759 w 658865"/>
              <a:gd name="connsiteY12" fmla="*/ 3975 h 501815"/>
              <a:gd name="connsiteX13" fmla="*/ 640079 w 658865"/>
              <a:gd name="connsiteY13" fmla="*/ 29375 h 501815"/>
              <a:gd name="connsiteX14" fmla="*/ 655319 w 658865"/>
              <a:gd name="connsiteY14" fmla="*/ 115735 h 501815"/>
              <a:gd name="connsiteX15" fmla="*/ 568959 w 658865"/>
              <a:gd name="connsiteY15" fmla="*/ 151295 h 501815"/>
              <a:gd name="connsiteX16" fmla="*/ 441959 w 658865"/>
              <a:gd name="connsiteY16" fmla="*/ 202095 h 501815"/>
              <a:gd name="connsiteX17" fmla="*/ 396239 w 658865"/>
              <a:gd name="connsiteY17" fmla="*/ 283375 h 501815"/>
              <a:gd name="connsiteX18" fmla="*/ 391159 w 658865"/>
              <a:gd name="connsiteY18" fmla="*/ 466255 h 501815"/>
              <a:gd name="connsiteX0" fmla="*/ 213359 w 668593"/>
              <a:gd name="connsiteY0" fmla="*/ 498670 h 498670"/>
              <a:gd name="connsiteX1" fmla="*/ 213359 w 668593"/>
              <a:gd name="connsiteY1" fmla="*/ 361510 h 498670"/>
              <a:gd name="connsiteX2" fmla="*/ 208279 w 668593"/>
              <a:gd name="connsiteY2" fmla="*/ 249750 h 498670"/>
              <a:gd name="connsiteX3" fmla="*/ 187959 w 668593"/>
              <a:gd name="connsiteY3" fmla="*/ 193870 h 498670"/>
              <a:gd name="connsiteX4" fmla="*/ 76199 w 668593"/>
              <a:gd name="connsiteY4" fmla="*/ 153230 h 498670"/>
              <a:gd name="connsiteX5" fmla="*/ 5803 w 668593"/>
              <a:gd name="connsiteY5" fmla="*/ 130414 h 498670"/>
              <a:gd name="connsiteX6" fmla="*/ 18348 w 668593"/>
              <a:gd name="connsiteY6" fmla="*/ 11079 h 498670"/>
              <a:gd name="connsiteX7" fmla="*/ 131663 w 668593"/>
              <a:gd name="connsiteY7" fmla="*/ 23823 h 498670"/>
              <a:gd name="connsiteX8" fmla="*/ 213667 w 668593"/>
              <a:gd name="connsiteY8" fmla="*/ 69454 h 498670"/>
              <a:gd name="connsiteX9" fmla="*/ 295363 w 668593"/>
              <a:gd name="connsiteY9" fmla="*/ 124042 h 498670"/>
              <a:gd name="connsiteX10" fmla="*/ 321178 w 668593"/>
              <a:gd name="connsiteY10" fmla="*/ 202738 h 498670"/>
              <a:gd name="connsiteX11" fmla="*/ 392406 w 668593"/>
              <a:gd name="connsiteY11" fmla="*/ 101138 h 498670"/>
              <a:gd name="connsiteX12" fmla="*/ 619759 w 668593"/>
              <a:gd name="connsiteY12" fmla="*/ 830 h 498670"/>
              <a:gd name="connsiteX13" fmla="*/ 664755 w 668593"/>
              <a:gd name="connsiteY13" fmla="*/ 56532 h 498670"/>
              <a:gd name="connsiteX14" fmla="*/ 655319 w 668593"/>
              <a:gd name="connsiteY14" fmla="*/ 112590 h 498670"/>
              <a:gd name="connsiteX15" fmla="*/ 568959 w 668593"/>
              <a:gd name="connsiteY15" fmla="*/ 148150 h 498670"/>
              <a:gd name="connsiteX16" fmla="*/ 441959 w 668593"/>
              <a:gd name="connsiteY16" fmla="*/ 198950 h 498670"/>
              <a:gd name="connsiteX17" fmla="*/ 396239 w 668593"/>
              <a:gd name="connsiteY17" fmla="*/ 280230 h 498670"/>
              <a:gd name="connsiteX18" fmla="*/ 391159 w 668593"/>
              <a:gd name="connsiteY18" fmla="*/ 463110 h 498670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48317 h 498837"/>
              <a:gd name="connsiteX16" fmla="*/ 441959 w 682783"/>
              <a:gd name="connsiteY16" fmla="*/ 199117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199117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218056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218056 h 498837"/>
              <a:gd name="connsiteX17" fmla="*/ 396239 w 682783"/>
              <a:gd name="connsiteY17" fmla="*/ 314488 h 498837"/>
              <a:gd name="connsiteX18" fmla="*/ 391159 w 682783"/>
              <a:gd name="connsiteY18" fmla="*/ 463277 h 498837"/>
              <a:gd name="connsiteX0" fmla="*/ 213359 w 685858"/>
              <a:gd name="connsiteY0" fmla="*/ 494537 h 494537"/>
              <a:gd name="connsiteX1" fmla="*/ 213359 w 685858"/>
              <a:gd name="connsiteY1" fmla="*/ 357377 h 494537"/>
              <a:gd name="connsiteX2" fmla="*/ 208279 w 685858"/>
              <a:gd name="connsiteY2" fmla="*/ 245617 h 494537"/>
              <a:gd name="connsiteX3" fmla="*/ 187959 w 685858"/>
              <a:gd name="connsiteY3" fmla="*/ 189737 h 494537"/>
              <a:gd name="connsiteX4" fmla="*/ 76199 w 685858"/>
              <a:gd name="connsiteY4" fmla="*/ 149097 h 494537"/>
              <a:gd name="connsiteX5" fmla="*/ 5803 w 685858"/>
              <a:gd name="connsiteY5" fmla="*/ 126281 h 494537"/>
              <a:gd name="connsiteX6" fmla="*/ 18348 w 685858"/>
              <a:gd name="connsiteY6" fmla="*/ 6946 h 494537"/>
              <a:gd name="connsiteX7" fmla="*/ 131663 w 685858"/>
              <a:gd name="connsiteY7" fmla="*/ 19690 h 494537"/>
              <a:gd name="connsiteX8" fmla="*/ 213667 w 685858"/>
              <a:gd name="connsiteY8" fmla="*/ 65321 h 494537"/>
              <a:gd name="connsiteX9" fmla="*/ 295363 w 685858"/>
              <a:gd name="connsiteY9" fmla="*/ 119909 h 494537"/>
              <a:gd name="connsiteX10" fmla="*/ 321178 w 685858"/>
              <a:gd name="connsiteY10" fmla="*/ 198605 h 494537"/>
              <a:gd name="connsiteX11" fmla="*/ 392406 w 685858"/>
              <a:gd name="connsiteY11" fmla="*/ 97005 h 494537"/>
              <a:gd name="connsiteX12" fmla="*/ 538680 w 685858"/>
              <a:gd name="connsiteY12" fmla="*/ 42151 h 494537"/>
              <a:gd name="connsiteX13" fmla="*/ 664755 w 685858"/>
              <a:gd name="connsiteY13" fmla="*/ 52399 h 494537"/>
              <a:gd name="connsiteX14" fmla="*/ 676470 w 685858"/>
              <a:gd name="connsiteY14" fmla="*/ 161486 h 494537"/>
              <a:gd name="connsiteX15" fmla="*/ 568959 w 685858"/>
              <a:gd name="connsiteY15" fmla="*/ 174319 h 494537"/>
              <a:gd name="connsiteX16" fmla="*/ 441959 w 685858"/>
              <a:gd name="connsiteY16" fmla="*/ 213756 h 494537"/>
              <a:gd name="connsiteX17" fmla="*/ 396239 w 685858"/>
              <a:gd name="connsiteY17" fmla="*/ 310188 h 494537"/>
              <a:gd name="connsiteX18" fmla="*/ 391159 w 685858"/>
              <a:gd name="connsiteY18" fmla="*/ 458977 h 494537"/>
              <a:gd name="connsiteX0" fmla="*/ 213359 w 685858"/>
              <a:gd name="connsiteY0" fmla="*/ 494537 h 494537"/>
              <a:gd name="connsiteX1" fmla="*/ 213359 w 685858"/>
              <a:gd name="connsiteY1" fmla="*/ 357377 h 494537"/>
              <a:gd name="connsiteX2" fmla="*/ 208279 w 685858"/>
              <a:gd name="connsiteY2" fmla="*/ 245617 h 494537"/>
              <a:gd name="connsiteX3" fmla="*/ 187959 w 685858"/>
              <a:gd name="connsiteY3" fmla="*/ 189737 h 494537"/>
              <a:gd name="connsiteX4" fmla="*/ 76199 w 685858"/>
              <a:gd name="connsiteY4" fmla="*/ 149097 h 494537"/>
              <a:gd name="connsiteX5" fmla="*/ 5803 w 685858"/>
              <a:gd name="connsiteY5" fmla="*/ 126281 h 494537"/>
              <a:gd name="connsiteX6" fmla="*/ 18348 w 685858"/>
              <a:gd name="connsiteY6" fmla="*/ 6946 h 494537"/>
              <a:gd name="connsiteX7" fmla="*/ 131663 w 685858"/>
              <a:gd name="connsiteY7" fmla="*/ 19690 h 494537"/>
              <a:gd name="connsiteX8" fmla="*/ 213667 w 685858"/>
              <a:gd name="connsiteY8" fmla="*/ 65321 h 494537"/>
              <a:gd name="connsiteX9" fmla="*/ 295363 w 685858"/>
              <a:gd name="connsiteY9" fmla="*/ 119909 h 494537"/>
              <a:gd name="connsiteX10" fmla="*/ 321178 w 685858"/>
              <a:gd name="connsiteY10" fmla="*/ 198605 h 494537"/>
              <a:gd name="connsiteX11" fmla="*/ 392406 w 685858"/>
              <a:gd name="connsiteY11" fmla="*/ 97005 h 494537"/>
              <a:gd name="connsiteX12" fmla="*/ 538680 w 685858"/>
              <a:gd name="connsiteY12" fmla="*/ 42151 h 494537"/>
              <a:gd name="connsiteX13" fmla="*/ 664755 w 685858"/>
              <a:gd name="connsiteY13" fmla="*/ 41036 h 494537"/>
              <a:gd name="connsiteX14" fmla="*/ 676470 w 685858"/>
              <a:gd name="connsiteY14" fmla="*/ 161486 h 494537"/>
              <a:gd name="connsiteX15" fmla="*/ 568959 w 685858"/>
              <a:gd name="connsiteY15" fmla="*/ 174319 h 494537"/>
              <a:gd name="connsiteX16" fmla="*/ 441959 w 685858"/>
              <a:gd name="connsiteY16" fmla="*/ 213756 h 494537"/>
              <a:gd name="connsiteX17" fmla="*/ 396239 w 685858"/>
              <a:gd name="connsiteY17" fmla="*/ 310188 h 494537"/>
              <a:gd name="connsiteX18" fmla="*/ 391159 w 685858"/>
              <a:gd name="connsiteY18" fmla="*/ 458977 h 494537"/>
              <a:gd name="connsiteX0" fmla="*/ 213359 w 682341"/>
              <a:gd name="connsiteY0" fmla="*/ 494537 h 494537"/>
              <a:gd name="connsiteX1" fmla="*/ 213359 w 682341"/>
              <a:gd name="connsiteY1" fmla="*/ 357377 h 494537"/>
              <a:gd name="connsiteX2" fmla="*/ 208279 w 682341"/>
              <a:gd name="connsiteY2" fmla="*/ 245617 h 494537"/>
              <a:gd name="connsiteX3" fmla="*/ 187959 w 682341"/>
              <a:gd name="connsiteY3" fmla="*/ 189737 h 494537"/>
              <a:gd name="connsiteX4" fmla="*/ 76199 w 682341"/>
              <a:gd name="connsiteY4" fmla="*/ 149097 h 494537"/>
              <a:gd name="connsiteX5" fmla="*/ 5803 w 682341"/>
              <a:gd name="connsiteY5" fmla="*/ 126281 h 494537"/>
              <a:gd name="connsiteX6" fmla="*/ 18348 w 682341"/>
              <a:gd name="connsiteY6" fmla="*/ 6946 h 494537"/>
              <a:gd name="connsiteX7" fmla="*/ 131663 w 682341"/>
              <a:gd name="connsiteY7" fmla="*/ 19690 h 494537"/>
              <a:gd name="connsiteX8" fmla="*/ 213667 w 682341"/>
              <a:gd name="connsiteY8" fmla="*/ 65321 h 494537"/>
              <a:gd name="connsiteX9" fmla="*/ 295363 w 682341"/>
              <a:gd name="connsiteY9" fmla="*/ 119909 h 494537"/>
              <a:gd name="connsiteX10" fmla="*/ 321178 w 682341"/>
              <a:gd name="connsiteY10" fmla="*/ 198605 h 494537"/>
              <a:gd name="connsiteX11" fmla="*/ 392406 w 682341"/>
              <a:gd name="connsiteY11" fmla="*/ 97005 h 494537"/>
              <a:gd name="connsiteX12" fmla="*/ 538680 w 682341"/>
              <a:gd name="connsiteY12" fmla="*/ 42151 h 494537"/>
              <a:gd name="connsiteX13" fmla="*/ 664755 w 682341"/>
              <a:gd name="connsiteY13" fmla="*/ 41036 h 494537"/>
              <a:gd name="connsiteX14" fmla="*/ 667780 w 682341"/>
              <a:gd name="connsiteY14" fmla="*/ 103860 h 494537"/>
              <a:gd name="connsiteX15" fmla="*/ 676470 w 682341"/>
              <a:gd name="connsiteY15" fmla="*/ 161486 h 494537"/>
              <a:gd name="connsiteX16" fmla="*/ 568959 w 682341"/>
              <a:gd name="connsiteY16" fmla="*/ 174319 h 494537"/>
              <a:gd name="connsiteX17" fmla="*/ 441959 w 682341"/>
              <a:gd name="connsiteY17" fmla="*/ 213756 h 494537"/>
              <a:gd name="connsiteX18" fmla="*/ 396239 w 682341"/>
              <a:gd name="connsiteY18" fmla="*/ 310188 h 494537"/>
              <a:gd name="connsiteX19" fmla="*/ 391159 w 682341"/>
              <a:gd name="connsiteY19" fmla="*/ 458977 h 494537"/>
              <a:gd name="connsiteX0" fmla="*/ 213359 w 682341"/>
              <a:gd name="connsiteY0" fmla="*/ 494537 h 494537"/>
              <a:gd name="connsiteX1" fmla="*/ 213359 w 682341"/>
              <a:gd name="connsiteY1" fmla="*/ 357377 h 494537"/>
              <a:gd name="connsiteX2" fmla="*/ 208279 w 682341"/>
              <a:gd name="connsiteY2" fmla="*/ 245617 h 494537"/>
              <a:gd name="connsiteX3" fmla="*/ 187959 w 682341"/>
              <a:gd name="connsiteY3" fmla="*/ 189737 h 494537"/>
              <a:gd name="connsiteX4" fmla="*/ 76199 w 682341"/>
              <a:gd name="connsiteY4" fmla="*/ 149097 h 494537"/>
              <a:gd name="connsiteX5" fmla="*/ 5803 w 682341"/>
              <a:gd name="connsiteY5" fmla="*/ 126281 h 494537"/>
              <a:gd name="connsiteX6" fmla="*/ 18348 w 682341"/>
              <a:gd name="connsiteY6" fmla="*/ 6946 h 494537"/>
              <a:gd name="connsiteX7" fmla="*/ 131663 w 682341"/>
              <a:gd name="connsiteY7" fmla="*/ 19690 h 494537"/>
              <a:gd name="connsiteX8" fmla="*/ 213667 w 682341"/>
              <a:gd name="connsiteY8" fmla="*/ 65321 h 494537"/>
              <a:gd name="connsiteX9" fmla="*/ 295363 w 682341"/>
              <a:gd name="connsiteY9" fmla="*/ 119909 h 494537"/>
              <a:gd name="connsiteX10" fmla="*/ 321178 w 682341"/>
              <a:gd name="connsiteY10" fmla="*/ 198605 h 494537"/>
              <a:gd name="connsiteX11" fmla="*/ 392406 w 682341"/>
              <a:gd name="connsiteY11" fmla="*/ 97005 h 494537"/>
              <a:gd name="connsiteX12" fmla="*/ 538680 w 682341"/>
              <a:gd name="connsiteY12" fmla="*/ 42151 h 494537"/>
              <a:gd name="connsiteX13" fmla="*/ 664755 w 682341"/>
              <a:gd name="connsiteY13" fmla="*/ 41036 h 494537"/>
              <a:gd name="connsiteX14" fmla="*/ 667780 w 682341"/>
              <a:gd name="connsiteY14" fmla="*/ 103860 h 494537"/>
              <a:gd name="connsiteX15" fmla="*/ 676470 w 682341"/>
              <a:gd name="connsiteY15" fmla="*/ 161486 h 494537"/>
              <a:gd name="connsiteX16" fmla="*/ 568959 w 682341"/>
              <a:gd name="connsiteY16" fmla="*/ 174319 h 494537"/>
              <a:gd name="connsiteX17" fmla="*/ 441959 w 682341"/>
              <a:gd name="connsiteY17" fmla="*/ 213756 h 494537"/>
              <a:gd name="connsiteX18" fmla="*/ 396239 w 682341"/>
              <a:gd name="connsiteY18" fmla="*/ 310188 h 494537"/>
              <a:gd name="connsiteX19" fmla="*/ 391159 w 682341"/>
              <a:gd name="connsiteY19" fmla="*/ 458977 h 494537"/>
              <a:gd name="connsiteX0" fmla="*/ 213359 w 679466"/>
              <a:gd name="connsiteY0" fmla="*/ 494537 h 494537"/>
              <a:gd name="connsiteX1" fmla="*/ 213359 w 679466"/>
              <a:gd name="connsiteY1" fmla="*/ 357377 h 494537"/>
              <a:gd name="connsiteX2" fmla="*/ 208279 w 679466"/>
              <a:gd name="connsiteY2" fmla="*/ 245617 h 494537"/>
              <a:gd name="connsiteX3" fmla="*/ 187959 w 679466"/>
              <a:gd name="connsiteY3" fmla="*/ 189737 h 494537"/>
              <a:gd name="connsiteX4" fmla="*/ 76199 w 679466"/>
              <a:gd name="connsiteY4" fmla="*/ 149097 h 494537"/>
              <a:gd name="connsiteX5" fmla="*/ 5803 w 679466"/>
              <a:gd name="connsiteY5" fmla="*/ 126281 h 494537"/>
              <a:gd name="connsiteX6" fmla="*/ 18348 w 679466"/>
              <a:gd name="connsiteY6" fmla="*/ 6946 h 494537"/>
              <a:gd name="connsiteX7" fmla="*/ 131663 w 679466"/>
              <a:gd name="connsiteY7" fmla="*/ 19690 h 494537"/>
              <a:gd name="connsiteX8" fmla="*/ 213667 w 679466"/>
              <a:gd name="connsiteY8" fmla="*/ 65321 h 494537"/>
              <a:gd name="connsiteX9" fmla="*/ 295363 w 679466"/>
              <a:gd name="connsiteY9" fmla="*/ 119909 h 494537"/>
              <a:gd name="connsiteX10" fmla="*/ 321178 w 679466"/>
              <a:gd name="connsiteY10" fmla="*/ 198605 h 494537"/>
              <a:gd name="connsiteX11" fmla="*/ 392406 w 679466"/>
              <a:gd name="connsiteY11" fmla="*/ 97005 h 494537"/>
              <a:gd name="connsiteX12" fmla="*/ 538680 w 679466"/>
              <a:gd name="connsiteY12" fmla="*/ 42151 h 494537"/>
              <a:gd name="connsiteX13" fmla="*/ 664755 w 679466"/>
              <a:gd name="connsiteY13" fmla="*/ 41036 h 494537"/>
              <a:gd name="connsiteX14" fmla="*/ 667780 w 679466"/>
              <a:gd name="connsiteY14" fmla="*/ 103860 h 494537"/>
              <a:gd name="connsiteX15" fmla="*/ 672945 w 679466"/>
              <a:gd name="connsiteY15" fmla="*/ 161486 h 494537"/>
              <a:gd name="connsiteX16" fmla="*/ 568959 w 679466"/>
              <a:gd name="connsiteY16" fmla="*/ 174319 h 494537"/>
              <a:gd name="connsiteX17" fmla="*/ 441959 w 679466"/>
              <a:gd name="connsiteY17" fmla="*/ 213756 h 494537"/>
              <a:gd name="connsiteX18" fmla="*/ 396239 w 679466"/>
              <a:gd name="connsiteY18" fmla="*/ 310188 h 494537"/>
              <a:gd name="connsiteX19" fmla="*/ 391159 w 679466"/>
              <a:gd name="connsiteY19" fmla="*/ 458977 h 494537"/>
              <a:gd name="connsiteX0" fmla="*/ 213359 w 681811"/>
              <a:gd name="connsiteY0" fmla="*/ 494537 h 494537"/>
              <a:gd name="connsiteX1" fmla="*/ 213359 w 681811"/>
              <a:gd name="connsiteY1" fmla="*/ 357377 h 494537"/>
              <a:gd name="connsiteX2" fmla="*/ 208279 w 681811"/>
              <a:gd name="connsiteY2" fmla="*/ 245617 h 494537"/>
              <a:gd name="connsiteX3" fmla="*/ 187959 w 681811"/>
              <a:gd name="connsiteY3" fmla="*/ 189737 h 494537"/>
              <a:gd name="connsiteX4" fmla="*/ 76199 w 681811"/>
              <a:gd name="connsiteY4" fmla="*/ 149097 h 494537"/>
              <a:gd name="connsiteX5" fmla="*/ 5803 w 681811"/>
              <a:gd name="connsiteY5" fmla="*/ 126281 h 494537"/>
              <a:gd name="connsiteX6" fmla="*/ 18348 w 681811"/>
              <a:gd name="connsiteY6" fmla="*/ 6946 h 494537"/>
              <a:gd name="connsiteX7" fmla="*/ 131663 w 681811"/>
              <a:gd name="connsiteY7" fmla="*/ 19690 h 494537"/>
              <a:gd name="connsiteX8" fmla="*/ 213667 w 681811"/>
              <a:gd name="connsiteY8" fmla="*/ 65321 h 494537"/>
              <a:gd name="connsiteX9" fmla="*/ 295363 w 681811"/>
              <a:gd name="connsiteY9" fmla="*/ 119909 h 494537"/>
              <a:gd name="connsiteX10" fmla="*/ 321178 w 681811"/>
              <a:gd name="connsiteY10" fmla="*/ 198605 h 494537"/>
              <a:gd name="connsiteX11" fmla="*/ 392406 w 681811"/>
              <a:gd name="connsiteY11" fmla="*/ 97005 h 494537"/>
              <a:gd name="connsiteX12" fmla="*/ 538680 w 681811"/>
              <a:gd name="connsiteY12" fmla="*/ 42151 h 494537"/>
              <a:gd name="connsiteX13" fmla="*/ 664755 w 681811"/>
              <a:gd name="connsiteY13" fmla="*/ 41036 h 494537"/>
              <a:gd name="connsiteX14" fmla="*/ 674831 w 681811"/>
              <a:gd name="connsiteY14" fmla="*/ 107648 h 494537"/>
              <a:gd name="connsiteX15" fmla="*/ 672945 w 681811"/>
              <a:gd name="connsiteY15" fmla="*/ 161486 h 494537"/>
              <a:gd name="connsiteX16" fmla="*/ 568959 w 681811"/>
              <a:gd name="connsiteY16" fmla="*/ 174319 h 494537"/>
              <a:gd name="connsiteX17" fmla="*/ 441959 w 681811"/>
              <a:gd name="connsiteY17" fmla="*/ 213756 h 494537"/>
              <a:gd name="connsiteX18" fmla="*/ 396239 w 681811"/>
              <a:gd name="connsiteY18" fmla="*/ 310188 h 494537"/>
              <a:gd name="connsiteX19" fmla="*/ 391159 w 681811"/>
              <a:gd name="connsiteY19" fmla="*/ 458977 h 494537"/>
              <a:gd name="connsiteX0" fmla="*/ 213359 w 682327"/>
              <a:gd name="connsiteY0" fmla="*/ 494537 h 494537"/>
              <a:gd name="connsiteX1" fmla="*/ 213359 w 682327"/>
              <a:gd name="connsiteY1" fmla="*/ 357377 h 494537"/>
              <a:gd name="connsiteX2" fmla="*/ 208279 w 682327"/>
              <a:gd name="connsiteY2" fmla="*/ 245617 h 494537"/>
              <a:gd name="connsiteX3" fmla="*/ 187959 w 682327"/>
              <a:gd name="connsiteY3" fmla="*/ 189737 h 494537"/>
              <a:gd name="connsiteX4" fmla="*/ 76199 w 682327"/>
              <a:gd name="connsiteY4" fmla="*/ 149097 h 494537"/>
              <a:gd name="connsiteX5" fmla="*/ 5803 w 682327"/>
              <a:gd name="connsiteY5" fmla="*/ 126281 h 494537"/>
              <a:gd name="connsiteX6" fmla="*/ 18348 w 682327"/>
              <a:gd name="connsiteY6" fmla="*/ 6946 h 494537"/>
              <a:gd name="connsiteX7" fmla="*/ 131663 w 682327"/>
              <a:gd name="connsiteY7" fmla="*/ 19690 h 494537"/>
              <a:gd name="connsiteX8" fmla="*/ 213667 w 682327"/>
              <a:gd name="connsiteY8" fmla="*/ 65321 h 494537"/>
              <a:gd name="connsiteX9" fmla="*/ 295363 w 682327"/>
              <a:gd name="connsiteY9" fmla="*/ 119909 h 494537"/>
              <a:gd name="connsiteX10" fmla="*/ 321178 w 682327"/>
              <a:gd name="connsiteY10" fmla="*/ 198605 h 494537"/>
              <a:gd name="connsiteX11" fmla="*/ 392406 w 682327"/>
              <a:gd name="connsiteY11" fmla="*/ 97005 h 494537"/>
              <a:gd name="connsiteX12" fmla="*/ 538680 w 682327"/>
              <a:gd name="connsiteY12" fmla="*/ 42151 h 494537"/>
              <a:gd name="connsiteX13" fmla="*/ 664755 w 682327"/>
              <a:gd name="connsiteY13" fmla="*/ 41036 h 494537"/>
              <a:gd name="connsiteX14" fmla="*/ 674831 w 682327"/>
              <a:gd name="connsiteY14" fmla="*/ 107648 h 494537"/>
              <a:gd name="connsiteX15" fmla="*/ 672945 w 682327"/>
              <a:gd name="connsiteY15" fmla="*/ 161486 h 494537"/>
              <a:gd name="connsiteX16" fmla="*/ 561909 w 682327"/>
              <a:gd name="connsiteY16" fmla="*/ 170531 h 494537"/>
              <a:gd name="connsiteX17" fmla="*/ 441959 w 682327"/>
              <a:gd name="connsiteY17" fmla="*/ 213756 h 494537"/>
              <a:gd name="connsiteX18" fmla="*/ 396239 w 682327"/>
              <a:gd name="connsiteY18" fmla="*/ 310188 h 494537"/>
              <a:gd name="connsiteX19" fmla="*/ 391159 w 682327"/>
              <a:gd name="connsiteY19" fmla="*/ 458977 h 494537"/>
              <a:gd name="connsiteX0" fmla="*/ 213359 w 684843"/>
              <a:gd name="connsiteY0" fmla="*/ 494537 h 494537"/>
              <a:gd name="connsiteX1" fmla="*/ 213359 w 684843"/>
              <a:gd name="connsiteY1" fmla="*/ 357377 h 494537"/>
              <a:gd name="connsiteX2" fmla="*/ 208279 w 684843"/>
              <a:gd name="connsiteY2" fmla="*/ 245617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13359 w 684843"/>
              <a:gd name="connsiteY0" fmla="*/ 494537 h 494537"/>
              <a:gd name="connsiteX1" fmla="*/ 245086 w 684843"/>
              <a:gd name="connsiteY1" fmla="*/ 349802 h 494537"/>
              <a:gd name="connsiteX2" fmla="*/ 208279 w 684843"/>
              <a:gd name="connsiteY2" fmla="*/ 245617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13359 w 684843"/>
              <a:gd name="connsiteY0" fmla="*/ 494537 h 494537"/>
              <a:gd name="connsiteX1" fmla="*/ 245086 w 684843"/>
              <a:gd name="connsiteY1" fmla="*/ 349802 h 494537"/>
              <a:gd name="connsiteX2" fmla="*/ 222380 w 684843"/>
              <a:gd name="connsiteY2" fmla="*/ 253193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48611 w 684843"/>
              <a:gd name="connsiteY0" fmla="*/ 486961 h 486961"/>
              <a:gd name="connsiteX1" fmla="*/ 245086 w 684843"/>
              <a:gd name="connsiteY1" fmla="*/ 349802 h 486961"/>
              <a:gd name="connsiteX2" fmla="*/ 222380 w 684843"/>
              <a:gd name="connsiteY2" fmla="*/ 253193 h 486961"/>
              <a:gd name="connsiteX3" fmla="*/ 187959 w 684843"/>
              <a:gd name="connsiteY3" fmla="*/ 189737 h 486961"/>
              <a:gd name="connsiteX4" fmla="*/ 76199 w 684843"/>
              <a:gd name="connsiteY4" fmla="*/ 149097 h 486961"/>
              <a:gd name="connsiteX5" fmla="*/ 5803 w 684843"/>
              <a:gd name="connsiteY5" fmla="*/ 126281 h 486961"/>
              <a:gd name="connsiteX6" fmla="*/ 18348 w 684843"/>
              <a:gd name="connsiteY6" fmla="*/ 6946 h 486961"/>
              <a:gd name="connsiteX7" fmla="*/ 131663 w 684843"/>
              <a:gd name="connsiteY7" fmla="*/ 19690 h 486961"/>
              <a:gd name="connsiteX8" fmla="*/ 213667 w 684843"/>
              <a:gd name="connsiteY8" fmla="*/ 65321 h 486961"/>
              <a:gd name="connsiteX9" fmla="*/ 295363 w 684843"/>
              <a:gd name="connsiteY9" fmla="*/ 119909 h 486961"/>
              <a:gd name="connsiteX10" fmla="*/ 321178 w 684843"/>
              <a:gd name="connsiteY10" fmla="*/ 198605 h 486961"/>
              <a:gd name="connsiteX11" fmla="*/ 392406 w 684843"/>
              <a:gd name="connsiteY11" fmla="*/ 97005 h 486961"/>
              <a:gd name="connsiteX12" fmla="*/ 538680 w 684843"/>
              <a:gd name="connsiteY12" fmla="*/ 42151 h 486961"/>
              <a:gd name="connsiteX13" fmla="*/ 664755 w 684843"/>
              <a:gd name="connsiteY13" fmla="*/ 41036 h 486961"/>
              <a:gd name="connsiteX14" fmla="*/ 674831 w 684843"/>
              <a:gd name="connsiteY14" fmla="*/ 107648 h 486961"/>
              <a:gd name="connsiteX15" fmla="*/ 676470 w 684843"/>
              <a:gd name="connsiteY15" fmla="*/ 150123 h 486961"/>
              <a:gd name="connsiteX16" fmla="*/ 561909 w 684843"/>
              <a:gd name="connsiteY16" fmla="*/ 170531 h 486961"/>
              <a:gd name="connsiteX17" fmla="*/ 441959 w 684843"/>
              <a:gd name="connsiteY17" fmla="*/ 213756 h 486961"/>
              <a:gd name="connsiteX18" fmla="*/ 396239 w 684843"/>
              <a:gd name="connsiteY18" fmla="*/ 310188 h 486961"/>
              <a:gd name="connsiteX19" fmla="*/ 391159 w 684843"/>
              <a:gd name="connsiteY19" fmla="*/ 458977 h 486961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1178 w 684843"/>
              <a:gd name="connsiteY10" fmla="*/ 198605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1178 w 684843"/>
              <a:gd name="connsiteY10" fmla="*/ 198605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4703 w 684843"/>
              <a:gd name="connsiteY10" fmla="*/ 194817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31753 w 684843"/>
              <a:gd name="connsiteY10" fmla="*/ 191029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751 h 492858"/>
              <a:gd name="connsiteX1" fmla="*/ 245086 w 684843"/>
              <a:gd name="connsiteY1" fmla="*/ 349592 h 492858"/>
              <a:gd name="connsiteX2" fmla="*/ 222380 w 684843"/>
              <a:gd name="connsiteY2" fmla="*/ 252983 h 492858"/>
              <a:gd name="connsiteX3" fmla="*/ 187959 w 684843"/>
              <a:gd name="connsiteY3" fmla="*/ 189527 h 492858"/>
              <a:gd name="connsiteX4" fmla="*/ 76199 w 684843"/>
              <a:gd name="connsiteY4" fmla="*/ 148887 h 492858"/>
              <a:gd name="connsiteX5" fmla="*/ 5803 w 684843"/>
              <a:gd name="connsiteY5" fmla="*/ 126071 h 492858"/>
              <a:gd name="connsiteX6" fmla="*/ 18348 w 684843"/>
              <a:gd name="connsiteY6" fmla="*/ 6736 h 492858"/>
              <a:gd name="connsiteX7" fmla="*/ 131663 w 684843"/>
              <a:gd name="connsiteY7" fmla="*/ 19480 h 492858"/>
              <a:gd name="connsiteX8" fmla="*/ 227768 w 684843"/>
              <a:gd name="connsiteY8" fmla="*/ 57536 h 492858"/>
              <a:gd name="connsiteX9" fmla="*/ 295363 w 684843"/>
              <a:gd name="connsiteY9" fmla="*/ 119699 h 492858"/>
              <a:gd name="connsiteX10" fmla="*/ 331753 w 684843"/>
              <a:gd name="connsiteY10" fmla="*/ 190819 h 492858"/>
              <a:gd name="connsiteX11" fmla="*/ 392406 w 684843"/>
              <a:gd name="connsiteY11" fmla="*/ 96795 h 492858"/>
              <a:gd name="connsiteX12" fmla="*/ 538680 w 684843"/>
              <a:gd name="connsiteY12" fmla="*/ 41941 h 492858"/>
              <a:gd name="connsiteX13" fmla="*/ 664755 w 684843"/>
              <a:gd name="connsiteY13" fmla="*/ 40826 h 492858"/>
              <a:gd name="connsiteX14" fmla="*/ 674831 w 684843"/>
              <a:gd name="connsiteY14" fmla="*/ 107438 h 492858"/>
              <a:gd name="connsiteX15" fmla="*/ 676470 w 684843"/>
              <a:gd name="connsiteY15" fmla="*/ 149913 h 492858"/>
              <a:gd name="connsiteX16" fmla="*/ 561909 w 684843"/>
              <a:gd name="connsiteY16" fmla="*/ 170321 h 492858"/>
              <a:gd name="connsiteX17" fmla="*/ 441959 w 684843"/>
              <a:gd name="connsiteY17" fmla="*/ 213546 h 492858"/>
              <a:gd name="connsiteX18" fmla="*/ 396239 w 684843"/>
              <a:gd name="connsiteY18" fmla="*/ 309978 h 492858"/>
              <a:gd name="connsiteX19" fmla="*/ 398209 w 684843"/>
              <a:gd name="connsiteY19" fmla="*/ 492858 h 492858"/>
              <a:gd name="connsiteX0" fmla="*/ 246631 w 682863"/>
              <a:gd name="connsiteY0" fmla="*/ 482240 h 488347"/>
              <a:gd name="connsiteX1" fmla="*/ 243106 w 682863"/>
              <a:gd name="connsiteY1" fmla="*/ 345081 h 488347"/>
              <a:gd name="connsiteX2" fmla="*/ 220400 w 682863"/>
              <a:gd name="connsiteY2" fmla="*/ 248472 h 488347"/>
              <a:gd name="connsiteX3" fmla="*/ 185979 w 682863"/>
              <a:gd name="connsiteY3" fmla="*/ 185016 h 488347"/>
              <a:gd name="connsiteX4" fmla="*/ 74219 w 682863"/>
              <a:gd name="connsiteY4" fmla="*/ 144376 h 488347"/>
              <a:gd name="connsiteX5" fmla="*/ 3823 w 682863"/>
              <a:gd name="connsiteY5" fmla="*/ 121560 h 488347"/>
              <a:gd name="connsiteX6" fmla="*/ 10113 w 682863"/>
              <a:gd name="connsiteY6" fmla="*/ 57473 h 488347"/>
              <a:gd name="connsiteX7" fmla="*/ 16368 w 682863"/>
              <a:gd name="connsiteY7" fmla="*/ 2225 h 488347"/>
              <a:gd name="connsiteX8" fmla="*/ 129683 w 682863"/>
              <a:gd name="connsiteY8" fmla="*/ 14969 h 488347"/>
              <a:gd name="connsiteX9" fmla="*/ 225788 w 682863"/>
              <a:gd name="connsiteY9" fmla="*/ 53025 h 488347"/>
              <a:gd name="connsiteX10" fmla="*/ 293383 w 682863"/>
              <a:gd name="connsiteY10" fmla="*/ 115188 h 488347"/>
              <a:gd name="connsiteX11" fmla="*/ 329773 w 682863"/>
              <a:gd name="connsiteY11" fmla="*/ 186308 h 488347"/>
              <a:gd name="connsiteX12" fmla="*/ 390426 w 682863"/>
              <a:gd name="connsiteY12" fmla="*/ 92284 h 488347"/>
              <a:gd name="connsiteX13" fmla="*/ 536700 w 682863"/>
              <a:gd name="connsiteY13" fmla="*/ 37430 h 488347"/>
              <a:gd name="connsiteX14" fmla="*/ 662775 w 682863"/>
              <a:gd name="connsiteY14" fmla="*/ 36315 h 488347"/>
              <a:gd name="connsiteX15" fmla="*/ 672851 w 682863"/>
              <a:gd name="connsiteY15" fmla="*/ 102927 h 488347"/>
              <a:gd name="connsiteX16" fmla="*/ 674490 w 682863"/>
              <a:gd name="connsiteY16" fmla="*/ 145402 h 488347"/>
              <a:gd name="connsiteX17" fmla="*/ 559929 w 682863"/>
              <a:gd name="connsiteY17" fmla="*/ 165810 h 488347"/>
              <a:gd name="connsiteX18" fmla="*/ 439979 w 682863"/>
              <a:gd name="connsiteY18" fmla="*/ 209035 h 488347"/>
              <a:gd name="connsiteX19" fmla="*/ 394259 w 682863"/>
              <a:gd name="connsiteY19" fmla="*/ 305467 h 488347"/>
              <a:gd name="connsiteX20" fmla="*/ 396229 w 682863"/>
              <a:gd name="connsiteY20" fmla="*/ 488347 h 488347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9773 w 682863"/>
              <a:gd name="connsiteY11" fmla="*/ 186308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435006 w 682863"/>
              <a:gd name="connsiteY20" fmla="*/ 442893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9773 w 682863"/>
              <a:gd name="connsiteY11" fmla="*/ 186308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6247 w 682863"/>
              <a:gd name="connsiteY11" fmla="*/ 159793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6247 w 682863"/>
              <a:gd name="connsiteY11" fmla="*/ 159793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9772 w 682863"/>
              <a:gd name="connsiteY11" fmla="*/ 148430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9772 w 682863"/>
              <a:gd name="connsiteY11" fmla="*/ 148430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85654 w 682863"/>
              <a:gd name="connsiteY20" fmla="*/ 480770 h 48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82863" h="482240">
                <a:moveTo>
                  <a:pt x="246631" y="482240"/>
                </a:moveTo>
                <a:cubicBezTo>
                  <a:pt x="247054" y="434403"/>
                  <a:pt x="247478" y="384042"/>
                  <a:pt x="243106" y="345081"/>
                </a:cubicBezTo>
                <a:cubicBezTo>
                  <a:pt x="238734" y="306120"/>
                  <a:pt x="229921" y="275150"/>
                  <a:pt x="220400" y="248472"/>
                </a:cubicBezTo>
                <a:cubicBezTo>
                  <a:pt x="210879" y="221795"/>
                  <a:pt x="210342" y="202365"/>
                  <a:pt x="185979" y="185016"/>
                </a:cubicBezTo>
                <a:cubicBezTo>
                  <a:pt x="161616" y="167667"/>
                  <a:pt x="104578" y="154952"/>
                  <a:pt x="74219" y="144376"/>
                </a:cubicBezTo>
                <a:cubicBezTo>
                  <a:pt x="43860" y="133800"/>
                  <a:pt x="14507" y="136044"/>
                  <a:pt x="3823" y="121560"/>
                </a:cubicBezTo>
                <a:cubicBezTo>
                  <a:pt x="-6861" y="107076"/>
                  <a:pt x="8022" y="77362"/>
                  <a:pt x="10113" y="57473"/>
                </a:cubicBezTo>
                <a:cubicBezTo>
                  <a:pt x="12204" y="37584"/>
                  <a:pt x="-3560" y="9309"/>
                  <a:pt x="16368" y="2225"/>
                </a:cubicBezTo>
                <a:cubicBezTo>
                  <a:pt x="36296" y="-4859"/>
                  <a:pt x="94780" y="6502"/>
                  <a:pt x="129683" y="14969"/>
                </a:cubicBezTo>
                <a:cubicBezTo>
                  <a:pt x="164586" y="23436"/>
                  <a:pt x="199092" y="39478"/>
                  <a:pt x="225788" y="53025"/>
                </a:cubicBezTo>
                <a:cubicBezTo>
                  <a:pt x="252484" y="66572"/>
                  <a:pt x="272527" y="80348"/>
                  <a:pt x="289858" y="96249"/>
                </a:cubicBezTo>
                <a:cubicBezTo>
                  <a:pt x="307189" y="112150"/>
                  <a:pt x="313011" y="149091"/>
                  <a:pt x="329772" y="148430"/>
                </a:cubicBezTo>
                <a:cubicBezTo>
                  <a:pt x="346533" y="147769"/>
                  <a:pt x="355938" y="110784"/>
                  <a:pt x="390426" y="92284"/>
                </a:cubicBezTo>
                <a:cubicBezTo>
                  <a:pt x="424914" y="73784"/>
                  <a:pt x="491309" y="46758"/>
                  <a:pt x="536700" y="37430"/>
                </a:cubicBezTo>
                <a:cubicBezTo>
                  <a:pt x="582091" y="28102"/>
                  <a:pt x="640083" y="25399"/>
                  <a:pt x="662775" y="36315"/>
                </a:cubicBezTo>
                <a:cubicBezTo>
                  <a:pt x="685467" y="47231"/>
                  <a:pt x="670899" y="82852"/>
                  <a:pt x="672851" y="102927"/>
                </a:cubicBezTo>
                <a:cubicBezTo>
                  <a:pt x="674804" y="123002"/>
                  <a:pt x="693310" y="134922"/>
                  <a:pt x="674490" y="145402"/>
                </a:cubicBezTo>
                <a:cubicBezTo>
                  <a:pt x="655670" y="155882"/>
                  <a:pt x="599014" y="155205"/>
                  <a:pt x="559929" y="165810"/>
                </a:cubicBezTo>
                <a:cubicBezTo>
                  <a:pt x="520844" y="176415"/>
                  <a:pt x="467591" y="185759"/>
                  <a:pt x="439979" y="209035"/>
                </a:cubicBezTo>
                <a:cubicBezTo>
                  <a:pt x="412367" y="232311"/>
                  <a:pt x="403313" y="260178"/>
                  <a:pt x="394259" y="305467"/>
                </a:cubicBezTo>
                <a:cubicBezTo>
                  <a:pt x="385205" y="350756"/>
                  <a:pt x="383960" y="411343"/>
                  <a:pt x="385654" y="480770"/>
                </a:cubicBezTo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75EAFFC-C174-489C-9FC8-B305CAF9DDF3}"/>
              </a:ext>
            </a:extLst>
          </p:cNvPr>
          <p:cNvSpPr/>
          <p:nvPr/>
        </p:nvSpPr>
        <p:spPr>
          <a:xfrm rot="17163203">
            <a:off x="2996857" y="3775554"/>
            <a:ext cx="299143" cy="174778"/>
          </a:xfrm>
          <a:custGeom>
            <a:avLst/>
            <a:gdLst>
              <a:gd name="connsiteX0" fmla="*/ 268720 w 609479"/>
              <a:gd name="connsiteY0" fmla="*/ 0 h 332477"/>
              <a:gd name="connsiteX1" fmla="*/ 181408 w 609479"/>
              <a:gd name="connsiteY1" fmla="*/ 65088 h 332477"/>
              <a:gd name="connsiteX2" fmla="*/ 136958 w 609479"/>
              <a:gd name="connsiteY2" fmla="*/ 77788 h 332477"/>
              <a:gd name="connsiteX3" fmla="*/ 95683 w 609479"/>
              <a:gd name="connsiteY3" fmla="*/ 68263 h 332477"/>
              <a:gd name="connsiteX4" fmla="*/ 44883 w 609479"/>
              <a:gd name="connsiteY4" fmla="*/ 73025 h 332477"/>
              <a:gd name="connsiteX5" fmla="*/ 46470 w 609479"/>
              <a:gd name="connsiteY5" fmla="*/ 123825 h 332477"/>
              <a:gd name="connsiteX6" fmla="*/ 433 w 609479"/>
              <a:gd name="connsiteY6" fmla="*/ 127000 h 332477"/>
              <a:gd name="connsiteX7" fmla="*/ 27420 w 609479"/>
              <a:gd name="connsiteY7" fmla="*/ 201613 h 332477"/>
              <a:gd name="connsiteX8" fmla="*/ 92508 w 609479"/>
              <a:gd name="connsiteY8" fmla="*/ 187325 h 332477"/>
              <a:gd name="connsiteX9" fmla="*/ 114733 w 609479"/>
              <a:gd name="connsiteY9" fmla="*/ 239713 h 332477"/>
              <a:gd name="connsiteX10" fmla="*/ 170295 w 609479"/>
              <a:gd name="connsiteY10" fmla="*/ 223838 h 332477"/>
              <a:gd name="connsiteX11" fmla="*/ 182995 w 609479"/>
              <a:gd name="connsiteY11" fmla="*/ 173038 h 332477"/>
              <a:gd name="connsiteX12" fmla="*/ 171883 w 609479"/>
              <a:gd name="connsiteY12" fmla="*/ 144463 h 332477"/>
              <a:gd name="connsiteX13" fmla="*/ 273483 w 609479"/>
              <a:gd name="connsiteY13" fmla="*/ 50800 h 332477"/>
              <a:gd name="connsiteX14" fmla="*/ 289358 w 609479"/>
              <a:gd name="connsiteY14" fmla="*/ 61913 h 332477"/>
              <a:gd name="connsiteX15" fmla="*/ 273483 w 609479"/>
              <a:gd name="connsiteY15" fmla="*/ 123825 h 332477"/>
              <a:gd name="connsiteX16" fmla="*/ 249670 w 609479"/>
              <a:gd name="connsiteY16" fmla="*/ 163513 h 332477"/>
              <a:gd name="connsiteX17" fmla="*/ 224270 w 609479"/>
              <a:gd name="connsiteY17" fmla="*/ 161925 h 332477"/>
              <a:gd name="connsiteX18" fmla="*/ 190933 w 609479"/>
              <a:gd name="connsiteY18" fmla="*/ 219075 h 332477"/>
              <a:gd name="connsiteX19" fmla="*/ 241733 w 609479"/>
              <a:gd name="connsiteY19" fmla="*/ 261938 h 332477"/>
              <a:gd name="connsiteX20" fmla="*/ 235383 w 609479"/>
              <a:gd name="connsiteY20" fmla="*/ 277813 h 332477"/>
              <a:gd name="connsiteX21" fmla="*/ 254433 w 609479"/>
              <a:gd name="connsiteY21" fmla="*/ 323850 h 332477"/>
              <a:gd name="connsiteX22" fmla="*/ 336983 w 609479"/>
              <a:gd name="connsiteY22" fmla="*/ 328613 h 332477"/>
              <a:gd name="connsiteX23" fmla="*/ 338570 w 609479"/>
              <a:gd name="connsiteY23" fmla="*/ 280988 h 332477"/>
              <a:gd name="connsiteX24" fmla="*/ 371908 w 609479"/>
              <a:gd name="connsiteY24" fmla="*/ 317500 h 332477"/>
              <a:gd name="connsiteX25" fmla="*/ 417945 w 609479"/>
              <a:gd name="connsiteY25" fmla="*/ 300038 h 332477"/>
              <a:gd name="connsiteX26" fmla="*/ 435408 w 609479"/>
              <a:gd name="connsiteY26" fmla="*/ 246063 h 332477"/>
              <a:gd name="connsiteX27" fmla="*/ 395720 w 609479"/>
              <a:gd name="connsiteY27" fmla="*/ 204788 h 332477"/>
              <a:gd name="connsiteX28" fmla="*/ 321108 w 609479"/>
              <a:gd name="connsiteY28" fmla="*/ 184150 h 332477"/>
              <a:gd name="connsiteX29" fmla="*/ 287770 w 609479"/>
              <a:gd name="connsiteY29" fmla="*/ 168275 h 332477"/>
              <a:gd name="connsiteX30" fmla="*/ 332220 w 609479"/>
              <a:gd name="connsiteY30" fmla="*/ 44450 h 332477"/>
              <a:gd name="connsiteX31" fmla="*/ 359208 w 609479"/>
              <a:gd name="connsiteY31" fmla="*/ 74613 h 332477"/>
              <a:gd name="connsiteX32" fmla="*/ 429058 w 609479"/>
              <a:gd name="connsiteY32" fmla="*/ 157163 h 332477"/>
              <a:gd name="connsiteX33" fmla="*/ 424295 w 609479"/>
              <a:gd name="connsiteY33" fmla="*/ 176213 h 332477"/>
              <a:gd name="connsiteX34" fmla="*/ 470333 w 609479"/>
              <a:gd name="connsiteY34" fmla="*/ 242888 h 332477"/>
              <a:gd name="connsiteX35" fmla="*/ 514783 w 609479"/>
              <a:gd name="connsiteY35" fmla="*/ 227013 h 332477"/>
              <a:gd name="connsiteX36" fmla="*/ 570345 w 609479"/>
              <a:gd name="connsiteY36" fmla="*/ 234950 h 332477"/>
              <a:gd name="connsiteX37" fmla="*/ 608445 w 609479"/>
              <a:gd name="connsiteY37" fmla="*/ 187325 h 332477"/>
              <a:gd name="connsiteX38" fmla="*/ 597333 w 609479"/>
              <a:gd name="connsiteY38" fmla="*/ 128588 h 332477"/>
              <a:gd name="connsiteX39" fmla="*/ 583045 w 609479"/>
              <a:gd name="connsiteY39" fmla="*/ 85725 h 332477"/>
              <a:gd name="connsiteX40" fmla="*/ 538595 w 609479"/>
              <a:gd name="connsiteY40" fmla="*/ 84138 h 332477"/>
              <a:gd name="connsiteX41" fmla="*/ 486208 w 609479"/>
              <a:gd name="connsiteY41" fmla="*/ 117475 h 332477"/>
              <a:gd name="connsiteX42" fmla="*/ 473508 w 609479"/>
              <a:gd name="connsiteY42" fmla="*/ 141288 h 332477"/>
              <a:gd name="connsiteX43" fmla="*/ 359208 w 609479"/>
              <a:gd name="connsiteY43" fmla="*/ 0 h 332477"/>
              <a:gd name="connsiteX0" fmla="*/ 268434 w 609193"/>
              <a:gd name="connsiteY0" fmla="*/ 0 h 332477"/>
              <a:gd name="connsiteX1" fmla="*/ 181122 w 609193"/>
              <a:gd name="connsiteY1" fmla="*/ 65088 h 332477"/>
              <a:gd name="connsiteX2" fmla="*/ 136672 w 609193"/>
              <a:gd name="connsiteY2" fmla="*/ 77788 h 332477"/>
              <a:gd name="connsiteX3" fmla="*/ 95397 w 609193"/>
              <a:gd name="connsiteY3" fmla="*/ 68263 h 332477"/>
              <a:gd name="connsiteX4" fmla="*/ 44597 w 609193"/>
              <a:gd name="connsiteY4" fmla="*/ 73025 h 332477"/>
              <a:gd name="connsiteX5" fmla="*/ 17609 w 609193"/>
              <a:gd name="connsiteY5" fmla="*/ 103188 h 332477"/>
              <a:gd name="connsiteX6" fmla="*/ 147 w 609193"/>
              <a:gd name="connsiteY6" fmla="*/ 127000 h 332477"/>
              <a:gd name="connsiteX7" fmla="*/ 27134 w 609193"/>
              <a:gd name="connsiteY7" fmla="*/ 201613 h 332477"/>
              <a:gd name="connsiteX8" fmla="*/ 92222 w 609193"/>
              <a:gd name="connsiteY8" fmla="*/ 187325 h 332477"/>
              <a:gd name="connsiteX9" fmla="*/ 114447 w 609193"/>
              <a:gd name="connsiteY9" fmla="*/ 239713 h 332477"/>
              <a:gd name="connsiteX10" fmla="*/ 170009 w 609193"/>
              <a:gd name="connsiteY10" fmla="*/ 223838 h 332477"/>
              <a:gd name="connsiteX11" fmla="*/ 182709 w 609193"/>
              <a:gd name="connsiteY11" fmla="*/ 173038 h 332477"/>
              <a:gd name="connsiteX12" fmla="*/ 171597 w 609193"/>
              <a:gd name="connsiteY12" fmla="*/ 144463 h 332477"/>
              <a:gd name="connsiteX13" fmla="*/ 273197 w 609193"/>
              <a:gd name="connsiteY13" fmla="*/ 50800 h 332477"/>
              <a:gd name="connsiteX14" fmla="*/ 289072 w 609193"/>
              <a:gd name="connsiteY14" fmla="*/ 61913 h 332477"/>
              <a:gd name="connsiteX15" fmla="*/ 273197 w 609193"/>
              <a:gd name="connsiteY15" fmla="*/ 123825 h 332477"/>
              <a:gd name="connsiteX16" fmla="*/ 249384 w 609193"/>
              <a:gd name="connsiteY16" fmla="*/ 163513 h 332477"/>
              <a:gd name="connsiteX17" fmla="*/ 223984 w 609193"/>
              <a:gd name="connsiteY17" fmla="*/ 161925 h 332477"/>
              <a:gd name="connsiteX18" fmla="*/ 190647 w 609193"/>
              <a:gd name="connsiteY18" fmla="*/ 219075 h 332477"/>
              <a:gd name="connsiteX19" fmla="*/ 241447 w 609193"/>
              <a:gd name="connsiteY19" fmla="*/ 261938 h 332477"/>
              <a:gd name="connsiteX20" fmla="*/ 235097 w 609193"/>
              <a:gd name="connsiteY20" fmla="*/ 277813 h 332477"/>
              <a:gd name="connsiteX21" fmla="*/ 254147 w 609193"/>
              <a:gd name="connsiteY21" fmla="*/ 323850 h 332477"/>
              <a:gd name="connsiteX22" fmla="*/ 336697 w 609193"/>
              <a:gd name="connsiteY22" fmla="*/ 328613 h 332477"/>
              <a:gd name="connsiteX23" fmla="*/ 338284 w 609193"/>
              <a:gd name="connsiteY23" fmla="*/ 280988 h 332477"/>
              <a:gd name="connsiteX24" fmla="*/ 371622 w 609193"/>
              <a:gd name="connsiteY24" fmla="*/ 317500 h 332477"/>
              <a:gd name="connsiteX25" fmla="*/ 417659 w 609193"/>
              <a:gd name="connsiteY25" fmla="*/ 300038 h 332477"/>
              <a:gd name="connsiteX26" fmla="*/ 435122 w 609193"/>
              <a:gd name="connsiteY26" fmla="*/ 246063 h 332477"/>
              <a:gd name="connsiteX27" fmla="*/ 395434 w 609193"/>
              <a:gd name="connsiteY27" fmla="*/ 204788 h 332477"/>
              <a:gd name="connsiteX28" fmla="*/ 320822 w 609193"/>
              <a:gd name="connsiteY28" fmla="*/ 184150 h 332477"/>
              <a:gd name="connsiteX29" fmla="*/ 287484 w 609193"/>
              <a:gd name="connsiteY29" fmla="*/ 168275 h 332477"/>
              <a:gd name="connsiteX30" fmla="*/ 331934 w 609193"/>
              <a:gd name="connsiteY30" fmla="*/ 44450 h 332477"/>
              <a:gd name="connsiteX31" fmla="*/ 358922 w 609193"/>
              <a:gd name="connsiteY31" fmla="*/ 74613 h 332477"/>
              <a:gd name="connsiteX32" fmla="*/ 428772 w 609193"/>
              <a:gd name="connsiteY32" fmla="*/ 157163 h 332477"/>
              <a:gd name="connsiteX33" fmla="*/ 424009 w 609193"/>
              <a:gd name="connsiteY33" fmla="*/ 176213 h 332477"/>
              <a:gd name="connsiteX34" fmla="*/ 470047 w 609193"/>
              <a:gd name="connsiteY34" fmla="*/ 242888 h 332477"/>
              <a:gd name="connsiteX35" fmla="*/ 514497 w 609193"/>
              <a:gd name="connsiteY35" fmla="*/ 227013 h 332477"/>
              <a:gd name="connsiteX36" fmla="*/ 570059 w 609193"/>
              <a:gd name="connsiteY36" fmla="*/ 234950 h 332477"/>
              <a:gd name="connsiteX37" fmla="*/ 608159 w 609193"/>
              <a:gd name="connsiteY37" fmla="*/ 187325 h 332477"/>
              <a:gd name="connsiteX38" fmla="*/ 597047 w 609193"/>
              <a:gd name="connsiteY38" fmla="*/ 128588 h 332477"/>
              <a:gd name="connsiteX39" fmla="*/ 582759 w 609193"/>
              <a:gd name="connsiteY39" fmla="*/ 85725 h 332477"/>
              <a:gd name="connsiteX40" fmla="*/ 538309 w 609193"/>
              <a:gd name="connsiteY40" fmla="*/ 84138 h 332477"/>
              <a:gd name="connsiteX41" fmla="*/ 485922 w 609193"/>
              <a:gd name="connsiteY41" fmla="*/ 117475 h 332477"/>
              <a:gd name="connsiteX42" fmla="*/ 473222 w 609193"/>
              <a:gd name="connsiteY42" fmla="*/ 141288 h 332477"/>
              <a:gd name="connsiteX43" fmla="*/ 358922 w 609193"/>
              <a:gd name="connsiteY43" fmla="*/ 0 h 332477"/>
              <a:gd name="connsiteX0" fmla="*/ 270022 w 609193"/>
              <a:gd name="connsiteY0" fmla="*/ 0 h 349939"/>
              <a:gd name="connsiteX1" fmla="*/ 181122 w 609193"/>
              <a:gd name="connsiteY1" fmla="*/ 82550 h 349939"/>
              <a:gd name="connsiteX2" fmla="*/ 136672 w 609193"/>
              <a:gd name="connsiteY2" fmla="*/ 95250 h 349939"/>
              <a:gd name="connsiteX3" fmla="*/ 95397 w 609193"/>
              <a:gd name="connsiteY3" fmla="*/ 85725 h 349939"/>
              <a:gd name="connsiteX4" fmla="*/ 44597 w 609193"/>
              <a:gd name="connsiteY4" fmla="*/ 90487 h 349939"/>
              <a:gd name="connsiteX5" fmla="*/ 17609 w 609193"/>
              <a:gd name="connsiteY5" fmla="*/ 120650 h 349939"/>
              <a:gd name="connsiteX6" fmla="*/ 147 w 609193"/>
              <a:gd name="connsiteY6" fmla="*/ 144462 h 349939"/>
              <a:gd name="connsiteX7" fmla="*/ 27134 w 609193"/>
              <a:gd name="connsiteY7" fmla="*/ 219075 h 349939"/>
              <a:gd name="connsiteX8" fmla="*/ 92222 w 609193"/>
              <a:gd name="connsiteY8" fmla="*/ 204787 h 349939"/>
              <a:gd name="connsiteX9" fmla="*/ 114447 w 609193"/>
              <a:gd name="connsiteY9" fmla="*/ 257175 h 349939"/>
              <a:gd name="connsiteX10" fmla="*/ 170009 w 609193"/>
              <a:gd name="connsiteY10" fmla="*/ 241300 h 349939"/>
              <a:gd name="connsiteX11" fmla="*/ 182709 w 609193"/>
              <a:gd name="connsiteY11" fmla="*/ 190500 h 349939"/>
              <a:gd name="connsiteX12" fmla="*/ 171597 w 609193"/>
              <a:gd name="connsiteY12" fmla="*/ 161925 h 349939"/>
              <a:gd name="connsiteX13" fmla="*/ 273197 w 609193"/>
              <a:gd name="connsiteY13" fmla="*/ 68262 h 349939"/>
              <a:gd name="connsiteX14" fmla="*/ 289072 w 609193"/>
              <a:gd name="connsiteY14" fmla="*/ 79375 h 349939"/>
              <a:gd name="connsiteX15" fmla="*/ 273197 w 609193"/>
              <a:gd name="connsiteY15" fmla="*/ 141287 h 349939"/>
              <a:gd name="connsiteX16" fmla="*/ 249384 w 609193"/>
              <a:gd name="connsiteY16" fmla="*/ 180975 h 349939"/>
              <a:gd name="connsiteX17" fmla="*/ 223984 w 609193"/>
              <a:gd name="connsiteY17" fmla="*/ 179387 h 349939"/>
              <a:gd name="connsiteX18" fmla="*/ 190647 w 609193"/>
              <a:gd name="connsiteY18" fmla="*/ 236537 h 349939"/>
              <a:gd name="connsiteX19" fmla="*/ 241447 w 609193"/>
              <a:gd name="connsiteY19" fmla="*/ 279400 h 349939"/>
              <a:gd name="connsiteX20" fmla="*/ 235097 w 609193"/>
              <a:gd name="connsiteY20" fmla="*/ 295275 h 349939"/>
              <a:gd name="connsiteX21" fmla="*/ 254147 w 609193"/>
              <a:gd name="connsiteY21" fmla="*/ 341312 h 349939"/>
              <a:gd name="connsiteX22" fmla="*/ 336697 w 609193"/>
              <a:gd name="connsiteY22" fmla="*/ 346075 h 349939"/>
              <a:gd name="connsiteX23" fmla="*/ 338284 w 609193"/>
              <a:gd name="connsiteY23" fmla="*/ 298450 h 349939"/>
              <a:gd name="connsiteX24" fmla="*/ 371622 w 609193"/>
              <a:gd name="connsiteY24" fmla="*/ 334962 h 349939"/>
              <a:gd name="connsiteX25" fmla="*/ 417659 w 609193"/>
              <a:gd name="connsiteY25" fmla="*/ 317500 h 349939"/>
              <a:gd name="connsiteX26" fmla="*/ 435122 w 609193"/>
              <a:gd name="connsiteY26" fmla="*/ 263525 h 349939"/>
              <a:gd name="connsiteX27" fmla="*/ 395434 w 609193"/>
              <a:gd name="connsiteY27" fmla="*/ 222250 h 349939"/>
              <a:gd name="connsiteX28" fmla="*/ 320822 w 609193"/>
              <a:gd name="connsiteY28" fmla="*/ 201612 h 349939"/>
              <a:gd name="connsiteX29" fmla="*/ 287484 w 609193"/>
              <a:gd name="connsiteY29" fmla="*/ 185737 h 349939"/>
              <a:gd name="connsiteX30" fmla="*/ 331934 w 609193"/>
              <a:gd name="connsiteY30" fmla="*/ 61912 h 349939"/>
              <a:gd name="connsiteX31" fmla="*/ 358922 w 609193"/>
              <a:gd name="connsiteY31" fmla="*/ 92075 h 349939"/>
              <a:gd name="connsiteX32" fmla="*/ 428772 w 609193"/>
              <a:gd name="connsiteY32" fmla="*/ 174625 h 349939"/>
              <a:gd name="connsiteX33" fmla="*/ 424009 w 609193"/>
              <a:gd name="connsiteY33" fmla="*/ 193675 h 349939"/>
              <a:gd name="connsiteX34" fmla="*/ 470047 w 609193"/>
              <a:gd name="connsiteY34" fmla="*/ 260350 h 349939"/>
              <a:gd name="connsiteX35" fmla="*/ 514497 w 609193"/>
              <a:gd name="connsiteY35" fmla="*/ 244475 h 349939"/>
              <a:gd name="connsiteX36" fmla="*/ 570059 w 609193"/>
              <a:gd name="connsiteY36" fmla="*/ 252412 h 349939"/>
              <a:gd name="connsiteX37" fmla="*/ 608159 w 609193"/>
              <a:gd name="connsiteY37" fmla="*/ 204787 h 349939"/>
              <a:gd name="connsiteX38" fmla="*/ 597047 w 609193"/>
              <a:gd name="connsiteY38" fmla="*/ 146050 h 349939"/>
              <a:gd name="connsiteX39" fmla="*/ 582759 w 609193"/>
              <a:gd name="connsiteY39" fmla="*/ 103187 h 349939"/>
              <a:gd name="connsiteX40" fmla="*/ 538309 w 609193"/>
              <a:gd name="connsiteY40" fmla="*/ 101600 h 349939"/>
              <a:gd name="connsiteX41" fmla="*/ 485922 w 609193"/>
              <a:gd name="connsiteY41" fmla="*/ 134937 h 349939"/>
              <a:gd name="connsiteX42" fmla="*/ 473222 w 609193"/>
              <a:gd name="connsiteY42" fmla="*/ 158750 h 349939"/>
              <a:gd name="connsiteX43" fmla="*/ 358922 w 609193"/>
              <a:gd name="connsiteY43" fmla="*/ 17462 h 349939"/>
              <a:gd name="connsiteX0" fmla="*/ 281134 w 609193"/>
              <a:gd name="connsiteY0" fmla="*/ 0 h 357876"/>
              <a:gd name="connsiteX1" fmla="*/ 181122 w 609193"/>
              <a:gd name="connsiteY1" fmla="*/ 90487 h 357876"/>
              <a:gd name="connsiteX2" fmla="*/ 136672 w 609193"/>
              <a:gd name="connsiteY2" fmla="*/ 103187 h 357876"/>
              <a:gd name="connsiteX3" fmla="*/ 95397 w 609193"/>
              <a:gd name="connsiteY3" fmla="*/ 93662 h 357876"/>
              <a:gd name="connsiteX4" fmla="*/ 44597 w 609193"/>
              <a:gd name="connsiteY4" fmla="*/ 98424 h 357876"/>
              <a:gd name="connsiteX5" fmla="*/ 17609 w 609193"/>
              <a:gd name="connsiteY5" fmla="*/ 128587 h 357876"/>
              <a:gd name="connsiteX6" fmla="*/ 147 w 609193"/>
              <a:gd name="connsiteY6" fmla="*/ 152399 h 357876"/>
              <a:gd name="connsiteX7" fmla="*/ 27134 w 609193"/>
              <a:gd name="connsiteY7" fmla="*/ 227012 h 357876"/>
              <a:gd name="connsiteX8" fmla="*/ 92222 w 609193"/>
              <a:gd name="connsiteY8" fmla="*/ 212724 h 357876"/>
              <a:gd name="connsiteX9" fmla="*/ 114447 w 609193"/>
              <a:gd name="connsiteY9" fmla="*/ 265112 h 357876"/>
              <a:gd name="connsiteX10" fmla="*/ 170009 w 609193"/>
              <a:gd name="connsiteY10" fmla="*/ 249237 h 357876"/>
              <a:gd name="connsiteX11" fmla="*/ 182709 w 609193"/>
              <a:gd name="connsiteY11" fmla="*/ 198437 h 357876"/>
              <a:gd name="connsiteX12" fmla="*/ 171597 w 609193"/>
              <a:gd name="connsiteY12" fmla="*/ 169862 h 357876"/>
              <a:gd name="connsiteX13" fmla="*/ 273197 w 609193"/>
              <a:gd name="connsiteY13" fmla="*/ 76199 h 357876"/>
              <a:gd name="connsiteX14" fmla="*/ 289072 w 609193"/>
              <a:gd name="connsiteY14" fmla="*/ 87312 h 357876"/>
              <a:gd name="connsiteX15" fmla="*/ 273197 w 609193"/>
              <a:gd name="connsiteY15" fmla="*/ 149224 h 357876"/>
              <a:gd name="connsiteX16" fmla="*/ 249384 w 609193"/>
              <a:gd name="connsiteY16" fmla="*/ 188912 h 357876"/>
              <a:gd name="connsiteX17" fmla="*/ 223984 w 609193"/>
              <a:gd name="connsiteY17" fmla="*/ 187324 h 357876"/>
              <a:gd name="connsiteX18" fmla="*/ 190647 w 609193"/>
              <a:gd name="connsiteY18" fmla="*/ 244474 h 357876"/>
              <a:gd name="connsiteX19" fmla="*/ 241447 w 609193"/>
              <a:gd name="connsiteY19" fmla="*/ 287337 h 357876"/>
              <a:gd name="connsiteX20" fmla="*/ 235097 w 609193"/>
              <a:gd name="connsiteY20" fmla="*/ 303212 h 357876"/>
              <a:gd name="connsiteX21" fmla="*/ 254147 w 609193"/>
              <a:gd name="connsiteY21" fmla="*/ 349249 h 357876"/>
              <a:gd name="connsiteX22" fmla="*/ 336697 w 609193"/>
              <a:gd name="connsiteY22" fmla="*/ 354012 h 357876"/>
              <a:gd name="connsiteX23" fmla="*/ 338284 w 609193"/>
              <a:gd name="connsiteY23" fmla="*/ 306387 h 357876"/>
              <a:gd name="connsiteX24" fmla="*/ 371622 w 609193"/>
              <a:gd name="connsiteY24" fmla="*/ 342899 h 357876"/>
              <a:gd name="connsiteX25" fmla="*/ 417659 w 609193"/>
              <a:gd name="connsiteY25" fmla="*/ 325437 h 357876"/>
              <a:gd name="connsiteX26" fmla="*/ 435122 w 609193"/>
              <a:gd name="connsiteY26" fmla="*/ 271462 h 357876"/>
              <a:gd name="connsiteX27" fmla="*/ 395434 w 609193"/>
              <a:gd name="connsiteY27" fmla="*/ 230187 h 357876"/>
              <a:gd name="connsiteX28" fmla="*/ 320822 w 609193"/>
              <a:gd name="connsiteY28" fmla="*/ 209549 h 357876"/>
              <a:gd name="connsiteX29" fmla="*/ 287484 w 609193"/>
              <a:gd name="connsiteY29" fmla="*/ 193674 h 357876"/>
              <a:gd name="connsiteX30" fmla="*/ 331934 w 609193"/>
              <a:gd name="connsiteY30" fmla="*/ 69849 h 357876"/>
              <a:gd name="connsiteX31" fmla="*/ 358922 w 609193"/>
              <a:gd name="connsiteY31" fmla="*/ 100012 h 357876"/>
              <a:gd name="connsiteX32" fmla="*/ 428772 w 609193"/>
              <a:gd name="connsiteY32" fmla="*/ 182562 h 357876"/>
              <a:gd name="connsiteX33" fmla="*/ 424009 w 609193"/>
              <a:gd name="connsiteY33" fmla="*/ 201612 h 357876"/>
              <a:gd name="connsiteX34" fmla="*/ 470047 w 609193"/>
              <a:gd name="connsiteY34" fmla="*/ 268287 h 357876"/>
              <a:gd name="connsiteX35" fmla="*/ 514497 w 609193"/>
              <a:gd name="connsiteY35" fmla="*/ 252412 h 357876"/>
              <a:gd name="connsiteX36" fmla="*/ 570059 w 609193"/>
              <a:gd name="connsiteY36" fmla="*/ 260349 h 357876"/>
              <a:gd name="connsiteX37" fmla="*/ 608159 w 609193"/>
              <a:gd name="connsiteY37" fmla="*/ 212724 h 357876"/>
              <a:gd name="connsiteX38" fmla="*/ 597047 w 609193"/>
              <a:gd name="connsiteY38" fmla="*/ 153987 h 357876"/>
              <a:gd name="connsiteX39" fmla="*/ 582759 w 609193"/>
              <a:gd name="connsiteY39" fmla="*/ 111124 h 357876"/>
              <a:gd name="connsiteX40" fmla="*/ 538309 w 609193"/>
              <a:gd name="connsiteY40" fmla="*/ 109537 h 357876"/>
              <a:gd name="connsiteX41" fmla="*/ 485922 w 609193"/>
              <a:gd name="connsiteY41" fmla="*/ 142874 h 357876"/>
              <a:gd name="connsiteX42" fmla="*/ 473222 w 609193"/>
              <a:gd name="connsiteY42" fmla="*/ 166687 h 357876"/>
              <a:gd name="connsiteX43" fmla="*/ 358922 w 609193"/>
              <a:gd name="connsiteY43" fmla="*/ 25399 h 357876"/>
              <a:gd name="connsiteX0" fmla="*/ 281134 w 609193"/>
              <a:gd name="connsiteY0" fmla="*/ 0 h 357876"/>
              <a:gd name="connsiteX1" fmla="*/ 185885 w 609193"/>
              <a:gd name="connsiteY1" fmla="*/ 82549 h 357876"/>
              <a:gd name="connsiteX2" fmla="*/ 136672 w 609193"/>
              <a:gd name="connsiteY2" fmla="*/ 103187 h 357876"/>
              <a:gd name="connsiteX3" fmla="*/ 95397 w 609193"/>
              <a:gd name="connsiteY3" fmla="*/ 93662 h 357876"/>
              <a:gd name="connsiteX4" fmla="*/ 44597 w 609193"/>
              <a:gd name="connsiteY4" fmla="*/ 98424 h 357876"/>
              <a:gd name="connsiteX5" fmla="*/ 17609 w 609193"/>
              <a:gd name="connsiteY5" fmla="*/ 128587 h 357876"/>
              <a:gd name="connsiteX6" fmla="*/ 147 w 609193"/>
              <a:gd name="connsiteY6" fmla="*/ 152399 h 357876"/>
              <a:gd name="connsiteX7" fmla="*/ 27134 w 609193"/>
              <a:gd name="connsiteY7" fmla="*/ 227012 h 357876"/>
              <a:gd name="connsiteX8" fmla="*/ 92222 w 609193"/>
              <a:gd name="connsiteY8" fmla="*/ 212724 h 357876"/>
              <a:gd name="connsiteX9" fmla="*/ 114447 w 609193"/>
              <a:gd name="connsiteY9" fmla="*/ 265112 h 357876"/>
              <a:gd name="connsiteX10" fmla="*/ 170009 w 609193"/>
              <a:gd name="connsiteY10" fmla="*/ 249237 h 357876"/>
              <a:gd name="connsiteX11" fmla="*/ 182709 w 609193"/>
              <a:gd name="connsiteY11" fmla="*/ 198437 h 357876"/>
              <a:gd name="connsiteX12" fmla="*/ 171597 w 609193"/>
              <a:gd name="connsiteY12" fmla="*/ 169862 h 357876"/>
              <a:gd name="connsiteX13" fmla="*/ 273197 w 609193"/>
              <a:gd name="connsiteY13" fmla="*/ 76199 h 357876"/>
              <a:gd name="connsiteX14" fmla="*/ 289072 w 609193"/>
              <a:gd name="connsiteY14" fmla="*/ 87312 h 357876"/>
              <a:gd name="connsiteX15" fmla="*/ 273197 w 609193"/>
              <a:gd name="connsiteY15" fmla="*/ 149224 h 357876"/>
              <a:gd name="connsiteX16" fmla="*/ 249384 w 609193"/>
              <a:gd name="connsiteY16" fmla="*/ 188912 h 357876"/>
              <a:gd name="connsiteX17" fmla="*/ 223984 w 609193"/>
              <a:gd name="connsiteY17" fmla="*/ 187324 h 357876"/>
              <a:gd name="connsiteX18" fmla="*/ 190647 w 609193"/>
              <a:gd name="connsiteY18" fmla="*/ 244474 h 357876"/>
              <a:gd name="connsiteX19" fmla="*/ 241447 w 609193"/>
              <a:gd name="connsiteY19" fmla="*/ 287337 h 357876"/>
              <a:gd name="connsiteX20" fmla="*/ 235097 w 609193"/>
              <a:gd name="connsiteY20" fmla="*/ 303212 h 357876"/>
              <a:gd name="connsiteX21" fmla="*/ 254147 w 609193"/>
              <a:gd name="connsiteY21" fmla="*/ 349249 h 357876"/>
              <a:gd name="connsiteX22" fmla="*/ 336697 w 609193"/>
              <a:gd name="connsiteY22" fmla="*/ 354012 h 357876"/>
              <a:gd name="connsiteX23" fmla="*/ 338284 w 609193"/>
              <a:gd name="connsiteY23" fmla="*/ 306387 h 357876"/>
              <a:gd name="connsiteX24" fmla="*/ 371622 w 609193"/>
              <a:gd name="connsiteY24" fmla="*/ 342899 h 357876"/>
              <a:gd name="connsiteX25" fmla="*/ 417659 w 609193"/>
              <a:gd name="connsiteY25" fmla="*/ 325437 h 357876"/>
              <a:gd name="connsiteX26" fmla="*/ 435122 w 609193"/>
              <a:gd name="connsiteY26" fmla="*/ 271462 h 357876"/>
              <a:gd name="connsiteX27" fmla="*/ 395434 w 609193"/>
              <a:gd name="connsiteY27" fmla="*/ 230187 h 357876"/>
              <a:gd name="connsiteX28" fmla="*/ 320822 w 609193"/>
              <a:gd name="connsiteY28" fmla="*/ 209549 h 357876"/>
              <a:gd name="connsiteX29" fmla="*/ 287484 w 609193"/>
              <a:gd name="connsiteY29" fmla="*/ 193674 h 357876"/>
              <a:gd name="connsiteX30" fmla="*/ 331934 w 609193"/>
              <a:gd name="connsiteY30" fmla="*/ 69849 h 357876"/>
              <a:gd name="connsiteX31" fmla="*/ 358922 w 609193"/>
              <a:gd name="connsiteY31" fmla="*/ 100012 h 357876"/>
              <a:gd name="connsiteX32" fmla="*/ 428772 w 609193"/>
              <a:gd name="connsiteY32" fmla="*/ 182562 h 357876"/>
              <a:gd name="connsiteX33" fmla="*/ 424009 w 609193"/>
              <a:gd name="connsiteY33" fmla="*/ 201612 h 357876"/>
              <a:gd name="connsiteX34" fmla="*/ 470047 w 609193"/>
              <a:gd name="connsiteY34" fmla="*/ 268287 h 357876"/>
              <a:gd name="connsiteX35" fmla="*/ 514497 w 609193"/>
              <a:gd name="connsiteY35" fmla="*/ 252412 h 357876"/>
              <a:gd name="connsiteX36" fmla="*/ 570059 w 609193"/>
              <a:gd name="connsiteY36" fmla="*/ 260349 h 357876"/>
              <a:gd name="connsiteX37" fmla="*/ 608159 w 609193"/>
              <a:gd name="connsiteY37" fmla="*/ 212724 h 357876"/>
              <a:gd name="connsiteX38" fmla="*/ 597047 w 609193"/>
              <a:gd name="connsiteY38" fmla="*/ 153987 h 357876"/>
              <a:gd name="connsiteX39" fmla="*/ 582759 w 609193"/>
              <a:gd name="connsiteY39" fmla="*/ 111124 h 357876"/>
              <a:gd name="connsiteX40" fmla="*/ 538309 w 609193"/>
              <a:gd name="connsiteY40" fmla="*/ 109537 h 357876"/>
              <a:gd name="connsiteX41" fmla="*/ 485922 w 609193"/>
              <a:gd name="connsiteY41" fmla="*/ 142874 h 357876"/>
              <a:gd name="connsiteX42" fmla="*/ 473222 w 609193"/>
              <a:gd name="connsiteY42" fmla="*/ 166687 h 357876"/>
              <a:gd name="connsiteX43" fmla="*/ 358922 w 609193"/>
              <a:gd name="connsiteY43" fmla="*/ 25399 h 357876"/>
              <a:gd name="connsiteX0" fmla="*/ 281153 w 609212"/>
              <a:gd name="connsiteY0" fmla="*/ 0 h 357876"/>
              <a:gd name="connsiteX1" fmla="*/ 185904 w 609212"/>
              <a:gd name="connsiteY1" fmla="*/ 82549 h 357876"/>
              <a:gd name="connsiteX2" fmla="*/ 136691 w 609212"/>
              <a:gd name="connsiteY2" fmla="*/ 103187 h 357876"/>
              <a:gd name="connsiteX3" fmla="*/ 95416 w 609212"/>
              <a:gd name="connsiteY3" fmla="*/ 93662 h 357876"/>
              <a:gd name="connsiteX4" fmla="*/ 54141 w 609212"/>
              <a:gd name="connsiteY4" fmla="*/ 104774 h 357876"/>
              <a:gd name="connsiteX5" fmla="*/ 17628 w 609212"/>
              <a:gd name="connsiteY5" fmla="*/ 128587 h 357876"/>
              <a:gd name="connsiteX6" fmla="*/ 166 w 609212"/>
              <a:gd name="connsiteY6" fmla="*/ 152399 h 357876"/>
              <a:gd name="connsiteX7" fmla="*/ 27153 w 609212"/>
              <a:gd name="connsiteY7" fmla="*/ 227012 h 357876"/>
              <a:gd name="connsiteX8" fmla="*/ 92241 w 609212"/>
              <a:gd name="connsiteY8" fmla="*/ 212724 h 357876"/>
              <a:gd name="connsiteX9" fmla="*/ 114466 w 609212"/>
              <a:gd name="connsiteY9" fmla="*/ 265112 h 357876"/>
              <a:gd name="connsiteX10" fmla="*/ 170028 w 609212"/>
              <a:gd name="connsiteY10" fmla="*/ 249237 h 357876"/>
              <a:gd name="connsiteX11" fmla="*/ 182728 w 609212"/>
              <a:gd name="connsiteY11" fmla="*/ 198437 h 357876"/>
              <a:gd name="connsiteX12" fmla="*/ 171616 w 609212"/>
              <a:gd name="connsiteY12" fmla="*/ 169862 h 357876"/>
              <a:gd name="connsiteX13" fmla="*/ 273216 w 609212"/>
              <a:gd name="connsiteY13" fmla="*/ 76199 h 357876"/>
              <a:gd name="connsiteX14" fmla="*/ 289091 w 609212"/>
              <a:gd name="connsiteY14" fmla="*/ 87312 h 357876"/>
              <a:gd name="connsiteX15" fmla="*/ 273216 w 609212"/>
              <a:gd name="connsiteY15" fmla="*/ 149224 h 357876"/>
              <a:gd name="connsiteX16" fmla="*/ 249403 w 609212"/>
              <a:gd name="connsiteY16" fmla="*/ 188912 h 357876"/>
              <a:gd name="connsiteX17" fmla="*/ 224003 w 609212"/>
              <a:gd name="connsiteY17" fmla="*/ 187324 h 357876"/>
              <a:gd name="connsiteX18" fmla="*/ 190666 w 609212"/>
              <a:gd name="connsiteY18" fmla="*/ 244474 h 357876"/>
              <a:gd name="connsiteX19" fmla="*/ 241466 w 609212"/>
              <a:gd name="connsiteY19" fmla="*/ 287337 h 357876"/>
              <a:gd name="connsiteX20" fmla="*/ 235116 w 609212"/>
              <a:gd name="connsiteY20" fmla="*/ 303212 h 357876"/>
              <a:gd name="connsiteX21" fmla="*/ 254166 w 609212"/>
              <a:gd name="connsiteY21" fmla="*/ 349249 h 357876"/>
              <a:gd name="connsiteX22" fmla="*/ 336716 w 609212"/>
              <a:gd name="connsiteY22" fmla="*/ 354012 h 357876"/>
              <a:gd name="connsiteX23" fmla="*/ 338303 w 609212"/>
              <a:gd name="connsiteY23" fmla="*/ 306387 h 357876"/>
              <a:gd name="connsiteX24" fmla="*/ 371641 w 609212"/>
              <a:gd name="connsiteY24" fmla="*/ 342899 h 357876"/>
              <a:gd name="connsiteX25" fmla="*/ 417678 w 609212"/>
              <a:gd name="connsiteY25" fmla="*/ 325437 h 357876"/>
              <a:gd name="connsiteX26" fmla="*/ 435141 w 609212"/>
              <a:gd name="connsiteY26" fmla="*/ 271462 h 357876"/>
              <a:gd name="connsiteX27" fmla="*/ 395453 w 609212"/>
              <a:gd name="connsiteY27" fmla="*/ 230187 h 357876"/>
              <a:gd name="connsiteX28" fmla="*/ 320841 w 609212"/>
              <a:gd name="connsiteY28" fmla="*/ 209549 h 357876"/>
              <a:gd name="connsiteX29" fmla="*/ 287503 w 609212"/>
              <a:gd name="connsiteY29" fmla="*/ 193674 h 357876"/>
              <a:gd name="connsiteX30" fmla="*/ 331953 w 609212"/>
              <a:gd name="connsiteY30" fmla="*/ 69849 h 357876"/>
              <a:gd name="connsiteX31" fmla="*/ 358941 w 609212"/>
              <a:gd name="connsiteY31" fmla="*/ 100012 h 357876"/>
              <a:gd name="connsiteX32" fmla="*/ 428791 w 609212"/>
              <a:gd name="connsiteY32" fmla="*/ 182562 h 357876"/>
              <a:gd name="connsiteX33" fmla="*/ 424028 w 609212"/>
              <a:gd name="connsiteY33" fmla="*/ 201612 h 357876"/>
              <a:gd name="connsiteX34" fmla="*/ 470066 w 609212"/>
              <a:gd name="connsiteY34" fmla="*/ 268287 h 357876"/>
              <a:gd name="connsiteX35" fmla="*/ 514516 w 609212"/>
              <a:gd name="connsiteY35" fmla="*/ 252412 h 357876"/>
              <a:gd name="connsiteX36" fmla="*/ 570078 w 609212"/>
              <a:gd name="connsiteY36" fmla="*/ 260349 h 357876"/>
              <a:gd name="connsiteX37" fmla="*/ 608178 w 609212"/>
              <a:gd name="connsiteY37" fmla="*/ 212724 h 357876"/>
              <a:gd name="connsiteX38" fmla="*/ 597066 w 609212"/>
              <a:gd name="connsiteY38" fmla="*/ 153987 h 357876"/>
              <a:gd name="connsiteX39" fmla="*/ 582778 w 609212"/>
              <a:gd name="connsiteY39" fmla="*/ 111124 h 357876"/>
              <a:gd name="connsiteX40" fmla="*/ 538328 w 609212"/>
              <a:gd name="connsiteY40" fmla="*/ 109537 h 357876"/>
              <a:gd name="connsiteX41" fmla="*/ 485941 w 609212"/>
              <a:gd name="connsiteY41" fmla="*/ 142874 h 357876"/>
              <a:gd name="connsiteX42" fmla="*/ 473241 w 609212"/>
              <a:gd name="connsiteY42" fmla="*/ 166687 h 357876"/>
              <a:gd name="connsiteX43" fmla="*/ 358941 w 609212"/>
              <a:gd name="connsiteY43" fmla="*/ 25399 h 357876"/>
              <a:gd name="connsiteX0" fmla="*/ 296147 w 624206"/>
              <a:gd name="connsiteY0" fmla="*/ 0 h 357876"/>
              <a:gd name="connsiteX1" fmla="*/ 200898 w 624206"/>
              <a:gd name="connsiteY1" fmla="*/ 82549 h 357876"/>
              <a:gd name="connsiteX2" fmla="*/ 151685 w 624206"/>
              <a:gd name="connsiteY2" fmla="*/ 103187 h 357876"/>
              <a:gd name="connsiteX3" fmla="*/ 110410 w 624206"/>
              <a:gd name="connsiteY3" fmla="*/ 93662 h 357876"/>
              <a:gd name="connsiteX4" fmla="*/ 69135 w 624206"/>
              <a:gd name="connsiteY4" fmla="*/ 104774 h 357876"/>
              <a:gd name="connsiteX5" fmla="*/ 32622 w 624206"/>
              <a:gd name="connsiteY5" fmla="*/ 128587 h 357876"/>
              <a:gd name="connsiteX6" fmla="*/ 15160 w 624206"/>
              <a:gd name="connsiteY6" fmla="*/ 152399 h 357876"/>
              <a:gd name="connsiteX7" fmla="*/ 5635 w 624206"/>
              <a:gd name="connsiteY7" fmla="*/ 215900 h 357876"/>
              <a:gd name="connsiteX8" fmla="*/ 107235 w 624206"/>
              <a:gd name="connsiteY8" fmla="*/ 212724 h 357876"/>
              <a:gd name="connsiteX9" fmla="*/ 129460 w 624206"/>
              <a:gd name="connsiteY9" fmla="*/ 265112 h 357876"/>
              <a:gd name="connsiteX10" fmla="*/ 185022 w 624206"/>
              <a:gd name="connsiteY10" fmla="*/ 249237 h 357876"/>
              <a:gd name="connsiteX11" fmla="*/ 197722 w 624206"/>
              <a:gd name="connsiteY11" fmla="*/ 198437 h 357876"/>
              <a:gd name="connsiteX12" fmla="*/ 186610 w 624206"/>
              <a:gd name="connsiteY12" fmla="*/ 169862 h 357876"/>
              <a:gd name="connsiteX13" fmla="*/ 288210 w 624206"/>
              <a:gd name="connsiteY13" fmla="*/ 76199 h 357876"/>
              <a:gd name="connsiteX14" fmla="*/ 304085 w 624206"/>
              <a:gd name="connsiteY14" fmla="*/ 87312 h 357876"/>
              <a:gd name="connsiteX15" fmla="*/ 288210 w 624206"/>
              <a:gd name="connsiteY15" fmla="*/ 149224 h 357876"/>
              <a:gd name="connsiteX16" fmla="*/ 264397 w 624206"/>
              <a:gd name="connsiteY16" fmla="*/ 188912 h 357876"/>
              <a:gd name="connsiteX17" fmla="*/ 238997 w 624206"/>
              <a:gd name="connsiteY17" fmla="*/ 187324 h 357876"/>
              <a:gd name="connsiteX18" fmla="*/ 205660 w 624206"/>
              <a:gd name="connsiteY18" fmla="*/ 244474 h 357876"/>
              <a:gd name="connsiteX19" fmla="*/ 256460 w 624206"/>
              <a:gd name="connsiteY19" fmla="*/ 287337 h 357876"/>
              <a:gd name="connsiteX20" fmla="*/ 250110 w 624206"/>
              <a:gd name="connsiteY20" fmla="*/ 303212 h 357876"/>
              <a:gd name="connsiteX21" fmla="*/ 269160 w 624206"/>
              <a:gd name="connsiteY21" fmla="*/ 349249 h 357876"/>
              <a:gd name="connsiteX22" fmla="*/ 351710 w 624206"/>
              <a:gd name="connsiteY22" fmla="*/ 354012 h 357876"/>
              <a:gd name="connsiteX23" fmla="*/ 353297 w 624206"/>
              <a:gd name="connsiteY23" fmla="*/ 306387 h 357876"/>
              <a:gd name="connsiteX24" fmla="*/ 386635 w 624206"/>
              <a:gd name="connsiteY24" fmla="*/ 342899 h 357876"/>
              <a:gd name="connsiteX25" fmla="*/ 432672 w 624206"/>
              <a:gd name="connsiteY25" fmla="*/ 325437 h 357876"/>
              <a:gd name="connsiteX26" fmla="*/ 450135 w 624206"/>
              <a:gd name="connsiteY26" fmla="*/ 271462 h 357876"/>
              <a:gd name="connsiteX27" fmla="*/ 410447 w 624206"/>
              <a:gd name="connsiteY27" fmla="*/ 230187 h 357876"/>
              <a:gd name="connsiteX28" fmla="*/ 335835 w 624206"/>
              <a:gd name="connsiteY28" fmla="*/ 209549 h 357876"/>
              <a:gd name="connsiteX29" fmla="*/ 302497 w 624206"/>
              <a:gd name="connsiteY29" fmla="*/ 193674 h 357876"/>
              <a:gd name="connsiteX30" fmla="*/ 346947 w 624206"/>
              <a:gd name="connsiteY30" fmla="*/ 69849 h 357876"/>
              <a:gd name="connsiteX31" fmla="*/ 373935 w 624206"/>
              <a:gd name="connsiteY31" fmla="*/ 100012 h 357876"/>
              <a:gd name="connsiteX32" fmla="*/ 443785 w 624206"/>
              <a:gd name="connsiteY32" fmla="*/ 182562 h 357876"/>
              <a:gd name="connsiteX33" fmla="*/ 439022 w 624206"/>
              <a:gd name="connsiteY33" fmla="*/ 201612 h 357876"/>
              <a:gd name="connsiteX34" fmla="*/ 485060 w 624206"/>
              <a:gd name="connsiteY34" fmla="*/ 268287 h 357876"/>
              <a:gd name="connsiteX35" fmla="*/ 529510 w 624206"/>
              <a:gd name="connsiteY35" fmla="*/ 252412 h 357876"/>
              <a:gd name="connsiteX36" fmla="*/ 585072 w 624206"/>
              <a:gd name="connsiteY36" fmla="*/ 260349 h 357876"/>
              <a:gd name="connsiteX37" fmla="*/ 623172 w 624206"/>
              <a:gd name="connsiteY37" fmla="*/ 212724 h 357876"/>
              <a:gd name="connsiteX38" fmla="*/ 612060 w 624206"/>
              <a:gd name="connsiteY38" fmla="*/ 153987 h 357876"/>
              <a:gd name="connsiteX39" fmla="*/ 597772 w 624206"/>
              <a:gd name="connsiteY39" fmla="*/ 111124 h 357876"/>
              <a:gd name="connsiteX40" fmla="*/ 553322 w 624206"/>
              <a:gd name="connsiteY40" fmla="*/ 109537 h 357876"/>
              <a:gd name="connsiteX41" fmla="*/ 500935 w 624206"/>
              <a:gd name="connsiteY41" fmla="*/ 142874 h 357876"/>
              <a:gd name="connsiteX42" fmla="*/ 488235 w 624206"/>
              <a:gd name="connsiteY42" fmla="*/ 166687 h 357876"/>
              <a:gd name="connsiteX43" fmla="*/ 373935 w 624206"/>
              <a:gd name="connsiteY43" fmla="*/ 25399 h 357876"/>
              <a:gd name="connsiteX0" fmla="*/ 292087 w 620146"/>
              <a:gd name="connsiteY0" fmla="*/ 0 h 357876"/>
              <a:gd name="connsiteX1" fmla="*/ 196838 w 620146"/>
              <a:gd name="connsiteY1" fmla="*/ 82549 h 357876"/>
              <a:gd name="connsiteX2" fmla="*/ 147625 w 620146"/>
              <a:gd name="connsiteY2" fmla="*/ 103187 h 357876"/>
              <a:gd name="connsiteX3" fmla="*/ 106350 w 620146"/>
              <a:gd name="connsiteY3" fmla="*/ 93662 h 357876"/>
              <a:gd name="connsiteX4" fmla="*/ 65075 w 620146"/>
              <a:gd name="connsiteY4" fmla="*/ 104774 h 357876"/>
              <a:gd name="connsiteX5" fmla="*/ 28562 w 620146"/>
              <a:gd name="connsiteY5" fmla="*/ 128587 h 357876"/>
              <a:gd name="connsiteX6" fmla="*/ 11100 w 620146"/>
              <a:gd name="connsiteY6" fmla="*/ 152399 h 357876"/>
              <a:gd name="connsiteX7" fmla="*/ 1575 w 620146"/>
              <a:gd name="connsiteY7" fmla="*/ 215900 h 357876"/>
              <a:gd name="connsiteX8" fmla="*/ 44437 w 620146"/>
              <a:gd name="connsiteY8" fmla="*/ 268287 h 357876"/>
              <a:gd name="connsiteX9" fmla="*/ 125400 w 620146"/>
              <a:gd name="connsiteY9" fmla="*/ 265112 h 357876"/>
              <a:gd name="connsiteX10" fmla="*/ 180962 w 620146"/>
              <a:gd name="connsiteY10" fmla="*/ 249237 h 357876"/>
              <a:gd name="connsiteX11" fmla="*/ 193662 w 620146"/>
              <a:gd name="connsiteY11" fmla="*/ 198437 h 357876"/>
              <a:gd name="connsiteX12" fmla="*/ 182550 w 620146"/>
              <a:gd name="connsiteY12" fmla="*/ 169862 h 357876"/>
              <a:gd name="connsiteX13" fmla="*/ 284150 w 620146"/>
              <a:gd name="connsiteY13" fmla="*/ 76199 h 357876"/>
              <a:gd name="connsiteX14" fmla="*/ 300025 w 620146"/>
              <a:gd name="connsiteY14" fmla="*/ 87312 h 357876"/>
              <a:gd name="connsiteX15" fmla="*/ 284150 w 620146"/>
              <a:gd name="connsiteY15" fmla="*/ 149224 h 357876"/>
              <a:gd name="connsiteX16" fmla="*/ 260337 w 620146"/>
              <a:gd name="connsiteY16" fmla="*/ 188912 h 357876"/>
              <a:gd name="connsiteX17" fmla="*/ 234937 w 620146"/>
              <a:gd name="connsiteY17" fmla="*/ 187324 h 357876"/>
              <a:gd name="connsiteX18" fmla="*/ 201600 w 620146"/>
              <a:gd name="connsiteY18" fmla="*/ 244474 h 357876"/>
              <a:gd name="connsiteX19" fmla="*/ 252400 w 620146"/>
              <a:gd name="connsiteY19" fmla="*/ 287337 h 357876"/>
              <a:gd name="connsiteX20" fmla="*/ 246050 w 620146"/>
              <a:gd name="connsiteY20" fmla="*/ 303212 h 357876"/>
              <a:gd name="connsiteX21" fmla="*/ 265100 w 620146"/>
              <a:gd name="connsiteY21" fmla="*/ 349249 h 357876"/>
              <a:gd name="connsiteX22" fmla="*/ 347650 w 620146"/>
              <a:gd name="connsiteY22" fmla="*/ 354012 h 357876"/>
              <a:gd name="connsiteX23" fmla="*/ 349237 w 620146"/>
              <a:gd name="connsiteY23" fmla="*/ 306387 h 357876"/>
              <a:gd name="connsiteX24" fmla="*/ 382575 w 620146"/>
              <a:gd name="connsiteY24" fmla="*/ 342899 h 357876"/>
              <a:gd name="connsiteX25" fmla="*/ 428612 w 620146"/>
              <a:gd name="connsiteY25" fmla="*/ 325437 h 357876"/>
              <a:gd name="connsiteX26" fmla="*/ 446075 w 620146"/>
              <a:gd name="connsiteY26" fmla="*/ 271462 h 357876"/>
              <a:gd name="connsiteX27" fmla="*/ 406387 w 620146"/>
              <a:gd name="connsiteY27" fmla="*/ 230187 h 357876"/>
              <a:gd name="connsiteX28" fmla="*/ 331775 w 620146"/>
              <a:gd name="connsiteY28" fmla="*/ 209549 h 357876"/>
              <a:gd name="connsiteX29" fmla="*/ 298437 w 620146"/>
              <a:gd name="connsiteY29" fmla="*/ 193674 h 357876"/>
              <a:gd name="connsiteX30" fmla="*/ 342887 w 620146"/>
              <a:gd name="connsiteY30" fmla="*/ 69849 h 357876"/>
              <a:gd name="connsiteX31" fmla="*/ 369875 w 620146"/>
              <a:gd name="connsiteY31" fmla="*/ 100012 h 357876"/>
              <a:gd name="connsiteX32" fmla="*/ 439725 w 620146"/>
              <a:gd name="connsiteY32" fmla="*/ 182562 h 357876"/>
              <a:gd name="connsiteX33" fmla="*/ 434962 w 620146"/>
              <a:gd name="connsiteY33" fmla="*/ 201612 h 357876"/>
              <a:gd name="connsiteX34" fmla="*/ 481000 w 620146"/>
              <a:gd name="connsiteY34" fmla="*/ 268287 h 357876"/>
              <a:gd name="connsiteX35" fmla="*/ 525450 w 620146"/>
              <a:gd name="connsiteY35" fmla="*/ 252412 h 357876"/>
              <a:gd name="connsiteX36" fmla="*/ 581012 w 620146"/>
              <a:gd name="connsiteY36" fmla="*/ 260349 h 357876"/>
              <a:gd name="connsiteX37" fmla="*/ 619112 w 620146"/>
              <a:gd name="connsiteY37" fmla="*/ 212724 h 357876"/>
              <a:gd name="connsiteX38" fmla="*/ 608000 w 620146"/>
              <a:gd name="connsiteY38" fmla="*/ 153987 h 357876"/>
              <a:gd name="connsiteX39" fmla="*/ 593712 w 620146"/>
              <a:gd name="connsiteY39" fmla="*/ 111124 h 357876"/>
              <a:gd name="connsiteX40" fmla="*/ 549262 w 620146"/>
              <a:gd name="connsiteY40" fmla="*/ 109537 h 357876"/>
              <a:gd name="connsiteX41" fmla="*/ 496875 w 620146"/>
              <a:gd name="connsiteY41" fmla="*/ 142874 h 357876"/>
              <a:gd name="connsiteX42" fmla="*/ 484175 w 620146"/>
              <a:gd name="connsiteY42" fmla="*/ 166687 h 357876"/>
              <a:gd name="connsiteX43" fmla="*/ 369875 w 620146"/>
              <a:gd name="connsiteY43" fmla="*/ 25399 h 357876"/>
              <a:gd name="connsiteX0" fmla="*/ 287887 w 615946"/>
              <a:gd name="connsiteY0" fmla="*/ 0 h 357876"/>
              <a:gd name="connsiteX1" fmla="*/ 192638 w 615946"/>
              <a:gd name="connsiteY1" fmla="*/ 82549 h 357876"/>
              <a:gd name="connsiteX2" fmla="*/ 143425 w 615946"/>
              <a:gd name="connsiteY2" fmla="*/ 103187 h 357876"/>
              <a:gd name="connsiteX3" fmla="*/ 102150 w 615946"/>
              <a:gd name="connsiteY3" fmla="*/ 93662 h 357876"/>
              <a:gd name="connsiteX4" fmla="*/ 60875 w 615946"/>
              <a:gd name="connsiteY4" fmla="*/ 104774 h 357876"/>
              <a:gd name="connsiteX5" fmla="*/ 24362 w 615946"/>
              <a:gd name="connsiteY5" fmla="*/ 128587 h 357876"/>
              <a:gd name="connsiteX6" fmla="*/ 6900 w 615946"/>
              <a:gd name="connsiteY6" fmla="*/ 152399 h 357876"/>
              <a:gd name="connsiteX7" fmla="*/ 2137 w 615946"/>
              <a:gd name="connsiteY7" fmla="*/ 212725 h 357876"/>
              <a:gd name="connsiteX8" fmla="*/ 40237 w 615946"/>
              <a:gd name="connsiteY8" fmla="*/ 268287 h 357876"/>
              <a:gd name="connsiteX9" fmla="*/ 121200 w 615946"/>
              <a:gd name="connsiteY9" fmla="*/ 265112 h 357876"/>
              <a:gd name="connsiteX10" fmla="*/ 176762 w 615946"/>
              <a:gd name="connsiteY10" fmla="*/ 249237 h 357876"/>
              <a:gd name="connsiteX11" fmla="*/ 189462 w 615946"/>
              <a:gd name="connsiteY11" fmla="*/ 198437 h 357876"/>
              <a:gd name="connsiteX12" fmla="*/ 178350 w 615946"/>
              <a:gd name="connsiteY12" fmla="*/ 169862 h 357876"/>
              <a:gd name="connsiteX13" fmla="*/ 279950 w 615946"/>
              <a:gd name="connsiteY13" fmla="*/ 76199 h 357876"/>
              <a:gd name="connsiteX14" fmla="*/ 295825 w 615946"/>
              <a:gd name="connsiteY14" fmla="*/ 87312 h 357876"/>
              <a:gd name="connsiteX15" fmla="*/ 279950 w 615946"/>
              <a:gd name="connsiteY15" fmla="*/ 149224 h 357876"/>
              <a:gd name="connsiteX16" fmla="*/ 256137 w 615946"/>
              <a:gd name="connsiteY16" fmla="*/ 188912 h 357876"/>
              <a:gd name="connsiteX17" fmla="*/ 230737 w 615946"/>
              <a:gd name="connsiteY17" fmla="*/ 187324 h 357876"/>
              <a:gd name="connsiteX18" fmla="*/ 197400 w 615946"/>
              <a:gd name="connsiteY18" fmla="*/ 244474 h 357876"/>
              <a:gd name="connsiteX19" fmla="*/ 248200 w 615946"/>
              <a:gd name="connsiteY19" fmla="*/ 287337 h 357876"/>
              <a:gd name="connsiteX20" fmla="*/ 241850 w 615946"/>
              <a:gd name="connsiteY20" fmla="*/ 303212 h 357876"/>
              <a:gd name="connsiteX21" fmla="*/ 260900 w 615946"/>
              <a:gd name="connsiteY21" fmla="*/ 349249 h 357876"/>
              <a:gd name="connsiteX22" fmla="*/ 343450 w 615946"/>
              <a:gd name="connsiteY22" fmla="*/ 354012 h 357876"/>
              <a:gd name="connsiteX23" fmla="*/ 345037 w 615946"/>
              <a:gd name="connsiteY23" fmla="*/ 306387 h 357876"/>
              <a:gd name="connsiteX24" fmla="*/ 378375 w 615946"/>
              <a:gd name="connsiteY24" fmla="*/ 342899 h 357876"/>
              <a:gd name="connsiteX25" fmla="*/ 424412 w 615946"/>
              <a:gd name="connsiteY25" fmla="*/ 325437 h 357876"/>
              <a:gd name="connsiteX26" fmla="*/ 441875 w 615946"/>
              <a:gd name="connsiteY26" fmla="*/ 271462 h 357876"/>
              <a:gd name="connsiteX27" fmla="*/ 402187 w 615946"/>
              <a:gd name="connsiteY27" fmla="*/ 230187 h 357876"/>
              <a:gd name="connsiteX28" fmla="*/ 327575 w 615946"/>
              <a:gd name="connsiteY28" fmla="*/ 209549 h 357876"/>
              <a:gd name="connsiteX29" fmla="*/ 294237 w 615946"/>
              <a:gd name="connsiteY29" fmla="*/ 193674 h 357876"/>
              <a:gd name="connsiteX30" fmla="*/ 338687 w 615946"/>
              <a:gd name="connsiteY30" fmla="*/ 69849 h 357876"/>
              <a:gd name="connsiteX31" fmla="*/ 365675 w 615946"/>
              <a:gd name="connsiteY31" fmla="*/ 100012 h 357876"/>
              <a:gd name="connsiteX32" fmla="*/ 435525 w 615946"/>
              <a:gd name="connsiteY32" fmla="*/ 182562 h 357876"/>
              <a:gd name="connsiteX33" fmla="*/ 430762 w 615946"/>
              <a:gd name="connsiteY33" fmla="*/ 201612 h 357876"/>
              <a:gd name="connsiteX34" fmla="*/ 476800 w 615946"/>
              <a:gd name="connsiteY34" fmla="*/ 268287 h 357876"/>
              <a:gd name="connsiteX35" fmla="*/ 521250 w 615946"/>
              <a:gd name="connsiteY35" fmla="*/ 252412 h 357876"/>
              <a:gd name="connsiteX36" fmla="*/ 576812 w 615946"/>
              <a:gd name="connsiteY36" fmla="*/ 260349 h 357876"/>
              <a:gd name="connsiteX37" fmla="*/ 614912 w 615946"/>
              <a:gd name="connsiteY37" fmla="*/ 212724 h 357876"/>
              <a:gd name="connsiteX38" fmla="*/ 603800 w 615946"/>
              <a:gd name="connsiteY38" fmla="*/ 153987 h 357876"/>
              <a:gd name="connsiteX39" fmla="*/ 589512 w 615946"/>
              <a:gd name="connsiteY39" fmla="*/ 111124 h 357876"/>
              <a:gd name="connsiteX40" fmla="*/ 545062 w 615946"/>
              <a:gd name="connsiteY40" fmla="*/ 109537 h 357876"/>
              <a:gd name="connsiteX41" fmla="*/ 492675 w 615946"/>
              <a:gd name="connsiteY41" fmla="*/ 142874 h 357876"/>
              <a:gd name="connsiteX42" fmla="*/ 479975 w 615946"/>
              <a:gd name="connsiteY42" fmla="*/ 166687 h 357876"/>
              <a:gd name="connsiteX43" fmla="*/ 365675 w 615946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19515 w 614261"/>
              <a:gd name="connsiteY9" fmla="*/ 265112 h 357876"/>
              <a:gd name="connsiteX10" fmla="*/ 175077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75077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79827 w 614261"/>
              <a:gd name="connsiteY3" fmla="*/ 57150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79827 w 614261"/>
              <a:gd name="connsiteY3" fmla="*/ 57150 h 357876"/>
              <a:gd name="connsiteX4" fmla="*/ 30615 w 614261"/>
              <a:gd name="connsiteY4" fmla="*/ 84136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98556 w 626615"/>
              <a:gd name="connsiteY0" fmla="*/ 0 h 357876"/>
              <a:gd name="connsiteX1" fmla="*/ 203307 w 626615"/>
              <a:gd name="connsiteY1" fmla="*/ 82549 h 357876"/>
              <a:gd name="connsiteX2" fmla="*/ 158856 w 626615"/>
              <a:gd name="connsiteY2" fmla="*/ 58737 h 357876"/>
              <a:gd name="connsiteX3" fmla="*/ 92181 w 626615"/>
              <a:gd name="connsiteY3" fmla="*/ 57150 h 357876"/>
              <a:gd name="connsiteX4" fmla="*/ 42969 w 626615"/>
              <a:gd name="connsiteY4" fmla="*/ 84136 h 357876"/>
              <a:gd name="connsiteX5" fmla="*/ 106 w 626615"/>
              <a:gd name="connsiteY5" fmla="*/ 111125 h 357876"/>
              <a:gd name="connsiteX6" fmla="*/ 30269 w 626615"/>
              <a:gd name="connsiteY6" fmla="*/ 161924 h 357876"/>
              <a:gd name="connsiteX7" fmla="*/ 12806 w 626615"/>
              <a:gd name="connsiteY7" fmla="*/ 212725 h 357876"/>
              <a:gd name="connsiteX8" fmla="*/ 50906 w 626615"/>
              <a:gd name="connsiteY8" fmla="*/ 268287 h 357876"/>
              <a:gd name="connsiteX9" fmla="*/ 122344 w 626615"/>
              <a:gd name="connsiteY9" fmla="*/ 274637 h 357876"/>
              <a:gd name="connsiteX10" fmla="*/ 166794 w 626615"/>
              <a:gd name="connsiteY10" fmla="*/ 249237 h 357876"/>
              <a:gd name="connsiteX11" fmla="*/ 185844 w 626615"/>
              <a:gd name="connsiteY11" fmla="*/ 198437 h 357876"/>
              <a:gd name="connsiteX12" fmla="*/ 190606 w 626615"/>
              <a:gd name="connsiteY12" fmla="*/ 149224 h 357876"/>
              <a:gd name="connsiteX13" fmla="*/ 308082 w 626615"/>
              <a:gd name="connsiteY13" fmla="*/ 46036 h 357876"/>
              <a:gd name="connsiteX14" fmla="*/ 306494 w 626615"/>
              <a:gd name="connsiteY14" fmla="*/ 87312 h 357876"/>
              <a:gd name="connsiteX15" fmla="*/ 290619 w 626615"/>
              <a:gd name="connsiteY15" fmla="*/ 149224 h 357876"/>
              <a:gd name="connsiteX16" fmla="*/ 266806 w 626615"/>
              <a:gd name="connsiteY16" fmla="*/ 188912 h 357876"/>
              <a:gd name="connsiteX17" fmla="*/ 241406 w 626615"/>
              <a:gd name="connsiteY17" fmla="*/ 187324 h 357876"/>
              <a:gd name="connsiteX18" fmla="*/ 208069 w 626615"/>
              <a:gd name="connsiteY18" fmla="*/ 244474 h 357876"/>
              <a:gd name="connsiteX19" fmla="*/ 258869 w 626615"/>
              <a:gd name="connsiteY19" fmla="*/ 287337 h 357876"/>
              <a:gd name="connsiteX20" fmla="*/ 252519 w 626615"/>
              <a:gd name="connsiteY20" fmla="*/ 303212 h 357876"/>
              <a:gd name="connsiteX21" fmla="*/ 271569 w 626615"/>
              <a:gd name="connsiteY21" fmla="*/ 349249 h 357876"/>
              <a:gd name="connsiteX22" fmla="*/ 354119 w 626615"/>
              <a:gd name="connsiteY22" fmla="*/ 354012 h 357876"/>
              <a:gd name="connsiteX23" fmla="*/ 355706 w 626615"/>
              <a:gd name="connsiteY23" fmla="*/ 306387 h 357876"/>
              <a:gd name="connsiteX24" fmla="*/ 389044 w 626615"/>
              <a:gd name="connsiteY24" fmla="*/ 342899 h 357876"/>
              <a:gd name="connsiteX25" fmla="*/ 435081 w 626615"/>
              <a:gd name="connsiteY25" fmla="*/ 325437 h 357876"/>
              <a:gd name="connsiteX26" fmla="*/ 452544 w 626615"/>
              <a:gd name="connsiteY26" fmla="*/ 271462 h 357876"/>
              <a:gd name="connsiteX27" fmla="*/ 412856 w 626615"/>
              <a:gd name="connsiteY27" fmla="*/ 230187 h 357876"/>
              <a:gd name="connsiteX28" fmla="*/ 338244 w 626615"/>
              <a:gd name="connsiteY28" fmla="*/ 209549 h 357876"/>
              <a:gd name="connsiteX29" fmla="*/ 304906 w 626615"/>
              <a:gd name="connsiteY29" fmla="*/ 193674 h 357876"/>
              <a:gd name="connsiteX30" fmla="*/ 349356 w 626615"/>
              <a:gd name="connsiteY30" fmla="*/ 69849 h 357876"/>
              <a:gd name="connsiteX31" fmla="*/ 376344 w 626615"/>
              <a:gd name="connsiteY31" fmla="*/ 100012 h 357876"/>
              <a:gd name="connsiteX32" fmla="*/ 446194 w 626615"/>
              <a:gd name="connsiteY32" fmla="*/ 182562 h 357876"/>
              <a:gd name="connsiteX33" fmla="*/ 441431 w 626615"/>
              <a:gd name="connsiteY33" fmla="*/ 201612 h 357876"/>
              <a:gd name="connsiteX34" fmla="*/ 487469 w 626615"/>
              <a:gd name="connsiteY34" fmla="*/ 268287 h 357876"/>
              <a:gd name="connsiteX35" fmla="*/ 531919 w 626615"/>
              <a:gd name="connsiteY35" fmla="*/ 252412 h 357876"/>
              <a:gd name="connsiteX36" fmla="*/ 587481 w 626615"/>
              <a:gd name="connsiteY36" fmla="*/ 260349 h 357876"/>
              <a:gd name="connsiteX37" fmla="*/ 625581 w 626615"/>
              <a:gd name="connsiteY37" fmla="*/ 212724 h 357876"/>
              <a:gd name="connsiteX38" fmla="*/ 614469 w 626615"/>
              <a:gd name="connsiteY38" fmla="*/ 153987 h 357876"/>
              <a:gd name="connsiteX39" fmla="*/ 600181 w 626615"/>
              <a:gd name="connsiteY39" fmla="*/ 111124 h 357876"/>
              <a:gd name="connsiteX40" fmla="*/ 555731 w 626615"/>
              <a:gd name="connsiteY40" fmla="*/ 109537 h 357876"/>
              <a:gd name="connsiteX41" fmla="*/ 503344 w 626615"/>
              <a:gd name="connsiteY41" fmla="*/ 142874 h 357876"/>
              <a:gd name="connsiteX42" fmla="*/ 490644 w 626615"/>
              <a:gd name="connsiteY42" fmla="*/ 166687 h 357876"/>
              <a:gd name="connsiteX43" fmla="*/ 376344 w 626615"/>
              <a:gd name="connsiteY43" fmla="*/ 25399 h 357876"/>
              <a:gd name="connsiteX0" fmla="*/ 305918 w 633977"/>
              <a:gd name="connsiteY0" fmla="*/ 0 h 357876"/>
              <a:gd name="connsiteX1" fmla="*/ 210669 w 633977"/>
              <a:gd name="connsiteY1" fmla="*/ 82549 h 357876"/>
              <a:gd name="connsiteX2" fmla="*/ 166218 w 633977"/>
              <a:gd name="connsiteY2" fmla="*/ 58737 h 357876"/>
              <a:gd name="connsiteX3" fmla="*/ 99543 w 633977"/>
              <a:gd name="connsiteY3" fmla="*/ 57150 h 357876"/>
              <a:gd name="connsiteX4" fmla="*/ 50331 w 633977"/>
              <a:gd name="connsiteY4" fmla="*/ 84136 h 357876"/>
              <a:gd name="connsiteX5" fmla="*/ 7468 w 633977"/>
              <a:gd name="connsiteY5" fmla="*/ 111125 h 357876"/>
              <a:gd name="connsiteX6" fmla="*/ 1118 w 633977"/>
              <a:gd name="connsiteY6" fmla="*/ 179387 h 357876"/>
              <a:gd name="connsiteX7" fmla="*/ 20168 w 633977"/>
              <a:gd name="connsiteY7" fmla="*/ 212725 h 357876"/>
              <a:gd name="connsiteX8" fmla="*/ 58268 w 633977"/>
              <a:gd name="connsiteY8" fmla="*/ 268287 h 357876"/>
              <a:gd name="connsiteX9" fmla="*/ 129706 w 633977"/>
              <a:gd name="connsiteY9" fmla="*/ 274637 h 357876"/>
              <a:gd name="connsiteX10" fmla="*/ 174156 w 633977"/>
              <a:gd name="connsiteY10" fmla="*/ 249237 h 357876"/>
              <a:gd name="connsiteX11" fmla="*/ 193206 w 633977"/>
              <a:gd name="connsiteY11" fmla="*/ 198437 h 357876"/>
              <a:gd name="connsiteX12" fmla="*/ 197968 w 633977"/>
              <a:gd name="connsiteY12" fmla="*/ 149224 h 357876"/>
              <a:gd name="connsiteX13" fmla="*/ 315444 w 633977"/>
              <a:gd name="connsiteY13" fmla="*/ 46036 h 357876"/>
              <a:gd name="connsiteX14" fmla="*/ 313856 w 633977"/>
              <a:gd name="connsiteY14" fmla="*/ 87312 h 357876"/>
              <a:gd name="connsiteX15" fmla="*/ 297981 w 633977"/>
              <a:gd name="connsiteY15" fmla="*/ 149224 h 357876"/>
              <a:gd name="connsiteX16" fmla="*/ 274168 w 633977"/>
              <a:gd name="connsiteY16" fmla="*/ 188912 h 357876"/>
              <a:gd name="connsiteX17" fmla="*/ 248768 w 633977"/>
              <a:gd name="connsiteY17" fmla="*/ 187324 h 357876"/>
              <a:gd name="connsiteX18" fmla="*/ 215431 w 633977"/>
              <a:gd name="connsiteY18" fmla="*/ 244474 h 357876"/>
              <a:gd name="connsiteX19" fmla="*/ 266231 w 633977"/>
              <a:gd name="connsiteY19" fmla="*/ 287337 h 357876"/>
              <a:gd name="connsiteX20" fmla="*/ 259881 w 633977"/>
              <a:gd name="connsiteY20" fmla="*/ 303212 h 357876"/>
              <a:gd name="connsiteX21" fmla="*/ 278931 w 633977"/>
              <a:gd name="connsiteY21" fmla="*/ 349249 h 357876"/>
              <a:gd name="connsiteX22" fmla="*/ 361481 w 633977"/>
              <a:gd name="connsiteY22" fmla="*/ 354012 h 357876"/>
              <a:gd name="connsiteX23" fmla="*/ 363068 w 633977"/>
              <a:gd name="connsiteY23" fmla="*/ 306387 h 357876"/>
              <a:gd name="connsiteX24" fmla="*/ 396406 w 633977"/>
              <a:gd name="connsiteY24" fmla="*/ 342899 h 357876"/>
              <a:gd name="connsiteX25" fmla="*/ 442443 w 633977"/>
              <a:gd name="connsiteY25" fmla="*/ 325437 h 357876"/>
              <a:gd name="connsiteX26" fmla="*/ 459906 w 633977"/>
              <a:gd name="connsiteY26" fmla="*/ 271462 h 357876"/>
              <a:gd name="connsiteX27" fmla="*/ 420218 w 633977"/>
              <a:gd name="connsiteY27" fmla="*/ 230187 h 357876"/>
              <a:gd name="connsiteX28" fmla="*/ 345606 w 633977"/>
              <a:gd name="connsiteY28" fmla="*/ 209549 h 357876"/>
              <a:gd name="connsiteX29" fmla="*/ 312268 w 633977"/>
              <a:gd name="connsiteY29" fmla="*/ 193674 h 357876"/>
              <a:gd name="connsiteX30" fmla="*/ 356718 w 633977"/>
              <a:gd name="connsiteY30" fmla="*/ 69849 h 357876"/>
              <a:gd name="connsiteX31" fmla="*/ 383706 w 633977"/>
              <a:gd name="connsiteY31" fmla="*/ 100012 h 357876"/>
              <a:gd name="connsiteX32" fmla="*/ 453556 w 633977"/>
              <a:gd name="connsiteY32" fmla="*/ 182562 h 357876"/>
              <a:gd name="connsiteX33" fmla="*/ 448793 w 633977"/>
              <a:gd name="connsiteY33" fmla="*/ 201612 h 357876"/>
              <a:gd name="connsiteX34" fmla="*/ 494831 w 633977"/>
              <a:gd name="connsiteY34" fmla="*/ 268287 h 357876"/>
              <a:gd name="connsiteX35" fmla="*/ 539281 w 633977"/>
              <a:gd name="connsiteY35" fmla="*/ 252412 h 357876"/>
              <a:gd name="connsiteX36" fmla="*/ 594843 w 633977"/>
              <a:gd name="connsiteY36" fmla="*/ 260349 h 357876"/>
              <a:gd name="connsiteX37" fmla="*/ 632943 w 633977"/>
              <a:gd name="connsiteY37" fmla="*/ 212724 h 357876"/>
              <a:gd name="connsiteX38" fmla="*/ 621831 w 633977"/>
              <a:gd name="connsiteY38" fmla="*/ 153987 h 357876"/>
              <a:gd name="connsiteX39" fmla="*/ 607543 w 633977"/>
              <a:gd name="connsiteY39" fmla="*/ 111124 h 357876"/>
              <a:gd name="connsiteX40" fmla="*/ 563093 w 633977"/>
              <a:gd name="connsiteY40" fmla="*/ 109537 h 357876"/>
              <a:gd name="connsiteX41" fmla="*/ 510706 w 633977"/>
              <a:gd name="connsiteY41" fmla="*/ 142874 h 357876"/>
              <a:gd name="connsiteX42" fmla="*/ 498006 w 633977"/>
              <a:gd name="connsiteY42" fmla="*/ 166687 h 357876"/>
              <a:gd name="connsiteX43" fmla="*/ 383706 w 633977"/>
              <a:gd name="connsiteY43" fmla="*/ 25399 h 357876"/>
              <a:gd name="connsiteX0" fmla="*/ 305097 w 633156"/>
              <a:gd name="connsiteY0" fmla="*/ 0 h 357876"/>
              <a:gd name="connsiteX1" fmla="*/ 209848 w 633156"/>
              <a:gd name="connsiteY1" fmla="*/ 82549 h 357876"/>
              <a:gd name="connsiteX2" fmla="*/ 165397 w 633156"/>
              <a:gd name="connsiteY2" fmla="*/ 58737 h 357876"/>
              <a:gd name="connsiteX3" fmla="*/ 98722 w 633156"/>
              <a:gd name="connsiteY3" fmla="*/ 57150 h 357876"/>
              <a:gd name="connsiteX4" fmla="*/ 49510 w 633156"/>
              <a:gd name="connsiteY4" fmla="*/ 84136 h 357876"/>
              <a:gd name="connsiteX5" fmla="*/ 6647 w 633156"/>
              <a:gd name="connsiteY5" fmla="*/ 111125 h 357876"/>
              <a:gd name="connsiteX6" fmla="*/ 297 w 633156"/>
              <a:gd name="connsiteY6" fmla="*/ 179387 h 357876"/>
              <a:gd name="connsiteX7" fmla="*/ 8235 w 633156"/>
              <a:gd name="connsiteY7" fmla="*/ 231775 h 357876"/>
              <a:gd name="connsiteX8" fmla="*/ 57447 w 633156"/>
              <a:gd name="connsiteY8" fmla="*/ 268287 h 357876"/>
              <a:gd name="connsiteX9" fmla="*/ 128885 w 633156"/>
              <a:gd name="connsiteY9" fmla="*/ 274637 h 357876"/>
              <a:gd name="connsiteX10" fmla="*/ 173335 w 633156"/>
              <a:gd name="connsiteY10" fmla="*/ 249237 h 357876"/>
              <a:gd name="connsiteX11" fmla="*/ 192385 w 633156"/>
              <a:gd name="connsiteY11" fmla="*/ 198437 h 357876"/>
              <a:gd name="connsiteX12" fmla="*/ 197147 w 633156"/>
              <a:gd name="connsiteY12" fmla="*/ 149224 h 357876"/>
              <a:gd name="connsiteX13" fmla="*/ 314623 w 633156"/>
              <a:gd name="connsiteY13" fmla="*/ 46036 h 357876"/>
              <a:gd name="connsiteX14" fmla="*/ 313035 w 633156"/>
              <a:gd name="connsiteY14" fmla="*/ 87312 h 357876"/>
              <a:gd name="connsiteX15" fmla="*/ 297160 w 633156"/>
              <a:gd name="connsiteY15" fmla="*/ 149224 h 357876"/>
              <a:gd name="connsiteX16" fmla="*/ 273347 w 633156"/>
              <a:gd name="connsiteY16" fmla="*/ 188912 h 357876"/>
              <a:gd name="connsiteX17" fmla="*/ 247947 w 633156"/>
              <a:gd name="connsiteY17" fmla="*/ 187324 h 357876"/>
              <a:gd name="connsiteX18" fmla="*/ 214610 w 633156"/>
              <a:gd name="connsiteY18" fmla="*/ 244474 h 357876"/>
              <a:gd name="connsiteX19" fmla="*/ 265410 w 633156"/>
              <a:gd name="connsiteY19" fmla="*/ 287337 h 357876"/>
              <a:gd name="connsiteX20" fmla="*/ 259060 w 633156"/>
              <a:gd name="connsiteY20" fmla="*/ 303212 h 357876"/>
              <a:gd name="connsiteX21" fmla="*/ 278110 w 633156"/>
              <a:gd name="connsiteY21" fmla="*/ 349249 h 357876"/>
              <a:gd name="connsiteX22" fmla="*/ 360660 w 633156"/>
              <a:gd name="connsiteY22" fmla="*/ 354012 h 357876"/>
              <a:gd name="connsiteX23" fmla="*/ 362247 w 633156"/>
              <a:gd name="connsiteY23" fmla="*/ 306387 h 357876"/>
              <a:gd name="connsiteX24" fmla="*/ 395585 w 633156"/>
              <a:gd name="connsiteY24" fmla="*/ 342899 h 357876"/>
              <a:gd name="connsiteX25" fmla="*/ 441622 w 633156"/>
              <a:gd name="connsiteY25" fmla="*/ 325437 h 357876"/>
              <a:gd name="connsiteX26" fmla="*/ 459085 w 633156"/>
              <a:gd name="connsiteY26" fmla="*/ 271462 h 357876"/>
              <a:gd name="connsiteX27" fmla="*/ 419397 w 633156"/>
              <a:gd name="connsiteY27" fmla="*/ 230187 h 357876"/>
              <a:gd name="connsiteX28" fmla="*/ 344785 w 633156"/>
              <a:gd name="connsiteY28" fmla="*/ 209549 h 357876"/>
              <a:gd name="connsiteX29" fmla="*/ 311447 w 633156"/>
              <a:gd name="connsiteY29" fmla="*/ 193674 h 357876"/>
              <a:gd name="connsiteX30" fmla="*/ 355897 w 633156"/>
              <a:gd name="connsiteY30" fmla="*/ 69849 h 357876"/>
              <a:gd name="connsiteX31" fmla="*/ 382885 w 633156"/>
              <a:gd name="connsiteY31" fmla="*/ 100012 h 357876"/>
              <a:gd name="connsiteX32" fmla="*/ 452735 w 633156"/>
              <a:gd name="connsiteY32" fmla="*/ 182562 h 357876"/>
              <a:gd name="connsiteX33" fmla="*/ 447972 w 633156"/>
              <a:gd name="connsiteY33" fmla="*/ 201612 h 357876"/>
              <a:gd name="connsiteX34" fmla="*/ 494010 w 633156"/>
              <a:gd name="connsiteY34" fmla="*/ 268287 h 357876"/>
              <a:gd name="connsiteX35" fmla="*/ 538460 w 633156"/>
              <a:gd name="connsiteY35" fmla="*/ 252412 h 357876"/>
              <a:gd name="connsiteX36" fmla="*/ 594022 w 633156"/>
              <a:gd name="connsiteY36" fmla="*/ 260349 h 357876"/>
              <a:gd name="connsiteX37" fmla="*/ 632122 w 633156"/>
              <a:gd name="connsiteY37" fmla="*/ 212724 h 357876"/>
              <a:gd name="connsiteX38" fmla="*/ 621010 w 633156"/>
              <a:gd name="connsiteY38" fmla="*/ 153987 h 357876"/>
              <a:gd name="connsiteX39" fmla="*/ 606722 w 633156"/>
              <a:gd name="connsiteY39" fmla="*/ 111124 h 357876"/>
              <a:gd name="connsiteX40" fmla="*/ 562272 w 633156"/>
              <a:gd name="connsiteY40" fmla="*/ 109537 h 357876"/>
              <a:gd name="connsiteX41" fmla="*/ 509885 w 633156"/>
              <a:gd name="connsiteY41" fmla="*/ 142874 h 357876"/>
              <a:gd name="connsiteX42" fmla="*/ 497185 w 633156"/>
              <a:gd name="connsiteY42" fmla="*/ 166687 h 357876"/>
              <a:gd name="connsiteX43" fmla="*/ 382885 w 633156"/>
              <a:gd name="connsiteY43" fmla="*/ 25399 h 357876"/>
              <a:gd name="connsiteX0" fmla="*/ 305097 w 633156"/>
              <a:gd name="connsiteY0" fmla="*/ 0 h 357876"/>
              <a:gd name="connsiteX1" fmla="*/ 209848 w 633156"/>
              <a:gd name="connsiteY1" fmla="*/ 82549 h 357876"/>
              <a:gd name="connsiteX2" fmla="*/ 165397 w 633156"/>
              <a:gd name="connsiteY2" fmla="*/ 58737 h 357876"/>
              <a:gd name="connsiteX3" fmla="*/ 98722 w 633156"/>
              <a:gd name="connsiteY3" fmla="*/ 57150 h 357876"/>
              <a:gd name="connsiteX4" fmla="*/ 49510 w 633156"/>
              <a:gd name="connsiteY4" fmla="*/ 84136 h 357876"/>
              <a:gd name="connsiteX5" fmla="*/ 6647 w 633156"/>
              <a:gd name="connsiteY5" fmla="*/ 111125 h 357876"/>
              <a:gd name="connsiteX6" fmla="*/ 297 w 633156"/>
              <a:gd name="connsiteY6" fmla="*/ 179387 h 357876"/>
              <a:gd name="connsiteX7" fmla="*/ 8235 w 633156"/>
              <a:gd name="connsiteY7" fmla="*/ 231775 h 357876"/>
              <a:gd name="connsiteX8" fmla="*/ 65384 w 633156"/>
              <a:gd name="connsiteY8" fmla="*/ 268287 h 357876"/>
              <a:gd name="connsiteX9" fmla="*/ 128885 w 633156"/>
              <a:gd name="connsiteY9" fmla="*/ 274637 h 357876"/>
              <a:gd name="connsiteX10" fmla="*/ 173335 w 633156"/>
              <a:gd name="connsiteY10" fmla="*/ 249237 h 357876"/>
              <a:gd name="connsiteX11" fmla="*/ 192385 w 633156"/>
              <a:gd name="connsiteY11" fmla="*/ 198437 h 357876"/>
              <a:gd name="connsiteX12" fmla="*/ 197147 w 633156"/>
              <a:gd name="connsiteY12" fmla="*/ 149224 h 357876"/>
              <a:gd name="connsiteX13" fmla="*/ 314623 w 633156"/>
              <a:gd name="connsiteY13" fmla="*/ 46036 h 357876"/>
              <a:gd name="connsiteX14" fmla="*/ 313035 w 633156"/>
              <a:gd name="connsiteY14" fmla="*/ 87312 h 357876"/>
              <a:gd name="connsiteX15" fmla="*/ 297160 w 633156"/>
              <a:gd name="connsiteY15" fmla="*/ 149224 h 357876"/>
              <a:gd name="connsiteX16" fmla="*/ 273347 w 633156"/>
              <a:gd name="connsiteY16" fmla="*/ 188912 h 357876"/>
              <a:gd name="connsiteX17" fmla="*/ 247947 w 633156"/>
              <a:gd name="connsiteY17" fmla="*/ 187324 h 357876"/>
              <a:gd name="connsiteX18" fmla="*/ 214610 w 633156"/>
              <a:gd name="connsiteY18" fmla="*/ 244474 h 357876"/>
              <a:gd name="connsiteX19" fmla="*/ 265410 w 633156"/>
              <a:gd name="connsiteY19" fmla="*/ 287337 h 357876"/>
              <a:gd name="connsiteX20" fmla="*/ 259060 w 633156"/>
              <a:gd name="connsiteY20" fmla="*/ 303212 h 357876"/>
              <a:gd name="connsiteX21" fmla="*/ 278110 w 633156"/>
              <a:gd name="connsiteY21" fmla="*/ 349249 h 357876"/>
              <a:gd name="connsiteX22" fmla="*/ 360660 w 633156"/>
              <a:gd name="connsiteY22" fmla="*/ 354012 h 357876"/>
              <a:gd name="connsiteX23" fmla="*/ 362247 w 633156"/>
              <a:gd name="connsiteY23" fmla="*/ 306387 h 357876"/>
              <a:gd name="connsiteX24" fmla="*/ 395585 w 633156"/>
              <a:gd name="connsiteY24" fmla="*/ 342899 h 357876"/>
              <a:gd name="connsiteX25" fmla="*/ 441622 w 633156"/>
              <a:gd name="connsiteY25" fmla="*/ 325437 h 357876"/>
              <a:gd name="connsiteX26" fmla="*/ 459085 w 633156"/>
              <a:gd name="connsiteY26" fmla="*/ 271462 h 357876"/>
              <a:gd name="connsiteX27" fmla="*/ 419397 w 633156"/>
              <a:gd name="connsiteY27" fmla="*/ 230187 h 357876"/>
              <a:gd name="connsiteX28" fmla="*/ 344785 w 633156"/>
              <a:gd name="connsiteY28" fmla="*/ 209549 h 357876"/>
              <a:gd name="connsiteX29" fmla="*/ 311447 w 633156"/>
              <a:gd name="connsiteY29" fmla="*/ 193674 h 357876"/>
              <a:gd name="connsiteX30" fmla="*/ 355897 w 633156"/>
              <a:gd name="connsiteY30" fmla="*/ 69849 h 357876"/>
              <a:gd name="connsiteX31" fmla="*/ 382885 w 633156"/>
              <a:gd name="connsiteY31" fmla="*/ 100012 h 357876"/>
              <a:gd name="connsiteX32" fmla="*/ 452735 w 633156"/>
              <a:gd name="connsiteY32" fmla="*/ 182562 h 357876"/>
              <a:gd name="connsiteX33" fmla="*/ 447972 w 633156"/>
              <a:gd name="connsiteY33" fmla="*/ 201612 h 357876"/>
              <a:gd name="connsiteX34" fmla="*/ 494010 w 633156"/>
              <a:gd name="connsiteY34" fmla="*/ 268287 h 357876"/>
              <a:gd name="connsiteX35" fmla="*/ 538460 w 633156"/>
              <a:gd name="connsiteY35" fmla="*/ 252412 h 357876"/>
              <a:gd name="connsiteX36" fmla="*/ 594022 w 633156"/>
              <a:gd name="connsiteY36" fmla="*/ 260349 h 357876"/>
              <a:gd name="connsiteX37" fmla="*/ 632122 w 633156"/>
              <a:gd name="connsiteY37" fmla="*/ 212724 h 357876"/>
              <a:gd name="connsiteX38" fmla="*/ 621010 w 633156"/>
              <a:gd name="connsiteY38" fmla="*/ 153987 h 357876"/>
              <a:gd name="connsiteX39" fmla="*/ 606722 w 633156"/>
              <a:gd name="connsiteY39" fmla="*/ 111124 h 357876"/>
              <a:gd name="connsiteX40" fmla="*/ 562272 w 633156"/>
              <a:gd name="connsiteY40" fmla="*/ 109537 h 357876"/>
              <a:gd name="connsiteX41" fmla="*/ 509885 w 633156"/>
              <a:gd name="connsiteY41" fmla="*/ 142874 h 357876"/>
              <a:gd name="connsiteX42" fmla="*/ 497185 w 633156"/>
              <a:gd name="connsiteY42" fmla="*/ 166687 h 357876"/>
              <a:gd name="connsiteX43" fmla="*/ 382885 w 633156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192326 w 633097"/>
              <a:gd name="connsiteY11" fmla="*/ 198437 h 357876"/>
              <a:gd name="connsiteX12" fmla="*/ 197088 w 633097"/>
              <a:gd name="connsiteY12" fmla="*/ 1492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192326 w 633097"/>
              <a:gd name="connsiteY11" fmla="*/ 198437 h 357876"/>
              <a:gd name="connsiteX12" fmla="*/ 233601 w 633097"/>
              <a:gd name="connsiteY12" fmla="*/ 1111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214551 w 633097"/>
              <a:gd name="connsiteY11" fmla="*/ 195262 h 357876"/>
              <a:gd name="connsiteX12" fmla="*/ 233601 w 633097"/>
              <a:gd name="connsiteY12" fmla="*/ 1111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9226 w 633660"/>
              <a:gd name="connsiteY3" fmla="*/ 57150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65888 w 633660"/>
              <a:gd name="connsiteY8" fmla="*/ 268287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9226 w 633660"/>
              <a:gd name="connsiteY3" fmla="*/ 57150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8614 w 633660"/>
              <a:gd name="connsiteY16" fmla="*/ 187325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8614 w 633660"/>
              <a:gd name="connsiteY16" fmla="*/ 187325 h 357876"/>
              <a:gd name="connsiteX17" fmla="*/ 248451 w 633660"/>
              <a:gd name="connsiteY17" fmla="*/ 187324 h 357876"/>
              <a:gd name="connsiteX18" fmla="*/ 211939 w 633660"/>
              <a:gd name="connsiteY18" fmla="*/ 25082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085"/>
              <a:gd name="connsiteX1" fmla="*/ 210352 w 633660"/>
              <a:gd name="connsiteY1" fmla="*/ 82549 h 357085"/>
              <a:gd name="connsiteX2" fmla="*/ 165901 w 633660"/>
              <a:gd name="connsiteY2" fmla="*/ 58737 h 357085"/>
              <a:gd name="connsiteX3" fmla="*/ 94464 w 633660"/>
              <a:gd name="connsiteY3" fmla="*/ 49213 h 357085"/>
              <a:gd name="connsiteX4" fmla="*/ 43664 w 633660"/>
              <a:gd name="connsiteY4" fmla="*/ 69849 h 357085"/>
              <a:gd name="connsiteX5" fmla="*/ 7151 w 633660"/>
              <a:gd name="connsiteY5" fmla="*/ 111125 h 357085"/>
              <a:gd name="connsiteX6" fmla="*/ 801 w 633660"/>
              <a:gd name="connsiteY6" fmla="*/ 179387 h 357085"/>
              <a:gd name="connsiteX7" fmla="*/ 18264 w 633660"/>
              <a:gd name="connsiteY7" fmla="*/ 222250 h 357085"/>
              <a:gd name="connsiteX8" fmla="*/ 57951 w 633660"/>
              <a:gd name="connsiteY8" fmla="*/ 266700 h 357085"/>
              <a:gd name="connsiteX9" fmla="*/ 129389 w 633660"/>
              <a:gd name="connsiteY9" fmla="*/ 274637 h 357085"/>
              <a:gd name="connsiteX10" fmla="*/ 196064 w 633660"/>
              <a:gd name="connsiteY10" fmla="*/ 242887 h 357085"/>
              <a:gd name="connsiteX11" fmla="*/ 230989 w 633660"/>
              <a:gd name="connsiteY11" fmla="*/ 173037 h 357085"/>
              <a:gd name="connsiteX12" fmla="*/ 234164 w 633660"/>
              <a:gd name="connsiteY12" fmla="*/ 111124 h 357085"/>
              <a:gd name="connsiteX13" fmla="*/ 319890 w 633660"/>
              <a:gd name="connsiteY13" fmla="*/ 30161 h 357085"/>
              <a:gd name="connsiteX14" fmla="*/ 313539 w 633660"/>
              <a:gd name="connsiteY14" fmla="*/ 87312 h 357085"/>
              <a:gd name="connsiteX15" fmla="*/ 299251 w 633660"/>
              <a:gd name="connsiteY15" fmla="*/ 161924 h 357085"/>
              <a:gd name="connsiteX16" fmla="*/ 278614 w 633660"/>
              <a:gd name="connsiteY16" fmla="*/ 187325 h 357085"/>
              <a:gd name="connsiteX17" fmla="*/ 248451 w 633660"/>
              <a:gd name="connsiteY17" fmla="*/ 187324 h 357085"/>
              <a:gd name="connsiteX18" fmla="*/ 211939 w 633660"/>
              <a:gd name="connsiteY18" fmla="*/ 250824 h 357085"/>
              <a:gd name="connsiteX19" fmla="*/ 265914 w 633660"/>
              <a:gd name="connsiteY19" fmla="*/ 287337 h 357085"/>
              <a:gd name="connsiteX20" fmla="*/ 216702 w 633660"/>
              <a:gd name="connsiteY20" fmla="*/ 323849 h 357085"/>
              <a:gd name="connsiteX21" fmla="*/ 278614 w 633660"/>
              <a:gd name="connsiteY21" fmla="*/ 349249 h 357085"/>
              <a:gd name="connsiteX22" fmla="*/ 361164 w 633660"/>
              <a:gd name="connsiteY22" fmla="*/ 354012 h 357085"/>
              <a:gd name="connsiteX23" fmla="*/ 362751 w 633660"/>
              <a:gd name="connsiteY23" fmla="*/ 306387 h 357085"/>
              <a:gd name="connsiteX24" fmla="*/ 396089 w 633660"/>
              <a:gd name="connsiteY24" fmla="*/ 342899 h 357085"/>
              <a:gd name="connsiteX25" fmla="*/ 442126 w 633660"/>
              <a:gd name="connsiteY25" fmla="*/ 325437 h 357085"/>
              <a:gd name="connsiteX26" fmla="*/ 459589 w 633660"/>
              <a:gd name="connsiteY26" fmla="*/ 271462 h 357085"/>
              <a:gd name="connsiteX27" fmla="*/ 419901 w 633660"/>
              <a:gd name="connsiteY27" fmla="*/ 230187 h 357085"/>
              <a:gd name="connsiteX28" fmla="*/ 345289 w 633660"/>
              <a:gd name="connsiteY28" fmla="*/ 209549 h 357085"/>
              <a:gd name="connsiteX29" fmla="*/ 338939 w 633660"/>
              <a:gd name="connsiteY29" fmla="*/ 126999 h 357085"/>
              <a:gd name="connsiteX30" fmla="*/ 356401 w 633660"/>
              <a:gd name="connsiteY30" fmla="*/ 69849 h 357085"/>
              <a:gd name="connsiteX31" fmla="*/ 383389 w 633660"/>
              <a:gd name="connsiteY31" fmla="*/ 100012 h 357085"/>
              <a:gd name="connsiteX32" fmla="*/ 453239 w 633660"/>
              <a:gd name="connsiteY32" fmla="*/ 182562 h 357085"/>
              <a:gd name="connsiteX33" fmla="*/ 448476 w 633660"/>
              <a:gd name="connsiteY33" fmla="*/ 201612 h 357085"/>
              <a:gd name="connsiteX34" fmla="*/ 494514 w 633660"/>
              <a:gd name="connsiteY34" fmla="*/ 268287 h 357085"/>
              <a:gd name="connsiteX35" fmla="*/ 538964 w 633660"/>
              <a:gd name="connsiteY35" fmla="*/ 252412 h 357085"/>
              <a:gd name="connsiteX36" fmla="*/ 594526 w 633660"/>
              <a:gd name="connsiteY36" fmla="*/ 260349 h 357085"/>
              <a:gd name="connsiteX37" fmla="*/ 632626 w 633660"/>
              <a:gd name="connsiteY37" fmla="*/ 212724 h 357085"/>
              <a:gd name="connsiteX38" fmla="*/ 621514 w 633660"/>
              <a:gd name="connsiteY38" fmla="*/ 153987 h 357085"/>
              <a:gd name="connsiteX39" fmla="*/ 607226 w 633660"/>
              <a:gd name="connsiteY39" fmla="*/ 111124 h 357085"/>
              <a:gd name="connsiteX40" fmla="*/ 562776 w 633660"/>
              <a:gd name="connsiteY40" fmla="*/ 109537 h 357085"/>
              <a:gd name="connsiteX41" fmla="*/ 510389 w 633660"/>
              <a:gd name="connsiteY41" fmla="*/ 142874 h 357085"/>
              <a:gd name="connsiteX42" fmla="*/ 497689 w 633660"/>
              <a:gd name="connsiteY42" fmla="*/ 166687 h 357085"/>
              <a:gd name="connsiteX43" fmla="*/ 383389 w 633660"/>
              <a:gd name="connsiteY43" fmla="*/ 25399 h 357085"/>
              <a:gd name="connsiteX0" fmla="*/ 305601 w 633660"/>
              <a:gd name="connsiteY0" fmla="*/ 0 h 357085"/>
              <a:gd name="connsiteX1" fmla="*/ 210352 w 633660"/>
              <a:gd name="connsiteY1" fmla="*/ 82549 h 357085"/>
              <a:gd name="connsiteX2" fmla="*/ 165901 w 633660"/>
              <a:gd name="connsiteY2" fmla="*/ 58737 h 357085"/>
              <a:gd name="connsiteX3" fmla="*/ 94464 w 633660"/>
              <a:gd name="connsiteY3" fmla="*/ 49213 h 357085"/>
              <a:gd name="connsiteX4" fmla="*/ 43664 w 633660"/>
              <a:gd name="connsiteY4" fmla="*/ 69849 h 357085"/>
              <a:gd name="connsiteX5" fmla="*/ 7151 w 633660"/>
              <a:gd name="connsiteY5" fmla="*/ 111125 h 357085"/>
              <a:gd name="connsiteX6" fmla="*/ 801 w 633660"/>
              <a:gd name="connsiteY6" fmla="*/ 179387 h 357085"/>
              <a:gd name="connsiteX7" fmla="*/ 18264 w 633660"/>
              <a:gd name="connsiteY7" fmla="*/ 222250 h 357085"/>
              <a:gd name="connsiteX8" fmla="*/ 57951 w 633660"/>
              <a:gd name="connsiteY8" fmla="*/ 266700 h 357085"/>
              <a:gd name="connsiteX9" fmla="*/ 129389 w 633660"/>
              <a:gd name="connsiteY9" fmla="*/ 274637 h 357085"/>
              <a:gd name="connsiteX10" fmla="*/ 196064 w 633660"/>
              <a:gd name="connsiteY10" fmla="*/ 242887 h 357085"/>
              <a:gd name="connsiteX11" fmla="*/ 230989 w 633660"/>
              <a:gd name="connsiteY11" fmla="*/ 173037 h 357085"/>
              <a:gd name="connsiteX12" fmla="*/ 234164 w 633660"/>
              <a:gd name="connsiteY12" fmla="*/ 111124 h 357085"/>
              <a:gd name="connsiteX13" fmla="*/ 319890 w 633660"/>
              <a:gd name="connsiteY13" fmla="*/ 30161 h 357085"/>
              <a:gd name="connsiteX14" fmla="*/ 313539 w 633660"/>
              <a:gd name="connsiteY14" fmla="*/ 87312 h 357085"/>
              <a:gd name="connsiteX15" fmla="*/ 299251 w 633660"/>
              <a:gd name="connsiteY15" fmla="*/ 161924 h 357085"/>
              <a:gd name="connsiteX16" fmla="*/ 278614 w 633660"/>
              <a:gd name="connsiteY16" fmla="*/ 187325 h 357085"/>
              <a:gd name="connsiteX17" fmla="*/ 248451 w 633660"/>
              <a:gd name="connsiteY17" fmla="*/ 187324 h 357085"/>
              <a:gd name="connsiteX18" fmla="*/ 211939 w 633660"/>
              <a:gd name="connsiteY18" fmla="*/ 250824 h 357085"/>
              <a:gd name="connsiteX19" fmla="*/ 199239 w 633660"/>
              <a:gd name="connsiteY19" fmla="*/ 290512 h 357085"/>
              <a:gd name="connsiteX20" fmla="*/ 216702 w 633660"/>
              <a:gd name="connsiteY20" fmla="*/ 323849 h 357085"/>
              <a:gd name="connsiteX21" fmla="*/ 278614 w 633660"/>
              <a:gd name="connsiteY21" fmla="*/ 349249 h 357085"/>
              <a:gd name="connsiteX22" fmla="*/ 361164 w 633660"/>
              <a:gd name="connsiteY22" fmla="*/ 354012 h 357085"/>
              <a:gd name="connsiteX23" fmla="*/ 362751 w 633660"/>
              <a:gd name="connsiteY23" fmla="*/ 306387 h 357085"/>
              <a:gd name="connsiteX24" fmla="*/ 396089 w 633660"/>
              <a:gd name="connsiteY24" fmla="*/ 342899 h 357085"/>
              <a:gd name="connsiteX25" fmla="*/ 442126 w 633660"/>
              <a:gd name="connsiteY25" fmla="*/ 325437 h 357085"/>
              <a:gd name="connsiteX26" fmla="*/ 459589 w 633660"/>
              <a:gd name="connsiteY26" fmla="*/ 271462 h 357085"/>
              <a:gd name="connsiteX27" fmla="*/ 419901 w 633660"/>
              <a:gd name="connsiteY27" fmla="*/ 230187 h 357085"/>
              <a:gd name="connsiteX28" fmla="*/ 345289 w 633660"/>
              <a:gd name="connsiteY28" fmla="*/ 209549 h 357085"/>
              <a:gd name="connsiteX29" fmla="*/ 338939 w 633660"/>
              <a:gd name="connsiteY29" fmla="*/ 126999 h 357085"/>
              <a:gd name="connsiteX30" fmla="*/ 356401 w 633660"/>
              <a:gd name="connsiteY30" fmla="*/ 69849 h 357085"/>
              <a:gd name="connsiteX31" fmla="*/ 383389 w 633660"/>
              <a:gd name="connsiteY31" fmla="*/ 100012 h 357085"/>
              <a:gd name="connsiteX32" fmla="*/ 453239 w 633660"/>
              <a:gd name="connsiteY32" fmla="*/ 182562 h 357085"/>
              <a:gd name="connsiteX33" fmla="*/ 448476 w 633660"/>
              <a:gd name="connsiteY33" fmla="*/ 201612 h 357085"/>
              <a:gd name="connsiteX34" fmla="*/ 494514 w 633660"/>
              <a:gd name="connsiteY34" fmla="*/ 268287 h 357085"/>
              <a:gd name="connsiteX35" fmla="*/ 538964 w 633660"/>
              <a:gd name="connsiteY35" fmla="*/ 252412 h 357085"/>
              <a:gd name="connsiteX36" fmla="*/ 594526 w 633660"/>
              <a:gd name="connsiteY36" fmla="*/ 260349 h 357085"/>
              <a:gd name="connsiteX37" fmla="*/ 632626 w 633660"/>
              <a:gd name="connsiteY37" fmla="*/ 212724 h 357085"/>
              <a:gd name="connsiteX38" fmla="*/ 621514 w 633660"/>
              <a:gd name="connsiteY38" fmla="*/ 153987 h 357085"/>
              <a:gd name="connsiteX39" fmla="*/ 607226 w 633660"/>
              <a:gd name="connsiteY39" fmla="*/ 111124 h 357085"/>
              <a:gd name="connsiteX40" fmla="*/ 562776 w 633660"/>
              <a:gd name="connsiteY40" fmla="*/ 109537 h 357085"/>
              <a:gd name="connsiteX41" fmla="*/ 510389 w 633660"/>
              <a:gd name="connsiteY41" fmla="*/ 142874 h 357085"/>
              <a:gd name="connsiteX42" fmla="*/ 497689 w 633660"/>
              <a:gd name="connsiteY42" fmla="*/ 166687 h 357085"/>
              <a:gd name="connsiteX43" fmla="*/ 383389 w 633660"/>
              <a:gd name="connsiteY43" fmla="*/ 25399 h 357085"/>
              <a:gd name="connsiteX0" fmla="*/ 305601 w 633660"/>
              <a:gd name="connsiteY0" fmla="*/ 0 h 356706"/>
              <a:gd name="connsiteX1" fmla="*/ 210352 w 633660"/>
              <a:gd name="connsiteY1" fmla="*/ 82549 h 356706"/>
              <a:gd name="connsiteX2" fmla="*/ 165901 w 633660"/>
              <a:gd name="connsiteY2" fmla="*/ 58737 h 356706"/>
              <a:gd name="connsiteX3" fmla="*/ 94464 w 633660"/>
              <a:gd name="connsiteY3" fmla="*/ 49213 h 356706"/>
              <a:gd name="connsiteX4" fmla="*/ 43664 w 633660"/>
              <a:gd name="connsiteY4" fmla="*/ 69849 h 356706"/>
              <a:gd name="connsiteX5" fmla="*/ 7151 w 633660"/>
              <a:gd name="connsiteY5" fmla="*/ 111125 h 356706"/>
              <a:gd name="connsiteX6" fmla="*/ 801 w 633660"/>
              <a:gd name="connsiteY6" fmla="*/ 179387 h 356706"/>
              <a:gd name="connsiteX7" fmla="*/ 18264 w 633660"/>
              <a:gd name="connsiteY7" fmla="*/ 222250 h 356706"/>
              <a:gd name="connsiteX8" fmla="*/ 57951 w 633660"/>
              <a:gd name="connsiteY8" fmla="*/ 266700 h 356706"/>
              <a:gd name="connsiteX9" fmla="*/ 129389 w 633660"/>
              <a:gd name="connsiteY9" fmla="*/ 274637 h 356706"/>
              <a:gd name="connsiteX10" fmla="*/ 196064 w 633660"/>
              <a:gd name="connsiteY10" fmla="*/ 242887 h 356706"/>
              <a:gd name="connsiteX11" fmla="*/ 230989 w 633660"/>
              <a:gd name="connsiteY11" fmla="*/ 173037 h 356706"/>
              <a:gd name="connsiteX12" fmla="*/ 234164 w 633660"/>
              <a:gd name="connsiteY12" fmla="*/ 111124 h 356706"/>
              <a:gd name="connsiteX13" fmla="*/ 319890 w 633660"/>
              <a:gd name="connsiteY13" fmla="*/ 30161 h 356706"/>
              <a:gd name="connsiteX14" fmla="*/ 313539 w 633660"/>
              <a:gd name="connsiteY14" fmla="*/ 87312 h 356706"/>
              <a:gd name="connsiteX15" fmla="*/ 299251 w 633660"/>
              <a:gd name="connsiteY15" fmla="*/ 161924 h 356706"/>
              <a:gd name="connsiteX16" fmla="*/ 278614 w 633660"/>
              <a:gd name="connsiteY16" fmla="*/ 187325 h 356706"/>
              <a:gd name="connsiteX17" fmla="*/ 248451 w 633660"/>
              <a:gd name="connsiteY17" fmla="*/ 187324 h 356706"/>
              <a:gd name="connsiteX18" fmla="*/ 211939 w 633660"/>
              <a:gd name="connsiteY18" fmla="*/ 250824 h 356706"/>
              <a:gd name="connsiteX19" fmla="*/ 199239 w 633660"/>
              <a:gd name="connsiteY19" fmla="*/ 290512 h 356706"/>
              <a:gd name="connsiteX20" fmla="*/ 232577 w 633660"/>
              <a:gd name="connsiteY20" fmla="*/ 336549 h 356706"/>
              <a:gd name="connsiteX21" fmla="*/ 278614 w 633660"/>
              <a:gd name="connsiteY21" fmla="*/ 349249 h 356706"/>
              <a:gd name="connsiteX22" fmla="*/ 361164 w 633660"/>
              <a:gd name="connsiteY22" fmla="*/ 354012 h 356706"/>
              <a:gd name="connsiteX23" fmla="*/ 362751 w 633660"/>
              <a:gd name="connsiteY23" fmla="*/ 306387 h 356706"/>
              <a:gd name="connsiteX24" fmla="*/ 396089 w 633660"/>
              <a:gd name="connsiteY24" fmla="*/ 342899 h 356706"/>
              <a:gd name="connsiteX25" fmla="*/ 442126 w 633660"/>
              <a:gd name="connsiteY25" fmla="*/ 325437 h 356706"/>
              <a:gd name="connsiteX26" fmla="*/ 459589 w 633660"/>
              <a:gd name="connsiteY26" fmla="*/ 271462 h 356706"/>
              <a:gd name="connsiteX27" fmla="*/ 419901 w 633660"/>
              <a:gd name="connsiteY27" fmla="*/ 230187 h 356706"/>
              <a:gd name="connsiteX28" fmla="*/ 345289 w 633660"/>
              <a:gd name="connsiteY28" fmla="*/ 209549 h 356706"/>
              <a:gd name="connsiteX29" fmla="*/ 338939 w 633660"/>
              <a:gd name="connsiteY29" fmla="*/ 126999 h 356706"/>
              <a:gd name="connsiteX30" fmla="*/ 356401 w 633660"/>
              <a:gd name="connsiteY30" fmla="*/ 69849 h 356706"/>
              <a:gd name="connsiteX31" fmla="*/ 383389 w 633660"/>
              <a:gd name="connsiteY31" fmla="*/ 100012 h 356706"/>
              <a:gd name="connsiteX32" fmla="*/ 453239 w 633660"/>
              <a:gd name="connsiteY32" fmla="*/ 182562 h 356706"/>
              <a:gd name="connsiteX33" fmla="*/ 448476 w 633660"/>
              <a:gd name="connsiteY33" fmla="*/ 201612 h 356706"/>
              <a:gd name="connsiteX34" fmla="*/ 494514 w 633660"/>
              <a:gd name="connsiteY34" fmla="*/ 268287 h 356706"/>
              <a:gd name="connsiteX35" fmla="*/ 538964 w 633660"/>
              <a:gd name="connsiteY35" fmla="*/ 252412 h 356706"/>
              <a:gd name="connsiteX36" fmla="*/ 594526 w 633660"/>
              <a:gd name="connsiteY36" fmla="*/ 260349 h 356706"/>
              <a:gd name="connsiteX37" fmla="*/ 632626 w 633660"/>
              <a:gd name="connsiteY37" fmla="*/ 212724 h 356706"/>
              <a:gd name="connsiteX38" fmla="*/ 621514 w 633660"/>
              <a:gd name="connsiteY38" fmla="*/ 153987 h 356706"/>
              <a:gd name="connsiteX39" fmla="*/ 607226 w 633660"/>
              <a:gd name="connsiteY39" fmla="*/ 111124 h 356706"/>
              <a:gd name="connsiteX40" fmla="*/ 562776 w 633660"/>
              <a:gd name="connsiteY40" fmla="*/ 109537 h 356706"/>
              <a:gd name="connsiteX41" fmla="*/ 510389 w 633660"/>
              <a:gd name="connsiteY41" fmla="*/ 142874 h 356706"/>
              <a:gd name="connsiteX42" fmla="*/ 497689 w 633660"/>
              <a:gd name="connsiteY42" fmla="*/ 166687 h 356706"/>
              <a:gd name="connsiteX43" fmla="*/ 383389 w 633660"/>
              <a:gd name="connsiteY43" fmla="*/ 25399 h 356706"/>
              <a:gd name="connsiteX0" fmla="*/ 305601 w 633660"/>
              <a:gd name="connsiteY0" fmla="*/ 0 h 355388"/>
              <a:gd name="connsiteX1" fmla="*/ 210352 w 633660"/>
              <a:gd name="connsiteY1" fmla="*/ 82549 h 355388"/>
              <a:gd name="connsiteX2" fmla="*/ 165901 w 633660"/>
              <a:gd name="connsiteY2" fmla="*/ 58737 h 355388"/>
              <a:gd name="connsiteX3" fmla="*/ 94464 w 633660"/>
              <a:gd name="connsiteY3" fmla="*/ 49213 h 355388"/>
              <a:gd name="connsiteX4" fmla="*/ 43664 w 633660"/>
              <a:gd name="connsiteY4" fmla="*/ 69849 h 355388"/>
              <a:gd name="connsiteX5" fmla="*/ 7151 w 633660"/>
              <a:gd name="connsiteY5" fmla="*/ 111125 h 355388"/>
              <a:gd name="connsiteX6" fmla="*/ 801 w 633660"/>
              <a:gd name="connsiteY6" fmla="*/ 179387 h 355388"/>
              <a:gd name="connsiteX7" fmla="*/ 18264 w 633660"/>
              <a:gd name="connsiteY7" fmla="*/ 222250 h 355388"/>
              <a:gd name="connsiteX8" fmla="*/ 57951 w 633660"/>
              <a:gd name="connsiteY8" fmla="*/ 266700 h 355388"/>
              <a:gd name="connsiteX9" fmla="*/ 129389 w 633660"/>
              <a:gd name="connsiteY9" fmla="*/ 274637 h 355388"/>
              <a:gd name="connsiteX10" fmla="*/ 196064 w 633660"/>
              <a:gd name="connsiteY10" fmla="*/ 242887 h 355388"/>
              <a:gd name="connsiteX11" fmla="*/ 230989 w 633660"/>
              <a:gd name="connsiteY11" fmla="*/ 173037 h 355388"/>
              <a:gd name="connsiteX12" fmla="*/ 234164 w 633660"/>
              <a:gd name="connsiteY12" fmla="*/ 111124 h 355388"/>
              <a:gd name="connsiteX13" fmla="*/ 319890 w 633660"/>
              <a:gd name="connsiteY13" fmla="*/ 30161 h 355388"/>
              <a:gd name="connsiteX14" fmla="*/ 313539 w 633660"/>
              <a:gd name="connsiteY14" fmla="*/ 87312 h 355388"/>
              <a:gd name="connsiteX15" fmla="*/ 299251 w 633660"/>
              <a:gd name="connsiteY15" fmla="*/ 161924 h 355388"/>
              <a:gd name="connsiteX16" fmla="*/ 278614 w 633660"/>
              <a:gd name="connsiteY16" fmla="*/ 187325 h 355388"/>
              <a:gd name="connsiteX17" fmla="*/ 248451 w 633660"/>
              <a:gd name="connsiteY17" fmla="*/ 187324 h 355388"/>
              <a:gd name="connsiteX18" fmla="*/ 211939 w 633660"/>
              <a:gd name="connsiteY18" fmla="*/ 250824 h 355388"/>
              <a:gd name="connsiteX19" fmla="*/ 199239 w 633660"/>
              <a:gd name="connsiteY19" fmla="*/ 290512 h 355388"/>
              <a:gd name="connsiteX20" fmla="*/ 232577 w 633660"/>
              <a:gd name="connsiteY20" fmla="*/ 336549 h 355388"/>
              <a:gd name="connsiteX21" fmla="*/ 278614 w 633660"/>
              <a:gd name="connsiteY21" fmla="*/ 349249 h 355388"/>
              <a:gd name="connsiteX22" fmla="*/ 323064 w 633660"/>
              <a:gd name="connsiteY22" fmla="*/ 352424 h 355388"/>
              <a:gd name="connsiteX23" fmla="*/ 362751 w 633660"/>
              <a:gd name="connsiteY23" fmla="*/ 306387 h 355388"/>
              <a:gd name="connsiteX24" fmla="*/ 396089 w 633660"/>
              <a:gd name="connsiteY24" fmla="*/ 342899 h 355388"/>
              <a:gd name="connsiteX25" fmla="*/ 442126 w 633660"/>
              <a:gd name="connsiteY25" fmla="*/ 325437 h 355388"/>
              <a:gd name="connsiteX26" fmla="*/ 459589 w 633660"/>
              <a:gd name="connsiteY26" fmla="*/ 271462 h 355388"/>
              <a:gd name="connsiteX27" fmla="*/ 419901 w 633660"/>
              <a:gd name="connsiteY27" fmla="*/ 230187 h 355388"/>
              <a:gd name="connsiteX28" fmla="*/ 345289 w 633660"/>
              <a:gd name="connsiteY28" fmla="*/ 209549 h 355388"/>
              <a:gd name="connsiteX29" fmla="*/ 338939 w 633660"/>
              <a:gd name="connsiteY29" fmla="*/ 126999 h 355388"/>
              <a:gd name="connsiteX30" fmla="*/ 356401 w 633660"/>
              <a:gd name="connsiteY30" fmla="*/ 69849 h 355388"/>
              <a:gd name="connsiteX31" fmla="*/ 383389 w 633660"/>
              <a:gd name="connsiteY31" fmla="*/ 100012 h 355388"/>
              <a:gd name="connsiteX32" fmla="*/ 453239 w 633660"/>
              <a:gd name="connsiteY32" fmla="*/ 182562 h 355388"/>
              <a:gd name="connsiteX33" fmla="*/ 448476 w 633660"/>
              <a:gd name="connsiteY33" fmla="*/ 201612 h 355388"/>
              <a:gd name="connsiteX34" fmla="*/ 494514 w 633660"/>
              <a:gd name="connsiteY34" fmla="*/ 268287 h 355388"/>
              <a:gd name="connsiteX35" fmla="*/ 538964 w 633660"/>
              <a:gd name="connsiteY35" fmla="*/ 252412 h 355388"/>
              <a:gd name="connsiteX36" fmla="*/ 594526 w 633660"/>
              <a:gd name="connsiteY36" fmla="*/ 260349 h 355388"/>
              <a:gd name="connsiteX37" fmla="*/ 632626 w 633660"/>
              <a:gd name="connsiteY37" fmla="*/ 212724 h 355388"/>
              <a:gd name="connsiteX38" fmla="*/ 621514 w 633660"/>
              <a:gd name="connsiteY38" fmla="*/ 153987 h 355388"/>
              <a:gd name="connsiteX39" fmla="*/ 607226 w 633660"/>
              <a:gd name="connsiteY39" fmla="*/ 111124 h 355388"/>
              <a:gd name="connsiteX40" fmla="*/ 562776 w 633660"/>
              <a:gd name="connsiteY40" fmla="*/ 109537 h 355388"/>
              <a:gd name="connsiteX41" fmla="*/ 510389 w 633660"/>
              <a:gd name="connsiteY41" fmla="*/ 142874 h 355388"/>
              <a:gd name="connsiteX42" fmla="*/ 497689 w 633660"/>
              <a:gd name="connsiteY42" fmla="*/ 166687 h 355388"/>
              <a:gd name="connsiteX43" fmla="*/ 383389 w 633660"/>
              <a:gd name="connsiteY43" fmla="*/ 25399 h 355388"/>
              <a:gd name="connsiteX0" fmla="*/ 305601 w 633660"/>
              <a:gd name="connsiteY0" fmla="*/ 0 h 363702"/>
              <a:gd name="connsiteX1" fmla="*/ 210352 w 633660"/>
              <a:gd name="connsiteY1" fmla="*/ 82549 h 363702"/>
              <a:gd name="connsiteX2" fmla="*/ 165901 w 633660"/>
              <a:gd name="connsiteY2" fmla="*/ 58737 h 363702"/>
              <a:gd name="connsiteX3" fmla="*/ 94464 w 633660"/>
              <a:gd name="connsiteY3" fmla="*/ 49213 h 363702"/>
              <a:gd name="connsiteX4" fmla="*/ 43664 w 633660"/>
              <a:gd name="connsiteY4" fmla="*/ 69849 h 363702"/>
              <a:gd name="connsiteX5" fmla="*/ 7151 w 633660"/>
              <a:gd name="connsiteY5" fmla="*/ 111125 h 363702"/>
              <a:gd name="connsiteX6" fmla="*/ 801 w 633660"/>
              <a:gd name="connsiteY6" fmla="*/ 179387 h 363702"/>
              <a:gd name="connsiteX7" fmla="*/ 18264 w 633660"/>
              <a:gd name="connsiteY7" fmla="*/ 222250 h 363702"/>
              <a:gd name="connsiteX8" fmla="*/ 57951 w 633660"/>
              <a:gd name="connsiteY8" fmla="*/ 266700 h 363702"/>
              <a:gd name="connsiteX9" fmla="*/ 129389 w 633660"/>
              <a:gd name="connsiteY9" fmla="*/ 274637 h 363702"/>
              <a:gd name="connsiteX10" fmla="*/ 196064 w 633660"/>
              <a:gd name="connsiteY10" fmla="*/ 242887 h 363702"/>
              <a:gd name="connsiteX11" fmla="*/ 230989 w 633660"/>
              <a:gd name="connsiteY11" fmla="*/ 173037 h 363702"/>
              <a:gd name="connsiteX12" fmla="*/ 234164 w 633660"/>
              <a:gd name="connsiteY12" fmla="*/ 111124 h 363702"/>
              <a:gd name="connsiteX13" fmla="*/ 319890 w 633660"/>
              <a:gd name="connsiteY13" fmla="*/ 30161 h 363702"/>
              <a:gd name="connsiteX14" fmla="*/ 313539 w 633660"/>
              <a:gd name="connsiteY14" fmla="*/ 87312 h 363702"/>
              <a:gd name="connsiteX15" fmla="*/ 299251 w 633660"/>
              <a:gd name="connsiteY15" fmla="*/ 161924 h 363702"/>
              <a:gd name="connsiteX16" fmla="*/ 278614 w 633660"/>
              <a:gd name="connsiteY16" fmla="*/ 187325 h 363702"/>
              <a:gd name="connsiteX17" fmla="*/ 248451 w 633660"/>
              <a:gd name="connsiteY17" fmla="*/ 187324 h 363702"/>
              <a:gd name="connsiteX18" fmla="*/ 211939 w 633660"/>
              <a:gd name="connsiteY18" fmla="*/ 250824 h 363702"/>
              <a:gd name="connsiteX19" fmla="*/ 199239 w 633660"/>
              <a:gd name="connsiteY19" fmla="*/ 290512 h 363702"/>
              <a:gd name="connsiteX20" fmla="*/ 232577 w 633660"/>
              <a:gd name="connsiteY20" fmla="*/ 336549 h 363702"/>
              <a:gd name="connsiteX21" fmla="*/ 278614 w 633660"/>
              <a:gd name="connsiteY21" fmla="*/ 349249 h 363702"/>
              <a:gd name="connsiteX22" fmla="*/ 323064 w 633660"/>
              <a:gd name="connsiteY22" fmla="*/ 352424 h 363702"/>
              <a:gd name="connsiteX23" fmla="*/ 381801 w 633660"/>
              <a:gd name="connsiteY23" fmla="*/ 363537 h 363702"/>
              <a:gd name="connsiteX24" fmla="*/ 396089 w 633660"/>
              <a:gd name="connsiteY24" fmla="*/ 342899 h 363702"/>
              <a:gd name="connsiteX25" fmla="*/ 442126 w 633660"/>
              <a:gd name="connsiteY25" fmla="*/ 325437 h 363702"/>
              <a:gd name="connsiteX26" fmla="*/ 459589 w 633660"/>
              <a:gd name="connsiteY26" fmla="*/ 271462 h 363702"/>
              <a:gd name="connsiteX27" fmla="*/ 419901 w 633660"/>
              <a:gd name="connsiteY27" fmla="*/ 230187 h 363702"/>
              <a:gd name="connsiteX28" fmla="*/ 345289 w 633660"/>
              <a:gd name="connsiteY28" fmla="*/ 209549 h 363702"/>
              <a:gd name="connsiteX29" fmla="*/ 338939 w 633660"/>
              <a:gd name="connsiteY29" fmla="*/ 126999 h 363702"/>
              <a:gd name="connsiteX30" fmla="*/ 356401 w 633660"/>
              <a:gd name="connsiteY30" fmla="*/ 69849 h 363702"/>
              <a:gd name="connsiteX31" fmla="*/ 383389 w 633660"/>
              <a:gd name="connsiteY31" fmla="*/ 100012 h 363702"/>
              <a:gd name="connsiteX32" fmla="*/ 453239 w 633660"/>
              <a:gd name="connsiteY32" fmla="*/ 182562 h 363702"/>
              <a:gd name="connsiteX33" fmla="*/ 448476 w 633660"/>
              <a:gd name="connsiteY33" fmla="*/ 201612 h 363702"/>
              <a:gd name="connsiteX34" fmla="*/ 494514 w 633660"/>
              <a:gd name="connsiteY34" fmla="*/ 268287 h 363702"/>
              <a:gd name="connsiteX35" fmla="*/ 538964 w 633660"/>
              <a:gd name="connsiteY35" fmla="*/ 252412 h 363702"/>
              <a:gd name="connsiteX36" fmla="*/ 594526 w 633660"/>
              <a:gd name="connsiteY36" fmla="*/ 260349 h 363702"/>
              <a:gd name="connsiteX37" fmla="*/ 632626 w 633660"/>
              <a:gd name="connsiteY37" fmla="*/ 212724 h 363702"/>
              <a:gd name="connsiteX38" fmla="*/ 621514 w 633660"/>
              <a:gd name="connsiteY38" fmla="*/ 153987 h 363702"/>
              <a:gd name="connsiteX39" fmla="*/ 607226 w 633660"/>
              <a:gd name="connsiteY39" fmla="*/ 111124 h 363702"/>
              <a:gd name="connsiteX40" fmla="*/ 562776 w 633660"/>
              <a:gd name="connsiteY40" fmla="*/ 109537 h 363702"/>
              <a:gd name="connsiteX41" fmla="*/ 510389 w 633660"/>
              <a:gd name="connsiteY41" fmla="*/ 142874 h 363702"/>
              <a:gd name="connsiteX42" fmla="*/ 497689 w 633660"/>
              <a:gd name="connsiteY42" fmla="*/ 166687 h 363702"/>
              <a:gd name="connsiteX43" fmla="*/ 383389 w 633660"/>
              <a:gd name="connsiteY43" fmla="*/ 25399 h 363702"/>
              <a:gd name="connsiteX0" fmla="*/ 305601 w 633660"/>
              <a:gd name="connsiteY0" fmla="*/ 0 h 365067"/>
              <a:gd name="connsiteX1" fmla="*/ 210352 w 633660"/>
              <a:gd name="connsiteY1" fmla="*/ 82549 h 365067"/>
              <a:gd name="connsiteX2" fmla="*/ 165901 w 633660"/>
              <a:gd name="connsiteY2" fmla="*/ 58737 h 365067"/>
              <a:gd name="connsiteX3" fmla="*/ 94464 w 633660"/>
              <a:gd name="connsiteY3" fmla="*/ 49213 h 365067"/>
              <a:gd name="connsiteX4" fmla="*/ 43664 w 633660"/>
              <a:gd name="connsiteY4" fmla="*/ 69849 h 365067"/>
              <a:gd name="connsiteX5" fmla="*/ 7151 w 633660"/>
              <a:gd name="connsiteY5" fmla="*/ 111125 h 365067"/>
              <a:gd name="connsiteX6" fmla="*/ 801 w 633660"/>
              <a:gd name="connsiteY6" fmla="*/ 179387 h 365067"/>
              <a:gd name="connsiteX7" fmla="*/ 18264 w 633660"/>
              <a:gd name="connsiteY7" fmla="*/ 222250 h 365067"/>
              <a:gd name="connsiteX8" fmla="*/ 57951 w 633660"/>
              <a:gd name="connsiteY8" fmla="*/ 266700 h 365067"/>
              <a:gd name="connsiteX9" fmla="*/ 129389 w 633660"/>
              <a:gd name="connsiteY9" fmla="*/ 274637 h 365067"/>
              <a:gd name="connsiteX10" fmla="*/ 196064 w 633660"/>
              <a:gd name="connsiteY10" fmla="*/ 242887 h 365067"/>
              <a:gd name="connsiteX11" fmla="*/ 230989 w 633660"/>
              <a:gd name="connsiteY11" fmla="*/ 173037 h 365067"/>
              <a:gd name="connsiteX12" fmla="*/ 234164 w 633660"/>
              <a:gd name="connsiteY12" fmla="*/ 111124 h 365067"/>
              <a:gd name="connsiteX13" fmla="*/ 319890 w 633660"/>
              <a:gd name="connsiteY13" fmla="*/ 30161 h 365067"/>
              <a:gd name="connsiteX14" fmla="*/ 313539 w 633660"/>
              <a:gd name="connsiteY14" fmla="*/ 87312 h 365067"/>
              <a:gd name="connsiteX15" fmla="*/ 299251 w 633660"/>
              <a:gd name="connsiteY15" fmla="*/ 161924 h 365067"/>
              <a:gd name="connsiteX16" fmla="*/ 278614 w 633660"/>
              <a:gd name="connsiteY16" fmla="*/ 187325 h 365067"/>
              <a:gd name="connsiteX17" fmla="*/ 248451 w 633660"/>
              <a:gd name="connsiteY17" fmla="*/ 187324 h 365067"/>
              <a:gd name="connsiteX18" fmla="*/ 211939 w 633660"/>
              <a:gd name="connsiteY18" fmla="*/ 250824 h 365067"/>
              <a:gd name="connsiteX19" fmla="*/ 199239 w 633660"/>
              <a:gd name="connsiteY19" fmla="*/ 290512 h 365067"/>
              <a:gd name="connsiteX20" fmla="*/ 232577 w 633660"/>
              <a:gd name="connsiteY20" fmla="*/ 336549 h 365067"/>
              <a:gd name="connsiteX21" fmla="*/ 278614 w 633660"/>
              <a:gd name="connsiteY21" fmla="*/ 349249 h 365067"/>
              <a:gd name="connsiteX22" fmla="*/ 313539 w 633660"/>
              <a:gd name="connsiteY22" fmla="*/ 361949 h 365067"/>
              <a:gd name="connsiteX23" fmla="*/ 381801 w 633660"/>
              <a:gd name="connsiteY23" fmla="*/ 363537 h 365067"/>
              <a:gd name="connsiteX24" fmla="*/ 396089 w 633660"/>
              <a:gd name="connsiteY24" fmla="*/ 342899 h 365067"/>
              <a:gd name="connsiteX25" fmla="*/ 442126 w 633660"/>
              <a:gd name="connsiteY25" fmla="*/ 325437 h 365067"/>
              <a:gd name="connsiteX26" fmla="*/ 459589 w 633660"/>
              <a:gd name="connsiteY26" fmla="*/ 271462 h 365067"/>
              <a:gd name="connsiteX27" fmla="*/ 419901 w 633660"/>
              <a:gd name="connsiteY27" fmla="*/ 230187 h 365067"/>
              <a:gd name="connsiteX28" fmla="*/ 345289 w 633660"/>
              <a:gd name="connsiteY28" fmla="*/ 209549 h 365067"/>
              <a:gd name="connsiteX29" fmla="*/ 338939 w 633660"/>
              <a:gd name="connsiteY29" fmla="*/ 126999 h 365067"/>
              <a:gd name="connsiteX30" fmla="*/ 356401 w 633660"/>
              <a:gd name="connsiteY30" fmla="*/ 69849 h 365067"/>
              <a:gd name="connsiteX31" fmla="*/ 383389 w 633660"/>
              <a:gd name="connsiteY31" fmla="*/ 100012 h 365067"/>
              <a:gd name="connsiteX32" fmla="*/ 453239 w 633660"/>
              <a:gd name="connsiteY32" fmla="*/ 182562 h 365067"/>
              <a:gd name="connsiteX33" fmla="*/ 448476 w 633660"/>
              <a:gd name="connsiteY33" fmla="*/ 201612 h 365067"/>
              <a:gd name="connsiteX34" fmla="*/ 494514 w 633660"/>
              <a:gd name="connsiteY34" fmla="*/ 268287 h 365067"/>
              <a:gd name="connsiteX35" fmla="*/ 538964 w 633660"/>
              <a:gd name="connsiteY35" fmla="*/ 252412 h 365067"/>
              <a:gd name="connsiteX36" fmla="*/ 594526 w 633660"/>
              <a:gd name="connsiteY36" fmla="*/ 260349 h 365067"/>
              <a:gd name="connsiteX37" fmla="*/ 632626 w 633660"/>
              <a:gd name="connsiteY37" fmla="*/ 212724 h 365067"/>
              <a:gd name="connsiteX38" fmla="*/ 621514 w 633660"/>
              <a:gd name="connsiteY38" fmla="*/ 153987 h 365067"/>
              <a:gd name="connsiteX39" fmla="*/ 607226 w 633660"/>
              <a:gd name="connsiteY39" fmla="*/ 111124 h 365067"/>
              <a:gd name="connsiteX40" fmla="*/ 562776 w 633660"/>
              <a:gd name="connsiteY40" fmla="*/ 109537 h 365067"/>
              <a:gd name="connsiteX41" fmla="*/ 510389 w 633660"/>
              <a:gd name="connsiteY41" fmla="*/ 142874 h 365067"/>
              <a:gd name="connsiteX42" fmla="*/ 497689 w 633660"/>
              <a:gd name="connsiteY42" fmla="*/ 166687 h 365067"/>
              <a:gd name="connsiteX43" fmla="*/ 383389 w 633660"/>
              <a:gd name="connsiteY43" fmla="*/ 25399 h 365067"/>
              <a:gd name="connsiteX0" fmla="*/ 305601 w 633660"/>
              <a:gd name="connsiteY0" fmla="*/ 0 h 366461"/>
              <a:gd name="connsiteX1" fmla="*/ 210352 w 633660"/>
              <a:gd name="connsiteY1" fmla="*/ 82549 h 366461"/>
              <a:gd name="connsiteX2" fmla="*/ 165901 w 633660"/>
              <a:gd name="connsiteY2" fmla="*/ 58737 h 366461"/>
              <a:gd name="connsiteX3" fmla="*/ 94464 w 633660"/>
              <a:gd name="connsiteY3" fmla="*/ 49213 h 366461"/>
              <a:gd name="connsiteX4" fmla="*/ 43664 w 633660"/>
              <a:gd name="connsiteY4" fmla="*/ 69849 h 366461"/>
              <a:gd name="connsiteX5" fmla="*/ 7151 w 633660"/>
              <a:gd name="connsiteY5" fmla="*/ 111125 h 366461"/>
              <a:gd name="connsiteX6" fmla="*/ 801 w 633660"/>
              <a:gd name="connsiteY6" fmla="*/ 179387 h 366461"/>
              <a:gd name="connsiteX7" fmla="*/ 18264 w 633660"/>
              <a:gd name="connsiteY7" fmla="*/ 222250 h 366461"/>
              <a:gd name="connsiteX8" fmla="*/ 57951 w 633660"/>
              <a:gd name="connsiteY8" fmla="*/ 266700 h 366461"/>
              <a:gd name="connsiteX9" fmla="*/ 129389 w 633660"/>
              <a:gd name="connsiteY9" fmla="*/ 274637 h 366461"/>
              <a:gd name="connsiteX10" fmla="*/ 196064 w 633660"/>
              <a:gd name="connsiteY10" fmla="*/ 242887 h 366461"/>
              <a:gd name="connsiteX11" fmla="*/ 230989 w 633660"/>
              <a:gd name="connsiteY11" fmla="*/ 173037 h 366461"/>
              <a:gd name="connsiteX12" fmla="*/ 234164 w 633660"/>
              <a:gd name="connsiteY12" fmla="*/ 111124 h 366461"/>
              <a:gd name="connsiteX13" fmla="*/ 319890 w 633660"/>
              <a:gd name="connsiteY13" fmla="*/ 30161 h 366461"/>
              <a:gd name="connsiteX14" fmla="*/ 313539 w 633660"/>
              <a:gd name="connsiteY14" fmla="*/ 87312 h 366461"/>
              <a:gd name="connsiteX15" fmla="*/ 299251 w 633660"/>
              <a:gd name="connsiteY15" fmla="*/ 161924 h 366461"/>
              <a:gd name="connsiteX16" fmla="*/ 278614 w 633660"/>
              <a:gd name="connsiteY16" fmla="*/ 187325 h 366461"/>
              <a:gd name="connsiteX17" fmla="*/ 248451 w 633660"/>
              <a:gd name="connsiteY17" fmla="*/ 187324 h 366461"/>
              <a:gd name="connsiteX18" fmla="*/ 211939 w 633660"/>
              <a:gd name="connsiteY18" fmla="*/ 250824 h 366461"/>
              <a:gd name="connsiteX19" fmla="*/ 199239 w 633660"/>
              <a:gd name="connsiteY19" fmla="*/ 290512 h 366461"/>
              <a:gd name="connsiteX20" fmla="*/ 232577 w 633660"/>
              <a:gd name="connsiteY20" fmla="*/ 336549 h 366461"/>
              <a:gd name="connsiteX21" fmla="*/ 272264 w 633660"/>
              <a:gd name="connsiteY21" fmla="*/ 365124 h 366461"/>
              <a:gd name="connsiteX22" fmla="*/ 313539 w 633660"/>
              <a:gd name="connsiteY22" fmla="*/ 361949 h 366461"/>
              <a:gd name="connsiteX23" fmla="*/ 381801 w 633660"/>
              <a:gd name="connsiteY23" fmla="*/ 363537 h 366461"/>
              <a:gd name="connsiteX24" fmla="*/ 396089 w 633660"/>
              <a:gd name="connsiteY24" fmla="*/ 342899 h 366461"/>
              <a:gd name="connsiteX25" fmla="*/ 442126 w 633660"/>
              <a:gd name="connsiteY25" fmla="*/ 325437 h 366461"/>
              <a:gd name="connsiteX26" fmla="*/ 459589 w 633660"/>
              <a:gd name="connsiteY26" fmla="*/ 271462 h 366461"/>
              <a:gd name="connsiteX27" fmla="*/ 419901 w 633660"/>
              <a:gd name="connsiteY27" fmla="*/ 230187 h 366461"/>
              <a:gd name="connsiteX28" fmla="*/ 345289 w 633660"/>
              <a:gd name="connsiteY28" fmla="*/ 209549 h 366461"/>
              <a:gd name="connsiteX29" fmla="*/ 338939 w 633660"/>
              <a:gd name="connsiteY29" fmla="*/ 126999 h 366461"/>
              <a:gd name="connsiteX30" fmla="*/ 356401 w 633660"/>
              <a:gd name="connsiteY30" fmla="*/ 69849 h 366461"/>
              <a:gd name="connsiteX31" fmla="*/ 383389 w 633660"/>
              <a:gd name="connsiteY31" fmla="*/ 100012 h 366461"/>
              <a:gd name="connsiteX32" fmla="*/ 453239 w 633660"/>
              <a:gd name="connsiteY32" fmla="*/ 182562 h 366461"/>
              <a:gd name="connsiteX33" fmla="*/ 448476 w 633660"/>
              <a:gd name="connsiteY33" fmla="*/ 201612 h 366461"/>
              <a:gd name="connsiteX34" fmla="*/ 494514 w 633660"/>
              <a:gd name="connsiteY34" fmla="*/ 268287 h 366461"/>
              <a:gd name="connsiteX35" fmla="*/ 538964 w 633660"/>
              <a:gd name="connsiteY35" fmla="*/ 252412 h 366461"/>
              <a:gd name="connsiteX36" fmla="*/ 594526 w 633660"/>
              <a:gd name="connsiteY36" fmla="*/ 260349 h 366461"/>
              <a:gd name="connsiteX37" fmla="*/ 632626 w 633660"/>
              <a:gd name="connsiteY37" fmla="*/ 212724 h 366461"/>
              <a:gd name="connsiteX38" fmla="*/ 621514 w 633660"/>
              <a:gd name="connsiteY38" fmla="*/ 153987 h 366461"/>
              <a:gd name="connsiteX39" fmla="*/ 607226 w 633660"/>
              <a:gd name="connsiteY39" fmla="*/ 111124 h 366461"/>
              <a:gd name="connsiteX40" fmla="*/ 562776 w 633660"/>
              <a:gd name="connsiteY40" fmla="*/ 109537 h 366461"/>
              <a:gd name="connsiteX41" fmla="*/ 510389 w 633660"/>
              <a:gd name="connsiteY41" fmla="*/ 142874 h 366461"/>
              <a:gd name="connsiteX42" fmla="*/ 497689 w 633660"/>
              <a:gd name="connsiteY42" fmla="*/ 166687 h 366461"/>
              <a:gd name="connsiteX43" fmla="*/ 383389 w 633660"/>
              <a:gd name="connsiteY43" fmla="*/ 25399 h 366461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42126 w 633660"/>
              <a:gd name="connsiteY25" fmla="*/ 325437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383388 w 633660"/>
              <a:gd name="connsiteY25" fmla="*/ 309562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3388 w 633660"/>
              <a:gd name="connsiteY27" fmla="*/ 22383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3388 w 633660"/>
              <a:gd name="connsiteY27" fmla="*/ 223837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9738 w 633660"/>
              <a:gd name="connsiteY27" fmla="*/ 214312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23077 w 633660"/>
              <a:gd name="connsiteY26" fmla="*/ 273049 h 366763"/>
              <a:gd name="connsiteX27" fmla="*/ 389738 w 633660"/>
              <a:gd name="connsiteY27" fmla="*/ 214312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430"/>
              <a:gd name="connsiteX1" fmla="*/ 210352 w 633660"/>
              <a:gd name="connsiteY1" fmla="*/ 82549 h 366430"/>
              <a:gd name="connsiteX2" fmla="*/ 165901 w 633660"/>
              <a:gd name="connsiteY2" fmla="*/ 58737 h 366430"/>
              <a:gd name="connsiteX3" fmla="*/ 94464 w 633660"/>
              <a:gd name="connsiteY3" fmla="*/ 49213 h 366430"/>
              <a:gd name="connsiteX4" fmla="*/ 43664 w 633660"/>
              <a:gd name="connsiteY4" fmla="*/ 69849 h 366430"/>
              <a:gd name="connsiteX5" fmla="*/ 7151 w 633660"/>
              <a:gd name="connsiteY5" fmla="*/ 111125 h 366430"/>
              <a:gd name="connsiteX6" fmla="*/ 801 w 633660"/>
              <a:gd name="connsiteY6" fmla="*/ 179387 h 366430"/>
              <a:gd name="connsiteX7" fmla="*/ 18264 w 633660"/>
              <a:gd name="connsiteY7" fmla="*/ 222250 h 366430"/>
              <a:gd name="connsiteX8" fmla="*/ 57951 w 633660"/>
              <a:gd name="connsiteY8" fmla="*/ 266700 h 366430"/>
              <a:gd name="connsiteX9" fmla="*/ 129389 w 633660"/>
              <a:gd name="connsiteY9" fmla="*/ 274637 h 366430"/>
              <a:gd name="connsiteX10" fmla="*/ 196064 w 633660"/>
              <a:gd name="connsiteY10" fmla="*/ 242887 h 366430"/>
              <a:gd name="connsiteX11" fmla="*/ 230989 w 633660"/>
              <a:gd name="connsiteY11" fmla="*/ 173037 h 366430"/>
              <a:gd name="connsiteX12" fmla="*/ 234164 w 633660"/>
              <a:gd name="connsiteY12" fmla="*/ 111124 h 366430"/>
              <a:gd name="connsiteX13" fmla="*/ 319890 w 633660"/>
              <a:gd name="connsiteY13" fmla="*/ 30161 h 366430"/>
              <a:gd name="connsiteX14" fmla="*/ 313539 w 633660"/>
              <a:gd name="connsiteY14" fmla="*/ 87312 h 366430"/>
              <a:gd name="connsiteX15" fmla="*/ 299251 w 633660"/>
              <a:gd name="connsiteY15" fmla="*/ 161924 h 366430"/>
              <a:gd name="connsiteX16" fmla="*/ 278614 w 633660"/>
              <a:gd name="connsiteY16" fmla="*/ 187325 h 366430"/>
              <a:gd name="connsiteX17" fmla="*/ 248451 w 633660"/>
              <a:gd name="connsiteY17" fmla="*/ 187324 h 366430"/>
              <a:gd name="connsiteX18" fmla="*/ 211939 w 633660"/>
              <a:gd name="connsiteY18" fmla="*/ 250824 h 366430"/>
              <a:gd name="connsiteX19" fmla="*/ 199239 w 633660"/>
              <a:gd name="connsiteY19" fmla="*/ 290512 h 366430"/>
              <a:gd name="connsiteX20" fmla="*/ 232577 w 633660"/>
              <a:gd name="connsiteY20" fmla="*/ 336549 h 366430"/>
              <a:gd name="connsiteX21" fmla="*/ 272264 w 633660"/>
              <a:gd name="connsiteY21" fmla="*/ 365124 h 366430"/>
              <a:gd name="connsiteX22" fmla="*/ 313539 w 633660"/>
              <a:gd name="connsiteY22" fmla="*/ 361949 h 366430"/>
              <a:gd name="connsiteX23" fmla="*/ 357988 w 633660"/>
              <a:gd name="connsiteY23" fmla="*/ 365125 h 366430"/>
              <a:gd name="connsiteX24" fmla="*/ 396089 w 633660"/>
              <a:gd name="connsiteY24" fmla="*/ 342899 h 366430"/>
              <a:gd name="connsiteX25" fmla="*/ 419901 w 633660"/>
              <a:gd name="connsiteY25" fmla="*/ 322262 h 366430"/>
              <a:gd name="connsiteX26" fmla="*/ 423077 w 633660"/>
              <a:gd name="connsiteY26" fmla="*/ 273049 h 366430"/>
              <a:gd name="connsiteX27" fmla="*/ 389738 w 633660"/>
              <a:gd name="connsiteY27" fmla="*/ 214312 h 366430"/>
              <a:gd name="connsiteX28" fmla="*/ 334176 w 633660"/>
              <a:gd name="connsiteY28" fmla="*/ 184149 h 366430"/>
              <a:gd name="connsiteX29" fmla="*/ 338939 w 633660"/>
              <a:gd name="connsiteY29" fmla="*/ 126999 h 366430"/>
              <a:gd name="connsiteX30" fmla="*/ 356401 w 633660"/>
              <a:gd name="connsiteY30" fmla="*/ 69849 h 366430"/>
              <a:gd name="connsiteX31" fmla="*/ 383389 w 633660"/>
              <a:gd name="connsiteY31" fmla="*/ 100012 h 366430"/>
              <a:gd name="connsiteX32" fmla="*/ 453239 w 633660"/>
              <a:gd name="connsiteY32" fmla="*/ 182562 h 366430"/>
              <a:gd name="connsiteX33" fmla="*/ 448476 w 633660"/>
              <a:gd name="connsiteY33" fmla="*/ 201612 h 366430"/>
              <a:gd name="connsiteX34" fmla="*/ 494514 w 633660"/>
              <a:gd name="connsiteY34" fmla="*/ 268287 h 366430"/>
              <a:gd name="connsiteX35" fmla="*/ 538964 w 633660"/>
              <a:gd name="connsiteY35" fmla="*/ 252412 h 366430"/>
              <a:gd name="connsiteX36" fmla="*/ 594526 w 633660"/>
              <a:gd name="connsiteY36" fmla="*/ 260349 h 366430"/>
              <a:gd name="connsiteX37" fmla="*/ 632626 w 633660"/>
              <a:gd name="connsiteY37" fmla="*/ 212724 h 366430"/>
              <a:gd name="connsiteX38" fmla="*/ 621514 w 633660"/>
              <a:gd name="connsiteY38" fmla="*/ 153987 h 366430"/>
              <a:gd name="connsiteX39" fmla="*/ 607226 w 633660"/>
              <a:gd name="connsiteY39" fmla="*/ 111124 h 366430"/>
              <a:gd name="connsiteX40" fmla="*/ 562776 w 633660"/>
              <a:gd name="connsiteY40" fmla="*/ 109537 h 366430"/>
              <a:gd name="connsiteX41" fmla="*/ 510389 w 633660"/>
              <a:gd name="connsiteY41" fmla="*/ 142874 h 366430"/>
              <a:gd name="connsiteX42" fmla="*/ 497689 w 633660"/>
              <a:gd name="connsiteY42" fmla="*/ 166687 h 366430"/>
              <a:gd name="connsiteX43" fmla="*/ 383389 w 633660"/>
              <a:gd name="connsiteY43" fmla="*/ 25399 h 366430"/>
              <a:gd name="connsiteX0" fmla="*/ 305601 w 633660"/>
              <a:gd name="connsiteY0" fmla="*/ 0 h 376236"/>
              <a:gd name="connsiteX1" fmla="*/ 210352 w 633660"/>
              <a:gd name="connsiteY1" fmla="*/ 82549 h 376236"/>
              <a:gd name="connsiteX2" fmla="*/ 165901 w 633660"/>
              <a:gd name="connsiteY2" fmla="*/ 58737 h 376236"/>
              <a:gd name="connsiteX3" fmla="*/ 94464 w 633660"/>
              <a:gd name="connsiteY3" fmla="*/ 49213 h 376236"/>
              <a:gd name="connsiteX4" fmla="*/ 43664 w 633660"/>
              <a:gd name="connsiteY4" fmla="*/ 69849 h 376236"/>
              <a:gd name="connsiteX5" fmla="*/ 7151 w 633660"/>
              <a:gd name="connsiteY5" fmla="*/ 111125 h 376236"/>
              <a:gd name="connsiteX6" fmla="*/ 801 w 633660"/>
              <a:gd name="connsiteY6" fmla="*/ 179387 h 376236"/>
              <a:gd name="connsiteX7" fmla="*/ 18264 w 633660"/>
              <a:gd name="connsiteY7" fmla="*/ 222250 h 376236"/>
              <a:gd name="connsiteX8" fmla="*/ 57951 w 633660"/>
              <a:gd name="connsiteY8" fmla="*/ 266700 h 376236"/>
              <a:gd name="connsiteX9" fmla="*/ 129389 w 633660"/>
              <a:gd name="connsiteY9" fmla="*/ 274637 h 376236"/>
              <a:gd name="connsiteX10" fmla="*/ 196064 w 633660"/>
              <a:gd name="connsiteY10" fmla="*/ 242887 h 376236"/>
              <a:gd name="connsiteX11" fmla="*/ 230989 w 633660"/>
              <a:gd name="connsiteY11" fmla="*/ 173037 h 376236"/>
              <a:gd name="connsiteX12" fmla="*/ 234164 w 633660"/>
              <a:gd name="connsiteY12" fmla="*/ 111124 h 376236"/>
              <a:gd name="connsiteX13" fmla="*/ 319890 w 633660"/>
              <a:gd name="connsiteY13" fmla="*/ 30161 h 376236"/>
              <a:gd name="connsiteX14" fmla="*/ 313539 w 633660"/>
              <a:gd name="connsiteY14" fmla="*/ 87312 h 376236"/>
              <a:gd name="connsiteX15" fmla="*/ 299251 w 633660"/>
              <a:gd name="connsiteY15" fmla="*/ 161924 h 376236"/>
              <a:gd name="connsiteX16" fmla="*/ 278614 w 633660"/>
              <a:gd name="connsiteY16" fmla="*/ 187325 h 376236"/>
              <a:gd name="connsiteX17" fmla="*/ 248451 w 633660"/>
              <a:gd name="connsiteY17" fmla="*/ 187324 h 376236"/>
              <a:gd name="connsiteX18" fmla="*/ 211939 w 633660"/>
              <a:gd name="connsiteY18" fmla="*/ 250824 h 376236"/>
              <a:gd name="connsiteX19" fmla="*/ 199239 w 633660"/>
              <a:gd name="connsiteY19" fmla="*/ 290512 h 376236"/>
              <a:gd name="connsiteX20" fmla="*/ 232577 w 633660"/>
              <a:gd name="connsiteY20" fmla="*/ 336549 h 376236"/>
              <a:gd name="connsiteX21" fmla="*/ 272264 w 633660"/>
              <a:gd name="connsiteY21" fmla="*/ 365124 h 376236"/>
              <a:gd name="connsiteX22" fmla="*/ 310364 w 633660"/>
              <a:gd name="connsiteY22" fmla="*/ 376236 h 376236"/>
              <a:gd name="connsiteX23" fmla="*/ 357988 w 633660"/>
              <a:gd name="connsiteY23" fmla="*/ 365125 h 376236"/>
              <a:gd name="connsiteX24" fmla="*/ 396089 w 633660"/>
              <a:gd name="connsiteY24" fmla="*/ 342899 h 376236"/>
              <a:gd name="connsiteX25" fmla="*/ 419901 w 633660"/>
              <a:gd name="connsiteY25" fmla="*/ 322262 h 376236"/>
              <a:gd name="connsiteX26" fmla="*/ 423077 w 633660"/>
              <a:gd name="connsiteY26" fmla="*/ 273049 h 376236"/>
              <a:gd name="connsiteX27" fmla="*/ 389738 w 633660"/>
              <a:gd name="connsiteY27" fmla="*/ 214312 h 376236"/>
              <a:gd name="connsiteX28" fmla="*/ 334176 w 633660"/>
              <a:gd name="connsiteY28" fmla="*/ 184149 h 376236"/>
              <a:gd name="connsiteX29" fmla="*/ 338939 w 633660"/>
              <a:gd name="connsiteY29" fmla="*/ 126999 h 376236"/>
              <a:gd name="connsiteX30" fmla="*/ 356401 w 633660"/>
              <a:gd name="connsiteY30" fmla="*/ 69849 h 376236"/>
              <a:gd name="connsiteX31" fmla="*/ 383389 w 633660"/>
              <a:gd name="connsiteY31" fmla="*/ 100012 h 376236"/>
              <a:gd name="connsiteX32" fmla="*/ 453239 w 633660"/>
              <a:gd name="connsiteY32" fmla="*/ 182562 h 376236"/>
              <a:gd name="connsiteX33" fmla="*/ 448476 w 633660"/>
              <a:gd name="connsiteY33" fmla="*/ 201612 h 376236"/>
              <a:gd name="connsiteX34" fmla="*/ 494514 w 633660"/>
              <a:gd name="connsiteY34" fmla="*/ 268287 h 376236"/>
              <a:gd name="connsiteX35" fmla="*/ 538964 w 633660"/>
              <a:gd name="connsiteY35" fmla="*/ 252412 h 376236"/>
              <a:gd name="connsiteX36" fmla="*/ 594526 w 633660"/>
              <a:gd name="connsiteY36" fmla="*/ 260349 h 376236"/>
              <a:gd name="connsiteX37" fmla="*/ 632626 w 633660"/>
              <a:gd name="connsiteY37" fmla="*/ 212724 h 376236"/>
              <a:gd name="connsiteX38" fmla="*/ 621514 w 633660"/>
              <a:gd name="connsiteY38" fmla="*/ 153987 h 376236"/>
              <a:gd name="connsiteX39" fmla="*/ 607226 w 633660"/>
              <a:gd name="connsiteY39" fmla="*/ 111124 h 376236"/>
              <a:gd name="connsiteX40" fmla="*/ 562776 w 633660"/>
              <a:gd name="connsiteY40" fmla="*/ 109537 h 376236"/>
              <a:gd name="connsiteX41" fmla="*/ 510389 w 633660"/>
              <a:gd name="connsiteY41" fmla="*/ 142874 h 376236"/>
              <a:gd name="connsiteX42" fmla="*/ 497689 w 633660"/>
              <a:gd name="connsiteY42" fmla="*/ 166687 h 376236"/>
              <a:gd name="connsiteX43" fmla="*/ 383389 w 633660"/>
              <a:gd name="connsiteY43" fmla="*/ 25399 h 376236"/>
              <a:gd name="connsiteX0" fmla="*/ 305601 w 633660"/>
              <a:gd name="connsiteY0" fmla="*/ 0 h 377638"/>
              <a:gd name="connsiteX1" fmla="*/ 210352 w 633660"/>
              <a:gd name="connsiteY1" fmla="*/ 82549 h 377638"/>
              <a:gd name="connsiteX2" fmla="*/ 165901 w 633660"/>
              <a:gd name="connsiteY2" fmla="*/ 58737 h 377638"/>
              <a:gd name="connsiteX3" fmla="*/ 94464 w 633660"/>
              <a:gd name="connsiteY3" fmla="*/ 49213 h 377638"/>
              <a:gd name="connsiteX4" fmla="*/ 43664 w 633660"/>
              <a:gd name="connsiteY4" fmla="*/ 69849 h 377638"/>
              <a:gd name="connsiteX5" fmla="*/ 7151 w 633660"/>
              <a:gd name="connsiteY5" fmla="*/ 111125 h 377638"/>
              <a:gd name="connsiteX6" fmla="*/ 801 w 633660"/>
              <a:gd name="connsiteY6" fmla="*/ 179387 h 377638"/>
              <a:gd name="connsiteX7" fmla="*/ 18264 w 633660"/>
              <a:gd name="connsiteY7" fmla="*/ 222250 h 377638"/>
              <a:gd name="connsiteX8" fmla="*/ 57951 w 633660"/>
              <a:gd name="connsiteY8" fmla="*/ 266700 h 377638"/>
              <a:gd name="connsiteX9" fmla="*/ 129389 w 633660"/>
              <a:gd name="connsiteY9" fmla="*/ 274637 h 377638"/>
              <a:gd name="connsiteX10" fmla="*/ 196064 w 633660"/>
              <a:gd name="connsiteY10" fmla="*/ 242887 h 377638"/>
              <a:gd name="connsiteX11" fmla="*/ 230989 w 633660"/>
              <a:gd name="connsiteY11" fmla="*/ 173037 h 377638"/>
              <a:gd name="connsiteX12" fmla="*/ 234164 w 633660"/>
              <a:gd name="connsiteY12" fmla="*/ 111124 h 377638"/>
              <a:gd name="connsiteX13" fmla="*/ 319890 w 633660"/>
              <a:gd name="connsiteY13" fmla="*/ 30161 h 377638"/>
              <a:gd name="connsiteX14" fmla="*/ 313539 w 633660"/>
              <a:gd name="connsiteY14" fmla="*/ 87312 h 377638"/>
              <a:gd name="connsiteX15" fmla="*/ 299251 w 633660"/>
              <a:gd name="connsiteY15" fmla="*/ 161924 h 377638"/>
              <a:gd name="connsiteX16" fmla="*/ 278614 w 633660"/>
              <a:gd name="connsiteY16" fmla="*/ 187325 h 377638"/>
              <a:gd name="connsiteX17" fmla="*/ 248451 w 633660"/>
              <a:gd name="connsiteY17" fmla="*/ 187324 h 377638"/>
              <a:gd name="connsiteX18" fmla="*/ 211939 w 633660"/>
              <a:gd name="connsiteY18" fmla="*/ 250824 h 377638"/>
              <a:gd name="connsiteX19" fmla="*/ 199239 w 633660"/>
              <a:gd name="connsiteY19" fmla="*/ 290512 h 377638"/>
              <a:gd name="connsiteX20" fmla="*/ 232577 w 633660"/>
              <a:gd name="connsiteY20" fmla="*/ 336549 h 377638"/>
              <a:gd name="connsiteX21" fmla="*/ 261151 w 633660"/>
              <a:gd name="connsiteY21" fmla="*/ 373061 h 377638"/>
              <a:gd name="connsiteX22" fmla="*/ 310364 w 633660"/>
              <a:gd name="connsiteY22" fmla="*/ 376236 h 377638"/>
              <a:gd name="connsiteX23" fmla="*/ 357988 w 633660"/>
              <a:gd name="connsiteY23" fmla="*/ 365125 h 377638"/>
              <a:gd name="connsiteX24" fmla="*/ 396089 w 633660"/>
              <a:gd name="connsiteY24" fmla="*/ 342899 h 377638"/>
              <a:gd name="connsiteX25" fmla="*/ 419901 w 633660"/>
              <a:gd name="connsiteY25" fmla="*/ 322262 h 377638"/>
              <a:gd name="connsiteX26" fmla="*/ 423077 w 633660"/>
              <a:gd name="connsiteY26" fmla="*/ 273049 h 377638"/>
              <a:gd name="connsiteX27" fmla="*/ 389738 w 633660"/>
              <a:gd name="connsiteY27" fmla="*/ 214312 h 377638"/>
              <a:gd name="connsiteX28" fmla="*/ 334176 w 633660"/>
              <a:gd name="connsiteY28" fmla="*/ 184149 h 377638"/>
              <a:gd name="connsiteX29" fmla="*/ 338939 w 633660"/>
              <a:gd name="connsiteY29" fmla="*/ 126999 h 377638"/>
              <a:gd name="connsiteX30" fmla="*/ 356401 w 633660"/>
              <a:gd name="connsiteY30" fmla="*/ 69849 h 377638"/>
              <a:gd name="connsiteX31" fmla="*/ 383389 w 633660"/>
              <a:gd name="connsiteY31" fmla="*/ 100012 h 377638"/>
              <a:gd name="connsiteX32" fmla="*/ 453239 w 633660"/>
              <a:gd name="connsiteY32" fmla="*/ 182562 h 377638"/>
              <a:gd name="connsiteX33" fmla="*/ 448476 w 633660"/>
              <a:gd name="connsiteY33" fmla="*/ 201612 h 377638"/>
              <a:gd name="connsiteX34" fmla="*/ 494514 w 633660"/>
              <a:gd name="connsiteY34" fmla="*/ 268287 h 377638"/>
              <a:gd name="connsiteX35" fmla="*/ 538964 w 633660"/>
              <a:gd name="connsiteY35" fmla="*/ 252412 h 377638"/>
              <a:gd name="connsiteX36" fmla="*/ 594526 w 633660"/>
              <a:gd name="connsiteY36" fmla="*/ 260349 h 377638"/>
              <a:gd name="connsiteX37" fmla="*/ 632626 w 633660"/>
              <a:gd name="connsiteY37" fmla="*/ 212724 h 377638"/>
              <a:gd name="connsiteX38" fmla="*/ 621514 w 633660"/>
              <a:gd name="connsiteY38" fmla="*/ 153987 h 377638"/>
              <a:gd name="connsiteX39" fmla="*/ 607226 w 633660"/>
              <a:gd name="connsiteY39" fmla="*/ 111124 h 377638"/>
              <a:gd name="connsiteX40" fmla="*/ 562776 w 633660"/>
              <a:gd name="connsiteY40" fmla="*/ 109537 h 377638"/>
              <a:gd name="connsiteX41" fmla="*/ 510389 w 633660"/>
              <a:gd name="connsiteY41" fmla="*/ 142874 h 377638"/>
              <a:gd name="connsiteX42" fmla="*/ 497689 w 633660"/>
              <a:gd name="connsiteY42" fmla="*/ 166687 h 377638"/>
              <a:gd name="connsiteX43" fmla="*/ 383389 w 633660"/>
              <a:gd name="connsiteY43" fmla="*/ 25399 h 377638"/>
              <a:gd name="connsiteX0" fmla="*/ 305601 w 633660"/>
              <a:gd name="connsiteY0" fmla="*/ 0 h 377638"/>
              <a:gd name="connsiteX1" fmla="*/ 210352 w 633660"/>
              <a:gd name="connsiteY1" fmla="*/ 82549 h 377638"/>
              <a:gd name="connsiteX2" fmla="*/ 165901 w 633660"/>
              <a:gd name="connsiteY2" fmla="*/ 58737 h 377638"/>
              <a:gd name="connsiteX3" fmla="*/ 94464 w 633660"/>
              <a:gd name="connsiteY3" fmla="*/ 49213 h 377638"/>
              <a:gd name="connsiteX4" fmla="*/ 43664 w 633660"/>
              <a:gd name="connsiteY4" fmla="*/ 69849 h 377638"/>
              <a:gd name="connsiteX5" fmla="*/ 7151 w 633660"/>
              <a:gd name="connsiteY5" fmla="*/ 111125 h 377638"/>
              <a:gd name="connsiteX6" fmla="*/ 801 w 633660"/>
              <a:gd name="connsiteY6" fmla="*/ 179387 h 377638"/>
              <a:gd name="connsiteX7" fmla="*/ 18264 w 633660"/>
              <a:gd name="connsiteY7" fmla="*/ 222250 h 377638"/>
              <a:gd name="connsiteX8" fmla="*/ 57951 w 633660"/>
              <a:gd name="connsiteY8" fmla="*/ 266700 h 377638"/>
              <a:gd name="connsiteX9" fmla="*/ 129389 w 633660"/>
              <a:gd name="connsiteY9" fmla="*/ 274637 h 377638"/>
              <a:gd name="connsiteX10" fmla="*/ 196064 w 633660"/>
              <a:gd name="connsiteY10" fmla="*/ 242887 h 377638"/>
              <a:gd name="connsiteX11" fmla="*/ 230989 w 633660"/>
              <a:gd name="connsiteY11" fmla="*/ 173037 h 377638"/>
              <a:gd name="connsiteX12" fmla="*/ 234164 w 633660"/>
              <a:gd name="connsiteY12" fmla="*/ 111124 h 377638"/>
              <a:gd name="connsiteX13" fmla="*/ 319890 w 633660"/>
              <a:gd name="connsiteY13" fmla="*/ 30161 h 377638"/>
              <a:gd name="connsiteX14" fmla="*/ 313539 w 633660"/>
              <a:gd name="connsiteY14" fmla="*/ 87312 h 377638"/>
              <a:gd name="connsiteX15" fmla="*/ 299251 w 633660"/>
              <a:gd name="connsiteY15" fmla="*/ 161924 h 377638"/>
              <a:gd name="connsiteX16" fmla="*/ 278614 w 633660"/>
              <a:gd name="connsiteY16" fmla="*/ 187325 h 377638"/>
              <a:gd name="connsiteX17" fmla="*/ 248451 w 633660"/>
              <a:gd name="connsiteY17" fmla="*/ 187324 h 377638"/>
              <a:gd name="connsiteX18" fmla="*/ 211939 w 633660"/>
              <a:gd name="connsiteY18" fmla="*/ 250824 h 377638"/>
              <a:gd name="connsiteX19" fmla="*/ 199239 w 633660"/>
              <a:gd name="connsiteY19" fmla="*/ 290512 h 377638"/>
              <a:gd name="connsiteX20" fmla="*/ 226227 w 633660"/>
              <a:gd name="connsiteY20" fmla="*/ 336549 h 377638"/>
              <a:gd name="connsiteX21" fmla="*/ 261151 w 633660"/>
              <a:gd name="connsiteY21" fmla="*/ 373061 h 377638"/>
              <a:gd name="connsiteX22" fmla="*/ 310364 w 633660"/>
              <a:gd name="connsiteY22" fmla="*/ 376236 h 377638"/>
              <a:gd name="connsiteX23" fmla="*/ 357988 w 633660"/>
              <a:gd name="connsiteY23" fmla="*/ 365125 h 377638"/>
              <a:gd name="connsiteX24" fmla="*/ 396089 w 633660"/>
              <a:gd name="connsiteY24" fmla="*/ 342899 h 377638"/>
              <a:gd name="connsiteX25" fmla="*/ 419901 w 633660"/>
              <a:gd name="connsiteY25" fmla="*/ 322262 h 377638"/>
              <a:gd name="connsiteX26" fmla="*/ 423077 w 633660"/>
              <a:gd name="connsiteY26" fmla="*/ 273049 h 377638"/>
              <a:gd name="connsiteX27" fmla="*/ 389738 w 633660"/>
              <a:gd name="connsiteY27" fmla="*/ 214312 h 377638"/>
              <a:gd name="connsiteX28" fmla="*/ 334176 w 633660"/>
              <a:gd name="connsiteY28" fmla="*/ 184149 h 377638"/>
              <a:gd name="connsiteX29" fmla="*/ 338939 w 633660"/>
              <a:gd name="connsiteY29" fmla="*/ 126999 h 377638"/>
              <a:gd name="connsiteX30" fmla="*/ 356401 w 633660"/>
              <a:gd name="connsiteY30" fmla="*/ 69849 h 377638"/>
              <a:gd name="connsiteX31" fmla="*/ 383389 w 633660"/>
              <a:gd name="connsiteY31" fmla="*/ 100012 h 377638"/>
              <a:gd name="connsiteX32" fmla="*/ 453239 w 633660"/>
              <a:gd name="connsiteY32" fmla="*/ 182562 h 377638"/>
              <a:gd name="connsiteX33" fmla="*/ 448476 w 633660"/>
              <a:gd name="connsiteY33" fmla="*/ 201612 h 377638"/>
              <a:gd name="connsiteX34" fmla="*/ 494514 w 633660"/>
              <a:gd name="connsiteY34" fmla="*/ 268287 h 377638"/>
              <a:gd name="connsiteX35" fmla="*/ 538964 w 633660"/>
              <a:gd name="connsiteY35" fmla="*/ 252412 h 377638"/>
              <a:gd name="connsiteX36" fmla="*/ 594526 w 633660"/>
              <a:gd name="connsiteY36" fmla="*/ 260349 h 377638"/>
              <a:gd name="connsiteX37" fmla="*/ 632626 w 633660"/>
              <a:gd name="connsiteY37" fmla="*/ 212724 h 377638"/>
              <a:gd name="connsiteX38" fmla="*/ 621514 w 633660"/>
              <a:gd name="connsiteY38" fmla="*/ 153987 h 377638"/>
              <a:gd name="connsiteX39" fmla="*/ 607226 w 633660"/>
              <a:gd name="connsiteY39" fmla="*/ 111124 h 377638"/>
              <a:gd name="connsiteX40" fmla="*/ 562776 w 633660"/>
              <a:gd name="connsiteY40" fmla="*/ 109537 h 377638"/>
              <a:gd name="connsiteX41" fmla="*/ 510389 w 633660"/>
              <a:gd name="connsiteY41" fmla="*/ 142874 h 377638"/>
              <a:gd name="connsiteX42" fmla="*/ 497689 w 633660"/>
              <a:gd name="connsiteY42" fmla="*/ 166687 h 377638"/>
              <a:gd name="connsiteX43" fmla="*/ 383389 w 633660"/>
              <a:gd name="connsiteY43" fmla="*/ 25399 h 377638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78614 w 633660"/>
              <a:gd name="connsiteY16" fmla="*/ 187325 h 377459"/>
              <a:gd name="connsiteX17" fmla="*/ 248451 w 633660"/>
              <a:gd name="connsiteY17" fmla="*/ 187324 h 377459"/>
              <a:gd name="connsiteX18" fmla="*/ 211939 w 633660"/>
              <a:gd name="connsiteY18" fmla="*/ 250824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78614 w 633660"/>
              <a:gd name="connsiteY16" fmla="*/ 1873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0838 w 633660"/>
              <a:gd name="connsiteY15" fmla="*/ 144462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05614 w 633660"/>
              <a:gd name="connsiteY25" fmla="*/ 325437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83389 w 633660"/>
              <a:gd name="connsiteY24" fmla="*/ 355599 h 377459"/>
              <a:gd name="connsiteX25" fmla="*/ 405614 w 633660"/>
              <a:gd name="connsiteY25" fmla="*/ 325437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6832"/>
              <a:gd name="connsiteX1" fmla="*/ 210352 w 633660"/>
              <a:gd name="connsiteY1" fmla="*/ 82549 h 376832"/>
              <a:gd name="connsiteX2" fmla="*/ 165901 w 633660"/>
              <a:gd name="connsiteY2" fmla="*/ 58737 h 376832"/>
              <a:gd name="connsiteX3" fmla="*/ 94464 w 633660"/>
              <a:gd name="connsiteY3" fmla="*/ 49213 h 376832"/>
              <a:gd name="connsiteX4" fmla="*/ 43664 w 633660"/>
              <a:gd name="connsiteY4" fmla="*/ 69849 h 376832"/>
              <a:gd name="connsiteX5" fmla="*/ 7151 w 633660"/>
              <a:gd name="connsiteY5" fmla="*/ 111125 h 376832"/>
              <a:gd name="connsiteX6" fmla="*/ 801 w 633660"/>
              <a:gd name="connsiteY6" fmla="*/ 179387 h 376832"/>
              <a:gd name="connsiteX7" fmla="*/ 18264 w 633660"/>
              <a:gd name="connsiteY7" fmla="*/ 222250 h 376832"/>
              <a:gd name="connsiteX8" fmla="*/ 57951 w 633660"/>
              <a:gd name="connsiteY8" fmla="*/ 266700 h 376832"/>
              <a:gd name="connsiteX9" fmla="*/ 129389 w 633660"/>
              <a:gd name="connsiteY9" fmla="*/ 274637 h 376832"/>
              <a:gd name="connsiteX10" fmla="*/ 196064 w 633660"/>
              <a:gd name="connsiteY10" fmla="*/ 242887 h 376832"/>
              <a:gd name="connsiteX11" fmla="*/ 230989 w 633660"/>
              <a:gd name="connsiteY11" fmla="*/ 173037 h 376832"/>
              <a:gd name="connsiteX12" fmla="*/ 234164 w 633660"/>
              <a:gd name="connsiteY12" fmla="*/ 111124 h 376832"/>
              <a:gd name="connsiteX13" fmla="*/ 319890 w 633660"/>
              <a:gd name="connsiteY13" fmla="*/ 30161 h 376832"/>
              <a:gd name="connsiteX14" fmla="*/ 313539 w 633660"/>
              <a:gd name="connsiteY14" fmla="*/ 87312 h 376832"/>
              <a:gd name="connsiteX15" fmla="*/ 307188 w 633660"/>
              <a:gd name="connsiteY15" fmla="*/ 128587 h 376832"/>
              <a:gd name="connsiteX16" fmla="*/ 296077 w 633660"/>
              <a:gd name="connsiteY16" fmla="*/ 174625 h 376832"/>
              <a:gd name="connsiteX17" fmla="*/ 248451 w 633660"/>
              <a:gd name="connsiteY17" fmla="*/ 187324 h 376832"/>
              <a:gd name="connsiteX18" fmla="*/ 211939 w 633660"/>
              <a:gd name="connsiteY18" fmla="*/ 234949 h 376832"/>
              <a:gd name="connsiteX19" fmla="*/ 199239 w 633660"/>
              <a:gd name="connsiteY19" fmla="*/ 290512 h 376832"/>
              <a:gd name="connsiteX20" fmla="*/ 216702 w 633660"/>
              <a:gd name="connsiteY20" fmla="*/ 339724 h 376832"/>
              <a:gd name="connsiteX21" fmla="*/ 261151 w 633660"/>
              <a:gd name="connsiteY21" fmla="*/ 373061 h 376832"/>
              <a:gd name="connsiteX22" fmla="*/ 310364 w 633660"/>
              <a:gd name="connsiteY22" fmla="*/ 376236 h 376832"/>
              <a:gd name="connsiteX23" fmla="*/ 362751 w 633660"/>
              <a:gd name="connsiteY23" fmla="*/ 374650 h 376832"/>
              <a:gd name="connsiteX24" fmla="*/ 383389 w 633660"/>
              <a:gd name="connsiteY24" fmla="*/ 355599 h 376832"/>
              <a:gd name="connsiteX25" fmla="*/ 405614 w 633660"/>
              <a:gd name="connsiteY25" fmla="*/ 325437 h 376832"/>
              <a:gd name="connsiteX26" fmla="*/ 415139 w 633660"/>
              <a:gd name="connsiteY26" fmla="*/ 273049 h 376832"/>
              <a:gd name="connsiteX27" fmla="*/ 389738 w 633660"/>
              <a:gd name="connsiteY27" fmla="*/ 214312 h 376832"/>
              <a:gd name="connsiteX28" fmla="*/ 334176 w 633660"/>
              <a:gd name="connsiteY28" fmla="*/ 188912 h 376832"/>
              <a:gd name="connsiteX29" fmla="*/ 338939 w 633660"/>
              <a:gd name="connsiteY29" fmla="*/ 126999 h 376832"/>
              <a:gd name="connsiteX30" fmla="*/ 356401 w 633660"/>
              <a:gd name="connsiteY30" fmla="*/ 69849 h 376832"/>
              <a:gd name="connsiteX31" fmla="*/ 383389 w 633660"/>
              <a:gd name="connsiteY31" fmla="*/ 100012 h 376832"/>
              <a:gd name="connsiteX32" fmla="*/ 453239 w 633660"/>
              <a:gd name="connsiteY32" fmla="*/ 182562 h 376832"/>
              <a:gd name="connsiteX33" fmla="*/ 448476 w 633660"/>
              <a:gd name="connsiteY33" fmla="*/ 201612 h 376832"/>
              <a:gd name="connsiteX34" fmla="*/ 494514 w 633660"/>
              <a:gd name="connsiteY34" fmla="*/ 268287 h 376832"/>
              <a:gd name="connsiteX35" fmla="*/ 538964 w 633660"/>
              <a:gd name="connsiteY35" fmla="*/ 252412 h 376832"/>
              <a:gd name="connsiteX36" fmla="*/ 594526 w 633660"/>
              <a:gd name="connsiteY36" fmla="*/ 260349 h 376832"/>
              <a:gd name="connsiteX37" fmla="*/ 632626 w 633660"/>
              <a:gd name="connsiteY37" fmla="*/ 212724 h 376832"/>
              <a:gd name="connsiteX38" fmla="*/ 621514 w 633660"/>
              <a:gd name="connsiteY38" fmla="*/ 153987 h 376832"/>
              <a:gd name="connsiteX39" fmla="*/ 607226 w 633660"/>
              <a:gd name="connsiteY39" fmla="*/ 111124 h 376832"/>
              <a:gd name="connsiteX40" fmla="*/ 562776 w 633660"/>
              <a:gd name="connsiteY40" fmla="*/ 109537 h 376832"/>
              <a:gd name="connsiteX41" fmla="*/ 510389 w 633660"/>
              <a:gd name="connsiteY41" fmla="*/ 142874 h 376832"/>
              <a:gd name="connsiteX42" fmla="*/ 497689 w 633660"/>
              <a:gd name="connsiteY42" fmla="*/ 166687 h 376832"/>
              <a:gd name="connsiteX43" fmla="*/ 383389 w 633660"/>
              <a:gd name="connsiteY43" fmla="*/ 25399 h 376832"/>
              <a:gd name="connsiteX0" fmla="*/ 305601 w 633660"/>
              <a:gd name="connsiteY0" fmla="*/ 0 h 376831"/>
              <a:gd name="connsiteX1" fmla="*/ 210352 w 633660"/>
              <a:gd name="connsiteY1" fmla="*/ 82549 h 376831"/>
              <a:gd name="connsiteX2" fmla="*/ 165901 w 633660"/>
              <a:gd name="connsiteY2" fmla="*/ 58737 h 376831"/>
              <a:gd name="connsiteX3" fmla="*/ 94464 w 633660"/>
              <a:gd name="connsiteY3" fmla="*/ 49213 h 376831"/>
              <a:gd name="connsiteX4" fmla="*/ 43664 w 633660"/>
              <a:gd name="connsiteY4" fmla="*/ 69849 h 376831"/>
              <a:gd name="connsiteX5" fmla="*/ 7151 w 633660"/>
              <a:gd name="connsiteY5" fmla="*/ 111125 h 376831"/>
              <a:gd name="connsiteX6" fmla="*/ 801 w 633660"/>
              <a:gd name="connsiteY6" fmla="*/ 179387 h 376831"/>
              <a:gd name="connsiteX7" fmla="*/ 18264 w 633660"/>
              <a:gd name="connsiteY7" fmla="*/ 222250 h 376831"/>
              <a:gd name="connsiteX8" fmla="*/ 57951 w 633660"/>
              <a:gd name="connsiteY8" fmla="*/ 266700 h 376831"/>
              <a:gd name="connsiteX9" fmla="*/ 129389 w 633660"/>
              <a:gd name="connsiteY9" fmla="*/ 274637 h 376831"/>
              <a:gd name="connsiteX10" fmla="*/ 196064 w 633660"/>
              <a:gd name="connsiteY10" fmla="*/ 242887 h 376831"/>
              <a:gd name="connsiteX11" fmla="*/ 230989 w 633660"/>
              <a:gd name="connsiteY11" fmla="*/ 173037 h 376831"/>
              <a:gd name="connsiteX12" fmla="*/ 234164 w 633660"/>
              <a:gd name="connsiteY12" fmla="*/ 111124 h 376831"/>
              <a:gd name="connsiteX13" fmla="*/ 319890 w 633660"/>
              <a:gd name="connsiteY13" fmla="*/ 30161 h 376831"/>
              <a:gd name="connsiteX14" fmla="*/ 313539 w 633660"/>
              <a:gd name="connsiteY14" fmla="*/ 87312 h 376831"/>
              <a:gd name="connsiteX15" fmla="*/ 307188 w 633660"/>
              <a:gd name="connsiteY15" fmla="*/ 128587 h 376831"/>
              <a:gd name="connsiteX16" fmla="*/ 296077 w 633660"/>
              <a:gd name="connsiteY16" fmla="*/ 174625 h 376831"/>
              <a:gd name="connsiteX17" fmla="*/ 248451 w 633660"/>
              <a:gd name="connsiteY17" fmla="*/ 187324 h 376831"/>
              <a:gd name="connsiteX18" fmla="*/ 211939 w 633660"/>
              <a:gd name="connsiteY18" fmla="*/ 234949 h 376831"/>
              <a:gd name="connsiteX19" fmla="*/ 199239 w 633660"/>
              <a:gd name="connsiteY19" fmla="*/ 290512 h 376831"/>
              <a:gd name="connsiteX20" fmla="*/ 216702 w 633660"/>
              <a:gd name="connsiteY20" fmla="*/ 339724 h 376831"/>
              <a:gd name="connsiteX21" fmla="*/ 261151 w 633660"/>
              <a:gd name="connsiteY21" fmla="*/ 373061 h 376831"/>
              <a:gd name="connsiteX22" fmla="*/ 310364 w 633660"/>
              <a:gd name="connsiteY22" fmla="*/ 376236 h 376831"/>
              <a:gd name="connsiteX23" fmla="*/ 362751 w 633660"/>
              <a:gd name="connsiteY23" fmla="*/ 374650 h 376831"/>
              <a:gd name="connsiteX24" fmla="*/ 388152 w 633660"/>
              <a:gd name="connsiteY24" fmla="*/ 358774 h 376831"/>
              <a:gd name="connsiteX25" fmla="*/ 405614 w 633660"/>
              <a:gd name="connsiteY25" fmla="*/ 325437 h 376831"/>
              <a:gd name="connsiteX26" fmla="*/ 415139 w 633660"/>
              <a:gd name="connsiteY26" fmla="*/ 273049 h 376831"/>
              <a:gd name="connsiteX27" fmla="*/ 389738 w 633660"/>
              <a:gd name="connsiteY27" fmla="*/ 214312 h 376831"/>
              <a:gd name="connsiteX28" fmla="*/ 334176 w 633660"/>
              <a:gd name="connsiteY28" fmla="*/ 188912 h 376831"/>
              <a:gd name="connsiteX29" fmla="*/ 338939 w 633660"/>
              <a:gd name="connsiteY29" fmla="*/ 126999 h 376831"/>
              <a:gd name="connsiteX30" fmla="*/ 356401 w 633660"/>
              <a:gd name="connsiteY30" fmla="*/ 69849 h 376831"/>
              <a:gd name="connsiteX31" fmla="*/ 383389 w 633660"/>
              <a:gd name="connsiteY31" fmla="*/ 100012 h 376831"/>
              <a:gd name="connsiteX32" fmla="*/ 453239 w 633660"/>
              <a:gd name="connsiteY32" fmla="*/ 182562 h 376831"/>
              <a:gd name="connsiteX33" fmla="*/ 448476 w 633660"/>
              <a:gd name="connsiteY33" fmla="*/ 201612 h 376831"/>
              <a:gd name="connsiteX34" fmla="*/ 494514 w 633660"/>
              <a:gd name="connsiteY34" fmla="*/ 268287 h 376831"/>
              <a:gd name="connsiteX35" fmla="*/ 538964 w 633660"/>
              <a:gd name="connsiteY35" fmla="*/ 252412 h 376831"/>
              <a:gd name="connsiteX36" fmla="*/ 594526 w 633660"/>
              <a:gd name="connsiteY36" fmla="*/ 260349 h 376831"/>
              <a:gd name="connsiteX37" fmla="*/ 632626 w 633660"/>
              <a:gd name="connsiteY37" fmla="*/ 212724 h 376831"/>
              <a:gd name="connsiteX38" fmla="*/ 621514 w 633660"/>
              <a:gd name="connsiteY38" fmla="*/ 153987 h 376831"/>
              <a:gd name="connsiteX39" fmla="*/ 607226 w 633660"/>
              <a:gd name="connsiteY39" fmla="*/ 111124 h 376831"/>
              <a:gd name="connsiteX40" fmla="*/ 562776 w 633660"/>
              <a:gd name="connsiteY40" fmla="*/ 109537 h 376831"/>
              <a:gd name="connsiteX41" fmla="*/ 510389 w 633660"/>
              <a:gd name="connsiteY41" fmla="*/ 142874 h 376831"/>
              <a:gd name="connsiteX42" fmla="*/ 497689 w 633660"/>
              <a:gd name="connsiteY42" fmla="*/ 166687 h 376831"/>
              <a:gd name="connsiteX43" fmla="*/ 383389 w 633660"/>
              <a:gd name="connsiteY43" fmla="*/ 25399 h 376831"/>
              <a:gd name="connsiteX0" fmla="*/ 305601 w 633660"/>
              <a:gd name="connsiteY0" fmla="*/ 0 h 385768"/>
              <a:gd name="connsiteX1" fmla="*/ 210352 w 633660"/>
              <a:gd name="connsiteY1" fmla="*/ 82549 h 385768"/>
              <a:gd name="connsiteX2" fmla="*/ 165901 w 633660"/>
              <a:gd name="connsiteY2" fmla="*/ 58737 h 385768"/>
              <a:gd name="connsiteX3" fmla="*/ 94464 w 633660"/>
              <a:gd name="connsiteY3" fmla="*/ 49213 h 385768"/>
              <a:gd name="connsiteX4" fmla="*/ 43664 w 633660"/>
              <a:gd name="connsiteY4" fmla="*/ 69849 h 385768"/>
              <a:gd name="connsiteX5" fmla="*/ 7151 w 633660"/>
              <a:gd name="connsiteY5" fmla="*/ 111125 h 385768"/>
              <a:gd name="connsiteX6" fmla="*/ 801 w 633660"/>
              <a:gd name="connsiteY6" fmla="*/ 179387 h 385768"/>
              <a:gd name="connsiteX7" fmla="*/ 18264 w 633660"/>
              <a:gd name="connsiteY7" fmla="*/ 222250 h 385768"/>
              <a:gd name="connsiteX8" fmla="*/ 57951 w 633660"/>
              <a:gd name="connsiteY8" fmla="*/ 266700 h 385768"/>
              <a:gd name="connsiteX9" fmla="*/ 129389 w 633660"/>
              <a:gd name="connsiteY9" fmla="*/ 274637 h 385768"/>
              <a:gd name="connsiteX10" fmla="*/ 196064 w 633660"/>
              <a:gd name="connsiteY10" fmla="*/ 242887 h 385768"/>
              <a:gd name="connsiteX11" fmla="*/ 230989 w 633660"/>
              <a:gd name="connsiteY11" fmla="*/ 173037 h 385768"/>
              <a:gd name="connsiteX12" fmla="*/ 234164 w 633660"/>
              <a:gd name="connsiteY12" fmla="*/ 111124 h 385768"/>
              <a:gd name="connsiteX13" fmla="*/ 319890 w 633660"/>
              <a:gd name="connsiteY13" fmla="*/ 30161 h 385768"/>
              <a:gd name="connsiteX14" fmla="*/ 313539 w 633660"/>
              <a:gd name="connsiteY14" fmla="*/ 87312 h 385768"/>
              <a:gd name="connsiteX15" fmla="*/ 307188 w 633660"/>
              <a:gd name="connsiteY15" fmla="*/ 128587 h 385768"/>
              <a:gd name="connsiteX16" fmla="*/ 296077 w 633660"/>
              <a:gd name="connsiteY16" fmla="*/ 174625 h 385768"/>
              <a:gd name="connsiteX17" fmla="*/ 248451 w 633660"/>
              <a:gd name="connsiteY17" fmla="*/ 187324 h 385768"/>
              <a:gd name="connsiteX18" fmla="*/ 211939 w 633660"/>
              <a:gd name="connsiteY18" fmla="*/ 234949 h 385768"/>
              <a:gd name="connsiteX19" fmla="*/ 199239 w 633660"/>
              <a:gd name="connsiteY19" fmla="*/ 290512 h 385768"/>
              <a:gd name="connsiteX20" fmla="*/ 216702 w 633660"/>
              <a:gd name="connsiteY20" fmla="*/ 339724 h 385768"/>
              <a:gd name="connsiteX21" fmla="*/ 261151 w 633660"/>
              <a:gd name="connsiteY21" fmla="*/ 373061 h 385768"/>
              <a:gd name="connsiteX22" fmla="*/ 313539 w 633660"/>
              <a:gd name="connsiteY22" fmla="*/ 385761 h 385768"/>
              <a:gd name="connsiteX23" fmla="*/ 362751 w 633660"/>
              <a:gd name="connsiteY23" fmla="*/ 374650 h 385768"/>
              <a:gd name="connsiteX24" fmla="*/ 388152 w 633660"/>
              <a:gd name="connsiteY24" fmla="*/ 358774 h 385768"/>
              <a:gd name="connsiteX25" fmla="*/ 405614 w 633660"/>
              <a:gd name="connsiteY25" fmla="*/ 325437 h 385768"/>
              <a:gd name="connsiteX26" fmla="*/ 415139 w 633660"/>
              <a:gd name="connsiteY26" fmla="*/ 273049 h 385768"/>
              <a:gd name="connsiteX27" fmla="*/ 389738 w 633660"/>
              <a:gd name="connsiteY27" fmla="*/ 214312 h 385768"/>
              <a:gd name="connsiteX28" fmla="*/ 334176 w 633660"/>
              <a:gd name="connsiteY28" fmla="*/ 188912 h 385768"/>
              <a:gd name="connsiteX29" fmla="*/ 338939 w 633660"/>
              <a:gd name="connsiteY29" fmla="*/ 126999 h 385768"/>
              <a:gd name="connsiteX30" fmla="*/ 356401 w 633660"/>
              <a:gd name="connsiteY30" fmla="*/ 69849 h 385768"/>
              <a:gd name="connsiteX31" fmla="*/ 383389 w 633660"/>
              <a:gd name="connsiteY31" fmla="*/ 100012 h 385768"/>
              <a:gd name="connsiteX32" fmla="*/ 453239 w 633660"/>
              <a:gd name="connsiteY32" fmla="*/ 182562 h 385768"/>
              <a:gd name="connsiteX33" fmla="*/ 448476 w 633660"/>
              <a:gd name="connsiteY33" fmla="*/ 201612 h 385768"/>
              <a:gd name="connsiteX34" fmla="*/ 494514 w 633660"/>
              <a:gd name="connsiteY34" fmla="*/ 268287 h 385768"/>
              <a:gd name="connsiteX35" fmla="*/ 538964 w 633660"/>
              <a:gd name="connsiteY35" fmla="*/ 252412 h 385768"/>
              <a:gd name="connsiteX36" fmla="*/ 594526 w 633660"/>
              <a:gd name="connsiteY36" fmla="*/ 260349 h 385768"/>
              <a:gd name="connsiteX37" fmla="*/ 632626 w 633660"/>
              <a:gd name="connsiteY37" fmla="*/ 212724 h 385768"/>
              <a:gd name="connsiteX38" fmla="*/ 621514 w 633660"/>
              <a:gd name="connsiteY38" fmla="*/ 153987 h 385768"/>
              <a:gd name="connsiteX39" fmla="*/ 607226 w 633660"/>
              <a:gd name="connsiteY39" fmla="*/ 111124 h 385768"/>
              <a:gd name="connsiteX40" fmla="*/ 562776 w 633660"/>
              <a:gd name="connsiteY40" fmla="*/ 109537 h 385768"/>
              <a:gd name="connsiteX41" fmla="*/ 510389 w 633660"/>
              <a:gd name="connsiteY41" fmla="*/ 142874 h 385768"/>
              <a:gd name="connsiteX42" fmla="*/ 497689 w 633660"/>
              <a:gd name="connsiteY42" fmla="*/ 166687 h 385768"/>
              <a:gd name="connsiteX43" fmla="*/ 383389 w 633660"/>
              <a:gd name="connsiteY43" fmla="*/ 25399 h 385768"/>
              <a:gd name="connsiteX0" fmla="*/ 305601 w 633660"/>
              <a:gd name="connsiteY0" fmla="*/ 0 h 385768"/>
              <a:gd name="connsiteX1" fmla="*/ 210352 w 633660"/>
              <a:gd name="connsiteY1" fmla="*/ 82549 h 385768"/>
              <a:gd name="connsiteX2" fmla="*/ 165901 w 633660"/>
              <a:gd name="connsiteY2" fmla="*/ 58737 h 385768"/>
              <a:gd name="connsiteX3" fmla="*/ 94464 w 633660"/>
              <a:gd name="connsiteY3" fmla="*/ 49213 h 385768"/>
              <a:gd name="connsiteX4" fmla="*/ 43664 w 633660"/>
              <a:gd name="connsiteY4" fmla="*/ 69849 h 385768"/>
              <a:gd name="connsiteX5" fmla="*/ 7151 w 633660"/>
              <a:gd name="connsiteY5" fmla="*/ 111125 h 385768"/>
              <a:gd name="connsiteX6" fmla="*/ 801 w 633660"/>
              <a:gd name="connsiteY6" fmla="*/ 179387 h 385768"/>
              <a:gd name="connsiteX7" fmla="*/ 18264 w 633660"/>
              <a:gd name="connsiteY7" fmla="*/ 222250 h 385768"/>
              <a:gd name="connsiteX8" fmla="*/ 57951 w 633660"/>
              <a:gd name="connsiteY8" fmla="*/ 266700 h 385768"/>
              <a:gd name="connsiteX9" fmla="*/ 129389 w 633660"/>
              <a:gd name="connsiteY9" fmla="*/ 274637 h 385768"/>
              <a:gd name="connsiteX10" fmla="*/ 196064 w 633660"/>
              <a:gd name="connsiteY10" fmla="*/ 242887 h 385768"/>
              <a:gd name="connsiteX11" fmla="*/ 230989 w 633660"/>
              <a:gd name="connsiteY11" fmla="*/ 173037 h 385768"/>
              <a:gd name="connsiteX12" fmla="*/ 234164 w 633660"/>
              <a:gd name="connsiteY12" fmla="*/ 111124 h 385768"/>
              <a:gd name="connsiteX13" fmla="*/ 319890 w 633660"/>
              <a:gd name="connsiteY13" fmla="*/ 30161 h 385768"/>
              <a:gd name="connsiteX14" fmla="*/ 313539 w 633660"/>
              <a:gd name="connsiteY14" fmla="*/ 87312 h 385768"/>
              <a:gd name="connsiteX15" fmla="*/ 307188 w 633660"/>
              <a:gd name="connsiteY15" fmla="*/ 128587 h 385768"/>
              <a:gd name="connsiteX16" fmla="*/ 296077 w 633660"/>
              <a:gd name="connsiteY16" fmla="*/ 174625 h 385768"/>
              <a:gd name="connsiteX17" fmla="*/ 248451 w 633660"/>
              <a:gd name="connsiteY17" fmla="*/ 187324 h 385768"/>
              <a:gd name="connsiteX18" fmla="*/ 211939 w 633660"/>
              <a:gd name="connsiteY18" fmla="*/ 234949 h 385768"/>
              <a:gd name="connsiteX19" fmla="*/ 199239 w 633660"/>
              <a:gd name="connsiteY19" fmla="*/ 290512 h 385768"/>
              <a:gd name="connsiteX20" fmla="*/ 216702 w 633660"/>
              <a:gd name="connsiteY20" fmla="*/ 339724 h 385768"/>
              <a:gd name="connsiteX21" fmla="*/ 261151 w 633660"/>
              <a:gd name="connsiteY21" fmla="*/ 373061 h 385768"/>
              <a:gd name="connsiteX22" fmla="*/ 313539 w 633660"/>
              <a:gd name="connsiteY22" fmla="*/ 385761 h 385768"/>
              <a:gd name="connsiteX23" fmla="*/ 362751 w 633660"/>
              <a:gd name="connsiteY23" fmla="*/ 374650 h 385768"/>
              <a:gd name="connsiteX24" fmla="*/ 388152 w 633660"/>
              <a:gd name="connsiteY24" fmla="*/ 358774 h 385768"/>
              <a:gd name="connsiteX25" fmla="*/ 405614 w 633660"/>
              <a:gd name="connsiteY25" fmla="*/ 325437 h 385768"/>
              <a:gd name="connsiteX26" fmla="*/ 415139 w 633660"/>
              <a:gd name="connsiteY26" fmla="*/ 273049 h 385768"/>
              <a:gd name="connsiteX27" fmla="*/ 389738 w 633660"/>
              <a:gd name="connsiteY27" fmla="*/ 214312 h 385768"/>
              <a:gd name="connsiteX28" fmla="*/ 334176 w 633660"/>
              <a:gd name="connsiteY28" fmla="*/ 188912 h 385768"/>
              <a:gd name="connsiteX29" fmla="*/ 338939 w 633660"/>
              <a:gd name="connsiteY29" fmla="*/ 126999 h 385768"/>
              <a:gd name="connsiteX30" fmla="*/ 356401 w 633660"/>
              <a:gd name="connsiteY30" fmla="*/ 69849 h 385768"/>
              <a:gd name="connsiteX31" fmla="*/ 383389 w 633660"/>
              <a:gd name="connsiteY31" fmla="*/ 100012 h 385768"/>
              <a:gd name="connsiteX32" fmla="*/ 453239 w 633660"/>
              <a:gd name="connsiteY32" fmla="*/ 182562 h 385768"/>
              <a:gd name="connsiteX33" fmla="*/ 448476 w 633660"/>
              <a:gd name="connsiteY33" fmla="*/ 201612 h 385768"/>
              <a:gd name="connsiteX34" fmla="*/ 494514 w 633660"/>
              <a:gd name="connsiteY34" fmla="*/ 268287 h 385768"/>
              <a:gd name="connsiteX35" fmla="*/ 538964 w 633660"/>
              <a:gd name="connsiteY35" fmla="*/ 252412 h 385768"/>
              <a:gd name="connsiteX36" fmla="*/ 594526 w 633660"/>
              <a:gd name="connsiteY36" fmla="*/ 260349 h 385768"/>
              <a:gd name="connsiteX37" fmla="*/ 632626 w 633660"/>
              <a:gd name="connsiteY37" fmla="*/ 212724 h 385768"/>
              <a:gd name="connsiteX38" fmla="*/ 621514 w 633660"/>
              <a:gd name="connsiteY38" fmla="*/ 153987 h 385768"/>
              <a:gd name="connsiteX39" fmla="*/ 607226 w 633660"/>
              <a:gd name="connsiteY39" fmla="*/ 111124 h 385768"/>
              <a:gd name="connsiteX40" fmla="*/ 562776 w 633660"/>
              <a:gd name="connsiteY40" fmla="*/ 109537 h 385768"/>
              <a:gd name="connsiteX41" fmla="*/ 510389 w 633660"/>
              <a:gd name="connsiteY41" fmla="*/ 142874 h 385768"/>
              <a:gd name="connsiteX42" fmla="*/ 497689 w 633660"/>
              <a:gd name="connsiteY42" fmla="*/ 166687 h 385768"/>
              <a:gd name="connsiteX43" fmla="*/ 383389 w 633660"/>
              <a:gd name="connsiteY43" fmla="*/ 25399 h 385768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53239 w 633660"/>
              <a:gd name="connsiteY32" fmla="*/ 182562 h 386212"/>
              <a:gd name="connsiteX33" fmla="*/ 448476 w 633660"/>
              <a:gd name="connsiteY33" fmla="*/ 201612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48476 w 633660"/>
              <a:gd name="connsiteY33" fmla="*/ 201612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51651 w 633660"/>
              <a:gd name="connsiteY34" fmla="*/ 273050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51651 w 633660"/>
              <a:gd name="connsiteY34" fmla="*/ 273050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37363 w 633660"/>
              <a:gd name="connsiteY34" fmla="*/ 274637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9427 w 633660"/>
              <a:gd name="connsiteY33" fmla="*/ 203199 h 386212"/>
              <a:gd name="connsiteX34" fmla="*/ 437363 w 633660"/>
              <a:gd name="connsiteY34" fmla="*/ 274637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46443"/>
              <a:gd name="connsiteY0" fmla="*/ 0 h 386212"/>
              <a:gd name="connsiteX1" fmla="*/ 210352 w 646443"/>
              <a:gd name="connsiteY1" fmla="*/ 82549 h 386212"/>
              <a:gd name="connsiteX2" fmla="*/ 165901 w 646443"/>
              <a:gd name="connsiteY2" fmla="*/ 58737 h 386212"/>
              <a:gd name="connsiteX3" fmla="*/ 94464 w 646443"/>
              <a:gd name="connsiteY3" fmla="*/ 49213 h 386212"/>
              <a:gd name="connsiteX4" fmla="*/ 43664 w 646443"/>
              <a:gd name="connsiteY4" fmla="*/ 69849 h 386212"/>
              <a:gd name="connsiteX5" fmla="*/ 7151 w 646443"/>
              <a:gd name="connsiteY5" fmla="*/ 111125 h 386212"/>
              <a:gd name="connsiteX6" fmla="*/ 801 w 646443"/>
              <a:gd name="connsiteY6" fmla="*/ 179387 h 386212"/>
              <a:gd name="connsiteX7" fmla="*/ 18264 w 646443"/>
              <a:gd name="connsiteY7" fmla="*/ 222250 h 386212"/>
              <a:gd name="connsiteX8" fmla="*/ 57951 w 646443"/>
              <a:gd name="connsiteY8" fmla="*/ 266700 h 386212"/>
              <a:gd name="connsiteX9" fmla="*/ 129389 w 646443"/>
              <a:gd name="connsiteY9" fmla="*/ 274637 h 386212"/>
              <a:gd name="connsiteX10" fmla="*/ 196064 w 646443"/>
              <a:gd name="connsiteY10" fmla="*/ 242887 h 386212"/>
              <a:gd name="connsiteX11" fmla="*/ 230989 w 646443"/>
              <a:gd name="connsiteY11" fmla="*/ 173037 h 386212"/>
              <a:gd name="connsiteX12" fmla="*/ 234164 w 646443"/>
              <a:gd name="connsiteY12" fmla="*/ 111124 h 386212"/>
              <a:gd name="connsiteX13" fmla="*/ 319890 w 646443"/>
              <a:gd name="connsiteY13" fmla="*/ 30161 h 386212"/>
              <a:gd name="connsiteX14" fmla="*/ 313539 w 646443"/>
              <a:gd name="connsiteY14" fmla="*/ 87312 h 386212"/>
              <a:gd name="connsiteX15" fmla="*/ 307188 w 646443"/>
              <a:gd name="connsiteY15" fmla="*/ 128587 h 386212"/>
              <a:gd name="connsiteX16" fmla="*/ 296077 w 646443"/>
              <a:gd name="connsiteY16" fmla="*/ 174625 h 386212"/>
              <a:gd name="connsiteX17" fmla="*/ 248451 w 646443"/>
              <a:gd name="connsiteY17" fmla="*/ 187324 h 386212"/>
              <a:gd name="connsiteX18" fmla="*/ 211939 w 646443"/>
              <a:gd name="connsiteY18" fmla="*/ 234949 h 386212"/>
              <a:gd name="connsiteX19" fmla="*/ 199239 w 646443"/>
              <a:gd name="connsiteY19" fmla="*/ 290512 h 386212"/>
              <a:gd name="connsiteX20" fmla="*/ 216702 w 646443"/>
              <a:gd name="connsiteY20" fmla="*/ 339724 h 386212"/>
              <a:gd name="connsiteX21" fmla="*/ 261151 w 646443"/>
              <a:gd name="connsiteY21" fmla="*/ 373061 h 386212"/>
              <a:gd name="connsiteX22" fmla="*/ 313539 w 646443"/>
              <a:gd name="connsiteY22" fmla="*/ 385761 h 386212"/>
              <a:gd name="connsiteX23" fmla="*/ 365926 w 646443"/>
              <a:gd name="connsiteY23" fmla="*/ 381000 h 386212"/>
              <a:gd name="connsiteX24" fmla="*/ 388152 w 646443"/>
              <a:gd name="connsiteY24" fmla="*/ 358774 h 386212"/>
              <a:gd name="connsiteX25" fmla="*/ 405614 w 646443"/>
              <a:gd name="connsiteY25" fmla="*/ 325437 h 386212"/>
              <a:gd name="connsiteX26" fmla="*/ 415139 w 646443"/>
              <a:gd name="connsiteY26" fmla="*/ 273049 h 386212"/>
              <a:gd name="connsiteX27" fmla="*/ 389738 w 646443"/>
              <a:gd name="connsiteY27" fmla="*/ 214312 h 386212"/>
              <a:gd name="connsiteX28" fmla="*/ 334176 w 646443"/>
              <a:gd name="connsiteY28" fmla="*/ 188912 h 386212"/>
              <a:gd name="connsiteX29" fmla="*/ 338939 w 646443"/>
              <a:gd name="connsiteY29" fmla="*/ 126999 h 386212"/>
              <a:gd name="connsiteX30" fmla="*/ 356401 w 646443"/>
              <a:gd name="connsiteY30" fmla="*/ 69849 h 386212"/>
              <a:gd name="connsiteX31" fmla="*/ 383389 w 646443"/>
              <a:gd name="connsiteY31" fmla="*/ 100012 h 386212"/>
              <a:gd name="connsiteX32" fmla="*/ 440539 w 646443"/>
              <a:gd name="connsiteY32" fmla="*/ 158749 h 386212"/>
              <a:gd name="connsiteX33" fmla="*/ 429427 w 646443"/>
              <a:gd name="connsiteY33" fmla="*/ 203199 h 386212"/>
              <a:gd name="connsiteX34" fmla="*/ 437363 w 646443"/>
              <a:gd name="connsiteY34" fmla="*/ 274637 h 386212"/>
              <a:gd name="connsiteX35" fmla="*/ 519914 w 646443"/>
              <a:gd name="connsiteY35" fmla="*/ 325437 h 386212"/>
              <a:gd name="connsiteX36" fmla="*/ 638976 w 646443"/>
              <a:gd name="connsiteY36" fmla="*/ 314324 h 386212"/>
              <a:gd name="connsiteX37" fmla="*/ 632626 w 646443"/>
              <a:gd name="connsiteY37" fmla="*/ 212724 h 386212"/>
              <a:gd name="connsiteX38" fmla="*/ 621514 w 646443"/>
              <a:gd name="connsiteY38" fmla="*/ 153987 h 386212"/>
              <a:gd name="connsiteX39" fmla="*/ 607226 w 646443"/>
              <a:gd name="connsiteY39" fmla="*/ 111124 h 386212"/>
              <a:gd name="connsiteX40" fmla="*/ 562776 w 646443"/>
              <a:gd name="connsiteY40" fmla="*/ 109537 h 386212"/>
              <a:gd name="connsiteX41" fmla="*/ 510389 w 646443"/>
              <a:gd name="connsiteY41" fmla="*/ 142874 h 386212"/>
              <a:gd name="connsiteX42" fmla="*/ 497689 w 646443"/>
              <a:gd name="connsiteY42" fmla="*/ 166687 h 386212"/>
              <a:gd name="connsiteX43" fmla="*/ 383389 w 646443"/>
              <a:gd name="connsiteY43" fmla="*/ 25399 h 386212"/>
              <a:gd name="connsiteX0" fmla="*/ 305601 w 635926"/>
              <a:gd name="connsiteY0" fmla="*/ 0 h 386212"/>
              <a:gd name="connsiteX1" fmla="*/ 210352 w 635926"/>
              <a:gd name="connsiteY1" fmla="*/ 82549 h 386212"/>
              <a:gd name="connsiteX2" fmla="*/ 165901 w 635926"/>
              <a:gd name="connsiteY2" fmla="*/ 58737 h 386212"/>
              <a:gd name="connsiteX3" fmla="*/ 94464 w 635926"/>
              <a:gd name="connsiteY3" fmla="*/ 49213 h 386212"/>
              <a:gd name="connsiteX4" fmla="*/ 43664 w 635926"/>
              <a:gd name="connsiteY4" fmla="*/ 69849 h 386212"/>
              <a:gd name="connsiteX5" fmla="*/ 7151 w 635926"/>
              <a:gd name="connsiteY5" fmla="*/ 111125 h 386212"/>
              <a:gd name="connsiteX6" fmla="*/ 801 w 635926"/>
              <a:gd name="connsiteY6" fmla="*/ 179387 h 386212"/>
              <a:gd name="connsiteX7" fmla="*/ 18264 w 635926"/>
              <a:gd name="connsiteY7" fmla="*/ 222250 h 386212"/>
              <a:gd name="connsiteX8" fmla="*/ 57951 w 635926"/>
              <a:gd name="connsiteY8" fmla="*/ 266700 h 386212"/>
              <a:gd name="connsiteX9" fmla="*/ 129389 w 635926"/>
              <a:gd name="connsiteY9" fmla="*/ 274637 h 386212"/>
              <a:gd name="connsiteX10" fmla="*/ 196064 w 635926"/>
              <a:gd name="connsiteY10" fmla="*/ 242887 h 386212"/>
              <a:gd name="connsiteX11" fmla="*/ 230989 w 635926"/>
              <a:gd name="connsiteY11" fmla="*/ 173037 h 386212"/>
              <a:gd name="connsiteX12" fmla="*/ 234164 w 635926"/>
              <a:gd name="connsiteY12" fmla="*/ 111124 h 386212"/>
              <a:gd name="connsiteX13" fmla="*/ 319890 w 635926"/>
              <a:gd name="connsiteY13" fmla="*/ 30161 h 386212"/>
              <a:gd name="connsiteX14" fmla="*/ 313539 w 635926"/>
              <a:gd name="connsiteY14" fmla="*/ 87312 h 386212"/>
              <a:gd name="connsiteX15" fmla="*/ 307188 w 635926"/>
              <a:gd name="connsiteY15" fmla="*/ 128587 h 386212"/>
              <a:gd name="connsiteX16" fmla="*/ 296077 w 635926"/>
              <a:gd name="connsiteY16" fmla="*/ 174625 h 386212"/>
              <a:gd name="connsiteX17" fmla="*/ 248451 w 635926"/>
              <a:gd name="connsiteY17" fmla="*/ 187324 h 386212"/>
              <a:gd name="connsiteX18" fmla="*/ 211939 w 635926"/>
              <a:gd name="connsiteY18" fmla="*/ 234949 h 386212"/>
              <a:gd name="connsiteX19" fmla="*/ 199239 w 635926"/>
              <a:gd name="connsiteY19" fmla="*/ 290512 h 386212"/>
              <a:gd name="connsiteX20" fmla="*/ 216702 w 635926"/>
              <a:gd name="connsiteY20" fmla="*/ 339724 h 386212"/>
              <a:gd name="connsiteX21" fmla="*/ 261151 w 635926"/>
              <a:gd name="connsiteY21" fmla="*/ 373061 h 386212"/>
              <a:gd name="connsiteX22" fmla="*/ 313539 w 635926"/>
              <a:gd name="connsiteY22" fmla="*/ 385761 h 386212"/>
              <a:gd name="connsiteX23" fmla="*/ 365926 w 635926"/>
              <a:gd name="connsiteY23" fmla="*/ 381000 h 386212"/>
              <a:gd name="connsiteX24" fmla="*/ 388152 w 635926"/>
              <a:gd name="connsiteY24" fmla="*/ 358774 h 386212"/>
              <a:gd name="connsiteX25" fmla="*/ 405614 w 635926"/>
              <a:gd name="connsiteY25" fmla="*/ 325437 h 386212"/>
              <a:gd name="connsiteX26" fmla="*/ 415139 w 635926"/>
              <a:gd name="connsiteY26" fmla="*/ 273049 h 386212"/>
              <a:gd name="connsiteX27" fmla="*/ 389738 w 635926"/>
              <a:gd name="connsiteY27" fmla="*/ 214312 h 386212"/>
              <a:gd name="connsiteX28" fmla="*/ 334176 w 635926"/>
              <a:gd name="connsiteY28" fmla="*/ 188912 h 386212"/>
              <a:gd name="connsiteX29" fmla="*/ 338939 w 635926"/>
              <a:gd name="connsiteY29" fmla="*/ 126999 h 386212"/>
              <a:gd name="connsiteX30" fmla="*/ 356401 w 635926"/>
              <a:gd name="connsiteY30" fmla="*/ 69849 h 386212"/>
              <a:gd name="connsiteX31" fmla="*/ 383389 w 635926"/>
              <a:gd name="connsiteY31" fmla="*/ 100012 h 386212"/>
              <a:gd name="connsiteX32" fmla="*/ 440539 w 635926"/>
              <a:gd name="connsiteY32" fmla="*/ 158749 h 386212"/>
              <a:gd name="connsiteX33" fmla="*/ 429427 w 635926"/>
              <a:gd name="connsiteY33" fmla="*/ 203199 h 386212"/>
              <a:gd name="connsiteX34" fmla="*/ 437363 w 635926"/>
              <a:gd name="connsiteY34" fmla="*/ 274637 h 386212"/>
              <a:gd name="connsiteX35" fmla="*/ 519914 w 635926"/>
              <a:gd name="connsiteY35" fmla="*/ 325437 h 386212"/>
              <a:gd name="connsiteX36" fmla="*/ 624688 w 635926"/>
              <a:gd name="connsiteY36" fmla="*/ 307974 h 386212"/>
              <a:gd name="connsiteX37" fmla="*/ 632626 w 635926"/>
              <a:gd name="connsiteY37" fmla="*/ 212724 h 386212"/>
              <a:gd name="connsiteX38" fmla="*/ 621514 w 635926"/>
              <a:gd name="connsiteY38" fmla="*/ 153987 h 386212"/>
              <a:gd name="connsiteX39" fmla="*/ 607226 w 635926"/>
              <a:gd name="connsiteY39" fmla="*/ 111124 h 386212"/>
              <a:gd name="connsiteX40" fmla="*/ 562776 w 635926"/>
              <a:gd name="connsiteY40" fmla="*/ 109537 h 386212"/>
              <a:gd name="connsiteX41" fmla="*/ 510389 w 635926"/>
              <a:gd name="connsiteY41" fmla="*/ 142874 h 386212"/>
              <a:gd name="connsiteX42" fmla="*/ 497689 w 635926"/>
              <a:gd name="connsiteY42" fmla="*/ 166687 h 386212"/>
              <a:gd name="connsiteX43" fmla="*/ 383389 w 635926"/>
              <a:gd name="connsiteY43" fmla="*/ 25399 h 386212"/>
              <a:gd name="connsiteX0" fmla="*/ 305601 w 664388"/>
              <a:gd name="connsiteY0" fmla="*/ 0 h 386212"/>
              <a:gd name="connsiteX1" fmla="*/ 210352 w 664388"/>
              <a:gd name="connsiteY1" fmla="*/ 82549 h 386212"/>
              <a:gd name="connsiteX2" fmla="*/ 165901 w 664388"/>
              <a:gd name="connsiteY2" fmla="*/ 58737 h 386212"/>
              <a:gd name="connsiteX3" fmla="*/ 94464 w 664388"/>
              <a:gd name="connsiteY3" fmla="*/ 49213 h 386212"/>
              <a:gd name="connsiteX4" fmla="*/ 43664 w 664388"/>
              <a:gd name="connsiteY4" fmla="*/ 69849 h 386212"/>
              <a:gd name="connsiteX5" fmla="*/ 7151 w 664388"/>
              <a:gd name="connsiteY5" fmla="*/ 111125 h 386212"/>
              <a:gd name="connsiteX6" fmla="*/ 801 w 664388"/>
              <a:gd name="connsiteY6" fmla="*/ 179387 h 386212"/>
              <a:gd name="connsiteX7" fmla="*/ 18264 w 664388"/>
              <a:gd name="connsiteY7" fmla="*/ 222250 h 386212"/>
              <a:gd name="connsiteX8" fmla="*/ 57951 w 664388"/>
              <a:gd name="connsiteY8" fmla="*/ 266700 h 386212"/>
              <a:gd name="connsiteX9" fmla="*/ 129389 w 664388"/>
              <a:gd name="connsiteY9" fmla="*/ 274637 h 386212"/>
              <a:gd name="connsiteX10" fmla="*/ 196064 w 664388"/>
              <a:gd name="connsiteY10" fmla="*/ 242887 h 386212"/>
              <a:gd name="connsiteX11" fmla="*/ 230989 w 664388"/>
              <a:gd name="connsiteY11" fmla="*/ 173037 h 386212"/>
              <a:gd name="connsiteX12" fmla="*/ 234164 w 664388"/>
              <a:gd name="connsiteY12" fmla="*/ 111124 h 386212"/>
              <a:gd name="connsiteX13" fmla="*/ 319890 w 664388"/>
              <a:gd name="connsiteY13" fmla="*/ 30161 h 386212"/>
              <a:gd name="connsiteX14" fmla="*/ 313539 w 664388"/>
              <a:gd name="connsiteY14" fmla="*/ 87312 h 386212"/>
              <a:gd name="connsiteX15" fmla="*/ 307188 w 664388"/>
              <a:gd name="connsiteY15" fmla="*/ 128587 h 386212"/>
              <a:gd name="connsiteX16" fmla="*/ 296077 w 664388"/>
              <a:gd name="connsiteY16" fmla="*/ 174625 h 386212"/>
              <a:gd name="connsiteX17" fmla="*/ 248451 w 664388"/>
              <a:gd name="connsiteY17" fmla="*/ 187324 h 386212"/>
              <a:gd name="connsiteX18" fmla="*/ 211939 w 664388"/>
              <a:gd name="connsiteY18" fmla="*/ 234949 h 386212"/>
              <a:gd name="connsiteX19" fmla="*/ 199239 w 664388"/>
              <a:gd name="connsiteY19" fmla="*/ 290512 h 386212"/>
              <a:gd name="connsiteX20" fmla="*/ 216702 w 664388"/>
              <a:gd name="connsiteY20" fmla="*/ 339724 h 386212"/>
              <a:gd name="connsiteX21" fmla="*/ 261151 w 664388"/>
              <a:gd name="connsiteY21" fmla="*/ 373061 h 386212"/>
              <a:gd name="connsiteX22" fmla="*/ 313539 w 664388"/>
              <a:gd name="connsiteY22" fmla="*/ 385761 h 386212"/>
              <a:gd name="connsiteX23" fmla="*/ 365926 w 664388"/>
              <a:gd name="connsiteY23" fmla="*/ 381000 h 386212"/>
              <a:gd name="connsiteX24" fmla="*/ 388152 w 664388"/>
              <a:gd name="connsiteY24" fmla="*/ 358774 h 386212"/>
              <a:gd name="connsiteX25" fmla="*/ 405614 w 664388"/>
              <a:gd name="connsiteY25" fmla="*/ 325437 h 386212"/>
              <a:gd name="connsiteX26" fmla="*/ 415139 w 664388"/>
              <a:gd name="connsiteY26" fmla="*/ 273049 h 386212"/>
              <a:gd name="connsiteX27" fmla="*/ 389738 w 664388"/>
              <a:gd name="connsiteY27" fmla="*/ 214312 h 386212"/>
              <a:gd name="connsiteX28" fmla="*/ 334176 w 664388"/>
              <a:gd name="connsiteY28" fmla="*/ 188912 h 386212"/>
              <a:gd name="connsiteX29" fmla="*/ 338939 w 664388"/>
              <a:gd name="connsiteY29" fmla="*/ 126999 h 386212"/>
              <a:gd name="connsiteX30" fmla="*/ 356401 w 664388"/>
              <a:gd name="connsiteY30" fmla="*/ 69849 h 386212"/>
              <a:gd name="connsiteX31" fmla="*/ 383389 w 664388"/>
              <a:gd name="connsiteY31" fmla="*/ 100012 h 386212"/>
              <a:gd name="connsiteX32" fmla="*/ 440539 w 664388"/>
              <a:gd name="connsiteY32" fmla="*/ 158749 h 386212"/>
              <a:gd name="connsiteX33" fmla="*/ 429427 w 664388"/>
              <a:gd name="connsiteY33" fmla="*/ 203199 h 386212"/>
              <a:gd name="connsiteX34" fmla="*/ 437363 w 664388"/>
              <a:gd name="connsiteY34" fmla="*/ 274637 h 386212"/>
              <a:gd name="connsiteX35" fmla="*/ 519914 w 664388"/>
              <a:gd name="connsiteY35" fmla="*/ 325437 h 386212"/>
              <a:gd name="connsiteX36" fmla="*/ 624688 w 664388"/>
              <a:gd name="connsiteY36" fmla="*/ 307974 h 386212"/>
              <a:gd name="connsiteX37" fmla="*/ 664376 w 664388"/>
              <a:gd name="connsiteY37" fmla="*/ 230186 h 386212"/>
              <a:gd name="connsiteX38" fmla="*/ 621514 w 664388"/>
              <a:gd name="connsiteY38" fmla="*/ 153987 h 386212"/>
              <a:gd name="connsiteX39" fmla="*/ 607226 w 664388"/>
              <a:gd name="connsiteY39" fmla="*/ 111124 h 386212"/>
              <a:gd name="connsiteX40" fmla="*/ 562776 w 664388"/>
              <a:gd name="connsiteY40" fmla="*/ 109537 h 386212"/>
              <a:gd name="connsiteX41" fmla="*/ 510389 w 664388"/>
              <a:gd name="connsiteY41" fmla="*/ 142874 h 386212"/>
              <a:gd name="connsiteX42" fmla="*/ 497689 w 664388"/>
              <a:gd name="connsiteY42" fmla="*/ 166687 h 386212"/>
              <a:gd name="connsiteX43" fmla="*/ 383389 w 664388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42874 h 386212"/>
              <a:gd name="connsiteX42" fmla="*/ 497689 w 664827"/>
              <a:gd name="connsiteY42" fmla="*/ 1666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42874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492927 w 664827"/>
              <a:gd name="connsiteY41" fmla="*/ 115887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27000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04039 w 664827"/>
              <a:gd name="connsiteY41" fmla="*/ 109538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58014 w 664827"/>
              <a:gd name="connsiteY40" fmla="*/ 100012 h 386212"/>
              <a:gd name="connsiteX41" fmla="*/ 504039 w 664827"/>
              <a:gd name="connsiteY41" fmla="*/ 109538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790"/>
              <a:gd name="connsiteY0" fmla="*/ 0 h 386212"/>
              <a:gd name="connsiteX1" fmla="*/ 210352 w 664790"/>
              <a:gd name="connsiteY1" fmla="*/ 82549 h 386212"/>
              <a:gd name="connsiteX2" fmla="*/ 165901 w 664790"/>
              <a:gd name="connsiteY2" fmla="*/ 58737 h 386212"/>
              <a:gd name="connsiteX3" fmla="*/ 94464 w 664790"/>
              <a:gd name="connsiteY3" fmla="*/ 49213 h 386212"/>
              <a:gd name="connsiteX4" fmla="*/ 43664 w 664790"/>
              <a:gd name="connsiteY4" fmla="*/ 69849 h 386212"/>
              <a:gd name="connsiteX5" fmla="*/ 7151 w 664790"/>
              <a:gd name="connsiteY5" fmla="*/ 111125 h 386212"/>
              <a:gd name="connsiteX6" fmla="*/ 801 w 664790"/>
              <a:gd name="connsiteY6" fmla="*/ 179387 h 386212"/>
              <a:gd name="connsiteX7" fmla="*/ 18264 w 664790"/>
              <a:gd name="connsiteY7" fmla="*/ 222250 h 386212"/>
              <a:gd name="connsiteX8" fmla="*/ 57951 w 664790"/>
              <a:gd name="connsiteY8" fmla="*/ 266700 h 386212"/>
              <a:gd name="connsiteX9" fmla="*/ 129389 w 664790"/>
              <a:gd name="connsiteY9" fmla="*/ 274637 h 386212"/>
              <a:gd name="connsiteX10" fmla="*/ 196064 w 664790"/>
              <a:gd name="connsiteY10" fmla="*/ 242887 h 386212"/>
              <a:gd name="connsiteX11" fmla="*/ 230989 w 664790"/>
              <a:gd name="connsiteY11" fmla="*/ 173037 h 386212"/>
              <a:gd name="connsiteX12" fmla="*/ 234164 w 664790"/>
              <a:gd name="connsiteY12" fmla="*/ 111124 h 386212"/>
              <a:gd name="connsiteX13" fmla="*/ 319890 w 664790"/>
              <a:gd name="connsiteY13" fmla="*/ 30161 h 386212"/>
              <a:gd name="connsiteX14" fmla="*/ 313539 w 664790"/>
              <a:gd name="connsiteY14" fmla="*/ 87312 h 386212"/>
              <a:gd name="connsiteX15" fmla="*/ 307188 w 664790"/>
              <a:gd name="connsiteY15" fmla="*/ 128587 h 386212"/>
              <a:gd name="connsiteX16" fmla="*/ 296077 w 664790"/>
              <a:gd name="connsiteY16" fmla="*/ 174625 h 386212"/>
              <a:gd name="connsiteX17" fmla="*/ 248451 w 664790"/>
              <a:gd name="connsiteY17" fmla="*/ 187324 h 386212"/>
              <a:gd name="connsiteX18" fmla="*/ 211939 w 664790"/>
              <a:gd name="connsiteY18" fmla="*/ 234949 h 386212"/>
              <a:gd name="connsiteX19" fmla="*/ 199239 w 664790"/>
              <a:gd name="connsiteY19" fmla="*/ 290512 h 386212"/>
              <a:gd name="connsiteX20" fmla="*/ 216702 w 664790"/>
              <a:gd name="connsiteY20" fmla="*/ 339724 h 386212"/>
              <a:gd name="connsiteX21" fmla="*/ 261151 w 664790"/>
              <a:gd name="connsiteY21" fmla="*/ 373061 h 386212"/>
              <a:gd name="connsiteX22" fmla="*/ 313539 w 664790"/>
              <a:gd name="connsiteY22" fmla="*/ 385761 h 386212"/>
              <a:gd name="connsiteX23" fmla="*/ 365926 w 664790"/>
              <a:gd name="connsiteY23" fmla="*/ 381000 h 386212"/>
              <a:gd name="connsiteX24" fmla="*/ 388152 w 664790"/>
              <a:gd name="connsiteY24" fmla="*/ 358774 h 386212"/>
              <a:gd name="connsiteX25" fmla="*/ 405614 w 664790"/>
              <a:gd name="connsiteY25" fmla="*/ 325437 h 386212"/>
              <a:gd name="connsiteX26" fmla="*/ 415139 w 664790"/>
              <a:gd name="connsiteY26" fmla="*/ 273049 h 386212"/>
              <a:gd name="connsiteX27" fmla="*/ 389738 w 664790"/>
              <a:gd name="connsiteY27" fmla="*/ 214312 h 386212"/>
              <a:gd name="connsiteX28" fmla="*/ 334176 w 664790"/>
              <a:gd name="connsiteY28" fmla="*/ 188912 h 386212"/>
              <a:gd name="connsiteX29" fmla="*/ 338939 w 664790"/>
              <a:gd name="connsiteY29" fmla="*/ 126999 h 386212"/>
              <a:gd name="connsiteX30" fmla="*/ 356401 w 664790"/>
              <a:gd name="connsiteY30" fmla="*/ 69849 h 386212"/>
              <a:gd name="connsiteX31" fmla="*/ 383389 w 664790"/>
              <a:gd name="connsiteY31" fmla="*/ 100012 h 386212"/>
              <a:gd name="connsiteX32" fmla="*/ 440539 w 664790"/>
              <a:gd name="connsiteY32" fmla="*/ 158749 h 386212"/>
              <a:gd name="connsiteX33" fmla="*/ 429427 w 664790"/>
              <a:gd name="connsiteY33" fmla="*/ 203199 h 386212"/>
              <a:gd name="connsiteX34" fmla="*/ 437363 w 664790"/>
              <a:gd name="connsiteY34" fmla="*/ 274637 h 386212"/>
              <a:gd name="connsiteX35" fmla="*/ 519914 w 664790"/>
              <a:gd name="connsiteY35" fmla="*/ 325437 h 386212"/>
              <a:gd name="connsiteX36" fmla="*/ 624688 w 664790"/>
              <a:gd name="connsiteY36" fmla="*/ 307974 h 386212"/>
              <a:gd name="connsiteX37" fmla="*/ 664376 w 664790"/>
              <a:gd name="connsiteY37" fmla="*/ 230186 h 386212"/>
              <a:gd name="connsiteX38" fmla="*/ 643739 w 664790"/>
              <a:gd name="connsiteY38" fmla="*/ 146050 h 386212"/>
              <a:gd name="connsiteX39" fmla="*/ 616751 w 664790"/>
              <a:gd name="connsiteY39" fmla="*/ 128586 h 386212"/>
              <a:gd name="connsiteX40" fmla="*/ 558014 w 664790"/>
              <a:gd name="connsiteY40" fmla="*/ 100012 h 386212"/>
              <a:gd name="connsiteX41" fmla="*/ 504039 w 664790"/>
              <a:gd name="connsiteY41" fmla="*/ 109538 h 386212"/>
              <a:gd name="connsiteX42" fmla="*/ 470702 w 664790"/>
              <a:gd name="connsiteY42" fmla="*/ 128587 h 386212"/>
              <a:gd name="connsiteX43" fmla="*/ 383389 w 664790"/>
              <a:gd name="connsiteY43" fmla="*/ 25399 h 386212"/>
              <a:gd name="connsiteX0" fmla="*/ 305601 w 666126"/>
              <a:gd name="connsiteY0" fmla="*/ 0 h 386212"/>
              <a:gd name="connsiteX1" fmla="*/ 210352 w 666126"/>
              <a:gd name="connsiteY1" fmla="*/ 82549 h 386212"/>
              <a:gd name="connsiteX2" fmla="*/ 165901 w 666126"/>
              <a:gd name="connsiteY2" fmla="*/ 58737 h 386212"/>
              <a:gd name="connsiteX3" fmla="*/ 94464 w 666126"/>
              <a:gd name="connsiteY3" fmla="*/ 49213 h 386212"/>
              <a:gd name="connsiteX4" fmla="*/ 43664 w 666126"/>
              <a:gd name="connsiteY4" fmla="*/ 69849 h 386212"/>
              <a:gd name="connsiteX5" fmla="*/ 7151 w 666126"/>
              <a:gd name="connsiteY5" fmla="*/ 111125 h 386212"/>
              <a:gd name="connsiteX6" fmla="*/ 801 w 666126"/>
              <a:gd name="connsiteY6" fmla="*/ 179387 h 386212"/>
              <a:gd name="connsiteX7" fmla="*/ 18264 w 666126"/>
              <a:gd name="connsiteY7" fmla="*/ 222250 h 386212"/>
              <a:gd name="connsiteX8" fmla="*/ 57951 w 666126"/>
              <a:gd name="connsiteY8" fmla="*/ 266700 h 386212"/>
              <a:gd name="connsiteX9" fmla="*/ 129389 w 666126"/>
              <a:gd name="connsiteY9" fmla="*/ 274637 h 386212"/>
              <a:gd name="connsiteX10" fmla="*/ 196064 w 666126"/>
              <a:gd name="connsiteY10" fmla="*/ 242887 h 386212"/>
              <a:gd name="connsiteX11" fmla="*/ 230989 w 666126"/>
              <a:gd name="connsiteY11" fmla="*/ 173037 h 386212"/>
              <a:gd name="connsiteX12" fmla="*/ 234164 w 666126"/>
              <a:gd name="connsiteY12" fmla="*/ 111124 h 386212"/>
              <a:gd name="connsiteX13" fmla="*/ 319890 w 666126"/>
              <a:gd name="connsiteY13" fmla="*/ 30161 h 386212"/>
              <a:gd name="connsiteX14" fmla="*/ 313539 w 666126"/>
              <a:gd name="connsiteY14" fmla="*/ 87312 h 386212"/>
              <a:gd name="connsiteX15" fmla="*/ 307188 w 666126"/>
              <a:gd name="connsiteY15" fmla="*/ 128587 h 386212"/>
              <a:gd name="connsiteX16" fmla="*/ 296077 w 666126"/>
              <a:gd name="connsiteY16" fmla="*/ 174625 h 386212"/>
              <a:gd name="connsiteX17" fmla="*/ 248451 w 666126"/>
              <a:gd name="connsiteY17" fmla="*/ 187324 h 386212"/>
              <a:gd name="connsiteX18" fmla="*/ 211939 w 666126"/>
              <a:gd name="connsiteY18" fmla="*/ 234949 h 386212"/>
              <a:gd name="connsiteX19" fmla="*/ 199239 w 666126"/>
              <a:gd name="connsiteY19" fmla="*/ 290512 h 386212"/>
              <a:gd name="connsiteX20" fmla="*/ 216702 w 666126"/>
              <a:gd name="connsiteY20" fmla="*/ 339724 h 386212"/>
              <a:gd name="connsiteX21" fmla="*/ 261151 w 666126"/>
              <a:gd name="connsiteY21" fmla="*/ 373061 h 386212"/>
              <a:gd name="connsiteX22" fmla="*/ 313539 w 666126"/>
              <a:gd name="connsiteY22" fmla="*/ 385761 h 386212"/>
              <a:gd name="connsiteX23" fmla="*/ 365926 w 666126"/>
              <a:gd name="connsiteY23" fmla="*/ 381000 h 386212"/>
              <a:gd name="connsiteX24" fmla="*/ 388152 w 666126"/>
              <a:gd name="connsiteY24" fmla="*/ 358774 h 386212"/>
              <a:gd name="connsiteX25" fmla="*/ 405614 w 666126"/>
              <a:gd name="connsiteY25" fmla="*/ 325437 h 386212"/>
              <a:gd name="connsiteX26" fmla="*/ 415139 w 666126"/>
              <a:gd name="connsiteY26" fmla="*/ 273049 h 386212"/>
              <a:gd name="connsiteX27" fmla="*/ 389738 w 666126"/>
              <a:gd name="connsiteY27" fmla="*/ 214312 h 386212"/>
              <a:gd name="connsiteX28" fmla="*/ 334176 w 666126"/>
              <a:gd name="connsiteY28" fmla="*/ 188912 h 386212"/>
              <a:gd name="connsiteX29" fmla="*/ 338939 w 666126"/>
              <a:gd name="connsiteY29" fmla="*/ 126999 h 386212"/>
              <a:gd name="connsiteX30" fmla="*/ 356401 w 666126"/>
              <a:gd name="connsiteY30" fmla="*/ 69849 h 386212"/>
              <a:gd name="connsiteX31" fmla="*/ 383389 w 666126"/>
              <a:gd name="connsiteY31" fmla="*/ 100012 h 386212"/>
              <a:gd name="connsiteX32" fmla="*/ 440539 w 666126"/>
              <a:gd name="connsiteY32" fmla="*/ 158749 h 386212"/>
              <a:gd name="connsiteX33" fmla="*/ 429427 w 666126"/>
              <a:gd name="connsiteY33" fmla="*/ 203199 h 386212"/>
              <a:gd name="connsiteX34" fmla="*/ 437363 w 666126"/>
              <a:gd name="connsiteY34" fmla="*/ 274637 h 386212"/>
              <a:gd name="connsiteX35" fmla="*/ 519914 w 666126"/>
              <a:gd name="connsiteY35" fmla="*/ 325437 h 386212"/>
              <a:gd name="connsiteX36" fmla="*/ 624688 w 666126"/>
              <a:gd name="connsiteY36" fmla="*/ 307974 h 386212"/>
              <a:gd name="connsiteX37" fmla="*/ 664376 w 666126"/>
              <a:gd name="connsiteY37" fmla="*/ 230186 h 386212"/>
              <a:gd name="connsiteX38" fmla="*/ 654852 w 666126"/>
              <a:gd name="connsiteY38" fmla="*/ 168275 h 386212"/>
              <a:gd name="connsiteX39" fmla="*/ 616751 w 666126"/>
              <a:gd name="connsiteY39" fmla="*/ 128586 h 386212"/>
              <a:gd name="connsiteX40" fmla="*/ 558014 w 666126"/>
              <a:gd name="connsiteY40" fmla="*/ 100012 h 386212"/>
              <a:gd name="connsiteX41" fmla="*/ 504039 w 666126"/>
              <a:gd name="connsiteY41" fmla="*/ 109538 h 386212"/>
              <a:gd name="connsiteX42" fmla="*/ 470702 w 666126"/>
              <a:gd name="connsiteY42" fmla="*/ 128587 h 386212"/>
              <a:gd name="connsiteX43" fmla="*/ 383389 w 666126"/>
              <a:gd name="connsiteY43" fmla="*/ 25399 h 386212"/>
              <a:gd name="connsiteX0" fmla="*/ 305601 w 658370"/>
              <a:gd name="connsiteY0" fmla="*/ 0 h 386212"/>
              <a:gd name="connsiteX1" fmla="*/ 210352 w 658370"/>
              <a:gd name="connsiteY1" fmla="*/ 82549 h 386212"/>
              <a:gd name="connsiteX2" fmla="*/ 165901 w 658370"/>
              <a:gd name="connsiteY2" fmla="*/ 58737 h 386212"/>
              <a:gd name="connsiteX3" fmla="*/ 94464 w 658370"/>
              <a:gd name="connsiteY3" fmla="*/ 49213 h 386212"/>
              <a:gd name="connsiteX4" fmla="*/ 43664 w 658370"/>
              <a:gd name="connsiteY4" fmla="*/ 69849 h 386212"/>
              <a:gd name="connsiteX5" fmla="*/ 7151 w 658370"/>
              <a:gd name="connsiteY5" fmla="*/ 111125 h 386212"/>
              <a:gd name="connsiteX6" fmla="*/ 801 w 658370"/>
              <a:gd name="connsiteY6" fmla="*/ 179387 h 386212"/>
              <a:gd name="connsiteX7" fmla="*/ 18264 w 658370"/>
              <a:gd name="connsiteY7" fmla="*/ 222250 h 386212"/>
              <a:gd name="connsiteX8" fmla="*/ 57951 w 658370"/>
              <a:gd name="connsiteY8" fmla="*/ 266700 h 386212"/>
              <a:gd name="connsiteX9" fmla="*/ 129389 w 658370"/>
              <a:gd name="connsiteY9" fmla="*/ 274637 h 386212"/>
              <a:gd name="connsiteX10" fmla="*/ 196064 w 658370"/>
              <a:gd name="connsiteY10" fmla="*/ 242887 h 386212"/>
              <a:gd name="connsiteX11" fmla="*/ 230989 w 658370"/>
              <a:gd name="connsiteY11" fmla="*/ 173037 h 386212"/>
              <a:gd name="connsiteX12" fmla="*/ 234164 w 658370"/>
              <a:gd name="connsiteY12" fmla="*/ 111124 h 386212"/>
              <a:gd name="connsiteX13" fmla="*/ 319890 w 658370"/>
              <a:gd name="connsiteY13" fmla="*/ 30161 h 386212"/>
              <a:gd name="connsiteX14" fmla="*/ 313539 w 658370"/>
              <a:gd name="connsiteY14" fmla="*/ 87312 h 386212"/>
              <a:gd name="connsiteX15" fmla="*/ 307188 w 658370"/>
              <a:gd name="connsiteY15" fmla="*/ 128587 h 386212"/>
              <a:gd name="connsiteX16" fmla="*/ 296077 w 658370"/>
              <a:gd name="connsiteY16" fmla="*/ 174625 h 386212"/>
              <a:gd name="connsiteX17" fmla="*/ 248451 w 658370"/>
              <a:gd name="connsiteY17" fmla="*/ 187324 h 386212"/>
              <a:gd name="connsiteX18" fmla="*/ 211939 w 658370"/>
              <a:gd name="connsiteY18" fmla="*/ 234949 h 386212"/>
              <a:gd name="connsiteX19" fmla="*/ 199239 w 658370"/>
              <a:gd name="connsiteY19" fmla="*/ 290512 h 386212"/>
              <a:gd name="connsiteX20" fmla="*/ 216702 w 658370"/>
              <a:gd name="connsiteY20" fmla="*/ 339724 h 386212"/>
              <a:gd name="connsiteX21" fmla="*/ 261151 w 658370"/>
              <a:gd name="connsiteY21" fmla="*/ 373061 h 386212"/>
              <a:gd name="connsiteX22" fmla="*/ 313539 w 658370"/>
              <a:gd name="connsiteY22" fmla="*/ 385761 h 386212"/>
              <a:gd name="connsiteX23" fmla="*/ 365926 w 658370"/>
              <a:gd name="connsiteY23" fmla="*/ 381000 h 386212"/>
              <a:gd name="connsiteX24" fmla="*/ 388152 w 658370"/>
              <a:gd name="connsiteY24" fmla="*/ 358774 h 386212"/>
              <a:gd name="connsiteX25" fmla="*/ 405614 w 658370"/>
              <a:gd name="connsiteY25" fmla="*/ 325437 h 386212"/>
              <a:gd name="connsiteX26" fmla="*/ 415139 w 658370"/>
              <a:gd name="connsiteY26" fmla="*/ 273049 h 386212"/>
              <a:gd name="connsiteX27" fmla="*/ 389738 w 658370"/>
              <a:gd name="connsiteY27" fmla="*/ 214312 h 386212"/>
              <a:gd name="connsiteX28" fmla="*/ 334176 w 658370"/>
              <a:gd name="connsiteY28" fmla="*/ 188912 h 386212"/>
              <a:gd name="connsiteX29" fmla="*/ 338939 w 658370"/>
              <a:gd name="connsiteY29" fmla="*/ 126999 h 386212"/>
              <a:gd name="connsiteX30" fmla="*/ 356401 w 658370"/>
              <a:gd name="connsiteY30" fmla="*/ 69849 h 386212"/>
              <a:gd name="connsiteX31" fmla="*/ 383389 w 658370"/>
              <a:gd name="connsiteY31" fmla="*/ 100012 h 386212"/>
              <a:gd name="connsiteX32" fmla="*/ 440539 w 658370"/>
              <a:gd name="connsiteY32" fmla="*/ 158749 h 386212"/>
              <a:gd name="connsiteX33" fmla="*/ 429427 w 658370"/>
              <a:gd name="connsiteY33" fmla="*/ 203199 h 386212"/>
              <a:gd name="connsiteX34" fmla="*/ 437363 w 658370"/>
              <a:gd name="connsiteY34" fmla="*/ 274637 h 386212"/>
              <a:gd name="connsiteX35" fmla="*/ 519914 w 658370"/>
              <a:gd name="connsiteY35" fmla="*/ 325437 h 386212"/>
              <a:gd name="connsiteX36" fmla="*/ 624688 w 658370"/>
              <a:gd name="connsiteY36" fmla="*/ 307974 h 386212"/>
              <a:gd name="connsiteX37" fmla="*/ 653263 w 658370"/>
              <a:gd name="connsiteY37" fmla="*/ 266699 h 386212"/>
              <a:gd name="connsiteX38" fmla="*/ 654852 w 658370"/>
              <a:gd name="connsiteY38" fmla="*/ 168275 h 386212"/>
              <a:gd name="connsiteX39" fmla="*/ 616751 w 658370"/>
              <a:gd name="connsiteY39" fmla="*/ 128586 h 386212"/>
              <a:gd name="connsiteX40" fmla="*/ 558014 w 658370"/>
              <a:gd name="connsiteY40" fmla="*/ 100012 h 386212"/>
              <a:gd name="connsiteX41" fmla="*/ 504039 w 658370"/>
              <a:gd name="connsiteY41" fmla="*/ 109538 h 386212"/>
              <a:gd name="connsiteX42" fmla="*/ 470702 w 658370"/>
              <a:gd name="connsiteY42" fmla="*/ 128587 h 386212"/>
              <a:gd name="connsiteX43" fmla="*/ 383389 w 658370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05614 w 660946"/>
              <a:gd name="connsiteY25" fmla="*/ 325437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519914 w 660946"/>
              <a:gd name="connsiteY35" fmla="*/ 325437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05614 w 660946"/>
              <a:gd name="connsiteY25" fmla="*/ 325437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481814 w 660946"/>
              <a:gd name="connsiteY35" fmla="*/ 320675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16727 w 660946"/>
              <a:gd name="connsiteY25" fmla="*/ 311150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481814 w 660946"/>
              <a:gd name="connsiteY35" fmla="*/ 320675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82"/>
              <a:gd name="connsiteX1" fmla="*/ 210352 w 660946"/>
              <a:gd name="connsiteY1" fmla="*/ 82549 h 386282"/>
              <a:gd name="connsiteX2" fmla="*/ 165901 w 660946"/>
              <a:gd name="connsiteY2" fmla="*/ 58737 h 386282"/>
              <a:gd name="connsiteX3" fmla="*/ 94464 w 660946"/>
              <a:gd name="connsiteY3" fmla="*/ 49213 h 386282"/>
              <a:gd name="connsiteX4" fmla="*/ 43664 w 660946"/>
              <a:gd name="connsiteY4" fmla="*/ 69849 h 386282"/>
              <a:gd name="connsiteX5" fmla="*/ 7151 w 660946"/>
              <a:gd name="connsiteY5" fmla="*/ 111125 h 386282"/>
              <a:gd name="connsiteX6" fmla="*/ 801 w 660946"/>
              <a:gd name="connsiteY6" fmla="*/ 179387 h 386282"/>
              <a:gd name="connsiteX7" fmla="*/ 18264 w 660946"/>
              <a:gd name="connsiteY7" fmla="*/ 222250 h 386282"/>
              <a:gd name="connsiteX8" fmla="*/ 57951 w 660946"/>
              <a:gd name="connsiteY8" fmla="*/ 266700 h 386282"/>
              <a:gd name="connsiteX9" fmla="*/ 129389 w 660946"/>
              <a:gd name="connsiteY9" fmla="*/ 274637 h 386282"/>
              <a:gd name="connsiteX10" fmla="*/ 196064 w 660946"/>
              <a:gd name="connsiteY10" fmla="*/ 242887 h 386282"/>
              <a:gd name="connsiteX11" fmla="*/ 230989 w 660946"/>
              <a:gd name="connsiteY11" fmla="*/ 173037 h 386282"/>
              <a:gd name="connsiteX12" fmla="*/ 234164 w 660946"/>
              <a:gd name="connsiteY12" fmla="*/ 111124 h 386282"/>
              <a:gd name="connsiteX13" fmla="*/ 319890 w 660946"/>
              <a:gd name="connsiteY13" fmla="*/ 30161 h 386282"/>
              <a:gd name="connsiteX14" fmla="*/ 313539 w 660946"/>
              <a:gd name="connsiteY14" fmla="*/ 87312 h 386282"/>
              <a:gd name="connsiteX15" fmla="*/ 307188 w 660946"/>
              <a:gd name="connsiteY15" fmla="*/ 128587 h 386282"/>
              <a:gd name="connsiteX16" fmla="*/ 296077 w 660946"/>
              <a:gd name="connsiteY16" fmla="*/ 174625 h 386282"/>
              <a:gd name="connsiteX17" fmla="*/ 248451 w 660946"/>
              <a:gd name="connsiteY17" fmla="*/ 187324 h 386282"/>
              <a:gd name="connsiteX18" fmla="*/ 211939 w 660946"/>
              <a:gd name="connsiteY18" fmla="*/ 234949 h 386282"/>
              <a:gd name="connsiteX19" fmla="*/ 199239 w 660946"/>
              <a:gd name="connsiteY19" fmla="*/ 290512 h 386282"/>
              <a:gd name="connsiteX20" fmla="*/ 216702 w 660946"/>
              <a:gd name="connsiteY20" fmla="*/ 339724 h 386282"/>
              <a:gd name="connsiteX21" fmla="*/ 261151 w 660946"/>
              <a:gd name="connsiteY21" fmla="*/ 373061 h 386282"/>
              <a:gd name="connsiteX22" fmla="*/ 313539 w 660946"/>
              <a:gd name="connsiteY22" fmla="*/ 385761 h 386282"/>
              <a:gd name="connsiteX23" fmla="*/ 365926 w 660946"/>
              <a:gd name="connsiteY23" fmla="*/ 381000 h 386282"/>
              <a:gd name="connsiteX24" fmla="*/ 388152 w 660946"/>
              <a:gd name="connsiteY24" fmla="*/ 355599 h 386282"/>
              <a:gd name="connsiteX25" fmla="*/ 416727 w 660946"/>
              <a:gd name="connsiteY25" fmla="*/ 311150 h 386282"/>
              <a:gd name="connsiteX26" fmla="*/ 415139 w 660946"/>
              <a:gd name="connsiteY26" fmla="*/ 273049 h 386282"/>
              <a:gd name="connsiteX27" fmla="*/ 389738 w 660946"/>
              <a:gd name="connsiteY27" fmla="*/ 214312 h 386282"/>
              <a:gd name="connsiteX28" fmla="*/ 334176 w 660946"/>
              <a:gd name="connsiteY28" fmla="*/ 188912 h 386282"/>
              <a:gd name="connsiteX29" fmla="*/ 338939 w 660946"/>
              <a:gd name="connsiteY29" fmla="*/ 126999 h 386282"/>
              <a:gd name="connsiteX30" fmla="*/ 356401 w 660946"/>
              <a:gd name="connsiteY30" fmla="*/ 69849 h 386282"/>
              <a:gd name="connsiteX31" fmla="*/ 383389 w 660946"/>
              <a:gd name="connsiteY31" fmla="*/ 100012 h 386282"/>
              <a:gd name="connsiteX32" fmla="*/ 440539 w 660946"/>
              <a:gd name="connsiteY32" fmla="*/ 158749 h 386282"/>
              <a:gd name="connsiteX33" fmla="*/ 429427 w 660946"/>
              <a:gd name="connsiteY33" fmla="*/ 203199 h 386282"/>
              <a:gd name="connsiteX34" fmla="*/ 437363 w 660946"/>
              <a:gd name="connsiteY34" fmla="*/ 274637 h 386282"/>
              <a:gd name="connsiteX35" fmla="*/ 481814 w 660946"/>
              <a:gd name="connsiteY35" fmla="*/ 320675 h 386282"/>
              <a:gd name="connsiteX36" fmla="*/ 581826 w 660946"/>
              <a:gd name="connsiteY36" fmla="*/ 328611 h 386282"/>
              <a:gd name="connsiteX37" fmla="*/ 653263 w 660946"/>
              <a:gd name="connsiteY37" fmla="*/ 266699 h 386282"/>
              <a:gd name="connsiteX38" fmla="*/ 654852 w 660946"/>
              <a:gd name="connsiteY38" fmla="*/ 168275 h 386282"/>
              <a:gd name="connsiteX39" fmla="*/ 616751 w 660946"/>
              <a:gd name="connsiteY39" fmla="*/ 128586 h 386282"/>
              <a:gd name="connsiteX40" fmla="*/ 558014 w 660946"/>
              <a:gd name="connsiteY40" fmla="*/ 100012 h 386282"/>
              <a:gd name="connsiteX41" fmla="*/ 504039 w 660946"/>
              <a:gd name="connsiteY41" fmla="*/ 109538 h 386282"/>
              <a:gd name="connsiteX42" fmla="*/ 470702 w 660946"/>
              <a:gd name="connsiteY42" fmla="*/ 128587 h 386282"/>
              <a:gd name="connsiteX43" fmla="*/ 383389 w 660946"/>
              <a:gd name="connsiteY43" fmla="*/ 25399 h 386282"/>
              <a:gd name="connsiteX0" fmla="*/ 305601 w 660946"/>
              <a:gd name="connsiteY0" fmla="*/ 0 h 386525"/>
              <a:gd name="connsiteX1" fmla="*/ 210352 w 660946"/>
              <a:gd name="connsiteY1" fmla="*/ 82549 h 386525"/>
              <a:gd name="connsiteX2" fmla="*/ 165901 w 660946"/>
              <a:gd name="connsiteY2" fmla="*/ 58737 h 386525"/>
              <a:gd name="connsiteX3" fmla="*/ 94464 w 660946"/>
              <a:gd name="connsiteY3" fmla="*/ 49213 h 386525"/>
              <a:gd name="connsiteX4" fmla="*/ 43664 w 660946"/>
              <a:gd name="connsiteY4" fmla="*/ 69849 h 386525"/>
              <a:gd name="connsiteX5" fmla="*/ 7151 w 660946"/>
              <a:gd name="connsiteY5" fmla="*/ 111125 h 386525"/>
              <a:gd name="connsiteX6" fmla="*/ 801 w 660946"/>
              <a:gd name="connsiteY6" fmla="*/ 179387 h 386525"/>
              <a:gd name="connsiteX7" fmla="*/ 18264 w 660946"/>
              <a:gd name="connsiteY7" fmla="*/ 222250 h 386525"/>
              <a:gd name="connsiteX8" fmla="*/ 57951 w 660946"/>
              <a:gd name="connsiteY8" fmla="*/ 266700 h 386525"/>
              <a:gd name="connsiteX9" fmla="*/ 129389 w 660946"/>
              <a:gd name="connsiteY9" fmla="*/ 274637 h 386525"/>
              <a:gd name="connsiteX10" fmla="*/ 196064 w 660946"/>
              <a:gd name="connsiteY10" fmla="*/ 242887 h 386525"/>
              <a:gd name="connsiteX11" fmla="*/ 230989 w 660946"/>
              <a:gd name="connsiteY11" fmla="*/ 173037 h 386525"/>
              <a:gd name="connsiteX12" fmla="*/ 234164 w 660946"/>
              <a:gd name="connsiteY12" fmla="*/ 111124 h 386525"/>
              <a:gd name="connsiteX13" fmla="*/ 319890 w 660946"/>
              <a:gd name="connsiteY13" fmla="*/ 30161 h 386525"/>
              <a:gd name="connsiteX14" fmla="*/ 313539 w 660946"/>
              <a:gd name="connsiteY14" fmla="*/ 87312 h 386525"/>
              <a:gd name="connsiteX15" fmla="*/ 307188 w 660946"/>
              <a:gd name="connsiteY15" fmla="*/ 128587 h 386525"/>
              <a:gd name="connsiteX16" fmla="*/ 296077 w 660946"/>
              <a:gd name="connsiteY16" fmla="*/ 174625 h 386525"/>
              <a:gd name="connsiteX17" fmla="*/ 248451 w 660946"/>
              <a:gd name="connsiteY17" fmla="*/ 187324 h 386525"/>
              <a:gd name="connsiteX18" fmla="*/ 211939 w 660946"/>
              <a:gd name="connsiteY18" fmla="*/ 234949 h 386525"/>
              <a:gd name="connsiteX19" fmla="*/ 199239 w 660946"/>
              <a:gd name="connsiteY19" fmla="*/ 290512 h 386525"/>
              <a:gd name="connsiteX20" fmla="*/ 216702 w 660946"/>
              <a:gd name="connsiteY20" fmla="*/ 339724 h 386525"/>
              <a:gd name="connsiteX21" fmla="*/ 261151 w 660946"/>
              <a:gd name="connsiteY21" fmla="*/ 373061 h 386525"/>
              <a:gd name="connsiteX22" fmla="*/ 313539 w 660946"/>
              <a:gd name="connsiteY22" fmla="*/ 385761 h 386525"/>
              <a:gd name="connsiteX23" fmla="*/ 365926 w 660946"/>
              <a:gd name="connsiteY23" fmla="*/ 381000 h 386525"/>
              <a:gd name="connsiteX24" fmla="*/ 402439 w 660946"/>
              <a:gd name="connsiteY24" fmla="*/ 347661 h 386525"/>
              <a:gd name="connsiteX25" fmla="*/ 416727 w 660946"/>
              <a:gd name="connsiteY25" fmla="*/ 311150 h 386525"/>
              <a:gd name="connsiteX26" fmla="*/ 415139 w 660946"/>
              <a:gd name="connsiteY26" fmla="*/ 273049 h 386525"/>
              <a:gd name="connsiteX27" fmla="*/ 389738 w 660946"/>
              <a:gd name="connsiteY27" fmla="*/ 214312 h 386525"/>
              <a:gd name="connsiteX28" fmla="*/ 334176 w 660946"/>
              <a:gd name="connsiteY28" fmla="*/ 188912 h 386525"/>
              <a:gd name="connsiteX29" fmla="*/ 338939 w 660946"/>
              <a:gd name="connsiteY29" fmla="*/ 126999 h 386525"/>
              <a:gd name="connsiteX30" fmla="*/ 356401 w 660946"/>
              <a:gd name="connsiteY30" fmla="*/ 69849 h 386525"/>
              <a:gd name="connsiteX31" fmla="*/ 383389 w 660946"/>
              <a:gd name="connsiteY31" fmla="*/ 100012 h 386525"/>
              <a:gd name="connsiteX32" fmla="*/ 440539 w 660946"/>
              <a:gd name="connsiteY32" fmla="*/ 158749 h 386525"/>
              <a:gd name="connsiteX33" fmla="*/ 429427 w 660946"/>
              <a:gd name="connsiteY33" fmla="*/ 203199 h 386525"/>
              <a:gd name="connsiteX34" fmla="*/ 437363 w 660946"/>
              <a:gd name="connsiteY34" fmla="*/ 274637 h 386525"/>
              <a:gd name="connsiteX35" fmla="*/ 481814 w 660946"/>
              <a:gd name="connsiteY35" fmla="*/ 320675 h 386525"/>
              <a:gd name="connsiteX36" fmla="*/ 581826 w 660946"/>
              <a:gd name="connsiteY36" fmla="*/ 328611 h 386525"/>
              <a:gd name="connsiteX37" fmla="*/ 653263 w 660946"/>
              <a:gd name="connsiteY37" fmla="*/ 266699 h 386525"/>
              <a:gd name="connsiteX38" fmla="*/ 654852 w 660946"/>
              <a:gd name="connsiteY38" fmla="*/ 168275 h 386525"/>
              <a:gd name="connsiteX39" fmla="*/ 616751 w 660946"/>
              <a:gd name="connsiteY39" fmla="*/ 128586 h 386525"/>
              <a:gd name="connsiteX40" fmla="*/ 558014 w 660946"/>
              <a:gd name="connsiteY40" fmla="*/ 100012 h 386525"/>
              <a:gd name="connsiteX41" fmla="*/ 504039 w 660946"/>
              <a:gd name="connsiteY41" fmla="*/ 109538 h 386525"/>
              <a:gd name="connsiteX42" fmla="*/ 470702 w 660946"/>
              <a:gd name="connsiteY42" fmla="*/ 128587 h 386525"/>
              <a:gd name="connsiteX43" fmla="*/ 383389 w 660946"/>
              <a:gd name="connsiteY43" fmla="*/ 25399 h 386525"/>
              <a:gd name="connsiteX0" fmla="*/ 305601 w 660946"/>
              <a:gd name="connsiteY0" fmla="*/ 0 h 393873"/>
              <a:gd name="connsiteX1" fmla="*/ 210352 w 660946"/>
              <a:gd name="connsiteY1" fmla="*/ 82549 h 393873"/>
              <a:gd name="connsiteX2" fmla="*/ 165901 w 660946"/>
              <a:gd name="connsiteY2" fmla="*/ 58737 h 393873"/>
              <a:gd name="connsiteX3" fmla="*/ 94464 w 660946"/>
              <a:gd name="connsiteY3" fmla="*/ 49213 h 393873"/>
              <a:gd name="connsiteX4" fmla="*/ 43664 w 660946"/>
              <a:gd name="connsiteY4" fmla="*/ 69849 h 393873"/>
              <a:gd name="connsiteX5" fmla="*/ 7151 w 660946"/>
              <a:gd name="connsiteY5" fmla="*/ 111125 h 393873"/>
              <a:gd name="connsiteX6" fmla="*/ 801 w 660946"/>
              <a:gd name="connsiteY6" fmla="*/ 179387 h 393873"/>
              <a:gd name="connsiteX7" fmla="*/ 18264 w 660946"/>
              <a:gd name="connsiteY7" fmla="*/ 222250 h 393873"/>
              <a:gd name="connsiteX8" fmla="*/ 57951 w 660946"/>
              <a:gd name="connsiteY8" fmla="*/ 266700 h 393873"/>
              <a:gd name="connsiteX9" fmla="*/ 129389 w 660946"/>
              <a:gd name="connsiteY9" fmla="*/ 274637 h 393873"/>
              <a:gd name="connsiteX10" fmla="*/ 196064 w 660946"/>
              <a:gd name="connsiteY10" fmla="*/ 242887 h 393873"/>
              <a:gd name="connsiteX11" fmla="*/ 230989 w 660946"/>
              <a:gd name="connsiteY11" fmla="*/ 173037 h 393873"/>
              <a:gd name="connsiteX12" fmla="*/ 234164 w 660946"/>
              <a:gd name="connsiteY12" fmla="*/ 111124 h 393873"/>
              <a:gd name="connsiteX13" fmla="*/ 319890 w 660946"/>
              <a:gd name="connsiteY13" fmla="*/ 30161 h 393873"/>
              <a:gd name="connsiteX14" fmla="*/ 313539 w 660946"/>
              <a:gd name="connsiteY14" fmla="*/ 87312 h 393873"/>
              <a:gd name="connsiteX15" fmla="*/ 307188 w 660946"/>
              <a:gd name="connsiteY15" fmla="*/ 128587 h 393873"/>
              <a:gd name="connsiteX16" fmla="*/ 296077 w 660946"/>
              <a:gd name="connsiteY16" fmla="*/ 174625 h 393873"/>
              <a:gd name="connsiteX17" fmla="*/ 248451 w 660946"/>
              <a:gd name="connsiteY17" fmla="*/ 187324 h 393873"/>
              <a:gd name="connsiteX18" fmla="*/ 211939 w 660946"/>
              <a:gd name="connsiteY18" fmla="*/ 234949 h 393873"/>
              <a:gd name="connsiteX19" fmla="*/ 199239 w 660946"/>
              <a:gd name="connsiteY19" fmla="*/ 290512 h 393873"/>
              <a:gd name="connsiteX20" fmla="*/ 216702 w 660946"/>
              <a:gd name="connsiteY20" fmla="*/ 339724 h 393873"/>
              <a:gd name="connsiteX21" fmla="*/ 261151 w 660946"/>
              <a:gd name="connsiteY21" fmla="*/ 373061 h 393873"/>
              <a:gd name="connsiteX22" fmla="*/ 302427 w 660946"/>
              <a:gd name="connsiteY22" fmla="*/ 393698 h 393873"/>
              <a:gd name="connsiteX23" fmla="*/ 365926 w 660946"/>
              <a:gd name="connsiteY23" fmla="*/ 381000 h 393873"/>
              <a:gd name="connsiteX24" fmla="*/ 402439 w 660946"/>
              <a:gd name="connsiteY24" fmla="*/ 347661 h 393873"/>
              <a:gd name="connsiteX25" fmla="*/ 416727 w 660946"/>
              <a:gd name="connsiteY25" fmla="*/ 311150 h 393873"/>
              <a:gd name="connsiteX26" fmla="*/ 415139 w 660946"/>
              <a:gd name="connsiteY26" fmla="*/ 273049 h 393873"/>
              <a:gd name="connsiteX27" fmla="*/ 389738 w 660946"/>
              <a:gd name="connsiteY27" fmla="*/ 214312 h 393873"/>
              <a:gd name="connsiteX28" fmla="*/ 334176 w 660946"/>
              <a:gd name="connsiteY28" fmla="*/ 188912 h 393873"/>
              <a:gd name="connsiteX29" fmla="*/ 338939 w 660946"/>
              <a:gd name="connsiteY29" fmla="*/ 126999 h 393873"/>
              <a:gd name="connsiteX30" fmla="*/ 356401 w 660946"/>
              <a:gd name="connsiteY30" fmla="*/ 69849 h 393873"/>
              <a:gd name="connsiteX31" fmla="*/ 383389 w 660946"/>
              <a:gd name="connsiteY31" fmla="*/ 100012 h 393873"/>
              <a:gd name="connsiteX32" fmla="*/ 440539 w 660946"/>
              <a:gd name="connsiteY32" fmla="*/ 158749 h 393873"/>
              <a:gd name="connsiteX33" fmla="*/ 429427 w 660946"/>
              <a:gd name="connsiteY33" fmla="*/ 203199 h 393873"/>
              <a:gd name="connsiteX34" fmla="*/ 437363 w 660946"/>
              <a:gd name="connsiteY34" fmla="*/ 274637 h 393873"/>
              <a:gd name="connsiteX35" fmla="*/ 481814 w 660946"/>
              <a:gd name="connsiteY35" fmla="*/ 320675 h 393873"/>
              <a:gd name="connsiteX36" fmla="*/ 581826 w 660946"/>
              <a:gd name="connsiteY36" fmla="*/ 328611 h 393873"/>
              <a:gd name="connsiteX37" fmla="*/ 653263 w 660946"/>
              <a:gd name="connsiteY37" fmla="*/ 266699 h 393873"/>
              <a:gd name="connsiteX38" fmla="*/ 654852 w 660946"/>
              <a:gd name="connsiteY38" fmla="*/ 168275 h 393873"/>
              <a:gd name="connsiteX39" fmla="*/ 616751 w 660946"/>
              <a:gd name="connsiteY39" fmla="*/ 128586 h 393873"/>
              <a:gd name="connsiteX40" fmla="*/ 558014 w 660946"/>
              <a:gd name="connsiteY40" fmla="*/ 100012 h 393873"/>
              <a:gd name="connsiteX41" fmla="*/ 504039 w 660946"/>
              <a:gd name="connsiteY41" fmla="*/ 109538 h 393873"/>
              <a:gd name="connsiteX42" fmla="*/ 470702 w 660946"/>
              <a:gd name="connsiteY42" fmla="*/ 128587 h 393873"/>
              <a:gd name="connsiteX43" fmla="*/ 383389 w 660946"/>
              <a:gd name="connsiteY43" fmla="*/ 25399 h 393873"/>
              <a:gd name="connsiteX0" fmla="*/ 305601 w 660946"/>
              <a:gd name="connsiteY0" fmla="*/ 0 h 393809"/>
              <a:gd name="connsiteX1" fmla="*/ 210352 w 660946"/>
              <a:gd name="connsiteY1" fmla="*/ 82549 h 393809"/>
              <a:gd name="connsiteX2" fmla="*/ 165901 w 660946"/>
              <a:gd name="connsiteY2" fmla="*/ 58737 h 393809"/>
              <a:gd name="connsiteX3" fmla="*/ 94464 w 660946"/>
              <a:gd name="connsiteY3" fmla="*/ 49213 h 393809"/>
              <a:gd name="connsiteX4" fmla="*/ 43664 w 660946"/>
              <a:gd name="connsiteY4" fmla="*/ 69849 h 393809"/>
              <a:gd name="connsiteX5" fmla="*/ 7151 w 660946"/>
              <a:gd name="connsiteY5" fmla="*/ 111125 h 393809"/>
              <a:gd name="connsiteX6" fmla="*/ 801 w 660946"/>
              <a:gd name="connsiteY6" fmla="*/ 179387 h 393809"/>
              <a:gd name="connsiteX7" fmla="*/ 18264 w 660946"/>
              <a:gd name="connsiteY7" fmla="*/ 222250 h 393809"/>
              <a:gd name="connsiteX8" fmla="*/ 57951 w 660946"/>
              <a:gd name="connsiteY8" fmla="*/ 266700 h 393809"/>
              <a:gd name="connsiteX9" fmla="*/ 129389 w 660946"/>
              <a:gd name="connsiteY9" fmla="*/ 274637 h 393809"/>
              <a:gd name="connsiteX10" fmla="*/ 196064 w 660946"/>
              <a:gd name="connsiteY10" fmla="*/ 242887 h 393809"/>
              <a:gd name="connsiteX11" fmla="*/ 230989 w 660946"/>
              <a:gd name="connsiteY11" fmla="*/ 173037 h 393809"/>
              <a:gd name="connsiteX12" fmla="*/ 234164 w 660946"/>
              <a:gd name="connsiteY12" fmla="*/ 111124 h 393809"/>
              <a:gd name="connsiteX13" fmla="*/ 319890 w 660946"/>
              <a:gd name="connsiteY13" fmla="*/ 30161 h 393809"/>
              <a:gd name="connsiteX14" fmla="*/ 313539 w 660946"/>
              <a:gd name="connsiteY14" fmla="*/ 87312 h 393809"/>
              <a:gd name="connsiteX15" fmla="*/ 307188 w 660946"/>
              <a:gd name="connsiteY15" fmla="*/ 128587 h 393809"/>
              <a:gd name="connsiteX16" fmla="*/ 296077 w 660946"/>
              <a:gd name="connsiteY16" fmla="*/ 174625 h 393809"/>
              <a:gd name="connsiteX17" fmla="*/ 248451 w 660946"/>
              <a:gd name="connsiteY17" fmla="*/ 187324 h 393809"/>
              <a:gd name="connsiteX18" fmla="*/ 211939 w 660946"/>
              <a:gd name="connsiteY18" fmla="*/ 234949 h 393809"/>
              <a:gd name="connsiteX19" fmla="*/ 199239 w 660946"/>
              <a:gd name="connsiteY19" fmla="*/ 290512 h 393809"/>
              <a:gd name="connsiteX20" fmla="*/ 216702 w 660946"/>
              <a:gd name="connsiteY20" fmla="*/ 339724 h 393809"/>
              <a:gd name="connsiteX21" fmla="*/ 248451 w 660946"/>
              <a:gd name="connsiteY21" fmla="*/ 384173 h 393809"/>
              <a:gd name="connsiteX22" fmla="*/ 302427 w 660946"/>
              <a:gd name="connsiteY22" fmla="*/ 393698 h 393809"/>
              <a:gd name="connsiteX23" fmla="*/ 365926 w 660946"/>
              <a:gd name="connsiteY23" fmla="*/ 381000 h 393809"/>
              <a:gd name="connsiteX24" fmla="*/ 402439 w 660946"/>
              <a:gd name="connsiteY24" fmla="*/ 347661 h 393809"/>
              <a:gd name="connsiteX25" fmla="*/ 416727 w 660946"/>
              <a:gd name="connsiteY25" fmla="*/ 311150 h 393809"/>
              <a:gd name="connsiteX26" fmla="*/ 415139 w 660946"/>
              <a:gd name="connsiteY26" fmla="*/ 273049 h 393809"/>
              <a:gd name="connsiteX27" fmla="*/ 389738 w 660946"/>
              <a:gd name="connsiteY27" fmla="*/ 214312 h 393809"/>
              <a:gd name="connsiteX28" fmla="*/ 334176 w 660946"/>
              <a:gd name="connsiteY28" fmla="*/ 188912 h 393809"/>
              <a:gd name="connsiteX29" fmla="*/ 338939 w 660946"/>
              <a:gd name="connsiteY29" fmla="*/ 126999 h 393809"/>
              <a:gd name="connsiteX30" fmla="*/ 356401 w 660946"/>
              <a:gd name="connsiteY30" fmla="*/ 69849 h 393809"/>
              <a:gd name="connsiteX31" fmla="*/ 383389 w 660946"/>
              <a:gd name="connsiteY31" fmla="*/ 100012 h 393809"/>
              <a:gd name="connsiteX32" fmla="*/ 440539 w 660946"/>
              <a:gd name="connsiteY32" fmla="*/ 158749 h 393809"/>
              <a:gd name="connsiteX33" fmla="*/ 429427 w 660946"/>
              <a:gd name="connsiteY33" fmla="*/ 203199 h 393809"/>
              <a:gd name="connsiteX34" fmla="*/ 437363 w 660946"/>
              <a:gd name="connsiteY34" fmla="*/ 274637 h 393809"/>
              <a:gd name="connsiteX35" fmla="*/ 481814 w 660946"/>
              <a:gd name="connsiteY35" fmla="*/ 320675 h 393809"/>
              <a:gd name="connsiteX36" fmla="*/ 581826 w 660946"/>
              <a:gd name="connsiteY36" fmla="*/ 328611 h 393809"/>
              <a:gd name="connsiteX37" fmla="*/ 653263 w 660946"/>
              <a:gd name="connsiteY37" fmla="*/ 266699 h 393809"/>
              <a:gd name="connsiteX38" fmla="*/ 654852 w 660946"/>
              <a:gd name="connsiteY38" fmla="*/ 168275 h 393809"/>
              <a:gd name="connsiteX39" fmla="*/ 616751 w 660946"/>
              <a:gd name="connsiteY39" fmla="*/ 128586 h 393809"/>
              <a:gd name="connsiteX40" fmla="*/ 558014 w 660946"/>
              <a:gd name="connsiteY40" fmla="*/ 100012 h 393809"/>
              <a:gd name="connsiteX41" fmla="*/ 504039 w 660946"/>
              <a:gd name="connsiteY41" fmla="*/ 109538 h 393809"/>
              <a:gd name="connsiteX42" fmla="*/ 470702 w 660946"/>
              <a:gd name="connsiteY42" fmla="*/ 128587 h 393809"/>
              <a:gd name="connsiteX43" fmla="*/ 383389 w 660946"/>
              <a:gd name="connsiteY43" fmla="*/ 25399 h 393809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9239 w 660946"/>
              <a:gd name="connsiteY19" fmla="*/ 290512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4176 w 660946"/>
              <a:gd name="connsiteY28" fmla="*/ 188912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4176 w 660946"/>
              <a:gd name="connsiteY28" fmla="*/ 188912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7351 w 660946"/>
              <a:gd name="connsiteY28" fmla="*/ 180975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1353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13538 w 660946"/>
              <a:gd name="connsiteY15" fmla="*/ 128587 h 393822"/>
              <a:gd name="connsiteX16" fmla="*/ 305602 w 660946"/>
              <a:gd name="connsiteY16" fmla="*/ 165100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9889 w 660946"/>
              <a:gd name="connsiteY14" fmla="*/ 90487 h 393822"/>
              <a:gd name="connsiteX15" fmla="*/ 313538 w 660946"/>
              <a:gd name="connsiteY15" fmla="*/ 128587 h 393822"/>
              <a:gd name="connsiteX16" fmla="*/ 305602 w 660946"/>
              <a:gd name="connsiteY16" fmla="*/ 165100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60946" h="393822">
                <a:moveTo>
                  <a:pt x="305601" y="0"/>
                </a:moveTo>
                <a:cubicBezTo>
                  <a:pt x="272925" y="26061"/>
                  <a:pt x="233635" y="72760"/>
                  <a:pt x="210352" y="82549"/>
                </a:cubicBezTo>
                <a:cubicBezTo>
                  <a:pt x="187069" y="92338"/>
                  <a:pt x="185216" y="64293"/>
                  <a:pt x="165901" y="58737"/>
                </a:cubicBezTo>
                <a:cubicBezTo>
                  <a:pt x="146586" y="53181"/>
                  <a:pt x="114837" y="47361"/>
                  <a:pt x="94464" y="49213"/>
                </a:cubicBezTo>
                <a:cubicBezTo>
                  <a:pt x="74091" y="51065"/>
                  <a:pt x="58216" y="59530"/>
                  <a:pt x="43664" y="69849"/>
                </a:cubicBezTo>
                <a:cubicBezTo>
                  <a:pt x="29112" y="80168"/>
                  <a:pt x="14295" y="92869"/>
                  <a:pt x="7151" y="111125"/>
                </a:cubicBezTo>
                <a:cubicBezTo>
                  <a:pt x="7" y="129381"/>
                  <a:pt x="-1051" y="160866"/>
                  <a:pt x="801" y="179387"/>
                </a:cubicBezTo>
                <a:cubicBezTo>
                  <a:pt x="2653" y="197908"/>
                  <a:pt x="8739" y="207698"/>
                  <a:pt x="18264" y="222250"/>
                </a:cubicBezTo>
                <a:cubicBezTo>
                  <a:pt x="27789" y="236802"/>
                  <a:pt x="39430" y="257969"/>
                  <a:pt x="57951" y="266700"/>
                </a:cubicBezTo>
                <a:cubicBezTo>
                  <a:pt x="76472" y="275431"/>
                  <a:pt x="106370" y="278606"/>
                  <a:pt x="129389" y="274637"/>
                </a:cubicBezTo>
                <a:cubicBezTo>
                  <a:pt x="152408" y="270668"/>
                  <a:pt x="179131" y="259820"/>
                  <a:pt x="196064" y="242887"/>
                </a:cubicBezTo>
                <a:cubicBezTo>
                  <a:pt x="212997" y="225954"/>
                  <a:pt x="224639" y="194998"/>
                  <a:pt x="230989" y="173037"/>
                </a:cubicBezTo>
                <a:cubicBezTo>
                  <a:pt x="237339" y="151077"/>
                  <a:pt x="219347" y="134937"/>
                  <a:pt x="234164" y="111124"/>
                </a:cubicBezTo>
                <a:cubicBezTo>
                  <a:pt x="248981" y="87311"/>
                  <a:pt x="305603" y="33601"/>
                  <a:pt x="319890" y="30161"/>
                </a:cubicBezTo>
                <a:cubicBezTo>
                  <a:pt x="334178" y="26722"/>
                  <a:pt x="320948" y="74083"/>
                  <a:pt x="319889" y="90487"/>
                </a:cubicBezTo>
                <a:cubicBezTo>
                  <a:pt x="318830" y="106891"/>
                  <a:pt x="315919" y="116152"/>
                  <a:pt x="313538" y="128587"/>
                </a:cubicBezTo>
                <a:cubicBezTo>
                  <a:pt x="311157" y="141023"/>
                  <a:pt x="316450" y="155311"/>
                  <a:pt x="305602" y="165100"/>
                </a:cubicBezTo>
                <a:cubicBezTo>
                  <a:pt x="294754" y="174889"/>
                  <a:pt x="264061" y="175683"/>
                  <a:pt x="248451" y="187324"/>
                </a:cubicBezTo>
                <a:cubicBezTo>
                  <a:pt x="232841" y="198965"/>
                  <a:pt x="220670" y="219339"/>
                  <a:pt x="211939" y="234949"/>
                </a:cubicBezTo>
                <a:cubicBezTo>
                  <a:pt x="203208" y="250560"/>
                  <a:pt x="197387" y="263789"/>
                  <a:pt x="196064" y="280987"/>
                </a:cubicBezTo>
                <a:cubicBezTo>
                  <a:pt x="194741" y="298185"/>
                  <a:pt x="195271" y="320939"/>
                  <a:pt x="204002" y="338137"/>
                </a:cubicBezTo>
                <a:cubicBezTo>
                  <a:pt x="212733" y="355335"/>
                  <a:pt x="232047" y="374913"/>
                  <a:pt x="248451" y="384173"/>
                </a:cubicBezTo>
                <a:cubicBezTo>
                  <a:pt x="264855" y="393433"/>
                  <a:pt x="282848" y="394227"/>
                  <a:pt x="302427" y="393698"/>
                </a:cubicBezTo>
                <a:cubicBezTo>
                  <a:pt x="322006" y="393169"/>
                  <a:pt x="349257" y="388673"/>
                  <a:pt x="365926" y="381000"/>
                </a:cubicBezTo>
                <a:cubicBezTo>
                  <a:pt x="382595" y="373327"/>
                  <a:pt x="393972" y="359303"/>
                  <a:pt x="402439" y="347661"/>
                </a:cubicBezTo>
                <a:cubicBezTo>
                  <a:pt x="410906" y="336019"/>
                  <a:pt x="414610" y="323585"/>
                  <a:pt x="416727" y="311150"/>
                </a:cubicBezTo>
                <a:cubicBezTo>
                  <a:pt x="418844" y="298715"/>
                  <a:pt x="419637" y="289189"/>
                  <a:pt x="415139" y="273049"/>
                </a:cubicBezTo>
                <a:cubicBezTo>
                  <a:pt x="410641" y="256909"/>
                  <a:pt x="400850" y="230981"/>
                  <a:pt x="389738" y="214312"/>
                </a:cubicBezTo>
                <a:cubicBezTo>
                  <a:pt x="378626" y="197643"/>
                  <a:pt x="355872" y="187589"/>
                  <a:pt x="348464" y="173037"/>
                </a:cubicBezTo>
                <a:cubicBezTo>
                  <a:pt x="341056" y="158485"/>
                  <a:pt x="343966" y="144197"/>
                  <a:pt x="345289" y="126999"/>
                </a:cubicBezTo>
                <a:cubicBezTo>
                  <a:pt x="346612" y="109801"/>
                  <a:pt x="350051" y="74347"/>
                  <a:pt x="356401" y="69849"/>
                </a:cubicBezTo>
                <a:cubicBezTo>
                  <a:pt x="362751" y="65351"/>
                  <a:pt x="369366" y="85195"/>
                  <a:pt x="383389" y="100012"/>
                </a:cubicBezTo>
                <a:cubicBezTo>
                  <a:pt x="397412" y="114829"/>
                  <a:pt x="432866" y="141551"/>
                  <a:pt x="440539" y="158749"/>
                </a:cubicBezTo>
                <a:cubicBezTo>
                  <a:pt x="448212" y="175947"/>
                  <a:pt x="429956" y="183884"/>
                  <a:pt x="429427" y="203199"/>
                </a:cubicBezTo>
                <a:cubicBezTo>
                  <a:pt x="428898" y="222514"/>
                  <a:pt x="428632" y="255058"/>
                  <a:pt x="437363" y="274637"/>
                </a:cubicBezTo>
                <a:cubicBezTo>
                  <a:pt x="446094" y="294216"/>
                  <a:pt x="457737" y="311679"/>
                  <a:pt x="481814" y="320675"/>
                </a:cubicBezTo>
                <a:cubicBezTo>
                  <a:pt x="505891" y="329671"/>
                  <a:pt x="553251" y="337607"/>
                  <a:pt x="581826" y="328611"/>
                </a:cubicBezTo>
                <a:cubicBezTo>
                  <a:pt x="610401" y="319615"/>
                  <a:pt x="641092" y="293422"/>
                  <a:pt x="653263" y="266699"/>
                </a:cubicBezTo>
                <a:cubicBezTo>
                  <a:pt x="665434" y="239976"/>
                  <a:pt x="660937" y="191294"/>
                  <a:pt x="654852" y="168275"/>
                </a:cubicBezTo>
                <a:cubicBezTo>
                  <a:pt x="648767" y="145256"/>
                  <a:pt x="632891" y="139963"/>
                  <a:pt x="616751" y="128586"/>
                </a:cubicBezTo>
                <a:cubicBezTo>
                  <a:pt x="600611" y="117209"/>
                  <a:pt x="576799" y="103187"/>
                  <a:pt x="558014" y="100012"/>
                </a:cubicBezTo>
                <a:cubicBezTo>
                  <a:pt x="539229" y="96837"/>
                  <a:pt x="518591" y="104775"/>
                  <a:pt x="504039" y="109538"/>
                </a:cubicBezTo>
                <a:cubicBezTo>
                  <a:pt x="489487" y="114301"/>
                  <a:pt x="490810" y="142610"/>
                  <a:pt x="470702" y="128587"/>
                </a:cubicBezTo>
                <a:cubicBezTo>
                  <a:pt x="450594" y="114564"/>
                  <a:pt x="429955" y="86253"/>
                  <a:pt x="383389" y="25399"/>
                </a:cubicBezTo>
              </a:path>
            </a:pathLst>
          </a:cu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1925415-AFC3-48A5-973F-9C32C98F8A4E}"/>
              </a:ext>
            </a:extLst>
          </p:cNvPr>
          <p:cNvGrpSpPr/>
          <p:nvPr/>
        </p:nvGrpSpPr>
        <p:grpSpPr>
          <a:xfrm>
            <a:off x="1024595" y="1046440"/>
            <a:ext cx="2102631" cy="3785818"/>
            <a:chOff x="1025464" y="906703"/>
            <a:chExt cx="2102631" cy="378581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F95AE5E-9C61-4320-AC20-67462B3021C1}"/>
                </a:ext>
              </a:extLst>
            </p:cNvPr>
            <p:cNvSpPr/>
            <p:nvPr/>
          </p:nvSpPr>
          <p:spPr>
            <a:xfrm>
              <a:off x="2069701" y="906703"/>
              <a:ext cx="1014587" cy="1875177"/>
            </a:xfrm>
            <a:custGeom>
              <a:avLst/>
              <a:gdLst>
                <a:gd name="connsiteX0" fmla="*/ 811129 w 923438"/>
                <a:gd name="connsiteY0" fmla="*/ 637515 h 1488329"/>
                <a:gd name="connsiteX1" fmla="*/ 675662 w 923438"/>
                <a:gd name="connsiteY1" fmla="*/ 637515 h 1488329"/>
                <a:gd name="connsiteX2" fmla="*/ 684129 w 923438"/>
                <a:gd name="connsiteY2" fmla="*/ 595182 h 1488329"/>
                <a:gd name="connsiteX3" fmla="*/ 717996 w 923438"/>
                <a:gd name="connsiteY3" fmla="*/ 535915 h 1488329"/>
                <a:gd name="connsiteX4" fmla="*/ 667196 w 923438"/>
                <a:gd name="connsiteY4" fmla="*/ 468182 h 1488329"/>
                <a:gd name="connsiteX5" fmla="*/ 489396 w 923438"/>
                <a:gd name="connsiteY5" fmla="*/ 485115 h 1488329"/>
                <a:gd name="connsiteX6" fmla="*/ 387796 w 923438"/>
                <a:gd name="connsiteY6" fmla="*/ 586715 h 1488329"/>
                <a:gd name="connsiteX7" fmla="*/ 328529 w 923438"/>
                <a:gd name="connsiteY7" fmla="*/ 671382 h 1488329"/>
                <a:gd name="connsiteX8" fmla="*/ 277729 w 923438"/>
                <a:gd name="connsiteY8" fmla="*/ 857649 h 1488329"/>
                <a:gd name="connsiteX9" fmla="*/ 345462 w 923438"/>
                <a:gd name="connsiteY9" fmla="*/ 806849 h 1488329"/>
                <a:gd name="connsiteX10" fmla="*/ 345462 w 923438"/>
                <a:gd name="connsiteY10" fmla="*/ 832249 h 1488329"/>
                <a:gd name="connsiteX11" fmla="*/ 277729 w 923438"/>
                <a:gd name="connsiteY11" fmla="*/ 925382 h 1488329"/>
                <a:gd name="connsiteX12" fmla="*/ 252329 w 923438"/>
                <a:gd name="connsiteY12" fmla="*/ 1001582 h 1488329"/>
                <a:gd name="connsiteX13" fmla="*/ 176129 w 923438"/>
                <a:gd name="connsiteY13" fmla="*/ 1433382 h 1488329"/>
                <a:gd name="connsiteX14" fmla="*/ 176129 w 923438"/>
                <a:gd name="connsiteY14" fmla="*/ 1484182 h 1488329"/>
                <a:gd name="connsiteX15" fmla="*/ 15262 w 923438"/>
                <a:gd name="connsiteY15" fmla="*/ 1450315 h 1488329"/>
                <a:gd name="connsiteX16" fmla="*/ 15262 w 923438"/>
                <a:gd name="connsiteY16" fmla="*/ 1391049 h 1488329"/>
                <a:gd name="connsiteX17" fmla="*/ 91462 w 923438"/>
                <a:gd name="connsiteY17" fmla="*/ 1120115 h 1488329"/>
                <a:gd name="connsiteX18" fmla="*/ 108396 w 923438"/>
                <a:gd name="connsiteY18" fmla="*/ 747582 h 1488329"/>
                <a:gd name="connsiteX19" fmla="*/ 218462 w 923438"/>
                <a:gd name="connsiteY19" fmla="*/ 256515 h 1488329"/>
                <a:gd name="connsiteX20" fmla="*/ 286196 w 923438"/>
                <a:gd name="connsiteY20" fmla="*/ 137982 h 1488329"/>
                <a:gd name="connsiteX21" fmla="*/ 387796 w 923438"/>
                <a:gd name="connsiteY21" fmla="*/ 154915 h 1488329"/>
                <a:gd name="connsiteX22" fmla="*/ 616396 w 923438"/>
                <a:gd name="connsiteY22" fmla="*/ 10982 h 1488329"/>
                <a:gd name="connsiteX23" fmla="*/ 785729 w 923438"/>
                <a:gd name="connsiteY23" fmla="*/ 10982 h 1488329"/>
                <a:gd name="connsiteX24" fmla="*/ 777262 w 923438"/>
                <a:gd name="connsiteY24" fmla="*/ 19449 h 1488329"/>
                <a:gd name="connsiteX25" fmla="*/ 921196 w 923438"/>
                <a:gd name="connsiteY25" fmla="*/ 214182 h 1488329"/>
                <a:gd name="connsiteX26" fmla="*/ 861929 w 923438"/>
                <a:gd name="connsiteY26" fmla="*/ 264982 h 1488329"/>
                <a:gd name="connsiteX27" fmla="*/ 819596 w 923438"/>
                <a:gd name="connsiteY27" fmla="*/ 273449 h 1488329"/>
                <a:gd name="connsiteX28" fmla="*/ 794196 w 923438"/>
                <a:gd name="connsiteY28" fmla="*/ 349649 h 1488329"/>
                <a:gd name="connsiteX29" fmla="*/ 785729 w 923438"/>
                <a:gd name="connsiteY29" fmla="*/ 375049 h 1488329"/>
                <a:gd name="connsiteX30" fmla="*/ 861929 w 923438"/>
                <a:gd name="connsiteY30" fmla="*/ 417382 h 1488329"/>
                <a:gd name="connsiteX31" fmla="*/ 836529 w 923438"/>
                <a:gd name="connsiteY31" fmla="*/ 459715 h 1488329"/>
                <a:gd name="connsiteX32" fmla="*/ 760329 w 923438"/>
                <a:gd name="connsiteY32" fmla="*/ 468182 h 1488329"/>
                <a:gd name="connsiteX33" fmla="*/ 853462 w 923438"/>
                <a:gd name="connsiteY33" fmla="*/ 468182 h 1488329"/>
                <a:gd name="connsiteX34" fmla="*/ 853462 w 923438"/>
                <a:gd name="connsiteY34" fmla="*/ 518982 h 1488329"/>
                <a:gd name="connsiteX35" fmla="*/ 785729 w 923438"/>
                <a:gd name="connsiteY35" fmla="*/ 569782 h 1488329"/>
                <a:gd name="connsiteX36" fmla="*/ 811129 w 923438"/>
                <a:gd name="connsiteY36" fmla="*/ 637515 h 1488329"/>
                <a:gd name="connsiteX0" fmla="*/ 811129 w 922317"/>
                <a:gd name="connsiteY0" fmla="*/ 638990 h 1489804"/>
                <a:gd name="connsiteX1" fmla="*/ 675662 w 922317"/>
                <a:gd name="connsiteY1" fmla="*/ 638990 h 1489804"/>
                <a:gd name="connsiteX2" fmla="*/ 684129 w 922317"/>
                <a:gd name="connsiteY2" fmla="*/ 596657 h 1489804"/>
                <a:gd name="connsiteX3" fmla="*/ 717996 w 922317"/>
                <a:gd name="connsiteY3" fmla="*/ 537390 h 1489804"/>
                <a:gd name="connsiteX4" fmla="*/ 667196 w 922317"/>
                <a:gd name="connsiteY4" fmla="*/ 469657 h 1489804"/>
                <a:gd name="connsiteX5" fmla="*/ 489396 w 922317"/>
                <a:gd name="connsiteY5" fmla="*/ 486590 h 1489804"/>
                <a:gd name="connsiteX6" fmla="*/ 387796 w 922317"/>
                <a:gd name="connsiteY6" fmla="*/ 588190 h 1489804"/>
                <a:gd name="connsiteX7" fmla="*/ 328529 w 922317"/>
                <a:gd name="connsiteY7" fmla="*/ 672857 h 1489804"/>
                <a:gd name="connsiteX8" fmla="*/ 277729 w 922317"/>
                <a:gd name="connsiteY8" fmla="*/ 859124 h 1489804"/>
                <a:gd name="connsiteX9" fmla="*/ 345462 w 922317"/>
                <a:gd name="connsiteY9" fmla="*/ 808324 h 1489804"/>
                <a:gd name="connsiteX10" fmla="*/ 345462 w 922317"/>
                <a:gd name="connsiteY10" fmla="*/ 833724 h 1489804"/>
                <a:gd name="connsiteX11" fmla="*/ 277729 w 922317"/>
                <a:gd name="connsiteY11" fmla="*/ 926857 h 1489804"/>
                <a:gd name="connsiteX12" fmla="*/ 252329 w 922317"/>
                <a:gd name="connsiteY12" fmla="*/ 1003057 h 1489804"/>
                <a:gd name="connsiteX13" fmla="*/ 176129 w 922317"/>
                <a:gd name="connsiteY13" fmla="*/ 1434857 h 1489804"/>
                <a:gd name="connsiteX14" fmla="*/ 176129 w 922317"/>
                <a:gd name="connsiteY14" fmla="*/ 1485657 h 1489804"/>
                <a:gd name="connsiteX15" fmla="*/ 15262 w 922317"/>
                <a:gd name="connsiteY15" fmla="*/ 1451790 h 1489804"/>
                <a:gd name="connsiteX16" fmla="*/ 15262 w 922317"/>
                <a:gd name="connsiteY16" fmla="*/ 1392524 h 1489804"/>
                <a:gd name="connsiteX17" fmla="*/ 91462 w 922317"/>
                <a:gd name="connsiteY17" fmla="*/ 1121590 h 1489804"/>
                <a:gd name="connsiteX18" fmla="*/ 108396 w 922317"/>
                <a:gd name="connsiteY18" fmla="*/ 749057 h 1489804"/>
                <a:gd name="connsiteX19" fmla="*/ 218462 w 922317"/>
                <a:gd name="connsiteY19" fmla="*/ 257990 h 1489804"/>
                <a:gd name="connsiteX20" fmla="*/ 286196 w 922317"/>
                <a:gd name="connsiteY20" fmla="*/ 139457 h 1489804"/>
                <a:gd name="connsiteX21" fmla="*/ 387796 w 922317"/>
                <a:gd name="connsiteY21" fmla="*/ 156390 h 1489804"/>
                <a:gd name="connsiteX22" fmla="*/ 616396 w 922317"/>
                <a:gd name="connsiteY22" fmla="*/ 12457 h 1489804"/>
                <a:gd name="connsiteX23" fmla="*/ 785729 w 922317"/>
                <a:gd name="connsiteY23" fmla="*/ 12457 h 1489804"/>
                <a:gd name="connsiteX24" fmla="*/ 805837 w 922317"/>
                <a:gd name="connsiteY24" fmla="*/ 55849 h 1489804"/>
                <a:gd name="connsiteX25" fmla="*/ 921196 w 922317"/>
                <a:gd name="connsiteY25" fmla="*/ 215657 h 1489804"/>
                <a:gd name="connsiteX26" fmla="*/ 861929 w 922317"/>
                <a:gd name="connsiteY26" fmla="*/ 266457 h 1489804"/>
                <a:gd name="connsiteX27" fmla="*/ 819596 w 922317"/>
                <a:gd name="connsiteY27" fmla="*/ 274924 h 1489804"/>
                <a:gd name="connsiteX28" fmla="*/ 794196 w 922317"/>
                <a:gd name="connsiteY28" fmla="*/ 351124 h 1489804"/>
                <a:gd name="connsiteX29" fmla="*/ 785729 w 922317"/>
                <a:gd name="connsiteY29" fmla="*/ 376524 h 1489804"/>
                <a:gd name="connsiteX30" fmla="*/ 861929 w 922317"/>
                <a:gd name="connsiteY30" fmla="*/ 418857 h 1489804"/>
                <a:gd name="connsiteX31" fmla="*/ 836529 w 922317"/>
                <a:gd name="connsiteY31" fmla="*/ 461190 h 1489804"/>
                <a:gd name="connsiteX32" fmla="*/ 760329 w 922317"/>
                <a:gd name="connsiteY32" fmla="*/ 469657 h 1489804"/>
                <a:gd name="connsiteX33" fmla="*/ 853462 w 922317"/>
                <a:gd name="connsiteY33" fmla="*/ 469657 h 1489804"/>
                <a:gd name="connsiteX34" fmla="*/ 853462 w 922317"/>
                <a:gd name="connsiteY34" fmla="*/ 520457 h 1489804"/>
                <a:gd name="connsiteX35" fmla="*/ 785729 w 922317"/>
                <a:gd name="connsiteY35" fmla="*/ 571257 h 1489804"/>
                <a:gd name="connsiteX36" fmla="*/ 811129 w 922317"/>
                <a:gd name="connsiteY36" fmla="*/ 638990 h 1489804"/>
                <a:gd name="connsiteX0" fmla="*/ 811129 w 922317"/>
                <a:gd name="connsiteY0" fmla="*/ 643599 h 1494413"/>
                <a:gd name="connsiteX1" fmla="*/ 675662 w 922317"/>
                <a:gd name="connsiteY1" fmla="*/ 643599 h 1494413"/>
                <a:gd name="connsiteX2" fmla="*/ 684129 w 922317"/>
                <a:gd name="connsiteY2" fmla="*/ 601266 h 1494413"/>
                <a:gd name="connsiteX3" fmla="*/ 717996 w 922317"/>
                <a:gd name="connsiteY3" fmla="*/ 541999 h 1494413"/>
                <a:gd name="connsiteX4" fmla="*/ 667196 w 922317"/>
                <a:gd name="connsiteY4" fmla="*/ 474266 h 1494413"/>
                <a:gd name="connsiteX5" fmla="*/ 489396 w 922317"/>
                <a:gd name="connsiteY5" fmla="*/ 491199 h 1494413"/>
                <a:gd name="connsiteX6" fmla="*/ 387796 w 922317"/>
                <a:gd name="connsiteY6" fmla="*/ 592799 h 1494413"/>
                <a:gd name="connsiteX7" fmla="*/ 328529 w 922317"/>
                <a:gd name="connsiteY7" fmla="*/ 677466 h 1494413"/>
                <a:gd name="connsiteX8" fmla="*/ 277729 w 922317"/>
                <a:gd name="connsiteY8" fmla="*/ 863733 h 1494413"/>
                <a:gd name="connsiteX9" fmla="*/ 345462 w 922317"/>
                <a:gd name="connsiteY9" fmla="*/ 812933 h 1494413"/>
                <a:gd name="connsiteX10" fmla="*/ 345462 w 922317"/>
                <a:gd name="connsiteY10" fmla="*/ 838333 h 1494413"/>
                <a:gd name="connsiteX11" fmla="*/ 277729 w 922317"/>
                <a:gd name="connsiteY11" fmla="*/ 931466 h 1494413"/>
                <a:gd name="connsiteX12" fmla="*/ 252329 w 922317"/>
                <a:gd name="connsiteY12" fmla="*/ 1007666 h 1494413"/>
                <a:gd name="connsiteX13" fmla="*/ 176129 w 922317"/>
                <a:gd name="connsiteY13" fmla="*/ 1439466 h 1494413"/>
                <a:gd name="connsiteX14" fmla="*/ 176129 w 922317"/>
                <a:gd name="connsiteY14" fmla="*/ 1490266 h 1494413"/>
                <a:gd name="connsiteX15" fmla="*/ 15262 w 922317"/>
                <a:gd name="connsiteY15" fmla="*/ 1456399 h 1494413"/>
                <a:gd name="connsiteX16" fmla="*/ 15262 w 922317"/>
                <a:gd name="connsiteY16" fmla="*/ 1397133 h 1494413"/>
                <a:gd name="connsiteX17" fmla="*/ 91462 w 922317"/>
                <a:gd name="connsiteY17" fmla="*/ 1126199 h 1494413"/>
                <a:gd name="connsiteX18" fmla="*/ 108396 w 922317"/>
                <a:gd name="connsiteY18" fmla="*/ 753666 h 1494413"/>
                <a:gd name="connsiteX19" fmla="*/ 218462 w 922317"/>
                <a:gd name="connsiteY19" fmla="*/ 262599 h 1494413"/>
                <a:gd name="connsiteX20" fmla="*/ 286196 w 922317"/>
                <a:gd name="connsiteY20" fmla="*/ 144066 h 1494413"/>
                <a:gd name="connsiteX21" fmla="*/ 387796 w 922317"/>
                <a:gd name="connsiteY21" fmla="*/ 160999 h 1494413"/>
                <a:gd name="connsiteX22" fmla="*/ 616396 w 922317"/>
                <a:gd name="connsiteY22" fmla="*/ 17066 h 1494413"/>
                <a:gd name="connsiteX23" fmla="*/ 757154 w 922317"/>
                <a:gd name="connsiteY23" fmla="*/ 7541 h 1494413"/>
                <a:gd name="connsiteX24" fmla="*/ 805837 w 922317"/>
                <a:gd name="connsiteY24" fmla="*/ 60458 h 1494413"/>
                <a:gd name="connsiteX25" fmla="*/ 921196 w 922317"/>
                <a:gd name="connsiteY25" fmla="*/ 220266 h 1494413"/>
                <a:gd name="connsiteX26" fmla="*/ 861929 w 922317"/>
                <a:gd name="connsiteY26" fmla="*/ 271066 h 1494413"/>
                <a:gd name="connsiteX27" fmla="*/ 819596 w 922317"/>
                <a:gd name="connsiteY27" fmla="*/ 279533 h 1494413"/>
                <a:gd name="connsiteX28" fmla="*/ 794196 w 922317"/>
                <a:gd name="connsiteY28" fmla="*/ 355733 h 1494413"/>
                <a:gd name="connsiteX29" fmla="*/ 785729 w 922317"/>
                <a:gd name="connsiteY29" fmla="*/ 381133 h 1494413"/>
                <a:gd name="connsiteX30" fmla="*/ 861929 w 922317"/>
                <a:gd name="connsiteY30" fmla="*/ 423466 h 1494413"/>
                <a:gd name="connsiteX31" fmla="*/ 836529 w 922317"/>
                <a:gd name="connsiteY31" fmla="*/ 465799 h 1494413"/>
                <a:gd name="connsiteX32" fmla="*/ 760329 w 922317"/>
                <a:gd name="connsiteY32" fmla="*/ 474266 h 1494413"/>
                <a:gd name="connsiteX33" fmla="*/ 853462 w 922317"/>
                <a:gd name="connsiteY33" fmla="*/ 474266 h 1494413"/>
                <a:gd name="connsiteX34" fmla="*/ 853462 w 922317"/>
                <a:gd name="connsiteY34" fmla="*/ 525066 h 1494413"/>
                <a:gd name="connsiteX35" fmla="*/ 785729 w 922317"/>
                <a:gd name="connsiteY35" fmla="*/ 575866 h 1494413"/>
                <a:gd name="connsiteX36" fmla="*/ 811129 w 922317"/>
                <a:gd name="connsiteY36" fmla="*/ 643599 h 1494413"/>
                <a:gd name="connsiteX0" fmla="*/ 811129 w 922317"/>
                <a:gd name="connsiteY0" fmla="*/ 646536 h 1497350"/>
                <a:gd name="connsiteX1" fmla="*/ 675662 w 922317"/>
                <a:gd name="connsiteY1" fmla="*/ 646536 h 1497350"/>
                <a:gd name="connsiteX2" fmla="*/ 684129 w 922317"/>
                <a:gd name="connsiteY2" fmla="*/ 604203 h 1497350"/>
                <a:gd name="connsiteX3" fmla="*/ 717996 w 922317"/>
                <a:gd name="connsiteY3" fmla="*/ 544936 h 1497350"/>
                <a:gd name="connsiteX4" fmla="*/ 667196 w 922317"/>
                <a:gd name="connsiteY4" fmla="*/ 477203 h 1497350"/>
                <a:gd name="connsiteX5" fmla="*/ 489396 w 922317"/>
                <a:gd name="connsiteY5" fmla="*/ 494136 h 1497350"/>
                <a:gd name="connsiteX6" fmla="*/ 387796 w 922317"/>
                <a:gd name="connsiteY6" fmla="*/ 595736 h 1497350"/>
                <a:gd name="connsiteX7" fmla="*/ 328529 w 922317"/>
                <a:gd name="connsiteY7" fmla="*/ 680403 h 1497350"/>
                <a:gd name="connsiteX8" fmla="*/ 277729 w 922317"/>
                <a:gd name="connsiteY8" fmla="*/ 866670 h 1497350"/>
                <a:gd name="connsiteX9" fmla="*/ 345462 w 922317"/>
                <a:gd name="connsiteY9" fmla="*/ 815870 h 1497350"/>
                <a:gd name="connsiteX10" fmla="*/ 345462 w 922317"/>
                <a:gd name="connsiteY10" fmla="*/ 841270 h 1497350"/>
                <a:gd name="connsiteX11" fmla="*/ 277729 w 922317"/>
                <a:gd name="connsiteY11" fmla="*/ 934403 h 1497350"/>
                <a:gd name="connsiteX12" fmla="*/ 252329 w 922317"/>
                <a:gd name="connsiteY12" fmla="*/ 1010603 h 1497350"/>
                <a:gd name="connsiteX13" fmla="*/ 176129 w 922317"/>
                <a:gd name="connsiteY13" fmla="*/ 1442403 h 1497350"/>
                <a:gd name="connsiteX14" fmla="*/ 176129 w 922317"/>
                <a:gd name="connsiteY14" fmla="*/ 1493203 h 1497350"/>
                <a:gd name="connsiteX15" fmla="*/ 15262 w 922317"/>
                <a:gd name="connsiteY15" fmla="*/ 1459336 h 1497350"/>
                <a:gd name="connsiteX16" fmla="*/ 15262 w 922317"/>
                <a:gd name="connsiteY16" fmla="*/ 1400070 h 1497350"/>
                <a:gd name="connsiteX17" fmla="*/ 91462 w 922317"/>
                <a:gd name="connsiteY17" fmla="*/ 1129136 h 1497350"/>
                <a:gd name="connsiteX18" fmla="*/ 108396 w 922317"/>
                <a:gd name="connsiteY18" fmla="*/ 756603 h 1497350"/>
                <a:gd name="connsiteX19" fmla="*/ 218462 w 922317"/>
                <a:gd name="connsiteY19" fmla="*/ 265536 h 1497350"/>
                <a:gd name="connsiteX20" fmla="*/ 286196 w 922317"/>
                <a:gd name="connsiteY20" fmla="*/ 147003 h 1497350"/>
                <a:gd name="connsiteX21" fmla="*/ 387796 w 922317"/>
                <a:gd name="connsiteY21" fmla="*/ 163936 h 1497350"/>
                <a:gd name="connsiteX22" fmla="*/ 616396 w 922317"/>
                <a:gd name="connsiteY22" fmla="*/ 20003 h 1497350"/>
                <a:gd name="connsiteX23" fmla="*/ 722229 w 922317"/>
                <a:gd name="connsiteY23" fmla="*/ 5716 h 1497350"/>
                <a:gd name="connsiteX24" fmla="*/ 805837 w 922317"/>
                <a:gd name="connsiteY24" fmla="*/ 63395 h 1497350"/>
                <a:gd name="connsiteX25" fmla="*/ 921196 w 922317"/>
                <a:gd name="connsiteY25" fmla="*/ 223203 h 1497350"/>
                <a:gd name="connsiteX26" fmla="*/ 861929 w 922317"/>
                <a:gd name="connsiteY26" fmla="*/ 274003 h 1497350"/>
                <a:gd name="connsiteX27" fmla="*/ 819596 w 922317"/>
                <a:gd name="connsiteY27" fmla="*/ 282470 h 1497350"/>
                <a:gd name="connsiteX28" fmla="*/ 794196 w 922317"/>
                <a:gd name="connsiteY28" fmla="*/ 358670 h 1497350"/>
                <a:gd name="connsiteX29" fmla="*/ 785729 w 922317"/>
                <a:gd name="connsiteY29" fmla="*/ 384070 h 1497350"/>
                <a:gd name="connsiteX30" fmla="*/ 861929 w 922317"/>
                <a:gd name="connsiteY30" fmla="*/ 426403 h 1497350"/>
                <a:gd name="connsiteX31" fmla="*/ 836529 w 922317"/>
                <a:gd name="connsiteY31" fmla="*/ 468736 h 1497350"/>
                <a:gd name="connsiteX32" fmla="*/ 760329 w 922317"/>
                <a:gd name="connsiteY32" fmla="*/ 477203 h 1497350"/>
                <a:gd name="connsiteX33" fmla="*/ 853462 w 922317"/>
                <a:gd name="connsiteY33" fmla="*/ 477203 h 1497350"/>
                <a:gd name="connsiteX34" fmla="*/ 853462 w 922317"/>
                <a:gd name="connsiteY34" fmla="*/ 528003 h 1497350"/>
                <a:gd name="connsiteX35" fmla="*/ 785729 w 922317"/>
                <a:gd name="connsiteY35" fmla="*/ 578803 h 1497350"/>
                <a:gd name="connsiteX36" fmla="*/ 811129 w 922317"/>
                <a:gd name="connsiteY36" fmla="*/ 646536 h 1497350"/>
                <a:gd name="connsiteX0" fmla="*/ 811129 w 922317"/>
                <a:gd name="connsiteY0" fmla="*/ 643310 h 1494124"/>
                <a:gd name="connsiteX1" fmla="*/ 675662 w 922317"/>
                <a:gd name="connsiteY1" fmla="*/ 643310 h 1494124"/>
                <a:gd name="connsiteX2" fmla="*/ 684129 w 922317"/>
                <a:gd name="connsiteY2" fmla="*/ 600977 h 1494124"/>
                <a:gd name="connsiteX3" fmla="*/ 717996 w 922317"/>
                <a:gd name="connsiteY3" fmla="*/ 541710 h 1494124"/>
                <a:gd name="connsiteX4" fmla="*/ 667196 w 922317"/>
                <a:gd name="connsiteY4" fmla="*/ 473977 h 1494124"/>
                <a:gd name="connsiteX5" fmla="*/ 489396 w 922317"/>
                <a:gd name="connsiteY5" fmla="*/ 490910 h 1494124"/>
                <a:gd name="connsiteX6" fmla="*/ 387796 w 922317"/>
                <a:gd name="connsiteY6" fmla="*/ 592510 h 1494124"/>
                <a:gd name="connsiteX7" fmla="*/ 328529 w 922317"/>
                <a:gd name="connsiteY7" fmla="*/ 677177 h 1494124"/>
                <a:gd name="connsiteX8" fmla="*/ 277729 w 922317"/>
                <a:gd name="connsiteY8" fmla="*/ 863444 h 1494124"/>
                <a:gd name="connsiteX9" fmla="*/ 345462 w 922317"/>
                <a:gd name="connsiteY9" fmla="*/ 812644 h 1494124"/>
                <a:gd name="connsiteX10" fmla="*/ 345462 w 922317"/>
                <a:gd name="connsiteY10" fmla="*/ 838044 h 1494124"/>
                <a:gd name="connsiteX11" fmla="*/ 277729 w 922317"/>
                <a:gd name="connsiteY11" fmla="*/ 931177 h 1494124"/>
                <a:gd name="connsiteX12" fmla="*/ 252329 w 922317"/>
                <a:gd name="connsiteY12" fmla="*/ 1007377 h 1494124"/>
                <a:gd name="connsiteX13" fmla="*/ 176129 w 922317"/>
                <a:gd name="connsiteY13" fmla="*/ 1439177 h 1494124"/>
                <a:gd name="connsiteX14" fmla="*/ 176129 w 922317"/>
                <a:gd name="connsiteY14" fmla="*/ 1489977 h 1494124"/>
                <a:gd name="connsiteX15" fmla="*/ 15262 w 922317"/>
                <a:gd name="connsiteY15" fmla="*/ 1456110 h 1494124"/>
                <a:gd name="connsiteX16" fmla="*/ 15262 w 922317"/>
                <a:gd name="connsiteY16" fmla="*/ 1396844 h 1494124"/>
                <a:gd name="connsiteX17" fmla="*/ 91462 w 922317"/>
                <a:gd name="connsiteY17" fmla="*/ 1125910 h 1494124"/>
                <a:gd name="connsiteX18" fmla="*/ 108396 w 922317"/>
                <a:gd name="connsiteY18" fmla="*/ 753377 h 1494124"/>
                <a:gd name="connsiteX19" fmla="*/ 218462 w 922317"/>
                <a:gd name="connsiteY19" fmla="*/ 262310 h 1494124"/>
                <a:gd name="connsiteX20" fmla="*/ 286196 w 922317"/>
                <a:gd name="connsiteY20" fmla="*/ 143777 h 1494124"/>
                <a:gd name="connsiteX21" fmla="*/ 387796 w 922317"/>
                <a:gd name="connsiteY21" fmla="*/ 160710 h 1494124"/>
                <a:gd name="connsiteX22" fmla="*/ 616396 w 922317"/>
                <a:gd name="connsiteY22" fmla="*/ 16777 h 1494124"/>
                <a:gd name="connsiteX23" fmla="*/ 722229 w 922317"/>
                <a:gd name="connsiteY23" fmla="*/ 2490 h 1494124"/>
                <a:gd name="connsiteX24" fmla="*/ 805837 w 922317"/>
                <a:gd name="connsiteY24" fmla="*/ 60169 h 1494124"/>
                <a:gd name="connsiteX25" fmla="*/ 921196 w 922317"/>
                <a:gd name="connsiteY25" fmla="*/ 219977 h 1494124"/>
                <a:gd name="connsiteX26" fmla="*/ 861929 w 922317"/>
                <a:gd name="connsiteY26" fmla="*/ 270777 h 1494124"/>
                <a:gd name="connsiteX27" fmla="*/ 819596 w 922317"/>
                <a:gd name="connsiteY27" fmla="*/ 279244 h 1494124"/>
                <a:gd name="connsiteX28" fmla="*/ 794196 w 922317"/>
                <a:gd name="connsiteY28" fmla="*/ 355444 h 1494124"/>
                <a:gd name="connsiteX29" fmla="*/ 785729 w 922317"/>
                <a:gd name="connsiteY29" fmla="*/ 380844 h 1494124"/>
                <a:gd name="connsiteX30" fmla="*/ 861929 w 922317"/>
                <a:gd name="connsiteY30" fmla="*/ 423177 h 1494124"/>
                <a:gd name="connsiteX31" fmla="*/ 836529 w 922317"/>
                <a:gd name="connsiteY31" fmla="*/ 465510 h 1494124"/>
                <a:gd name="connsiteX32" fmla="*/ 760329 w 922317"/>
                <a:gd name="connsiteY32" fmla="*/ 473977 h 1494124"/>
                <a:gd name="connsiteX33" fmla="*/ 853462 w 922317"/>
                <a:gd name="connsiteY33" fmla="*/ 473977 h 1494124"/>
                <a:gd name="connsiteX34" fmla="*/ 853462 w 922317"/>
                <a:gd name="connsiteY34" fmla="*/ 524777 h 1494124"/>
                <a:gd name="connsiteX35" fmla="*/ 785729 w 922317"/>
                <a:gd name="connsiteY35" fmla="*/ 575577 h 1494124"/>
                <a:gd name="connsiteX36" fmla="*/ 811129 w 922317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4196 w 922279"/>
                <a:gd name="connsiteY28" fmla="*/ 355444 h 1494124"/>
                <a:gd name="connsiteX29" fmla="*/ 785729 w 922279"/>
                <a:gd name="connsiteY29" fmla="*/ 380844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4196 w 922279"/>
                <a:gd name="connsiteY28" fmla="*/ 355444 h 1494124"/>
                <a:gd name="connsiteX29" fmla="*/ 795254 w 922279"/>
                <a:gd name="connsiteY29" fmla="*/ 390369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7371 w 922279"/>
                <a:gd name="connsiteY28" fmla="*/ 352269 h 1494124"/>
                <a:gd name="connsiteX29" fmla="*/ 795254 w 922279"/>
                <a:gd name="connsiteY29" fmla="*/ 390369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795254 w 922347"/>
                <a:gd name="connsiteY29" fmla="*/ 390369 h 1494124"/>
                <a:gd name="connsiteX30" fmla="*/ 8619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619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11129 w 922347"/>
                <a:gd name="connsiteY37" fmla="*/ 643310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54397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54397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32762 w 922347"/>
                <a:gd name="connsiteY9" fmla="*/ 823757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32762 w 922347"/>
                <a:gd name="connsiteY9" fmla="*/ 823757 h 1494124"/>
                <a:gd name="connsiteX10" fmla="*/ 335937 w 922347"/>
                <a:gd name="connsiteY10" fmla="*/ 866619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797794 w 920124"/>
                <a:gd name="connsiteY0" fmla="*/ 646485 h 1491119"/>
                <a:gd name="connsiteX1" fmla="*/ 673439 w 920124"/>
                <a:gd name="connsiteY1" fmla="*/ 643310 h 1491119"/>
                <a:gd name="connsiteX2" fmla="*/ 681906 w 920124"/>
                <a:gd name="connsiteY2" fmla="*/ 600977 h 1491119"/>
                <a:gd name="connsiteX3" fmla="*/ 715773 w 920124"/>
                <a:gd name="connsiteY3" fmla="*/ 541710 h 1491119"/>
                <a:gd name="connsiteX4" fmla="*/ 664973 w 920124"/>
                <a:gd name="connsiteY4" fmla="*/ 473977 h 1491119"/>
                <a:gd name="connsiteX5" fmla="*/ 487173 w 920124"/>
                <a:gd name="connsiteY5" fmla="*/ 490910 h 1491119"/>
                <a:gd name="connsiteX6" fmla="*/ 374460 w 920124"/>
                <a:gd name="connsiteY6" fmla="*/ 571872 h 1491119"/>
                <a:gd name="connsiteX7" fmla="*/ 326306 w 920124"/>
                <a:gd name="connsiteY7" fmla="*/ 677177 h 1491119"/>
                <a:gd name="connsiteX8" fmla="*/ 275506 w 920124"/>
                <a:gd name="connsiteY8" fmla="*/ 863444 h 1491119"/>
                <a:gd name="connsiteX9" fmla="*/ 330539 w 920124"/>
                <a:gd name="connsiteY9" fmla="*/ 823757 h 1491119"/>
                <a:gd name="connsiteX10" fmla="*/ 333714 w 920124"/>
                <a:gd name="connsiteY10" fmla="*/ 866619 h 1491119"/>
                <a:gd name="connsiteX11" fmla="*/ 275506 w 920124"/>
                <a:gd name="connsiteY11" fmla="*/ 931177 h 1491119"/>
                <a:gd name="connsiteX12" fmla="*/ 250106 w 920124"/>
                <a:gd name="connsiteY12" fmla="*/ 1007377 h 1491119"/>
                <a:gd name="connsiteX13" fmla="*/ 173906 w 920124"/>
                <a:gd name="connsiteY13" fmla="*/ 1439177 h 1491119"/>
                <a:gd name="connsiteX14" fmla="*/ 142156 w 920124"/>
                <a:gd name="connsiteY14" fmla="*/ 1485214 h 1491119"/>
                <a:gd name="connsiteX15" fmla="*/ 13039 w 920124"/>
                <a:gd name="connsiteY15" fmla="*/ 1456110 h 1491119"/>
                <a:gd name="connsiteX16" fmla="*/ 13039 w 920124"/>
                <a:gd name="connsiteY16" fmla="*/ 1396844 h 1491119"/>
                <a:gd name="connsiteX17" fmla="*/ 89239 w 920124"/>
                <a:gd name="connsiteY17" fmla="*/ 1125910 h 1491119"/>
                <a:gd name="connsiteX18" fmla="*/ 106173 w 920124"/>
                <a:gd name="connsiteY18" fmla="*/ 753377 h 1491119"/>
                <a:gd name="connsiteX19" fmla="*/ 216239 w 920124"/>
                <a:gd name="connsiteY19" fmla="*/ 262310 h 1491119"/>
                <a:gd name="connsiteX20" fmla="*/ 283973 w 920124"/>
                <a:gd name="connsiteY20" fmla="*/ 143777 h 1491119"/>
                <a:gd name="connsiteX21" fmla="*/ 385573 w 920124"/>
                <a:gd name="connsiteY21" fmla="*/ 160710 h 1491119"/>
                <a:gd name="connsiteX22" fmla="*/ 614173 w 920124"/>
                <a:gd name="connsiteY22" fmla="*/ 16777 h 1491119"/>
                <a:gd name="connsiteX23" fmla="*/ 720006 w 920124"/>
                <a:gd name="connsiteY23" fmla="*/ 2490 h 1491119"/>
                <a:gd name="connsiteX24" fmla="*/ 803614 w 920124"/>
                <a:gd name="connsiteY24" fmla="*/ 60169 h 1491119"/>
                <a:gd name="connsiteX25" fmla="*/ 918973 w 920124"/>
                <a:gd name="connsiteY25" fmla="*/ 219977 h 1491119"/>
                <a:gd name="connsiteX26" fmla="*/ 859706 w 920124"/>
                <a:gd name="connsiteY26" fmla="*/ 270777 h 1491119"/>
                <a:gd name="connsiteX27" fmla="*/ 807848 w 920124"/>
                <a:gd name="connsiteY27" fmla="*/ 309406 h 1491119"/>
                <a:gd name="connsiteX28" fmla="*/ 795148 w 920124"/>
                <a:gd name="connsiteY28" fmla="*/ 352269 h 1491119"/>
                <a:gd name="connsiteX29" fmla="*/ 810493 w 920124"/>
                <a:gd name="connsiteY29" fmla="*/ 390369 h 1491119"/>
                <a:gd name="connsiteX30" fmla="*/ 847006 w 920124"/>
                <a:gd name="connsiteY30" fmla="*/ 423177 h 1491119"/>
                <a:gd name="connsiteX31" fmla="*/ 835894 w 920124"/>
                <a:gd name="connsiteY31" fmla="*/ 459159 h 1491119"/>
                <a:gd name="connsiteX32" fmla="*/ 758106 w 920124"/>
                <a:gd name="connsiteY32" fmla="*/ 473977 h 1491119"/>
                <a:gd name="connsiteX33" fmla="*/ 851239 w 920124"/>
                <a:gd name="connsiteY33" fmla="*/ 483502 h 1491119"/>
                <a:gd name="connsiteX34" fmla="*/ 841714 w 920124"/>
                <a:gd name="connsiteY34" fmla="*/ 524777 h 1491119"/>
                <a:gd name="connsiteX35" fmla="*/ 785708 w 920124"/>
                <a:gd name="connsiteY35" fmla="*/ 543665 h 1491119"/>
                <a:gd name="connsiteX36" fmla="*/ 783506 w 920124"/>
                <a:gd name="connsiteY36" fmla="*/ 575577 h 1491119"/>
                <a:gd name="connsiteX37" fmla="*/ 797794 w 920124"/>
                <a:gd name="connsiteY37" fmla="*/ 646485 h 1491119"/>
                <a:gd name="connsiteX0" fmla="*/ 797794 w 920124"/>
                <a:gd name="connsiteY0" fmla="*/ 646485 h 1493687"/>
                <a:gd name="connsiteX1" fmla="*/ 673439 w 920124"/>
                <a:gd name="connsiteY1" fmla="*/ 643310 h 1493687"/>
                <a:gd name="connsiteX2" fmla="*/ 681906 w 920124"/>
                <a:gd name="connsiteY2" fmla="*/ 600977 h 1493687"/>
                <a:gd name="connsiteX3" fmla="*/ 715773 w 920124"/>
                <a:gd name="connsiteY3" fmla="*/ 541710 h 1493687"/>
                <a:gd name="connsiteX4" fmla="*/ 664973 w 920124"/>
                <a:gd name="connsiteY4" fmla="*/ 473977 h 1493687"/>
                <a:gd name="connsiteX5" fmla="*/ 487173 w 920124"/>
                <a:gd name="connsiteY5" fmla="*/ 490910 h 1493687"/>
                <a:gd name="connsiteX6" fmla="*/ 374460 w 920124"/>
                <a:gd name="connsiteY6" fmla="*/ 571872 h 1493687"/>
                <a:gd name="connsiteX7" fmla="*/ 326306 w 920124"/>
                <a:gd name="connsiteY7" fmla="*/ 677177 h 1493687"/>
                <a:gd name="connsiteX8" fmla="*/ 275506 w 920124"/>
                <a:gd name="connsiteY8" fmla="*/ 863444 h 1493687"/>
                <a:gd name="connsiteX9" fmla="*/ 330539 w 920124"/>
                <a:gd name="connsiteY9" fmla="*/ 823757 h 1493687"/>
                <a:gd name="connsiteX10" fmla="*/ 333714 w 920124"/>
                <a:gd name="connsiteY10" fmla="*/ 866619 h 1493687"/>
                <a:gd name="connsiteX11" fmla="*/ 275506 w 920124"/>
                <a:gd name="connsiteY11" fmla="*/ 931177 h 1493687"/>
                <a:gd name="connsiteX12" fmla="*/ 250106 w 920124"/>
                <a:gd name="connsiteY12" fmla="*/ 1007377 h 1493687"/>
                <a:gd name="connsiteX13" fmla="*/ 173906 w 920124"/>
                <a:gd name="connsiteY13" fmla="*/ 1439177 h 1493687"/>
                <a:gd name="connsiteX14" fmla="*/ 142156 w 920124"/>
                <a:gd name="connsiteY14" fmla="*/ 1485214 h 1493687"/>
                <a:gd name="connsiteX15" fmla="*/ 13039 w 920124"/>
                <a:gd name="connsiteY15" fmla="*/ 1456110 h 1493687"/>
                <a:gd name="connsiteX16" fmla="*/ 13039 w 920124"/>
                <a:gd name="connsiteY16" fmla="*/ 1396844 h 1493687"/>
                <a:gd name="connsiteX17" fmla="*/ 89239 w 920124"/>
                <a:gd name="connsiteY17" fmla="*/ 1125910 h 1493687"/>
                <a:gd name="connsiteX18" fmla="*/ 106173 w 920124"/>
                <a:gd name="connsiteY18" fmla="*/ 753377 h 1493687"/>
                <a:gd name="connsiteX19" fmla="*/ 216239 w 920124"/>
                <a:gd name="connsiteY19" fmla="*/ 262310 h 1493687"/>
                <a:gd name="connsiteX20" fmla="*/ 283973 w 920124"/>
                <a:gd name="connsiteY20" fmla="*/ 143777 h 1493687"/>
                <a:gd name="connsiteX21" fmla="*/ 385573 w 920124"/>
                <a:gd name="connsiteY21" fmla="*/ 160710 h 1493687"/>
                <a:gd name="connsiteX22" fmla="*/ 614173 w 920124"/>
                <a:gd name="connsiteY22" fmla="*/ 16777 h 1493687"/>
                <a:gd name="connsiteX23" fmla="*/ 720006 w 920124"/>
                <a:gd name="connsiteY23" fmla="*/ 2490 h 1493687"/>
                <a:gd name="connsiteX24" fmla="*/ 803614 w 920124"/>
                <a:gd name="connsiteY24" fmla="*/ 60169 h 1493687"/>
                <a:gd name="connsiteX25" fmla="*/ 918973 w 920124"/>
                <a:gd name="connsiteY25" fmla="*/ 219977 h 1493687"/>
                <a:gd name="connsiteX26" fmla="*/ 859706 w 920124"/>
                <a:gd name="connsiteY26" fmla="*/ 270777 h 1493687"/>
                <a:gd name="connsiteX27" fmla="*/ 807848 w 920124"/>
                <a:gd name="connsiteY27" fmla="*/ 309406 h 1493687"/>
                <a:gd name="connsiteX28" fmla="*/ 795148 w 920124"/>
                <a:gd name="connsiteY28" fmla="*/ 352269 h 1493687"/>
                <a:gd name="connsiteX29" fmla="*/ 810493 w 920124"/>
                <a:gd name="connsiteY29" fmla="*/ 390369 h 1493687"/>
                <a:gd name="connsiteX30" fmla="*/ 847006 w 920124"/>
                <a:gd name="connsiteY30" fmla="*/ 423177 h 1493687"/>
                <a:gd name="connsiteX31" fmla="*/ 835894 w 920124"/>
                <a:gd name="connsiteY31" fmla="*/ 459159 h 1493687"/>
                <a:gd name="connsiteX32" fmla="*/ 758106 w 920124"/>
                <a:gd name="connsiteY32" fmla="*/ 473977 h 1493687"/>
                <a:gd name="connsiteX33" fmla="*/ 851239 w 920124"/>
                <a:gd name="connsiteY33" fmla="*/ 483502 h 1493687"/>
                <a:gd name="connsiteX34" fmla="*/ 841714 w 920124"/>
                <a:gd name="connsiteY34" fmla="*/ 524777 h 1493687"/>
                <a:gd name="connsiteX35" fmla="*/ 785708 w 920124"/>
                <a:gd name="connsiteY35" fmla="*/ 543665 h 1493687"/>
                <a:gd name="connsiteX36" fmla="*/ 783506 w 920124"/>
                <a:gd name="connsiteY36" fmla="*/ 575577 h 1493687"/>
                <a:gd name="connsiteX37" fmla="*/ 797794 w 920124"/>
                <a:gd name="connsiteY37" fmla="*/ 646485 h 1493687"/>
                <a:gd name="connsiteX0" fmla="*/ 797575 w 919905"/>
                <a:gd name="connsiteY0" fmla="*/ 646485 h 1497890"/>
                <a:gd name="connsiteX1" fmla="*/ 673220 w 919905"/>
                <a:gd name="connsiteY1" fmla="*/ 643310 h 1497890"/>
                <a:gd name="connsiteX2" fmla="*/ 681687 w 919905"/>
                <a:gd name="connsiteY2" fmla="*/ 600977 h 1497890"/>
                <a:gd name="connsiteX3" fmla="*/ 715554 w 919905"/>
                <a:gd name="connsiteY3" fmla="*/ 541710 h 1497890"/>
                <a:gd name="connsiteX4" fmla="*/ 664754 w 919905"/>
                <a:gd name="connsiteY4" fmla="*/ 473977 h 1497890"/>
                <a:gd name="connsiteX5" fmla="*/ 486954 w 919905"/>
                <a:gd name="connsiteY5" fmla="*/ 490910 h 1497890"/>
                <a:gd name="connsiteX6" fmla="*/ 374241 w 919905"/>
                <a:gd name="connsiteY6" fmla="*/ 571872 h 1497890"/>
                <a:gd name="connsiteX7" fmla="*/ 326087 w 919905"/>
                <a:gd name="connsiteY7" fmla="*/ 677177 h 1497890"/>
                <a:gd name="connsiteX8" fmla="*/ 275287 w 919905"/>
                <a:gd name="connsiteY8" fmla="*/ 863444 h 1497890"/>
                <a:gd name="connsiteX9" fmla="*/ 330320 w 919905"/>
                <a:gd name="connsiteY9" fmla="*/ 823757 h 1497890"/>
                <a:gd name="connsiteX10" fmla="*/ 333495 w 919905"/>
                <a:gd name="connsiteY10" fmla="*/ 866619 h 1497890"/>
                <a:gd name="connsiteX11" fmla="*/ 275287 w 919905"/>
                <a:gd name="connsiteY11" fmla="*/ 931177 h 1497890"/>
                <a:gd name="connsiteX12" fmla="*/ 249887 w 919905"/>
                <a:gd name="connsiteY12" fmla="*/ 1007377 h 1497890"/>
                <a:gd name="connsiteX13" fmla="*/ 173687 w 919905"/>
                <a:gd name="connsiteY13" fmla="*/ 1439177 h 1497890"/>
                <a:gd name="connsiteX14" fmla="*/ 138762 w 919905"/>
                <a:gd name="connsiteY14" fmla="*/ 1491564 h 1497890"/>
                <a:gd name="connsiteX15" fmla="*/ 12820 w 919905"/>
                <a:gd name="connsiteY15" fmla="*/ 1456110 h 1497890"/>
                <a:gd name="connsiteX16" fmla="*/ 12820 w 919905"/>
                <a:gd name="connsiteY16" fmla="*/ 1396844 h 1497890"/>
                <a:gd name="connsiteX17" fmla="*/ 89020 w 919905"/>
                <a:gd name="connsiteY17" fmla="*/ 1125910 h 1497890"/>
                <a:gd name="connsiteX18" fmla="*/ 105954 w 919905"/>
                <a:gd name="connsiteY18" fmla="*/ 753377 h 1497890"/>
                <a:gd name="connsiteX19" fmla="*/ 216020 w 919905"/>
                <a:gd name="connsiteY19" fmla="*/ 262310 h 1497890"/>
                <a:gd name="connsiteX20" fmla="*/ 283754 w 919905"/>
                <a:gd name="connsiteY20" fmla="*/ 143777 h 1497890"/>
                <a:gd name="connsiteX21" fmla="*/ 385354 w 919905"/>
                <a:gd name="connsiteY21" fmla="*/ 160710 h 1497890"/>
                <a:gd name="connsiteX22" fmla="*/ 613954 w 919905"/>
                <a:gd name="connsiteY22" fmla="*/ 16777 h 1497890"/>
                <a:gd name="connsiteX23" fmla="*/ 719787 w 919905"/>
                <a:gd name="connsiteY23" fmla="*/ 2490 h 1497890"/>
                <a:gd name="connsiteX24" fmla="*/ 803395 w 919905"/>
                <a:gd name="connsiteY24" fmla="*/ 60169 h 1497890"/>
                <a:gd name="connsiteX25" fmla="*/ 918754 w 919905"/>
                <a:gd name="connsiteY25" fmla="*/ 219977 h 1497890"/>
                <a:gd name="connsiteX26" fmla="*/ 859487 w 919905"/>
                <a:gd name="connsiteY26" fmla="*/ 270777 h 1497890"/>
                <a:gd name="connsiteX27" fmla="*/ 807629 w 919905"/>
                <a:gd name="connsiteY27" fmla="*/ 309406 h 1497890"/>
                <a:gd name="connsiteX28" fmla="*/ 794929 w 919905"/>
                <a:gd name="connsiteY28" fmla="*/ 352269 h 1497890"/>
                <a:gd name="connsiteX29" fmla="*/ 810274 w 919905"/>
                <a:gd name="connsiteY29" fmla="*/ 390369 h 1497890"/>
                <a:gd name="connsiteX30" fmla="*/ 846787 w 919905"/>
                <a:gd name="connsiteY30" fmla="*/ 423177 h 1497890"/>
                <a:gd name="connsiteX31" fmla="*/ 835675 w 919905"/>
                <a:gd name="connsiteY31" fmla="*/ 459159 h 1497890"/>
                <a:gd name="connsiteX32" fmla="*/ 757887 w 919905"/>
                <a:gd name="connsiteY32" fmla="*/ 473977 h 1497890"/>
                <a:gd name="connsiteX33" fmla="*/ 851020 w 919905"/>
                <a:gd name="connsiteY33" fmla="*/ 483502 h 1497890"/>
                <a:gd name="connsiteX34" fmla="*/ 841495 w 919905"/>
                <a:gd name="connsiteY34" fmla="*/ 524777 h 1497890"/>
                <a:gd name="connsiteX35" fmla="*/ 785489 w 919905"/>
                <a:gd name="connsiteY35" fmla="*/ 543665 h 1497890"/>
                <a:gd name="connsiteX36" fmla="*/ 783287 w 919905"/>
                <a:gd name="connsiteY36" fmla="*/ 575577 h 1497890"/>
                <a:gd name="connsiteX37" fmla="*/ 797575 w 919905"/>
                <a:gd name="connsiteY37" fmla="*/ 646485 h 1497890"/>
                <a:gd name="connsiteX0" fmla="*/ 796492 w 918822"/>
                <a:gd name="connsiteY0" fmla="*/ 646485 h 1498998"/>
                <a:gd name="connsiteX1" fmla="*/ 672137 w 918822"/>
                <a:gd name="connsiteY1" fmla="*/ 643310 h 1498998"/>
                <a:gd name="connsiteX2" fmla="*/ 680604 w 918822"/>
                <a:gd name="connsiteY2" fmla="*/ 600977 h 1498998"/>
                <a:gd name="connsiteX3" fmla="*/ 714471 w 918822"/>
                <a:gd name="connsiteY3" fmla="*/ 541710 h 1498998"/>
                <a:gd name="connsiteX4" fmla="*/ 663671 w 918822"/>
                <a:gd name="connsiteY4" fmla="*/ 473977 h 1498998"/>
                <a:gd name="connsiteX5" fmla="*/ 485871 w 918822"/>
                <a:gd name="connsiteY5" fmla="*/ 490910 h 1498998"/>
                <a:gd name="connsiteX6" fmla="*/ 373158 w 918822"/>
                <a:gd name="connsiteY6" fmla="*/ 571872 h 1498998"/>
                <a:gd name="connsiteX7" fmla="*/ 325004 w 918822"/>
                <a:gd name="connsiteY7" fmla="*/ 677177 h 1498998"/>
                <a:gd name="connsiteX8" fmla="*/ 274204 w 918822"/>
                <a:gd name="connsiteY8" fmla="*/ 863444 h 1498998"/>
                <a:gd name="connsiteX9" fmla="*/ 329237 w 918822"/>
                <a:gd name="connsiteY9" fmla="*/ 823757 h 1498998"/>
                <a:gd name="connsiteX10" fmla="*/ 332412 w 918822"/>
                <a:gd name="connsiteY10" fmla="*/ 866619 h 1498998"/>
                <a:gd name="connsiteX11" fmla="*/ 274204 w 918822"/>
                <a:gd name="connsiteY11" fmla="*/ 931177 h 1498998"/>
                <a:gd name="connsiteX12" fmla="*/ 248804 w 918822"/>
                <a:gd name="connsiteY12" fmla="*/ 1007377 h 1498998"/>
                <a:gd name="connsiteX13" fmla="*/ 172604 w 918822"/>
                <a:gd name="connsiteY13" fmla="*/ 1439177 h 1498998"/>
                <a:gd name="connsiteX14" fmla="*/ 121804 w 918822"/>
                <a:gd name="connsiteY14" fmla="*/ 1493152 h 1498998"/>
                <a:gd name="connsiteX15" fmla="*/ 11737 w 918822"/>
                <a:gd name="connsiteY15" fmla="*/ 1456110 h 1498998"/>
                <a:gd name="connsiteX16" fmla="*/ 11737 w 918822"/>
                <a:gd name="connsiteY16" fmla="*/ 1396844 h 1498998"/>
                <a:gd name="connsiteX17" fmla="*/ 87937 w 918822"/>
                <a:gd name="connsiteY17" fmla="*/ 1125910 h 1498998"/>
                <a:gd name="connsiteX18" fmla="*/ 104871 w 918822"/>
                <a:gd name="connsiteY18" fmla="*/ 753377 h 1498998"/>
                <a:gd name="connsiteX19" fmla="*/ 214937 w 918822"/>
                <a:gd name="connsiteY19" fmla="*/ 262310 h 1498998"/>
                <a:gd name="connsiteX20" fmla="*/ 282671 w 918822"/>
                <a:gd name="connsiteY20" fmla="*/ 143777 h 1498998"/>
                <a:gd name="connsiteX21" fmla="*/ 384271 w 918822"/>
                <a:gd name="connsiteY21" fmla="*/ 160710 h 1498998"/>
                <a:gd name="connsiteX22" fmla="*/ 612871 w 918822"/>
                <a:gd name="connsiteY22" fmla="*/ 16777 h 1498998"/>
                <a:gd name="connsiteX23" fmla="*/ 718704 w 918822"/>
                <a:gd name="connsiteY23" fmla="*/ 2490 h 1498998"/>
                <a:gd name="connsiteX24" fmla="*/ 802312 w 918822"/>
                <a:gd name="connsiteY24" fmla="*/ 60169 h 1498998"/>
                <a:gd name="connsiteX25" fmla="*/ 917671 w 918822"/>
                <a:gd name="connsiteY25" fmla="*/ 219977 h 1498998"/>
                <a:gd name="connsiteX26" fmla="*/ 858404 w 918822"/>
                <a:gd name="connsiteY26" fmla="*/ 270777 h 1498998"/>
                <a:gd name="connsiteX27" fmla="*/ 806546 w 918822"/>
                <a:gd name="connsiteY27" fmla="*/ 309406 h 1498998"/>
                <a:gd name="connsiteX28" fmla="*/ 793846 w 918822"/>
                <a:gd name="connsiteY28" fmla="*/ 352269 h 1498998"/>
                <a:gd name="connsiteX29" fmla="*/ 809191 w 918822"/>
                <a:gd name="connsiteY29" fmla="*/ 390369 h 1498998"/>
                <a:gd name="connsiteX30" fmla="*/ 845704 w 918822"/>
                <a:gd name="connsiteY30" fmla="*/ 423177 h 1498998"/>
                <a:gd name="connsiteX31" fmla="*/ 834592 w 918822"/>
                <a:gd name="connsiteY31" fmla="*/ 459159 h 1498998"/>
                <a:gd name="connsiteX32" fmla="*/ 756804 w 918822"/>
                <a:gd name="connsiteY32" fmla="*/ 473977 h 1498998"/>
                <a:gd name="connsiteX33" fmla="*/ 849937 w 918822"/>
                <a:gd name="connsiteY33" fmla="*/ 483502 h 1498998"/>
                <a:gd name="connsiteX34" fmla="*/ 840412 w 918822"/>
                <a:gd name="connsiteY34" fmla="*/ 524777 h 1498998"/>
                <a:gd name="connsiteX35" fmla="*/ 784406 w 918822"/>
                <a:gd name="connsiteY35" fmla="*/ 543665 h 1498998"/>
                <a:gd name="connsiteX36" fmla="*/ 782204 w 918822"/>
                <a:gd name="connsiteY36" fmla="*/ 575577 h 1498998"/>
                <a:gd name="connsiteX37" fmla="*/ 796492 w 918822"/>
                <a:gd name="connsiteY37" fmla="*/ 646485 h 1498998"/>
                <a:gd name="connsiteX0" fmla="*/ 794323 w 916653"/>
                <a:gd name="connsiteY0" fmla="*/ 646485 h 1498998"/>
                <a:gd name="connsiteX1" fmla="*/ 669968 w 916653"/>
                <a:gd name="connsiteY1" fmla="*/ 643310 h 1498998"/>
                <a:gd name="connsiteX2" fmla="*/ 678435 w 916653"/>
                <a:gd name="connsiteY2" fmla="*/ 600977 h 1498998"/>
                <a:gd name="connsiteX3" fmla="*/ 712302 w 916653"/>
                <a:gd name="connsiteY3" fmla="*/ 541710 h 1498998"/>
                <a:gd name="connsiteX4" fmla="*/ 661502 w 916653"/>
                <a:gd name="connsiteY4" fmla="*/ 473977 h 1498998"/>
                <a:gd name="connsiteX5" fmla="*/ 483702 w 916653"/>
                <a:gd name="connsiteY5" fmla="*/ 490910 h 1498998"/>
                <a:gd name="connsiteX6" fmla="*/ 370989 w 916653"/>
                <a:gd name="connsiteY6" fmla="*/ 571872 h 1498998"/>
                <a:gd name="connsiteX7" fmla="*/ 322835 w 916653"/>
                <a:gd name="connsiteY7" fmla="*/ 677177 h 1498998"/>
                <a:gd name="connsiteX8" fmla="*/ 272035 w 916653"/>
                <a:gd name="connsiteY8" fmla="*/ 863444 h 1498998"/>
                <a:gd name="connsiteX9" fmla="*/ 327068 w 916653"/>
                <a:gd name="connsiteY9" fmla="*/ 823757 h 1498998"/>
                <a:gd name="connsiteX10" fmla="*/ 330243 w 916653"/>
                <a:gd name="connsiteY10" fmla="*/ 866619 h 1498998"/>
                <a:gd name="connsiteX11" fmla="*/ 272035 w 916653"/>
                <a:gd name="connsiteY11" fmla="*/ 931177 h 1498998"/>
                <a:gd name="connsiteX12" fmla="*/ 246635 w 916653"/>
                <a:gd name="connsiteY12" fmla="*/ 1007377 h 1498998"/>
                <a:gd name="connsiteX13" fmla="*/ 170435 w 916653"/>
                <a:gd name="connsiteY13" fmla="*/ 1439177 h 1498998"/>
                <a:gd name="connsiteX14" fmla="*/ 119635 w 916653"/>
                <a:gd name="connsiteY14" fmla="*/ 1493152 h 1498998"/>
                <a:gd name="connsiteX15" fmla="*/ 9568 w 916653"/>
                <a:gd name="connsiteY15" fmla="*/ 1456110 h 1498998"/>
                <a:gd name="connsiteX16" fmla="*/ 14331 w 916653"/>
                <a:gd name="connsiteY16" fmla="*/ 1396844 h 1498998"/>
                <a:gd name="connsiteX17" fmla="*/ 85768 w 916653"/>
                <a:gd name="connsiteY17" fmla="*/ 1125910 h 1498998"/>
                <a:gd name="connsiteX18" fmla="*/ 102702 w 916653"/>
                <a:gd name="connsiteY18" fmla="*/ 753377 h 1498998"/>
                <a:gd name="connsiteX19" fmla="*/ 212768 w 916653"/>
                <a:gd name="connsiteY19" fmla="*/ 262310 h 1498998"/>
                <a:gd name="connsiteX20" fmla="*/ 280502 w 916653"/>
                <a:gd name="connsiteY20" fmla="*/ 143777 h 1498998"/>
                <a:gd name="connsiteX21" fmla="*/ 382102 w 916653"/>
                <a:gd name="connsiteY21" fmla="*/ 160710 h 1498998"/>
                <a:gd name="connsiteX22" fmla="*/ 610702 w 916653"/>
                <a:gd name="connsiteY22" fmla="*/ 16777 h 1498998"/>
                <a:gd name="connsiteX23" fmla="*/ 716535 w 916653"/>
                <a:gd name="connsiteY23" fmla="*/ 2490 h 1498998"/>
                <a:gd name="connsiteX24" fmla="*/ 800143 w 916653"/>
                <a:gd name="connsiteY24" fmla="*/ 60169 h 1498998"/>
                <a:gd name="connsiteX25" fmla="*/ 915502 w 916653"/>
                <a:gd name="connsiteY25" fmla="*/ 219977 h 1498998"/>
                <a:gd name="connsiteX26" fmla="*/ 856235 w 916653"/>
                <a:gd name="connsiteY26" fmla="*/ 270777 h 1498998"/>
                <a:gd name="connsiteX27" fmla="*/ 804377 w 916653"/>
                <a:gd name="connsiteY27" fmla="*/ 309406 h 1498998"/>
                <a:gd name="connsiteX28" fmla="*/ 791677 w 916653"/>
                <a:gd name="connsiteY28" fmla="*/ 352269 h 1498998"/>
                <a:gd name="connsiteX29" fmla="*/ 807022 w 916653"/>
                <a:gd name="connsiteY29" fmla="*/ 390369 h 1498998"/>
                <a:gd name="connsiteX30" fmla="*/ 843535 w 916653"/>
                <a:gd name="connsiteY30" fmla="*/ 423177 h 1498998"/>
                <a:gd name="connsiteX31" fmla="*/ 832423 w 916653"/>
                <a:gd name="connsiteY31" fmla="*/ 459159 h 1498998"/>
                <a:gd name="connsiteX32" fmla="*/ 754635 w 916653"/>
                <a:gd name="connsiteY32" fmla="*/ 473977 h 1498998"/>
                <a:gd name="connsiteX33" fmla="*/ 847768 w 916653"/>
                <a:gd name="connsiteY33" fmla="*/ 483502 h 1498998"/>
                <a:gd name="connsiteX34" fmla="*/ 838243 w 916653"/>
                <a:gd name="connsiteY34" fmla="*/ 524777 h 1498998"/>
                <a:gd name="connsiteX35" fmla="*/ 782237 w 916653"/>
                <a:gd name="connsiteY35" fmla="*/ 543665 h 1498998"/>
                <a:gd name="connsiteX36" fmla="*/ 780035 w 916653"/>
                <a:gd name="connsiteY36" fmla="*/ 575577 h 1498998"/>
                <a:gd name="connsiteX37" fmla="*/ 794323 w 916653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01928 w 915879"/>
                <a:gd name="connsiteY18" fmla="*/ 753377 h 1498998"/>
                <a:gd name="connsiteX19" fmla="*/ 211994 w 915879"/>
                <a:gd name="connsiteY19" fmla="*/ 262310 h 1498998"/>
                <a:gd name="connsiteX20" fmla="*/ 279728 w 915879"/>
                <a:gd name="connsiteY20" fmla="*/ 1437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25741 w 915879"/>
                <a:gd name="connsiteY18" fmla="*/ 767665 h 1498998"/>
                <a:gd name="connsiteX19" fmla="*/ 211994 w 915879"/>
                <a:gd name="connsiteY19" fmla="*/ 262310 h 1498998"/>
                <a:gd name="connsiteX20" fmla="*/ 279728 w 915879"/>
                <a:gd name="connsiteY20" fmla="*/ 1437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25741 w 915879"/>
                <a:gd name="connsiteY18" fmla="*/ 767665 h 1498998"/>
                <a:gd name="connsiteX19" fmla="*/ 211994 w 915879"/>
                <a:gd name="connsiteY19" fmla="*/ 262310 h 1498998"/>
                <a:gd name="connsiteX20" fmla="*/ 324178 w 915879"/>
                <a:gd name="connsiteY20" fmla="*/ 1310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5048 h 1497561"/>
                <a:gd name="connsiteX1" fmla="*/ 669194 w 915879"/>
                <a:gd name="connsiteY1" fmla="*/ 641873 h 1497561"/>
                <a:gd name="connsiteX2" fmla="*/ 677661 w 915879"/>
                <a:gd name="connsiteY2" fmla="*/ 599540 h 1497561"/>
                <a:gd name="connsiteX3" fmla="*/ 711528 w 915879"/>
                <a:gd name="connsiteY3" fmla="*/ 540273 h 1497561"/>
                <a:gd name="connsiteX4" fmla="*/ 660728 w 915879"/>
                <a:gd name="connsiteY4" fmla="*/ 472540 h 1497561"/>
                <a:gd name="connsiteX5" fmla="*/ 482928 w 915879"/>
                <a:gd name="connsiteY5" fmla="*/ 489473 h 1497561"/>
                <a:gd name="connsiteX6" fmla="*/ 370215 w 915879"/>
                <a:gd name="connsiteY6" fmla="*/ 570435 h 1497561"/>
                <a:gd name="connsiteX7" fmla="*/ 322061 w 915879"/>
                <a:gd name="connsiteY7" fmla="*/ 675740 h 1497561"/>
                <a:gd name="connsiteX8" fmla="*/ 271261 w 915879"/>
                <a:gd name="connsiteY8" fmla="*/ 862007 h 1497561"/>
                <a:gd name="connsiteX9" fmla="*/ 326294 w 915879"/>
                <a:gd name="connsiteY9" fmla="*/ 822320 h 1497561"/>
                <a:gd name="connsiteX10" fmla="*/ 329469 w 915879"/>
                <a:gd name="connsiteY10" fmla="*/ 865182 h 1497561"/>
                <a:gd name="connsiteX11" fmla="*/ 271261 w 915879"/>
                <a:gd name="connsiteY11" fmla="*/ 929740 h 1497561"/>
                <a:gd name="connsiteX12" fmla="*/ 245861 w 915879"/>
                <a:gd name="connsiteY12" fmla="*/ 1005940 h 1497561"/>
                <a:gd name="connsiteX13" fmla="*/ 169661 w 915879"/>
                <a:gd name="connsiteY13" fmla="*/ 1437740 h 1497561"/>
                <a:gd name="connsiteX14" fmla="*/ 118861 w 915879"/>
                <a:gd name="connsiteY14" fmla="*/ 1491715 h 1497561"/>
                <a:gd name="connsiteX15" fmla="*/ 8794 w 915879"/>
                <a:gd name="connsiteY15" fmla="*/ 1454673 h 1497561"/>
                <a:gd name="connsiteX16" fmla="*/ 13557 w 915879"/>
                <a:gd name="connsiteY16" fmla="*/ 1395407 h 1497561"/>
                <a:gd name="connsiteX17" fmla="*/ 67531 w 915879"/>
                <a:gd name="connsiteY17" fmla="*/ 1121298 h 1497561"/>
                <a:gd name="connsiteX18" fmla="*/ 125741 w 915879"/>
                <a:gd name="connsiteY18" fmla="*/ 766228 h 1497561"/>
                <a:gd name="connsiteX19" fmla="*/ 211994 w 915879"/>
                <a:gd name="connsiteY19" fmla="*/ 260873 h 1497561"/>
                <a:gd name="connsiteX20" fmla="*/ 324178 w 915879"/>
                <a:gd name="connsiteY20" fmla="*/ 129640 h 1497561"/>
                <a:gd name="connsiteX21" fmla="*/ 457528 w 915879"/>
                <a:gd name="connsiteY21" fmla="*/ 133873 h 1497561"/>
                <a:gd name="connsiteX22" fmla="*/ 609928 w 915879"/>
                <a:gd name="connsiteY22" fmla="*/ 15340 h 1497561"/>
                <a:gd name="connsiteX23" fmla="*/ 715761 w 915879"/>
                <a:gd name="connsiteY23" fmla="*/ 1053 h 1497561"/>
                <a:gd name="connsiteX24" fmla="*/ 799369 w 915879"/>
                <a:gd name="connsiteY24" fmla="*/ 58732 h 1497561"/>
                <a:gd name="connsiteX25" fmla="*/ 914728 w 915879"/>
                <a:gd name="connsiteY25" fmla="*/ 218540 h 1497561"/>
                <a:gd name="connsiteX26" fmla="*/ 855461 w 915879"/>
                <a:gd name="connsiteY26" fmla="*/ 269340 h 1497561"/>
                <a:gd name="connsiteX27" fmla="*/ 803603 w 915879"/>
                <a:gd name="connsiteY27" fmla="*/ 307969 h 1497561"/>
                <a:gd name="connsiteX28" fmla="*/ 790903 w 915879"/>
                <a:gd name="connsiteY28" fmla="*/ 350832 h 1497561"/>
                <a:gd name="connsiteX29" fmla="*/ 806248 w 915879"/>
                <a:gd name="connsiteY29" fmla="*/ 388932 h 1497561"/>
                <a:gd name="connsiteX30" fmla="*/ 842761 w 915879"/>
                <a:gd name="connsiteY30" fmla="*/ 421740 h 1497561"/>
                <a:gd name="connsiteX31" fmla="*/ 831649 w 915879"/>
                <a:gd name="connsiteY31" fmla="*/ 457722 h 1497561"/>
                <a:gd name="connsiteX32" fmla="*/ 753861 w 915879"/>
                <a:gd name="connsiteY32" fmla="*/ 472540 h 1497561"/>
                <a:gd name="connsiteX33" fmla="*/ 846994 w 915879"/>
                <a:gd name="connsiteY33" fmla="*/ 482065 h 1497561"/>
                <a:gd name="connsiteX34" fmla="*/ 837469 w 915879"/>
                <a:gd name="connsiteY34" fmla="*/ 523340 h 1497561"/>
                <a:gd name="connsiteX35" fmla="*/ 781463 w 915879"/>
                <a:gd name="connsiteY35" fmla="*/ 542228 h 1497561"/>
                <a:gd name="connsiteX36" fmla="*/ 779261 w 915879"/>
                <a:gd name="connsiteY36" fmla="*/ 574140 h 1497561"/>
                <a:gd name="connsiteX37" fmla="*/ 793549 w 915879"/>
                <a:gd name="connsiteY37" fmla="*/ 645048 h 1497561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81463 w 915879"/>
                <a:gd name="connsiteY35" fmla="*/ 541694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84024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84024 w 915879"/>
                <a:gd name="connsiteY37" fmla="*/ 644514 h 1497027"/>
                <a:gd name="connsiteX0" fmla="*/ 777674 w 915879"/>
                <a:gd name="connsiteY0" fmla="*/ 64133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77674 w 915879"/>
                <a:gd name="connsiteY37" fmla="*/ 641339 h 1497027"/>
                <a:gd name="connsiteX0" fmla="*/ 777674 w 915879"/>
                <a:gd name="connsiteY0" fmla="*/ 64133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7674 w 915879"/>
                <a:gd name="connsiteY37" fmla="*/ 641339 h 1497027"/>
                <a:gd name="connsiteX0" fmla="*/ 782436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82436 w 915879"/>
                <a:gd name="connsiteY37" fmla="*/ 644514 h 1497027"/>
                <a:gd name="connsiteX0" fmla="*/ 761798 w 915879"/>
                <a:gd name="connsiteY0" fmla="*/ 642926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61798 w 915879"/>
                <a:gd name="connsiteY37" fmla="*/ 642926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306186 w 915879"/>
                <a:gd name="connsiteY8" fmla="*/ 734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1369 w 915879"/>
                <a:gd name="connsiteY10" fmla="*/ 818610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6132 w 915879"/>
                <a:gd name="connsiteY10" fmla="*/ 791623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6132 w 915879"/>
                <a:gd name="connsiteY10" fmla="*/ 791623 h 1497027"/>
                <a:gd name="connsiteX11" fmla="*/ 258561 w 915879"/>
                <a:gd name="connsiteY11" fmla="*/ 92285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86607 w 915879"/>
                <a:gd name="connsiteY10" fmla="*/ 780511 h 1497027"/>
                <a:gd name="connsiteX11" fmla="*/ 258561 w 915879"/>
                <a:gd name="connsiteY11" fmla="*/ 92285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6607 w 915879"/>
                <a:gd name="connsiteY11" fmla="*/ 780511 h 1497027"/>
                <a:gd name="connsiteX12" fmla="*/ 258561 w 915879"/>
                <a:gd name="connsiteY12" fmla="*/ 922856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1845 w 915879"/>
                <a:gd name="connsiteY11" fmla="*/ 774161 h 1497027"/>
                <a:gd name="connsiteX12" fmla="*/ 258561 w 915879"/>
                <a:gd name="connsiteY12" fmla="*/ 922856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1845 w 915879"/>
                <a:gd name="connsiteY11" fmla="*/ 774161 h 1497027"/>
                <a:gd name="connsiteX12" fmla="*/ 260148 w 915879"/>
                <a:gd name="connsiteY12" fmla="*/ 930793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6445"/>
                <a:gd name="connsiteX1" fmla="*/ 669194 w 915879"/>
                <a:gd name="connsiteY1" fmla="*/ 641339 h 1496445"/>
                <a:gd name="connsiteX2" fmla="*/ 677661 w 915879"/>
                <a:gd name="connsiteY2" fmla="*/ 599006 h 1496445"/>
                <a:gd name="connsiteX3" fmla="*/ 711528 w 915879"/>
                <a:gd name="connsiteY3" fmla="*/ 539739 h 1496445"/>
                <a:gd name="connsiteX4" fmla="*/ 660728 w 915879"/>
                <a:gd name="connsiteY4" fmla="*/ 472006 h 1496445"/>
                <a:gd name="connsiteX5" fmla="*/ 482928 w 915879"/>
                <a:gd name="connsiteY5" fmla="*/ 488939 h 1496445"/>
                <a:gd name="connsiteX6" fmla="*/ 370215 w 915879"/>
                <a:gd name="connsiteY6" fmla="*/ 569901 h 1496445"/>
                <a:gd name="connsiteX7" fmla="*/ 333173 w 915879"/>
                <a:gd name="connsiteY7" fmla="*/ 629169 h 1496445"/>
                <a:gd name="connsiteX8" fmla="*/ 306186 w 915879"/>
                <a:gd name="connsiteY8" fmla="*/ 734473 h 1496445"/>
                <a:gd name="connsiteX9" fmla="*/ 252824 w 915879"/>
                <a:gd name="connsiteY9" fmla="*/ 702031 h 1496445"/>
                <a:gd name="connsiteX10" fmla="*/ 238982 w 915879"/>
                <a:gd name="connsiteY10" fmla="*/ 705898 h 1496445"/>
                <a:gd name="connsiteX11" fmla="*/ 281845 w 915879"/>
                <a:gd name="connsiteY11" fmla="*/ 774161 h 1496445"/>
                <a:gd name="connsiteX12" fmla="*/ 260148 w 915879"/>
                <a:gd name="connsiteY12" fmla="*/ 930793 h 1496445"/>
                <a:gd name="connsiteX13" fmla="*/ 242686 w 915879"/>
                <a:gd name="connsiteY13" fmla="*/ 1018106 h 1496445"/>
                <a:gd name="connsiteX14" fmla="*/ 169661 w 915879"/>
                <a:gd name="connsiteY14" fmla="*/ 1437206 h 1496445"/>
                <a:gd name="connsiteX15" fmla="*/ 118861 w 915879"/>
                <a:gd name="connsiteY15" fmla="*/ 1491181 h 1496445"/>
                <a:gd name="connsiteX16" fmla="*/ 8794 w 915879"/>
                <a:gd name="connsiteY16" fmla="*/ 1454139 h 1496445"/>
                <a:gd name="connsiteX17" fmla="*/ 13557 w 915879"/>
                <a:gd name="connsiteY17" fmla="*/ 1394873 h 1496445"/>
                <a:gd name="connsiteX18" fmla="*/ 67531 w 915879"/>
                <a:gd name="connsiteY18" fmla="*/ 1120764 h 1496445"/>
                <a:gd name="connsiteX19" fmla="*/ 125741 w 915879"/>
                <a:gd name="connsiteY19" fmla="*/ 765694 h 1496445"/>
                <a:gd name="connsiteX20" fmla="*/ 211994 w 915879"/>
                <a:gd name="connsiteY20" fmla="*/ 260339 h 1496445"/>
                <a:gd name="connsiteX21" fmla="*/ 324178 w 915879"/>
                <a:gd name="connsiteY21" fmla="*/ 129106 h 1496445"/>
                <a:gd name="connsiteX22" fmla="*/ 455941 w 915879"/>
                <a:gd name="connsiteY22" fmla="*/ 122227 h 1496445"/>
                <a:gd name="connsiteX23" fmla="*/ 609928 w 915879"/>
                <a:gd name="connsiteY23" fmla="*/ 14806 h 1496445"/>
                <a:gd name="connsiteX24" fmla="*/ 715761 w 915879"/>
                <a:gd name="connsiteY24" fmla="*/ 519 h 1496445"/>
                <a:gd name="connsiteX25" fmla="*/ 799369 w 915879"/>
                <a:gd name="connsiteY25" fmla="*/ 58198 h 1496445"/>
                <a:gd name="connsiteX26" fmla="*/ 914728 w 915879"/>
                <a:gd name="connsiteY26" fmla="*/ 218006 h 1496445"/>
                <a:gd name="connsiteX27" fmla="*/ 855461 w 915879"/>
                <a:gd name="connsiteY27" fmla="*/ 268806 h 1496445"/>
                <a:gd name="connsiteX28" fmla="*/ 803603 w 915879"/>
                <a:gd name="connsiteY28" fmla="*/ 307435 h 1496445"/>
                <a:gd name="connsiteX29" fmla="*/ 790903 w 915879"/>
                <a:gd name="connsiteY29" fmla="*/ 350298 h 1496445"/>
                <a:gd name="connsiteX30" fmla="*/ 806248 w 915879"/>
                <a:gd name="connsiteY30" fmla="*/ 388398 h 1496445"/>
                <a:gd name="connsiteX31" fmla="*/ 836411 w 915879"/>
                <a:gd name="connsiteY31" fmla="*/ 413268 h 1496445"/>
                <a:gd name="connsiteX32" fmla="*/ 831649 w 915879"/>
                <a:gd name="connsiteY32" fmla="*/ 457188 h 1496445"/>
                <a:gd name="connsiteX33" fmla="*/ 753861 w 915879"/>
                <a:gd name="connsiteY33" fmla="*/ 472006 h 1496445"/>
                <a:gd name="connsiteX34" fmla="*/ 846994 w 915879"/>
                <a:gd name="connsiteY34" fmla="*/ 481531 h 1496445"/>
                <a:gd name="connsiteX35" fmla="*/ 835881 w 915879"/>
                <a:gd name="connsiteY35" fmla="*/ 530744 h 1496445"/>
                <a:gd name="connsiteX36" fmla="*/ 790988 w 915879"/>
                <a:gd name="connsiteY36" fmla="*/ 549631 h 1496445"/>
                <a:gd name="connsiteX37" fmla="*/ 776086 w 915879"/>
                <a:gd name="connsiteY37" fmla="*/ 581543 h 1496445"/>
                <a:gd name="connsiteX38" fmla="*/ 772910 w 915879"/>
                <a:gd name="connsiteY38" fmla="*/ 647689 h 1496445"/>
                <a:gd name="connsiteX0" fmla="*/ 772910 w 915879"/>
                <a:gd name="connsiteY0" fmla="*/ 647689 h 1496516"/>
                <a:gd name="connsiteX1" fmla="*/ 669194 w 915879"/>
                <a:gd name="connsiteY1" fmla="*/ 641339 h 1496516"/>
                <a:gd name="connsiteX2" fmla="*/ 677661 w 915879"/>
                <a:gd name="connsiteY2" fmla="*/ 599006 h 1496516"/>
                <a:gd name="connsiteX3" fmla="*/ 711528 w 915879"/>
                <a:gd name="connsiteY3" fmla="*/ 539739 h 1496516"/>
                <a:gd name="connsiteX4" fmla="*/ 660728 w 915879"/>
                <a:gd name="connsiteY4" fmla="*/ 472006 h 1496516"/>
                <a:gd name="connsiteX5" fmla="*/ 482928 w 915879"/>
                <a:gd name="connsiteY5" fmla="*/ 488939 h 1496516"/>
                <a:gd name="connsiteX6" fmla="*/ 370215 w 915879"/>
                <a:gd name="connsiteY6" fmla="*/ 569901 h 1496516"/>
                <a:gd name="connsiteX7" fmla="*/ 333173 w 915879"/>
                <a:gd name="connsiteY7" fmla="*/ 629169 h 1496516"/>
                <a:gd name="connsiteX8" fmla="*/ 306186 w 915879"/>
                <a:gd name="connsiteY8" fmla="*/ 734473 h 1496516"/>
                <a:gd name="connsiteX9" fmla="*/ 252824 w 915879"/>
                <a:gd name="connsiteY9" fmla="*/ 702031 h 1496516"/>
                <a:gd name="connsiteX10" fmla="*/ 238982 w 915879"/>
                <a:gd name="connsiteY10" fmla="*/ 705898 h 1496516"/>
                <a:gd name="connsiteX11" fmla="*/ 281845 w 915879"/>
                <a:gd name="connsiteY11" fmla="*/ 774161 h 1496516"/>
                <a:gd name="connsiteX12" fmla="*/ 260148 w 915879"/>
                <a:gd name="connsiteY12" fmla="*/ 930793 h 1496516"/>
                <a:gd name="connsiteX13" fmla="*/ 249036 w 915879"/>
                <a:gd name="connsiteY13" fmla="*/ 1016518 h 1496516"/>
                <a:gd name="connsiteX14" fmla="*/ 169661 w 915879"/>
                <a:gd name="connsiteY14" fmla="*/ 1437206 h 1496516"/>
                <a:gd name="connsiteX15" fmla="*/ 118861 w 915879"/>
                <a:gd name="connsiteY15" fmla="*/ 1491181 h 1496516"/>
                <a:gd name="connsiteX16" fmla="*/ 8794 w 915879"/>
                <a:gd name="connsiteY16" fmla="*/ 1454139 h 1496516"/>
                <a:gd name="connsiteX17" fmla="*/ 13557 w 915879"/>
                <a:gd name="connsiteY17" fmla="*/ 1394873 h 1496516"/>
                <a:gd name="connsiteX18" fmla="*/ 67531 w 915879"/>
                <a:gd name="connsiteY18" fmla="*/ 1120764 h 1496516"/>
                <a:gd name="connsiteX19" fmla="*/ 125741 w 915879"/>
                <a:gd name="connsiteY19" fmla="*/ 765694 h 1496516"/>
                <a:gd name="connsiteX20" fmla="*/ 211994 w 915879"/>
                <a:gd name="connsiteY20" fmla="*/ 260339 h 1496516"/>
                <a:gd name="connsiteX21" fmla="*/ 324178 w 915879"/>
                <a:gd name="connsiteY21" fmla="*/ 129106 h 1496516"/>
                <a:gd name="connsiteX22" fmla="*/ 455941 w 915879"/>
                <a:gd name="connsiteY22" fmla="*/ 122227 h 1496516"/>
                <a:gd name="connsiteX23" fmla="*/ 609928 w 915879"/>
                <a:gd name="connsiteY23" fmla="*/ 14806 h 1496516"/>
                <a:gd name="connsiteX24" fmla="*/ 715761 w 915879"/>
                <a:gd name="connsiteY24" fmla="*/ 519 h 1496516"/>
                <a:gd name="connsiteX25" fmla="*/ 799369 w 915879"/>
                <a:gd name="connsiteY25" fmla="*/ 58198 h 1496516"/>
                <a:gd name="connsiteX26" fmla="*/ 914728 w 915879"/>
                <a:gd name="connsiteY26" fmla="*/ 218006 h 1496516"/>
                <a:gd name="connsiteX27" fmla="*/ 855461 w 915879"/>
                <a:gd name="connsiteY27" fmla="*/ 268806 h 1496516"/>
                <a:gd name="connsiteX28" fmla="*/ 803603 w 915879"/>
                <a:gd name="connsiteY28" fmla="*/ 307435 h 1496516"/>
                <a:gd name="connsiteX29" fmla="*/ 790903 w 915879"/>
                <a:gd name="connsiteY29" fmla="*/ 350298 h 1496516"/>
                <a:gd name="connsiteX30" fmla="*/ 806248 w 915879"/>
                <a:gd name="connsiteY30" fmla="*/ 388398 h 1496516"/>
                <a:gd name="connsiteX31" fmla="*/ 836411 w 915879"/>
                <a:gd name="connsiteY31" fmla="*/ 413268 h 1496516"/>
                <a:gd name="connsiteX32" fmla="*/ 831649 w 915879"/>
                <a:gd name="connsiteY32" fmla="*/ 457188 h 1496516"/>
                <a:gd name="connsiteX33" fmla="*/ 753861 w 915879"/>
                <a:gd name="connsiteY33" fmla="*/ 472006 h 1496516"/>
                <a:gd name="connsiteX34" fmla="*/ 846994 w 915879"/>
                <a:gd name="connsiteY34" fmla="*/ 481531 h 1496516"/>
                <a:gd name="connsiteX35" fmla="*/ 835881 w 915879"/>
                <a:gd name="connsiteY35" fmla="*/ 530744 h 1496516"/>
                <a:gd name="connsiteX36" fmla="*/ 790988 w 915879"/>
                <a:gd name="connsiteY36" fmla="*/ 549631 h 1496516"/>
                <a:gd name="connsiteX37" fmla="*/ 776086 w 915879"/>
                <a:gd name="connsiteY37" fmla="*/ 581543 h 1496516"/>
                <a:gd name="connsiteX38" fmla="*/ 772910 w 915879"/>
                <a:gd name="connsiteY38" fmla="*/ 647689 h 1496516"/>
                <a:gd name="connsiteX0" fmla="*/ 772910 w 915879"/>
                <a:gd name="connsiteY0" fmla="*/ 647689 h 1495135"/>
                <a:gd name="connsiteX1" fmla="*/ 669194 w 915879"/>
                <a:gd name="connsiteY1" fmla="*/ 641339 h 1495135"/>
                <a:gd name="connsiteX2" fmla="*/ 677661 w 915879"/>
                <a:gd name="connsiteY2" fmla="*/ 599006 h 1495135"/>
                <a:gd name="connsiteX3" fmla="*/ 711528 w 915879"/>
                <a:gd name="connsiteY3" fmla="*/ 539739 h 1495135"/>
                <a:gd name="connsiteX4" fmla="*/ 660728 w 915879"/>
                <a:gd name="connsiteY4" fmla="*/ 472006 h 1495135"/>
                <a:gd name="connsiteX5" fmla="*/ 482928 w 915879"/>
                <a:gd name="connsiteY5" fmla="*/ 488939 h 1495135"/>
                <a:gd name="connsiteX6" fmla="*/ 370215 w 915879"/>
                <a:gd name="connsiteY6" fmla="*/ 569901 h 1495135"/>
                <a:gd name="connsiteX7" fmla="*/ 333173 w 915879"/>
                <a:gd name="connsiteY7" fmla="*/ 629169 h 1495135"/>
                <a:gd name="connsiteX8" fmla="*/ 306186 w 915879"/>
                <a:gd name="connsiteY8" fmla="*/ 734473 h 1495135"/>
                <a:gd name="connsiteX9" fmla="*/ 252824 w 915879"/>
                <a:gd name="connsiteY9" fmla="*/ 702031 h 1495135"/>
                <a:gd name="connsiteX10" fmla="*/ 238982 w 915879"/>
                <a:gd name="connsiteY10" fmla="*/ 705898 h 1495135"/>
                <a:gd name="connsiteX11" fmla="*/ 281845 w 915879"/>
                <a:gd name="connsiteY11" fmla="*/ 774161 h 1495135"/>
                <a:gd name="connsiteX12" fmla="*/ 260148 w 915879"/>
                <a:gd name="connsiteY12" fmla="*/ 930793 h 1495135"/>
                <a:gd name="connsiteX13" fmla="*/ 249036 w 915879"/>
                <a:gd name="connsiteY13" fmla="*/ 1016518 h 1495135"/>
                <a:gd name="connsiteX14" fmla="*/ 188711 w 915879"/>
                <a:gd name="connsiteY14" fmla="*/ 1440381 h 1495135"/>
                <a:gd name="connsiteX15" fmla="*/ 118861 w 915879"/>
                <a:gd name="connsiteY15" fmla="*/ 1491181 h 1495135"/>
                <a:gd name="connsiteX16" fmla="*/ 8794 w 915879"/>
                <a:gd name="connsiteY16" fmla="*/ 1454139 h 1495135"/>
                <a:gd name="connsiteX17" fmla="*/ 13557 w 915879"/>
                <a:gd name="connsiteY17" fmla="*/ 1394873 h 1495135"/>
                <a:gd name="connsiteX18" fmla="*/ 67531 w 915879"/>
                <a:gd name="connsiteY18" fmla="*/ 1120764 h 1495135"/>
                <a:gd name="connsiteX19" fmla="*/ 125741 w 915879"/>
                <a:gd name="connsiteY19" fmla="*/ 765694 h 1495135"/>
                <a:gd name="connsiteX20" fmla="*/ 211994 w 915879"/>
                <a:gd name="connsiteY20" fmla="*/ 260339 h 1495135"/>
                <a:gd name="connsiteX21" fmla="*/ 324178 w 915879"/>
                <a:gd name="connsiteY21" fmla="*/ 129106 h 1495135"/>
                <a:gd name="connsiteX22" fmla="*/ 455941 w 915879"/>
                <a:gd name="connsiteY22" fmla="*/ 122227 h 1495135"/>
                <a:gd name="connsiteX23" fmla="*/ 609928 w 915879"/>
                <a:gd name="connsiteY23" fmla="*/ 14806 h 1495135"/>
                <a:gd name="connsiteX24" fmla="*/ 715761 w 915879"/>
                <a:gd name="connsiteY24" fmla="*/ 519 h 1495135"/>
                <a:gd name="connsiteX25" fmla="*/ 799369 w 915879"/>
                <a:gd name="connsiteY25" fmla="*/ 58198 h 1495135"/>
                <a:gd name="connsiteX26" fmla="*/ 914728 w 915879"/>
                <a:gd name="connsiteY26" fmla="*/ 218006 h 1495135"/>
                <a:gd name="connsiteX27" fmla="*/ 855461 w 915879"/>
                <a:gd name="connsiteY27" fmla="*/ 268806 h 1495135"/>
                <a:gd name="connsiteX28" fmla="*/ 803603 w 915879"/>
                <a:gd name="connsiteY28" fmla="*/ 307435 h 1495135"/>
                <a:gd name="connsiteX29" fmla="*/ 790903 w 915879"/>
                <a:gd name="connsiteY29" fmla="*/ 350298 h 1495135"/>
                <a:gd name="connsiteX30" fmla="*/ 806248 w 915879"/>
                <a:gd name="connsiteY30" fmla="*/ 388398 h 1495135"/>
                <a:gd name="connsiteX31" fmla="*/ 836411 w 915879"/>
                <a:gd name="connsiteY31" fmla="*/ 413268 h 1495135"/>
                <a:gd name="connsiteX32" fmla="*/ 831649 w 915879"/>
                <a:gd name="connsiteY32" fmla="*/ 457188 h 1495135"/>
                <a:gd name="connsiteX33" fmla="*/ 753861 w 915879"/>
                <a:gd name="connsiteY33" fmla="*/ 472006 h 1495135"/>
                <a:gd name="connsiteX34" fmla="*/ 846994 w 915879"/>
                <a:gd name="connsiteY34" fmla="*/ 481531 h 1495135"/>
                <a:gd name="connsiteX35" fmla="*/ 835881 w 915879"/>
                <a:gd name="connsiteY35" fmla="*/ 530744 h 1495135"/>
                <a:gd name="connsiteX36" fmla="*/ 790988 w 915879"/>
                <a:gd name="connsiteY36" fmla="*/ 549631 h 1495135"/>
                <a:gd name="connsiteX37" fmla="*/ 776086 w 915879"/>
                <a:gd name="connsiteY37" fmla="*/ 581543 h 1495135"/>
                <a:gd name="connsiteX38" fmla="*/ 772910 w 915879"/>
                <a:gd name="connsiteY38" fmla="*/ 647689 h 1495135"/>
                <a:gd name="connsiteX0" fmla="*/ 778767 w 921736"/>
                <a:gd name="connsiteY0" fmla="*/ 647689 h 1501980"/>
                <a:gd name="connsiteX1" fmla="*/ 675051 w 921736"/>
                <a:gd name="connsiteY1" fmla="*/ 641339 h 1501980"/>
                <a:gd name="connsiteX2" fmla="*/ 683518 w 921736"/>
                <a:gd name="connsiteY2" fmla="*/ 599006 h 1501980"/>
                <a:gd name="connsiteX3" fmla="*/ 717385 w 921736"/>
                <a:gd name="connsiteY3" fmla="*/ 539739 h 1501980"/>
                <a:gd name="connsiteX4" fmla="*/ 666585 w 921736"/>
                <a:gd name="connsiteY4" fmla="*/ 472006 h 1501980"/>
                <a:gd name="connsiteX5" fmla="*/ 488785 w 921736"/>
                <a:gd name="connsiteY5" fmla="*/ 488939 h 1501980"/>
                <a:gd name="connsiteX6" fmla="*/ 376072 w 921736"/>
                <a:gd name="connsiteY6" fmla="*/ 569901 h 1501980"/>
                <a:gd name="connsiteX7" fmla="*/ 339030 w 921736"/>
                <a:gd name="connsiteY7" fmla="*/ 629169 h 1501980"/>
                <a:gd name="connsiteX8" fmla="*/ 312043 w 921736"/>
                <a:gd name="connsiteY8" fmla="*/ 734473 h 1501980"/>
                <a:gd name="connsiteX9" fmla="*/ 258681 w 921736"/>
                <a:gd name="connsiteY9" fmla="*/ 702031 h 1501980"/>
                <a:gd name="connsiteX10" fmla="*/ 244839 w 921736"/>
                <a:gd name="connsiteY10" fmla="*/ 705898 h 1501980"/>
                <a:gd name="connsiteX11" fmla="*/ 287702 w 921736"/>
                <a:gd name="connsiteY11" fmla="*/ 774161 h 1501980"/>
                <a:gd name="connsiteX12" fmla="*/ 266005 w 921736"/>
                <a:gd name="connsiteY12" fmla="*/ 930793 h 1501980"/>
                <a:gd name="connsiteX13" fmla="*/ 254893 w 921736"/>
                <a:gd name="connsiteY13" fmla="*/ 1016518 h 1501980"/>
                <a:gd name="connsiteX14" fmla="*/ 194568 w 921736"/>
                <a:gd name="connsiteY14" fmla="*/ 1440381 h 1501980"/>
                <a:gd name="connsiteX15" fmla="*/ 204093 w 921736"/>
                <a:gd name="connsiteY15" fmla="*/ 1500706 h 1501980"/>
                <a:gd name="connsiteX16" fmla="*/ 14651 w 921736"/>
                <a:gd name="connsiteY16" fmla="*/ 1454139 h 1501980"/>
                <a:gd name="connsiteX17" fmla="*/ 19414 w 921736"/>
                <a:gd name="connsiteY17" fmla="*/ 1394873 h 1501980"/>
                <a:gd name="connsiteX18" fmla="*/ 73388 w 921736"/>
                <a:gd name="connsiteY18" fmla="*/ 1120764 h 1501980"/>
                <a:gd name="connsiteX19" fmla="*/ 131598 w 921736"/>
                <a:gd name="connsiteY19" fmla="*/ 765694 h 1501980"/>
                <a:gd name="connsiteX20" fmla="*/ 217851 w 921736"/>
                <a:gd name="connsiteY20" fmla="*/ 260339 h 1501980"/>
                <a:gd name="connsiteX21" fmla="*/ 330035 w 921736"/>
                <a:gd name="connsiteY21" fmla="*/ 129106 h 1501980"/>
                <a:gd name="connsiteX22" fmla="*/ 461798 w 921736"/>
                <a:gd name="connsiteY22" fmla="*/ 122227 h 1501980"/>
                <a:gd name="connsiteX23" fmla="*/ 615785 w 921736"/>
                <a:gd name="connsiteY23" fmla="*/ 14806 h 1501980"/>
                <a:gd name="connsiteX24" fmla="*/ 721618 w 921736"/>
                <a:gd name="connsiteY24" fmla="*/ 519 h 1501980"/>
                <a:gd name="connsiteX25" fmla="*/ 805226 w 921736"/>
                <a:gd name="connsiteY25" fmla="*/ 58198 h 1501980"/>
                <a:gd name="connsiteX26" fmla="*/ 920585 w 921736"/>
                <a:gd name="connsiteY26" fmla="*/ 218006 h 1501980"/>
                <a:gd name="connsiteX27" fmla="*/ 861318 w 921736"/>
                <a:gd name="connsiteY27" fmla="*/ 268806 h 1501980"/>
                <a:gd name="connsiteX28" fmla="*/ 809460 w 921736"/>
                <a:gd name="connsiteY28" fmla="*/ 307435 h 1501980"/>
                <a:gd name="connsiteX29" fmla="*/ 796760 w 921736"/>
                <a:gd name="connsiteY29" fmla="*/ 350298 h 1501980"/>
                <a:gd name="connsiteX30" fmla="*/ 812105 w 921736"/>
                <a:gd name="connsiteY30" fmla="*/ 388398 h 1501980"/>
                <a:gd name="connsiteX31" fmla="*/ 842268 w 921736"/>
                <a:gd name="connsiteY31" fmla="*/ 413268 h 1501980"/>
                <a:gd name="connsiteX32" fmla="*/ 837506 w 921736"/>
                <a:gd name="connsiteY32" fmla="*/ 457188 h 1501980"/>
                <a:gd name="connsiteX33" fmla="*/ 759718 w 921736"/>
                <a:gd name="connsiteY33" fmla="*/ 472006 h 1501980"/>
                <a:gd name="connsiteX34" fmla="*/ 852851 w 921736"/>
                <a:gd name="connsiteY34" fmla="*/ 481531 h 1501980"/>
                <a:gd name="connsiteX35" fmla="*/ 841738 w 921736"/>
                <a:gd name="connsiteY35" fmla="*/ 530744 h 1501980"/>
                <a:gd name="connsiteX36" fmla="*/ 796845 w 921736"/>
                <a:gd name="connsiteY36" fmla="*/ 549631 h 1501980"/>
                <a:gd name="connsiteX37" fmla="*/ 781943 w 921736"/>
                <a:gd name="connsiteY37" fmla="*/ 581543 h 1501980"/>
                <a:gd name="connsiteX38" fmla="*/ 778767 w 921736"/>
                <a:gd name="connsiteY38" fmla="*/ 647689 h 1501980"/>
                <a:gd name="connsiteX0" fmla="*/ 776891 w 919860"/>
                <a:gd name="connsiteY0" fmla="*/ 647689 h 1501980"/>
                <a:gd name="connsiteX1" fmla="*/ 673175 w 919860"/>
                <a:gd name="connsiteY1" fmla="*/ 641339 h 1501980"/>
                <a:gd name="connsiteX2" fmla="*/ 681642 w 919860"/>
                <a:gd name="connsiteY2" fmla="*/ 599006 h 1501980"/>
                <a:gd name="connsiteX3" fmla="*/ 715509 w 919860"/>
                <a:gd name="connsiteY3" fmla="*/ 539739 h 1501980"/>
                <a:gd name="connsiteX4" fmla="*/ 664709 w 919860"/>
                <a:gd name="connsiteY4" fmla="*/ 472006 h 1501980"/>
                <a:gd name="connsiteX5" fmla="*/ 486909 w 919860"/>
                <a:gd name="connsiteY5" fmla="*/ 488939 h 1501980"/>
                <a:gd name="connsiteX6" fmla="*/ 374196 w 919860"/>
                <a:gd name="connsiteY6" fmla="*/ 569901 h 1501980"/>
                <a:gd name="connsiteX7" fmla="*/ 337154 w 919860"/>
                <a:gd name="connsiteY7" fmla="*/ 629169 h 1501980"/>
                <a:gd name="connsiteX8" fmla="*/ 310167 w 919860"/>
                <a:gd name="connsiteY8" fmla="*/ 734473 h 1501980"/>
                <a:gd name="connsiteX9" fmla="*/ 256805 w 919860"/>
                <a:gd name="connsiteY9" fmla="*/ 702031 h 1501980"/>
                <a:gd name="connsiteX10" fmla="*/ 242963 w 919860"/>
                <a:gd name="connsiteY10" fmla="*/ 705898 h 1501980"/>
                <a:gd name="connsiteX11" fmla="*/ 285826 w 919860"/>
                <a:gd name="connsiteY11" fmla="*/ 774161 h 1501980"/>
                <a:gd name="connsiteX12" fmla="*/ 264129 w 919860"/>
                <a:gd name="connsiteY12" fmla="*/ 930793 h 1501980"/>
                <a:gd name="connsiteX13" fmla="*/ 253017 w 919860"/>
                <a:gd name="connsiteY13" fmla="*/ 1016518 h 1501980"/>
                <a:gd name="connsiteX14" fmla="*/ 192692 w 919860"/>
                <a:gd name="connsiteY14" fmla="*/ 1440381 h 1501980"/>
                <a:gd name="connsiteX15" fmla="*/ 176817 w 919860"/>
                <a:gd name="connsiteY15" fmla="*/ 1500706 h 1501980"/>
                <a:gd name="connsiteX16" fmla="*/ 12775 w 919860"/>
                <a:gd name="connsiteY16" fmla="*/ 1454139 h 1501980"/>
                <a:gd name="connsiteX17" fmla="*/ 17538 w 919860"/>
                <a:gd name="connsiteY17" fmla="*/ 1394873 h 1501980"/>
                <a:gd name="connsiteX18" fmla="*/ 71512 w 919860"/>
                <a:gd name="connsiteY18" fmla="*/ 1120764 h 1501980"/>
                <a:gd name="connsiteX19" fmla="*/ 129722 w 919860"/>
                <a:gd name="connsiteY19" fmla="*/ 765694 h 1501980"/>
                <a:gd name="connsiteX20" fmla="*/ 215975 w 919860"/>
                <a:gd name="connsiteY20" fmla="*/ 260339 h 1501980"/>
                <a:gd name="connsiteX21" fmla="*/ 328159 w 919860"/>
                <a:gd name="connsiteY21" fmla="*/ 129106 h 1501980"/>
                <a:gd name="connsiteX22" fmla="*/ 459922 w 919860"/>
                <a:gd name="connsiteY22" fmla="*/ 122227 h 1501980"/>
                <a:gd name="connsiteX23" fmla="*/ 613909 w 919860"/>
                <a:gd name="connsiteY23" fmla="*/ 14806 h 1501980"/>
                <a:gd name="connsiteX24" fmla="*/ 719742 w 919860"/>
                <a:gd name="connsiteY24" fmla="*/ 519 h 1501980"/>
                <a:gd name="connsiteX25" fmla="*/ 803350 w 919860"/>
                <a:gd name="connsiteY25" fmla="*/ 58198 h 1501980"/>
                <a:gd name="connsiteX26" fmla="*/ 918709 w 919860"/>
                <a:gd name="connsiteY26" fmla="*/ 218006 h 1501980"/>
                <a:gd name="connsiteX27" fmla="*/ 859442 w 919860"/>
                <a:gd name="connsiteY27" fmla="*/ 268806 h 1501980"/>
                <a:gd name="connsiteX28" fmla="*/ 807584 w 919860"/>
                <a:gd name="connsiteY28" fmla="*/ 307435 h 1501980"/>
                <a:gd name="connsiteX29" fmla="*/ 794884 w 919860"/>
                <a:gd name="connsiteY29" fmla="*/ 350298 h 1501980"/>
                <a:gd name="connsiteX30" fmla="*/ 810229 w 919860"/>
                <a:gd name="connsiteY30" fmla="*/ 388398 h 1501980"/>
                <a:gd name="connsiteX31" fmla="*/ 840392 w 919860"/>
                <a:gd name="connsiteY31" fmla="*/ 413268 h 1501980"/>
                <a:gd name="connsiteX32" fmla="*/ 835630 w 919860"/>
                <a:gd name="connsiteY32" fmla="*/ 457188 h 1501980"/>
                <a:gd name="connsiteX33" fmla="*/ 757842 w 919860"/>
                <a:gd name="connsiteY33" fmla="*/ 472006 h 1501980"/>
                <a:gd name="connsiteX34" fmla="*/ 850975 w 919860"/>
                <a:gd name="connsiteY34" fmla="*/ 481531 h 1501980"/>
                <a:gd name="connsiteX35" fmla="*/ 839862 w 919860"/>
                <a:gd name="connsiteY35" fmla="*/ 530744 h 1501980"/>
                <a:gd name="connsiteX36" fmla="*/ 794969 w 919860"/>
                <a:gd name="connsiteY36" fmla="*/ 549631 h 1501980"/>
                <a:gd name="connsiteX37" fmla="*/ 780067 w 919860"/>
                <a:gd name="connsiteY37" fmla="*/ 581543 h 1501980"/>
                <a:gd name="connsiteX38" fmla="*/ 776891 w 919860"/>
                <a:gd name="connsiteY38" fmla="*/ 647689 h 1501980"/>
                <a:gd name="connsiteX0" fmla="*/ 764866 w 907835"/>
                <a:gd name="connsiteY0" fmla="*/ 647689 h 1501829"/>
                <a:gd name="connsiteX1" fmla="*/ 661150 w 907835"/>
                <a:gd name="connsiteY1" fmla="*/ 641339 h 1501829"/>
                <a:gd name="connsiteX2" fmla="*/ 669617 w 907835"/>
                <a:gd name="connsiteY2" fmla="*/ 599006 h 1501829"/>
                <a:gd name="connsiteX3" fmla="*/ 703484 w 907835"/>
                <a:gd name="connsiteY3" fmla="*/ 539739 h 1501829"/>
                <a:gd name="connsiteX4" fmla="*/ 652684 w 907835"/>
                <a:gd name="connsiteY4" fmla="*/ 472006 h 1501829"/>
                <a:gd name="connsiteX5" fmla="*/ 474884 w 907835"/>
                <a:gd name="connsiteY5" fmla="*/ 488939 h 1501829"/>
                <a:gd name="connsiteX6" fmla="*/ 362171 w 907835"/>
                <a:gd name="connsiteY6" fmla="*/ 569901 h 1501829"/>
                <a:gd name="connsiteX7" fmla="*/ 325129 w 907835"/>
                <a:gd name="connsiteY7" fmla="*/ 629169 h 1501829"/>
                <a:gd name="connsiteX8" fmla="*/ 298142 w 907835"/>
                <a:gd name="connsiteY8" fmla="*/ 734473 h 1501829"/>
                <a:gd name="connsiteX9" fmla="*/ 244780 w 907835"/>
                <a:gd name="connsiteY9" fmla="*/ 702031 h 1501829"/>
                <a:gd name="connsiteX10" fmla="*/ 230938 w 907835"/>
                <a:gd name="connsiteY10" fmla="*/ 705898 h 1501829"/>
                <a:gd name="connsiteX11" fmla="*/ 273801 w 907835"/>
                <a:gd name="connsiteY11" fmla="*/ 774161 h 1501829"/>
                <a:gd name="connsiteX12" fmla="*/ 252104 w 907835"/>
                <a:gd name="connsiteY12" fmla="*/ 930793 h 1501829"/>
                <a:gd name="connsiteX13" fmla="*/ 240992 w 907835"/>
                <a:gd name="connsiteY13" fmla="*/ 1016518 h 1501829"/>
                <a:gd name="connsiteX14" fmla="*/ 180667 w 907835"/>
                <a:gd name="connsiteY14" fmla="*/ 1440381 h 1501829"/>
                <a:gd name="connsiteX15" fmla="*/ 164792 w 907835"/>
                <a:gd name="connsiteY15" fmla="*/ 1500706 h 1501829"/>
                <a:gd name="connsiteX16" fmla="*/ 19800 w 907835"/>
                <a:gd name="connsiteY16" fmla="*/ 1473189 h 1501829"/>
                <a:gd name="connsiteX17" fmla="*/ 5513 w 907835"/>
                <a:gd name="connsiteY17" fmla="*/ 1394873 h 1501829"/>
                <a:gd name="connsiteX18" fmla="*/ 59487 w 907835"/>
                <a:gd name="connsiteY18" fmla="*/ 1120764 h 1501829"/>
                <a:gd name="connsiteX19" fmla="*/ 117697 w 907835"/>
                <a:gd name="connsiteY19" fmla="*/ 765694 h 1501829"/>
                <a:gd name="connsiteX20" fmla="*/ 203950 w 907835"/>
                <a:gd name="connsiteY20" fmla="*/ 260339 h 1501829"/>
                <a:gd name="connsiteX21" fmla="*/ 316134 w 907835"/>
                <a:gd name="connsiteY21" fmla="*/ 129106 h 1501829"/>
                <a:gd name="connsiteX22" fmla="*/ 447897 w 907835"/>
                <a:gd name="connsiteY22" fmla="*/ 122227 h 1501829"/>
                <a:gd name="connsiteX23" fmla="*/ 601884 w 907835"/>
                <a:gd name="connsiteY23" fmla="*/ 14806 h 1501829"/>
                <a:gd name="connsiteX24" fmla="*/ 707717 w 907835"/>
                <a:gd name="connsiteY24" fmla="*/ 519 h 1501829"/>
                <a:gd name="connsiteX25" fmla="*/ 791325 w 907835"/>
                <a:gd name="connsiteY25" fmla="*/ 58198 h 1501829"/>
                <a:gd name="connsiteX26" fmla="*/ 906684 w 907835"/>
                <a:gd name="connsiteY26" fmla="*/ 218006 h 1501829"/>
                <a:gd name="connsiteX27" fmla="*/ 847417 w 907835"/>
                <a:gd name="connsiteY27" fmla="*/ 268806 h 1501829"/>
                <a:gd name="connsiteX28" fmla="*/ 795559 w 907835"/>
                <a:gd name="connsiteY28" fmla="*/ 307435 h 1501829"/>
                <a:gd name="connsiteX29" fmla="*/ 782859 w 907835"/>
                <a:gd name="connsiteY29" fmla="*/ 350298 h 1501829"/>
                <a:gd name="connsiteX30" fmla="*/ 798204 w 907835"/>
                <a:gd name="connsiteY30" fmla="*/ 388398 h 1501829"/>
                <a:gd name="connsiteX31" fmla="*/ 828367 w 907835"/>
                <a:gd name="connsiteY31" fmla="*/ 413268 h 1501829"/>
                <a:gd name="connsiteX32" fmla="*/ 823605 w 907835"/>
                <a:gd name="connsiteY32" fmla="*/ 457188 h 1501829"/>
                <a:gd name="connsiteX33" fmla="*/ 745817 w 907835"/>
                <a:gd name="connsiteY33" fmla="*/ 472006 h 1501829"/>
                <a:gd name="connsiteX34" fmla="*/ 838950 w 907835"/>
                <a:gd name="connsiteY34" fmla="*/ 481531 h 1501829"/>
                <a:gd name="connsiteX35" fmla="*/ 827837 w 907835"/>
                <a:gd name="connsiteY35" fmla="*/ 530744 h 1501829"/>
                <a:gd name="connsiteX36" fmla="*/ 782944 w 907835"/>
                <a:gd name="connsiteY36" fmla="*/ 549631 h 1501829"/>
                <a:gd name="connsiteX37" fmla="*/ 768042 w 907835"/>
                <a:gd name="connsiteY37" fmla="*/ 581543 h 1501829"/>
                <a:gd name="connsiteX38" fmla="*/ 764866 w 907835"/>
                <a:gd name="connsiteY38" fmla="*/ 647689 h 1501829"/>
                <a:gd name="connsiteX0" fmla="*/ 755689 w 898658"/>
                <a:gd name="connsiteY0" fmla="*/ 647689 h 1501885"/>
                <a:gd name="connsiteX1" fmla="*/ 651973 w 898658"/>
                <a:gd name="connsiteY1" fmla="*/ 641339 h 1501885"/>
                <a:gd name="connsiteX2" fmla="*/ 660440 w 898658"/>
                <a:gd name="connsiteY2" fmla="*/ 599006 h 1501885"/>
                <a:gd name="connsiteX3" fmla="*/ 694307 w 898658"/>
                <a:gd name="connsiteY3" fmla="*/ 539739 h 1501885"/>
                <a:gd name="connsiteX4" fmla="*/ 643507 w 898658"/>
                <a:gd name="connsiteY4" fmla="*/ 472006 h 1501885"/>
                <a:gd name="connsiteX5" fmla="*/ 465707 w 898658"/>
                <a:gd name="connsiteY5" fmla="*/ 488939 h 1501885"/>
                <a:gd name="connsiteX6" fmla="*/ 352994 w 898658"/>
                <a:gd name="connsiteY6" fmla="*/ 569901 h 1501885"/>
                <a:gd name="connsiteX7" fmla="*/ 315952 w 898658"/>
                <a:gd name="connsiteY7" fmla="*/ 629169 h 1501885"/>
                <a:gd name="connsiteX8" fmla="*/ 288965 w 898658"/>
                <a:gd name="connsiteY8" fmla="*/ 734473 h 1501885"/>
                <a:gd name="connsiteX9" fmla="*/ 235603 w 898658"/>
                <a:gd name="connsiteY9" fmla="*/ 702031 h 1501885"/>
                <a:gd name="connsiteX10" fmla="*/ 221761 w 898658"/>
                <a:gd name="connsiteY10" fmla="*/ 705898 h 1501885"/>
                <a:gd name="connsiteX11" fmla="*/ 264624 w 898658"/>
                <a:gd name="connsiteY11" fmla="*/ 774161 h 1501885"/>
                <a:gd name="connsiteX12" fmla="*/ 242927 w 898658"/>
                <a:gd name="connsiteY12" fmla="*/ 930793 h 1501885"/>
                <a:gd name="connsiteX13" fmla="*/ 231815 w 898658"/>
                <a:gd name="connsiteY13" fmla="*/ 1016518 h 1501885"/>
                <a:gd name="connsiteX14" fmla="*/ 171490 w 898658"/>
                <a:gd name="connsiteY14" fmla="*/ 1440381 h 1501885"/>
                <a:gd name="connsiteX15" fmla="*/ 155615 w 898658"/>
                <a:gd name="connsiteY15" fmla="*/ 1500706 h 1501885"/>
                <a:gd name="connsiteX16" fmla="*/ 10623 w 898658"/>
                <a:gd name="connsiteY16" fmla="*/ 1473189 h 1501885"/>
                <a:gd name="connsiteX17" fmla="*/ 15386 w 898658"/>
                <a:gd name="connsiteY17" fmla="*/ 1388523 h 1501885"/>
                <a:gd name="connsiteX18" fmla="*/ 50310 w 898658"/>
                <a:gd name="connsiteY18" fmla="*/ 1120764 h 1501885"/>
                <a:gd name="connsiteX19" fmla="*/ 108520 w 898658"/>
                <a:gd name="connsiteY19" fmla="*/ 765694 h 1501885"/>
                <a:gd name="connsiteX20" fmla="*/ 194773 w 898658"/>
                <a:gd name="connsiteY20" fmla="*/ 260339 h 1501885"/>
                <a:gd name="connsiteX21" fmla="*/ 306957 w 898658"/>
                <a:gd name="connsiteY21" fmla="*/ 129106 h 1501885"/>
                <a:gd name="connsiteX22" fmla="*/ 438720 w 898658"/>
                <a:gd name="connsiteY22" fmla="*/ 122227 h 1501885"/>
                <a:gd name="connsiteX23" fmla="*/ 592707 w 898658"/>
                <a:gd name="connsiteY23" fmla="*/ 14806 h 1501885"/>
                <a:gd name="connsiteX24" fmla="*/ 698540 w 898658"/>
                <a:gd name="connsiteY24" fmla="*/ 519 h 1501885"/>
                <a:gd name="connsiteX25" fmla="*/ 782148 w 898658"/>
                <a:gd name="connsiteY25" fmla="*/ 58198 h 1501885"/>
                <a:gd name="connsiteX26" fmla="*/ 897507 w 898658"/>
                <a:gd name="connsiteY26" fmla="*/ 218006 h 1501885"/>
                <a:gd name="connsiteX27" fmla="*/ 838240 w 898658"/>
                <a:gd name="connsiteY27" fmla="*/ 268806 h 1501885"/>
                <a:gd name="connsiteX28" fmla="*/ 786382 w 898658"/>
                <a:gd name="connsiteY28" fmla="*/ 307435 h 1501885"/>
                <a:gd name="connsiteX29" fmla="*/ 773682 w 898658"/>
                <a:gd name="connsiteY29" fmla="*/ 350298 h 1501885"/>
                <a:gd name="connsiteX30" fmla="*/ 789027 w 898658"/>
                <a:gd name="connsiteY30" fmla="*/ 388398 h 1501885"/>
                <a:gd name="connsiteX31" fmla="*/ 819190 w 898658"/>
                <a:gd name="connsiteY31" fmla="*/ 413268 h 1501885"/>
                <a:gd name="connsiteX32" fmla="*/ 814428 w 898658"/>
                <a:gd name="connsiteY32" fmla="*/ 457188 h 1501885"/>
                <a:gd name="connsiteX33" fmla="*/ 736640 w 898658"/>
                <a:gd name="connsiteY33" fmla="*/ 472006 h 1501885"/>
                <a:gd name="connsiteX34" fmla="*/ 829773 w 898658"/>
                <a:gd name="connsiteY34" fmla="*/ 481531 h 1501885"/>
                <a:gd name="connsiteX35" fmla="*/ 818660 w 898658"/>
                <a:gd name="connsiteY35" fmla="*/ 530744 h 1501885"/>
                <a:gd name="connsiteX36" fmla="*/ 773767 w 898658"/>
                <a:gd name="connsiteY36" fmla="*/ 549631 h 1501885"/>
                <a:gd name="connsiteX37" fmla="*/ 758865 w 898658"/>
                <a:gd name="connsiteY37" fmla="*/ 581543 h 1501885"/>
                <a:gd name="connsiteX38" fmla="*/ 755689 w 898658"/>
                <a:gd name="connsiteY38" fmla="*/ 647689 h 1501885"/>
                <a:gd name="connsiteX0" fmla="*/ 756052 w 899021"/>
                <a:gd name="connsiteY0" fmla="*/ 647689 h 1501885"/>
                <a:gd name="connsiteX1" fmla="*/ 652336 w 899021"/>
                <a:gd name="connsiteY1" fmla="*/ 641339 h 1501885"/>
                <a:gd name="connsiteX2" fmla="*/ 660803 w 899021"/>
                <a:gd name="connsiteY2" fmla="*/ 599006 h 1501885"/>
                <a:gd name="connsiteX3" fmla="*/ 694670 w 899021"/>
                <a:gd name="connsiteY3" fmla="*/ 539739 h 1501885"/>
                <a:gd name="connsiteX4" fmla="*/ 643870 w 899021"/>
                <a:gd name="connsiteY4" fmla="*/ 472006 h 1501885"/>
                <a:gd name="connsiteX5" fmla="*/ 466070 w 899021"/>
                <a:gd name="connsiteY5" fmla="*/ 488939 h 1501885"/>
                <a:gd name="connsiteX6" fmla="*/ 353357 w 899021"/>
                <a:gd name="connsiteY6" fmla="*/ 569901 h 1501885"/>
                <a:gd name="connsiteX7" fmla="*/ 316315 w 899021"/>
                <a:gd name="connsiteY7" fmla="*/ 629169 h 1501885"/>
                <a:gd name="connsiteX8" fmla="*/ 289328 w 899021"/>
                <a:gd name="connsiteY8" fmla="*/ 734473 h 1501885"/>
                <a:gd name="connsiteX9" fmla="*/ 235966 w 899021"/>
                <a:gd name="connsiteY9" fmla="*/ 702031 h 1501885"/>
                <a:gd name="connsiteX10" fmla="*/ 222124 w 899021"/>
                <a:gd name="connsiteY10" fmla="*/ 705898 h 1501885"/>
                <a:gd name="connsiteX11" fmla="*/ 264987 w 899021"/>
                <a:gd name="connsiteY11" fmla="*/ 774161 h 1501885"/>
                <a:gd name="connsiteX12" fmla="*/ 243290 w 899021"/>
                <a:gd name="connsiteY12" fmla="*/ 930793 h 1501885"/>
                <a:gd name="connsiteX13" fmla="*/ 232178 w 899021"/>
                <a:gd name="connsiteY13" fmla="*/ 1016518 h 1501885"/>
                <a:gd name="connsiteX14" fmla="*/ 171853 w 899021"/>
                <a:gd name="connsiteY14" fmla="*/ 1440381 h 1501885"/>
                <a:gd name="connsiteX15" fmla="*/ 155978 w 899021"/>
                <a:gd name="connsiteY15" fmla="*/ 1500706 h 1501885"/>
                <a:gd name="connsiteX16" fmla="*/ 10986 w 899021"/>
                <a:gd name="connsiteY16" fmla="*/ 1473189 h 1501885"/>
                <a:gd name="connsiteX17" fmla="*/ 15749 w 899021"/>
                <a:gd name="connsiteY17" fmla="*/ 1388523 h 1501885"/>
                <a:gd name="connsiteX18" fmla="*/ 60198 w 899021"/>
                <a:gd name="connsiteY18" fmla="*/ 1120764 h 1501885"/>
                <a:gd name="connsiteX19" fmla="*/ 108883 w 899021"/>
                <a:gd name="connsiteY19" fmla="*/ 765694 h 1501885"/>
                <a:gd name="connsiteX20" fmla="*/ 195136 w 899021"/>
                <a:gd name="connsiteY20" fmla="*/ 260339 h 1501885"/>
                <a:gd name="connsiteX21" fmla="*/ 307320 w 899021"/>
                <a:gd name="connsiteY21" fmla="*/ 129106 h 1501885"/>
                <a:gd name="connsiteX22" fmla="*/ 439083 w 899021"/>
                <a:gd name="connsiteY22" fmla="*/ 122227 h 1501885"/>
                <a:gd name="connsiteX23" fmla="*/ 593070 w 899021"/>
                <a:gd name="connsiteY23" fmla="*/ 14806 h 1501885"/>
                <a:gd name="connsiteX24" fmla="*/ 698903 w 899021"/>
                <a:gd name="connsiteY24" fmla="*/ 519 h 1501885"/>
                <a:gd name="connsiteX25" fmla="*/ 782511 w 899021"/>
                <a:gd name="connsiteY25" fmla="*/ 58198 h 1501885"/>
                <a:gd name="connsiteX26" fmla="*/ 897870 w 899021"/>
                <a:gd name="connsiteY26" fmla="*/ 218006 h 1501885"/>
                <a:gd name="connsiteX27" fmla="*/ 838603 w 899021"/>
                <a:gd name="connsiteY27" fmla="*/ 268806 h 1501885"/>
                <a:gd name="connsiteX28" fmla="*/ 786745 w 899021"/>
                <a:gd name="connsiteY28" fmla="*/ 307435 h 1501885"/>
                <a:gd name="connsiteX29" fmla="*/ 774045 w 899021"/>
                <a:gd name="connsiteY29" fmla="*/ 350298 h 1501885"/>
                <a:gd name="connsiteX30" fmla="*/ 789390 w 899021"/>
                <a:gd name="connsiteY30" fmla="*/ 388398 h 1501885"/>
                <a:gd name="connsiteX31" fmla="*/ 819553 w 899021"/>
                <a:gd name="connsiteY31" fmla="*/ 413268 h 1501885"/>
                <a:gd name="connsiteX32" fmla="*/ 814791 w 899021"/>
                <a:gd name="connsiteY32" fmla="*/ 457188 h 1501885"/>
                <a:gd name="connsiteX33" fmla="*/ 737003 w 899021"/>
                <a:gd name="connsiteY33" fmla="*/ 472006 h 1501885"/>
                <a:gd name="connsiteX34" fmla="*/ 830136 w 899021"/>
                <a:gd name="connsiteY34" fmla="*/ 481531 h 1501885"/>
                <a:gd name="connsiteX35" fmla="*/ 819023 w 899021"/>
                <a:gd name="connsiteY35" fmla="*/ 530744 h 1501885"/>
                <a:gd name="connsiteX36" fmla="*/ 774130 w 899021"/>
                <a:gd name="connsiteY36" fmla="*/ 549631 h 1501885"/>
                <a:gd name="connsiteX37" fmla="*/ 759228 w 899021"/>
                <a:gd name="connsiteY37" fmla="*/ 581543 h 1501885"/>
                <a:gd name="connsiteX38" fmla="*/ 756052 w 899021"/>
                <a:gd name="connsiteY38" fmla="*/ 647689 h 1501885"/>
                <a:gd name="connsiteX0" fmla="*/ 753683 w 896652"/>
                <a:gd name="connsiteY0" fmla="*/ 647689 h 1502821"/>
                <a:gd name="connsiteX1" fmla="*/ 649967 w 896652"/>
                <a:gd name="connsiteY1" fmla="*/ 641339 h 1502821"/>
                <a:gd name="connsiteX2" fmla="*/ 658434 w 896652"/>
                <a:gd name="connsiteY2" fmla="*/ 599006 h 1502821"/>
                <a:gd name="connsiteX3" fmla="*/ 692301 w 896652"/>
                <a:gd name="connsiteY3" fmla="*/ 539739 h 1502821"/>
                <a:gd name="connsiteX4" fmla="*/ 641501 w 896652"/>
                <a:gd name="connsiteY4" fmla="*/ 472006 h 1502821"/>
                <a:gd name="connsiteX5" fmla="*/ 463701 w 896652"/>
                <a:gd name="connsiteY5" fmla="*/ 488939 h 1502821"/>
                <a:gd name="connsiteX6" fmla="*/ 350988 w 896652"/>
                <a:gd name="connsiteY6" fmla="*/ 569901 h 1502821"/>
                <a:gd name="connsiteX7" fmla="*/ 313946 w 896652"/>
                <a:gd name="connsiteY7" fmla="*/ 629169 h 1502821"/>
                <a:gd name="connsiteX8" fmla="*/ 286959 w 896652"/>
                <a:gd name="connsiteY8" fmla="*/ 734473 h 1502821"/>
                <a:gd name="connsiteX9" fmla="*/ 233597 w 896652"/>
                <a:gd name="connsiteY9" fmla="*/ 702031 h 1502821"/>
                <a:gd name="connsiteX10" fmla="*/ 219755 w 896652"/>
                <a:gd name="connsiteY10" fmla="*/ 705898 h 1502821"/>
                <a:gd name="connsiteX11" fmla="*/ 262618 w 896652"/>
                <a:gd name="connsiteY11" fmla="*/ 774161 h 1502821"/>
                <a:gd name="connsiteX12" fmla="*/ 240921 w 896652"/>
                <a:gd name="connsiteY12" fmla="*/ 930793 h 1502821"/>
                <a:gd name="connsiteX13" fmla="*/ 229809 w 896652"/>
                <a:gd name="connsiteY13" fmla="*/ 1016518 h 1502821"/>
                <a:gd name="connsiteX14" fmla="*/ 169484 w 896652"/>
                <a:gd name="connsiteY14" fmla="*/ 1440381 h 1502821"/>
                <a:gd name="connsiteX15" fmla="*/ 153609 w 896652"/>
                <a:gd name="connsiteY15" fmla="*/ 1500706 h 1502821"/>
                <a:gd name="connsiteX16" fmla="*/ 11792 w 896652"/>
                <a:gd name="connsiteY16" fmla="*/ 1479539 h 1502821"/>
                <a:gd name="connsiteX17" fmla="*/ 13380 w 896652"/>
                <a:gd name="connsiteY17" fmla="*/ 1388523 h 1502821"/>
                <a:gd name="connsiteX18" fmla="*/ 57829 w 896652"/>
                <a:gd name="connsiteY18" fmla="*/ 1120764 h 1502821"/>
                <a:gd name="connsiteX19" fmla="*/ 106514 w 896652"/>
                <a:gd name="connsiteY19" fmla="*/ 765694 h 1502821"/>
                <a:gd name="connsiteX20" fmla="*/ 192767 w 896652"/>
                <a:gd name="connsiteY20" fmla="*/ 260339 h 1502821"/>
                <a:gd name="connsiteX21" fmla="*/ 304951 w 896652"/>
                <a:gd name="connsiteY21" fmla="*/ 129106 h 1502821"/>
                <a:gd name="connsiteX22" fmla="*/ 436714 w 896652"/>
                <a:gd name="connsiteY22" fmla="*/ 122227 h 1502821"/>
                <a:gd name="connsiteX23" fmla="*/ 590701 w 896652"/>
                <a:gd name="connsiteY23" fmla="*/ 14806 h 1502821"/>
                <a:gd name="connsiteX24" fmla="*/ 696534 w 896652"/>
                <a:gd name="connsiteY24" fmla="*/ 519 h 1502821"/>
                <a:gd name="connsiteX25" fmla="*/ 780142 w 896652"/>
                <a:gd name="connsiteY25" fmla="*/ 58198 h 1502821"/>
                <a:gd name="connsiteX26" fmla="*/ 895501 w 896652"/>
                <a:gd name="connsiteY26" fmla="*/ 218006 h 1502821"/>
                <a:gd name="connsiteX27" fmla="*/ 836234 w 896652"/>
                <a:gd name="connsiteY27" fmla="*/ 268806 h 1502821"/>
                <a:gd name="connsiteX28" fmla="*/ 784376 w 896652"/>
                <a:gd name="connsiteY28" fmla="*/ 307435 h 1502821"/>
                <a:gd name="connsiteX29" fmla="*/ 771676 w 896652"/>
                <a:gd name="connsiteY29" fmla="*/ 350298 h 1502821"/>
                <a:gd name="connsiteX30" fmla="*/ 787021 w 896652"/>
                <a:gd name="connsiteY30" fmla="*/ 388398 h 1502821"/>
                <a:gd name="connsiteX31" fmla="*/ 817184 w 896652"/>
                <a:gd name="connsiteY31" fmla="*/ 413268 h 1502821"/>
                <a:gd name="connsiteX32" fmla="*/ 812422 w 896652"/>
                <a:gd name="connsiteY32" fmla="*/ 457188 h 1502821"/>
                <a:gd name="connsiteX33" fmla="*/ 734634 w 896652"/>
                <a:gd name="connsiteY33" fmla="*/ 472006 h 1502821"/>
                <a:gd name="connsiteX34" fmla="*/ 827767 w 896652"/>
                <a:gd name="connsiteY34" fmla="*/ 481531 h 1502821"/>
                <a:gd name="connsiteX35" fmla="*/ 816654 w 896652"/>
                <a:gd name="connsiteY35" fmla="*/ 530744 h 1502821"/>
                <a:gd name="connsiteX36" fmla="*/ 771761 w 896652"/>
                <a:gd name="connsiteY36" fmla="*/ 549631 h 1502821"/>
                <a:gd name="connsiteX37" fmla="*/ 756859 w 896652"/>
                <a:gd name="connsiteY37" fmla="*/ 581543 h 1502821"/>
                <a:gd name="connsiteX38" fmla="*/ 753683 w 896652"/>
                <a:gd name="connsiteY38" fmla="*/ 647689 h 1502821"/>
                <a:gd name="connsiteX0" fmla="*/ 753683 w 896652"/>
                <a:gd name="connsiteY0" fmla="*/ 647689 h 1504887"/>
                <a:gd name="connsiteX1" fmla="*/ 649967 w 896652"/>
                <a:gd name="connsiteY1" fmla="*/ 641339 h 1504887"/>
                <a:gd name="connsiteX2" fmla="*/ 658434 w 896652"/>
                <a:gd name="connsiteY2" fmla="*/ 599006 h 1504887"/>
                <a:gd name="connsiteX3" fmla="*/ 692301 w 896652"/>
                <a:gd name="connsiteY3" fmla="*/ 539739 h 1504887"/>
                <a:gd name="connsiteX4" fmla="*/ 641501 w 896652"/>
                <a:gd name="connsiteY4" fmla="*/ 472006 h 1504887"/>
                <a:gd name="connsiteX5" fmla="*/ 463701 w 896652"/>
                <a:gd name="connsiteY5" fmla="*/ 488939 h 1504887"/>
                <a:gd name="connsiteX6" fmla="*/ 350988 w 896652"/>
                <a:gd name="connsiteY6" fmla="*/ 569901 h 1504887"/>
                <a:gd name="connsiteX7" fmla="*/ 313946 w 896652"/>
                <a:gd name="connsiteY7" fmla="*/ 629169 h 1504887"/>
                <a:gd name="connsiteX8" fmla="*/ 286959 w 896652"/>
                <a:gd name="connsiteY8" fmla="*/ 734473 h 1504887"/>
                <a:gd name="connsiteX9" fmla="*/ 233597 w 896652"/>
                <a:gd name="connsiteY9" fmla="*/ 702031 h 1504887"/>
                <a:gd name="connsiteX10" fmla="*/ 219755 w 896652"/>
                <a:gd name="connsiteY10" fmla="*/ 705898 h 1504887"/>
                <a:gd name="connsiteX11" fmla="*/ 262618 w 896652"/>
                <a:gd name="connsiteY11" fmla="*/ 774161 h 1504887"/>
                <a:gd name="connsiteX12" fmla="*/ 240921 w 896652"/>
                <a:gd name="connsiteY12" fmla="*/ 930793 h 1504887"/>
                <a:gd name="connsiteX13" fmla="*/ 229809 w 896652"/>
                <a:gd name="connsiteY13" fmla="*/ 1016518 h 1504887"/>
                <a:gd name="connsiteX14" fmla="*/ 169484 w 896652"/>
                <a:gd name="connsiteY14" fmla="*/ 1440381 h 1504887"/>
                <a:gd name="connsiteX15" fmla="*/ 153609 w 896652"/>
                <a:gd name="connsiteY15" fmla="*/ 1500706 h 1504887"/>
                <a:gd name="connsiteX16" fmla="*/ 11792 w 896652"/>
                <a:gd name="connsiteY16" fmla="*/ 1479539 h 1504887"/>
                <a:gd name="connsiteX17" fmla="*/ 13380 w 896652"/>
                <a:gd name="connsiteY17" fmla="*/ 1318673 h 1504887"/>
                <a:gd name="connsiteX18" fmla="*/ 57829 w 896652"/>
                <a:gd name="connsiteY18" fmla="*/ 1120764 h 1504887"/>
                <a:gd name="connsiteX19" fmla="*/ 106514 w 896652"/>
                <a:gd name="connsiteY19" fmla="*/ 765694 h 1504887"/>
                <a:gd name="connsiteX20" fmla="*/ 192767 w 896652"/>
                <a:gd name="connsiteY20" fmla="*/ 260339 h 1504887"/>
                <a:gd name="connsiteX21" fmla="*/ 304951 w 896652"/>
                <a:gd name="connsiteY21" fmla="*/ 129106 h 1504887"/>
                <a:gd name="connsiteX22" fmla="*/ 436714 w 896652"/>
                <a:gd name="connsiteY22" fmla="*/ 122227 h 1504887"/>
                <a:gd name="connsiteX23" fmla="*/ 590701 w 896652"/>
                <a:gd name="connsiteY23" fmla="*/ 14806 h 1504887"/>
                <a:gd name="connsiteX24" fmla="*/ 696534 w 896652"/>
                <a:gd name="connsiteY24" fmla="*/ 519 h 1504887"/>
                <a:gd name="connsiteX25" fmla="*/ 780142 w 896652"/>
                <a:gd name="connsiteY25" fmla="*/ 58198 h 1504887"/>
                <a:gd name="connsiteX26" fmla="*/ 895501 w 896652"/>
                <a:gd name="connsiteY26" fmla="*/ 218006 h 1504887"/>
                <a:gd name="connsiteX27" fmla="*/ 836234 w 896652"/>
                <a:gd name="connsiteY27" fmla="*/ 268806 h 1504887"/>
                <a:gd name="connsiteX28" fmla="*/ 784376 w 896652"/>
                <a:gd name="connsiteY28" fmla="*/ 307435 h 1504887"/>
                <a:gd name="connsiteX29" fmla="*/ 771676 w 896652"/>
                <a:gd name="connsiteY29" fmla="*/ 350298 h 1504887"/>
                <a:gd name="connsiteX30" fmla="*/ 787021 w 896652"/>
                <a:gd name="connsiteY30" fmla="*/ 388398 h 1504887"/>
                <a:gd name="connsiteX31" fmla="*/ 817184 w 896652"/>
                <a:gd name="connsiteY31" fmla="*/ 413268 h 1504887"/>
                <a:gd name="connsiteX32" fmla="*/ 812422 w 896652"/>
                <a:gd name="connsiteY32" fmla="*/ 457188 h 1504887"/>
                <a:gd name="connsiteX33" fmla="*/ 734634 w 896652"/>
                <a:gd name="connsiteY33" fmla="*/ 472006 h 1504887"/>
                <a:gd name="connsiteX34" fmla="*/ 827767 w 896652"/>
                <a:gd name="connsiteY34" fmla="*/ 481531 h 1504887"/>
                <a:gd name="connsiteX35" fmla="*/ 816654 w 896652"/>
                <a:gd name="connsiteY35" fmla="*/ 530744 h 1504887"/>
                <a:gd name="connsiteX36" fmla="*/ 771761 w 896652"/>
                <a:gd name="connsiteY36" fmla="*/ 549631 h 1504887"/>
                <a:gd name="connsiteX37" fmla="*/ 756859 w 896652"/>
                <a:gd name="connsiteY37" fmla="*/ 581543 h 1504887"/>
                <a:gd name="connsiteX38" fmla="*/ 753683 w 896652"/>
                <a:gd name="connsiteY38" fmla="*/ 647689 h 1504887"/>
                <a:gd name="connsiteX0" fmla="*/ 749730 w 892699"/>
                <a:gd name="connsiteY0" fmla="*/ 647689 h 1504887"/>
                <a:gd name="connsiteX1" fmla="*/ 646014 w 892699"/>
                <a:gd name="connsiteY1" fmla="*/ 641339 h 1504887"/>
                <a:gd name="connsiteX2" fmla="*/ 654481 w 892699"/>
                <a:gd name="connsiteY2" fmla="*/ 599006 h 1504887"/>
                <a:gd name="connsiteX3" fmla="*/ 688348 w 892699"/>
                <a:gd name="connsiteY3" fmla="*/ 539739 h 1504887"/>
                <a:gd name="connsiteX4" fmla="*/ 637548 w 892699"/>
                <a:gd name="connsiteY4" fmla="*/ 472006 h 1504887"/>
                <a:gd name="connsiteX5" fmla="*/ 459748 w 892699"/>
                <a:gd name="connsiteY5" fmla="*/ 488939 h 1504887"/>
                <a:gd name="connsiteX6" fmla="*/ 347035 w 892699"/>
                <a:gd name="connsiteY6" fmla="*/ 569901 h 1504887"/>
                <a:gd name="connsiteX7" fmla="*/ 309993 w 892699"/>
                <a:gd name="connsiteY7" fmla="*/ 629169 h 1504887"/>
                <a:gd name="connsiteX8" fmla="*/ 283006 w 892699"/>
                <a:gd name="connsiteY8" fmla="*/ 734473 h 1504887"/>
                <a:gd name="connsiteX9" fmla="*/ 229644 w 892699"/>
                <a:gd name="connsiteY9" fmla="*/ 702031 h 1504887"/>
                <a:gd name="connsiteX10" fmla="*/ 215802 w 892699"/>
                <a:gd name="connsiteY10" fmla="*/ 705898 h 1504887"/>
                <a:gd name="connsiteX11" fmla="*/ 258665 w 892699"/>
                <a:gd name="connsiteY11" fmla="*/ 774161 h 1504887"/>
                <a:gd name="connsiteX12" fmla="*/ 236968 w 892699"/>
                <a:gd name="connsiteY12" fmla="*/ 930793 h 1504887"/>
                <a:gd name="connsiteX13" fmla="*/ 225856 w 892699"/>
                <a:gd name="connsiteY13" fmla="*/ 1016518 h 1504887"/>
                <a:gd name="connsiteX14" fmla="*/ 165531 w 892699"/>
                <a:gd name="connsiteY14" fmla="*/ 1440381 h 1504887"/>
                <a:gd name="connsiteX15" fmla="*/ 149656 w 892699"/>
                <a:gd name="connsiteY15" fmla="*/ 1500706 h 1504887"/>
                <a:gd name="connsiteX16" fmla="*/ 7839 w 892699"/>
                <a:gd name="connsiteY16" fmla="*/ 1479539 h 1504887"/>
                <a:gd name="connsiteX17" fmla="*/ 22127 w 892699"/>
                <a:gd name="connsiteY17" fmla="*/ 1318673 h 1504887"/>
                <a:gd name="connsiteX18" fmla="*/ 53876 w 892699"/>
                <a:gd name="connsiteY18" fmla="*/ 1120764 h 1504887"/>
                <a:gd name="connsiteX19" fmla="*/ 102561 w 892699"/>
                <a:gd name="connsiteY19" fmla="*/ 765694 h 1504887"/>
                <a:gd name="connsiteX20" fmla="*/ 188814 w 892699"/>
                <a:gd name="connsiteY20" fmla="*/ 260339 h 1504887"/>
                <a:gd name="connsiteX21" fmla="*/ 300998 w 892699"/>
                <a:gd name="connsiteY21" fmla="*/ 129106 h 1504887"/>
                <a:gd name="connsiteX22" fmla="*/ 432761 w 892699"/>
                <a:gd name="connsiteY22" fmla="*/ 122227 h 1504887"/>
                <a:gd name="connsiteX23" fmla="*/ 586748 w 892699"/>
                <a:gd name="connsiteY23" fmla="*/ 14806 h 1504887"/>
                <a:gd name="connsiteX24" fmla="*/ 692581 w 892699"/>
                <a:gd name="connsiteY24" fmla="*/ 519 h 1504887"/>
                <a:gd name="connsiteX25" fmla="*/ 776189 w 892699"/>
                <a:gd name="connsiteY25" fmla="*/ 58198 h 1504887"/>
                <a:gd name="connsiteX26" fmla="*/ 891548 w 892699"/>
                <a:gd name="connsiteY26" fmla="*/ 218006 h 1504887"/>
                <a:gd name="connsiteX27" fmla="*/ 832281 w 892699"/>
                <a:gd name="connsiteY27" fmla="*/ 268806 h 1504887"/>
                <a:gd name="connsiteX28" fmla="*/ 780423 w 892699"/>
                <a:gd name="connsiteY28" fmla="*/ 307435 h 1504887"/>
                <a:gd name="connsiteX29" fmla="*/ 767723 w 892699"/>
                <a:gd name="connsiteY29" fmla="*/ 350298 h 1504887"/>
                <a:gd name="connsiteX30" fmla="*/ 783068 w 892699"/>
                <a:gd name="connsiteY30" fmla="*/ 388398 h 1504887"/>
                <a:gd name="connsiteX31" fmla="*/ 813231 w 892699"/>
                <a:gd name="connsiteY31" fmla="*/ 413268 h 1504887"/>
                <a:gd name="connsiteX32" fmla="*/ 808469 w 892699"/>
                <a:gd name="connsiteY32" fmla="*/ 457188 h 1504887"/>
                <a:gd name="connsiteX33" fmla="*/ 730681 w 892699"/>
                <a:gd name="connsiteY33" fmla="*/ 472006 h 1504887"/>
                <a:gd name="connsiteX34" fmla="*/ 823814 w 892699"/>
                <a:gd name="connsiteY34" fmla="*/ 481531 h 1504887"/>
                <a:gd name="connsiteX35" fmla="*/ 812701 w 892699"/>
                <a:gd name="connsiteY35" fmla="*/ 530744 h 1504887"/>
                <a:gd name="connsiteX36" fmla="*/ 767808 w 892699"/>
                <a:gd name="connsiteY36" fmla="*/ 549631 h 1504887"/>
                <a:gd name="connsiteX37" fmla="*/ 752906 w 892699"/>
                <a:gd name="connsiteY37" fmla="*/ 581543 h 1504887"/>
                <a:gd name="connsiteX38" fmla="*/ 749730 w 892699"/>
                <a:gd name="connsiteY38" fmla="*/ 647689 h 1504887"/>
                <a:gd name="connsiteX0" fmla="*/ 750557 w 893526"/>
                <a:gd name="connsiteY0" fmla="*/ 647689 h 1504509"/>
                <a:gd name="connsiteX1" fmla="*/ 646841 w 893526"/>
                <a:gd name="connsiteY1" fmla="*/ 641339 h 1504509"/>
                <a:gd name="connsiteX2" fmla="*/ 655308 w 893526"/>
                <a:gd name="connsiteY2" fmla="*/ 599006 h 1504509"/>
                <a:gd name="connsiteX3" fmla="*/ 689175 w 893526"/>
                <a:gd name="connsiteY3" fmla="*/ 539739 h 1504509"/>
                <a:gd name="connsiteX4" fmla="*/ 638375 w 893526"/>
                <a:gd name="connsiteY4" fmla="*/ 472006 h 1504509"/>
                <a:gd name="connsiteX5" fmla="*/ 460575 w 893526"/>
                <a:gd name="connsiteY5" fmla="*/ 488939 h 1504509"/>
                <a:gd name="connsiteX6" fmla="*/ 347862 w 893526"/>
                <a:gd name="connsiteY6" fmla="*/ 569901 h 1504509"/>
                <a:gd name="connsiteX7" fmla="*/ 310820 w 893526"/>
                <a:gd name="connsiteY7" fmla="*/ 629169 h 1504509"/>
                <a:gd name="connsiteX8" fmla="*/ 283833 w 893526"/>
                <a:gd name="connsiteY8" fmla="*/ 734473 h 1504509"/>
                <a:gd name="connsiteX9" fmla="*/ 230471 w 893526"/>
                <a:gd name="connsiteY9" fmla="*/ 702031 h 1504509"/>
                <a:gd name="connsiteX10" fmla="*/ 216629 w 893526"/>
                <a:gd name="connsiteY10" fmla="*/ 705898 h 1504509"/>
                <a:gd name="connsiteX11" fmla="*/ 259492 w 893526"/>
                <a:gd name="connsiteY11" fmla="*/ 774161 h 1504509"/>
                <a:gd name="connsiteX12" fmla="*/ 237795 w 893526"/>
                <a:gd name="connsiteY12" fmla="*/ 930793 h 1504509"/>
                <a:gd name="connsiteX13" fmla="*/ 226683 w 893526"/>
                <a:gd name="connsiteY13" fmla="*/ 1016518 h 1504509"/>
                <a:gd name="connsiteX14" fmla="*/ 166358 w 893526"/>
                <a:gd name="connsiteY14" fmla="*/ 1440381 h 1504509"/>
                <a:gd name="connsiteX15" fmla="*/ 150483 w 893526"/>
                <a:gd name="connsiteY15" fmla="*/ 1500706 h 1504509"/>
                <a:gd name="connsiteX16" fmla="*/ 8666 w 893526"/>
                <a:gd name="connsiteY16" fmla="*/ 1479539 h 1504509"/>
                <a:gd name="connsiteX17" fmla="*/ 19779 w 893526"/>
                <a:gd name="connsiteY17" fmla="*/ 1328198 h 1504509"/>
                <a:gd name="connsiteX18" fmla="*/ 54703 w 893526"/>
                <a:gd name="connsiteY18" fmla="*/ 1120764 h 1504509"/>
                <a:gd name="connsiteX19" fmla="*/ 103388 w 893526"/>
                <a:gd name="connsiteY19" fmla="*/ 765694 h 1504509"/>
                <a:gd name="connsiteX20" fmla="*/ 189641 w 893526"/>
                <a:gd name="connsiteY20" fmla="*/ 260339 h 1504509"/>
                <a:gd name="connsiteX21" fmla="*/ 301825 w 893526"/>
                <a:gd name="connsiteY21" fmla="*/ 129106 h 1504509"/>
                <a:gd name="connsiteX22" fmla="*/ 433588 w 893526"/>
                <a:gd name="connsiteY22" fmla="*/ 122227 h 1504509"/>
                <a:gd name="connsiteX23" fmla="*/ 587575 w 893526"/>
                <a:gd name="connsiteY23" fmla="*/ 14806 h 1504509"/>
                <a:gd name="connsiteX24" fmla="*/ 693408 w 893526"/>
                <a:gd name="connsiteY24" fmla="*/ 519 h 1504509"/>
                <a:gd name="connsiteX25" fmla="*/ 777016 w 893526"/>
                <a:gd name="connsiteY25" fmla="*/ 58198 h 1504509"/>
                <a:gd name="connsiteX26" fmla="*/ 892375 w 893526"/>
                <a:gd name="connsiteY26" fmla="*/ 218006 h 1504509"/>
                <a:gd name="connsiteX27" fmla="*/ 833108 w 893526"/>
                <a:gd name="connsiteY27" fmla="*/ 268806 h 1504509"/>
                <a:gd name="connsiteX28" fmla="*/ 781250 w 893526"/>
                <a:gd name="connsiteY28" fmla="*/ 307435 h 1504509"/>
                <a:gd name="connsiteX29" fmla="*/ 768550 w 893526"/>
                <a:gd name="connsiteY29" fmla="*/ 350298 h 1504509"/>
                <a:gd name="connsiteX30" fmla="*/ 783895 w 893526"/>
                <a:gd name="connsiteY30" fmla="*/ 388398 h 1504509"/>
                <a:gd name="connsiteX31" fmla="*/ 814058 w 893526"/>
                <a:gd name="connsiteY31" fmla="*/ 413268 h 1504509"/>
                <a:gd name="connsiteX32" fmla="*/ 809296 w 893526"/>
                <a:gd name="connsiteY32" fmla="*/ 457188 h 1504509"/>
                <a:gd name="connsiteX33" fmla="*/ 731508 w 893526"/>
                <a:gd name="connsiteY33" fmla="*/ 472006 h 1504509"/>
                <a:gd name="connsiteX34" fmla="*/ 824641 w 893526"/>
                <a:gd name="connsiteY34" fmla="*/ 481531 h 1504509"/>
                <a:gd name="connsiteX35" fmla="*/ 813528 w 893526"/>
                <a:gd name="connsiteY35" fmla="*/ 530744 h 1504509"/>
                <a:gd name="connsiteX36" fmla="*/ 768635 w 893526"/>
                <a:gd name="connsiteY36" fmla="*/ 549631 h 1504509"/>
                <a:gd name="connsiteX37" fmla="*/ 753733 w 893526"/>
                <a:gd name="connsiteY37" fmla="*/ 581543 h 1504509"/>
                <a:gd name="connsiteX38" fmla="*/ 750557 w 893526"/>
                <a:gd name="connsiteY38" fmla="*/ 647689 h 1504509"/>
                <a:gd name="connsiteX0" fmla="*/ 738624 w 881593"/>
                <a:gd name="connsiteY0" fmla="*/ 647689 h 1504509"/>
                <a:gd name="connsiteX1" fmla="*/ 634908 w 881593"/>
                <a:gd name="connsiteY1" fmla="*/ 641339 h 1504509"/>
                <a:gd name="connsiteX2" fmla="*/ 643375 w 881593"/>
                <a:gd name="connsiteY2" fmla="*/ 599006 h 1504509"/>
                <a:gd name="connsiteX3" fmla="*/ 677242 w 881593"/>
                <a:gd name="connsiteY3" fmla="*/ 539739 h 1504509"/>
                <a:gd name="connsiteX4" fmla="*/ 626442 w 881593"/>
                <a:gd name="connsiteY4" fmla="*/ 472006 h 1504509"/>
                <a:gd name="connsiteX5" fmla="*/ 448642 w 881593"/>
                <a:gd name="connsiteY5" fmla="*/ 488939 h 1504509"/>
                <a:gd name="connsiteX6" fmla="*/ 335929 w 881593"/>
                <a:gd name="connsiteY6" fmla="*/ 569901 h 1504509"/>
                <a:gd name="connsiteX7" fmla="*/ 298887 w 881593"/>
                <a:gd name="connsiteY7" fmla="*/ 629169 h 1504509"/>
                <a:gd name="connsiteX8" fmla="*/ 271900 w 881593"/>
                <a:gd name="connsiteY8" fmla="*/ 734473 h 1504509"/>
                <a:gd name="connsiteX9" fmla="*/ 218538 w 881593"/>
                <a:gd name="connsiteY9" fmla="*/ 702031 h 1504509"/>
                <a:gd name="connsiteX10" fmla="*/ 204696 w 881593"/>
                <a:gd name="connsiteY10" fmla="*/ 705898 h 1504509"/>
                <a:gd name="connsiteX11" fmla="*/ 247559 w 881593"/>
                <a:gd name="connsiteY11" fmla="*/ 774161 h 1504509"/>
                <a:gd name="connsiteX12" fmla="*/ 225862 w 881593"/>
                <a:gd name="connsiteY12" fmla="*/ 930793 h 1504509"/>
                <a:gd name="connsiteX13" fmla="*/ 214750 w 881593"/>
                <a:gd name="connsiteY13" fmla="*/ 1016518 h 1504509"/>
                <a:gd name="connsiteX14" fmla="*/ 154425 w 881593"/>
                <a:gd name="connsiteY14" fmla="*/ 1440381 h 1504509"/>
                <a:gd name="connsiteX15" fmla="*/ 138550 w 881593"/>
                <a:gd name="connsiteY15" fmla="*/ 1500706 h 1504509"/>
                <a:gd name="connsiteX16" fmla="*/ 12608 w 881593"/>
                <a:gd name="connsiteY16" fmla="*/ 1479539 h 1504509"/>
                <a:gd name="connsiteX17" fmla="*/ 7846 w 881593"/>
                <a:gd name="connsiteY17" fmla="*/ 1328198 h 1504509"/>
                <a:gd name="connsiteX18" fmla="*/ 42770 w 881593"/>
                <a:gd name="connsiteY18" fmla="*/ 1120764 h 1504509"/>
                <a:gd name="connsiteX19" fmla="*/ 91455 w 881593"/>
                <a:gd name="connsiteY19" fmla="*/ 765694 h 1504509"/>
                <a:gd name="connsiteX20" fmla="*/ 177708 w 881593"/>
                <a:gd name="connsiteY20" fmla="*/ 260339 h 1504509"/>
                <a:gd name="connsiteX21" fmla="*/ 289892 w 881593"/>
                <a:gd name="connsiteY21" fmla="*/ 129106 h 1504509"/>
                <a:gd name="connsiteX22" fmla="*/ 421655 w 881593"/>
                <a:gd name="connsiteY22" fmla="*/ 122227 h 1504509"/>
                <a:gd name="connsiteX23" fmla="*/ 575642 w 881593"/>
                <a:gd name="connsiteY23" fmla="*/ 14806 h 1504509"/>
                <a:gd name="connsiteX24" fmla="*/ 681475 w 881593"/>
                <a:gd name="connsiteY24" fmla="*/ 519 h 1504509"/>
                <a:gd name="connsiteX25" fmla="*/ 765083 w 881593"/>
                <a:gd name="connsiteY25" fmla="*/ 58198 h 1504509"/>
                <a:gd name="connsiteX26" fmla="*/ 880442 w 881593"/>
                <a:gd name="connsiteY26" fmla="*/ 218006 h 1504509"/>
                <a:gd name="connsiteX27" fmla="*/ 821175 w 881593"/>
                <a:gd name="connsiteY27" fmla="*/ 268806 h 1504509"/>
                <a:gd name="connsiteX28" fmla="*/ 769317 w 881593"/>
                <a:gd name="connsiteY28" fmla="*/ 307435 h 1504509"/>
                <a:gd name="connsiteX29" fmla="*/ 756617 w 881593"/>
                <a:gd name="connsiteY29" fmla="*/ 350298 h 1504509"/>
                <a:gd name="connsiteX30" fmla="*/ 771962 w 881593"/>
                <a:gd name="connsiteY30" fmla="*/ 388398 h 1504509"/>
                <a:gd name="connsiteX31" fmla="*/ 802125 w 881593"/>
                <a:gd name="connsiteY31" fmla="*/ 413268 h 1504509"/>
                <a:gd name="connsiteX32" fmla="*/ 797363 w 881593"/>
                <a:gd name="connsiteY32" fmla="*/ 457188 h 1504509"/>
                <a:gd name="connsiteX33" fmla="*/ 719575 w 881593"/>
                <a:gd name="connsiteY33" fmla="*/ 472006 h 1504509"/>
                <a:gd name="connsiteX34" fmla="*/ 812708 w 881593"/>
                <a:gd name="connsiteY34" fmla="*/ 481531 h 1504509"/>
                <a:gd name="connsiteX35" fmla="*/ 801595 w 881593"/>
                <a:gd name="connsiteY35" fmla="*/ 530744 h 1504509"/>
                <a:gd name="connsiteX36" fmla="*/ 756702 w 881593"/>
                <a:gd name="connsiteY36" fmla="*/ 549631 h 1504509"/>
                <a:gd name="connsiteX37" fmla="*/ 741800 w 881593"/>
                <a:gd name="connsiteY37" fmla="*/ 581543 h 1504509"/>
                <a:gd name="connsiteX38" fmla="*/ 738624 w 881593"/>
                <a:gd name="connsiteY38" fmla="*/ 647689 h 1504509"/>
                <a:gd name="connsiteX0" fmla="*/ 740760 w 883729"/>
                <a:gd name="connsiteY0" fmla="*/ 647689 h 1504509"/>
                <a:gd name="connsiteX1" fmla="*/ 637044 w 883729"/>
                <a:gd name="connsiteY1" fmla="*/ 641339 h 1504509"/>
                <a:gd name="connsiteX2" fmla="*/ 645511 w 883729"/>
                <a:gd name="connsiteY2" fmla="*/ 599006 h 1504509"/>
                <a:gd name="connsiteX3" fmla="*/ 679378 w 883729"/>
                <a:gd name="connsiteY3" fmla="*/ 539739 h 1504509"/>
                <a:gd name="connsiteX4" fmla="*/ 628578 w 883729"/>
                <a:gd name="connsiteY4" fmla="*/ 472006 h 1504509"/>
                <a:gd name="connsiteX5" fmla="*/ 450778 w 883729"/>
                <a:gd name="connsiteY5" fmla="*/ 488939 h 1504509"/>
                <a:gd name="connsiteX6" fmla="*/ 338065 w 883729"/>
                <a:gd name="connsiteY6" fmla="*/ 569901 h 1504509"/>
                <a:gd name="connsiteX7" fmla="*/ 301023 w 883729"/>
                <a:gd name="connsiteY7" fmla="*/ 629169 h 1504509"/>
                <a:gd name="connsiteX8" fmla="*/ 274036 w 883729"/>
                <a:gd name="connsiteY8" fmla="*/ 734473 h 1504509"/>
                <a:gd name="connsiteX9" fmla="*/ 220674 w 883729"/>
                <a:gd name="connsiteY9" fmla="*/ 702031 h 1504509"/>
                <a:gd name="connsiteX10" fmla="*/ 206832 w 883729"/>
                <a:gd name="connsiteY10" fmla="*/ 705898 h 1504509"/>
                <a:gd name="connsiteX11" fmla="*/ 249695 w 883729"/>
                <a:gd name="connsiteY11" fmla="*/ 774161 h 1504509"/>
                <a:gd name="connsiteX12" fmla="*/ 227998 w 883729"/>
                <a:gd name="connsiteY12" fmla="*/ 930793 h 1504509"/>
                <a:gd name="connsiteX13" fmla="*/ 216886 w 883729"/>
                <a:gd name="connsiteY13" fmla="*/ 1016518 h 1504509"/>
                <a:gd name="connsiteX14" fmla="*/ 156561 w 883729"/>
                <a:gd name="connsiteY14" fmla="*/ 1440381 h 1504509"/>
                <a:gd name="connsiteX15" fmla="*/ 140686 w 883729"/>
                <a:gd name="connsiteY15" fmla="*/ 1500706 h 1504509"/>
                <a:gd name="connsiteX16" fmla="*/ 11569 w 883729"/>
                <a:gd name="connsiteY16" fmla="*/ 1479539 h 1504509"/>
                <a:gd name="connsiteX17" fmla="*/ 9982 w 883729"/>
                <a:gd name="connsiteY17" fmla="*/ 1328198 h 1504509"/>
                <a:gd name="connsiteX18" fmla="*/ 44906 w 883729"/>
                <a:gd name="connsiteY18" fmla="*/ 1120764 h 1504509"/>
                <a:gd name="connsiteX19" fmla="*/ 93591 w 883729"/>
                <a:gd name="connsiteY19" fmla="*/ 765694 h 1504509"/>
                <a:gd name="connsiteX20" fmla="*/ 179844 w 883729"/>
                <a:gd name="connsiteY20" fmla="*/ 260339 h 1504509"/>
                <a:gd name="connsiteX21" fmla="*/ 292028 w 883729"/>
                <a:gd name="connsiteY21" fmla="*/ 129106 h 1504509"/>
                <a:gd name="connsiteX22" fmla="*/ 423791 w 883729"/>
                <a:gd name="connsiteY22" fmla="*/ 122227 h 1504509"/>
                <a:gd name="connsiteX23" fmla="*/ 577778 w 883729"/>
                <a:gd name="connsiteY23" fmla="*/ 14806 h 1504509"/>
                <a:gd name="connsiteX24" fmla="*/ 683611 w 883729"/>
                <a:gd name="connsiteY24" fmla="*/ 519 h 1504509"/>
                <a:gd name="connsiteX25" fmla="*/ 767219 w 883729"/>
                <a:gd name="connsiteY25" fmla="*/ 58198 h 1504509"/>
                <a:gd name="connsiteX26" fmla="*/ 882578 w 883729"/>
                <a:gd name="connsiteY26" fmla="*/ 218006 h 1504509"/>
                <a:gd name="connsiteX27" fmla="*/ 823311 w 883729"/>
                <a:gd name="connsiteY27" fmla="*/ 268806 h 1504509"/>
                <a:gd name="connsiteX28" fmla="*/ 771453 w 883729"/>
                <a:gd name="connsiteY28" fmla="*/ 307435 h 1504509"/>
                <a:gd name="connsiteX29" fmla="*/ 758753 w 883729"/>
                <a:gd name="connsiteY29" fmla="*/ 350298 h 1504509"/>
                <a:gd name="connsiteX30" fmla="*/ 774098 w 883729"/>
                <a:gd name="connsiteY30" fmla="*/ 388398 h 1504509"/>
                <a:gd name="connsiteX31" fmla="*/ 804261 w 883729"/>
                <a:gd name="connsiteY31" fmla="*/ 413268 h 1504509"/>
                <a:gd name="connsiteX32" fmla="*/ 799499 w 883729"/>
                <a:gd name="connsiteY32" fmla="*/ 457188 h 1504509"/>
                <a:gd name="connsiteX33" fmla="*/ 721711 w 883729"/>
                <a:gd name="connsiteY33" fmla="*/ 472006 h 1504509"/>
                <a:gd name="connsiteX34" fmla="*/ 814844 w 883729"/>
                <a:gd name="connsiteY34" fmla="*/ 481531 h 1504509"/>
                <a:gd name="connsiteX35" fmla="*/ 803731 w 883729"/>
                <a:gd name="connsiteY35" fmla="*/ 530744 h 1504509"/>
                <a:gd name="connsiteX36" fmla="*/ 758838 w 883729"/>
                <a:gd name="connsiteY36" fmla="*/ 549631 h 1504509"/>
                <a:gd name="connsiteX37" fmla="*/ 743936 w 883729"/>
                <a:gd name="connsiteY37" fmla="*/ 581543 h 1504509"/>
                <a:gd name="connsiteX38" fmla="*/ 740760 w 883729"/>
                <a:gd name="connsiteY38" fmla="*/ 647689 h 1504509"/>
                <a:gd name="connsiteX0" fmla="*/ 738268 w 881237"/>
                <a:gd name="connsiteY0" fmla="*/ 647689 h 1502152"/>
                <a:gd name="connsiteX1" fmla="*/ 634552 w 881237"/>
                <a:gd name="connsiteY1" fmla="*/ 641339 h 1502152"/>
                <a:gd name="connsiteX2" fmla="*/ 643019 w 881237"/>
                <a:gd name="connsiteY2" fmla="*/ 599006 h 1502152"/>
                <a:gd name="connsiteX3" fmla="*/ 676886 w 881237"/>
                <a:gd name="connsiteY3" fmla="*/ 539739 h 1502152"/>
                <a:gd name="connsiteX4" fmla="*/ 626086 w 881237"/>
                <a:gd name="connsiteY4" fmla="*/ 472006 h 1502152"/>
                <a:gd name="connsiteX5" fmla="*/ 448286 w 881237"/>
                <a:gd name="connsiteY5" fmla="*/ 488939 h 1502152"/>
                <a:gd name="connsiteX6" fmla="*/ 335573 w 881237"/>
                <a:gd name="connsiteY6" fmla="*/ 569901 h 1502152"/>
                <a:gd name="connsiteX7" fmla="*/ 298531 w 881237"/>
                <a:gd name="connsiteY7" fmla="*/ 629169 h 1502152"/>
                <a:gd name="connsiteX8" fmla="*/ 271544 w 881237"/>
                <a:gd name="connsiteY8" fmla="*/ 734473 h 1502152"/>
                <a:gd name="connsiteX9" fmla="*/ 218182 w 881237"/>
                <a:gd name="connsiteY9" fmla="*/ 702031 h 1502152"/>
                <a:gd name="connsiteX10" fmla="*/ 204340 w 881237"/>
                <a:gd name="connsiteY10" fmla="*/ 705898 h 1502152"/>
                <a:gd name="connsiteX11" fmla="*/ 247203 w 881237"/>
                <a:gd name="connsiteY11" fmla="*/ 774161 h 1502152"/>
                <a:gd name="connsiteX12" fmla="*/ 225506 w 881237"/>
                <a:gd name="connsiteY12" fmla="*/ 930793 h 1502152"/>
                <a:gd name="connsiteX13" fmla="*/ 214394 w 881237"/>
                <a:gd name="connsiteY13" fmla="*/ 1016518 h 1502152"/>
                <a:gd name="connsiteX14" fmla="*/ 154069 w 881237"/>
                <a:gd name="connsiteY14" fmla="*/ 1440381 h 1502152"/>
                <a:gd name="connsiteX15" fmla="*/ 103269 w 881237"/>
                <a:gd name="connsiteY15" fmla="*/ 1497531 h 1502152"/>
                <a:gd name="connsiteX16" fmla="*/ 9077 w 881237"/>
                <a:gd name="connsiteY16" fmla="*/ 1479539 h 1502152"/>
                <a:gd name="connsiteX17" fmla="*/ 7490 w 881237"/>
                <a:gd name="connsiteY17" fmla="*/ 1328198 h 1502152"/>
                <a:gd name="connsiteX18" fmla="*/ 42414 w 881237"/>
                <a:gd name="connsiteY18" fmla="*/ 1120764 h 1502152"/>
                <a:gd name="connsiteX19" fmla="*/ 91099 w 881237"/>
                <a:gd name="connsiteY19" fmla="*/ 765694 h 1502152"/>
                <a:gd name="connsiteX20" fmla="*/ 177352 w 881237"/>
                <a:gd name="connsiteY20" fmla="*/ 260339 h 1502152"/>
                <a:gd name="connsiteX21" fmla="*/ 289536 w 881237"/>
                <a:gd name="connsiteY21" fmla="*/ 129106 h 1502152"/>
                <a:gd name="connsiteX22" fmla="*/ 421299 w 881237"/>
                <a:gd name="connsiteY22" fmla="*/ 122227 h 1502152"/>
                <a:gd name="connsiteX23" fmla="*/ 575286 w 881237"/>
                <a:gd name="connsiteY23" fmla="*/ 14806 h 1502152"/>
                <a:gd name="connsiteX24" fmla="*/ 681119 w 881237"/>
                <a:gd name="connsiteY24" fmla="*/ 519 h 1502152"/>
                <a:gd name="connsiteX25" fmla="*/ 764727 w 881237"/>
                <a:gd name="connsiteY25" fmla="*/ 58198 h 1502152"/>
                <a:gd name="connsiteX26" fmla="*/ 880086 w 881237"/>
                <a:gd name="connsiteY26" fmla="*/ 218006 h 1502152"/>
                <a:gd name="connsiteX27" fmla="*/ 820819 w 881237"/>
                <a:gd name="connsiteY27" fmla="*/ 268806 h 1502152"/>
                <a:gd name="connsiteX28" fmla="*/ 768961 w 881237"/>
                <a:gd name="connsiteY28" fmla="*/ 307435 h 1502152"/>
                <a:gd name="connsiteX29" fmla="*/ 756261 w 881237"/>
                <a:gd name="connsiteY29" fmla="*/ 350298 h 1502152"/>
                <a:gd name="connsiteX30" fmla="*/ 771606 w 881237"/>
                <a:gd name="connsiteY30" fmla="*/ 388398 h 1502152"/>
                <a:gd name="connsiteX31" fmla="*/ 801769 w 881237"/>
                <a:gd name="connsiteY31" fmla="*/ 413268 h 1502152"/>
                <a:gd name="connsiteX32" fmla="*/ 797007 w 881237"/>
                <a:gd name="connsiteY32" fmla="*/ 457188 h 1502152"/>
                <a:gd name="connsiteX33" fmla="*/ 719219 w 881237"/>
                <a:gd name="connsiteY33" fmla="*/ 472006 h 1502152"/>
                <a:gd name="connsiteX34" fmla="*/ 812352 w 881237"/>
                <a:gd name="connsiteY34" fmla="*/ 481531 h 1502152"/>
                <a:gd name="connsiteX35" fmla="*/ 801239 w 881237"/>
                <a:gd name="connsiteY35" fmla="*/ 530744 h 1502152"/>
                <a:gd name="connsiteX36" fmla="*/ 756346 w 881237"/>
                <a:gd name="connsiteY36" fmla="*/ 549631 h 1502152"/>
                <a:gd name="connsiteX37" fmla="*/ 741444 w 881237"/>
                <a:gd name="connsiteY37" fmla="*/ 581543 h 1502152"/>
                <a:gd name="connsiteX38" fmla="*/ 738268 w 881237"/>
                <a:gd name="connsiteY38" fmla="*/ 647689 h 1502152"/>
                <a:gd name="connsiteX0" fmla="*/ 741657 w 884626"/>
                <a:gd name="connsiteY0" fmla="*/ 647689 h 1502152"/>
                <a:gd name="connsiteX1" fmla="*/ 637941 w 884626"/>
                <a:gd name="connsiteY1" fmla="*/ 641339 h 1502152"/>
                <a:gd name="connsiteX2" fmla="*/ 646408 w 884626"/>
                <a:gd name="connsiteY2" fmla="*/ 599006 h 1502152"/>
                <a:gd name="connsiteX3" fmla="*/ 680275 w 884626"/>
                <a:gd name="connsiteY3" fmla="*/ 539739 h 1502152"/>
                <a:gd name="connsiteX4" fmla="*/ 629475 w 884626"/>
                <a:gd name="connsiteY4" fmla="*/ 472006 h 1502152"/>
                <a:gd name="connsiteX5" fmla="*/ 451675 w 884626"/>
                <a:gd name="connsiteY5" fmla="*/ 488939 h 1502152"/>
                <a:gd name="connsiteX6" fmla="*/ 338962 w 884626"/>
                <a:gd name="connsiteY6" fmla="*/ 569901 h 1502152"/>
                <a:gd name="connsiteX7" fmla="*/ 301920 w 884626"/>
                <a:gd name="connsiteY7" fmla="*/ 629169 h 1502152"/>
                <a:gd name="connsiteX8" fmla="*/ 274933 w 884626"/>
                <a:gd name="connsiteY8" fmla="*/ 734473 h 1502152"/>
                <a:gd name="connsiteX9" fmla="*/ 221571 w 884626"/>
                <a:gd name="connsiteY9" fmla="*/ 702031 h 1502152"/>
                <a:gd name="connsiteX10" fmla="*/ 207729 w 884626"/>
                <a:gd name="connsiteY10" fmla="*/ 705898 h 1502152"/>
                <a:gd name="connsiteX11" fmla="*/ 250592 w 884626"/>
                <a:gd name="connsiteY11" fmla="*/ 774161 h 1502152"/>
                <a:gd name="connsiteX12" fmla="*/ 228895 w 884626"/>
                <a:gd name="connsiteY12" fmla="*/ 930793 h 1502152"/>
                <a:gd name="connsiteX13" fmla="*/ 217783 w 884626"/>
                <a:gd name="connsiteY13" fmla="*/ 1016518 h 1502152"/>
                <a:gd name="connsiteX14" fmla="*/ 157458 w 884626"/>
                <a:gd name="connsiteY14" fmla="*/ 1440381 h 1502152"/>
                <a:gd name="connsiteX15" fmla="*/ 106658 w 884626"/>
                <a:gd name="connsiteY15" fmla="*/ 1497531 h 1502152"/>
                <a:gd name="connsiteX16" fmla="*/ 7704 w 884626"/>
                <a:gd name="connsiteY16" fmla="*/ 1479539 h 1502152"/>
                <a:gd name="connsiteX17" fmla="*/ 10879 w 884626"/>
                <a:gd name="connsiteY17" fmla="*/ 1328198 h 1502152"/>
                <a:gd name="connsiteX18" fmla="*/ 45803 w 884626"/>
                <a:gd name="connsiteY18" fmla="*/ 1120764 h 1502152"/>
                <a:gd name="connsiteX19" fmla="*/ 94488 w 884626"/>
                <a:gd name="connsiteY19" fmla="*/ 765694 h 1502152"/>
                <a:gd name="connsiteX20" fmla="*/ 180741 w 884626"/>
                <a:gd name="connsiteY20" fmla="*/ 260339 h 1502152"/>
                <a:gd name="connsiteX21" fmla="*/ 292925 w 884626"/>
                <a:gd name="connsiteY21" fmla="*/ 129106 h 1502152"/>
                <a:gd name="connsiteX22" fmla="*/ 424688 w 884626"/>
                <a:gd name="connsiteY22" fmla="*/ 122227 h 1502152"/>
                <a:gd name="connsiteX23" fmla="*/ 578675 w 884626"/>
                <a:gd name="connsiteY23" fmla="*/ 14806 h 1502152"/>
                <a:gd name="connsiteX24" fmla="*/ 684508 w 884626"/>
                <a:gd name="connsiteY24" fmla="*/ 519 h 1502152"/>
                <a:gd name="connsiteX25" fmla="*/ 768116 w 884626"/>
                <a:gd name="connsiteY25" fmla="*/ 58198 h 1502152"/>
                <a:gd name="connsiteX26" fmla="*/ 883475 w 884626"/>
                <a:gd name="connsiteY26" fmla="*/ 218006 h 1502152"/>
                <a:gd name="connsiteX27" fmla="*/ 824208 w 884626"/>
                <a:gd name="connsiteY27" fmla="*/ 268806 h 1502152"/>
                <a:gd name="connsiteX28" fmla="*/ 772350 w 884626"/>
                <a:gd name="connsiteY28" fmla="*/ 307435 h 1502152"/>
                <a:gd name="connsiteX29" fmla="*/ 759650 w 884626"/>
                <a:gd name="connsiteY29" fmla="*/ 350298 h 1502152"/>
                <a:gd name="connsiteX30" fmla="*/ 774995 w 884626"/>
                <a:gd name="connsiteY30" fmla="*/ 388398 h 1502152"/>
                <a:gd name="connsiteX31" fmla="*/ 805158 w 884626"/>
                <a:gd name="connsiteY31" fmla="*/ 413268 h 1502152"/>
                <a:gd name="connsiteX32" fmla="*/ 800396 w 884626"/>
                <a:gd name="connsiteY32" fmla="*/ 457188 h 1502152"/>
                <a:gd name="connsiteX33" fmla="*/ 722608 w 884626"/>
                <a:gd name="connsiteY33" fmla="*/ 472006 h 1502152"/>
                <a:gd name="connsiteX34" fmla="*/ 815741 w 884626"/>
                <a:gd name="connsiteY34" fmla="*/ 481531 h 1502152"/>
                <a:gd name="connsiteX35" fmla="*/ 804628 w 884626"/>
                <a:gd name="connsiteY35" fmla="*/ 530744 h 1502152"/>
                <a:gd name="connsiteX36" fmla="*/ 759735 w 884626"/>
                <a:gd name="connsiteY36" fmla="*/ 549631 h 1502152"/>
                <a:gd name="connsiteX37" fmla="*/ 744833 w 884626"/>
                <a:gd name="connsiteY37" fmla="*/ 581543 h 1502152"/>
                <a:gd name="connsiteX38" fmla="*/ 741657 w 884626"/>
                <a:gd name="connsiteY38" fmla="*/ 647689 h 150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84626" h="1502152">
                  <a:moveTo>
                    <a:pt x="741657" y="647689"/>
                  </a:moveTo>
                  <a:cubicBezTo>
                    <a:pt x="723842" y="657655"/>
                    <a:pt x="653816" y="649453"/>
                    <a:pt x="637941" y="641339"/>
                  </a:cubicBezTo>
                  <a:cubicBezTo>
                    <a:pt x="622066" y="633225"/>
                    <a:pt x="639352" y="615939"/>
                    <a:pt x="646408" y="599006"/>
                  </a:cubicBezTo>
                  <a:cubicBezTo>
                    <a:pt x="653464" y="582073"/>
                    <a:pt x="683097" y="560906"/>
                    <a:pt x="680275" y="539739"/>
                  </a:cubicBezTo>
                  <a:cubicBezTo>
                    <a:pt x="677453" y="518572"/>
                    <a:pt x="667575" y="480473"/>
                    <a:pt x="629475" y="472006"/>
                  </a:cubicBezTo>
                  <a:cubicBezTo>
                    <a:pt x="591375" y="463539"/>
                    <a:pt x="500094" y="472623"/>
                    <a:pt x="451675" y="488939"/>
                  </a:cubicBezTo>
                  <a:cubicBezTo>
                    <a:pt x="403256" y="505255"/>
                    <a:pt x="363921" y="546529"/>
                    <a:pt x="338962" y="569901"/>
                  </a:cubicBezTo>
                  <a:cubicBezTo>
                    <a:pt x="314003" y="593273"/>
                    <a:pt x="312591" y="601740"/>
                    <a:pt x="301920" y="629169"/>
                  </a:cubicBezTo>
                  <a:cubicBezTo>
                    <a:pt x="291249" y="656598"/>
                    <a:pt x="288325" y="722329"/>
                    <a:pt x="274933" y="734473"/>
                  </a:cubicBezTo>
                  <a:cubicBezTo>
                    <a:pt x="261542" y="746617"/>
                    <a:pt x="232772" y="706793"/>
                    <a:pt x="221571" y="702031"/>
                  </a:cubicBezTo>
                  <a:cubicBezTo>
                    <a:pt x="210370" y="697269"/>
                    <a:pt x="202892" y="693876"/>
                    <a:pt x="207729" y="705898"/>
                  </a:cubicBezTo>
                  <a:cubicBezTo>
                    <a:pt x="212566" y="717920"/>
                    <a:pt x="247064" y="736679"/>
                    <a:pt x="250592" y="774161"/>
                  </a:cubicBezTo>
                  <a:cubicBezTo>
                    <a:pt x="254120" y="811643"/>
                    <a:pt x="234363" y="890400"/>
                    <a:pt x="228895" y="930793"/>
                  </a:cubicBezTo>
                  <a:cubicBezTo>
                    <a:pt x="223427" y="971186"/>
                    <a:pt x="229689" y="931587"/>
                    <a:pt x="217783" y="1016518"/>
                  </a:cubicBezTo>
                  <a:cubicBezTo>
                    <a:pt x="205877" y="1101449"/>
                    <a:pt x="175979" y="1360212"/>
                    <a:pt x="157458" y="1440381"/>
                  </a:cubicBezTo>
                  <a:cubicBezTo>
                    <a:pt x="138937" y="1520550"/>
                    <a:pt x="131617" y="1491005"/>
                    <a:pt x="106658" y="1497531"/>
                  </a:cubicBezTo>
                  <a:cubicBezTo>
                    <a:pt x="81699" y="1504057"/>
                    <a:pt x="23667" y="1507761"/>
                    <a:pt x="7704" y="1479539"/>
                  </a:cubicBezTo>
                  <a:cubicBezTo>
                    <a:pt x="-8259" y="1451317"/>
                    <a:pt x="4529" y="1387994"/>
                    <a:pt x="10879" y="1328198"/>
                  </a:cubicBezTo>
                  <a:cubicBezTo>
                    <a:pt x="17229" y="1268402"/>
                    <a:pt x="31868" y="1214515"/>
                    <a:pt x="45803" y="1120764"/>
                  </a:cubicBezTo>
                  <a:cubicBezTo>
                    <a:pt x="59738" y="1027013"/>
                    <a:pt x="71998" y="909098"/>
                    <a:pt x="94488" y="765694"/>
                  </a:cubicBezTo>
                  <a:cubicBezTo>
                    <a:pt x="116978" y="622290"/>
                    <a:pt x="147668" y="366437"/>
                    <a:pt x="180741" y="260339"/>
                  </a:cubicBezTo>
                  <a:cubicBezTo>
                    <a:pt x="213814" y="154241"/>
                    <a:pt x="252267" y="152125"/>
                    <a:pt x="292925" y="129106"/>
                  </a:cubicBezTo>
                  <a:cubicBezTo>
                    <a:pt x="333583" y="106087"/>
                    <a:pt x="377063" y="141277"/>
                    <a:pt x="424688" y="122227"/>
                  </a:cubicBezTo>
                  <a:cubicBezTo>
                    <a:pt x="472313" y="103177"/>
                    <a:pt x="535372" y="35091"/>
                    <a:pt x="578675" y="14806"/>
                  </a:cubicBezTo>
                  <a:cubicBezTo>
                    <a:pt x="621978" y="-5479"/>
                    <a:pt x="646585" y="1224"/>
                    <a:pt x="684508" y="519"/>
                  </a:cubicBezTo>
                  <a:cubicBezTo>
                    <a:pt x="722431" y="-186"/>
                    <a:pt x="734955" y="21950"/>
                    <a:pt x="768116" y="58198"/>
                  </a:cubicBezTo>
                  <a:cubicBezTo>
                    <a:pt x="801277" y="94446"/>
                    <a:pt x="874126" y="182905"/>
                    <a:pt x="883475" y="218006"/>
                  </a:cubicBezTo>
                  <a:cubicBezTo>
                    <a:pt x="892824" y="253107"/>
                    <a:pt x="842729" y="253901"/>
                    <a:pt x="824208" y="268806"/>
                  </a:cubicBezTo>
                  <a:cubicBezTo>
                    <a:pt x="805687" y="283711"/>
                    <a:pt x="783110" y="293853"/>
                    <a:pt x="772350" y="307435"/>
                  </a:cubicBezTo>
                  <a:cubicBezTo>
                    <a:pt x="761590" y="321017"/>
                    <a:pt x="759209" y="336804"/>
                    <a:pt x="759650" y="350298"/>
                  </a:cubicBezTo>
                  <a:cubicBezTo>
                    <a:pt x="760091" y="363792"/>
                    <a:pt x="767410" y="377903"/>
                    <a:pt x="774995" y="388398"/>
                  </a:cubicBezTo>
                  <a:cubicBezTo>
                    <a:pt x="782580" y="398893"/>
                    <a:pt x="800925" y="401803"/>
                    <a:pt x="805158" y="413268"/>
                  </a:cubicBezTo>
                  <a:cubicBezTo>
                    <a:pt x="809391" y="424733"/>
                    <a:pt x="814154" y="447398"/>
                    <a:pt x="800396" y="457188"/>
                  </a:cubicBezTo>
                  <a:cubicBezTo>
                    <a:pt x="786638" y="466978"/>
                    <a:pt x="720051" y="467949"/>
                    <a:pt x="722608" y="472006"/>
                  </a:cubicBezTo>
                  <a:cubicBezTo>
                    <a:pt x="725166" y="476063"/>
                    <a:pt x="802071" y="471741"/>
                    <a:pt x="815741" y="481531"/>
                  </a:cubicBezTo>
                  <a:cubicBezTo>
                    <a:pt x="829411" y="491321"/>
                    <a:pt x="810258" y="518336"/>
                    <a:pt x="804628" y="530744"/>
                  </a:cubicBezTo>
                  <a:cubicBezTo>
                    <a:pt x="798998" y="543152"/>
                    <a:pt x="776845" y="544868"/>
                    <a:pt x="759735" y="549631"/>
                  </a:cubicBezTo>
                  <a:cubicBezTo>
                    <a:pt x="748975" y="559156"/>
                    <a:pt x="746258" y="565729"/>
                    <a:pt x="744833" y="581543"/>
                  </a:cubicBezTo>
                  <a:cubicBezTo>
                    <a:pt x="733544" y="594243"/>
                    <a:pt x="759472" y="637723"/>
                    <a:pt x="741657" y="64768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66000">
                  <a:schemeClr val="accent1">
                    <a:tint val="44500"/>
                    <a:satMod val="160000"/>
                  </a:schemeClr>
                </a:gs>
                <a:gs pos="98930">
                  <a:schemeClr val="bg1"/>
                </a:gs>
                <a:gs pos="88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130CC5-2D5B-4279-95BB-0FD173941AC0}"/>
                </a:ext>
              </a:extLst>
            </p:cNvPr>
            <p:cNvCxnSpPr>
              <a:cxnSpLocks/>
              <a:stCxn id="9" idx="19"/>
            </p:cNvCxnSpPr>
            <p:nvPr/>
          </p:nvCxnSpPr>
          <p:spPr>
            <a:xfrm flipH="1">
              <a:off x="2021536" y="1862539"/>
              <a:ext cx="156535" cy="124074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4F2AB0C-815E-4B82-8B05-797FCD73C2D0}"/>
                </a:ext>
              </a:extLst>
            </p:cNvPr>
            <p:cNvCxnSpPr>
              <a:cxnSpLocks/>
              <a:stCxn id="9" idx="11"/>
            </p:cNvCxnSpPr>
            <p:nvPr/>
          </p:nvCxnSpPr>
          <p:spPr>
            <a:xfrm flipH="1">
              <a:off x="2185812" y="1873109"/>
              <a:ext cx="171296" cy="123017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B1C0DB-1A70-420D-9E3C-663F65107E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2396" y="3103288"/>
              <a:ext cx="459139" cy="5326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40B40F5-DFC9-4E27-B17D-05C6B2F9DC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3461" y="3181499"/>
              <a:ext cx="440520" cy="5258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B7A170F-E615-4B36-9F12-F378C61C9B77}"/>
                </a:ext>
              </a:extLst>
            </p:cNvPr>
            <p:cNvCxnSpPr>
              <a:cxnSpLocks/>
            </p:cNvCxnSpPr>
            <p:nvPr/>
          </p:nvCxnSpPr>
          <p:spPr>
            <a:xfrm>
              <a:off x="2093981" y="3181499"/>
              <a:ext cx="415019" cy="5057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FE0E30-CF11-457E-B5B5-7E1E251238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5812" y="3103288"/>
              <a:ext cx="391696" cy="48334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B4CE330-186A-4040-91D4-5AA0874673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1198" y="3524998"/>
              <a:ext cx="293377" cy="6065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B640563-650D-4048-9D02-A86227B600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1198" y="3604267"/>
              <a:ext cx="293377" cy="6087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81A3167-5752-4EB1-8416-6F5C4DE2D4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6185" y="3654471"/>
              <a:ext cx="33927" cy="27744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90A2B69-C381-40DD-862F-C859EFD17A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9000" y="3687285"/>
              <a:ext cx="38519" cy="2842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A91428-077E-4F55-8F20-FE1DC68769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4314" y="3700824"/>
              <a:ext cx="81700" cy="23905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3DCE9FE-D1C3-4B60-97A5-620048D8E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2807" y="3700824"/>
              <a:ext cx="106182" cy="27072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A1B7AB-B5EB-470F-A33C-DAB5C1A7B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1294" y="3700824"/>
              <a:ext cx="281513" cy="8711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40C79B-D0CA-491A-9DED-A52EB458F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7655" y="3628131"/>
              <a:ext cx="265152" cy="8053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CFFEEFA-BD37-43E8-9B51-D4315E8B04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4842" y="3960004"/>
              <a:ext cx="154147" cy="20081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4745BDD-8379-427C-A8BF-AAF60A19E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2396" y="3990267"/>
              <a:ext cx="154147" cy="20081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F493FED-7352-45E3-A95C-00CB41F78E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6543" y="3990267"/>
              <a:ext cx="178717" cy="816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C29E7DA-13A9-4595-96FF-1E640A013F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6015" y="3938503"/>
              <a:ext cx="190847" cy="9123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6354C28-DA93-4353-9C17-AAC3F6E71C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6123" y="4160818"/>
              <a:ext cx="158719" cy="3026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DB56387-F037-4B77-A312-53F2FE6E5E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6122" y="4191080"/>
              <a:ext cx="158719" cy="3026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59687-EA0D-4FAF-B0A1-52475A71F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8806" y="4191079"/>
              <a:ext cx="25513" cy="15092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575DDA7-8DE8-474E-AB7A-261A03B6F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8677" y="4191079"/>
              <a:ext cx="21866" cy="158314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6B1BD9-3C8F-4AAA-AFDC-6BC7F13FB9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5743" y="4342002"/>
              <a:ext cx="661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00DC47F-1328-4E9C-A0CD-C8EDC5C70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1878" y="4363406"/>
              <a:ext cx="661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D75AE7-ABC0-4873-8754-091E0E77BC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3545" y="4363406"/>
              <a:ext cx="472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DF4A788-62DB-4897-AB73-E0B13726F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5481" y="4342001"/>
              <a:ext cx="51471" cy="70152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B8183C3-7701-41A9-91BB-710E9849C87C}"/>
                </a:ext>
              </a:extLst>
            </p:cNvPr>
            <p:cNvSpPr/>
            <p:nvPr/>
          </p:nvSpPr>
          <p:spPr>
            <a:xfrm rot="3865689">
              <a:off x="963281" y="4173718"/>
              <a:ext cx="299143" cy="174778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5015173-CD11-4C72-A4E8-22CFFF97AF31}"/>
                </a:ext>
              </a:extLst>
            </p:cNvPr>
            <p:cNvSpPr/>
            <p:nvPr/>
          </p:nvSpPr>
          <p:spPr>
            <a:xfrm rot="2569229">
              <a:off x="1154406" y="4456865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1805372-0A08-4BF6-B2F5-9E163455DE11}"/>
                </a:ext>
              </a:extLst>
            </p:cNvPr>
            <p:cNvSpPr/>
            <p:nvPr/>
          </p:nvSpPr>
          <p:spPr>
            <a:xfrm rot="20893879">
              <a:off x="1475584" y="4502288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2C36FBD-2727-4B3C-B443-CD88C0F8D76F}"/>
                </a:ext>
              </a:extLst>
            </p:cNvPr>
            <p:cNvSpPr/>
            <p:nvPr/>
          </p:nvSpPr>
          <p:spPr>
            <a:xfrm rot="18801491">
              <a:off x="1747438" y="3376163"/>
              <a:ext cx="154368" cy="765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C271E8C-92AA-4318-A318-BA70B6BD5B60}"/>
                </a:ext>
              </a:extLst>
            </p:cNvPr>
            <p:cNvSpPr/>
            <p:nvPr/>
          </p:nvSpPr>
          <p:spPr>
            <a:xfrm rot="2877670">
              <a:off x="2269671" y="3351304"/>
              <a:ext cx="154368" cy="89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21E9E61-F930-4408-B247-370B2E941263}"/>
                </a:ext>
              </a:extLst>
            </p:cNvPr>
            <p:cNvSpPr/>
            <p:nvPr/>
          </p:nvSpPr>
          <p:spPr>
            <a:xfrm rot="20606785">
              <a:off x="2853255" y="3933438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1C3CFB2-C89A-404C-9810-782F9C9A3D3A}"/>
              </a:ext>
            </a:extLst>
          </p:cNvPr>
          <p:cNvSpPr/>
          <p:nvPr/>
        </p:nvSpPr>
        <p:spPr>
          <a:xfrm>
            <a:off x="1737384" y="4985458"/>
            <a:ext cx="1191894" cy="932052"/>
          </a:xfrm>
          <a:custGeom>
            <a:avLst/>
            <a:gdLst>
              <a:gd name="connsiteX0" fmla="*/ 447571 w 989200"/>
              <a:gd name="connsiteY0" fmla="*/ 74 h 882116"/>
              <a:gd name="connsiteX1" fmla="*/ 551333 w 989200"/>
              <a:gd name="connsiteY1" fmla="*/ 77895 h 882116"/>
              <a:gd name="connsiteX2" fmla="*/ 668065 w 989200"/>
              <a:gd name="connsiteY2" fmla="*/ 207597 h 882116"/>
              <a:gd name="connsiteX3" fmla="*/ 642124 w 989200"/>
              <a:gd name="connsiteY3" fmla="*/ 220567 h 882116"/>
              <a:gd name="connsiteX4" fmla="*/ 739401 w 989200"/>
              <a:gd name="connsiteY4" fmla="*/ 298389 h 882116"/>
              <a:gd name="connsiteX5" fmla="*/ 972865 w 989200"/>
              <a:gd name="connsiteY5" fmla="*/ 583733 h 882116"/>
              <a:gd name="connsiteX6" fmla="*/ 953410 w 989200"/>
              <a:gd name="connsiteY6" fmla="*/ 791257 h 882116"/>
              <a:gd name="connsiteX7" fmla="*/ 823707 w 989200"/>
              <a:gd name="connsiteY7" fmla="*/ 856108 h 882116"/>
              <a:gd name="connsiteX8" fmla="*/ 492967 w 989200"/>
              <a:gd name="connsiteY8" fmla="*/ 882048 h 882116"/>
              <a:gd name="connsiteX9" fmla="*/ 227078 w 989200"/>
              <a:gd name="connsiteY9" fmla="*/ 849623 h 882116"/>
              <a:gd name="connsiteX10" fmla="*/ 39010 w 989200"/>
              <a:gd name="connsiteY10" fmla="*/ 739376 h 882116"/>
              <a:gd name="connsiteX11" fmla="*/ 99 w 989200"/>
              <a:gd name="connsiteY11" fmla="*/ 486457 h 882116"/>
              <a:gd name="connsiteX12" fmla="*/ 32524 w 989200"/>
              <a:gd name="connsiteY12" fmla="*/ 441061 h 882116"/>
              <a:gd name="connsiteX13" fmla="*/ 155741 w 989200"/>
              <a:gd name="connsiteY13" fmla="*/ 278933 h 882116"/>
              <a:gd name="connsiteX14" fmla="*/ 168712 w 989200"/>
              <a:gd name="connsiteY14" fmla="*/ 90865 h 882116"/>
              <a:gd name="connsiteX15" fmla="*/ 447571 w 989200"/>
              <a:gd name="connsiteY15" fmla="*/ 74 h 882116"/>
              <a:gd name="connsiteX0" fmla="*/ 447503 w 989132"/>
              <a:gd name="connsiteY0" fmla="*/ 74 h 882116"/>
              <a:gd name="connsiteX1" fmla="*/ 551265 w 989132"/>
              <a:gd name="connsiteY1" fmla="*/ 77895 h 882116"/>
              <a:gd name="connsiteX2" fmla="*/ 667997 w 989132"/>
              <a:gd name="connsiteY2" fmla="*/ 207597 h 882116"/>
              <a:gd name="connsiteX3" fmla="*/ 642056 w 989132"/>
              <a:gd name="connsiteY3" fmla="*/ 220567 h 882116"/>
              <a:gd name="connsiteX4" fmla="*/ 739333 w 989132"/>
              <a:gd name="connsiteY4" fmla="*/ 298389 h 882116"/>
              <a:gd name="connsiteX5" fmla="*/ 972797 w 989132"/>
              <a:gd name="connsiteY5" fmla="*/ 583733 h 882116"/>
              <a:gd name="connsiteX6" fmla="*/ 953342 w 989132"/>
              <a:gd name="connsiteY6" fmla="*/ 791257 h 882116"/>
              <a:gd name="connsiteX7" fmla="*/ 823639 w 989132"/>
              <a:gd name="connsiteY7" fmla="*/ 856108 h 882116"/>
              <a:gd name="connsiteX8" fmla="*/ 492899 w 989132"/>
              <a:gd name="connsiteY8" fmla="*/ 882048 h 882116"/>
              <a:gd name="connsiteX9" fmla="*/ 227010 w 989132"/>
              <a:gd name="connsiteY9" fmla="*/ 849623 h 882116"/>
              <a:gd name="connsiteX10" fmla="*/ 38942 w 989132"/>
              <a:gd name="connsiteY10" fmla="*/ 739376 h 882116"/>
              <a:gd name="connsiteX11" fmla="*/ 31 w 989132"/>
              <a:gd name="connsiteY11" fmla="*/ 486457 h 882116"/>
              <a:gd name="connsiteX12" fmla="*/ 32456 w 989132"/>
              <a:gd name="connsiteY12" fmla="*/ 441061 h 882116"/>
              <a:gd name="connsiteX13" fmla="*/ 32456 w 989132"/>
              <a:gd name="connsiteY13" fmla="*/ 240023 h 882116"/>
              <a:gd name="connsiteX14" fmla="*/ 168644 w 989132"/>
              <a:gd name="connsiteY14" fmla="*/ 90865 h 882116"/>
              <a:gd name="connsiteX15" fmla="*/ 447503 w 989132"/>
              <a:gd name="connsiteY15" fmla="*/ 74 h 882116"/>
              <a:gd name="connsiteX0" fmla="*/ 468062 w 1009691"/>
              <a:gd name="connsiteY0" fmla="*/ 74 h 882116"/>
              <a:gd name="connsiteX1" fmla="*/ 571824 w 1009691"/>
              <a:gd name="connsiteY1" fmla="*/ 77895 h 882116"/>
              <a:gd name="connsiteX2" fmla="*/ 688556 w 1009691"/>
              <a:gd name="connsiteY2" fmla="*/ 207597 h 882116"/>
              <a:gd name="connsiteX3" fmla="*/ 662615 w 1009691"/>
              <a:gd name="connsiteY3" fmla="*/ 220567 h 882116"/>
              <a:gd name="connsiteX4" fmla="*/ 759892 w 1009691"/>
              <a:gd name="connsiteY4" fmla="*/ 298389 h 882116"/>
              <a:gd name="connsiteX5" fmla="*/ 993356 w 1009691"/>
              <a:gd name="connsiteY5" fmla="*/ 583733 h 882116"/>
              <a:gd name="connsiteX6" fmla="*/ 973901 w 1009691"/>
              <a:gd name="connsiteY6" fmla="*/ 791257 h 882116"/>
              <a:gd name="connsiteX7" fmla="*/ 844198 w 1009691"/>
              <a:gd name="connsiteY7" fmla="*/ 856108 h 882116"/>
              <a:gd name="connsiteX8" fmla="*/ 513458 w 1009691"/>
              <a:gd name="connsiteY8" fmla="*/ 882048 h 882116"/>
              <a:gd name="connsiteX9" fmla="*/ 247569 w 1009691"/>
              <a:gd name="connsiteY9" fmla="*/ 849623 h 882116"/>
              <a:gd name="connsiteX10" fmla="*/ 59501 w 1009691"/>
              <a:gd name="connsiteY10" fmla="*/ 739376 h 882116"/>
              <a:gd name="connsiteX11" fmla="*/ 20590 w 1009691"/>
              <a:gd name="connsiteY11" fmla="*/ 486457 h 882116"/>
              <a:gd name="connsiteX12" fmla="*/ 1134 w 1009691"/>
              <a:gd name="connsiteY12" fmla="*/ 434576 h 882116"/>
              <a:gd name="connsiteX13" fmla="*/ 53015 w 1009691"/>
              <a:gd name="connsiteY13" fmla="*/ 240023 h 882116"/>
              <a:gd name="connsiteX14" fmla="*/ 189203 w 1009691"/>
              <a:gd name="connsiteY14" fmla="*/ 90865 h 882116"/>
              <a:gd name="connsiteX15" fmla="*/ 468062 w 1009691"/>
              <a:gd name="connsiteY15" fmla="*/ 74 h 882116"/>
              <a:gd name="connsiteX0" fmla="*/ 469027 w 1010656"/>
              <a:gd name="connsiteY0" fmla="*/ 74 h 882116"/>
              <a:gd name="connsiteX1" fmla="*/ 572789 w 1010656"/>
              <a:gd name="connsiteY1" fmla="*/ 77895 h 882116"/>
              <a:gd name="connsiteX2" fmla="*/ 689521 w 1010656"/>
              <a:gd name="connsiteY2" fmla="*/ 207597 h 882116"/>
              <a:gd name="connsiteX3" fmla="*/ 663580 w 1010656"/>
              <a:gd name="connsiteY3" fmla="*/ 220567 h 882116"/>
              <a:gd name="connsiteX4" fmla="*/ 760857 w 1010656"/>
              <a:gd name="connsiteY4" fmla="*/ 298389 h 882116"/>
              <a:gd name="connsiteX5" fmla="*/ 994321 w 1010656"/>
              <a:gd name="connsiteY5" fmla="*/ 583733 h 882116"/>
              <a:gd name="connsiteX6" fmla="*/ 974866 w 1010656"/>
              <a:gd name="connsiteY6" fmla="*/ 791257 h 882116"/>
              <a:gd name="connsiteX7" fmla="*/ 845163 w 1010656"/>
              <a:gd name="connsiteY7" fmla="*/ 856108 h 882116"/>
              <a:gd name="connsiteX8" fmla="*/ 514423 w 1010656"/>
              <a:gd name="connsiteY8" fmla="*/ 882048 h 882116"/>
              <a:gd name="connsiteX9" fmla="*/ 248534 w 1010656"/>
              <a:gd name="connsiteY9" fmla="*/ 849623 h 882116"/>
              <a:gd name="connsiteX10" fmla="*/ 60466 w 1010656"/>
              <a:gd name="connsiteY10" fmla="*/ 739376 h 882116"/>
              <a:gd name="connsiteX11" fmla="*/ 15070 w 1010656"/>
              <a:gd name="connsiteY11" fmla="*/ 551308 h 882116"/>
              <a:gd name="connsiteX12" fmla="*/ 2099 w 1010656"/>
              <a:gd name="connsiteY12" fmla="*/ 434576 h 882116"/>
              <a:gd name="connsiteX13" fmla="*/ 53980 w 1010656"/>
              <a:gd name="connsiteY13" fmla="*/ 240023 h 882116"/>
              <a:gd name="connsiteX14" fmla="*/ 190168 w 1010656"/>
              <a:gd name="connsiteY14" fmla="*/ 90865 h 882116"/>
              <a:gd name="connsiteX15" fmla="*/ 469027 w 1010656"/>
              <a:gd name="connsiteY15" fmla="*/ 74 h 882116"/>
              <a:gd name="connsiteX0" fmla="*/ 469027 w 1010656"/>
              <a:gd name="connsiteY0" fmla="*/ 74 h 885361"/>
              <a:gd name="connsiteX1" fmla="*/ 572789 w 1010656"/>
              <a:gd name="connsiteY1" fmla="*/ 77895 h 885361"/>
              <a:gd name="connsiteX2" fmla="*/ 689521 w 1010656"/>
              <a:gd name="connsiteY2" fmla="*/ 207597 h 885361"/>
              <a:gd name="connsiteX3" fmla="*/ 663580 w 1010656"/>
              <a:gd name="connsiteY3" fmla="*/ 220567 h 885361"/>
              <a:gd name="connsiteX4" fmla="*/ 760857 w 1010656"/>
              <a:gd name="connsiteY4" fmla="*/ 298389 h 885361"/>
              <a:gd name="connsiteX5" fmla="*/ 994321 w 1010656"/>
              <a:gd name="connsiteY5" fmla="*/ 583733 h 885361"/>
              <a:gd name="connsiteX6" fmla="*/ 974866 w 1010656"/>
              <a:gd name="connsiteY6" fmla="*/ 791257 h 885361"/>
              <a:gd name="connsiteX7" fmla="*/ 845163 w 1010656"/>
              <a:gd name="connsiteY7" fmla="*/ 856108 h 885361"/>
              <a:gd name="connsiteX8" fmla="*/ 514423 w 1010656"/>
              <a:gd name="connsiteY8" fmla="*/ 882048 h 885361"/>
              <a:gd name="connsiteX9" fmla="*/ 235564 w 1010656"/>
              <a:gd name="connsiteY9" fmla="*/ 869078 h 885361"/>
              <a:gd name="connsiteX10" fmla="*/ 60466 w 1010656"/>
              <a:gd name="connsiteY10" fmla="*/ 739376 h 885361"/>
              <a:gd name="connsiteX11" fmla="*/ 15070 w 1010656"/>
              <a:gd name="connsiteY11" fmla="*/ 551308 h 885361"/>
              <a:gd name="connsiteX12" fmla="*/ 2099 w 1010656"/>
              <a:gd name="connsiteY12" fmla="*/ 434576 h 885361"/>
              <a:gd name="connsiteX13" fmla="*/ 53980 w 1010656"/>
              <a:gd name="connsiteY13" fmla="*/ 240023 h 885361"/>
              <a:gd name="connsiteX14" fmla="*/ 190168 w 1010656"/>
              <a:gd name="connsiteY14" fmla="*/ 90865 h 885361"/>
              <a:gd name="connsiteX15" fmla="*/ 469027 w 1010656"/>
              <a:gd name="connsiteY15" fmla="*/ 74 h 885361"/>
              <a:gd name="connsiteX0" fmla="*/ 469027 w 1010656"/>
              <a:gd name="connsiteY0" fmla="*/ 74 h 874319"/>
              <a:gd name="connsiteX1" fmla="*/ 572789 w 1010656"/>
              <a:gd name="connsiteY1" fmla="*/ 77895 h 874319"/>
              <a:gd name="connsiteX2" fmla="*/ 689521 w 1010656"/>
              <a:gd name="connsiteY2" fmla="*/ 207597 h 874319"/>
              <a:gd name="connsiteX3" fmla="*/ 663580 w 1010656"/>
              <a:gd name="connsiteY3" fmla="*/ 220567 h 874319"/>
              <a:gd name="connsiteX4" fmla="*/ 760857 w 1010656"/>
              <a:gd name="connsiteY4" fmla="*/ 298389 h 874319"/>
              <a:gd name="connsiteX5" fmla="*/ 994321 w 1010656"/>
              <a:gd name="connsiteY5" fmla="*/ 583733 h 874319"/>
              <a:gd name="connsiteX6" fmla="*/ 974866 w 1010656"/>
              <a:gd name="connsiteY6" fmla="*/ 791257 h 874319"/>
              <a:gd name="connsiteX7" fmla="*/ 845163 w 1010656"/>
              <a:gd name="connsiteY7" fmla="*/ 856108 h 874319"/>
              <a:gd name="connsiteX8" fmla="*/ 520908 w 1010656"/>
              <a:gd name="connsiteY8" fmla="*/ 849622 h 874319"/>
              <a:gd name="connsiteX9" fmla="*/ 235564 w 1010656"/>
              <a:gd name="connsiteY9" fmla="*/ 869078 h 874319"/>
              <a:gd name="connsiteX10" fmla="*/ 60466 w 1010656"/>
              <a:gd name="connsiteY10" fmla="*/ 739376 h 874319"/>
              <a:gd name="connsiteX11" fmla="*/ 15070 w 1010656"/>
              <a:gd name="connsiteY11" fmla="*/ 551308 h 874319"/>
              <a:gd name="connsiteX12" fmla="*/ 2099 w 1010656"/>
              <a:gd name="connsiteY12" fmla="*/ 434576 h 874319"/>
              <a:gd name="connsiteX13" fmla="*/ 53980 w 1010656"/>
              <a:gd name="connsiteY13" fmla="*/ 240023 h 874319"/>
              <a:gd name="connsiteX14" fmla="*/ 190168 w 1010656"/>
              <a:gd name="connsiteY14" fmla="*/ 90865 h 874319"/>
              <a:gd name="connsiteX15" fmla="*/ 469027 w 1010656"/>
              <a:gd name="connsiteY15" fmla="*/ 74 h 874319"/>
              <a:gd name="connsiteX0" fmla="*/ 469027 w 1010656"/>
              <a:gd name="connsiteY0" fmla="*/ 74 h 881841"/>
              <a:gd name="connsiteX1" fmla="*/ 572789 w 1010656"/>
              <a:gd name="connsiteY1" fmla="*/ 77895 h 881841"/>
              <a:gd name="connsiteX2" fmla="*/ 689521 w 1010656"/>
              <a:gd name="connsiteY2" fmla="*/ 207597 h 881841"/>
              <a:gd name="connsiteX3" fmla="*/ 663580 w 1010656"/>
              <a:gd name="connsiteY3" fmla="*/ 220567 h 881841"/>
              <a:gd name="connsiteX4" fmla="*/ 760857 w 1010656"/>
              <a:gd name="connsiteY4" fmla="*/ 298389 h 881841"/>
              <a:gd name="connsiteX5" fmla="*/ 994321 w 1010656"/>
              <a:gd name="connsiteY5" fmla="*/ 583733 h 881841"/>
              <a:gd name="connsiteX6" fmla="*/ 974866 w 1010656"/>
              <a:gd name="connsiteY6" fmla="*/ 791257 h 881841"/>
              <a:gd name="connsiteX7" fmla="*/ 845163 w 1010656"/>
              <a:gd name="connsiteY7" fmla="*/ 856108 h 881841"/>
              <a:gd name="connsiteX8" fmla="*/ 527393 w 1010656"/>
              <a:gd name="connsiteY8" fmla="*/ 875563 h 881841"/>
              <a:gd name="connsiteX9" fmla="*/ 235564 w 1010656"/>
              <a:gd name="connsiteY9" fmla="*/ 869078 h 881841"/>
              <a:gd name="connsiteX10" fmla="*/ 60466 w 1010656"/>
              <a:gd name="connsiteY10" fmla="*/ 739376 h 881841"/>
              <a:gd name="connsiteX11" fmla="*/ 15070 w 1010656"/>
              <a:gd name="connsiteY11" fmla="*/ 551308 h 881841"/>
              <a:gd name="connsiteX12" fmla="*/ 2099 w 1010656"/>
              <a:gd name="connsiteY12" fmla="*/ 434576 h 881841"/>
              <a:gd name="connsiteX13" fmla="*/ 53980 w 1010656"/>
              <a:gd name="connsiteY13" fmla="*/ 240023 h 881841"/>
              <a:gd name="connsiteX14" fmla="*/ 190168 w 1010656"/>
              <a:gd name="connsiteY14" fmla="*/ 90865 h 881841"/>
              <a:gd name="connsiteX15" fmla="*/ 469027 w 1010656"/>
              <a:gd name="connsiteY15" fmla="*/ 74 h 881841"/>
              <a:gd name="connsiteX0" fmla="*/ 469027 w 1049731"/>
              <a:gd name="connsiteY0" fmla="*/ 74 h 881841"/>
              <a:gd name="connsiteX1" fmla="*/ 572789 w 1049731"/>
              <a:gd name="connsiteY1" fmla="*/ 77895 h 881841"/>
              <a:gd name="connsiteX2" fmla="*/ 689521 w 1049731"/>
              <a:gd name="connsiteY2" fmla="*/ 207597 h 881841"/>
              <a:gd name="connsiteX3" fmla="*/ 663580 w 1049731"/>
              <a:gd name="connsiteY3" fmla="*/ 220567 h 881841"/>
              <a:gd name="connsiteX4" fmla="*/ 760857 w 1049731"/>
              <a:gd name="connsiteY4" fmla="*/ 298389 h 881841"/>
              <a:gd name="connsiteX5" fmla="*/ 994321 w 1049731"/>
              <a:gd name="connsiteY5" fmla="*/ 583733 h 881841"/>
              <a:gd name="connsiteX6" fmla="*/ 1039717 w 1049731"/>
              <a:gd name="connsiteY6" fmla="*/ 810712 h 881841"/>
              <a:gd name="connsiteX7" fmla="*/ 845163 w 1049731"/>
              <a:gd name="connsiteY7" fmla="*/ 856108 h 881841"/>
              <a:gd name="connsiteX8" fmla="*/ 527393 w 1049731"/>
              <a:gd name="connsiteY8" fmla="*/ 875563 h 881841"/>
              <a:gd name="connsiteX9" fmla="*/ 235564 w 1049731"/>
              <a:gd name="connsiteY9" fmla="*/ 869078 h 881841"/>
              <a:gd name="connsiteX10" fmla="*/ 60466 w 1049731"/>
              <a:gd name="connsiteY10" fmla="*/ 739376 h 881841"/>
              <a:gd name="connsiteX11" fmla="*/ 15070 w 1049731"/>
              <a:gd name="connsiteY11" fmla="*/ 551308 h 881841"/>
              <a:gd name="connsiteX12" fmla="*/ 2099 w 1049731"/>
              <a:gd name="connsiteY12" fmla="*/ 434576 h 881841"/>
              <a:gd name="connsiteX13" fmla="*/ 53980 w 1049731"/>
              <a:gd name="connsiteY13" fmla="*/ 240023 h 881841"/>
              <a:gd name="connsiteX14" fmla="*/ 190168 w 1049731"/>
              <a:gd name="connsiteY14" fmla="*/ 90865 h 881841"/>
              <a:gd name="connsiteX15" fmla="*/ 469027 w 1049731"/>
              <a:gd name="connsiteY15" fmla="*/ 74 h 881841"/>
              <a:gd name="connsiteX0" fmla="*/ 469027 w 1051548"/>
              <a:gd name="connsiteY0" fmla="*/ 74 h 881841"/>
              <a:gd name="connsiteX1" fmla="*/ 572789 w 1051548"/>
              <a:gd name="connsiteY1" fmla="*/ 77895 h 881841"/>
              <a:gd name="connsiteX2" fmla="*/ 689521 w 1051548"/>
              <a:gd name="connsiteY2" fmla="*/ 207597 h 881841"/>
              <a:gd name="connsiteX3" fmla="*/ 663580 w 1051548"/>
              <a:gd name="connsiteY3" fmla="*/ 220567 h 881841"/>
              <a:gd name="connsiteX4" fmla="*/ 760857 w 1051548"/>
              <a:gd name="connsiteY4" fmla="*/ 298389 h 881841"/>
              <a:gd name="connsiteX5" fmla="*/ 1000806 w 1051548"/>
              <a:gd name="connsiteY5" fmla="*/ 564277 h 881841"/>
              <a:gd name="connsiteX6" fmla="*/ 1039717 w 1051548"/>
              <a:gd name="connsiteY6" fmla="*/ 810712 h 881841"/>
              <a:gd name="connsiteX7" fmla="*/ 845163 w 1051548"/>
              <a:gd name="connsiteY7" fmla="*/ 856108 h 881841"/>
              <a:gd name="connsiteX8" fmla="*/ 527393 w 1051548"/>
              <a:gd name="connsiteY8" fmla="*/ 875563 h 881841"/>
              <a:gd name="connsiteX9" fmla="*/ 235564 w 1051548"/>
              <a:gd name="connsiteY9" fmla="*/ 869078 h 881841"/>
              <a:gd name="connsiteX10" fmla="*/ 60466 w 1051548"/>
              <a:gd name="connsiteY10" fmla="*/ 739376 h 881841"/>
              <a:gd name="connsiteX11" fmla="*/ 15070 w 1051548"/>
              <a:gd name="connsiteY11" fmla="*/ 551308 h 881841"/>
              <a:gd name="connsiteX12" fmla="*/ 2099 w 1051548"/>
              <a:gd name="connsiteY12" fmla="*/ 434576 h 881841"/>
              <a:gd name="connsiteX13" fmla="*/ 53980 w 1051548"/>
              <a:gd name="connsiteY13" fmla="*/ 240023 h 881841"/>
              <a:gd name="connsiteX14" fmla="*/ 190168 w 1051548"/>
              <a:gd name="connsiteY14" fmla="*/ 90865 h 881841"/>
              <a:gd name="connsiteX15" fmla="*/ 469027 w 1051548"/>
              <a:gd name="connsiteY15" fmla="*/ 74 h 88184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63580 w 1051548"/>
              <a:gd name="connsiteY3" fmla="*/ 220567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63580 w 1051548"/>
              <a:gd name="connsiteY3" fmla="*/ 194626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88980 w 1051548"/>
              <a:gd name="connsiteY3" fmla="*/ 159066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81 h 877158"/>
              <a:gd name="connsiteX1" fmla="*/ 572789 w 1051548"/>
              <a:gd name="connsiteY1" fmla="*/ 77902 h 877158"/>
              <a:gd name="connsiteX2" fmla="*/ 674281 w 1051548"/>
              <a:gd name="connsiteY2" fmla="*/ 233004 h 877158"/>
              <a:gd name="connsiteX3" fmla="*/ 688980 w 1051548"/>
              <a:gd name="connsiteY3" fmla="*/ 159073 h 877158"/>
              <a:gd name="connsiteX4" fmla="*/ 760857 w 1051548"/>
              <a:gd name="connsiteY4" fmla="*/ 298396 h 877158"/>
              <a:gd name="connsiteX5" fmla="*/ 1000806 w 1051548"/>
              <a:gd name="connsiteY5" fmla="*/ 564284 h 877158"/>
              <a:gd name="connsiteX6" fmla="*/ 1039717 w 1051548"/>
              <a:gd name="connsiteY6" fmla="*/ 810719 h 877158"/>
              <a:gd name="connsiteX7" fmla="*/ 845163 w 1051548"/>
              <a:gd name="connsiteY7" fmla="*/ 856115 h 877158"/>
              <a:gd name="connsiteX8" fmla="*/ 553334 w 1051548"/>
              <a:gd name="connsiteY8" fmla="*/ 862600 h 877158"/>
              <a:gd name="connsiteX9" fmla="*/ 235564 w 1051548"/>
              <a:gd name="connsiteY9" fmla="*/ 869085 h 877158"/>
              <a:gd name="connsiteX10" fmla="*/ 60466 w 1051548"/>
              <a:gd name="connsiteY10" fmla="*/ 739383 h 877158"/>
              <a:gd name="connsiteX11" fmla="*/ 15070 w 1051548"/>
              <a:gd name="connsiteY11" fmla="*/ 551315 h 877158"/>
              <a:gd name="connsiteX12" fmla="*/ 2099 w 1051548"/>
              <a:gd name="connsiteY12" fmla="*/ 434583 h 877158"/>
              <a:gd name="connsiteX13" fmla="*/ 53980 w 1051548"/>
              <a:gd name="connsiteY13" fmla="*/ 240030 h 877158"/>
              <a:gd name="connsiteX14" fmla="*/ 190168 w 1051548"/>
              <a:gd name="connsiteY14" fmla="*/ 90872 h 877158"/>
              <a:gd name="connsiteX15" fmla="*/ 469027 w 1051548"/>
              <a:gd name="connsiteY15" fmla="*/ 81 h 877158"/>
              <a:gd name="connsiteX0" fmla="*/ 469027 w 1051548"/>
              <a:gd name="connsiteY0" fmla="*/ 1709 h 878786"/>
              <a:gd name="connsiteX1" fmla="*/ 572789 w 1051548"/>
              <a:gd name="connsiteY1" fmla="*/ 49050 h 878786"/>
              <a:gd name="connsiteX2" fmla="*/ 674281 w 1051548"/>
              <a:gd name="connsiteY2" fmla="*/ 234632 h 878786"/>
              <a:gd name="connsiteX3" fmla="*/ 688980 w 1051548"/>
              <a:gd name="connsiteY3" fmla="*/ 160701 h 878786"/>
              <a:gd name="connsiteX4" fmla="*/ 760857 w 1051548"/>
              <a:gd name="connsiteY4" fmla="*/ 300024 h 878786"/>
              <a:gd name="connsiteX5" fmla="*/ 1000806 w 1051548"/>
              <a:gd name="connsiteY5" fmla="*/ 565912 h 878786"/>
              <a:gd name="connsiteX6" fmla="*/ 1039717 w 1051548"/>
              <a:gd name="connsiteY6" fmla="*/ 812347 h 878786"/>
              <a:gd name="connsiteX7" fmla="*/ 845163 w 1051548"/>
              <a:gd name="connsiteY7" fmla="*/ 857743 h 878786"/>
              <a:gd name="connsiteX8" fmla="*/ 553334 w 1051548"/>
              <a:gd name="connsiteY8" fmla="*/ 864228 h 878786"/>
              <a:gd name="connsiteX9" fmla="*/ 235564 w 1051548"/>
              <a:gd name="connsiteY9" fmla="*/ 870713 h 878786"/>
              <a:gd name="connsiteX10" fmla="*/ 60466 w 1051548"/>
              <a:gd name="connsiteY10" fmla="*/ 741011 h 878786"/>
              <a:gd name="connsiteX11" fmla="*/ 15070 w 1051548"/>
              <a:gd name="connsiteY11" fmla="*/ 552943 h 878786"/>
              <a:gd name="connsiteX12" fmla="*/ 2099 w 1051548"/>
              <a:gd name="connsiteY12" fmla="*/ 436211 h 878786"/>
              <a:gd name="connsiteX13" fmla="*/ 53980 w 1051548"/>
              <a:gd name="connsiteY13" fmla="*/ 241658 h 878786"/>
              <a:gd name="connsiteX14" fmla="*/ 190168 w 1051548"/>
              <a:gd name="connsiteY14" fmla="*/ 92500 h 878786"/>
              <a:gd name="connsiteX15" fmla="*/ 469027 w 1051548"/>
              <a:gd name="connsiteY15" fmla="*/ 1709 h 878786"/>
              <a:gd name="connsiteX0" fmla="*/ 469027 w 1051548"/>
              <a:gd name="connsiteY0" fmla="*/ 1709 h 878786"/>
              <a:gd name="connsiteX1" fmla="*/ 572789 w 1051548"/>
              <a:gd name="connsiteY1" fmla="*/ 49050 h 878786"/>
              <a:gd name="connsiteX2" fmla="*/ 674281 w 1051548"/>
              <a:gd name="connsiteY2" fmla="*/ 234632 h 878786"/>
              <a:gd name="connsiteX3" fmla="*/ 765180 w 1051548"/>
              <a:gd name="connsiteY3" fmla="*/ 160701 h 878786"/>
              <a:gd name="connsiteX4" fmla="*/ 760857 w 1051548"/>
              <a:gd name="connsiteY4" fmla="*/ 300024 h 878786"/>
              <a:gd name="connsiteX5" fmla="*/ 1000806 w 1051548"/>
              <a:gd name="connsiteY5" fmla="*/ 565912 h 878786"/>
              <a:gd name="connsiteX6" fmla="*/ 1039717 w 1051548"/>
              <a:gd name="connsiteY6" fmla="*/ 812347 h 878786"/>
              <a:gd name="connsiteX7" fmla="*/ 845163 w 1051548"/>
              <a:gd name="connsiteY7" fmla="*/ 857743 h 878786"/>
              <a:gd name="connsiteX8" fmla="*/ 553334 w 1051548"/>
              <a:gd name="connsiteY8" fmla="*/ 864228 h 878786"/>
              <a:gd name="connsiteX9" fmla="*/ 235564 w 1051548"/>
              <a:gd name="connsiteY9" fmla="*/ 870713 h 878786"/>
              <a:gd name="connsiteX10" fmla="*/ 60466 w 1051548"/>
              <a:gd name="connsiteY10" fmla="*/ 741011 h 878786"/>
              <a:gd name="connsiteX11" fmla="*/ 15070 w 1051548"/>
              <a:gd name="connsiteY11" fmla="*/ 552943 h 878786"/>
              <a:gd name="connsiteX12" fmla="*/ 2099 w 1051548"/>
              <a:gd name="connsiteY12" fmla="*/ 436211 h 878786"/>
              <a:gd name="connsiteX13" fmla="*/ 53980 w 1051548"/>
              <a:gd name="connsiteY13" fmla="*/ 241658 h 878786"/>
              <a:gd name="connsiteX14" fmla="*/ 190168 w 1051548"/>
              <a:gd name="connsiteY14" fmla="*/ 92500 h 878786"/>
              <a:gd name="connsiteX15" fmla="*/ 469027 w 1051548"/>
              <a:gd name="connsiteY15" fmla="*/ 1709 h 878786"/>
              <a:gd name="connsiteX0" fmla="*/ 469027 w 1051548"/>
              <a:gd name="connsiteY0" fmla="*/ 1200 h 878277"/>
              <a:gd name="connsiteX1" fmla="*/ 572789 w 1051548"/>
              <a:gd name="connsiteY1" fmla="*/ 48541 h 878277"/>
              <a:gd name="connsiteX2" fmla="*/ 720001 w 1051548"/>
              <a:gd name="connsiteY2" fmla="*/ 168083 h 878277"/>
              <a:gd name="connsiteX3" fmla="*/ 765180 w 1051548"/>
              <a:gd name="connsiteY3" fmla="*/ 160192 h 878277"/>
              <a:gd name="connsiteX4" fmla="*/ 760857 w 1051548"/>
              <a:gd name="connsiteY4" fmla="*/ 299515 h 878277"/>
              <a:gd name="connsiteX5" fmla="*/ 1000806 w 1051548"/>
              <a:gd name="connsiteY5" fmla="*/ 565403 h 878277"/>
              <a:gd name="connsiteX6" fmla="*/ 1039717 w 1051548"/>
              <a:gd name="connsiteY6" fmla="*/ 811838 h 878277"/>
              <a:gd name="connsiteX7" fmla="*/ 845163 w 1051548"/>
              <a:gd name="connsiteY7" fmla="*/ 857234 h 878277"/>
              <a:gd name="connsiteX8" fmla="*/ 553334 w 1051548"/>
              <a:gd name="connsiteY8" fmla="*/ 863719 h 878277"/>
              <a:gd name="connsiteX9" fmla="*/ 235564 w 1051548"/>
              <a:gd name="connsiteY9" fmla="*/ 870204 h 878277"/>
              <a:gd name="connsiteX10" fmla="*/ 60466 w 1051548"/>
              <a:gd name="connsiteY10" fmla="*/ 740502 h 878277"/>
              <a:gd name="connsiteX11" fmla="*/ 15070 w 1051548"/>
              <a:gd name="connsiteY11" fmla="*/ 552434 h 878277"/>
              <a:gd name="connsiteX12" fmla="*/ 2099 w 1051548"/>
              <a:gd name="connsiteY12" fmla="*/ 435702 h 878277"/>
              <a:gd name="connsiteX13" fmla="*/ 53980 w 1051548"/>
              <a:gd name="connsiteY13" fmla="*/ 241149 h 878277"/>
              <a:gd name="connsiteX14" fmla="*/ 190168 w 1051548"/>
              <a:gd name="connsiteY14" fmla="*/ 91991 h 878277"/>
              <a:gd name="connsiteX15" fmla="*/ 469027 w 1051548"/>
              <a:gd name="connsiteY15" fmla="*/ 1200 h 878277"/>
              <a:gd name="connsiteX0" fmla="*/ 469027 w 1051548"/>
              <a:gd name="connsiteY0" fmla="*/ 1200 h 878277"/>
              <a:gd name="connsiteX1" fmla="*/ 572789 w 1051548"/>
              <a:gd name="connsiteY1" fmla="*/ 48541 h 878277"/>
              <a:gd name="connsiteX2" fmla="*/ 720001 w 1051548"/>
              <a:gd name="connsiteY2" fmla="*/ 168083 h 878277"/>
              <a:gd name="connsiteX3" fmla="*/ 790580 w 1051548"/>
              <a:gd name="connsiteY3" fmla="*/ 236392 h 878277"/>
              <a:gd name="connsiteX4" fmla="*/ 760857 w 1051548"/>
              <a:gd name="connsiteY4" fmla="*/ 299515 h 878277"/>
              <a:gd name="connsiteX5" fmla="*/ 1000806 w 1051548"/>
              <a:gd name="connsiteY5" fmla="*/ 565403 h 878277"/>
              <a:gd name="connsiteX6" fmla="*/ 1039717 w 1051548"/>
              <a:gd name="connsiteY6" fmla="*/ 811838 h 878277"/>
              <a:gd name="connsiteX7" fmla="*/ 845163 w 1051548"/>
              <a:gd name="connsiteY7" fmla="*/ 857234 h 878277"/>
              <a:gd name="connsiteX8" fmla="*/ 553334 w 1051548"/>
              <a:gd name="connsiteY8" fmla="*/ 863719 h 878277"/>
              <a:gd name="connsiteX9" fmla="*/ 235564 w 1051548"/>
              <a:gd name="connsiteY9" fmla="*/ 870204 h 878277"/>
              <a:gd name="connsiteX10" fmla="*/ 60466 w 1051548"/>
              <a:gd name="connsiteY10" fmla="*/ 740502 h 878277"/>
              <a:gd name="connsiteX11" fmla="*/ 15070 w 1051548"/>
              <a:gd name="connsiteY11" fmla="*/ 552434 h 878277"/>
              <a:gd name="connsiteX12" fmla="*/ 2099 w 1051548"/>
              <a:gd name="connsiteY12" fmla="*/ 435702 h 878277"/>
              <a:gd name="connsiteX13" fmla="*/ 53980 w 1051548"/>
              <a:gd name="connsiteY13" fmla="*/ 241149 h 878277"/>
              <a:gd name="connsiteX14" fmla="*/ 190168 w 1051548"/>
              <a:gd name="connsiteY14" fmla="*/ 91991 h 878277"/>
              <a:gd name="connsiteX15" fmla="*/ 469027 w 1051548"/>
              <a:gd name="connsiteY15" fmla="*/ 1200 h 878277"/>
              <a:gd name="connsiteX0" fmla="*/ 469027 w 1053387"/>
              <a:gd name="connsiteY0" fmla="*/ 1200 h 878277"/>
              <a:gd name="connsiteX1" fmla="*/ 572789 w 1053387"/>
              <a:gd name="connsiteY1" fmla="*/ 48541 h 878277"/>
              <a:gd name="connsiteX2" fmla="*/ 720001 w 1053387"/>
              <a:gd name="connsiteY2" fmla="*/ 168083 h 878277"/>
              <a:gd name="connsiteX3" fmla="*/ 790580 w 1053387"/>
              <a:gd name="connsiteY3" fmla="*/ 236392 h 878277"/>
              <a:gd name="connsiteX4" fmla="*/ 710057 w 1053387"/>
              <a:gd name="connsiteY4" fmla="*/ 299515 h 878277"/>
              <a:gd name="connsiteX5" fmla="*/ 1000806 w 1053387"/>
              <a:gd name="connsiteY5" fmla="*/ 565403 h 878277"/>
              <a:gd name="connsiteX6" fmla="*/ 1039717 w 1053387"/>
              <a:gd name="connsiteY6" fmla="*/ 811838 h 878277"/>
              <a:gd name="connsiteX7" fmla="*/ 845163 w 1053387"/>
              <a:gd name="connsiteY7" fmla="*/ 857234 h 878277"/>
              <a:gd name="connsiteX8" fmla="*/ 553334 w 1053387"/>
              <a:gd name="connsiteY8" fmla="*/ 863719 h 878277"/>
              <a:gd name="connsiteX9" fmla="*/ 235564 w 1053387"/>
              <a:gd name="connsiteY9" fmla="*/ 870204 h 878277"/>
              <a:gd name="connsiteX10" fmla="*/ 60466 w 1053387"/>
              <a:gd name="connsiteY10" fmla="*/ 740502 h 878277"/>
              <a:gd name="connsiteX11" fmla="*/ 15070 w 1053387"/>
              <a:gd name="connsiteY11" fmla="*/ 552434 h 878277"/>
              <a:gd name="connsiteX12" fmla="*/ 2099 w 1053387"/>
              <a:gd name="connsiteY12" fmla="*/ 435702 h 878277"/>
              <a:gd name="connsiteX13" fmla="*/ 53980 w 1053387"/>
              <a:gd name="connsiteY13" fmla="*/ 241149 h 878277"/>
              <a:gd name="connsiteX14" fmla="*/ 190168 w 1053387"/>
              <a:gd name="connsiteY14" fmla="*/ 91991 h 878277"/>
              <a:gd name="connsiteX15" fmla="*/ 469027 w 1053387"/>
              <a:gd name="connsiteY15" fmla="*/ 1200 h 878277"/>
              <a:gd name="connsiteX0" fmla="*/ 469027 w 1053387"/>
              <a:gd name="connsiteY0" fmla="*/ 1200 h 878277"/>
              <a:gd name="connsiteX1" fmla="*/ 572789 w 1053387"/>
              <a:gd name="connsiteY1" fmla="*/ 48541 h 878277"/>
              <a:gd name="connsiteX2" fmla="*/ 720001 w 1053387"/>
              <a:gd name="connsiteY2" fmla="*/ 168083 h 878277"/>
              <a:gd name="connsiteX3" fmla="*/ 790580 w 1053387"/>
              <a:gd name="connsiteY3" fmla="*/ 236392 h 878277"/>
              <a:gd name="connsiteX4" fmla="*/ 710057 w 1053387"/>
              <a:gd name="connsiteY4" fmla="*/ 284275 h 878277"/>
              <a:gd name="connsiteX5" fmla="*/ 1000806 w 1053387"/>
              <a:gd name="connsiteY5" fmla="*/ 565403 h 878277"/>
              <a:gd name="connsiteX6" fmla="*/ 1039717 w 1053387"/>
              <a:gd name="connsiteY6" fmla="*/ 811838 h 878277"/>
              <a:gd name="connsiteX7" fmla="*/ 845163 w 1053387"/>
              <a:gd name="connsiteY7" fmla="*/ 857234 h 878277"/>
              <a:gd name="connsiteX8" fmla="*/ 553334 w 1053387"/>
              <a:gd name="connsiteY8" fmla="*/ 863719 h 878277"/>
              <a:gd name="connsiteX9" fmla="*/ 235564 w 1053387"/>
              <a:gd name="connsiteY9" fmla="*/ 870204 h 878277"/>
              <a:gd name="connsiteX10" fmla="*/ 60466 w 1053387"/>
              <a:gd name="connsiteY10" fmla="*/ 740502 h 878277"/>
              <a:gd name="connsiteX11" fmla="*/ 15070 w 1053387"/>
              <a:gd name="connsiteY11" fmla="*/ 552434 h 878277"/>
              <a:gd name="connsiteX12" fmla="*/ 2099 w 1053387"/>
              <a:gd name="connsiteY12" fmla="*/ 435702 h 878277"/>
              <a:gd name="connsiteX13" fmla="*/ 53980 w 1053387"/>
              <a:gd name="connsiteY13" fmla="*/ 241149 h 878277"/>
              <a:gd name="connsiteX14" fmla="*/ 190168 w 1053387"/>
              <a:gd name="connsiteY14" fmla="*/ 91991 h 878277"/>
              <a:gd name="connsiteX15" fmla="*/ 469027 w 1053387"/>
              <a:gd name="connsiteY15" fmla="*/ 1200 h 878277"/>
              <a:gd name="connsiteX0" fmla="*/ 469027 w 1047467"/>
              <a:gd name="connsiteY0" fmla="*/ 1200 h 878277"/>
              <a:gd name="connsiteX1" fmla="*/ 572789 w 1047467"/>
              <a:gd name="connsiteY1" fmla="*/ 48541 h 878277"/>
              <a:gd name="connsiteX2" fmla="*/ 720001 w 1047467"/>
              <a:gd name="connsiteY2" fmla="*/ 168083 h 878277"/>
              <a:gd name="connsiteX3" fmla="*/ 790580 w 1047467"/>
              <a:gd name="connsiteY3" fmla="*/ 236392 h 878277"/>
              <a:gd name="connsiteX4" fmla="*/ 710057 w 1047467"/>
              <a:gd name="connsiteY4" fmla="*/ 284275 h 878277"/>
              <a:gd name="connsiteX5" fmla="*/ 926124 w 1047467"/>
              <a:gd name="connsiteY5" fmla="*/ 391941 h 878277"/>
              <a:gd name="connsiteX6" fmla="*/ 1000806 w 1047467"/>
              <a:gd name="connsiteY6" fmla="*/ 565403 h 878277"/>
              <a:gd name="connsiteX7" fmla="*/ 1039717 w 1047467"/>
              <a:gd name="connsiteY7" fmla="*/ 811838 h 878277"/>
              <a:gd name="connsiteX8" fmla="*/ 845163 w 1047467"/>
              <a:gd name="connsiteY8" fmla="*/ 857234 h 878277"/>
              <a:gd name="connsiteX9" fmla="*/ 553334 w 1047467"/>
              <a:gd name="connsiteY9" fmla="*/ 863719 h 878277"/>
              <a:gd name="connsiteX10" fmla="*/ 235564 w 1047467"/>
              <a:gd name="connsiteY10" fmla="*/ 870204 h 878277"/>
              <a:gd name="connsiteX11" fmla="*/ 60466 w 1047467"/>
              <a:gd name="connsiteY11" fmla="*/ 740502 h 878277"/>
              <a:gd name="connsiteX12" fmla="*/ 15070 w 1047467"/>
              <a:gd name="connsiteY12" fmla="*/ 552434 h 878277"/>
              <a:gd name="connsiteX13" fmla="*/ 2099 w 1047467"/>
              <a:gd name="connsiteY13" fmla="*/ 435702 h 878277"/>
              <a:gd name="connsiteX14" fmla="*/ 53980 w 1047467"/>
              <a:gd name="connsiteY14" fmla="*/ 241149 h 878277"/>
              <a:gd name="connsiteX15" fmla="*/ 190168 w 1047467"/>
              <a:gd name="connsiteY15" fmla="*/ 91991 h 878277"/>
              <a:gd name="connsiteX16" fmla="*/ 469027 w 1047467"/>
              <a:gd name="connsiteY16" fmla="*/ 1200 h 878277"/>
              <a:gd name="connsiteX0" fmla="*/ 469027 w 1069066"/>
              <a:gd name="connsiteY0" fmla="*/ 1200 h 878277"/>
              <a:gd name="connsiteX1" fmla="*/ 572789 w 1069066"/>
              <a:gd name="connsiteY1" fmla="*/ 48541 h 878277"/>
              <a:gd name="connsiteX2" fmla="*/ 720001 w 1069066"/>
              <a:gd name="connsiteY2" fmla="*/ 168083 h 878277"/>
              <a:gd name="connsiteX3" fmla="*/ 790580 w 1069066"/>
              <a:gd name="connsiteY3" fmla="*/ 236392 h 878277"/>
              <a:gd name="connsiteX4" fmla="*/ 710057 w 1069066"/>
              <a:gd name="connsiteY4" fmla="*/ 284275 h 878277"/>
              <a:gd name="connsiteX5" fmla="*/ 926124 w 1069066"/>
              <a:gd name="connsiteY5" fmla="*/ 391941 h 878277"/>
              <a:gd name="connsiteX6" fmla="*/ 1056686 w 1069066"/>
              <a:gd name="connsiteY6" fmla="*/ 575563 h 878277"/>
              <a:gd name="connsiteX7" fmla="*/ 1039717 w 1069066"/>
              <a:gd name="connsiteY7" fmla="*/ 811838 h 878277"/>
              <a:gd name="connsiteX8" fmla="*/ 845163 w 1069066"/>
              <a:gd name="connsiteY8" fmla="*/ 857234 h 878277"/>
              <a:gd name="connsiteX9" fmla="*/ 553334 w 1069066"/>
              <a:gd name="connsiteY9" fmla="*/ 863719 h 878277"/>
              <a:gd name="connsiteX10" fmla="*/ 235564 w 1069066"/>
              <a:gd name="connsiteY10" fmla="*/ 870204 h 878277"/>
              <a:gd name="connsiteX11" fmla="*/ 60466 w 1069066"/>
              <a:gd name="connsiteY11" fmla="*/ 740502 h 878277"/>
              <a:gd name="connsiteX12" fmla="*/ 15070 w 1069066"/>
              <a:gd name="connsiteY12" fmla="*/ 552434 h 878277"/>
              <a:gd name="connsiteX13" fmla="*/ 2099 w 1069066"/>
              <a:gd name="connsiteY13" fmla="*/ 435702 h 878277"/>
              <a:gd name="connsiteX14" fmla="*/ 53980 w 1069066"/>
              <a:gd name="connsiteY14" fmla="*/ 241149 h 878277"/>
              <a:gd name="connsiteX15" fmla="*/ 190168 w 1069066"/>
              <a:gd name="connsiteY15" fmla="*/ 91991 h 878277"/>
              <a:gd name="connsiteX16" fmla="*/ 469027 w 1069066"/>
              <a:gd name="connsiteY16" fmla="*/ 1200 h 878277"/>
              <a:gd name="connsiteX0" fmla="*/ 469027 w 1087774"/>
              <a:gd name="connsiteY0" fmla="*/ 1200 h 878277"/>
              <a:gd name="connsiteX1" fmla="*/ 572789 w 1087774"/>
              <a:gd name="connsiteY1" fmla="*/ 48541 h 878277"/>
              <a:gd name="connsiteX2" fmla="*/ 720001 w 1087774"/>
              <a:gd name="connsiteY2" fmla="*/ 168083 h 878277"/>
              <a:gd name="connsiteX3" fmla="*/ 790580 w 1087774"/>
              <a:gd name="connsiteY3" fmla="*/ 236392 h 878277"/>
              <a:gd name="connsiteX4" fmla="*/ 710057 w 1087774"/>
              <a:gd name="connsiteY4" fmla="*/ 284275 h 878277"/>
              <a:gd name="connsiteX5" fmla="*/ 926124 w 1087774"/>
              <a:gd name="connsiteY5" fmla="*/ 391941 h 878277"/>
              <a:gd name="connsiteX6" fmla="*/ 1056686 w 1087774"/>
              <a:gd name="connsiteY6" fmla="*/ 575563 h 878277"/>
              <a:gd name="connsiteX7" fmla="*/ 1070197 w 1087774"/>
              <a:gd name="connsiteY7" fmla="*/ 761038 h 878277"/>
              <a:gd name="connsiteX8" fmla="*/ 845163 w 1087774"/>
              <a:gd name="connsiteY8" fmla="*/ 857234 h 878277"/>
              <a:gd name="connsiteX9" fmla="*/ 553334 w 1087774"/>
              <a:gd name="connsiteY9" fmla="*/ 863719 h 878277"/>
              <a:gd name="connsiteX10" fmla="*/ 235564 w 1087774"/>
              <a:gd name="connsiteY10" fmla="*/ 870204 h 878277"/>
              <a:gd name="connsiteX11" fmla="*/ 60466 w 1087774"/>
              <a:gd name="connsiteY11" fmla="*/ 740502 h 878277"/>
              <a:gd name="connsiteX12" fmla="*/ 15070 w 1087774"/>
              <a:gd name="connsiteY12" fmla="*/ 552434 h 878277"/>
              <a:gd name="connsiteX13" fmla="*/ 2099 w 1087774"/>
              <a:gd name="connsiteY13" fmla="*/ 435702 h 878277"/>
              <a:gd name="connsiteX14" fmla="*/ 53980 w 1087774"/>
              <a:gd name="connsiteY14" fmla="*/ 241149 h 878277"/>
              <a:gd name="connsiteX15" fmla="*/ 190168 w 1087774"/>
              <a:gd name="connsiteY15" fmla="*/ 91991 h 878277"/>
              <a:gd name="connsiteX16" fmla="*/ 469027 w 1087774"/>
              <a:gd name="connsiteY16" fmla="*/ 1200 h 878277"/>
              <a:gd name="connsiteX0" fmla="*/ 469027 w 1087774"/>
              <a:gd name="connsiteY0" fmla="*/ 1200 h 878277"/>
              <a:gd name="connsiteX1" fmla="*/ 572789 w 1087774"/>
              <a:gd name="connsiteY1" fmla="*/ 48541 h 878277"/>
              <a:gd name="connsiteX2" fmla="*/ 720001 w 1087774"/>
              <a:gd name="connsiteY2" fmla="*/ 168083 h 878277"/>
              <a:gd name="connsiteX3" fmla="*/ 790580 w 1087774"/>
              <a:gd name="connsiteY3" fmla="*/ 256712 h 878277"/>
              <a:gd name="connsiteX4" fmla="*/ 710057 w 1087774"/>
              <a:gd name="connsiteY4" fmla="*/ 284275 h 878277"/>
              <a:gd name="connsiteX5" fmla="*/ 926124 w 1087774"/>
              <a:gd name="connsiteY5" fmla="*/ 391941 h 878277"/>
              <a:gd name="connsiteX6" fmla="*/ 1056686 w 1087774"/>
              <a:gd name="connsiteY6" fmla="*/ 575563 h 878277"/>
              <a:gd name="connsiteX7" fmla="*/ 1070197 w 1087774"/>
              <a:gd name="connsiteY7" fmla="*/ 761038 h 878277"/>
              <a:gd name="connsiteX8" fmla="*/ 845163 w 1087774"/>
              <a:gd name="connsiteY8" fmla="*/ 857234 h 878277"/>
              <a:gd name="connsiteX9" fmla="*/ 553334 w 1087774"/>
              <a:gd name="connsiteY9" fmla="*/ 863719 h 878277"/>
              <a:gd name="connsiteX10" fmla="*/ 235564 w 1087774"/>
              <a:gd name="connsiteY10" fmla="*/ 870204 h 878277"/>
              <a:gd name="connsiteX11" fmla="*/ 60466 w 1087774"/>
              <a:gd name="connsiteY11" fmla="*/ 740502 h 878277"/>
              <a:gd name="connsiteX12" fmla="*/ 15070 w 1087774"/>
              <a:gd name="connsiteY12" fmla="*/ 552434 h 878277"/>
              <a:gd name="connsiteX13" fmla="*/ 2099 w 1087774"/>
              <a:gd name="connsiteY13" fmla="*/ 435702 h 878277"/>
              <a:gd name="connsiteX14" fmla="*/ 53980 w 1087774"/>
              <a:gd name="connsiteY14" fmla="*/ 241149 h 878277"/>
              <a:gd name="connsiteX15" fmla="*/ 190168 w 1087774"/>
              <a:gd name="connsiteY15" fmla="*/ 91991 h 878277"/>
              <a:gd name="connsiteX16" fmla="*/ 469027 w 1087774"/>
              <a:gd name="connsiteY16" fmla="*/ 1200 h 878277"/>
              <a:gd name="connsiteX0" fmla="*/ 474079 w 1092826"/>
              <a:gd name="connsiteY0" fmla="*/ 1200 h 878277"/>
              <a:gd name="connsiteX1" fmla="*/ 577841 w 1092826"/>
              <a:gd name="connsiteY1" fmla="*/ 48541 h 878277"/>
              <a:gd name="connsiteX2" fmla="*/ 725053 w 1092826"/>
              <a:gd name="connsiteY2" fmla="*/ 168083 h 878277"/>
              <a:gd name="connsiteX3" fmla="*/ 795632 w 1092826"/>
              <a:gd name="connsiteY3" fmla="*/ 256712 h 878277"/>
              <a:gd name="connsiteX4" fmla="*/ 715109 w 1092826"/>
              <a:gd name="connsiteY4" fmla="*/ 284275 h 878277"/>
              <a:gd name="connsiteX5" fmla="*/ 931176 w 1092826"/>
              <a:gd name="connsiteY5" fmla="*/ 391941 h 878277"/>
              <a:gd name="connsiteX6" fmla="*/ 1061738 w 1092826"/>
              <a:gd name="connsiteY6" fmla="*/ 575563 h 878277"/>
              <a:gd name="connsiteX7" fmla="*/ 1075249 w 1092826"/>
              <a:gd name="connsiteY7" fmla="*/ 761038 h 878277"/>
              <a:gd name="connsiteX8" fmla="*/ 850215 w 1092826"/>
              <a:gd name="connsiteY8" fmla="*/ 857234 h 878277"/>
              <a:gd name="connsiteX9" fmla="*/ 558386 w 1092826"/>
              <a:gd name="connsiteY9" fmla="*/ 863719 h 878277"/>
              <a:gd name="connsiteX10" fmla="*/ 240616 w 1092826"/>
              <a:gd name="connsiteY10" fmla="*/ 870204 h 878277"/>
              <a:gd name="connsiteX11" fmla="*/ 65518 w 1092826"/>
              <a:gd name="connsiteY11" fmla="*/ 740502 h 878277"/>
              <a:gd name="connsiteX12" fmla="*/ 20122 w 1092826"/>
              <a:gd name="connsiteY12" fmla="*/ 552434 h 878277"/>
              <a:gd name="connsiteX13" fmla="*/ 7151 w 1092826"/>
              <a:gd name="connsiteY13" fmla="*/ 435702 h 878277"/>
              <a:gd name="connsiteX14" fmla="*/ 130152 w 1092826"/>
              <a:gd name="connsiteY14" fmla="*/ 251309 h 878277"/>
              <a:gd name="connsiteX15" fmla="*/ 195220 w 1092826"/>
              <a:gd name="connsiteY15" fmla="*/ 91991 h 878277"/>
              <a:gd name="connsiteX16" fmla="*/ 474079 w 1092826"/>
              <a:gd name="connsiteY16" fmla="*/ 1200 h 878277"/>
              <a:gd name="connsiteX0" fmla="*/ 472244 w 1090991"/>
              <a:gd name="connsiteY0" fmla="*/ 1200 h 878277"/>
              <a:gd name="connsiteX1" fmla="*/ 576006 w 1090991"/>
              <a:gd name="connsiteY1" fmla="*/ 48541 h 878277"/>
              <a:gd name="connsiteX2" fmla="*/ 723218 w 1090991"/>
              <a:gd name="connsiteY2" fmla="*/ 168083 h 878277"/>
              <a:gd name="connsiteX3" fmla="*/ 793797 w 1090991"/>
              <a:gd name="connsiteY3" fmla="*/ 256712 h 878277"/>
              <a:gd name="connsiteX4" fmla="*/ 713274 w 1090991"/>
              <a:gd name="connsiteY4" fmla="*/ 284275 h 878277"/>
              <a:gd name="connsiteX5" fmla="*/ 929341 w 1090991"/>
              <a:gd name="connsiteY5" fmla="*/ 391941 h 878277"/>
              <a:gd name="connsiteX6" fmla="*/ 1059903 w 1090991"/>
              <a:gd name="connsiteY6" fmla="*/ 575563 h 878277"/>
              <a:gd name="connsiteX7" fmla="*/ 1073414 w 1090991"/>
              <a:gd name="connsiteY7" fmla="*/ 761038 h 878277"/>
              <a:gd name="connsiteX8" fmla="*/ 848380 w 1090991"/>
              <a:gd name="connsiteY8" fmla="*/ 857234 h 878277"/>
              <a:gd name="connsiteX9" fmla="*/ 556551 w 1090991"/>
              <a:gd name="connsiteY9" fmla="*/ 863719 h 878277"/>
              <a:gd name="connsiteX10" fmla="*/ 238781 w 1090991"/>
              <a:gd name="connsiteY10" fmla="*/ 870204 h 878277"/>
              <a:gd name="connsiteX11" fmla="*/ 63683 w 1090991"/>
              <a:gd name="connsiteY11" fmla="*/ 740502 h 878277"/>
              <a:gd name="connsiteX12" fmla="*/ 18287 w 1090991"/>
              <a:gd name="connsiteY12" fmla="*/ 552434 h 878277"/>
              <a:gd name="connsiteX13" fmla="*/ 5316 w 1090991"/>
              <a:gd name="connsiteY13" fmla="*/ 435702 h 878277"/>
              <a:gd name="connsiteX14" fmla="*/ 102917 w 1090991"/>
              <a:gd name="connsiteY14" fmla="*/ 220829 h 878277"/>
              <a:gd name="connsiteX15" fmla="*/ 193385 w 1090991"/>
              <a:gd name="connsiteY15" fmla="*/ 91991 h 878277"/>
              <a:gd name="connsiteX16" fmla="*/ 472244 w 1090991"/>
              <a:gd name="connsiteY16" fmla="*/ 1200 h 878277"/>
              <a:gd name="connsiteX0" fmla="*/ 472244 w 1090991"/>
              <a:gd name="connsiteY0" fmla="*/ 1430 h 878507"/>
              <a:gd name="connsiteX1" fmla="*/ 576006 w 1090991"/>
              <a:gd name="connsiteY1" fmla="*/ 48771 h 878507"/>
              <a:gd name="connsiteX2" fmla="*/ 723218 w 1090991"/>
              <a:gd name="connsiteY2" fmla="*/ 168313 h 878507"/>
              <a:gd name="connsiteX3" fmla="*/ 793797 w 1090991"/>
              <a:gd name="connsiteY3" fmla="*/ 256942 h 878507"/>
              <a:gd name="connsiteX4" fmla="*/ 713274 w 1090991"/>
              <a:gd name="connsiteY4" fmla="*/ 284505 h 878507"/>
              <a:gd name="connsiteX5" fmla="*/ 929341 w 1090991"/>
              <a:gd name="connsiteY5" fmla="*/ 392171 h 878507"/>
              <a:gd name="connsiteX6" fmla="*/ 1059903 w 1090991"/>
              <a:gd name="connsiteY6" fmla="*/ 575793 h 878507"/>
              <a:gd name="connsiteX7" fmla="*/ 1073414 w 1090991"/>
              <a:gd name="connsiteY7" fmla="*/ 761268 h 878507"/>
              <a:gd name="connsiteX8" fmla="*/ 848380 w 1090991"/>
              <a:gd name="connsiteY8" fmla="*/ 857464 h 878507"/>
              <a:gd name="connsiteX9" fmla="*/ 556551 w 1090991"/>
              <a:gd name="connsiteY9" fmla="*/ 863949 h 878507"/>
              <a:gd name="connsiteX10" fmla="*/ 238781 w 1090991"/>
              <a:gd name="connsiteY10" fmla="*/ 870434 h 878507"/>
              <a:gd name="connsiteX11" fmla="*/ 63683 w 1090991"/>
              <a:gd name="connsiteY11" fmla="*/ 740732 h 878507"/>
              <a:gd name="connsiteX12" fmla="*/ 18287 w 1090991"/>
              <a:gd name="connsiteY12" fmla="*/ 552664 h 878507"/>
              <a:gd name="connsiteX13" fmla="*/ 5316 w 1090991"/>
              <a:gd name="connsiteY13" fmla="*/ 435932 h 878507"/>
              <a:gd name="connsiteX14" fmla="*/ 102917 w 1090991"/>
              <a:gd name="connsiteY14" fmla="*/ 221059 h 878507"/>
              <a:gd name="connsiteX15" fmla="*/ 208625 w 1090991"/>
              <a:gd name="connsiteY15" fmla="*/ 97301 h 878507"/>
              <a:gd name="connsiteX16" fmla="*/ 472244 w 1090991"/>
              <a:gd name="connsiteY16" fmla="*/ 1430 h 878507"/>
              <a:gd name="connsiteX0" fmla="*/ 472244 w 1090991"/>
              <a:gd name="connsiteY0" fmla="*/ 2451 h 879528"/>
              <a:gd name="connsiteX1" fmla="*/ 576006 w 1090991"/>
              <a:gd name="connsiteY1" fmla="*/ 49792 h 879528"/>
              <a:gd name="connsiteX2" fmla="*/ 723218 w 1090991"/>
              <a:gd name="connsiteY2" fmla="*/ 169334 h 879528"/>
              <a:gd name="connsiteX3" fmla="*/ 793797 w 1090991"/>
              <a:gd name="connsiteY3" fmla="*/ 257963 h 879528"/>
              <a:gd name="connsiteX4" fmla="*/ 713274 w 1090991"/>
              <a:gd name="connsiteY4" fmla="*/ 285526 h 879528"/>
              <a:gd name="connsiteX5" fmla="*/ 929341 w 1090991"/>
              <a:gd name="connsiteY5" fmla="*/ 393192 h 879528"/>
              <a:gd name="connsiteX6" fmla="*/ 1059903 w 1090991"/>
              <a:gd name="connsiteY6" fmla="*/ 576814 h 879528"/>
              <a:gd name="connsiteX7" fmla="*/ 1073414 w 1090991"/>
              <a:gd name="connsiteY7" fmla="*/ 762289 h 879528"/>
              <a:gd name="connsiteX8" fmla="*/ 848380 w 1090991"/>
              <a:gd name="connsiteY8" fmla="*/ 858485 h 879528"/>
              <a:gd name="connsiteX9" fmla="*/ 556551 w 1090991"/>
              <a:gd name="connsiteY9" fmla="*/ 864970 h 879528"/>
              <a:gd name="connsiteX10" fmla="*/ 238781 w 1090991"/>
              <a:gd name="connsiteY10" fmla="*/ 871455 h 879528"/>
              <a:gd name="connsiteX11" fmla="*/ 63683 w 1090991"/>
              <a:gd name="connsiteY11" fmla="*/ 741753 h 879528"/>
              <a:gd name="connsiteX12" fmla="*/ 18287 w 1090991"/>
              <a:gd name="connsiteY12" fmla="*/ 553685 h 879528"/>
              <a:gd name="connsiteX13" fmla="*/ 5316 w 1090991"/>
              <a:gd name="connsiteY13" fmla="*/ 436953 h 879528"/>
              <a:gd name="connsiteX14" fmla="*/ 102917 w 1090991"/>
              <a:gd name="connsiteY14" fmla="*/ 222080 h 879528"/>
              <a:gd name="connsiteX15" fmla="*/ 234025 w 1090991"/>
              <a:gd name="connsiteY15" fmla="*/ 118642 h 879528"/>
              <a:gd name="connsiteX16" fmla="*/ 472244 w 1090991"/>
              <a:gd name="connsiteY16" fmla="*/ 2451 h 879528"/>
              <a:gd name="connsiteX0" fmla="*/ 446844 w 1090991"/>
              <a:gd name="connsiteY0" fmla="*/ 24484 h 835521"/>
              <a:gd name="connsiteX1" fmla="*/ 576006 w 1090991"/>
              <a:gd name="connsiteY1" fmla="*/ 5785 h 835521"/>
              <a:gd name="connsiteX2" fmla="*/ 723218 w 1090991"/>
              <a:gd name="connsiteY2" fmla="*/ 125327 h 835521"/>
              <a:gd name="connsiteX3" fmla="*/ 793797 w 1090991"/>
              <a:gd name="connsiteY3" fmla="*/ 213956 h 835521"/>
              <a:gd name="connsiteX4" fmla="*/ 713274 w 1090991"/>
              <a:gd name="connsiteY4" fmla="*/ 241519 h 835521"/>
              <a:gd name="connsiteX5" fmla="*/ 929341 w 1090991"/>
              <a:gd name="connsiteY5" fmla="*/ 349185 h 835521"/>
              <a:gd name="connsiteX6" fmla="*/ 1059903 w 1090991"/>
              <a:gd name="connsiteY6" fmla="*/ 532807 h 835521"/>
              <a:gd name="connsiteX7" fmla="*/ 1073414 w 1090991"/>
              <a:gd name="connsiteY7" fmla="*/ 718282 h 835521"/>
              <a:gd name="connsiteX8" fmla="*/ 848380 w 1090991"/>
              <a:gd name="connsiteY8" fmla="*/ 814478 h 835521"/>
              <a:gd name="connsiteX9" fmla="*/ 556551 w 1090991"/>
              <a:gd name="connsiteY9" fmla="*/ 820963 h 835521"/>
              <a:gd name="connsiteX10" fmla="*/ 238781 w 1090991"/>
              <a:gd name="connsiteY10" fmla="*/ 827448 h 835521"/>
              <a:gd name="connsiteX11" fmla="*/ 63683 w 1090991"/>
              <a:gd name="connsiteY11" fmla="*/ 697746 h 835521"/>
              <a:gd name="connsiteX12" fmla="*/ 18287 w 1090991"/>
              <a:gd name="connsiteY12" fmla="*/ 509678 h 835521"/>
              <a:gd name="connsiteX13" fmla="*/ 5316 w 1090991"/>
              <a:gd name="connsiteY13" fmla="*/ 392946 h 835521"/>
              <a:gd name="connsiteX14" fmla="*/ 102917 w 1090991"/>
              <a:gd name="connsiteY14" fmla="*/ 178073 h 835521"/>
              <a:gd name="connsiteX15" fmla="*/ 234025 w 1090991"/>
              <a:gd name="connsiteY15" fmla="*/ 74635 h 835521"/>
              <a:gd name="connsiteX16" fmla="*/ 446844 w 1090991"/>
              <a:gd name="connsiteY16" fmla="*/ 24484 h 835521"/>
              <a:gd name="connsiteX0" fmla="*/ 447425 w 1091572"/>
              <a:gd name="connsiteY0" fmla="*/ 24484 h 839993"/>
              <a:gd name="connsiteX1" fmla="*/ 576587 w 1091572"/>
              <a:gd name="connsiteY1" fmla="*/ 5785 h 839993"/>
              <a:gd name="connsiteX2" fmla="*/ 723799 w 1091572"/>
              <a:gd name="connsiteY2" fmla="*/ 125327 h 839993"/>
              <a:gd name="connsiteX3" fmla="*/ 794378 w 1091572"/>
              <a:gd name="connsiteY3" fmla="*/ 213956 h 839993"/>
              <a:gd name="connsiteX4" fmla="*/ 713855 w 1091572"/>
              <a:gd name="connsiteY4" fmla="*/ 241519 h 839993"/>
              <a:gd name="connsiteX5" fmla="*/ 929922 w 1091572"/>
              <a:gd name="connsiteY5" fmla="*/ 349185 h 839993"/>
              <a:gd name="connsiteX6" fmla="*/ 1060484 w 1091572"/>
              <a:gd name="connsiteY6" fmla="*/ 532807 h 839993"/>
              <a:gd name="connsiteX7" fmla="*/ 1073995 w 1091572"/>
              <a:gd name="connsiteY7" fmla="*/ 718282 h 839993"/>
              <a:gd name="connsiteX8" fmla="*/ 848961 w 1091572"/>
              <a:gd name="connsiteY8" fmla="*/ 814478 h 839993"/>
              <a:gd name="connsiteX9" fmla="*/ 557132 w 1091572"/>
              <a:gd name="connsiteY9" fmla="*/ 820963 h 839993"/>
              <a:gd name="connsiteX10" fmla="*/ 239362 w 1091572"/>
              <a:gd name="connsiteY10" fmla="*/ 827448 h 839993"/>
              <a:gd name="connsiteX11" fmla="*/ 84584 w 1091572"/>
              <a:gd name="connsiteY11" fmla="*/ 636786 h 839993"/>
              <a:gd name="connsiteX12" fmla="*/ 18868 w 1091572"/>
              <a:gd name="connsiteY12" fmla="*/ 509678 h 839993"/>
              <a:gd name="connsiteX13" fmla="*/ 5897 w 1091572"/>
              <a:gd name="connsiteY13" fmla="*/ 392946 h 839993"/>
              <a:gd name="connsiteX14" fmla="*/ 103498 w 1091572"/>
              <a:gd name="connsiteY14" fmla="*/ 178073 h 839993"/>
              <a:gd name="connsiteX15" fmla="*/ 234606 w 1091572"/>
              <a:gd name="connsiteY15" fmla="*/ 74635 h 839993"/>
              <a:gd name="connsiteX16" fmla="*/ 447425 w 1091572"/>
              <a:gd name="connsiteY16" fmla="*/ 24484 h 839993"/>
              <a:gd name="connsiteX0" fmla="*/ 447425 w 1091572"/>
              <a:gd name="connsiteY0" fmla="*/ 24484 h 827193"/>
              <a:gd name="connsiteX1" fmla="*/ 576587 w 1091572"/>
              <a:gd name="connsiteY1" fmla="*/ 5785 h 827193"/>
              <a:gd name="connsiteX2" fmla="*/ 723799 w 1091572"/>
              <a:gd name="connsiteY2" fmla="*/ 125327 h 827193"/>
              <a:gd name="connsiteX3" fmla="*/ 794378 w 1091572"/>
              <a:gd name="connsiteY3" fmla="*/ 213956 h 827193"/>
              <a:gd name="connsiteX4" fmla="*/ 713855 w 1091572"/>
              <a:gd name="connsiteY4" fmla="*/ 241519 h 827193"/>
              <a:gd name="connsiteX5" fmla="*/ 929922 w 1091572"/>
              <a:gd name="connsiteY5" fmla="*/ 349185 h 827193"/>
              <a:gd name="connsiteX6" fmla="*/ 1060484 w 1091572"/>
              <a:gd name="connsiteY6" fmla="*/ 532807 h 827193"/>
              <a:gd name="connsiteX7" fmla="*/ 1073995 w 1091572"/>
              <a:gd name="connsiteY7" fmla="*/ 718282 h 827193"/>
              <a:gd name="connsiteX8" fmla="*/ 848961 w 1091572"/>
              <a:gd name="connsiteY8" fmla="*/ 814478 h 827193"/>
              <a:gd name="connsiteX9" fmla="*/ 557132 w 1091572"/>
              <a:gd name="connsiteY9" fmla="*/ 820963 h 827193"/>
              <a:gd name="connsiteX10" fmla="*/ 264762 w 1091572"/>
              <a:gd name="connsiteY10" fmla="*/ 766488 h 827193"/>
              <a:gd name="connsiteX11" fmla="*/ 84584 w 1091572"/>
              <a:gd name="connsiteY11" fmla="*/ 636786 h 827193"/>
              <a:gd name="connsiteX12" fmla="*/ 18868 w 1091572"/>
              <a:gd name="connsiteY12" fmla="*/ 509678 h 827193"/>
              <a:gd name="connsiteX13" fmla="*/ 5897 w 1091572"/>
              <a:gd name="connsiteY13" fmla="*/ 392946 h 827193"/>
              <a:gd name="connsiteX14" fmla="*/ 103498 w 1091572"/>
              <a:gd name="connsiteY14" fmla="*/ 178073 h 827193"/>
              <a:gd name="connsiteX15" fmla="*/ 234606 w 1091572"/>
              <a:gd name="connsiteY15" fmla="*/ 74635 h 827193"/>
              <a:gd name="connsiteX16" fmla="*/ 447425 w 1091572"/>
              <a:gd name="connsiteY16" fmla="*/ 24484 h 827193"/>
              <a:gd name="connsiteX0" fmla="*/ 447425 w 1091572"/>
              <a:gd name="connsiteY0" fmla="*/ 24484 h 817437"/>
              <a:gd name="connsiteX1" fmla="*/ 576587 w 1091572"/>
              <a:gd name="connsiteY1" fmla="*/ 5785 h 817437"/>
              <a:gd name="connsiteX2" fmla="*/ 723799 w 1091572"/>
              <a:gd name="connsiteY2" fmla="*/ 125327 h 817437"/>
              <a:gd name="connsiteX3" fmla="*/ 794378 w 1091572"/>
              <a:gd name="connsiteY3" fmla="*/ 213956 h 817437"/>
              <a:gd name="connsiteX4" fmla="*/ 713855 w 1091572"/>
              <a:gd name="connsiteY4" fmla="*/ 241519 h 817437"/>
              <a:gd name="connsiteX5" fmla="*/ 929922 w 1091572"/>
              <a:gd name="connsiteY5" fmla="*/ 349185 h 817437"/>
              <a:gd name="connsiteX6" fmla="*/ 1060484 w 1091572"/>
              <a:gd name="connsiteY6" fmla="*/ 532807 h 817437"/>
              <a:gd name="connsiteX7" fmla="*/ 1073995 w 1091572"/>
              <a:gd name="connsiteY7" fmla="*/ 718282 h 817437"/>
              <a:gd name="connsiteX8" fmla="*/ 848961 w 1091572"/>
              <a:gd name="connsiteY8" fmla="*/ 814478 h 817437"/>
              <a:gd name="connsiteX9" fmla="*/ 546972 w 1091572"/>
              <a:gd name="connsiteY9" fmla="*/ 790483 h 817437"/>
              <a:gd name="connsiteX10" fmla="*/ 264762 w 1091572"/>
              <a:gd name="connsiteY10" fmla="*/ 766488 h 817437"/>
              <a:gd name="connsiteX11" fmla="*/ 84584 w 1091572"/>
              <a:gd name="connsiteY11" fmla="*/ 636786 h 817437"/>
              <a:gd name="connsiteX12" fmla="*/ 18868 w 1091572"/>
              <a:gd name="connsiteY12" fmla="*/ 509678 h 817437"/>
              <a:gd name="connsiteX13" fmla="*/ 5897 w 1091572"/>
              <a:gd name="connsiteY13" fmla="*/ 392946 h 817437"/>
              <a:gd name="connsiteX14" fmla="*/ 103498 w 1091572"/>
              <a:gd name="connsiteY14" fmla="*/ 178073 h 817437"/>
              <a:gd name="connsiteX15" fmla="*/ 234606 w 1091572"/>
              <a:gd name="connsiteY15" fmla="*/ 74635 h 817437"/>
              <a:gd name="connsiteX16" fmla="*/ 447425 w 1091572"/>
              <a:gd name="connsiteY16" fmla="*/ 24484 h 817437"/>
              <a:gd name="connsiteX0" fmla="*/ 430362 w 1074509"/>
              <a:gd name="connsiteY0" fmla="*/ 24484 h 817437"/>
              <a:gd name="connsiteX1" fmla="*/ 559524 w 1074509"/>
              <a:gd name="connsiteY1" fmla="*/ 5785 h 817437"/>
              <a:gd name="connsiteX2" fmla="*/ 706736 w 1074509"/>
              <a:gd name="connsiteY2" fmla="*/ 125327 h 817437"/>
              <a:gd name="connsiteX3" fmla="*/ 777315 w 1074509"/>
              <a:gd name="connsiteY3" fmla="*/ 213956 h 817437"/>
              <a:gd name="connsiteX4" fmla="*/ 696792 w 1074509"/>
              <a:gd name="connsiteY4" fmla="*/ 241519 h 817437"/>
              <a:gd name="connsiteX5" fmla="*/ 912859 w 1074509"/>
              <a:gd name="connsiteY5" fmla="*/ 349185 h 817437"/>
              <a:gd name="connsiteX6" fmla="*/ 1043421 w 1074509"/>
              <a:gd name="connsiteY6" fmla="*/ 532807 h 817437"/>
              <a:gd name="connsiteX7" fmla="*/ 1056932 w 1074509"/>
              <a:gd name="connsiteY7" fmla="*/ 718282 h 817437"/>
              <a:gd name="connsiteX8" fmla="*/ 831898 w 1074509"/>
              <a:gd name="connsiteY8" fmla="*/ 814478 h 817437"/>
              <a:gd name="connsiteX9" fmla="*/ 529909 w 1074509"/>
              <a:gd name="connsiteY9" fmla="*/ 790483 h 817437"/>
              <a:gd name="connsiteX10" fmla="*/ 247699 w 1074509"/>
              <a:gd name="connsiteY10" fmla="*/ 766488 h 817437"/>
              <a:gd name="connsiteX11" fmla="*/ 67521 w 1074509"/>
              <a:gd name="connsiteY11" fmla="*/ 636786 h 817437"/>
              <a:gd name="connsiteX12" fmla="*/ 1805 w 1074509"/>
              <a:gd name="connsiteY12" fmla="*/ 509678 h 817437"/>
              <a:gd name="connsiteX13" fmla="*/ 24394 w 1074509"/>
              <a:gd name="connsiteY13" fmla="*/ 352306 h 817437"/>
              <a:gd name="connsiteX14" fmla="*/ 86435 w 1074509"/>
              <a:gd name="connsiteY14" fmla="*/ 178073 h 817437"/>
              <a:gd name="connsiteX15" fmla="*/ 217543 w 1074509"/>
              <a:gd name="connsiteY15" fmla="*/ 74635 h 817437"/>
              <a:gd name="connsiteX16" fmla="*/ 430362 w 1074509"/>
              <a:gd name="connsiteY16" fmla="*/ 24484 h 817437"/>
              <a:gd name="connsiteX0" fmla="*/ 409608 w 1053755"/>
              <a:gd name="connsiteY0" fmla="*/ 24484 h 817437"/>
              <a:gd name="connsiteX1" fmla="*/ 538770 w 1053755"/>
              <a:gd name="connsiteY1" fmla="*/ 5785 h 817437"/>
              <a:gd name="connsiteX2" fmla="*/ 685982 w 1053755"/>
              <a:gd name="connsiteY2" fmla="*/ 125327 h 817437"/>
              <a:gd name="connsiteX3" fmla="*/ 756561 w 1053755"/>
              <a:gd name="connsiteY3" fmla="*/ 213956 h 817437"/>
              <a:gd name="connsiteX4" fmla="*/ 676038 w 1053755"/>
              <a:gd name="connsiteY4" fmla="*/ 241519 h 817437"/>
              <a:gd name="connsiteX5" fmla="*/ 892105 w 1053755"/>
              <a:gd name="connsiteY5" fmla="*/ 349185 h 817437"/>
              <a:gd name="connsiteX6" fmla="*/ 1022667 w 1053755"/>
              <a:gd name="connsiteY6" fmla="*/ 532807 h 817437"/>
              <a:gd name="connsiteX7" fmla="*/ 1036178 w 1053755"/>
              <a:gd name="connsiteY7" fmla="*/ 718282 h 817437"/>
              <a:gd name="connsiteX8" fmla="*/ 811144 w 1053755"/>
              <a:gd name="connsiteY8" fmla="*/ 814478 h 817437"/>
              <a:gd name="connsiteX9" fmla="*/ 509155 w 1053755"/>
              <a:gd name="connsiteY9" fmla="*/ 790483 h 817437"/>
              <a:gd name="connsiteX10" fmla="*/ 226945 w 1053755"/>
              <a:gd name="connsiteY10" fmla="*/ 766488 h 817437"/>
              <a:gd name="connsiteX11" fmla="*/ 46767 w 1053755"/>
              <a:gd name="connsiteY11" fmla="*/ 636786 h 817437"/>
              <a:gd name="connsiteX12" fmla="*/ 11531 w 1053755"/>
              <a:gd name="connsiteY12" fmla="*/ 509678 h 817437"/>
              <a:gd name="connsiteX13" fmla="*/ 3640 w 1053755"/>
              <a:gd name="connsiteY13" fmla="*/ 352306 h 817437"/>
              <a:gd name="connsiteX14" fmla="*/ 65681 w 1053755"/>
              <a:gd name="connsiteY14" fmla="*/ 178073 h 817437"/>
              <a:gd name="connsiteX15" fmla="*/ 196789 w 1053755"/>
              <a:gd name="connsiteY15" fmla="*/ 74635 h 817437"/>
              <a:gd name="connsiteX16" fmla="*/ 409608 w 1053755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13956 h 817437"/>
              <a:gd name="connsiteX4" fmla="*/ 676355 w 1054072"/>
              <a:gd name="connsiteY4" fmla="*/ 24151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39356 h 817437"/>
              <a:gd name="connsiteX4" fmla="*/ 676355 w 1054072"/>
              <a:gd name="connsiteY4" fmla="*/ 24151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39356 h 817437"/>
              <a:gd name="connsiteX4" fmla="*/ 681435 w 1054072"/>
              <a:gd name="connsiteY4" fmla="*/ 20595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88068"/>
              <a:gd name="connsiteY0" fmla="*/ 24484 h 820311"/>
              <a:gd name="connsiteX1" fmla="*/ 539087 w 1088068"/>
              <a:gd name="connsiteY1" fmla="*/ 5785 h 820311"/>
              <a:gd name="connsiteX2" fmla="*/ 686299 w 1088068"/>
              <a:gd name="connsiteY2" fmla="*/ 125327 h 820311"/>
              <a:gd name="connsiteX3" fmla="*/ 756878 w 1088068"/>
              <a:gd name="connsiteY3" fmla="*/ 239356 h 820311"/>
              <a:gd name="connsiteX4" fmla="*/ 681435 w 1088068"/>
              <a:gd name="connsiteY4" fmla="*/ 205959 h 820311"/>
              <a:gd name="connsiteX5" fmla="*/ 892422 w 1088068"/>
              <a:gd name="connsiteY5" fmla="*/ 349185 h 820311"/>
              <a:gd name="connsiteX6" fmla="*/ 1022984 w 1088068"/>
              <a:gd name="connsiteY6" fmla="*/ 532807 h 820311"/>
              <a:gd name="connsiteX7" fmla="*/ 1077135 w 1088068"/>
              <a:gd name="connsiteY7" fmla="*/ 672562 h 820311"/>
              <a:gd name="connsiteX8" fmla="*/ 811461 w 1088068"/>
              <a:gd name="connsiteY8" fmla="*/ 814478 h 820311"/>
              <a:gd name="connsiteX9" fmla="*/ 509472 w 1088068"/>
              <a:gd name="connsiteY9" fmla="*/ 790483 h 820311"/>
              <a:gd name="connsiteX10" fmla="*/ 227262 w 1088068"/>
              <a:gd name="connsiteY10" fmla="*/ 766488 h 820311"/>
              <a:gd name="connsiteX11" fmla="*/ 57244 w 1088068"/>
              <a:gd name="connsiteY11" fmla="*/ 667266 h 820311"/>
              <a:gd name="connsiteX12" fmla="*/ 11848 w 1088068"/>
              <a:gd name="connsiteY12" fmla="*/ 509678 h 820311"/>
              <a:gd name="connsiteX13" fmla="*/ 3957 w 1088068"/>
              <a:gd name="connsiteY13" fmla="*/ 352306 h 820311"/>
              <a:gd name="connsiteX14" fmla="*/ 65998 w 1088068"/>
              <a:gd name="connsiteY14" fmla="*/ 178073 h 820311"/>
              <a:gd name="connsiteX15" fmla="*/ 197106 w 1088068"/>
              <a:gd name="connsiteY15" fmla="*/ 74635 h 820311"/>
              <a:gd name="connsiteX16" fmla="*/ 409925 w 1088068"/>
              <a:gd name="connsiteY16" fmla="*/ 24484 h 820311"/>
              <a:gd name="connsiteX0" fmla="*/ 333725 w 1088068"/>
              <a:gd name="connsiteY0" fmla="*/ 41689 h 817196"/>
              <a:gd name="connsiteX1" fmla="*/ 539087 w 1088068"/>
              <a:gd name="connsiteY1" fmla="*/ 2670 h 817196"/>
              <a:gd name="connsiteX2" fmla="*/ 686299 w 1088068"/>
              <a:gd name="connsiteY2" fmla="*/ 122212 h 817196"/>
              <a:gd name="connsiteX3" fmla="*/ 756878 w 1088068"/>
              <a:gd name="connsiteY3" fmla="*/ 236241 h 817196"/>
              <a:gd name="connsiteX4" fmla="*/ 681435 w 1088068"/>
              <a:gd name="connsiteY4" fmla="*/ 202844 h 817196"/>
              <a:gd name="connsiteX5" fmla="*/ 892422 w 1088068"/>
              <a:gd name="connsiteY5" fmla="*/ 346070 h 817196"/>
              <a:gd name="connsiteX6" fmla="*/ 1022984 w 1088068"/>
              <a:gd name="connsiteY6" fmla="*/ 529692 h 817196"/>
              <a:gd name="connsiteX7" fmla="*/ 1077135 w 1088068"/>
              <a:gd name="connsiteY7" fmla="*/ 669447 h 817196"/>
              <a:gd name="connsiteX8" fmla="*/ 811461 w 1088068"/>
              <a:gd name="connsiteY8" fmla="*/ 811363 h 817196"/>
              <a:gd name="connsiteX9" fmla="*/ 509472 w 1088068"/>
              <a:gd name="connsiteY9" fmla="*/ 787368 h 817196"/>
              <a:gd name="connsiteX10" fmla="*/ 227262 w 1088068"/>
              <a:gd name="connsiteY10" fmla="*/ 763373 h 817196"/>
              <a:gd name="connsiteX11" fmla="*/ 57244 w 1088068"/>
              <a:gd name="connsiteY11" fmla="*/ 664151 h 817196"/>
              <a:gd name="connsiteX12" fmla="*/ 11848 w 1088068"/>
              <a:gd name="connsiteY12" fmla="*/ 506563 h 817196"/>
              <a:gd name="connsiteX13" fmla="*/ 3957 w 1088068"/>
              <a:gd name="connsiteY13" fmla="*/ 349191 h 817196"/>
              <a:gd name="connsiteX14" fmla="*/ 65998 w 1088068"/>
              <a:gd name="connsiteY14" fmla="*/ 174958 h 817196"/>
              <a:gd name="connsiteX15" fmla="*/ 197106 w 1088068"/>
              <a:gd name="connsiteY15" fmla="*/ 71520 h 817196"/>
              <a:gd name="connsiteX16" fmla="*/ 333725 w 1088068"/>
              <a:gd name="connsiteY16" fmla="*/ 41689 h 817196"/>
              <a:gd name="connsiteX0" fmla="*/ 333725 w 1088068"/>
              <a:gd name="connsiteY0" fmla="*/ 452 h 775959"/>
              <a:gd name="connsiteX1" fmla="*/ 513687 w 1088068"/>
              <a:gd name="connsiteY1" fmla="*/ 17313 h 775959"/>
              <a:gd name="connsiteX2" fmla="*/ 686299 w 1088068"/>
              <a:gd name="connsiteY2" fmla="*/ 80975 h 775959"/>
              <a:gd name="connsiteX3" fmla="*/ 756878 w 1088068"/>
              <a:gd name="connsiteY3" fmla="*/ 195004 h 775959"/>
              <a:gd name="connsiteX4" fmla="*/ 681435 w 1088068"/>
              <a:gd name="connsiteY4" fmla="*/ 161607 h 775959"/>
              <a:gd name="connsiteX5" fmla="*/ 892422 w 1088068"/>
              <a:gd name="connsiteY5" fmla="*/ 304833 h 775959"/>
              <a:gd name="connsiteX6" fmla="*/ 1022984 w 1088068"/>
              <a:gd name="connsiteY6" fmla="*/ 488455 h 775959"/>
              <a:gd name="connsiteX7" fmla="*/ 1077135 w 1088068"/>
              <a:gd name="connsiteY7" fmla="*/ 628210 h 775959"/>
              <a:gd name="connsiteX8" fmla="*/ 811461 w 1088068"/>
              <a:gd name="connsiteY8" fmla="*/ 770126 h 775959"/>
              <a:gd name="connsiteX9" fmla="*/ 509472 w 1088068"/>
              <a:gd name="connsiteY9" fmla="*/ 746131 h 775959"/>
              <a:gd name="connsiteX10" fmla="*/ 227262 w 1088068"/>
              <a:gd name="connsiteY10" fmla="*/ 722136 h 775959"/>
              <a:gd name="connsiteX11" fmla="*/ 57244 w 1088068"/>
              <a:gd name="connsiteY11" fmla="*/ 622914 h 775959"/>
              <a:gd name="connsiteX12" fmla="*/ 11848 w 1088068"/>
              <a:gd name="connsiteY12" fmla="*/ 465326 h 775959"/>
              <a:gd name="connsiteX13" fmla="*/ 3957 w 1088068"/>
              <a:gd name="connsiteY13" fmla="*/ 307954 h 775959"/>
              <a:gd name="connsiteX14" fmla="*/ 65998 w 1088068"/>
              <a:gd name="connsiteY14" fmla="*/ 133721 h 775959"/>
              <a:gd name="connsiteX15" fmla="*/ 197106 w 1088068"/>
              <a:gd name="connsiteY15" fmla="*/ 30283 h 775959"/>
              <a:gd name="connsiteX16" fmla="*/ 333725 w 1088068"/>
              <a:gd name="connsiteY16" fmla="*/ 452 h 775959"/>
              <a:gd name="connsiteX0" fmla="*/ 334277 w 1088620"/>
              <a:gd name="connsiteY0" fmla="*/ 452 h 775959"/>
              <a:gd name="connsiteX1" fmla="*/ 514239 w 1088620"/>
              <a:gd name="connsiteY1" fmla="*/ 17313 h 775959"/>
              <a:gd name="connsiteX2" fmla="*/ 686851 w 1088620"/>
              <a:gd name="connsiteY2" fmla="*/ 80975 h 775959"/>
              <a:gd name="connsiteX3" fmla="*/ 757430 w 1088620"/>
              <a:gd name="connsiteY3" fmla="*/ 195004 h 775959"/>
              <a:gd name="connsiteX4" fmla="*/ 681987 w 1088620"/>
              <a:gd name="connsiteY4" fmla="*/ 161607 h 775959"/>
              <a:gd name="connsiteX5" fmla="*/ 892974 w 1088620"/>
              <a:gd name="connsiteY5" fmla="*/ 304833 h 775959"/>
              <a:gd name="connsiteX6" fmla="*/ 1023536 w 1088620"/>
              <a:gd name="connsiteY6" fmla="*/ 488455 h 775959"/>
              <a:gd name="connsiteX7" fmla="*/ 1077687 w 1088620"/>
              <a:gd name="connsiteY7" fmla="*/ 628210 h 775959"/>
              <a:gd name="connsiteX8" fmla="*/ 812013 w 1088620"/>
              <a:gd name="connsiteY8" fmla="*/ 770126 h 775959"/>
              <a:gd name="connsiteX9" fmla="*/ 510024 w 1088620"/>
              <a:gd name="connsiteY9" fmla="*/ 746131 h 775959"/>
              <a:gd name="connsiteX10" fmla="*/ 227814 w 1088620"/>
              <a:gd name="connsiteY10" fmla="*/ 722136 h 775959"/>
              <a:gd name="connsiteX11" fmla="*/ 73036 w 1088620"/>
              <a:gd name="connsiteY11" fmla="*/ 597514 h 775959"/>
              <a:gd name="connsiteX12" fmla="*/ 12400 w 1088620"/>
              <a:gd name="connsiteY12" fmla="*/ 465326 h 775959"/>
              <a:gd name="connsiteX13" fmla="*/ 4509 w 1088620"/>
              <a:gd name="connsiteY13" fmla="*/ 307954 h 775959"/>
              <a:gd name="connsiteX14" fmla="*/ 66550 w 1088620"/>
              <a:gd name="connsiteY14" fmla="*/ 133721 h 775959"/>
              <a:gd name="connsiteX15" fmla="*/ 197658 w 1088620"/>
              <a:gd name="connsiteY15" fmla="*/ 30283 h 775959"/>
              <a:gd name="connsiteX16" fmla="*/ 334277 w 1088620"/>
              <a:gd name="connsiteY16" fmla="*/ 452 h 775959"/>
              <a:gd name="connsiteX0" fmla="*/ 336909 w 1091252"/>
              <a:gd name="connsiteY0" fmla="*/ 452 h 775959"/>
              <a:gd name="connsiteX1" fmla="*/ 516871 w 1091252"/>
              <a:gd name="connsiteY1" fmla="*/ 17313 h 775959"/>
              <a:gd name="connsiteX2" fmla="*/ 689483 w 1091252"/>
              <a:gd name="connsiteY2" fmla="*/ 80975 h 775959"/>
              <a:gd name="connsiteX3" fmla="*/ 760062 w 1091252"/>
              <a:gd name="connsiteY3" fmla="*/ 195004 h 775959"/>
              <a:gd name="connsiteX4" fmla="*/ 684619 w 1091252"/>
              <a:gd name="connsiteY4" fmla="*/ 161607 h 775959"/>
              <a:gd name="connsiteX5" fmla="*/ 895606 w 1091252"/>
              <a:gd name="connsiteY5" fmla="*/ 304833 h 775959"/>
              <a:gd name="connsiteX6" fmla="*/ 1026168 w 1091252"/>
              <a:gd name="connsiteY6" fmla="*/ 488455 h 775959"/>
              <a:gd name="connsiteX7" fmla="*/ 1080319 w 1091252"/>
              <a:gd name="connsiteY7" fmla="*/ 628210 h 775959"/>
              <a:gd name="connsiteX8" fmla="*/ 814645 w 1091252"/>
              <a:gd name="connsiteY8" fmla="*/ 770126 h 775959"/>
              <a:gd name="connsiteX9" fmla="*/ 512656 w 1091252"/>
              <a:gd name="connsiteY9" fmla="*/ 746131 h 775959"/>
              <a:gd name="connsiteX10" fmla="*/ 230446 w 1091252"/>
              <a:gd name="connsiteY10" fmla="*/ 722136 h 775959"/>
              <a:gd name="connsiteX11" fmla="*/ 75668 w 1091252"/>
              <a:gd name="connsiteY11" fmla="*/ 597514 h 775959"/>
              <a:gd name="connsiteX12" fmla="*/ 15032 w 1091252"/>
              <a:gd name="connsiteY12" fmla="*/ 465326 h 775959"/>
              <a:gd name="connsiteX13" fmla="*/ 7141 w 1091252"/>
              <a:gd name="connsiteY13" fmla="*/ 307954 h 775959"/>
              <a:gd name="connsiteX14" fmla="*/ 104742 w 1091252"/>
              <a:gd name="connsiteY14" fmla="*/ 154041 h 775959"/>
              <a:gd name="connsiteX15" fmla="*/ 200290 w 1091252"/>
              <a:gd name="connsiteY15" fmla="*/ 30283 h 775959"/>
              <a:gd name="connsiteX16" fmla="*/ 336909 w 1091252"/>
              <a:gd name="connsiteY16" fmla="*/ 452 h 775959"/>
              <a:gd name="connsiteX0" fmla="*/ 324293 w 1078636"/>
              <a:gd name="connsiteY0" fmla="*/ 452 h 775959"/>
              <a:gd name="connsiteX1" fmla="*/ 504255 w 1078636"/>
              <a:gd name="connsiteY1" fmla="*/ 17313 h 775959"/>
              <a:gd name="connsiteX2" fmla="*/ 676867 w 1078636"/>
              <a:gd name="connsiteY2" fmla="*/ 80975 h 775959"/>
              <a:gd name="connsiteX3" fmla="*/ 747446 w 1078636"/>
              <a:gd name="connsiteY3" fmla="*/ 195004 h 775959"/>
              <a:gd name="connsiteX4" fmla="*/ 672003 w 1078636"/>
              <a:gd name="connsiteY4" fmla="*/ 161607 h 775959"/>
              <a:gd name="connsiteX5" fmla="*/ 882990 w 1078636"/>
              <a:gd name="connsiteY5" fmla="*/ 304833 h 775959"/>
              <a:gd name="connsiteX6" fmla="*/ 1013552 w 1078636"/>
              <a:gd name="connsiteY6" fmla="*/ 488455 h 775959"/>
              <a:gd name="connsiteX7" fmla="*/ 1067703 w 1078636"/>
              <a:gd name="connsiteY7" fmla="*/ 628210 h 775959"/>
              <a:gd name="connsiteX8" fmla="*/ 802029 w 1078636"/>
              <a:gd name="connsiteY8" fmla="*/ 770126 h 775959"/>
              <a:gd name="connsiteX9" fmla="*/ 500040 w 1078636"/>
              <a:gd name="connsiteY9" fmla="*/ 746131 h 775959"/>
              <a:gd name="connsiteX10" fmla="*/ 217830 w 1078636"/>
              <a:gd name="connsiteY10" fmla="*/ 722136 h 775959"/>
              <a:gd name="connsiteX11" fmla="*/ 63052 w 1078636"/>
              <a:gd name="connsiteY11" fmla="*/ 597514 h 775959"/>
              <a:gd name="connsiteX12" fmla="*/ 2416 w 1078636"/>
              <a:gd name="connsiteY12" fmla="*/ 465326 h 775959"/>
              <a:gd name="connsiteX13" fmla="*/ 19925 w 1078636"/>
              <a:gd name="connsiteY13" fmla="*/ 287634 h 775959"/>
              <a:gd name="connsiteX14" fmla="*/ 92126 w 1078636"/>
              <a:gd name="connsiteY14" fmla="*/ 154041 h 775959"/>
              <a:gd name="connsiteX15" fmla="*/ 187674 w 1078636"/>
              <a:gd name="connsiteY15" fmla="*/ 30283 h 775959"/>
              <a:gd name="connsiteX16" fmla="*/ 324293 w 1078636"/>
              <a:gd name="connsiteY16" fmla="*/ 452 h 775959"/>
              <a:gd name="connsiteX0" fmla="*/ 324293 w 1078636"/>
              <a:gd name="connsiteY0" fmla="*/ 2683 h 778190"/>
              <a:gd name="connsiteX1" fmla="*/ 504255 w 1078636"/>
              <a:gd name="connsiteY1" fmla="*/ 19544 h 778190"/>
              <a:gd name="connsiteX2" fmla="*/ 676867 w 1078636"/>
              <a:gd name="connsiteY2" fmla="*/ 83206 h 778190"/>
              <a:gd name="connsiteX3" fmla="*/ 747446 w 1078636"/>
              <a:gd name="connsiteY3" fmla="*/ 197235 h 778190"/>
              <a:gd name="connsiteX4" fmla="*/ 672003 w 1078636"/>
              <a:gd name="connsiteY4" fmla="*/ 163838 h 778190"/>
              <a:gd name="connsiteX5" fmla="*/ 882990 w 1078636"/>
              <a:gd name="connsiteY5" fmla="*/ 307064 h 778190"/>
              <a:gd name="connsiteX6" fmla="*/ 1013552 w 1078636"/>
              <a:gd name="connsiteY6" fmla="*/ 490686 h 778190"/>
              <a:gd name="connsiteX7" fmla="*/ 1067703 w 1078636"/>
              <a:gd name="connsiteY7" fmla="*/ 630441 h 778190"/>
              <a:gd name="connsiteX8" fmla="*/ 802029 w 1078636"/>
              <a:gd name="connsiteY8" fmla="*/ 772357 h 778190"/>
              <a:gd name="connsiteX9" fmla="*/ 500040 w 1078636"/>
              <a:gd name="connsiteY9" fmla="*/ 748362 h 778190"/>
              <a:gd name="connsiteX10" fmla="*/ 217830 w 1078636"/>
              <a:gd name="connsiteY10" fmla="*/ 724367 h 778190"/>
              <a:gd name="connsiteX11" fmla="*/ 63052 w 1078636"/>
              <a:gd name="connsiteY11" fmla="*/ 599745 h 778190"/>
              <a:gd name="connsiteX12" fmla="*/ 2416 w 1078636"/>
              <a:gd name="connsiteY12" fmla="*/ 467557 h 778190"/>
              <a:gd name="connsiteX13" fmla="*/ 19925 w 1078636"/>
              <a:gd name="connsiteY13" fmla="*/ 289865 h 778190"/>
              <a:gd name="connsiteX14" fmla="*/ 92126 w 1078636"/>
              <a:gd name="connsiteY14" fmla="*/ 156272 h 778190"/>
              <a:gd name="connsiteX15" fmla="*/ 202914 w 1078636"/>
              <a:gd name="connsiteY15" fmla="*/ 68074 h 778190"/>
              <a:gd name="connsiteX16" fmla="*/ 324293 w 1078636"/>
              <a:gd name="connsiteY16" fmla="*/ 2683 h 778190"/>
              <a:gd name="connsiteX0" fmla="*/ 329373 w 1078636"/>
              <a:gd name="connsiteY0" fmla="*/ 16197 h 761224"/>
              <a:gd name="connsiteX1" fmla="*/ 504255 w 1078636"/>
              <a:gd name="connsiteY1" fmla="*/ 2578 h 761224"/>
              <a:gd name="connsiteX2" fmla="*/ 676867 w 1078636"/>
              <a:gd name="connsiteY2" fmla="*/ 66240 h 761224"/>
              <a:gd name="connsiteX3" fmla="*/ 747446 w 1078636"/>
              <a:gd name="connsiteY3" fmla="*/ 180269 h 761224"/>
              <a:gd name="connsiteX4" fmla="*/ 672003 w 1078636"/>
              <a:gd name="connsiteY4" fmla="*/ 146872 h 761224"/>
              <a:gd name="connsiteX5" fmla="*/ 882990 w 1078636"/>
              <a:gd name="connsiteY5" fmla="*/ 290098 h 761224"/>
              <a:gd name="connsiteX6" fmla="*/ 1013552 w 1078636"/>
              <a:gd name="connsiteY6" fmla="*/ 473720 h 761224"/>
              <a:gd name="connsiteX7" fmla="*/ 1067703 w 1078636"/>
              <a:gd name="connsiteY7" fmla="*/ 613475 h 761224"/>
              <a:gd name="connsiteX8" fmla="*/ 802029 w 1078636"/>
              <a:gd name="connsiteY8" fmla="*/ 755391 h 761224"/>
              <a:gd name="connsiteX9" fmla="*/ 500040 w 1078636"/>
              <a:gd name="connsiteY9" fmla="*/ 731396 h 761224"/>
              <a:gd name="connsiteX10" fmla="*/ 217830 w 1078636"/>
              <a:gd name="connsiteY10" fmla="*/ 707401 h 761224"/>
              <a:gd name="connsiteX11" fmla="*/ 63052 w 1078636"/>
              <a:gd name="connsiteY11" fmla="*/ 582779 h 761224"/>
              <a:gd name="connsiteX12" fmla="*/ 2416 w 1078636"/>
              <a:gd name="connsiteY12" fmla="*/ 450591 h 761224"/>
              <a:gd name="connsiteX13" fmla="*/ 19925 w 1078636"/>
              <a:gd name="connsiteY13" fmla="*/ 272899 h 761224"/>
              <a:gd name="connsiteX14" fmla="*/ 92126 w 1078636"/>
              <a:gd name="connsiteY14" fmla="*/ 139306 h 761224"/>
              <a:gd name="connsiteX15" fmla="*/ 202914 w 1078636"/>
              <a:gd name="connsiteY15" fmla="*/ 51108 h 761224"/>
              <a:gd name="connsiteX16" fmla="*/ 329373 w 1078636"/>
              <a:gd name="connsiteY16" fmla="*/ 16197 h 761224"/>
              <a:gd name="connsiteX0" fmla="*/ 329373 w 1078636"/>
              <a:gd name="connsiteY0" fmla="*/ 11765 h 756792"/>
              <a:gd name="connsiteX1" fmla="*/ 473775 w 1078636"/>
              <a:gd name="connsiteY1" fmla="*/ 3226 h 756792"/>
              <a:gd name="connsiteX2" fmla="*/ 676867 w 1078636"/>
              <a:gd name="connsiteY2" fmla="*/ 61808 h 756792"/>
              <a:gd name="connsiteX3" fmla="*/ 747446 w 1078636"/>
              <a:gd name="connsiteY3" fmla="*/ 175837 h 756792"/>
              <a:gd name="connsiteX4" fmla="*/ 672003 w 1078636"/>
              <a:gd name="connsiteY4" fmla="*/ 142440 h 756792"/>
              <a:gd name="connsiteX5" fmla="*/ 882990 w 1078636"/>
              <a:gd name="connsiteY5" fmla="*/ 285666 h 756792"/>
              <a:gd name="connsiteX6" fmla="*/ 1013552 w 1078636"/>
              <a:gd name="connsiteY6" fmla="*/ 469288 h 756792"/>
              <a:gd name="connsiteX7" fmla="*/ 1067703 w 1078636"/>
              <a:gd name="connsiteY7" fmla="*/ 609043 h 756792"/>
              <a:gd name="connsiteX8" fmla="*/ 802029 w 1078636"/>
              <a:gd name="connsiteY8" fmla="*/ 750959 h 756792"/>
              <a:gd name="connsiteX9" fmla="*/ 500040 w 1078636"/>
              <a:gd name="connsiteY9" fmla="*/ 726964 h 756792"/>
              <a:gd name="connsiteX10" fmla="*/ 217830 w 1078636"/>
              <a:gd name="connsiteY10" fmla="*/ 702969 h 756792"/>
              <a:gd name="connsiteX11" fmla="*/ 63052 w 1078636"/>
              <a:gd name="connsiteY11" fmla="*/ 578347 h 756792"/>
              <a:gd name="connsiteX12" fmla="*/ 2416 w 1078636"/>
              <a:gd name="connsiteY12" fmla="*/ 446159 h 756792"/>
              <a:gd name="connsiteX13" fmla="*/ 19925 w 1078636"/>
              <a:gd name="connsiteY13" fmla="*/ 268467 h 756792"/>
              <a:gd name="connsiteX14" fmla="*/ 92126 w 1078636"/>
              <a:gd name="connsiteY14" fmla="*/ 134874 h 756792"/>
              <a:gd name="connsiteX15" fmla="*/ 202914 w 1078636"/>
              <a:gd name="connsiteY15" fmla="*/ 46676 h 756792"/>
              <a:gd name="connsiteX16" fmla="*/ 329373 w 1078636"/>
              <a:gd name="connsiteY16" fmla="*/ 11765 h 756792"/>
              <a:gd name="connsiteX0" fmla="*/ 329373 w 1078636"/>
              <a:gd name="connsiteY0" fmla="*/ 11765 h 758969"/>
              <a:gd name="connsiteX1" fmla="*/ 473775 w 1078636"/>
              <a:gd name="connsiteY1" fmla="*/ 3226 h 758969"/>
              <a:gd name="connsiteX2" fmla="*/ 676867 w 1078636"/>
              <a:gd name="connsiteY2" fmla="*/ 61808 h 758969"/>
              <a:gd name="connsiteX3" fmla="*/ 747446 w 1078636"/>
              <a:gd name="connsiteY3" fmla="*/ 175837 h 758969"/>
              <a:gd name="connsiteX4" fmla="*/ 672003 w 1078636"/>
              <a:gd name="connsiteY4" fmla="*/ 142440 h 758969"/>
              <a:gd name="connsiteX5" fmla="*/ 882990 w 1078636"/>
              <a:gd name="connsiteY5" fmla="*/ 285666 h 758969"/>
              <a:gd name="connsiteX6" fmla="*/ 1013552 w 1078636"/>
              <a:gd name="connsiteY6" fmla="*/ 469288 h 758969"/>
              <a:gd name="connsiteX7" fmla="*/ 1067703 w 1078636"/>
              <a:gd name="connsiteY7" fmla="*/ 609043 h 758969"/>
              <a:gd name="connsiteX8" fmla="*/ 802029 w 1078636"/>
              <a:gd name="connsiteY8" fmla="*/ 750959 h 758969"/>
              <a:gd name="connsiteX9" fmla="*/ 469560 w 1078636"/>
              <a:gd name="connsiteY9" fmla="*/ 737124 h 758969"/>
              <a:gd name="connsiteX10" fmla="*/ 217830 w 1078636"/>
              <a:gd name="connsiteY10" fmla="*/ 702969 h 758969"/>
              <a:gd name="connsiteX11" fmla="*/ 63052 w 1078636"/>
              <a:gd name="connsiteY11" fmla="*/ 578347 h 758969"/>
              <a:gd name="connsiteX12" fmla="*/ 2416 w 1078636"/>
              <a:gd name="connsiteY12" fmla="*/ 446159 h 758969"/>
              <a:gd name="connsiteX13" fmla="*/ 19925 w 1078636"/>
              <a:gd name="connsiteY13" fmla="*/ 268467 h 758969"/>
              <a:gd name="connsiteX14" fmla="*/ 92126 w 1078636"/>
              <a:gd name="connsiteY14" fmla="*/ 134874 h 758969"/>
              <a:gd name="connsiteX15" fmla="*/ 202914 w 1078636"/>
              <a:gd name="connsiteY15" fmla="*/ 46676 h 758969"/>
              <a:gd name="connsiteX16" fmla="*/ 329373 w 1078636"/>
              <a:gd name="connsiteY16" fmla="*/ 11765 h 758969"/>
              <a:gd name="connsiteX0" fmla="*/ 329373 w 1080345"/>
              <a:gd name="connsiteY0" fmla="*/ 11765 h 747008"/>
              <a:gd name="connsiteX1" fmla="*/ 473775 w 1080345"/>
              <a:gd name="connsiteY1" fmla="*/ 3226 h 747008"/>
              <a:gd name="connsiteX2" fmla="*/ 676867 w 1080345"/>
              <a:gd name="connsiteY2" fmla="*/ 61808 h 747008"/>
              <a:gd name="connsiteX3" fmla="*/ 747446 w 1080345"/>
              <a:gd name="connsiteY3" fmla="*/ 175837 h 747008"/>
              <a:gd name="connsiteX4" fmla="*/ 672003 w 1080345"/>
              <a:gd name="connsiteY4" fmla="*/ 142440 h 747008"/>
              <a:gd name="connsiteX5" fmla="*/ 882990 w 1080345"/>
              <a:gd name="connsiteY5" fmla="*/ 285666 h 747008"/>
              <a:gd name="connsiteX6" fmla="*/ 1013552 w 1080345"/>
              <a:gd name="connsiteY6" fmla="*/ 469288 h 747008"/>
              <a:gd name="connsiteX7" fmla="*/ 1067703 w 1080345"/>
              <a:gd name="connsiteY7" fmla="*/ 609043 h 747008"/>
              <a:gd name="connsiteX8" fmla="*/ 776629 w 1080345"/>
              <a:gd name="connsiteY8" fmla="*/ 735719 h 747008"/>
              <a:gd name="connsiteX9" fmla="*/ 469560 w 1080345"/>
              <a:gd name="connsiteY9" fmla="*/ 737124 h 747008"/>
              <a:gd name="connsiteX10" fmla="*/ 217830 w 1080345"/>
              <a:gd name="connsiteY10" fmla="*/ 702969 h 747008"/>
              <a:gd name="connsiteX11" fmla="*/ 63052 w 1080345"/>
              <a:gd name="connsiteY11" fmla="*/ 578347 h 747008"/>
              <a:gd name="connsiteX12" fmla="*/ 2416 w 1080345"/>
              <a:gd name="connsiteY12" fmla="*/ 446159 h 747008"/>
              <a:gd name="connsiteX13" fmla="*/ 19925 w 1080345"/>
              <a:gd name="connsiteY13" fmla="*/ 268467 h 747008"/>
              <a:gd name="connsiteX14" fmla="*/ 92126 w 1080345"/>
              <a:gd name="connsiteY14" fmla="*/ 134874 h 747008"/>
              <a:gd name="connsiteX15" fmla="*/ 202914 w 1080345"/>
              <a:gd name="connsiteY15" fmla="*/ 46676 h 747008"/>
              <a:gd name="connsiteX16" fmla="*/ 329373 w 1080345"/>
              <a:gd name="connsiteY16" fmla="*/ 11765 h 747008"/>
              <a:gd name="connsiteX0" fmla="*/ 329373 w 1058529"/>
              <a:gd name="connsiteY0" fmla="*/ 11765 h 747008"/>
              <a:gd name="connsiteX1" fmla="*/ 473775 w 1058529"/>
              <a:gd name="connsiteY1" fmla="*/ 3226 h 747008"/>
              <a:gd name="connsiteX2" fmla="*/ 676867 w 1058529"/>
              <a:gd name="connsiteY2" fmla="*/ 61808 h 747008"/>
              <a:gd name="connsiteX3" fmla="*/ 747446 w 1058529"/>
              <a:gd name="connsiteY3" fmla="*/ 175837 h 747008"/>
              <a:gd name="connsiteX4" fmla="*/ 672003 w 1058529"/>
              <a:gd name="connsiteY4" fmla="*/ 142440 h 747008"/>
              <a:gd name="connsiteX5" fmla="*/ 882990 w 1058529"/>
              <a:gd name="connsiteY5" fmla="*/ 285666 h 747008"/>
              <a:gd name="connsiteX6" fmla="*/ 1013552 w 1058529"/>
              <a:gd name="connsiteY6" fmla="*/ 469288 h 747008"/>
              <a:gd name="connsiteX7" fmla="*/ 1042303 w 1058529"/>
              <a:gd name="connsiteY7" fmla="*/ 609043 h 747008"/>
              <a:gd name="connsiteX8" fmla="*/ 776629 w 1058529"/>
              <a:gd name="connsiteY8" fmla="*/ 735719 h 747008"/>
              <a:gd name="connsiteX9" fmla="*/ 469560 w 1058529"/>
              <a:gd name="connsiteY9" fmla="*/ 737124 h 747008"/>
              <a:gd name="connsiteX10" fmla="*/ 217830 w 1058529"/>
              <a:gd name="connsiteY10" fmla="*/ 702969 h 747008"/>
              <a:gd name="connsiteX11" fmla="*/ 63052 w 1058529"/>
              <a:gd name="connsiteY11" fmla="*/ 578347 h 747008"/>
              <a:gd name="connsiteX12" fmla="*/ 2416 w 1058529"/>
              <a:gd name="connsiteY12" fmla="*/ 446159 h 747008"/>
              <a:gd name="connsiteX13" fmla="*/ 19925 w 1058529"/>
              <a:gd name="connsiteY13" fmla="*/ 268467 h 747008"/>
              <a:gd name="connsiteX14" fmla="*/ 92126 w 1058529"/>
              <a:gd name="connsiteY14" fmla="*/ 134874 h 747008"/>
              <a:gd name="connsiteX15" fmla="*/ 202914 w 1058529"/>
              <a:gd name="connsiteY15" fmla="*/ 46676 h 747008"/>
              <a:gd name="connsiteX16" fmla="*/ 329373 w 1058529"/>
              <a:gd name="connsiteY16" fmla="*/ 11765 h 747008"/>
              <a:gd name="connsiteX0" fmla="*/ 329373 w 1039222"/>
              <a:gd name="connsiteY0" fmla="*/ 11765 h 746641"/>
              <a:gd name="connsiteX1" fmla="*/ 473775 w 1039222"/>
              <a:gd name="connsiteY1" fmla="*/ 3226 h 746641"/>
              <a:gd name="connsiteX2" fmla="*/ 676867 w 1039222"/>
              <a:gd name="connsiteY2" fmla="*/ 61808 h 746641"/>
              <a:gd name="connsiteX3" fmla="*/ 747446 w 1039222"/>
              <a:gd name="connsiteY3" fmla="*/ 175837 h 746641"/>
              <a:gd name="connsiteX4" fmla="*/ 672003 w 1039222"/>
              <a:gd name="connsiteY4" fmla="*/ 142440 h 746641"/>
              <a:gd name="connsiteX5" fmla="*/ 882990 w 1039222"/>
              <a:gd name="connsiteY5" fmla="*/ 285666 h 746641"/>
              <a:gd name="connsiteX6" fmla="*/ 1013552 w 1039222"/>
              <a:gd name="connsiteY6" fmla="*/ 469288 h 746641"/>
              <a:gd name="connsiteX7" fmla="*/ 1016903 w 1039222"/>
              <a:gd name="connsiteY7" fmla="*/ 614123 h 746641"/>
              <a:gd name="connsiteX8" fmla="*/ 776629 w 1039222"/>
              <a:gd name="connsiteY8" fmla="*/ 735719 h 746641"/>
              <a:gd name="connsiteX9" fmla="*/ 469560 w 1039222"/>
              <a:gd name="connsiteY9" fmla="*/ 737124 h 746641"/>
              <a:gd name="connsiteX10" fmla="*/ 217830 w 1039222"/>
              <a:gd name="connsiteY10" fmla="*/ 702969 h 746641"/>
              <a:gd name="connsiteX11" fmla="*/ 63052 w 1039222"/>
              <a:gd name="connsiteY11" fmla="*/ 578347 h 746641"/>
              <a:gd name="connsiteX12" fmla="*/ 2416 w 1039222"/>
              <a:gd name="connsiteY12" fmla="*/ 446159 h 746641"/>
              <a:gd name="connsiteX13" fmla="*/ 19925 w 1039222"/>
              <a:gd name="connsiteY13" fmla="*/ 268467 h 746641"/>
              <a:gd name="connsiteX14" fmla="*/ 92126 w 1039222"/>
              <a:gd name="connsiteY14" fmla="*/ 134874 h 746641"/>
              <a:gd name="connsiteX15" fmla="*/ 202914 w 1039222"/>
              <a:gd name="connsiteY15" fmla="*/ 46676 h 746641"/>
              <a:gd name="connsiteX16" fmla="*/ 329373 w 1039222"/>
              <a:gd name="connsiteY16" fmla="*/ 11765 h 74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9222" h="746641">
                <a:moveTo>
                  <a:pt x="329373" y="11765"/>
                </a:moveTo>
                <a:cubicBezTo>
                  <a:pt x="374516" y="4523"/>
                  <a:pt x="415859" y="-5114"/>
                  <a:pt x="473775" y="3226"/>
                </a:cubicBezTo>
                <a:cubicBezTo>
                  <a:pt x="531691" y="11566"/>
                  <a:pt x="631255" y="33040"/>
                  <a:pt x="676867" y="61808"/>
                </a:cubicBezTo>
                <a:cubicBezTo>
                  <a:pt x="722479" y="90577"/>
                  <a:pt x="748257" y="162398"/>
                  <a:pt x="747446" y="175837"/>
                </a:cubicBezTo>
                <a:cubicBezTo>
                  <a:pt x="746635" y="189276"/>
                  <a:pt x="649412" y="124135"/>
                  <a:pt x="672003" y="142440"/>
                </a:cubicBezTo>
                <a:cubicBezTo>
                  <a:pt x="694594" y="160745"/>
                  <a:pt x="834532" y="238811"/>
                  <a:pt x="882990" y="285666"/>
                </a:cubicBezTo>
                <a:cubicBezTo>
                  <a:pt x="931448" y="332521"/>
                  <a:pt x="991233" y="414545"/>
                  <a:pt x="1013552" y="469288"/>
                </a:cubicBezTo>
                <a:cubicBezTo>
                  <a:pt x="1035871" y="524031"/>
                  <a:pt x="1056390" y="569718"/>
                  <a:pt x="1016903" y="614123"/>
                </a:cubicBezTo>
                <a:cubicBezTo>
                  <a:pt x="977416" y="658528"/>
                  <a:pt x="867853" y="715219"/>
                  <a:pt x="776629" y="735719"/>
                </a:cubicBezTo>
                <a:cubicBezTo>
                  <a:pt x="685405" y="756219"/>
                  <a:pt x="562693" y="742582"/>
                  <a:pt x="469560" y="737124"/>
                </a:cubicBezTo>
                <a:cubicBezTo>
                  <a:pt x="376427" y="731666"/>
                  <a:pt x="285581" y="729432"/>
                  <a:pt x="217830" y="702969"/>
                </a:cubicBezTo>
                <a:cubicBezTo>
                  <a:pt x="150079" y="676506"/>
                  <a:pt x="98954" y="621149"/>
                  <a:pt x="63052" y="578347"/>
                </a:cubicBezTo>
                <a:cubicBezTo>
                  <a:pt x="27150" y="535545"/>
                  <a:pt x="9604" y="497806"/>
                  <a:pt x="2416" y="446159"/>
                </a:cubicBezTo>
                <a:cubicBezTo>
                  <a:pt x="-4772" y="394512"/>
                  <a:pt x="4973" y="320348"/>
                  <a:pt x="19925" y="268467"/>
                </a:cubicBezTo>
                <a:cubicBezTo>
                  <a:pt x="34877" y="216586"/>
                  <a:pt x="69428" y="193240"/>
                  <a:pt x="92126" y="134874"/>
                </a:cubicBezTo>
                <a:cubicBezTo>
                  <a:pt x="114824" y="76508"/>
                  <a:pt x="163373" y="67194"/>
                  <a:pt x="202914" y="46676"/>
                </a:cubicBezTo>
                <a:cubicBezTo>
                  <a:pt x="242455" y="26158"/>
                  <a:pt x="284230" y="19007"/>
                  <a:pt x="329373" y="11765"/>
                </a:cubicBezTo>
                <a:close/>
              </a:path>
            </a:pathLst>
          </a:custGeom>
          <a:solidFill>
            <a:srgbClr val="F1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MSK box">
            <a:extLst>
              <a:ext uri="{FF2B5EF4-FFF2-40B4-BE49-F238E27FC236}">
                <a16:creationId xmlns:a16="http://schemas.microsoft.com/office/drawing/2014/main" id="{9E959B60-AB30-4868-8D8D-73C7743FFD51}"/>
              </a:ext>
            </a:extLst>
          </p:cNvPr>
          <p:cNvSpPr/>
          <p:nvPr/>
        </p:nvSpPr>
        <p:spPr>
          <a:xfrm>
            <a:off x="3993660" y="4000454"/>
            <a:ext cx="4667194" cy="721250"/>
          </a:xfrm>
          <a:prstGeom prst="roundRect">
            <a:avLst>
              <a:gd name="adj" fmla="val 10081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Pink box">
            <a:extLst>
              <a:ext uri="{FF2B5EF4-FFF2-40B4-BE49-F238E27FC236}">
                <a16:creationId xmlns:a16="http://schemas.microsoft.com/office/drawing/2014/main" id="{7F49D76E-B774-4D38-BC52-4F5F68D4D456}"/>
              </a:ext>
            </a:extLst>
          </p:cNvPr>
          <p:cNvSpPr/>
          <p:nvPr/>
        </p:nvSpPr>
        <p:spPr>
          <a:xfrm>
            <a:off x="3993659" y="4713713"/>
            <a:ext cx="4675777" cy="1013216"/>
          </a:xfrm>
          <a:prstGeom prst="roundRect">
            <a:avLst>
              <a:gd name="adj" fmla="val 11979"/>
            </a:avLst>
          </a:prstGeom>
          <a:gradFill>
            <a:gsLst>
              <a:gs pos="0">
                <a:srgbClr val="F6CACA"/>
              </a:gs>
              <a:gs pos="99000">
                <a:srgbClr val="F1ABAB"/>
              </a:gs>
            </a:gsLst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Yellow box">
            <a:extLst>
              <a:ext uri="{FF2B5EF4-FFF2-40B4-BE49-F238E27FC236}">
                <a16:creationId xmlns:a16="http://schemas.microsoft.com/office/drawing/2014/main" id="{AC43ABB6-0CE7-4530-A61A-F790FD979BAE}"/>
              </a:ext>
            </a:extLst>
          </p:cNvPr>
          <p:cNvSpPr/>
          <p:nvPr/>
        </p:nvSpPr>
        <p:spPr>
          <a:xfrm>
            <a:off x="3980706" y="5693935"/>
            <a:ext cx="4696260" cy="1013217"/>
          </a:xfrm>
          <a:prstGeom prst="roundRect">
            <a:avLst>
              <a:gd name="adj" fmla="val 1080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1E9DA-9EEE-49D1-AAAF-15A24ADFED0B}"/>
              </a:ext>
            </a:extLst>
          </p:cNvPr>
          <p:cNvSpPr txBox="1"/>
          <p:nvPr/>
        </p:nvSpPr>
        <p:spPr>
          <a:xfrm>
            <a:off x="5351590" y="6145073"/>
            <a:ext cx="1964273" cy="333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u="sng" dirty="0"/>
          </a:p>
        </p:txBody>
      </p:sp>
      <p:sp>
        <p:nvSpPr>
          <p:cNvPr id="52" name="3 A's explanation">
            <a:extLst>
              <a:ext uri="{FF2B5EF4-FFF2-40B4-BE49-F238E27FC236}">
                <a16:creationId xmlns:a16="http://schemas.microsoft.com/office/drawing/2014/main" id="{B433EE3C-B570-4A1B-A424-BE58D2DD06CE}"/>
              </a:ext>
            </a:extLst>
          </p:cNvPr>
          <p:cNvSpPr txBox="1"/>
          <p:nvPr/>
        </p:nvSpPr>
        <p:spPr>
          <a:xfrm>
            <a:off x="4429843" y="5738878"/>
            <a:ext cx="3988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Anxiety</a:t>
            </a:r>
          </a:p>
          <a:p>
            <a:pPr algn="ctr"/>
            <a:r>
              <a:rPr lang="en-US" dirty="0"/>
              <a:t>Acidosis (metabolic and respiratory)</a:t>
            </a:r>
          </a:p>
          <a:p>
            <a:pPr algn="ctr"/>
            <a:r>
              <a:rPr lang="en-US" dirty="0"/>
              <a:t>Anemia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87EFBAA-A30D-4711-8F20-F763E8E2D873}"/>
              </a:ext>
            </a:extLst>
          </p:cNvPr>
          <p:cNvCxnSpPr>
            <a:cxnSpLocks/>
          </p:cNvCxnSpPr>
          <p:nvPr/>
        </p:nvCxnSpPr>
        <p:spPr>
          <a:xfrm>
            <a:off x="3060707" y="1149345"/>
            <a:ext cx="1464496" cy="165469"/>
          </a:xfrm>
          <a:prstGeom prst="line">
            <a:avLst/>
          </a:prstGeo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Fills alveoli">
            <a:extLst>
              <a:ext uri="{FF2B5EF4-FFF2-40B4-BE49-F238E27FC236}">
                <a16:creationId xmlns:a16="http://schemas.microsoft.com/office/drawing/2014/main" id="{221D192A-AEC9-4BEC-95DA-2EF6B4370EC2}"/>
              </a:ext>
            </a:extLst>
          </p:cNvPr>
          <p:cNvSpPr txBox="1"/>
          <p:nvPr/>
        </p:nvSpPr>
        <p:spPr>
          <a:xfrm>
            <a:off x="4184908" y="1959853"/>
            <a:ext cx="20327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Fills alveoli</a:t>
            </a:r>
          </a:p>
        </p:txBody>
      </p:sp>
      <p:sp>
        <p:nvSpPr>
          <p:cNvPr id="60" name="Collapses alveoli">
            <a:extLst>
              <a:ext uri="{FF2B5EF4-FFF2-40B4-BE49-F238E27FC236}">
                <a16:creationId xmlns:a16="http://schemas.microsoft.com/office/drawing/2014/main" id="{B835DFB3-56F6-4F5A-BB32-53BCE3361D57}"/>
              </a:ext>
            </a:extLst>
          </p:cNvPr>
          <p:cNvSpPr txBox="1"/>
          <p:nvPr/>
        </p:nvSpPr>
        <p:spPr>
          <a:xfrm>
            <a:off x="6201394" y="1971863"/>
            <a:ext cx="25024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Collapses alveoli</a:t>
            </a:r>
          </a:p>
        </p:txBody>
      </p:sp>
      <p:grpSp>
        <p:nvGrpSpPr>
          <p:cNvPr id="97" name="Cardiac explanation">
            <a:extLst>
              <a:ext uri="{FF2B5EF4-FFF2-40B4-BE49-F238E27FC236}">
                <a16:creationId xmlns:a16="http://schemas.microsoft.com/office/drawing/2014/main" id="{AC179ACC-98D8-4CD2-ACE5-162851D54F2F}"/>
              </a:ext>
            </a:extLst>
          </p:cNvPr>
          <p:cNvGrpSpPr/>
          <p:nvPr/>
        </p:nvGrpSpPr>
        <p:grpSpPr>
          <a:xfrm>
            <a:off x="4195210" y="4730785"/>
            <a:ext cx="4212840" cy="923330"/>
            <a:chOff x="4196079" y="4591048"/>
            <a:chExt cx="4212840" cy="92333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4A5A854-CA71-4E88-A92F-D3AA68C28FE6}"/>
                </a:ext>
              </a:extLst>
            </p:cNvPr>
            <p:cNvSpPr txBox="1"/>
            <p:nvPr/>
          </p:nvSpPr>
          <p:spPr>
            <a:xfrm>
              <a:off x="4196079" y="4591048"/>
              <a:ext cx="25432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Myocardial infarction</a:t>
              </a:r>
            </a:p>
            <a:p>
              <a:pPr algn="ctr"/>
              <a:r>
                <a:rPr lang="en-US" dirty="0"/>
                <a:t>Arrhythmias </a:t>
              </a:r>
            </a:p>
            <a:p>
              <a:pPr algn="ctr"/>
              <a:r>
                <a:rPr lang="en-US" dirty="0"/>
                <a:t>Valvular disease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2C9077C-7E4F-4BBC-93BC-AB958E172750}"/>
                </a:ext>
              </a:extLst>
            </p:cNvPr>
            <p:cNvSpPr txBox="1"/>
            <p:nvPr/>
          </p:nvSpPr>
          <p:spPr>
            <a:xfrm>
              <a:off x="6479402" y="4868047"/>
              <a:ext cx="1929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Pericardial disease</a:t>
              </a:r>
            </a:p>
          </p:txBody>
        </p: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4199B6B4-21B7-4A69-AA7F-2C1F0F22912D}"/>
              </a:ext>
            </a:extLst>
          </p:cNvPr>
          <p:cNvSpPr/>
          <p:nvPr/>
        </p:nvSpPr>
        <p:spPr>
          <a:xfrm>
            <a:off x="348757" y="5915160"/>
            <a:ext cx="1720473" cy="134271"/>
          </a:xfrm>
          <a:custGeom>
            <a:avLst/>
            <a:gdLst>
              <a:gd name="connsiteX0" fmla="*/ 1983728 w 1983728"/>
              <a:gd name="connsiteY0" fmla="*/ 66576 h 92638"/>
              <a:gd name="connsiteX1" fmla="*/ 1412228 w 1983728"/>
              <a:gd name="connsiteY1" fmla="*/ 3076 h 92638"/>
              <a:gd name="connsiteX2" fmla="*/ 459728 w 1983728"/>
              <a:gd name="connsiteY2" fmla="*/ 15776 h 92638"/>
              <a:gd name="connsiteX3" fmla="*/ 66028 w 1983728"/>
              <a:gd name="connsiteY3" fmla="*/ 66576 h 92638"/>
              <a:gd name="connsiteX4" fmla="*/ 66028 w 1983728"/>
              <a:gd name="connsiteY4" fmla="*/ 91976 h 92638"/>
              <a:gd name="connsiteX5" fmla="*/ 713728 w 1983728"/>
              <a:gd name="connsiteY5" fmla="*/ 41176 h 92638"/>
              <a:gd name="connsiteX6" fmla="*/ 1704328 w 1983728"/>
              <a:gd name="connsiteY6" fmla="*/ 79276 h 92638"/>
              <a:gd name="connsiteX7" fmla="*/ 1983728 w 1983728"/>
              <a:gd name="connsiteY7" fmla="*/ 66576 h 92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3728" h="92638">
                <a:moveTo>
                  <a:pt x="1983728" y="66576"/>
                </a:moveTo>
                <a:cubicBezTo>
                  <a:pt x="1824978" y="39059"/>
                  <a:pt x="1666228" y="11543"/>
                  <a:pt x="1412228" y="3076"/>
                </a:cubicBezTo>
                <a:cubicBezTo>
                  <a:pt x="1158228" y="-5391"/>
                  <a:pt x="684095" y="5193"/>
                  <a:pt x="459728" y="15776"/>
                </a:cubicBezTo>
                <a:cubicBezTo>
                  <a:pt x="235361" y="26359"/>
                  <a:pt x="131645" y="53876"/>
                  <a:pt x="66028" y="66576"/>
                </a:cubicBezTo>
                <a:cubicBezTo>
                  <a:pt x="411" y="79276"/>
                  <a:pt x="-41922" y="96209"/>
                  <a:pt x="66028" y="91976"/>
                </a:cubicBezTo>
                <a:cubicBezTo>
                  <a:pt x="173978" y="87743"/>
                  <a:pt x="440678" y="43293"/>
                  <a:pt x="713728" y="41176"/>
                </a:cubicBezTo>
                <a:cubicBezTo>
                  <a:pt x="986778" y="39059"/>
                  <a:pt x="1704328" y="79276"/>
                  <a:pt x="1704328" y="79276"/>
                </a:cubicBezTo>
                <a:lnTo>
                  <a:pt x="1983728" y="66576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BD73C7A-9F26-4E9E-BC5A-AF8207DAAE0A}"/>
              </a:ext>
            </a:extLst>
          </p:cNvPr>
          <p:cNvSpPr/>
          <p:nvPr/>
        </p:nvSpPr>
        <p:spPr>
          <a:xfrm>
            <a:off x="2273523" y="5926603"/>
            <a:ext cx="1720472" cy="134271"/>
          </a:xfrm>
          <a:custGeom>
            <a:avLst/>
            <a:gdLst>
              <a:gd name="connsiteX0" fmla="*/ 1983728 w 1983728"/>
              <a:gd name="connsiteY0" fmla="*/ 66576 h 92638"/>
              <a:gd name="connsiteX1" fmla="*/ 1412228 w 1983728"/>
              <a:gd name="connsiteY1" fmla="*/ 3076 h 92638"/>
              <a:gd name="connsiteX2" fmla="*/ 459728 w 1983728"/>
              <a:gd name="connsiteY2" fmla="*/ 15776 h 92638"/>
              <a:gd name="connsiteX3" fmla="*/ 66028 w 1983728"/>
              <a:gd name="connsiteY3" fmla="*/ 66576 h 92638"/>
              <a:gd name="connsiteX4" fmla="*/ 66028 w 1983728"/>
              <a:gd name="connsiteY4" fmla="*/ 91976 h 92638"/>
              <a:gd name="connsiteX5" fmla="*/ 713728 w 1983728"/>
              <a:gd name="connsiteY5" fmla="*/ 41176 h 92638"/>
              <a:gd name="connsiteX6" fmla="*/ 1704328 w 1983728"/>
              <a:gd name="connsiteY6" fmla="*/ 79276 h 92638"/>
              <a:gd name="connsiteX7" fmla="*/ 1983728 w 1983728"/>
              <a:gd name="connsiteY7" fmla="*/ 66576 h 92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3728" h="92638">
                <a:moveTo>
                  <a:pt x="1983728" y="66576"/>
                </a:moveTo>
                <a:cubicBezTo>
                  <a:pt x="1824978" y="39059"/>
                  <a:pt x="1666228" y="11543"/>
                  <a:pt x="1412228" y="3076"/>
                </a:cubicBezTo>
                <a:cubicBezTo>
                  <a:pt x="1158228" y="-5391"/>
                  <a:pt x="684095" y="5193"/>
                  <a:pt x="459728" y="15776"/>
                </a:cubicBezTo>
                <a:cubicBezTo>
                  <a:pt x="235361" y="26359"/>
                  <a:pt x="131645" y="53876"/>
                  <a:pt x="66028" y="66576"/>
                </a:cubicBezTo>
                <a:cubicBezTo>
                  <a:pt x="411" y="79276"/>
                  <a:pt x="-41922" y="96209"/>
                  <a:pt x="66028" y="91976"/>
                </a:cubicBezTo>
                <a:cubicBezTo>
                  <a:pt x="173978" y="87743"/>
                  <a:pt x="440678" y="43293"/>
                  <a:pt x="713728" y="41176"/>
                </a:cubicBezTo>
                <a:cubicBezTo>
                  <a:pt x="986778" y="39059"/>
                  <a:pt x="1704328" y="79276"/>
                  <a:pt x="1704328" y="79276"/>
                </a:cubicBezTo>
                <a:lnTo>
                  <a:pt x="1983728" y="66576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C60189-8E16-495E-9D52-948D00F3E4A9}"/>
              </a:ext>
            </a:extLst>
          </p:cNvPr>
          <p:cNvSpPr txBox="1"/>
          <p:nvPr/>
        </p:nvSpPr>
        <p:spPr>
          <a:xfrm>
            <a:off x="4280835" y="614907"/>
            <a:ext cx="40938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Anaphylaxis, angioedema</a:t>
            </a:r>
          </a:p>
        </p:txBody>
      </p:sp>
      <p:sp>
        <p:nvSpPr>
          <p:cNvPr id="96" name="MSK explanation">
            <a:extLst>
              <a:ext uri="{FF2B5EF4-FFF2-40B4-BE49-F238E27FC236}">
                <a16:creationId xmlns:a16="http://schemas.microsoft.com/office/drawing/2014/main" id="{130E683A-0525-4C46-9C94-C9C5C1EBBDDC}"/>
              </a:ext>
            </a:extLst>
          </p:cNvPr>
          <p:cNvSpPr txBox="1"/>
          <p:nvPr/>
        </p:nvSpPr>
        <p:spPr>
          <a:xfrm>
            <a:off x="5083445" y="4035888"/>
            <a:ext cx="250247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Diaphragm dysfunction</a:t>
            </a:r>
          </a:p>
          <a:p>
            <a:pPr algn="ctr"/>
            <a:r>
              <a:rPr lang="en-US" dirty="0"/>
              <a:t>Abdominal pressure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C48CA-F199-44A1-A5B8-1EE156B029A2}"/>
              </a:ext>
            </a:extLst>
          </p:cNvPr>
          <p:cNvSpPr/>
          <p:nvPr/>
        </p:nvSpPr>
        <p:spPr>
          <a:xfrm>
            <a:off x="4583797" y="897263"/>
            <a:ext cx="37614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Mucus plugging, airway stenosis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88589-30D7-4607-AA50-A5F7DDC4AEB4}"/>
              </a:ext>
            </a:extLst>
          </p:cNvPr>
          <p:cNvSpPr/>
          <p:nvPr/>
        </p:nvSpPr>
        <p:spPr>
          <a:xfrm>
            <a:off x="4601944" y="1215520"/>
            <a:ext cx="3604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Bronchoconstriction (COPD, asthma)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19E26A2-BD9F-4138-AD07-B0D994551BB9}"/>
              </a:ext>
            </a:extLst>
          </p:cNvPr>
          <p:cNvGrpSpPr/>
          <p:nvPr/>
        </p:nvGrpSpPr>
        <p:grpSpPr>
          <a:xfrm>
            <a:off x="3054849" y="2312531"/>
            <a:ext cx="3200382" cy="1699477"/>
            <a:chOff x="3055718" y="2172794"/>
            <a:chExt cx="3200382" cy="16994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727074A-9A21-4790-BB45-C0B6D951D06E}"/>
                </a:ext>
              </a:extLst>
            </p:cNvPr>
            <p:cNvSpPr/>
            <p:nvPr/>
          </p:nvSpPr>
          <p:spPr>
            <a:xfrm>
              <a:off x="4030638" y="2172794"/>
              <a:ext cx="222546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Blood = DAH</a:t>
              </a:r>
            </a:p>
            <a:p>
              <a:pPr algn="ctr"/>
              <a:r>
                <a:rPr lang="en-US" dirty="0"/>
                <a:t>Pus = pneumonia</a:t>
              </a:r>
            </a:p>
            <a:p>
              <a:pPr algn="ctr"/>
              <a:r>
                <a:rPr lang="en-US" dirty="0"/>
                <a:t>Water = edema</a:t>
              </a: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E508A60-6901-4455-B5A1-E7400237C7A3}"/>
                </a:ext>
              </a:extLst>
            </p:cNvPr>
            <p:cNvSpPr/>
            <p:nvPr/>
          </p:nvSpPr>
          <p:spPr>
            <a:xfrm rot="17163203">
              <a:off x="2993535" y="3635311"/>
              <a:ext cx="299143" cy="174778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solidFill>
              <a:schemeClr val="accent1"/>
            </a:solidFill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54DF68B-D5BC-409B-9C0B-2F124129788B}"/>
              </a:ext>
            </a:extLst>
          </p:cNvPr>
          <p:cNvGrpSpPr/>
          <p:nvPr/>
        </p:nvGrpSpPr>
        <p:grpSpPr>
          <a:xfrm>
            <a:off x="3013500" y="2275091"/>
            <a:ext cx="5664193" cy="3673985"/>
            <a:chOff x="3014369" y="2135354"/>
            <a:chExt cx="5664193" cy="3673985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3BD45C1-4E6E-4AB7-BBF4-95DB6109FAEE}"/>
                </a:ext>
              </a:extLst>
            </p:cNvPr>
            <p:cNvSpPr/>
            <p:nvPr/>
          </p:nvSpPr>
          <p:spPr>
            <a:xfrm flipH="1">
              <a:off x="3014369" y="4721028"/>
              <a:ext cx="846432" cy="1088311"/>
            </a:xfrm>
            <a:custGeom>
              <a:avLst/>
              <a:gdLst>
                <a:gd name="connsiteX0" fmla="*/ 2028 w 644054"/>
                <a:gd name="connsiteY0" fmla="*/ 0 h 791183"/>
                <a:gd name="connsiteX1" fmla="*/ 99305 w 644054"/>
                <a:gd name="connsiteY1" fmla="*/ 453957 h 791183"/>
                <a:gd name="connsiteX2" fmla="*/ 644054 w 644054"/>
                <a:gd name="connsiteY2" fmla="*/ 791183 h 791183"/>
                <a:gd name="connsiteX0" fmla="*/ 151145 w 263115"/>
                <a:gd name="connsiteY0" fmla="*/ 0 h 857880"/>
                <a:gd name="connsiteX1" fmla="*/ 248422 w 263115"/>
                <a:gd name="connsiteY1" fmla="*/ 453957 h 857880"/>
                <a:gd name="connsiteX2" fmla="*/ 54355 w 263115"/>
                <a:gd name="connsiteY2" fmla="*/ 857880 h 857880"/>
                <a:gd name="connsiteX0" fmla="*/ 133712 w 550862"/>
                <a:gd name="connsiteY0" fmla="*/ 0 h 857880"/>
                <a:gd name="connsiteX1" fmla="*/ 541292 w 550862"/>
                <a:gd name="connsiteY1" fmla="*/ 587350 h 857880"/>
                <a:gd name="connsiteX2" fmla="*/ 36922 w 550862"/>
                <a:gd name="connsiteY2" fmla="*/ 857880 h 857880"/>
                <a:gd name="connsiteX0" fmla="*/ 126120 w 792369"/>
                <a:gd name="connsiteY0" fmla="*/ 0 h 857880"/>
                <a:gd name="connsiteX1" fmla="*/ 784898 w 792369"/>
                <a:gd name="connsiteY1" fmla="*/ 711216 h 857880"/>
                <a:gd name="connsiteX2" fmla="*/ 29330 w 792369"/>
                <a:gd name="connsiteY2" fmla="*/ 857880 h 857880"/>
                <a:gd name="connsiteX0" fmla="*/ 227265 w 892896"/>
                <a:gd name="connsiteY0" fmla="*/ 0 h 810240"/>
                <a:gd name="connsiteX1" fmla="*/ 886043 w 892896"/>
                <a:gd name="connsiteY1" fmla="*/ 711216 h 810240"/>
                <a:gd name="connsiteX2" fmla="*/ 27041 w 892896"/>
                <a:gd name="connsiteY2" fmla="*/ 810240 h 810240"/>
                <a:gd name="connsiteX0" fmla="*/ 32 w 667386"/>
                <a:gd name="connsiteY0" fmla="*/ 0 h 724345"/>
                <a:gd name="connsiteX1" fmla="*/ 658810 w 667386"/>
                <a:gd name="connsiteY1" fmla="*/ 711216 h 724345"/>
                <a:gd name="connsiteX2" fmla="*/ 51005 w 667386"/>
                <a:gd name="connsiteY2" fmla="*/ 38464 h 724345"/>
                <a:gd name="connsiteX0" fmla="*/ 205114 w 866582"/>
                <a:gd name="connsiteY0" fmla="*/ 0 h 801829"/>
                <a:gd name="connsiteX1" fmla="*/ 863892 w 866582"/>
                <a:gd name="connsiteY1" fmla="*/ 711216 h 801829"/>
                <a:gd name="connsiteX2" fmla="*/ 16989 w 866582"/>
                <a:gd name="connsiteY2" fmla="*/ 745721 h 801829"/>
                <a:gd name="connsiteX3" fmla="*/ 256087 w 866582"/>
                <a:gd name="connsiteY3" fmla="*/ 38464 h 801829"/>
                <a:gd name="connsiteX0" fmla="*/ 208442 w 869910"/>
                <a:gd name="connsiteY0" fmla="*/ 0 h 801829"/>
                <a:gd name="connsiteX1" fmla="*/ 867220 w 869910"/>
                <a:gd name="connsiteY1" fmla="*/ 711216 h 801829"/>
                <a:gd name="connsiteX2" fmla="*/ 20317 w 869910"/>
                <a:gd name="connsiteY2" fmla="*/ 745721 h 801829"/>
                <a:gd name="connsiteX3" fmla="*/ 185534 w 869910"/>
                <a:gd name="connsiteY3" fmla="*/ 9880 h 801829"/>
                <a:gd name="connsiteX0" fmla="*/ 208442 w 928838"/>
                <a:gd name="connsiteY0" fmla="*/ 0 h 811600"/>
                <a:gd name="connsiteX1" fmla="*/ 926325 w 928838"/>
                <a:gd name="connsiteY1" fmla="*/ 739800 h 811600"/>
                <a:gd name="connsiteX2" fmla="*/ 20317 w 928838"/>
                <a:gd name="connsiteY2" fmla="*/ 745721 h 811600"/>
                <a:gd name="connsiteX3" fmla="*/ 185534 w 928838"/>
                <a:gd name="connsiteY3" fmla="*/ 9880 h 811600"/>
                <a:gd name="connsiteX0" fmla="*/ 213375 w 933771"/>
                <a:gd name="connsiteY0" fmla="*/ 0 h 811600"/>
                <a:gd name="connsiteX1" fmla="*/ 931258 w 933771"/>
                <a:gd name="connsiteY1" fmla="*/ 739800 h 811600"/>
                <a:gd name="connsiteX2" fmla="*/ 25250 w 933771"/>
                <a:gd name="connsiteY2" fmla="*/ 745721 h 811600"/>
                <a:gd name="connsiteX3" fmla="*/ 190467 w 933771"/>
                <a:gd name="connsiteY3" fmla="*/ 9880 h 811600"/>
                <a:gd name="connsiteX0" fmla="*/ 188125 w 908521"/>
                <a:gd name="connsiteY0" fmla="*/ 0 h 811600"/>
                <a:gd name="connsiteX1" fmla="*/ 906008 w 908521"/>
                <a:gd name="connsiteY1" fmla="*/ 739800 h 811600"/>
                <a:gd name="connsiteX2" fmla="*/ 0 w 908521"/>
                <a:gd name="connsiteY2" fmla="*/ 745721 h 811600"/>
                <a:gd name="connsiteX3" fmla="*/ 165217 w 908521"/>
                <a:gd name="connsiteY3" fmla="*/ 9880 h 811600"/>
                <a:gd name="connsiteX0" fmla="*/ 188125 w 909048"/>
                <a:gd name="connsiteY0" fmla="*/ 0 h 777624"/>
                <a:gd name="connsiteX1" fmla="*/ 906008 w 909048"/>
                <a:gd name="connsiteY1" fmla="*/ 739800 h 777624"/>
                <a:gd name="connsiteX2" fmla="*/ 0 w 909048"/>
                <a:gd name="connsiteY2" fmla="*/ 745721 h 777624"/>
                <a:gd name="connsiteX3" fmla="*/ 165217 w 909048"/>
                <a:gd name="connsiteY3" fmla="*/ 9880 h 777624"/>
                <a:gd name="connsiteX0" fmla="*/ 188125 w 909048"/>
                <a:gd name="connsiteY0" fmla="*/ 0 h 786194"/>
                <a:gd name="connsiteX1" fmla="*/ 906008 w 909048"/>
                <a:gd name="connsiteY1" fmla="*/ 739800 h 786194"/>
                <a:gd name="connsiteX2" fmla="*/ 0 w 909048"/>
                <a:gd name="connsiteY2" fmla="*/ 764778 h 786194"/>
                <a:gd name="connsiteX3" fmla="*/ 165217 w 909048"/>
                <a:gd name="connsiteY3" fmla="*/ 9880 h 786194"/>
                <a:gd name="connsiteX0" fmla="*/ 188125 w 948297"/>
                <a:gd name="connsiteY0" fmla="*/ 0 h 792883"/>
                <a:gd name="connsiteX1" fmla="*/ 945410 w 948297"/>
                <a:gd name="connsiteY1" fmla="*/ 752504 h 792883"/>
                <a:gd name="connsiteX2" fmla="*/ 0 w 948297"/>
                <a:gd name="connsiteY2" fmla="*/ 764778 h 792883"/>
                <a:gd name="connsiteX3" fmla="*/ 165217 w 948297"/>
                <a:gd name="connsiteY3" fmla="*/ 9880 h 792883"/>
                <a:gd name="connsiteX0" fmla="*/ 188125 w 948297"/>
                <a:gd name="connsiteY0" fmla="*/ 0 h 786194"/>
                <a:gd name="connsiteX1" fmla="*/ 945410 w 948297"/>
                <a:gd name="connsiteY1" fmla="*/ 739800 h 786194"/>
                <a:gd name="connsiteX2" fmla="*/ 0 w 948297"/>
                <a:gd name="connsiteY2" fmla="*/ 764778 h 786194"/>
                <a:gd name="connsiteX3" fmla="*/ 165217 w 948297"/>
                <a:gd name="connsiteY3" fmla="*/ 9880 h 786194"/>
                <a:gd name="connsiteX0" fmla="*/ 188125 w 945410"/>
                <a:gd name="connsiteY0" fmla="*/ 0 h 779856"/>
                <a:gd name="connsiteX1" fmla="*/ 945410 w 945410"/>
                <a:gd name="connsiteY1" fmla="*/ 739800 h 779856"/>
                <a:gd name="connsiteX2" fmla="*/ 0 w 945410"/>
                <a:gd name="connsiteY2" fmla="*/ 764778 h 779856"/>
                <a:gd name="connsiteX3" fmla="*/ 165217 w 945410"/>
                <a:gd name="connsiteY3" fmla="*/ 9880 h 779856"/>
                <a:gd name="connsiteX0" fmla="*/ 188125 w 984813"/>
                <a:gd name="connsiteY0" fmla="*/ 0 h 785362"/>
                <a:gd name="connsiteX1" fmla="*/ 984813 w 984813"/>
                <a:gd name="connsiteY1" fmla="*/ 752504 h 785362"/>
                <a:gd name="connsiteX2" fmla="*/ 0 w 984813"/>
                <a:gd name="connsiteY2" fmla="*/ 764778 h 785362"/>
                <a:gd name="connsiteX3" fmla="*/ 165217 w 984813"/>
                <a:gd name="connsiteY3" fmla="*/ 9880 h 78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813" h="785362">
                  <a:moveTo>
                    <a:pt x="188125" y="0"/>
                  </a:moveTo>
                  <a:cubicBezTo>
                    <a:pt x="183261" y="161046"/>
                    <a:pt x="877809" y="620640"/>
                    <a:pt x="984813" y="752504"/>
                  </a:cubicBezTo>
                  <a:cubicBezTo>
                    <a:pt x="714576" y="800566"/>
                    <a:pt x="258916" y="787974"/>
                    <a:pt x="0" y="764778"/>
                  </a:cubicBezTo>
                  <a:cubicBezTo>
                    <a:pt x="36611" y="423978"/>
                    <a:pt x="132754" y="165869"/>
                    <a:pt x="165217" y="98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5A1C863-B36A-45E5-849F-BE282D120113}"/>
                </a:ext>
              </a:extLst>
            </p:cNvPr>
            <p:cNvSpPr/>
            <p:nvPr/>
          </p:nvSpPr>
          <p:spPr>
            <a:xfrm>
              <a:off x="6176082" y="2135354"/>
              <a:ext cx="250248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Atelectasis</a:t>
              </a:r>
            </a:p>
            <a:p>
              <a:pPr algn="ctr"/>
              <a:r>
                <a:rPr lang="en-US" dirty="0"/>
                <a:t>Pleural process (blood, pus, water, air)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E71C005-7A7B-4D11-99FC-062CE829A4AA}"/>
              </a:ext>
            </a:extLst>
          </p:cNvPr>
          <p:cNvGrpSpPr/>
          <p:nvPr/>
        </p:nvGrpSpPr>
        <p:grpSpPr>
          <a:xfrm>
            <a:off x="2294301" y="3595217"/>
            <a:ext cx="5307855" cy="1035483"/>
            <a:chOff x="2295170" y="3455480"/>
            <a:chExt cx="5307855" cy="1035483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D78F96-F143-4862-BD47-205DC885CC75}"/>
                </a:ext>
              </a:extLst>
            </p:cNvPr>
            <p:cNvSpPr txBox="1"/>
            <p:nvPr/>
          </p:nvSpPr>
          <p:spPr>
            <a:xfrm>
              <a:off x="5100546" y="3455480"/>
              <a:ext cx="25024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Pulmonary embolism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0590DB1-A318-4A41-BE7A-35C77CE690FD}"/>
                </a:ext>
              </a:extLst>
            </p:cNvPr>
            <p:cNvSpPr/>
            <p:nvPr/>
          </p:nvSpPr>
          <p:spPr>
            <a:xfrm rot="20147986">
              <a:off x="2295170" y="4342000"/>
              <a:ext cx="267063" cy="1489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9" name="Title 3">
            <a:extLst>
              <a:ext uri="{FF2B5EF4-FFF2-40B4-BE49-F238E27FC236}">
                <a16:creationId xmlns:a16="http://schemas.microsoft.com/office/drawing/2014/main" id="{F328A047-0ADE-499C-8A09-0FDFCDA6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6" y="287813"/>
            <a:ext cx="3543974" cy="78751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2. Evaluation and Diagnostics</a:t>
            </a:r>
          </a:p>
        </p:txBody>
      </p:sp>
      <p:sp>
        <p:nvSpPr>
          <p:cNvPr id="54" name="Airways">
            <a:extLst>
              <a:ext uri="{FF2B5EF4-FFF2-40B4-BE49-F238E27FC236}">
                <a16:creationId xmlns:a16="http://schemas.microsoft.com/office/drawing/2014/main" id="{55950AF9-F590-4B0E-9DE0-7854050607A3}"/>
              </a:ext>
            </a:extLst>
          </p:cNvPr>
          <p:cNvSpPr txBox="1"/>
          <p:nvPr/>
        </p:nvSpPr>
        <p:spPr>
          <a:xfrm>
            <a:off x="5669006" y="210769"/>
            <a:ext cx="1350295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Airways</a:t>
            </a:r>
          </a:p>
        </p:txBody>
      </p:sp>
      <p:sp>
        <p:nvSpPr>
          <p:cNvPr id="55" name="Alveoli">
            <a:extLst>
              <a:ext uri="{FF2B5EF4-FFF2-40B4-BE49-F238E27FC236}">
                <a16:creationId xmlns:a16="http://schemas.microsoft.com/office/drawing/2014/main" id="{BE29A617-D8E6-4AB0-B066-808E93058633}"/>
              </a:ext>
            </a:extLst>
          </p:cNvPr>
          <p:cNvSpPr txBox="1"/>
          <p:nvPr/>
        </p:nvSpPr>
        <p:spPr>
          <a:xfrm>
            <a:off x="5708675" y="1561206"/>
            <a:ext cx="1327483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Alveoli</a:t>
            </a:r>
          </a:p>
        </p:txBody>
      </p:sp>
      <p:sp>
        <p:nvSpPr>
          <p:cNvPr id="56" name="Vessels">
            <a:extLst>
              <a:ext uri="{FF2B5EF4-FFF2-40B4-BE49-F238E27FC236}">
                <a16:creationId xmlns:a16="http://schemas.microsoft.com/office/drawing/2014/main" id="{1D16826A-B89B-40F2-997F-DE8A5C10591F}"/>
              </a:ext>
            </a:extLst>
          </p:cNvPr>
          <p:cNvSpPr txBox="1"/>
          <p:nvPr/>
        </p:nvSpPr>
        <p:spPr>
          <a:xfrm>
            <a:off x="5585731" y="3224288"/>
            <a:ext cx="1450428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Vessels</a:t>
            </a:r>
          </a:p>
        </p:txBody>
      </p:sp>
      <p:pic>
        <p:nvPicPr>
          <p:cNvPr id="127" name="Graphic 126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27BC425-FF45-4578-8860-22DEAE19C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CDE82271-47F8-4A32-8D4F-929D75F9DE37}"/>
              </a:ext>
            </a:extLst>
          </p:cNvPr>
          <p:cNvSpPr txBox="1"/>
          <p:nvPr/>
        </p:nvSpPr>
        <p:spPr>
          <a:xfrm>
            <a:off x="8764375" y="730820"/>
            <a:ext cx="1686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Physical exam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725B98-2864-408A-961D-7948BE405377}"/>
              </a:ext>
            </a:extLst>
          </p:cNvPr>
          <p:cNvGrpSpPr/>
          <p:nvPr/>
        </p:nvGrpSpPr>
        <p:grpSpPr>
          <a:xfrm>
            <a:off x="8784466" y="1675171"/>
            <a:ext cx="1143359" cy="1466864"/>
            <a:chOff x="8804542" y="1569259"/>
            <a:chExt cx="1143359" cy="1466864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CA29471-E6F1-4A48-BB7F-B9328B4E01DD}"/>
                </a:ext>
              </a:extLst>
            </p:cNvPr>
            <p:cNvSpPr txBox="1"/>
            <p:nvPr/>
          </p:nvSpPr>
          <p:spPr>
            <a:xfrm>
              <a:off x="9196592" y="2112476"/>
              <a:ext cx="7513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CXR</a:t>
              </a:r>
            </a:p>
          </p:txBody>
        </p:sp>
        <p:sp>
          <p:nvSpPr>
            <p:cNvPr id="112" name="Right Brace 111">
              <a:extLst>
                <a:ext uri="{FF2B5EF4-FFF2-40B4-BE49-F238E27FC236}">
                  <a16:creationId xmlns:a16="http://schemas.microsoft.com/office/drawing/2014/main" id="{8E65A215-AA72-4F14-9FEB-3985CE7B3733}"/>
                </a:ext>
              </a:extLst>
            </p:cNvPr>
            <p:cNvSpPr/>
            <p:nvPr/>
          </p:nvSpPr>
          <p:spPr>
            <a:xfrm>
              <a:off x="8804542" y="1569259"/>
              <a:ext cx="338176" cy="146686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57E13150-811C-4A45-95AB-2D83FFDC6541}"/>
              </a:ext>
            </a:extLst>
          </p:cNvPr>
          <p:cNvSpPr txBox="1"/>
          <p:nvPr/>
        </p:nvSpPr>
        <p:spPr>
          <a:xfrm>
            <a:off x="9252260" y="3374392"/>
            <a:ext cx="652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CTPE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1EE185-A7E8-47B8-A93D-DB069E3B4A01}"/>
              </a:ext>
            </a:extLst>
          </p:cNvPr>
          <p:cNvGrpSpPr/>
          <p:nvPr/>
        </p:nvGrpSpPr>
        <p:grpSpPr>
          <a:xfrm>
            <a:off x="10618869" y="534236"/>
            <a:ext cx="1270208" cy="3297745"/>
            <a:chOff x="10618869" y="162608"/>
            <a:chExt cx="1270208" cy="3669374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9D417CA-DFE5-4A01-9711-1F2400B3EC58}"/>
                </a:ext>
              </a:extLst>
            </p:cNvPr>
            <p:cNvSpPr txBox="1"/>
            <p:nvPr/>
          </p:nvSpPr>
          <p:spPr>
            <a:xfrm>
              <a:off x="10818453" y="1657847"/>
              <a:ext cx="1070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ABG</a:t>
              </a:r>
            </a:p>
          </p:txBody>
        </p:sp>
        <p:sp>
          <p:nvSpPr>
            <p:cNvPr id="115" name="Right Brace 114">
              <a:extLst>
                <a:ext uri="{FF2B5EF4-FFF2-40B4-BE49-F238E27FC236}">
                  <a16:creationId xmlns:a16="http://schemas.microsoft.com/office/drawing/2014/main" id="{6EDE0742-CEB0-4200-98A8-23B4BE01586A}"/>
                </a:ext>
              </a:extLst>
            </p:cNvPr>
            <p:cNvSpPr/>
            <p:nvPr/>
          </p:nvSpPr>
          <p:spPr>
            <a:xfrm>
              <a:off x="10618869" y="162608"/>
              <a:ext cx="304630" cy="3669374"/>
            </a:xfrm>
            <a:prstGeom prst="rightBrace">
              <a:avLst>
                <a:gd name="adj1" fmla="val 8333"/>
                <a:gd name="adj2" fmla="val 4769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BF633513-52E2-4B9F-95FB-DD8219CDD3CC}"/>
              </a:ext>
            </a:extLst>
          </p:cNvPr>
          <p:cNvSpPr txBox="1"/>
          <p:nvPr/>
        </p:nvSpPr>
        <p:spPr>
          <a:xfrm>
            <a:off x="9204858" y="4040294"/>
            <a:ext cx="2078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CXR, ABG/ VBG</a:t>
            </a:r>
          </a:p>
          <a:p>
            <a:r>
              <a:rPr lang="en-US" sz="2000" dirty="0"/>
              <a:t>Physical exam</a:t>
            </a:r>
          </a:p>
        </p:txBody>
      </p:sp>
      <p:sp>
        <p:nvSpPr>
          <p:cNvPr id="117" name="Right Brace 116">
            <a:extLst>
              <a:ext uri="{FF2B5EF4-FFF2-40B4-BE49-F238E27FC236}">
                <a16:creationId xmlns:a16="http://schemas.microsoft.com/office/drawing/2014/main" id="{305646B2-C34F-4562-BBF9-0ABF80B0D28B}"/>
              </a:ext>
            </a:extLst>
          </p:cNvPr>
          <p:cNvSpPr/>
          <p:nvPr/>
        </p:nvSpPr>
        <p:spPr>
          <a:xfrm>
            <a:off x="8784466" y="4038627"/>
            <a:ext cx="338176" cy="6750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D2FE2B1-613E-4D02-895B-5B11E1534612}"/>
              </a:ext>
            </a:extLst>
          </p:cNvPr>
          <p:cNvGrpSpPr/>
          <p:nvPr/>
        </p:nvGrpSpPr>
        <p:grpSpPr>
          <a:xfrm>
            <a:off x="8586580" y="4730785"/>
            <a:ext cx="3550273" cy="882580"/>
            <a:chOff x="8586580" y="4730785"/>
            <a:chExt cx="3550273" cy="8825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B6226B9-0247-40F5-84F2-80D4274DFCCF}"/>
                </a:ext>
              </a:extLst>
            </p:cNvPr>
            <p:cNvGrpSpPr/>
            <p:nvPr/>
          </p:nvGrpSpPr>
          <p:grpSpPr>
            <a:xfrm>
              <a:off x="8586580" y="4730785"/>
              <a:ext cx="1910399" cy="510584"/>
              <a:chOff x="8586580" y="4730785"/>
              <a:chExt cx="1910399" cy="510584"/>
            </a:xfrm>
          </p:grpSpPr>
          <p:sp>
            <p:nvSpPr>
              <p:cNvPr id="118" name="Right Brace 117">
                <a:extLst>
                  <a:ext uri="{FF2B5EF4-FFF2-40B4-BE49-F238E27FC236}">
                    <a16:creationId xmlns:a16="http://schemas.microsoft.com/office/drawing/2014/main" id="{BC202074-07AC-41FB-96DA-F5D22CFFD235}"/>
                  </a:ext>
                </a:extLst>
              </p:cNvPr>
              <p:cNvSpPr/>
              <p:nvPr/>
            </p:nvSpPr>
            <p:spPr>
              <a:xfrm>
                <a:off x="8784466" y="4730785"/>
                <a:ext cx="332020" cy="510584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321AE5E7-787C-4ED8-B09B-6FCE5F16A45C}"/>
                  </a:ext>
                </a:extLst>
              </p:cNvPr>
              <p:cNvSpPr txBox="1"/>
              <p:nvPr/>
            </p:nvSpPr>
            <p:spPr>
              <a:xfrm>
                <a:off x="8586580" y="4796115"/>
                <a:ext cx="19103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ECG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6150038-3439-4332-875D-DFDE8AB3FBC2}"/>
                </a:ext>
              </a:extLst>
            </p:cNvPr>
            <p:cNvSpPr txBox="1"/>
            <p:nvPr/>
          </p:nvSpPr>
          <p:spPr>
            <a:xfrm>
              <a:off x="10349988" y="5105071"/>
              <a:ext cx="17868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Physical exam</a:t>
              </a:r>
            </a:p>
          </p:txBody>
        </p:sp>
        <p:sp>
          <p:nvSpPr>
            <p:cNvPr id="121" name="Right Brace 120">
              <a:extLst>
                <a:ext uri="{FF2B5EF4-FFF2-40B4-BE49-F238E27FC236}">
                  <a16:creationId xmlns:a16="http://schemas.microsoft.com/office/drawing/2014/main" id="{08C37BC8-2A12-4E9A-BA47-939BB6D5C2A5}"/>
                </a:ext>
              </a:extLst>
            </p:cNvPr>
            <p:cNvSpPr/>
            <p:nvPr/>
          </p:nvSpPr>
          <p:spPr>
            <a:xfrm>
              <a:off x="10002186" y="4975502"/>
              <a:ext cx="347802" cy="63786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563781F-34B8-416A-A02A-8D7D7411DEFA}"/>
              </a:ext>
            </a:extLst>
          </p:cNvPr>
          <p:cNvGrpSpPr/>
          <p:nvPr/>
        </p:nvGrpSpPr>
        <p:grpSpPr>
          <a:xfrm>
            <a:off x="8643928" y="5981730"/>
            <a:ext cx="2480089" cy="729764"/>
            <a:chOff x="8643928" y="5981730"/>
            <a:chExt cx="2480089" cy="729764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18F38AB-B4A1-4A00-9BD0-6687300D6A8F}"/>
                </a:ext>
              </a:extLst>
            </p:cNvPr>
            <p:cNvSpPr txBox="1"/>
            <p:nvPr/>
          </p:nvSpPr>
          <p:spPr>
            <a:xfrm>
              <a:off x="8643928" y="5981730"/>
              <a:ext cx="24800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BMP, ABG/ VBG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13DBB04-17AB-4330-B271-BB8FE97F467C}"/>
                </a:ext>
              </a:extLst>
            </p:cNvPr>
            <p:cNvSpPr txBox="1"/>
            <p:nvPr/>
          </p:nvSpPr>
          <p:spPr>
            <a:xfrm>
              <a:off x="9204858" y="6311384"/>
              <a:ext cx="12657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CBC</a:t>
              </a:r>
            </a:p>
          </p:txBody>
        </p:sp>
      </p:grpSp>
      <p:pic>
        <p:nvPicPr>
          <p:cNvPr id="124" name="Graphic 123" descr="Cursor">
            <a:extLst>
              <a:ext uri="{FF2B5EF4-FFF2-40B4-BE49-F238E27FC236}">
                <a16:creationId xmlns:a16="http://schemas.microsoft.com/office/drawing/2014/main" id="{5EEEF131-2A8D-4E9E-986D-C12EC8862D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720" y="289516"/>
            <a:ext cx="302458" cy="302458"/>
          </a:xfrm>
          <a:prstGeom prst="rect">
            <a:avLst/>
          </a:prstGeom>
        </p:spPr>
      </p:pic>
      <p:pic>
        <p:nvPicPr>
          <p:cNvPr id="125" name="Graphic 124" descr="Cursor">
            <a:extLst>
              <a:ext uri="{FF2B5EF4-FFF2-40B4-BE49-F238E27FC236}">
                <a16:creationId xmlns:a16="http://schemas.microsoft.com/office/drawing/2014/main" id="{6344D707-BCA0-4CC3-AFAC-91384CFB68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06440" y="1641392"/>
            <a:ext cx="302458" cy="302458"/>
          </a:xfrm>
          <a:prstGeom prst="rect">
            <a:avLst/>
          </a:prstGeom>
        </p:spPr>
      </p:pic>
      <p:pic>
        <p:nvPicPr>
          <p:cNvPr id="126" name="Graphic 125" descr="Cursor">
            <a:extLst>
              <a:ext uri="{FF2B5EF4-FFF2-40B4-BE49-F238E27FC236}">
                <a16:creationId xmlns:a16="http://schemas.microsoft.com/office/drawing/2014/main" id="{078164B0-4E55-4A15-8EAC-6CB6106A7F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3350" y="3290027"/>
            <a:ext cx="302458" cy="302458"/>
          </a:xfrm>
          <a:prstGeom prst="rect">
            <a:avLst/>
          </a:prstGeom>
        </p:spPr>
      </p:pic>
      <p:pic>
        <p:nvPicPr>
          <p:cNvPr id="131" name="Graphic 130" descr="Cursor">
            <a:extLst>
              <a:ext uri="{FF2B5EF4-FFF2-40B4-BE49-F238E27FC236}">
                <a16:creationId xmlns:a16="http://schemas.microsoft.com/office/drawing/2014/main" id="{4C77CE12-D93A-4CA5-A493-B44CE63E3D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2084" y="4106868"/>
            <a:ext cx="302458" cy="302458"/>
          </a:xfrm>
          <a:prstGeom prst="rect">
            <a:avLst/>
          </a:prstGeom>
        </p:spPr>
      </p:pic>
      <p:pic>
        <p:nvPicPr>
          <p:cNvPr id="132" name="Graphic 131" descr="Cursor">
            <a:extLst>
              <a:ext uri="{FF2B5EF4-FFF2-40B4-BE49-F238E27FC236}">
                <a16:creationId xmlns:a16="http://schemas.microsoft.com/office/drawing/2014/main" id="{F6AD7C36-D0B1-48F7-9D4A-264701EE37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8207" y="4777691"/>
            <a:ext cx="302458" cy="302458"/>
          </a:xfrm>
          <a:prstGeom prst="rect">
            <a:avLst/>
          </a:prstGeom>
        </p:spPr>
      </p:pic>
      <p:pic>
        <p:nvPicPr>
          <p:cNvPr id="133" name="Graphic 132" descr="Cursor">
            <a:extLst>
              <a:ext uri="{FF2B5EF4-FFF2-40B4-BE49-F238E27FC236}">
                <a16:creationId xmlns:a16="http://schemas.microsoft.com/office/drawing/2014/main" id="{BDB36F4C-2151-42DB-8E89-25081390F8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8690" y="5730912"/>
            <a:ext cx="302458" cy="302458"/>
          </a:xfrm>
          <a:prstGeom prst="rect">
            <a:avLst/>
          </a:prstGeom>
        </p:spPr>
      </p:pic>
      <p:sp>
        <p:nvSpPr>
          <p:cNvPr id="108" name="The 3 A's button">
            <a:hlinkClick r:id="rId7" action="ppaction://hlinksldjump"/>
            <a:extLst>
              <a:ext uri="{FF2B5EF4-FFF2-40B4-BE49-F238E27FC236}">
                <a16:creationId xmlns:a16="http://schemas.microsoft.com/office/drawing/2014/main" id="{498572C6-3CC1-4A7D-BC69-5A38B1AD8DD9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110" name="The 3 A's button">
            <a:hlinkClick r:id="rId8" action="ppaction://hlinksldjump"/>
            <a:extLst>
              <a:ext uri="{FF2B5EF4-FFF2-40B4-BE49-F238E27FC236}">
                <a16:creationId xmlns:a16="http://schemas.microsoft.com/office/drawing/2014/main" id="{570C489B-F787-4579-B3DD-9206A1C6A5B3}"/>
              </a:ext>
            </a:extLst>
          </p:cNvPr>
          <p:cNvSpPr/>
          <p:nvPr/>
        </p:nvSpPr>
        <p:spPr>
          <a:xfrm>
            <a:off x="2046729" y="6309537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0EA253-EE50-4982-A592-83F7679110E2}"/>
              </a:ext>
            </a:extLst>
          </p:cNvPr>
          <p:cNvSpPr txBox="1"/>
          <p:nvPr/>
        </p:nvSpPr>
        <p:spPr>
          <a:xfrm>
            <a:off x="9485788" y="65627"/>
            <a:ext cx="1820708" cy="369332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to Evaluate</a:t>
            </a:r>
          </a:p>
        </p:txBody>
      </p:sp>
      <p:sp>
        <p:nvSpPr>
          <p:cNvPr id="105" name="The 3 A's button">
            <a:hlinkClick r:id="rId9" action="ppaction://hlinksldjump"/>
            <a:extLst>
              <a:ext uri="{FF2B5EF4-FFF2-40B4-BE49-F238E27FC236}">
                <a16:creationId xmlns:a16="http://schemas.microsoft.com/office/drawing/2014/main" id="{086F361D-2BA4-4995-B7B4-5CBCED08FD00}"/>
              </a:ext>
            </a:extLst>
          </p:cNvPr>
          <p:cNvSpPr/>
          <p:nvPr/>
        </p:nvSpPr>
        <p:spPr>
          <a:xfrm>
            <a:off x="11124017" y="6326191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More Eval</a:t>
            </a:r>
          </a:p>
        </p:txBody>
      </p:sp>
    </p:spTree>
    <p:extLst>
      <p:ext uri="{BB962C8B-B14F-4D97-AF65-F5344CB8AC3E}">
        <p14:creationId xmlns:p14="http://schemas.microsoft.com/office/powerpoint/2010/main" val="337851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106" grpId="0"/>
      <p:bldP spid="113" grpId="0"/>
      <p:bldP spid="116" grpId="0"/>
      <p:bldP spid="116" grpId="1"/>
      <p:bldP spid="117" grpId="0" animBg="1"/>
      <p:bldP spid="11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lue rectangle">
            <a:extLst>
              <a:ext uri="{FF2B5EF4-FFF2-40B4-BE49-F238E27FC236}">
                <a16:creationId xmlns:a16="http://schemas.microsoft.com/office/drawing/2014/main" id="{9E6955DD-FAD4-460E-958E-9AB486381CCA}"/>
              </a:ext>
            </a:extLst>
          </p:cNvPr>
          <p:cNvSpPr/>
          <p:nvPr/>
        </p:nvSpPr>
        <p:spPr>
          <a:xfrm>
            <a:off x="3997698" y="139737"/>
            <a:ext cx="4663155" cy="3884202"/>
          </a:xfrm>
          <a:prstGeom prst="roundRect">
            <a:avLst>
              <a:gd name="adj" fmla="val 352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MSK box">
            <a:extLst>
              <a:ext uri="{FF2B5EF4-FFF2-40B4-BE49-F238E27FC236}">
                <a16:creationId xmlns:a16="http://schemas.microsoft.com/office/drawing/2014/main" id="{9E959B60-AB30-4868-8D8D-73C7743FFD51}"/>
              </a:ext>
            </a:extLst>
          </p:cNvPr>
          <p:cNvSpPr/>
          <p:nvPr/>
        </p:nvSpPr>
        <p:spPr>
          <a:xfrm>
            <a:off x="3993660" y="4000454"/>
            <a:ext cx="4667194" cy="721250"/>
          </a:xfrm>
          <a:prstGeom prst="roundRect">
            <a:avLst>
              <a:gd name="adj" fmla="val 10081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Pink box">
            <a:extLst>
              <a:ext uri="{FF2B5EF4-FFF2-40B4-BE49-F238E27FC236}">
                <a16:creationId xmlns:a16="http://schemas.microsoft.com/office/drawing/2014/main" id="{7F49D76E-B774-4D38-BC52-4F5F68D4D456}"/>
              </a:ext>
            </a:extLst>
          </p:cNvPr>
          <p:cNvSpPr/>
          <p:nvPr/>
        </p:nvSpPr>
        <p:spPr>
          <a:xfrm>
            <a:off x="3993659" y="4713713"/>
            <a:ext cx="4675777" cy="1013216"/>
          </a:xfrm>
          <a:prstGeom prst="roundRect">
            <a:avLst>
              <a:gd name="adj" fmla="val 11979"/>
            </a:avLst>
          </a:prstGeom>
          <a:gradFill>
            <a:gsLst>
              <a:gs pos="0">
                <a:srgbClr val="F6CACA"/>
              </a:gs>
              <a:gs pos="99000">
                <a:srgbClr val="F1ABAB"/>
              </a:gs>
            </a:gsLst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Yellow box">
            <a:extLst>
              <a:ext uri="{FF2B5EF4-FFF2-40B4-BE49-F238E27FC236}">
                <a16:creationId xmlns:a16="http://schemas.microsoft.com/office/drawing/2014/main" id="{AC43ABB6-0CE7-4530-A61A-F790FD979BAE}"/>
              </a:ext>
            </a:extLst>
          </p:cNvPr>
          <p:cNvSpPr/>
          <p:nvPr/>
        </p:nvSpPr>
        <p:spPr>
          <a:xfrm>
            <a:off x="3980706" y="5693935"/>
            <a:ext cx="4696260" cy="1013217"/>
          </a:xfrm>
          <a:prstGeom prst="roundRect">
            <a:avLst>
              <a:gd name="adj" fmla="val 1080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1E9DA-9EEE-49D1-AAAF-15A24ADFED0B}"/>
              </a:ext>
            </a:extLst>
          </p:cNvPr>
          <p:cNvSpPr txBox="1"/>
          <p:nvPr/>
        </p:nvSpPr>
        <p:spPr>
          <a:xfrm>
            <a:off x="5351590" y="6145073"/>
            <a:ext cx="1964273" cy="333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u="sng" dirty="0"/>
          </a:p>
        </p:txBody>
      </p:sp>
      <p:sp>
        <p:nvSpPr>
          <p:cNvPr id="52" name="3 A's explanation">
            <a:extLst>
              <a:ext uri="{FF2B5EF4-FFF2-40B4-BE49-F238E27FC236}">
                <a16:creationId xmlns:a16="http://schemas.microsoft.com/office/drawing/2014/main" id="{B433EE3C-B570-4A1B-A424-BE58D2DD06CE}"/>
              </a:ext>
            </a:extLst>
          </p:cNvPr>
          <p:cNvSpPr txBox="1"/>
          <p:nvPr/>
        </p:nvSpPr>
        <p:spPr>
          <a:xfrm>
            <a:off x="4429843" y="5738878"/>
            <a:ext cx="3988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Anxiety</a:t>
            </a:r>
          </a:p>
          <a:p>
            <a:pPr algn="ctr"/>
            <a:r>
              <a:rPr lang="en-US" dirty="0"/>
              <a:t>Acidosis (metabolic and respiratory)</a:t>
            </a:r>
          </a:p>
          <a:p>
            <a:pPr algn="ctr"/>
            <a:r>
              <a:rPr lang="en-US" dirty="0"/>
              <a:t>Anemia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87EFBAA-A30D-4711-8F20-F763E8E2D873}"/>
              </a:ext>
            </a:extLst>
          </p:cNvPr>
          <p:cNvCxnSpPr>
            <a:cxnSpLocks/>
          </p:cNvCxnSpPr>
          <p:nvPr/>
        </p:nvCxnSpPr>
        <p:spPr>
          <a:xfrm>
            <a:off x="3060707" y="1149345"/>
            <a:ext cx="1464496" cy="165469"/>
          </a:xfrm>
          <a:prstGeom prst="line">
            <a:avLst/>
          </a:prstGeo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Fills alveoli">
            <a:extLst>
              <a:ext uri="{FF2B5EF4-FFF2-40B4-BE49-F238E27FC236}">
                <a16:creationId xmlns:a16="http://schemas.microsoft.com/office/drawing/2014/main" id="{221D192A-AEC9-4BEC-95DA-2EF6B4370EC2}"/>
              </a:ext>
            </a:extLst>
          </p:cNvPr>
          <p:cNvSpPr txBox="1"/>
          <p:nvPr/>
        </p:nvSpPr>
        <p:spPr>
          <a:xfrm>
            <a:off x="4184908" y="1959853"/>
            <a:ext cx="20327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Fills alveoli</a:t>
            </a:r>
          </a:p>
        </p:txBody>
      </p:sp>
      <p:sp>
        <p:nvSpPr>
          <p:cNvPr id="60" name="Collapses alveoli">
            <a:extLst>
              <a:ext uri="{FF2B5EF4-FFF2-40B4-BE49-F238E27FC236}">
                <a16:creationId xmlns:a16="http://schemas.microsoft.com/office/drawing/2014/main" id="{B835DFB3-56F6-4F5A-BB32-53BCE3361D57}"/>
              </a:ext>
            </a:extLst>
          </p:cNvPr>
          <p:cNvSpPr txBox="1"/>
          <p:nvPr/>
        </p:nvSpPr>
        <p:spPr>
          <a:xfrm>
            <a:off x="6201394" y="1971863"/>
            <a:ext cx="25024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Collapses alveoli</a:t>
            </a:r>
          </a:p>
        </p:txBody>
      </p:sp>
      <p:grpSp>
        <p:nvGrpSpPr>
          <p:cNvPr id="97" name="Cardiac explanation">
            <a:extLst>
              <a:ext uri="{FF2B5EF4-FFF2-40B4-BE49-F238E27FC236}">
                <a16:creationId xmlns:a16="http://schemas.microsoft.com/office/drawing/2014/main" id="{AC179ACC-98D8-4CD2-ACE5-162851D54F2F}"/>
              </a:ext>
            </a:extLst>
          </p:cNvPr>
          <p:cNvGrpSpPr/>
          <p:nvPr/>
        </p:nvGrpSpPr>
        <p:grpSpPr>
          <a:xfrm>
            <a:off x="4195210" y="4730785"/>
            <a:ext cx="4212840" cy="923330"/>
            <a:chOff x="4196079" y="4591048"/>
            <a:chExt cx="4212840" cy="92333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4A5A854-CA71-4E88-A92F-D3AA68C28FE6}"/>
                </a:ext>
              </a:extLst>
            </p:cNvPr>
            <p:cNvSpPr txBox="1"/>
            <p:nvPr/>
          </p:nvSpPr>
          <p:spPr>
            <a:xfrm>
              <a:off x="4196079" y="4591048"/>
              <a:ext cx="25432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Myocardial infarction</a:t>
              </a:r>
            </a:p>
            <a:p>
              <a:pPr algn="ctr"/>
              <a:r>
                <a:rPr lang="en-US" dirty="0"/>
                <a:t>Arrhythmias </a:t>
              </a:r>
            </a:p>
            <a:p>
              <a:pPr algn="ctr"/>
              <a:r>
                <a:rPr lang="en-US" dirty="0"/>
                <a:t>Valvular disease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2C9077C-7E4F-4BBC-93BC-AB958E172750}"/>
                </a:ext>
              </a:extLst>
            </p:cNvPr>
            <p:cNvSpPr txBox="1"/>
            <p:nvPr/>
          </p:nvSpPr>
          <p:spPr>
            <a:xfrm>
              <a:off x="6479402" y="4868047"/>
              <a:ext cx="1929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Pericardial disease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AC60189-8E16-495E-9D52-948D00F3E4A9}"/>
              </a:ext>
            </a:extLst>
          </p:cNvPr>
          <p:cNvSpPr txBox="1"/>
          <p:nvPr/>
        </p:nvSpPr>
        <p:spPr>
          <a:xfrm>
            <a:off x="4280835" y="614907"/>
            <a:ext cx="40938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Anaphylaxis, angioedema</a:t>
            </a:r>
          </a:p>
        </p:txBody>
      </p:sp>
      <p:sp>
        <p:nvSpPr>
          <p:cNvPr id="96" name="MSK explanation">
            <a:extLst>
              <a:ext uri="{FF2B5EF4-FFF2-40B4-BE49-F238E27FC236}">
                <a16:creationId xmlns:a16="http://schemas.microsoft.com/office/drawing/2014/main" id="{130E683A-0525-4C46-9C94-C9C5C1EBBDDC}"/>
              </a:ext>
            </a:extLst>
          </p:cNvPr>
          <p:cNvSpPr txBox="1"/>
          <p:nvPr/>
        </p:nvSpPr>
        <p:spPr>
          <a:xfrm>
            <a:off x="5083445" y="4035888"/>
            <a:ext cx="250247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Diaphragm dysfunction</a:t>
            </a:r>
          </a:p>
          <a:p>
            <a:pPr algn="ctr"/>
            <a:r>
              <a:rPr lang="en-US" dirty="0"/>
              <a:t>Abdominal pressure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C48CA-F199-44A1-A5B8-1EE156B029A2}"/>
              </a:ext>
            </a:extLst>
          </p:cNvPr>
          <p:cNvSpPr/>
          <p:nvPr/>
        </p:nvSpPr>
        <p:spPr>
          <a:xfrm>
            <a:off x="4583797" y="897263"/>
            <a:ext cx="37614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Mucus plugging, airway stenosis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88589-30D7-4607-AA50-A5F7DDC4AEB4}"/>
              </a:ext>
            </a:extLst>
          </p:cNvPr>
          <p:cNvSpPr/>
          <p:nvPr/>
        </p:nvSpPr>
        <p:spPr>
          <a:xfrm>
            <a:off x="4601944" y="1215520"/>
            <a:ext cx="3604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Bronchoconstriction (COPD, asthma)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727074A-9A21-4790-BB45-C0B6D951D06E}"/>
              </a:ext>
            </a:extLst>
          </p:cNvPr>
          <p:cNvSpPr/>
          <p:nvPr/>
        </p:nvSpPr>
        <p:spPr>
          <a:xfrm>
            <a:off x="4029769" y="2312531"/>
            <a:ext cx="22254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Blood = DAH</a:t>
            </a:r>
          </a:p>
          <a:p>
            <a:pPr algn="ctr"/>
            <a:r>
              <a:rPr lang="en-US" dirty="0"/>
              <a:t>Pus = pneumonia</a:t>
            </a:r>
          </a:p>
          <a:p>
            <a:pPr algn="ctr"/>
            <a:r>
              <a:rPr lang="en-US" dirty="0"/>
              <a:t>Water = edema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5A1C863-B36A-45E5-849F-BE282D120113}"/>
              </a:ext>
            </a:extLst>
          </p:cNvPr>
          <p:cNvSpPr/>
          <p:nvPr/>
        </p:nvSpPr>
        <p:spPr>
          <a:xfrm>
            <a:off x="6175213" y="2275091"/>
            <a:ext cx="25024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Atelectasis</a:t>
            </a:r>
          </a:p>
          <a:p>
            <a:pPr algn="ctr"/>
            <a:r>
              <a:rPr lang="en-US" dirty="0"/>
              <a:t>Pleural process (blood, pus, water, air)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D78F96-F143-4862-BD47-205DC885CC75}"/>
              </a:ext>
            </a:extLst>
          </p:cNvPr>
          <p:cNvSpPr txBox="1"/>
          <p:nvPr/>
        </p:nvSpPr>
        <p:spPr>
          <a:xfrm>
            <a:off x="5099677" y="3595217"/>
            <a:ext cx="25024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Pulmonary embolism</a:t>
            </a:r>
          </a:p>
        </p:txBody>
      </p:sp>
      <p:sp>
        <p:nvSpPr>
          <p:cNvPr id="79" name="Title 3">
            <a:extLst>
              <a:ext uri="{FF2B5EF4-FFF2-40B4-BE49-F238E27FC236}">
                <a16:creationId xmlns:a16="http://schemas.microsoft.com/office/drawing/2014/main" id="{F328A047-0ADE-499C-8A09-0FDFCDA6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6" y="287813"/>
            <a:ext cx="3543974" cy="78751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2. Evaluation and Diagnostics</a:t>
            </a:r>
          </a:p>
        </p:txBody>
      </p:sp>
      <p:sp>
        <p:nvSpPr>
          <p:cNvPr id="54" name="Airways">
            <a:extLst>
              <a:ext uri="{FF2B5EF4-FFF2-40B4-BE49-F238E27FC236}">
                <a16:creationId xmlns:a16="http://schemas.microsoft.com/office/drawing/2014/main" id="{55950AF9-F590-4B0E-9DE0-7854050607A3}"/>
              </a:ext>
            </a:extLst>
          </p:cNvPr>
          <p:cNvSpPr txBox="1"/>
          <p:nvPr/>
        </p:nvSpPr>
        <p:spPr>
          <a:xfrm>
            <a:off x="5669006" y="210769"/>
            <a:ext cx="1350295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Airways</a:t>
            </a:r>
          </a:p>
        </p:txBody>
      </p:sp>
      <p:sp>
        <p:nvSpPr>
          <p:cNvPr id="55" name="Alveoli">
            <a:extLst>
              <a:ext uri="{FF2B5EF4-FFF2-40B4-BE49-F238E27FC236}">
                <a16:creationId xmlns:a16="http://schemas.microsoft.com/office/drawing/2014/main" id="{BE29A617-D8E6-4AB0-B066-808E93058633}"/>
              </a:ext>
            </a:extLst>
          </p:cNvPr>
          <p:cNvSpPr txBox="1"/>
          <p:nvPr/>
        </p:nvSpPr>
        <p:spPr>
          <a:xfrm>
            <a:off x="5708675" y="1561206"/>
            <a:ext cx="1327483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Alveoli</a:t>
            </a:r>
          </a:p>
        </p:txBody>
      </p:sp>
      <p:sp>
        <p:nvSpPr>
          <p:cNvPr id="56" name="Vessels">
            <a:extLst>
              <a:ext uri="{FF2B5EF4-FFF2-40B4-BE49-F238E27FC236}">
                <a16:creationId xmlns:a16="http://schemas.microsoft.com/office/drawing/2014/main" id="{1D16826A-B89B-40F2-997F-DE8A5C10591F}"/>
              </a:ext>
            </a:extLst>
          </p:cNvPr>
          <p:cNvSpPr txBox="1"/>
          <p:nvPr/>
        </p:nvSpPr>
        <p:spPr>
          <a:xfrm>
            <a:off x="5585731" y="3224288"/>
            <a:ext cx="1450428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Vessels</a:t>
            </a:r>
          </a:p>
        </p:txBody>
      </p:sp>
      <p:pic>
        <p:nvPicPr>
          <p:cNvPr id="127" name="Graphic 126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27BC425-FF45-4578-8860-22DEAE19C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CDE82271-47F8-4A32-8D4F-929D75F9DE37}"/>
              </a:ext>
            </a:extLst>
          </p:cNvPr>
          <p:cNvSpPr txBox="1"/>
          <p:nvPr/>
        </p:nvSpPr>
        <p:spPr>
          <a:xfrm>
            <a:off x="8764375" y="730820"/>
            <a:ext cx="1686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Physical exam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725B98-2864-408A-961D-7948BE405377}"/>
              </a:ext>
            </a:extLst>
          </p:cNvPr>
          <p:cNvGrpSpPr/>
          <p:nvPr/>
        </p:nvGrpSpPr>
        <p:grpSpPr>
          <a:xfrm>
            <a:off x="8784466" y="1675171"/>
            <a:ext cx="1143359" cy="1466864"/>
            <a:chOff x="8804542" y="1569259"/>
            <a:chExt cx="1143359" cy="1466864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CA29471-E6F1-4A48-BB7F-B9328B4E01DD}"/>
                </a:ext>
              </a:extLst>
            </p:cNvPr>
            <p:cNvSpPr txBox="1"/>
            <p:nvPr/>
          </p:nvSpPr>
          <p:spPr>
            <a:xfrm>
              <a:off x="9196592" y="2112476"/>
              <a:ext cx="7513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CXR</a:t>
              </a:r>
            </a:p>
          </p:txBody>
        </p:sp>
        <p:sp>
          <p:nvSpPr>
            <p:cNvPr id="112" name="Right Brace 111">
              <a:extLst>
                <a:ext uri="{FF2B5EF4-FFF2-40B4-BE49-F238E27FC236}">
                  <a16:creationId xmlns:a16="http://schemas.microsoft.com/office/drawing/2014/main" id="{8E65A215-AA72-4F14-9FEB-3985CE7B3733}"/>
                </a:ext>
              </a:extLst>
            </p:cNvPr>
            <p:cNvSpPr/>
            <p:nvPr/>
          </p:nvSpPr>
          <p:spPr>
            <a:xfrm>
              <a:off x="8804542" y="1569259"/>
              <a:ext cx="338176" cy="146686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57E13150-811C-4A45-95AB-2D83FFDC6541}"/>
              </a:ext>
            </a:extLst>
          </p:cNvPr>
          <p:cNvSpPr txBox="1"/>
          <p:nvPr/>
        </p:nvSpPr>
        <p:spPr>
          <a:xfrm>
            <a:off x="9252260" y="3374392"/>
            <a:ext cx="652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CTPE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1EE185-A7E8-47B8-A93D-DB069E3B4A01}"/>
              </a:ext>
            </a:extLst>
          </p:cNvPr>
          <p:cNvGrpSpPr/>
          <p:nvPr/>
        </p:nvGrpSpPr>
        <p:grpSpPr>
          <a:xfrm>
            <a:off x="10618869" y="534236"/>
            <a:ext cx="1270208" cy="3297745"/>
            <a:chOff x="10618869" y="162608"/>
            <a:chExt cx="1270208" cy="3669374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9D417CA-DFE5-4A01-9711-1F2400B3EC58}"/>
                </a:ext>
              </a:extLst>
            </p:cNvPr>
            <p:cNvSpPr txBox="1"/>
            <p:nvPr/>
          </p:nvSpPr>
          <p:spPr>
            <a:xfrm>
              <a:off x="10818453" y="1657847"/>
              <a:ext cx="1070624" cy="445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ABG</a:t>
              </a:r>
            </a:p>
          </p:txBody>
        </p:sp>
        <p:sp>
          <p:nvSpPr>
            <p:cNvPr id="115" name="Right Brace 114">
              <a:extLst>
                <a:ext uri="{FF2B5EF4-FFF2-40B4-BE49-F238E27FC236}">
                  <a16:creationId xmlns:a16="http://schemas.microsoft.com/office/drawing/2014/main" id="{6EDE0742-CEB0-4200-98A8-23B4BE01586A}"/>
                </a:ext>
              </a:extLst>
            </p:cNvPr>
            <p:cNvSpPr/>
            <p:nvPr/>
          </p:nvSpPr>
          <p:spPr>
            <a:xfrm>
              <a:off x="10618869" y="162608"/>
              <a:ext cx="304630" cy="3669374"/>
            </a:xfrm>
            <a:prstGeom prst="rightBrace">
              <a:avLst>
                <a:gd name="adj1" fmla="val 8333"/>
                <a:gd name="adj2" fmla="val 4769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BF633513-52E2-4B9F-95FB-DD8219CDD3CC}"/>
              </a:ext>
            </a:extLst>
          </p:cNvPr>
          <p:cNvSpPr txBox="1"/>
          <p:nvPr/>
        </p:nvSpPr>
        <p:spPr>
          <a:xfrm>
            <a:off x="9204858" y="4040294"/>
            <a:ext cx="2078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CXR, ABG/ VBG</a:t>
            </a:r>
          </a:p>
          <a:p>
            <a:r>
              <a:rPr lang="en-US" sz="2000" dirty="0"/>
              <a:t>Physical exam</a:t>
            </a:r>
          </a:p>
        </p:txBody>
      </p:sp>
      <p:sp>
        <p:nvSpPr>
          <p:cNvPr id="117" name="Right Brace 116">
            <a:extLst>
              <a:ext uri="{FF2B5EF4-FFF2-40B4-BE49-F238E27FC236}">
                <a16:creationId xmlns:a16="http://schemas.microsoft.com/office/drawing/2014/main" id="{305646B2-C34F-4562-BBF9-0ABF80B0D28B}"/>
              </a:ext>
            </a:extLst>
          </p:cNvPr>
          <p:cNvSpPr/>
          <p:nvPr/>
        </p:nvSpPr>
        <p:spPr>
          <a:xfrm>
            <a:off x="8784466" y="4038627"/>
            <a:ext cx="338176" cy="6750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D2FE2B1-613E-4D02-895B-5B11E1534612}"/>
              </a:ext>
            </a:extLst>
          </p:cNvPr>
          <p:cNvGrpSpPr/>
          <p:nvPr/>
        </p:nvGrpSpPr>
        <p:grpSpPr>
          <a:xfrm>
            <a:off x="8586580" y="4730785"/>
            <a:ext cx="3550273" cy="882580"/>
            <a:chOff x="8586580" y="4730785"/>
            <a:chExt cx="3550273" cy="8825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B6226B9-0247-40F5-84F2-80D4274DFCCF}"/>
                </a:ext>
              </a:extLst>
            </p:cNvPr>
            <p:cNvGrpSpPr/>
            <p:nvPr/>
          </p:nvGrpSpPr>
          <p:grpSpPr>
            <a:xfrm>
              <a:off x="8586580" y="4730785"/>
              <a:ext cx="1910399" cy="510584"/>
              <a:chOff x="8586580" y="4730785"/>
              <a:chExt cx="1910399" cy="510584"/>
            </a:xfrm>
          </p:grpSpPr>
          <p:sp>
            <p:nvSpPr>
              <p:cNvPr id="118" name="Right Brace 117">
                <a:extLst>
                  <a:ext uri="{FF2B5EF4-FFF2-40B4-BE49-F238E27FC236}">
                    <a16:creationId xmlns:a16="http://schemas.microsoft.com/office/drawing/2014/main" id="{BC202074-07AC-41FB-96DA-F5D22CFFD235}"/>
                  </a:ext>
                </a:extLst>
              </p:cNvPr>
              <p:cNvSpPr/>
              <p:nvPr/>
            </p:nvSpPr>
            <p:spPr>
              <a:xfrm>
                <a:off x="8784466" y="4730785"/>
                <a:ext cx="332020" cy="510584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321AE5E7-787C-4ED8-B09B-6FCE5F16A45C}"/>
                  </a:ext>
                </a:extLst>
              </p:cNvPr>
              <p:cNvSpPr txBox="1"/>
              <p:nvPr/>
            </p:nvSpPr>
            <p:spPr>
              <a:xfrm>
                <a:off x="8586580" y="4796115"/>
                <a:ext cx="19103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ECG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6150038-3439-4332-875D-DFDE8AB3FBC2}"/>
                </a:ext>
              </a:extLst>
            </p:cNvPr>
            <p:cNvSpPr txBox="1"/>
            <p:nvPr/>
          </p:nvSpPr>
          <p:spPr>
            <a:xfrm>
              <a:off x="10349988" y="5105071"/>
              <a:ext cx="17868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Physical exam</a:t>
              </a:r>
            </a:p>
          </p:txBody>
        </p:sp>
        <p:sp>
          <p:nvSpPr>
            <p:cNvPr id="121" name="Right Brace 120">
              <a:extLst>
                <a:ext uri="{FF2B5EF4-FFF2-40B4-BE49-F238E27FC236}">
                  <a16:creationId xmlns:a16="http://schemas.microsoft.com/office/drawing/2014/main" id="{08C37BC8-2A12-4E9A-BA47-939BB6D5C2A5}"/>
                </a:ext>
              </a:extLst>
            </p:cNvPr>
            <p:cNvSpPr/>
            <p:nvPr/>
          </p:nvSpPr>
          <p:spPr>
            <a:xfrm>
              <a:off x="10002186" y="4975502"/>
              <a:ext cx="347802" cy="63786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563781F-34B8-416A-A02A-8D7D7411DEFA}"/>
              </a:ext>
            </a:extLst>
          </p:cNvPr>
          <p:cNvGrpSpPr/>
          <p:nvPr/>
        </p:nvGrpSpPr>
        <p:grpSpPr>
          <a:xfrm>
            <a:off x="8643928" y="5981730"/>
            <a:ext cx="2480089" cy="729764"/>
            <a:chOff x="8643928" y="5981730"/>
            <a:chExt cx="2480089" cy="729764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18F38AB-B4A1-4A00-9BD0-6687300D6A8F}"/>
                </a:ext>
              </a:extLst>
            </p:cNvPr>
            <p:cNvSpPr txBox="1"/>
            <p:nvPr/>
          </p:nvSpPr>
          <p:spPr>
            <a:xfrm>
              <a:off x="8643928" y="5981730"/>
              <a:ext cx="24800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BMP, ABG/ VBG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13DBB04-17AB-4330-B271-BB8FE97F467C}"/>
                </a:ext>
              </a:extLst>
            </p:cNvPr>
            <p:cNvSpPr txBox="1"/>
            <p:nvPr/>
          </p:nvSpPr>
          <p:spPr>
            <a:xfrm>
              <a:off x="9204858" y="6311384"/>
              <a:ext cx="12657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CBC</a:t>
              </a:r>
            </a:p>
          </p:txBody>
        </p:sp>
      </p:grpSp>
      <p:sp>
        <p:nvSpPr>
          <p:cNvPr id="108" name="The 3 A's button">
            <a:hlinkClick r:id="rId5" action="ppaction://hlinksldjump"/>
            <a:extLst>
              <a:ext uri="{FF2B5EF4-FFF2-40B4-BE49-F238E27FC236}">
                <a16:creationId xmlns:a16="http://schemas.microsoft.com/office/drawing/2014/main" id="{498572C6-3CC1-4A7D-BC69-5A38B1AD8DD9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110" name="The 3 A's button">
            <a:hlinkClick r:id="rId6" action="ppaction://hlinksldjump"/>
            <a:extLst>
              <a:ext uri="{FF2B5EF4-FFF2-40B4-BE49-F238E27FC236}">
                <a16:creationId xmlns:a16="http://schemas.microsoft.com/office/drawing/2014/main" id="{570C489B-F787-4579-B3DD-9206A1C6A5B3}"/>
              </a:ext>
            </a:extLst>
          </p:cNvPr>
          <p:cNvSpPr/>
          <p:nvPr/>
        </p:nvSpPr>
        <p:spPr>
          <a:xfrm>
            <a:off x="2046729" y="6309537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0EA253-EE50-4982-A592-83F7679110E2}"/>
              </a:ext>
            </a:extLst>
          </p:cNvPr>
          <p:cNvSpPr txBox="1"/>
          <p:nvPr/>
        </p:nvSpPr>
        <p:spPr>
          <a:xfrm>
            <a:off x="9485788" y="65627"/>
            <a:ext cx="1820708" cy="369332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to Evaluate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4" name="Slide Zoom 63">
                <a:extLst>
                  <a:ext uri="{FF2B5EF4-FFF2-40B4-BE49-F238E27FC236}">
                    <a16:creationId xmlns:a16="http://schemas.microsoft.com/office/drawing/2014/main" id="{158F1530-C117-45DE-82C5-73A633F8AC8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1356244"/>
                  </p:ext>
                </p:extLst>
              </p:nvPr>
            </p:nvGraphicFramePr>
            <p:xfrm>
              <a:off x="285750" y="4038600"/>
              <a:ext cx="3048000" cy="1714500"/>
            </p:xfrm>
            <a:graphic>
              <a:graphicData uri="http://schemas.microsoft.com/office/powerpoint/2016/slidezoom">
                <pslz:sldZm>
                  <pslz:sldZmObj sldId="400" cId="1311992673">
                    <pslz:zmPr id="{88DCD6A1-2D79-4FB1-B328-2C36DE42C3AC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4" name="Slide Zoom 63">
                <a:extLst>
                  <a:ext uri="{FF2B5EF4-FFF2-40B4-BE49-F238E27FC236}">
                    <a16:creationId xmlns:a16="http://schemas.microsoft.com/office/drawing/2014/main" id="{158F1530-C117-45DE-82C5-73A633F8AC8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5750" y="403860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E8A6A215-7170-4B76-8A5B-FF4AF2ED100E}"/>
              </a:ext>
            </a:extLst>
          </p:cNvPr>
          <p:cNvSpPr/>
          <p:nvPr/>
        </p:nvSpPr>
        <p:spPr>
          <a:xfrm>
            <a:off x="156757" y="1654833"/>
            <a:ext cx="36693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Important diagnostic tests:</a:t>
            </a:r>
          </a:p>
          <a:p>
            <a:pPr algn="ctr"/>
            <a:r>
              <a:rPr lang="en-US" sz="2400" dirty="0"/>
              <a:t>CXR</a:t>
            </a:r>
          </a:p>
          <a:p>
            <a:pPr algn="ctr"/>
            <a:r>
              <a:rPr lang="en-US" sz="2400" dirty="0"/>
              <a:t>ECG</a:t>
            </a:r>
          </a:p>
          <a:p>
            <a:pPr algn="ctr"/>
            <a:r>
              <a:rPr lang="en-US" sz="2400" dirty="0"/>
              <a:t>CBC</a:t>
            </a:r>
          </a:p>
        </p:txBody>
      </p:sp>
      <p:sp>
        <p:nvSpPr>
          <p:cNvPr id="128" name="ABG vs. VBG">
            <a:extLst>
              <a:ext uri="{FF2B5EF4-FFF2-40B4-BE49-F238E27FC236}">
                <a16:creationId xmlns:a16="http://schemas.microsoft.com/office/drawing/2014/main" id="{EED470D8-BFAD-4D1C-A0F2-B7C5221B26EF}"/>
              </a:ext>
            </a:extLst>
          </p:cNvPr>
          <p:cNvSpPr/>
          <p:nvPr/>
        </p:nvSpPr>
        <p:spPr>
          <a:xfrm>
            <a:off x="1020964" y="3194010"/>
            <a:ext cx="1962971" cy="42612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ABG vs. VBG</a:t>
            </a:r>
          </a:p>
        </p:txBody>
      </p:sp>
      <p:pic>
        <p:nvPicPr>
          <p:cNvPr id="129" name="Graphic 128" descr="Cursor">
            <a:extLst>
              <a:ext uri="{FF2B5EF4-FFF2-40B4-BE49-F238E27FC236}">
                <a16:creationId xmlns:a16="http://schemas.microsoft.com/office/drawing/2014/main" id="{C9257410-1E9F-4009-B176-174AE53A24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82839" y="3468909"/>
            <a:ext cx="302458" cy="30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11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4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3. Hypoxemia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56BDA-EC05-4585-93A2-6E0CF122B673}"/>
              </a:ext>
            </a:extLst>
          </p:cNvPr>
          <p:cNvSpPr/>
          <p:nvPr/>
        </p:nvSpPr>
        <p:spPr>
          <a:xfrm>
            <a:off x="9055751" y="2195416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41FD3D-2E57-49CA-ABFB-B28878A98C88}"/>
              </a:ext>
            </a:extLst>
          </p:cNvPr>
          <p:cNvSpPr/>
          <p:nvPr/>
        </p:nvSpPr>
        <p:spPr>
          <a:xfrm>
            <a:off x="5923646" y="429591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B46DB-04AE-47FB-8B07-181B122ECCD6}"/>
              </a:ext>
            </a:extLst>
          </p:cNvPr>
          <p:cNvSpPr/>
          <p:nvPr/>
        </p:nvSpPr>
        <p:spPr>
          <a:xfrm>
            <a:off x="10402092" y="3974283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6D11A3D-1E82-468C-945C-34769C51AAF0}"/>
              </a:ext>
            </a:extLst>
          </p:cNvPr>
          <p:cNvSpPr/>
          <p:nvPr/>
        </p:nvSpPr>
        <p:spPr>
          <a:xfrm>
            <a:off x="6137522" y="3442710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94DE5E-BB40-46C1-8CCC-0683C5A551EB}"/>
              </a:ext>
            </a:extLst>
          </p:cNvPr>
          <p:cNvSpPr/>
          <p:nvPr/>
        </p:nvSpPr>
        <p:spPr>
          <a:xfrm>
            <a:off x="5923646" y="3602879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8A972-E2AF-46C3-87EC-E3613EDBD877}"/>
              </a:ext>
            </a:extLst>
          </p:cNvPr>
          <p:cNvSpPr/>
          <p:nvPr/>
        </p:nvSpPr>
        <p:spPr>
          <a:xfrm>
            <a:off x="7497392" y="1026641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3A49-0A38-45C0-935C-D5AC44C83D6C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BC77C-A768-47A3-9FC8-74D8A9926D3A}"/>
              </a:ext>
            </a:extLst>
          </p:cNvPr>
          <p:cNvSpPr/>
          <p:nvPr/>
        </p:nvSpPr>
        <p:spPr>
          <a:xfrm>
            <a:off x="6608972" y="3850403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E74560F-01AE-400F-BEC2-AC64E824B7E6}"/>
              </a:ext>
            </a:extLst>
          </p:cNvPr>
          <p:cNvSpPr/>
          <p:nvPr/>
        </p:nvSpPr>
        <p:spPr>
          <a:xfrm>
            <a:off x="7637709" y="2494337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E19190-16A3-4A18-91F1-EA00B16E5650}"/>
              </a:ext>
            </a:extLst>
          </p:cNvPr>
          <p:cNvSpPr/>
          <p:nvPr/>
        </p:nvSpPr>
        <p:spPr>
          <a:xfrm>
            <a:off x="8064413" y="493476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4E31B3-AF9A-436A-AD4D-06CC017EAF8C}"/>
              </a:ext>
            </a:extLst>
          </p:cNvPr>
          <p:cNvSpPr/>
          <p:nvPr/>
        </p:nvSpPr>
        <p:spPr>
          <a:xfrm>
            <a:off x="8376997" y="2217451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D952AE21-9D79-4AA8-A1DD-5D696203C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45" y="2770567"/>
            <a:ext cx="5196947" cy="147994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O</a:t>
            </a:r>
            <a:r>
              <a:rPr lang="en-US" sz="2400" baseline="-25000" dirty="0"/>
              <a:t>2 </a:t>
            </a:r>
            <a:r>
              <a:rPr lang="en-US" sz="2400" dirty="0"/>
              <a:t>diffuses from the alveoli across lung parenchyma into the capillaries where it dissolves. The concentration or partial pressure O</a:t>
            </a:r>
            <a:r>
              <a:rPr lang="en-US" sz="2400" baseline="-25000" dirty="0"/>
              <a:t>2</a:t>
            </a:r>
            <a:r>
              <a:rPr lang="en-US" sz="2400" dirty="0"/>
              <a:t> in our arterioles is the PaO</a:t>
            </a:r>
            <a:r>
              <a:rPr lang="en-US" sz="2400" baseline="-25000" dirty="0"/>
              <a:t>2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3A3E065C-AB0C-4D6B-B71D-55486AF71308}"/>
              </a:ext>
            </a:extLst>
          </p:cNvPr>
          <p:cNvSpPr txBox="1">
            <a:spLocks/>
          </p:cNvSpPr>
          <p:nvPr/>
        </p:nvSpPr>
        <p:spPr>
          <a:xfrm>
            <a:off x="364675" y="2454059"/>
            <a:ext cx="5580085" cy="2010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P</a:t>
            </a:r>
            <a:r>
              <a:rPr lang="en-US" sz="2400" u="sng" dirty="0"/>
              <a:t>a</a:t>
            </a:r>
            <a:r>
              <a:rPr lang="en-US" sz="2400" dirty="0"/>
              <a:t>O</a:t>
            </a:r>
            <a:r>
              <a:rPr lang="en-US" sz="2400" baseline="-25000" dirty="0"/>
              <a:t>2</a:t>
            </a:r>
            <a:r>
              <a:rPr lang="en-US" sz="2400" dirty="0"/>
              <a:t> is measured on an </a:t>
            </a:r>
            <a:r>
              <a:rPr lang="en-US" sz="2400" u="sng" dirty="0"/>
              <a:t>A</a:t>
            </a:r>
            <a:r>
              <a:rPr lang="en-US" sz="2400" dirty="0"/>
              <a:t>BG.</a:t>
            </a:r>
          </a:p>
          <a:p>
            <a:pPr marL="0" indent="0">
              <a:buNone/>
            </a:pPr>
            <a:r>
              <a:rPr lang="en-US" sz="2400" dirty="0"/>
              <a:t>Normal PaO</a:t>
            </a:r>
            <a:r>
              <a:rPr lang="en-US" sz="2400" baseline="-25000" dirty="0"/>
              <a:t>2</a:t>
            </a:r>
            <a:r>
              <a:rPr lang="en-US" sz="2400" dirty="0"/>
              <a:t> is 75 -100.  </a:t>
            </a:r>
          </a:p>
          <a:p>
            <a:pPr marL="0" indent="0">
              <a:buNone/>
            </a:pPr>
            <a:r>
              <a:rPr lang="en-US" sz="2400" b="1" dirty="0"/>
              <a:t>Hypoxemia</a:t>
            </a:r>
            <a:r>
              <a:rPr lang="en-US" sz="2400" dirty="0"/>
              <a:t> = low PaO</a:t>
            </a:r>
            <a:r>
              <a:rPr lang="en-US" sz="2400" baseline="-25000" dirty="0"/>
              <a:t>2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Not all causes of dyspnea cause hypoxemia.  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46DFAA39-DF64-47C4-ACC5-B64723C66167}"/>
              </a:ext>
            </a:extLst>
          </p:cNvPr>
          <p:cNvSpPr txBox="1">
            <a:spLocks/>
          </p:cNvSpPr>
          <p:nvPr/>
        </p:nvSpPr>
        <p:spPr>
          <a:xfrm>
            <a:off x="1783552" y="1574121"/>
            <a:ext cx="3639026" cy="5345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Dyspnea ≠ Hypoxemia</a:t>
            </a:r>
          </a:p>
        </p:txBody>
      </p:sp>
      <p:pic>
        <p:nvPicPr>
          <p:cNvPr id="3" name="Graphic 2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B451654-A25F-4ED1-9444-782407A8C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he 3 A's button">
            <a:hlinkClick r:id="rId5" action="ppaction://hlinksldjump"/>
            <a:extLst>
              <a:ext uri="{FF2B5EF4-FFF2-40B4-BE49-F238E27FC236}">
                <a16:creationId xmlns:a16="http://schemas.microsoft.com/office/drawing/2014/main" id="{2D21D56B-FC23-4953-A741-32893DA09B18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5" name="The 3 A's button">
            <a:hlinkClick r:id="rId6" action="ppaction://hlinksldjump"/>
            <a:extLst>
              <a:ext uri="{FF2B5EF4-FFF2-40B4-BE49-F238E27FC236}">
                <a16:creationId xmlns:a16="http://schemas.microsoft.com/office/drawing/2014/main" id="{79C17812-4775-43F4-AFD2-645513B473A4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D2D44-D43B-457D-B8E1-33179F3C0DDB}"/>
              </a:ext>
            </a:extLst>
          </p:cNvPr>
          <p:cNvSpPr txBox="1"/>
          <p:nvPr/>
        </p:nvSpPr>
        <p:spPr>
          <a:xfrm>
            <a:off x="4649273" y="5156874"/>
            <a:ext cx="2893453" cy="715089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Click Anywhere to Advance Slide Animations and Text</a:t>
            </a:r>
          </a:p>
        </p:txBody>
      </p:sp>
    </p:spTree>
    <p:extLst>
      <p:ext uri="{BB962C8B-B14F-4D97-AF65-F5344CB8AC3E}">
        <p14:creationId xmlns:p14="http://schemas.microsoft.com/office/powerpoint/2010/main" val="89331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4.81481E-6 L 0.00026 0.334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33311 L 0.00026 0.33311 C -0.00144 0.33704 -0.00417 0.34005 -0.00456 0.34491 C -0.00482 0.34838 -0.00742 0.37246 -0.0017 0.37848 C -0.00078 0.3794 0.00026 0.37963 0.00117 0.38033 C 0.00182 0.38149 0.00234 0.38288 0.00312 0.38357 C 0.0039 0.3845 0.00521 0.38426 0.00599 0.38542 C 0.00755 0.38774 0.0082 0.39213 0.00885 0.39538 C 0.00846 0.39723 0.00846 0.39908 0.00781 0.40047 C 0.00716 0.40209 0.00586 0.40255 0.00495 0.40394 C 0.00429 0.40487 0.0039 0.40649 0.00312 0.40718 C 0.00208 0.40834 -0.00287 0.41042 -0.00365 0.41065 C -0.00417 0.41181 -0.00508 0.41274 -0.00547 0.41413 C -0.00599 0.41551 -0.00638 0.41737 -0.00638 0.41899 C -0.00638 0.42246 -0.00508 0.4257 -0.00365 0.42755 C -0.00235 0.42894 -0.00091 0.4294 0.00026 0.43079 C 0.00091 0.43172 0.00143 0.43311 0.00208 0.43426 C 0.00143 0.43542 0.00104 0.43704 0.00026 0.43774 C -0.00157 0.43913 -0.00547 0.44098 -0.00547 0.44098 C -0.00313 0.46204 -0.0069 0.43797 -0.00078 0.45463 C 0.00156 0.46065 0.00117 0.46505 0.00117 0.4713 L 0.00208 0.48334 " pathEditMode="relative" ptsTypes="AAAAAAAAAAAAAAAAAAAAAA">
                                      <p:cBhvr>
                                        <p:cTn id="1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-1.11111E-6 L -4.79167E-6 0.00023 C 0.00027 0.00787 0.00053 0.01574 0.00092 0.02361 C 0.00105 0.02593 0.00196 0.02801 0.00196 0.03033 C 0.00196 0.04051 0.00131 0.05046 0.00092 0.06065 C 0.00131 0.06227 0.00131 0.06435 0.00196 0.06574 C 0.00391 0.07014 0.00678 0.06945 0.00951 0.07083 C 0.01146 0.07176 0.01524 0.07408 0.01524 0.07431 C 0.01485 0.07708 0.01511 0.08033 0.0142 0.08264 C 0.01368 0.08403 0.01237 0.08403 0.01133 0.08426 C 0.00782 0.08565 0.00144 0.08704 -0.00182 0.08773 C -0.00156 0.08935 -0.00143 0.0912 -0.00091 0.09283 C 0.00118 0.09815 0.00313 0.09815 0.00573 0.10278 C 0.00652 0.1044 0.00678 0.10671 0.00756 0.10787 C 0.00912 0.11019 0.01224 0.11181 0.0142 0.11296 C 0.01485 0.11412 0.01667 0.11505 0.01615 0.11644 C 0.01537 0.11829 0.01368 0.11783 0.01237 0.11806 C 0.00951 0.11875 0.00665 0.11921 0.00378 0.11968 C 0.00417 0.12199 0.00391 0.12477 0.00469 0.12662 C 0.00534 0.12801 0.00717 0.12662 0.00756 0.12824 C 0.00834 0.13171 0.0056 0.13773 0.00469 0.14005 C 0.00365 0.1456 0.00378 0.14329 0.00378 0.14676 L 0.00196 0.15533 " pathEditMode="relative" rAng="0" ptsTypes="AAAAAAAAAAAAAAAAAAAAAAA">
                                      <p:cBhvr>
                                        <p:cTn id="1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" y="775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08333E-7 3.33333E-6 L 2.08333E-7 3.33333E-6 C -0.00078 0.02986 -0.00208 0.05995 -0.00208 0.09004 C -0.00208 0.12106 -0.0099 0.11643 0.01302 0.11898 C 0.0151 0.11967 0.01719 0.11967 0.01875 0.12083 C 0.02161 0.12268 0.0263 0.12731 0.0263 0.12754 C 0.02578 0.1287 0.02604 0.13102 0.02448 0.13217 C 0.0224 0.13333 0.01927 0.13264 0.01693 0.13356 C 0.01484 0.13449 0.01302 0.13588 0.0112 0.13703 C 0.01068 0.13842 0.00937 0.14004 0.00937 0.14189 C 0.00937 0.14814 0.01198 0.14606 0.01693 0.14814 C 0.01901 0.14907 0.02057 0.15046 0.02266 0.15139 C 0.02318 0.15301 0.02448 0.15463 0.02448 0.15625 C 0.02448 0.1625 0.02187 0.16064 0.01693 0.1625 C 0.01224 0.16481 0.01094 0.1662 0.00755 0.16921 C 0.00807 0.17291 0.00703 0.17708 0.00937 0.18055 C 0.01172 0.18379 0.02057 0.1868 0.02057 0.18703 C 0.02292 0.19236 0.02109 0.19051 0.02448 0.19328 L 0.02839 0.20648 " pathEditMode="relative" rAng="0" ptsTypes="AAAAAAAAAAAAAAAAAAA">
                                      <p:cBhvr>
                                        <p:cTn id="1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10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6" grpId="0" animBg="1"/>
      <p:bldP spid="26" grpId="1" animBg="1"/>
      <p:bldP spid="28" grpId="0" animBg="1"/>
      <p:bldP spid="28" grpId="1" animBg="1"/>
      <p:bldP spid="39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4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Causes of Hypoxemia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56BDA-EC05-4585-93A2-6E0CF122B673}"/>
              </a:ext>
            </a:extLst>
          </p:cNvPr>
          <p:cNvSpPr/>
          <p:nvPr/>
        </p:nvSpPr>
        <p:spPr>
          <a:xfrm>
            <a:off x="9055751" y="2195416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41FD3D-2E57-49CA-ABFB-B28878A98C88}"/>
              </a:ext>
            </a:extLst>
          </p:cNvPr>
          <p:cNvSpPr/>
          <p:nvPr/>
        </p:nvSpPr>
        <p:spPr>
          <a:xfrm>
            <a:off x="5923646" y="429591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B46DB-04AE-47FB-8B07-181B122ECCD6}"/>
              </a:ext>
            </a:extLst>
          </p:cNvPr>
          <p:cNvSpPr/>
          <p:nvPr/>
        </p:nvSpPr>
        <p:spPr>
          <a:xfrm>
            <a:off x="10402092" y="3974283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6D11A3D-1E82-468C-945C-34769C51AAF0}"/>
              </a:ext>
            </a:extLst>
          </p:cNvPr>
          <p:cNvSpPr/>
          <p:nvPr/>
        </p:nvSpPr>
        <p:spPr>
          <a:xfrm>
            <a:off x="6137522" y="3442710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94DE5E-BB40-46C1-8CCC-0683C5A551EB}"/>
              </a:ext>
            </a:extLst>
          </p:cNvPr>
          <p:cNvSpPr/>
          <p:nvPr/>
        </p:nvSpPr>
        <p:spPr>
          <a:xfrm>
            <a:off x="5923646" y="3602879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8A972-E2AF-46C3-87EC-E3613EDBD877}"/>
              </a:ext>
            </a:extLst>
          </p:cNvPr>
          <p:cNvSpPr/>
          <p:nvPr/>
        </p:nvSpPr>
        <p:spPr>
          <a:xfrm>
            <a:off x="7497392" y="1026641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3A49-0A38-45C0-935C-D5AC44C83D6C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266203-9B35-489E-AC88-7035282EBBC4}"/>
              </a:ext>
            </a:extLst>
          </p:cNvPr>
          <p:cNvSpPr/>
          <p:nvPr/>
        </p:nvSpPr>
        <p:spPr>
          <a:xfrm>
            <a:off x="7988586" y="2161890"/>
            <a:ext cx="665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</a:t>
            </a:r>
            <a:r>
              <a:rPr lang="en-US" sz="2000" b="1" baseline="-25000" dirty="0"/>
              <a:t>A</a:t>
            </a:r>
            <a:r>
              <a:rPr lang="en-US" sz="2000" b="1" dirty="0"/>
              <a:t>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BC77C-A768-47A3-9FC8-74D8A9926D3A}"/>
              </a:ext>
            </a:extLst>
          </p:cNvPr>
          <p:cNvSpPr/>
          <p:nvPr/>
        </p:nvSpPr>
        <p:spPr>
          <a:xfrm>
            <a:off x="6608972" y="3850403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07E4DA-1357-4FDA-8129-6E046853DF31}"/>
              </a:ext>
            </a:extLst>
          </p:cNvPr>
          <p:cNvSpPr/>
          <p:nvPr/>
        </p:nvSpPr>
        <p:spPr>
          <a:xfrm>
            <a:off x="8176950" y="3137229"/>
            <a:ext cx="230718" cy="828694"/>
          </a:xfrm>
          <a:custGeom>
            <a:avLst/>
            <a:gdLst>
              <a:gd name="connsiteX0" fmla="*/ 50946 w 152546"/>
              <a:gd name="connsiteY0" fmla="*/ 0 h 643467"/>
              <a:gd name="connsiteX1" fmla="*/ 42480 w 152546"/>
              <a:gd name="connsiteY1" fmla="*/ 186267 h 643467"/>
              <a:gd name="connsiteX2" fmla="*/ 152546 w 152546"/>
              <a:gd name="connsiteY2" fmla="*/ 279400 h 643467"/>
              <a:gd name="connsiteX3" fmla="*/ 42480 w 152546"/>
              <a:gd name="connsiteY3" fmla="*/ 338667 h 643467"/>
              <a:gd name="connsiteX4" fmla="*/ 127146 w 152546"/>
              <a:gd name="connsiteY4" fmla="*/ 457200 h 643467"/>
              <a:gd name="connsiteX5" fmla="*/ 146 w 152546"/>
              <a:gd name="connsiteY5" fmla="*/ 524933 h 643467"/>
              <a:gd name="connsiteX6" fmla="*/ 101746 w 152546"/>
              <a:gd name="connsiteY6" fmla="*/ 584200 h 643467"/>
              <a:gd name="connsiteX7" fmla="*/ 101746 w 152546"/>
              <a:gd name="connsiteY7" fmla="*/ 643467 h 643467"/>
              <a:gd name="connsiteX0" fmla="*/ 42595 w 152546"/>
              <a:gd name="connsiteY0" fmla="*/ 0 h 606434"/>
              <a:gd name="connsiteX1" fmla="*/ 42480 w 152546"/>
              <a:gd name="connsiteY1" fmla="*/ 149234 h 606434"/>
              <a:gd name="connsiteX2" fmla="*/ 152546 w 152546"/>
              <a:gd name="connsiteY2" fmla="*/ 242367 h 606434"/>
              <a:gd name="connsiteX3" fmla="*/ 42480 w 152546"/>
              <a:gd name="connsiteY3" fmla="*/ 301634 h 606434"/>
              <a:gd name="connsiteX4" fmla="*/ 127146 w 152546"/>
              <a:gd name="connsiteY4" fmla="*/ 420167 h 606434"/>
              <a:gd name="connsiteX5" fmla="*/ 146 w 152546"/>
              <a:gd name="connsiteY5" fmla="*/ 487900 h 606434"/>
              <a:gd name="connsiteX6" fmla="*/ 101746 w 152546"/>
              <a:gd name="connsiteY6" fmla="*/ 547167 h 606434"/>
              <a:gd name="connsiteX7" fmla="*/ 101746 w 152546"/>
              <a:gd name="connsiteY7" fmla="*/ 606434 h 606434"/>
              <a:gd name="connsiteX0" fmla="*/ 42597 w 152548"/>
              <a:gd name="connsiteY0" fmla="*/ 0 h 724939"/>
              <a:gd name="connsiteX1" fmla="*/ 42482 w 152548"/>
              <a:gd name="connsiteY1" fmla="*/ 149234 h 724939"/>
              <a:gd name="connsiteX2" fmla="*/ 152548 w 152548"/>
              <a:gd name="connsiteY2" fmla="*/ 242367 h 724939"/>
              <a:gd name="connsiteX3" fmla="*/ 42482 w 152548"/>
              <a:gd name="connsiteY3" fmla="*/ 301634 h 724939"/>
              <a:gd name="connsiteX4" fmla="*/ 127148 w 152548"/>
              <a:gd name="connsiteY4" fmla="*/ 420167 h 724939"/>
              <a:gd name="connsiteX5" fmla="*/ 148 w 152548"/>
              <a:gd name="connsiteY5" fmla="*/ 487900 h 724939"/>
              <a:gd name="connsiteX6" fmla="*/ 101748 w 152548"/>
              <a:gd name="connsiteY6" fmla="*/ 547167 h 724939"/>
              <a:gd name="connsiteX7" fmla="*/ 110099 w 152548"/>
              <a:gd name="connsiteY7" fmla="*/ 724939 h 724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548" h="724939">
                <a:moveTo>
                  <a:pt x="42597" y="0"/>
                </a:moveTo>
                <a:cubicBezTo>
                  <a:pt x="29897" y="69850"/>
                  <a:pt x="24157" y="108840"/>
                  <a:pt x="42482" y="149234"/>
                </a:cubicBezTo>
                <a:cubicBezTo>
                  <a:pt x="60807" y="189628"/>
                  <a:pt x="152548" y="216967"/>
                  <a:pt x="152548" y="242367"/>
                </a:cubicBezTo>
                <a:cubicBezTo>
                  <a:pt x="152548" y="267767"/>
                  <a:pt x="46715" y="272001"/>
                  <a:pt x="42482" y="301634"/>
                </a:cubicBezTo>
                <a:cubicBezTo>
                  <a:pt x="38249" y="331267"/>
                  <a:pt x="134204" y="389123"/>
                  <a:pt x="127148" y="420167"/>
                </a:cubicBezTo>
                <a:cubicBezTo>
                  <a:pt x="120092" y="451211"/>
                  <a:pt x="4381" y="466733"/>
                  <a:pt x="148" y="487900"/>
                </a:cubicBezTo>
                <a:cubicBezTo>
                  <a:pt x="-4085" y="509067"/>
                  <a:pt x="83423" y="507660"/>
                  <a:pt x="101748" y="547167"/>
                </a:cubicBezTo>
                <a:cubicBezTo>
                  <a:pt x="120073" y="586674"/>
                  <a:pt x="118565" y="705183"/>
                  <a:pt x="110099" y="724939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E74560F-01AE-400F-BEC2-AC64E824B7E6}"/>
              </a:ext>
            </a:extLst>
          </p:cNvPr>
          <p:cNvSpPr/>
          <p:nvPr/>
        </p:nvSpPr>
        <p:spPr>
          <a:xfrm>
            <a:off x="8084585" y="274498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E19190-16A3-4A18-91F1-EA00B16E5650}"/>
              </a:ext>
            </a:extLst>
          </p:cNvPr>
          <p:cNvSpPr/>
          <p:nvPr/>
        </p:nvSpPr>
        <p:spPr>
          <a:xfrm>
            <a:off x="7610030" y="2401508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4E31B3-AF9A-436A-AD4D-06CC017EAF8C}"/>
              </a:ext>
            </a:extLst>
          </p:cNvPr>
          <p:cNvSpPr/>
          <p:nvPr/>
        </p:nvSpPr>
        <p:spPr>
          <a:xfrm>
            <a:off x="7626244" y="3695174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D952AE21-9D79-4AA8-A1DD-5D696203C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994" y="1747462"/>
            <a:ext cx="5018266" cy="3067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5 causes of hypoxemia.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7" name="Decreased FiO2">
            <a:extLst>
              <a:ext uri="{FF2B5EF4-FFF2-40B4-BE49-F238E27FC236}">
                <a16:creationId xmlns:a16="http://schemas.microsoft.com/office/drawing/2014/main" id="{7B62AC2F-5136-4719-9329-C7D29118B7D3}"/>
              </a:ext>
            </a:extLst>
          </p:cNvPr>
          <p:cNvSpPr/>
          <p:nvPr/>
        </p:nvSpPr>
        <p:spPr>
          <a:xfrm>
            <a:off x="1025790" y="235526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FiO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29" name="Rectangle: Rounded Corners 28">
            <a:hlinkClick r:id="rId3" action="ppaction://hlinksldjump"/>
            <a:extLst>
              <a:ext uri="{FF2B5EF4-FFF2-40B4-BE49-F238E27FC236}">
                <a16:creationId xmlns:a16="http://schemas.microsoft.com/office/drawing/2014/main" id="{F302EF7C-1430-442A-ABEF-5D36F051251A}"/>
              </a:ext>
            </a:extLst>
          </p:cNvPr>
          <p:cNvSpPr/>
          <p:nvPr/>
        </p:nvSpPr>
        <p:spPr>
          <a:xfrm>
            <a:off x="1012206" y="299788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Hypoventilation</a:t>
            </a:r>
          </a:p>
        </p:txBody>
      </p:sp>
      <p:sp>
        <p:nvSpPr>
          <p:cNvPr id="30" name="Rectangle: Rounded Corners 29">
            <a:hlinkClick r:id="rId4" action="ppaction://hlinksldjump"/>
            <a:extLst>
              <a:ext uri="{FF2B5EF4-FFF2-40B4-BE49-F238E27FC236}">
                <a16:creationId xmlns:a16="http://schemas.microsoft.com/office/drawing/2014/main" id="{E84B0352-DA62-4117-9CEB-A55B5E9EF1BC}"/>
              </a:ext>
            </a:extLst>
          </p:cNvPr>
          <p:cNvSpPr/>
          <p:nvPr/>
        </p:nvSpPr>
        <p:spPr>
          <a:xfrm>
            <a:off x="1010783" y="3633106"/>
            <a:ext cx="3272310" cy="48279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V/Q mismatch</a:t>
            </a:r>
          </a:p>
        </p:txBody>
      </p:sp>
      <p:sp>
        <p:nvSpPr>
          <p:cNvPr id="31" name="Rectangle: Rounded Corners 30">
            <a:hlinkClick r:id="rId5" action="ppaction://hlinksldjump"/>
            <a:extLst>
              <a:ext uri="{FF2B5EF4-FFF2-40B4-BE49-F238E27FC236}">
                <a16:creationId xmlns:a16="http://schemas.microsoft.com/office/drawing/2014/main" id="{5225FFED-C6DD-4D79-B5CF-B188F9B8E9A9}"/>
              </a:ext>
            </a:extLst>
          </p:cNvPr>
          <p:cNvSpPr/>
          <p:nvPr/>
        </p:nvSpPr>
        <p:spPr>
          <a:xfrm>
            <a:off x="1010727" y="4258538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Shunt</a:t>
            </a:r>
          </a:p>
        </p:txBody>
      </p:sp>
      <p:sp>
        <p:nvSpPr>
          <p:cNvPr id="32" name="Decreased diffusion capacity">
            <a:extLst>
              <a:ext uri="{FF2B5EF4-FFF2-40B4-BE49-F238E27FC236}">
                <a16:creationId xmlns:a16="http://schemas.microsoft.com/office/drawing/2014/main" id="{AD282232-6484-44BE-AEBF-DF7F13899F52}"/>
              </a:ext>
            </a:extLst>
          </p:cNvPr>
          <p:cNvSpPr/>
          <p:nvPr/>
        </p:nvSpPr>
        <p:spPr>
          <a:xfrm>
            <a:off x="1025790" y="4899913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diffusion capacity</a:t>
            </a:r>
          </a:p>
        </p:txBody>
      </p:sp>
      <p:pic>
        <p:nvPicPr>
          <p:cNvPr id="35" name="Graphic 34" descr="Cursor">
            <a:extLst>
              <a:ext uri="{FF2B5EF4-FFF2-40B4-BE49-F238E27FC236}">
                <a16:creationId xmlns:a16="http://schemas.microsoft.com/office/drawing/2014/main" id="{AEAC06B3-B385-4081-808A-18A03B3495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1659" y="3324897"/>
            <a:ext cx="302458" cy="302458"/>
          </a:xfrm>
          <a:prstGeom prst="rect">
            <a:avLst/>
          </a:prstGeom>
        </p:spPr>
      </p:pic>
      <p:pic>
        <p:nvPicPr>
          <p:cNvPr id="36" name="Graphic 35" descr="Cursor">
            <a:extLst>
              <a:ext uri="{FF2B5EF4-FFF2-40B4-BE49-F238E27FC236}">
                <a16:creationId xmlns:a16="http://schemas.microsoft.com/office/drawing/2014/main" id="{5F687274-6BAF-4A85-BEAF-2D8ED61162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1659" y="3927548"/>
            <a:ext cx="302458" cy="302458"/>
          </a:xfrm>
          <a:prstGeom prst="rect">
            <a:avLst/>
          </a:prstGeom>
        </p:spPr>
      </p:pic>
      <p:pic>
        <p:nvPicPr>
          <p:cNvPr id="37" name="Graphic 36" descr="Cursor">
            <a:extLst>
              <a:ext uri="{FF2B5EF4-FFF2-40B4-BE49-F238E27FC236}">
                <a16:creationId xmlns:a16="http://schemas.microsoft.com/office/drawing/2014/main" id="{917A15E6-3607-4011-845C-57A12D911E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26921" y="4562600"/>
            <a:ext cx="302458" cy="302458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E350B771-D1F7-4458-B843-F1467518DB82}"/>
              </a:ext>
            </a:extLst>
          </p:cNvPr>
          <p:cNvSpPr/>
          <p:nvPr/>
        </p:nvSpPr>
        <p:spPr>
          <a:xfrm>
            <a:off x="4515811" y="2324851"/>
            <a:ext cx="126700" cy="12476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F7790CF0-736A-4C5C-9AA1-4446FE9DFB09}"/>
              </a:ext>
            </a:extLst>
          </p:cNvPr>
          <p:cNvSpPr/>
          <p:nvPr/>
        </p:nvSpPr>
        <p:spPr>
          <a:xfrm>
            <a:off x="4516889" y="3613232"/>
            <a:ext cx="138385" cy="18808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Normal A-a gradient">
            <a:extLst>
              <a:ext uri="{FF2B5EF4-FFF2-40B4-BE49-F238E27FC236}">
                <a16:creationId xmlns:a16="http://schemas.microsoft.com/office/drawing/2014/main" id="{145844AA-09D0-495E-8C6E-9C895D7064C5}"/>
              </a:ext>
            </a:extLst>
          </p:cNvPr>
          <p:cNvSpPr txBox="1"/>
          <p:nvPr/>
        </p:nvSpPr>
        <p:spPr>
          <a:xfrm>
            <a:off x="4748537" y="2764950"/>
            <a:ext cx="2113177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Normal A-a gradient</a:t>
            </a:r>
          </a:p>
        </p:txBody>
      </p:sp>
      <p:sp>
        <p:nvSpPr>
          <p:cNvPr id="40" name="High A-a gradient">
            <a:extLst>
              <a:ext uri="{FF2B5EF4-FFF2-40B4-BE49-F238E27FC236}">
                <a16:creationId xmlns:a16="http://schemas.microsoft.com/office/drawing/2014/main" id="{09375DF6-3473-4811-B99E-598AAA5B34D2}"/>
              </a:ext>
            </a:extLst>
          </p:cNvPr>
          <p:cNvSpPr txBox="1"/>
          <p:nvPr/>
        </p:nvSpPr>
        <p:spPr>
          <a:xfrm>
            <a:off x="4736418" y="4348724"/>
            <a:ext cx="1664382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↑ A-a gradient</a:t>
            </a:r>
          </a:p>
        </p:txBody>
      </p:sp>
      <p:pic>
        <p:nvPicPr>
          <p:cNvPr id="41" name="Graphic 40" descr="Cursor">
            <a:extLst>
              <a:ext uri="{FF2B5EF4-FFF2-40B4-BE49-F238E27FC236}">
                <a16:creationId xmlns:a16="http://schemas.microsoft.com/office/drawing/2014/main" id="{320CB8C6-0D8E-4CC1-87C0-3A9F1C2675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7707" y="2997888"/>
            <a:ext cx="302458" cy="302458"/>
          </a:xfrm>
          <a:prstGeom prst="rect">
            <a:avLst/>
          </a:prstGeom>
        </p:spPr>
      </p:pic>
      <p:pic>
        <p:nvPicPr>
          <p:cNvPr id="42" name="Graphic 41" descr="Cursor">
            <a:extLst>
              <a:ext uri="{FF2B5EF4-FFF2-40B4-BE49-F238E27FC236}">
                <a16:creationId xmlns:a16="http://schemas.microsoft.com/office/drawing/2014/main" id="{7B219079-9545-4789-8D74-7BCF95CF0E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9571" y="4613268"/>
            <a:ext cx="302458" cy="302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30DD49-9362-4DF9-8980-A30C289567D0}"/>
              </a:ext>
            </a:extLst>
          </p:cNvPr>
          <p:cNvSpPr txBox="1"/>
          <p:nvPr/>
        </p:nvSpPr>
        <p:spPr>
          <a:xfrm>
            <a:off x="5355611" y="5163262"/>
            <a:ext cx="610411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A-a gradient is the difference in the </a:t>
            </a:r>
            <a:r>
              <a:rPr lang="en-US" b="1" dirty="0"/>
              <a:t>P</a:t>
            </a:r>
            <a:r>
              <a:rPr lang="en-US" b="1" baseline="-25000" dirty="0"/>
              <a:t>A</a:t>
            </a:r>
            <a:r>
              <a:rPr lang="en-US" b="1" dirty="0"/>
              <a:t>O</a:t>
            </a:r>
            <a:r>
              <a:rPr lang="en-US" b="1" baseline="-25000" dirty="0"/>
              <a:t>2 </a:t>
            </a:r>
            <a:r>
              <a:rPr lang="en-US" dirty="0"/>
              <a:t>alveolar O</a:t>
            </a:r>
            <a:r>
              <a:rPr lang="en-US" baseline="-25000" dirty="0"/>
              <a:t>2</a:t>
            </a:r>
            <a:r>
              <a:rPr lang="en-US" dirty="0"/>
              <a:t>)</a:t>
            </a:r>
            <a:r>
              <a:rPr lang="en-US" b="1" baseline="-25000" dirty="0"/>
              <a:t> </a:t>
            </a:r>
            <a:r>
              <a:rPr lang="en-US" dirty="0"/>
              <a:t>and</a:t>
            </a:r>
            <a:r>
              <a:rPr lang="en-US" b="1" dirty="0"/>
              <a:t> PaO</a:t>
            </a:r>
            <a:r>
              <a:rPr lang="en-US" b="1" baseline="-25000" dirty="0"/>
              <a:t>2 </a:t>
            </a:r>
            <a:r>
              <a:rPr lang="en-US" dirty="0"/>
              <a:t>(arterial O</a:t>
            </a:r>
            <a:r>
              <a:rPr lang="en-US" baseline="-25000" dirty="0"/>
              <a:t>2</a:t>
            </a:r>
            <a:r>
              <a:rPr lang="en-US" dirty="0"/>
              <a:t>). There is normally minimal difference because there are few barriers to diffusion. Click on ↓ FiO</a:t>
            </a:r>
            <a:r>
              <a:rPr lang="en-US" baseline="-25000" dirty="0"/>
              <a:t>2</a:t>
            </a:r>
            <a:endParaRPr lang="en-US" dirty="0"/>
          </a:p>
          <a:p>
            <a:pPr algn="ctr"/>
            <a:r>
              <a:rPr lang="en-US" dirty="0"/>
              <a:t> or </a:t>
            </a:r>
            <a:r>
              <a:rPr lang="en-US" baseline="-25000" dirty="0"/>
              <a:t> </a:t>
            </a:r>
            <a:r>
              <a:rPr lang="en-US" dirty="0"/>
              <a:t>Hypoventilation for additional information.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5CC5A1-A420-42CB-B822-DDB7995C9A3B}"/>
              </a:ext>
            </a:extLst>
          </p:cNvPr>
          <p:cNvSpPr txBox="1"/>
          <p:nvPr/>
        </p:nvSpPr>
        <p:spPr>
          <a:xfrm>
            <a:off x="5355611" y="5164087"/>
            <a:ext cx="610411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An elevated A-a gradient occurs when there is a disruption in the alveolar-capillary unit. Pathology in the alveoli (aka ventilation), lung parenchyma or capillaries (aka perfusion) can result in hypoxemia with an elevated A-a gradient.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A0C521-73DF-434D-A589-F251E8BB4021}"/>
              </a:ext>
            </a:extLst>
          </p:cNvPr>
          <p:cNvSpPr txBox="1"/>
          <p:nvPr/>
        </p:nvSpPr>
        <p:spPr>
          <a:xfrm>
            <a:off x="6225690" y="5163262"/>
            <a:ext cx="433595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A-a gradient = 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– PaO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= FiO</a:t>
            </a:r>
            <a:r>
              <a:rPr lang="en-US" baseline="-25000" dirty="0"/>
              <a:t>2</a:t>
            </a:r>
            <a:r>
              <a:rPr lang="en-US" dirty="0"/>
              <a:t> x (</a:t>
            </a:r>
            <a:r>
              <a:rPr lang="en-US" dirty="0" err="1"/>
              <a:t>P</a:t>
            </a:r>
            <a:r>
              <a:rPr lang="en-US" baseline="-25000" dirty="0" err="1"/>
              <a:t>atm</a:t>
            </a:r>
            <a:r>
              <a:rPr lang="en-US" dirty="0"/>
              <a:t> – P</a:t>
            </a:r>
            <a:r>
              <a:rPr lang="en-US" baseline="-25000" dirty="0"/>
              <a:t>H2O</a:t>
            </a:r>
            <a:r>
              <a:rPr lang="en-US" dirty="0"/>
              <a:t>) – P</a:t>
            </a:r>
            <a:r>
              <a:rPr lang="en-US" baseline="-25000" dirty="0"/>
              <a:t>a</a:t>
            </a:r>
            <a:r>
              <a:rPr lang="en-US" dirty="0"/>
              <a:t>CO</a:t>
            </a:r>
            <a:r>
              <a:rPr lang="en-US" baseline="-25000" dirty="0"/>
              <a:t>2</a:t>
            </a:r>
            <a:r>
              <a:rPr lang="en-US" dirty="0"/>
              <a:t> (1.25)</a:t>
            </a:r>
          </a:p>
          <a:p>
            <a:pPr algn="ctr"/>
            <a:r>
              <a:rPr lang="en-US" dirty="0"/>
              <a:t>PaO</a:t>
            </a:r>
            <a:r>
              <a:rPr lang="en-US" baseline="-25000" dirty="0"/>
              <a:t>2</a:t>
            </a:r>
            <a:r>
              <a:rPr lang="en-US" dirty="0"/>
              <a:t> and PCO</a:t>
            </a:r>
            <a:r>
              <a:rPr lang="en-US" baseline="-25000" dirty="0"/>
              <a:t>2</a:t>
            </a:r>
            <a:r>
              <a:rPr lang="en-US" dirty="0"/>
              <a:t> are obtained from an ABG</a:t>
            </a:r>
          </a:p>
          <a:p>
            <a:pPr algn="ctr"/>
            <a:r>
              <a:rPr lang="en-US" dirty="0"/>
              <a:t>The expected A-a gradient = age / 4 + 4</a:t>
            </a:r>
          </a:p>
        </p:txBody>
      </p:sp>
      <p:pic>
        <p:nvPicPr>
          <p:cNvPr id="6" name="Graphic 5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0C07EC5-1251-46FE-AC3E-3B38A51EEA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he 3 A's button">
            <a:hlinkClick r:id="rId10" action="ppaction://hlinksldjump"/>
            <a:extLst>
              <a:ext uri="{FF2B5EF4-FFF2-40B4-BE49-F238E27FC236}">
                <a16:creationId xmlns:a16="http://schemas.microsoft.com/office/drawing/2014/main" id="{80D97C0E-0994-4CED-9B65-210D28D23817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8" name="The 3 A's button">
            <a:hlinkClick r:id="rId11" action="ppaction://hlinksldjump"/>
            <a:extLst>
              <a:ext uri="{FF2B5EF4-FFF2-40B4-BE49-F238E27FC236}">
                <a16:creationId xmlns:a16="http://schemas.microsoft.com/office/drawing/2014/main" id="{D557D792-E85B-460C-AAB8-778A3F3A02D9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pic>
        <p:nvPicPr>
          <p:cNvPr id="45" name="Graphic 44" descr="Cursor">
            <a:extLst>
              <a:ext uri="{FF2B5EF4-FFF2-40B4-BE49-F238E27FC236}">
                <a16:creationId xmlns:a16="http://schemas.microsoft.com/office/drawing/2014/main" id="{BF3929E6-0F2C-49C4-9293-D189F6CD5D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7706" y="2673419"/>
            <a:ext cx="302458" cy="302458"/>
          </a:xfrm>
          <a:prstGeom prst="rect">
            <a:avLst/>
          </a:prstGeom>
        </p:spPr>
      </p:pic>
      <p:pic>
        <p:nvPicPr>
          <p:cNvPr id="46" name="Graphic 45" descr="Cursor">
            <a:extLst>
              <a:ext uri="{FF2B5EF4-FFF2-40B4-BE49-F238E27FC236}">
                <a16:creationId xmlns:a16="http://schemas.microsoft.com/office/drawing/2014/main" id="{AE388CAB-849F-41B6-8AD8-95BD1119F9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46750" y="5195007"/>
            <a:ext cx="302458" cy="30245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0C28704-5FD4-442E-A8D1-28661B322985}"/>
              </a:ext>
            </a:extLst>
          </p:cNvPr>
          <p:cNvSpPr txBox="1"/>
          <p:nvPr/>
        </p:nvSpPr>
        <p:spPr>
          <a:xfrm>
            <a:off x="6153168" y="269988"/>
            <a:ext cx="433595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Decreased FiO</a:t>
            </a:r>
            <a:r>
              <a:rPr lang="en-US" baseline="-25000" dirty="0"/>
              <a:t>2</a:t>
            </a:r>
            <a:r>
              <a:rPr lang="en-US" dirty="0"/>
              <a:t>and decreased diffusion capacity do not occur acutely and do not need to be considered as a cause of acute hypoxemia in the hospital. </a:t>
            </a:r>
          </a:p>
        </p:txBody>
      </p:sp>
    </p:spTree>
    <p:extLst>
      <p:ext uri="{BB962C8B-B14F-4D97-AF65-F5344CB8AC3E}">
        <p14:creationId xmlns:p14="http://schemas.microsoft.com/office/powerpoint/2010/main" val="145922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7E6E6"/>
                                      </p:to>
                                    </p:animClr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7E6E6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CECE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CECE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CECE"/>
                                      </p:to>
                                    </p:animClr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CECE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CECE"/>
                                      </p:to>
                                    </p:animClr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CECE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32" grpId="0" animBg="1"/>
      <p:bldP spid="32" grpId="1" animBg="1"/>
      <p:bldP spid="5" grpId="0" animBg="1"/>
      <p:bldP spid="5" grpId="1" animBg="1"/>
      <p:bldP spid="44" grpId="0" animBg="1"/>
      <p:bldP spid="44" grpId="1" animBg="1"/>
      <p:bldP spid="43" grpId="0" animBg="1"/>
      <p:bldP spid="43" grpId="1" animBg="1"/>
      <p:bldP spid="43" grpId="2" animBg="1"/>
      <p:bldP spid="43" grpId="3" animBg="1"/>
      <p:bldP spid="47" grpId="0" animBg="1"/>
      <p:bldP spid="47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4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Hypoventilation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56BDA-EC05-4585-93A2-6E0CF122B673}"/>
              </a:ext>
            </a:extLst>
          </p:cNvPr>
          <p:cNvSpPr/>
          <p:nvPr/>
        </p:nvSpPr>
        <p:spPr>
          <a:xfrm>
            <a:off x="9055751" y="2195416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41FD3D-2E57-49CA-ABFB-B28878A98C88}"/>
              </a:ext>
            </a:extLst>
          </p:cNvPr>
          <p:cNvSpPr/>
          <p:nvPr/>
        </p:nvSpPr>
        <p:spPr>
          <a:xfrm>
            <a:off x="5923646" y="429591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B46DB-04AE-47FB-8B07-181B122ECCD6}"/>
              </a:ext>
            </a:extLst>
          </p:cNvPr>
          <p:cNvSpPr/>
          <p:nvPr/>
        </p:nvSpPr>
        <p:spPr>
          <a:xfrm>
            <a:off x="10402092" y="3974283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6D11A3D-1E82-468C-945C-34769C51AAF0}"/>
              </a:ext>
            </a:extLst>
          </p:cNvPr>
          <p:cNvSpPr/>
          <p:nvPr/>
        </p:nvSpPr>
        <p:spPr>
          <a:xfrm>
            <a:off x="6137522" y="3442710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94DE5E-BB40-46C1-8CCC-0683C5A551EB}"/>
              </a:ext>
            </a:extLst>
          </p:cNvPr>
          <p:cNvSpPr/>
          <p:nvPr/>
        </p:nvSpPr>
        <p:spPr>
          <a:xfrm>
            <a:off x="5923646" y="3602879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8A972-E2AF-46C3-87EC-E3613EDBD877}"/>
              </a:ext>
            </a:extLst>
          </p:cNvPr>
          <p:cNvSpPr/>
          <p:nvPr/>
        </p:nvSpPr>
        <p:spPr>
          <a:xfrm>
            <a:off x="7497392" y="1026641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3A49-0A38-45C0-935C-D5AC44C83D6C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266203-9B35-489E-AC88-7035282EBBC4}"/>
              </a:ext>
            </a:extLst>
          </p:cNvPr>
          <p:cNvSpPr/>
          <p:nvPr/>
        </p:nvSpPr>
        <p:spPr>
          <a:xfrm>
            <a:off x="7988586" y="2161890"/>
            <a:ext cx="665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</a:t>
            </a:r>
            <a:r>
              <a:rPr lang="en-US" sz="2000" b="1" baseline="-25000" dirty="0"/>
              <a:t>A</a:t>
            </a:r>
            <a:r>
              <a:rPr lang="en-US" sz="2000" b="1" dirty="0"/>
              <a:t>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BC77C-A768-47A3-9FC8-74D8A9926D3A}"/>
              </a:ext>
            </a:extLst>
          </p:cNvPr>
          <p:cNvSpPr/>
          <p:nvPr/>
        </p:nvSpPr>
        <p:spPr>
          <a:xfrm>
            <a:off x="6608972" y="3850403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07E4DA-1357-4FDA-8129-6E046853DF31}"/>
              </a:ext>
            </a:extLst>
          </p:cNvPr>
          <p:cNvSpPr/>
          <p:nvPr/>
        </p:nvSpPr>
        <p:spPr>
          <a:xfrm rot="1103525">
            <a:off x="8176950" y="3137229"/>
            <a:ext cx="230718" cy="828694"/>
          </a:xfrm>
          <a:custGeom>
            <a:avLst/>
            <a:gdLst>
              <a:gd name="connsiteX0" fmla="*/ 50946 w 152546"/>
              <a:gd name="connsiteY0" fmla="*/ 0 h 643467"/>
              <a:gd name="connsiteX1" fmla="*/ 42480 w 152546"/>
              <a:gd name="connsiteY1" fmla="*/ 186267 h 643467"/>
              <a:gd name="connsiteX2" fmla="*/ 152546 w 152546"/>
              <a:gd name="connsiteY2" fmla="*/ 279400 h 643467"/>
              <a:gd name="connsiteX3" fmla="*/ 42480 w 152546"/>
              <a:gd name="connsiteY3" fmla="*/ 338667 h 643467"/>
              <a:gd name="connsiteX4" fmla="*/ 127146 w 152546"/>
              <a:gd name="connsiteY4" fmla="*/ 457200 h 643467"/>
              <a:gd name="connsiteX5" fmla="*/ 146 w 152546"/>
              <a:gd name="connsiteY5" fmla="*/ 524933 h 643467"/>
              <a:gd name="connsiteX6" fmla="*/ 101746 w 152546"/>
              <a:gd name="connsiteY6" fmla="*/ 584200 h 643467"/>
              <a:gd name="connsiteX7" fmla="*/ 101746 w 152546"/>
              <a:gd name="connsiteY7" fmla="*/ 643467 h 643467"/>
              <a:gd name="connsiteX0" fmla="*/ 42595 w 152546"/>
              <a:gd name="connsiteY0" fmla="*/ 0 h 606434"/>
              <a:gd name="connsiteX1" fmla="*/ 42480 w 152546"/>
              <a:gd name="connsiteY1" fmla="*/ 149234 h 606434"/>
              <a:gd name="connsiteX2" fmla="*/ 152546 w 152546"/>
              <a:gd name="connsiteY2" fmla="*/ 242367 h 606434"/>
              <a:gd name="connsiteX3" fmla="*/ 42480 w 152546"/>
              <a:gd name="connsiteY3" fmla="*/ 301634 h 606434"/>
              <a:gd name="connsiteX4" fmla="*/ 127146 w 152546"/>
              <a:gd name="connsiteY4" fmla="*/ 420167 h 606434"/>
              <a:gd name="connsiteX5" fmla="*/ 146 w 152546"/>
              <a:gd name="connsiteY5" fmla="*/ 487900 h 606434"/>
              <a:gd name="connsiteX6" fmla="*/ 101746 w 152546"/>
              <a:gd name="connsiteY6" fmla="*/ 547167 h 606434"/>
              <a:gd name="connsiteX7" fmla="*/ 101746 w 152546"/>
              <a:gd name="connsiteY7" fmla="*/ 606434 h 606434"/>
              <a:gd name="connsiteX0" fmla="*/ 42597 w 152548"/>
              <a:gd name="connsiteY0" fmla="*/ 0 h 724939"/>
              <a:gd name="connsiteX1" fmla="*/ 42482 w 152548"/>
              <a:gd name="connsiteY1" fmla="*/ 149234 h 724939"/>
              <a:gd name="connsiteX2" fmla="*/ 152548 w 152548"/>
              <a:gd name="connsiteY2" fmla="*/ 242367 h 724939"/>
              <a:gd name="connsiteX3" fmla="*/ 42482 w 152548"/>
              <a:gd name="connsiteY3" fmla="*/ 301634 h 724939"/>
              <a:gd name="connsiteX4" fmla="*/ 127148 w 152548"/>
              <a:gd name="connsiteY4" fmla="*/ 420167 h 724939"/>
              <a:gd name="connsiteX5" fmla="*/ 148 w 152548"/>
              <a:gd name="connsiteY5" fmla="*/ 487900 h 724939"/>
              <a:gd name="connsiteX6" fmla="*/ 101748 w 152548"/>
              <a:gd name="connsiteY6" fmla="*/ 547167 h 724939"/>
              <a:gd name="connsiteX7" fmla="*/ 110099 w 152548"/>
              <a:gd name="connsiteY7" fmla="*/ 724939 h 724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548" h="724939">
                <a:moveTo>
                  <a:pt x="42597" y="0"/>
                </a:moveTo>
                <a:cubicBezTo>
                  <a:pt x="29897" y="69850"/>
                  <a:pt x="24157" y="108840"/>
                  <a:pt x="42482" y="149234"/>
                </a:cubicBezTo>
                <a:cubicBezTo>
                  <a:pt x="60807" y="189628"/>
                  <a:pt x="152548" y="216967"/>
                  <a:pt x="152548" y="242367"/>
                </a:cubicBezTo>
                <a:cubicBezTo>
                  <a:pt x="152548" y="267767"/>
                  <a:pt x="46715" y="272001"/>
                  <a:pt x="42482" y="301634"/>
                </a:cubicBezTo>
                <a:cubicBezTo>
                  <a:pt x="38249" y="331267"/>
                  <a:pt x="134204" y="389123"/>
                  <a:pt x="127148" y="420167"/>
                </a:cubicBezTo>
                <a:cubicBezTo>
                  <a:pt x="120092" y="451211"/>
                  <a:pt x="4381" y="466733"/>
                  <a:pt x="148" y="487900"/>
                </a:cubicBezTo>
                <a:cubicBezTo>
                  <a:pt x="-4085" y="509067"/>
                  <a:pt x="83423" y="507660"/>
                  <a:pt x="101748" y="547167"/>
                </a:cubicBezTo>
                <a:cubicBezTo>
                  <a:pt x="120073" y="586674"/>
                  <a:pt x="118565" y="705183"/>
                  <a:pt x="110099" y="724939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E74560F-01AE-400F-BEC2-AC64E824B7E6}"/>
              </a:ext>
            </a:extLst>
          </p:cNvPr>
          <p:cNvSpPr/>
          <p:nvPr/>
        </p:nvSpPr>
        <p:spPr>
          <a:xfrm>
            <a:off x="8084585" y="274498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4E31B3-AF9A-436A-AD4D-06CC017EAF8C}"/>
              </a:ext>
            </a:extLst>
          </p:cNvPr>
          <p:cNvSpPr/>
          <p:nvPr/>
        </p:nvSpPr>
        <p:spPr>
          <a:xfrm>
            <a:off x="7626244" y="3695174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62AC2F-5136-4719-9329-C7D29118B7D3}"/>
              </a:ext>
            </a:extLst>
          </p:cNvPr>
          <p:cNvSpPr/>
          <p:nvPr/>
        </p:nvSpPr>
        <p:spPr>
          <a:xfrm>
            <a:off x="1025790" y="2355268"/>
            <a:ext cx="3272310" cy="51357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FiO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302EF7C-1430-442A-ABEF-5D36F051251A}"/>
              </a:ext>
            </a:extLst>
          </p:cNvPr>
          <p:cNvSpPr/>
          <p:nvPr/>
        </p:nvSpPr>
        <p:spPr>
          <a:xfrm>
            <a:off x="1012206" y="2997888"/>
            <a:ext cx="3272310" cy="513570"/>
          </a:xfrm>
          <a:prstGeom prst="roundRect">
            <a:avLst/>
          </a:prstGeom>
          <a:ln w="381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Hypoventilation</a:t>
            </a:r>
          </a:p>
        </p:txBody>
      </p:sp>
      <p:sp>
        <p:nvSpPr>
          <p:cNvPr id="30" name="Rectangle: Rounded Corners 29">
            <a:hlinkClick r:id="rId3" action="ppaction://hlinksldjump"/>
            <a:extLst>
              <a:ext uri="{FF2B5EF4-FFF2-40B4-BE49-F238E27FC236}">
                <a16:creationId xmlns:a16="http://schemas.microsoft.com/office/drawing/2014/main" id="{E84B0352-DA62-4117-9CEB-A55B5E9EF1BC}"/>
              </a:ext>
            </a:extLst>
          </p:cNvPr>
          <p:cNvSpPr/>
          <p:nvPr/>
        </p:nvSpPr>
        <p:spPr>
          <a:xfrm>
            <a:off x="1010783" y="3633106"/>
            <a:ext cx="3272310" cy="48279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V/Q mismatch</a:t>
            </a:r>
          </a:p>
        </p:txBody>
      </p:sp>
      <p:sp>
        <p:nvSpPr>
          <p:cNvPr id="31" name="Rectangle: Rounded Corners 30">
            <a:hlinkClick r:id="rId4" action="ppaction://hlinksldjump"/>
            <a:extLst>
              <a:ext uri="{FF2B5EF4-FFF2-40B4-BE49-F238E27FC236}">
                <a16:creationId xmlns:a16="http://schemas.microsoft.com/office/drawing/2014/main" id="{5225FFED-C6DD-4D79-B5CF-B188F9B8E9A9}"/>
              </a:ext>
            </a:extLst>
          </p:cNvPr>
          <p:cNvSpPr/>
          <p:nvPr/>
        </p:nvSpPr>
        <p:spPr>
          <a:xfrm>
            <a:off x="1010727" y="4258538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Shunt</a:t>
            </a:r>
          </a:p>
        </p:txBody>
      </p:sp>
      <p:sp>
        <p:nvSpPr>
          <p:cNvPr id="32" name="Rectangle: Rounded Corners 31">
            <a:hlinkClick r:id="rId5" action="ppaction://hlinksldjump"/>
            <a:extLst>
              <a:ext uri="{FF2B5EF4-FFF2-40B4-BE49-F238E27FC236}">
                <a16:creationId xmlns:a16="http://schemas.microsoft.com/office/drawing/2014/main" id="{AD282232-6484-44BE-AEBF-DF7F13899F52}"/>
              </a:ext>
            </a:extLst>
          </p:cNvPr>
          <p:cNvSpPr/>
          <p:nvPr/>
        </p:nvSpPr>
        <p:spPr>
          <a:xfrm>
            <a:off x="1025790" y="4899913"/>
            <a:ext cx="3272310" cy="48848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diffusion capacity</a:t>
            </a:r>
          </a:p>
        </p:txBody>
      </p:sp>
      <p:pic>
        <p:nvPicPr>
          <p:cNvPr id="36" name="Graphic 35" descr="Cursor">
            <a:extLst>
              <a:ext uri="{FF2B5EF4-FFF2-40B4-BE49-F238E27FC236}">
                <a16:creationId xmlns:a16="http://schemas.microsoft.com/office/drawing/2014/main" id="{5F687274-6BAF-4A85-BEAF-2D8ED61162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1659" y="3927548"/>
            <a:ext cx="302458" cy="302458"/>
          </a:xfrm>
          <a:prstGeom prst="rect">
            <a:avLst/>
          </a:prstGeom>
        </p:spPr>
      </p:pic>
      <p:pic>
        <p:nvPicPr>
          <p:cNvPr id="37" name="Graphic 36" descr="Cursor">
            <a:extLst>
              <a:ext uri="{FF2B5EF4-FFF2-40B4-BE49-F238E27FC236}">
                <a16:creationId xmlns:a16="http://schemas.microsoft.com/office/drawing/2014/main" id="{917A15E6-3607-4011-845C-57A12D911E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26921" y="4562600"/>
            <a:ext cx="302458" cy="30245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A5CC5A1-A420-42CB-B822-DDB7995C9A3B}"/>
              </a:ext>
            </a:extLst>
          </p:cNvPr>
          <p:cNvSpPr txBox="1"/>
          <p:nvPr/>
        </p:nvSpPr>
        <p:spPr>
          <a:xfrm>
            <a:off x="5142828" y="4721536"/>
            <a:ext cx="6104113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Ventilation, which is determined by respiratory rate and tidal volume (volume of breaths) creates opportunities for gas exchange. Hypoventilation ↓ elimination of CO</a:t>
            </a:r>
            <a:r>
              <a:rPr lang="en-US" baseline="-25000" dirty="0"/>
              <a:t>2</a:t>
            </a:r>
            <a:r>
              <a:rPr lang="en-US" dirty="0"/>
              <a:t> resulting in ↑ PCO</a:t>
            </a:r>
            <a:r>
              <a:rPr lang="en-US" baseline="-25000" dirty="0"/>
              <a:t>2</a:t>
            </a:r>
            <a:r>
              <a:rPr lang="en-US" dirty="0"/>
              <a:t>. Elevated PCO</a:t>
            </a:r>
            <a:r>
              <a:rPr lang="en-US" baseline="-25000" dirty="0"/>
              <a:t>2</a:t>
            </a:r>
            <a:r>
              <a:rPr lang="en-US" dirty="0"/>
              <a:t> effectively ↓ “space” for O2, and subsequently results in hypoxemia. Examples include CNS depression, opiates/ benzodiazepines, neuromuscular weakness, diaphragmatic dysfunction. 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A1DAEC4-A532-4825-992C-A57557100146}"/>
              </a:ext>
            </a:extLst>
          </p:cNvPr>
          <p:cNvSpPr/>
          <p:nvPr/>
        </p:nvSpPr>
        <p:spPr>
          <a:xfrm>
            <a:off x="9162150" y="3807699"/>
            <a:ext cx="483997" cy="47858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</a:t>
            </a:r>
            <a:r>
              <a:rPr lang="en-US" sz="1400" baseline="-25000" dirty="0">
                <a:solidFill>
                  <a:schemeClr val="bg1"/>
                </a:solidFill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078A6FD-C085-42C7-A900-31EC79A09030}"/>
              </a:ext>
            </a:extLst>
          </p:cNvPr>
          <p:cNvSpPr/>
          <p:nvPr/>
        </p:nvSpPr>
        <p:spPr>
          <a:xfrm>
            <a:off x="8359879" y="2523390"/>
            <a:ext cx="483997" cy="47858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</a:t>
            </a:r>
            <a:r>
              <a:rPr lang="en-US" sz="1400" baseline="-25000" dirty="0">
                <a:solidFill>
                  <a:schemeClr val="bg1"/>
                </a:solidFill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843313B-928E-43BD-BDE7-5C2AFC710443}"/>
              </a:ext>
            </a:extLst>
          </p:cNvPr>
          <p:cNvSpPr/>
          <p:nvPr/>
        </p:nvSpPr>
        <p:spPr>
          <a:xfrm>
            <a:off x="8549695" y="3721218"/>
            <a:ext cx="483997" cy="47858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</a:t>
            </a:r>
            <a:r>
              <a:rPr lang="en-US" sz="1400" baseline="-25000" dirty="0">
                <a:solidFill>
                  <a:schemeClr val="bg1"/>
                </a:solidFill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DF0EFB4-50E6-44A5-8B4C-16835859AB39}"/>
              </a:ext>
            </a:extLst>
          </p:cNvPr>
          <p:cNvSpPr/>
          <p:nvPr/>
        </p:nvSpPr>
        <p:spPr>
          <a:xfrm rot="10800000">
            <a:off x="8530080" y="3006822"/>
            <a:ext cx="267968" cy="808842"/>
          </a:xfrm>
          <a:custGeom>
            <a:avLst/>
            <a:gdLst>
              <a:gd name="connsiteX0" fmla="*/ 50946 w 152546"/>
              <a:gd name="connsiteY0" fmla="*/ 0 h 643467"/>
              <a:gd name="connsiteX1" fmla="*/ 42480 w 152546"/>
              <a:gd name="connsiteY1" fmla="*/ 186267 h 643467"/>
              <a:gd name="connsiteX2" fmla="*/ 152546 w 152546"/>
              <a:gd name="connsiteY2" fmla="*/ 279400 h 643467"/>
              <a:gd name="connsiteX3" fmla="*/ 42480 w 152546"/>
              <a:gd name="connsiteY3" fmla="*/ 338667 h 643467"/>
              <a:gd name="connsiteX4" fmla="*/ 127146 w 152546"/>
              <a:gd name="connsiteY4" fmla="*/ 457200 h 643467"/>
              <a:gd name="connsiteX5" fmla="*/ 146 w 152546"/>
              <a:gd name="connsiteY5" fmla="*/ 524933 h 643467"/>
              <a:gd name="connsiteX6" fmla="*/ 101746 w 152546"/>
              <a:gd name="connsiteY6" fmla="*/ 584200 h 643467"/>
              <a:gd name="connsiteX7" fmla="*/ 101746 w 152546"/>
              <a:gd name="connsiteY7" fmla="*/ 643467 h 643467"/>
              <a:gd name="connsiteX0" fmla="*/ 42595 w 152546"/>
              <a:gd name="connsiteY0" fmla="*/ 0 h 606434"/>
              <a:gd name="connsiteX1" fmla="*/ 42480 w 152546"/>
              <a:gd name="connsiteY1" fmla="*/ 149234 h 606434"/>
              <a:gd name="connsiteX2" fmla="*/ 152546 w 152546"/>
              <a:gd name="connsiteY2" fmla="*/ 242367 h 606434"/>
              <a:gd name="connsiteX3" fmla="*/ 42480 w 152546"/>
              <a:gd name="connsiteY3" fmla="*/ 301634 h 606434"/>
              <a:gd name="connsiteX4" fmla="*/ 127146 w 152546"/>
              <a:gd name="connsiteY4" fmla="*/ 420167 h 606434"/>
              <a:gd name="connsiteX5" fmla="*/ 146 w 152546"/>
              <a:gd name="connsiteY5" fmla="*/ 487900 h 606434"/>
              <a:gd name="connsiteX6" fmla="*/ 101746 w 152546"/>
              <a:gd name="connsiteY6" fmla="*/ 547167 h 606434"/>
              <a:gd name="connsiteX7" fmla="*/ 101746 w 152546"/>
              <a:gd name="connsiteY7" fmla="*/ 606434 h 606434"/>
              <a:gd name="connsiteX0" fmla="*/ 42597 w 152548"/>
              <a:gd name="connsiteY0" fmla="*/ 0 h 724939"/>
              <a:gd name="connsiteX1" fmla="*/ 42482 w 152548"/>
              <a:gd name="connsiteY1" fmla="*/ 149234 h 724939"/>
              <a:gd name="connsiteX2" fmla="*/ 152548 w 152548"/>
              <a:gd name="connsiteY2" fmla="*/ 242367 h 724939"/>
              <a:gd name="connsiteX3" fmla="*/ 42482 w 152548"/>
              <a:gd name="connsiteY3" fmla="*/ 301634 h 724939"/>
              <a:gd name="connsiteX4" fmla="*/ 127148 w 152548"/>
              <a:gd name="connsiteY4" fmla="*/ 420167 h 724939"/>
              <a:gd name="connsiteX5" fmla="*/ 148 w 152548"/>
              <a:gd name="connsiteY5" fmla="*/ 487900 h 724939"/>
              <a:gd name="connsiteX6" fmla="*/ 101748 w 152548"/>
              <a:gd name="connsiteY6" fmla="*/ 547167 h 724939"/>
              <a:gd name="connsiteX7" fmla="*/ 110099 w 152548"/>
              <a:gd name="connsiteY7" fmla="*/ 724939 h 724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548" h="724939">
                <a:moveTo>
                  <a:pt x="42597" y="0"/>
                </a:moveTo>
                <a:cubicBezTo>
                  <a:pt x="29897" y="69850"/>
                  <a:pt x="24157" y="108840"/>
                  <a:pt x="42482" y="149234"/>
                </a:cubicBezTo>
                <a:cubicBezTo>
                  <a:pt x="60807" y="189628"/>
                  <a:pt x="152548" y="216967"/>
                  <a:pt x="152548" y="242367"/>
                </a:cubicBezTo>
                <a:cubicBezTo>
                  <a:pt x="152548" y="267767"/>
                  <a:pt x="46715" y="272001"/>
                  <a:pt x="42482" y="301634"/>
                </a:cubicBezTo>
                <a:cubicBezTo>
                  <a:pt x="38249" y="331267"/>
                  <a:pt x="134204" y="389123"/>
                  <a:pt x="127148" y="420167"/>
                </a:cubicBezTo>
                <a:cubicBezTo>
                  <a:pt x="120092" y="451211"/>
                  <a:pt x="4381" y="466733"/>
                  <a:pt x="148" y="487900"/>
                </a:cubicBezTo>
                <a:cubicBezTo>
                  <a:pt x="-4085" y="509067"/>
                  <a:pt x="83423" y="507660"/>
                  <a:pt x="101748" y="547167"/>
                </a:cubicBezTo>
                <a:cubicBezTo>
                  <a:pt x="120073" y="586674"/>
                  <a:pt x="118565" y="705183"/>
                  <a:pt x="110099" y="724939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18B343-A9EE-4C7D-B91B-414811EE9BE8}"/>
              </a:ext>
            </a:extLst>
          </p:cNvPr>
          <p:cNvSpPr/>
          <p:nvPr/>
        </p:nvSpPr>
        <p:spPr>
          <a:xfrm>
            <a:off x="7628709" y="2458486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" name="Graphic 2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8059988-392A-4240-9B34-94E76660D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he 3 A's button">
            <a:hlinkClick r:id="rId10" action="ppaction://hlinksldjump"/>
            <a:extLst>
              <a:ext uri="{FF2B5EF4-FFF2-40B4-BE49-F238E27FC236}">
                <a16:creationId xmlns:a16="http://schemas.microsoft.com/office/drawing/2014/main" id="{34AEB8A3-2582-4ACD-BF7F-BF6B3CEF4F0E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5" name="The 3 A's button">
            <a:hlinkClick r:id="rId11" action="ppaction://hlinksldjump"/>
            <a:extLst>
              <a:ext uri="{FF2B5EF4-FFF2-40B4-BE49-F238E27FC236}">
                <a16:creationId xmlns:a16="http://schemas.microsoft.com/office/drawing/2014/main" id="{215ED6BD-D86D-4DB9-A677-C9CD9C66B60A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</p:spTree>
    <p:extLst>
      <p:ext uri="{BB962C8B-B14F-4D97-AF65-F5344CB8AC3E}">
        <p14:creationId xmlns:p14="http://schemas.microsoft.com/office/powerpoint/2010/main" val="983144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487" y="366373"/>
            <a:ext cx="10784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V/Q mismatch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56BDA-EC05-4585-93A2-6E0CF122B673}"/>
              </a:ext>
            </a:extLst>
          </p:cNvPr>
          <p:cNvSpPr/>
          <p:nvPr/>
        </p:nvSpPr>
        <p:spPr>
          <a:xfrm>
            <a:off x="9055751" y="2195416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41FD3D-2E57-49CA-ABFB-B28878A98C88}"/>
              </a:ext>
            </a:extLst>
          </p:cNvPr>
          <p:cNvSpPr/>
          <p:nvPr/>
        </p:nvSpPr>
        <p:spPr>
          <a:xfrm>
            <a:off x="5923646" y="429591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B46DB-04AE-47FB-8B07-181B122ECCD6}"/>
              </a:ext>
            </a:extLst>
          </p:cNvPr>
          <p:cNvSpPr/>
          <p:nvPr/>
        </p:nvSpPr>
        <p:spPr>
          <a:xfrm>
            <a:off x="10402092" y="3974283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6D11A3D-1E82-468C-945C-34769C51AAF0}"/>
              </a:ext>
            </a:extLst>
          </p:cNvPr>
          <p:cNvSpPr/>
          <p:nvPr/>
        </p:nvSpPr>
        <p:spPr>
          <a:xfrm>
            <a:off x="6137522" y="3442710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94DE5E-BB40-46C1-8CCC-0683C5A551EB}"/>
              </a:ext>
            </a:extLst>
          </p:cNvPr>
          <p:cNvSpPr/>
          <p:nvPr/>
        </p:nvSpPr>
        <p:spPr>
          <a:xfrm>
            <a:off x="5923646" y="3602879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8A972-E2AF-46C3-87EC-E3613EDBD877}"/>
              </a:ext>
            </a:extLst>
          </p:cNvPr>
          <p:cNvSpPr/>
          <p:nvPr/>
        </p:nvSpPr>
        <p:spPr>
          <a:xfrm>
            <a:off x="7497392" y="1026641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895954 w 1460981"/>
              <a:gd name="connsiteY11" fmla="*/ 272260 h 2325213"/>
              <a:gd name="connsiteX12" fmla="*/ 966975 w 1460981"/>
              <a:gd name="connsiteY12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883128 w 1460981"/>
              <a:gd name="connsiteY11" fmla="*/ 380071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666813" y="197416"/>
                  <a:pt x="683454" y="446994"/>
                </a:cubicBezTo>
                <a:cubicBezTo>
                  <a:pt x="670315" y="691555"/>
                  <a:pt x="621926" y="708215"/>
                  <a:pt x="536049" y="821419"/>
                </a:cubicBezTo>
                <a:cubicBezTo>
                  <a:pt x="450172" y="934623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63280" y="959868"/>
                  <a:pt x="998506" y="842442"/>
                </a:cubicBezTo>
                <a:cubicBezTo>
                  <a:pt x="933732" y="725016"/>
                  <a:pt x="888383" y="520134"/>
                  <a:pt x="883128" y="380071"/>
                </a:cubicBezTo>
                <a:cubicBezTo>
                  <a:pt x="877873" y="240008"/>
                  <a:pt x="966317" y="6656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3A49-0A38-45C0-935C-D5AC44C83D6C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266203-9B35-489E-AC88-7035282EBBC4}"/>
              </a:ext>
            </a:extLst>
          </p:cNvPr>
          <p:cNvSpPr/>
          <p:nvPr/>
        </p:nvSpPr>
        <p:spPr>
          <a:xfrm>
            <a:off x="7988586" y="2161890"/>
            <a:ext cx="665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</a:t>
            </a:r>
            <a:r>
              <a:rPr lang="en-US" sz="2000" b="1" baseline="-25000" dirty="0"/>
              <a:t>A</a:t>
            </a:r>
            <a:r>
              <a:rPr lang="en-US" sz="2000" b="1" dirty="0"/>
              <a:t>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BC77C-A768-47A3-9FC8-74D8A9926D3A}"/>
              </a:ext>
            </a:extLst>
          </p:cNvPr>
          <p:cNvSpPr/>
          <p:nvPr/>
        </p:nvSpPr>
        <p:spPr>
          <a:xfrm>
            <a:off x="6608972" y="3850403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62AC2F-5136-4719-9329-C7D29118B7D3}"/>
              </a:ext>
            </a:extLst>
          </p:cNvPr>
          <p:cNvSpPr/>
          <p:nvPr/>
        </p:nvSpPr>
        <p:spPr>
          <a:xfrm>
            <a:off x="1025790" y="2355268"/>
            <a:ext cx="3272310" cy="51357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FiO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29" name="Rectangle: Rounded Corners 28">
            <a:hlinkClick r:id="rId3" action="ppaction://hlinksldjump"/>
            <a:extLst>
              <a:ext uri="{FF2B5EF4-FFF2-40B4-BE49-F238E27FC236}">
                <a16:creationId xmlns:a16="http://schemas.microsoft.com/office/drawing/2014/main" id="{F302EF7C-1430-442A-ABEF-5D36F051251A}"/>
              </a:ext>
            </a:extLst>
          </p:cNvPr>
          <p:cNvSpPr/>
          <p:nvPr/>
        </p:nvSpPr>
        <p:spPr>
          <a:xfrm>
            <a:off x="1012206" y="299788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Hypoventilation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4B0352-DA62-4117-9CEB-A55B5E9EF1BC}"/>
              </a:ext>
            </a:extLst>
          </p:cNvPr>
          <p:cNvSpPr/>
          <p:nvPr/>
        </p:nvSpPr>
        <p:spPr>
          <a:xfrm>
            <a:off x="1010783" y="3633106"/>
            <a:ext cx="3272310" cy="482792"/>
          </a:xfrm>
          <a:prstGeom prst="roundRect">
            <a:avLst/>
          </a:prstGeom>
          <a:ln w="38100"/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V/Q mismatch</a:t>
            </a:r>
          </a:p>
        </p:txBody>
      </p:sp>
      <p:sp>
        <p:nvSpPr>
          <p:cNvPr id="31" name="Rectangle: Rounded Corners 30">
            <a:hlinkClick r:id="rId4" action="ppaction://hlinksldjump"/>
            <a:extLst>
              <a:ext uri="{FF2B5EF4-FFF2-40B4-BE49-F238E27FC236}">
                <a16:creationId xmlns:a16="http://schemas.microsoft.com/office/drawing/2014/main" id="{5225FFED-C6DD-4D79-B5CF-B188F9B8E9A9}"/>
              </a:ext>
            </a:extLst>
          </p:cNvPr>
          <p:cNvSpPr/>
          <p:nvPr/>
        </p:nvSpPr>
        <p:spPr>
          <a:xfrm>
            <a:off x="1010727" y="4258538"/>
            <a:ext cx="3272310" cy="488488"/>
          </a:xfrm>
          <a:prstGeom prst="round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Shunt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D282232-6484-44BE-AEBF-DF7F13899F52}"/>
              </a:ext>
            </a:extLst>
          </p:cNvPr>
          <p:cNvSpPr/>
          <p:nvPr/>
        </p:nvSpPr>
        <p:spPr>
          <a:xfrm>
            <a:off x="1025790" y="4899913"/>
            <a:ext cx="3272310" cy="48848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diffusion capacity</a:t>
            </a:r>
          </a:p>
        </p:txBody>
      </p:sp>
      <p:pic>
        <p:nvPicPr>
          <p:cNvPr id="37" name="Graphic 36" descr="Cursor">
            <a:extLst>
              <a:ext uri="{FF2B5EF4-FFF2-40B4-BE49-F238E27FC236}">
                <a16:creationId xmlns:a16="http://schemas.microsoft.com/office/drawing/2014/main" id="{917A15E6-3607-4011-845C-57A12D911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6519" y="4558386"/>
            <a:ext cx="302458" cy="302458"/>
          </a:xfrm>
          <a:prstGeom prst="rect">
            <a:avLst/>
          </a:prstGeom>
        </p:spPr>
      </p:pic>
      <p:sp>
        <p:nvSpPr>
          <p:cNvPr id="44" name="Shunt explanation">
            <a:extLst>
              <a:ext uri="{FF2B5EF4-FFF2-40B4-BE49-F238E27FC236}">
                <a16:creationId xmlns:a16="http://schemas.microsoft.com/office/drawing/2014/main" id="{4A5CC5A1-A420-42CB-B822-DDB7995C9A3B}"/>
              </a:ext>
            </a:extLst>
          </p:cNvPr>
          <p:cNvSpPr txBox="1"/>
          <p:nvPr/>
        </p:nvSpPr>
        <p:spPr>
          <a:xfrm>
            <a:off x="5142828" y="4721536"/>
            <a:ext cx="6104113" cy="1477328"/>
          </a:xfrm>
          <a:prstGeom prst="rect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Ventilation (V) - Perfusion (Q) mismatch (or V/Q mismatch) occurs when there are areas of V without Q or vice versa. This can occur in the presence of smaller alveolar filling/collapsing process, obstructive airway disease, pulmonary vascular disease, or pulmonary embolism.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18B343-A9EE-4C7D-B91B-414811EE9BE8}"/>
              </a:ext>
            </a:extLst>
          </p:cNvPr>
          <p:cNvSpPr/>
          <p:nvPr/>
        </p:nvSpPr>
        <p:spPr>
          <a:xfrm>
            <a:off x="8052607" y="32515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49" name="Graphic 48" descr="Cursor">
            <a:extLst>
              <a:ext uri="{FF2B5EF4-FFF2-40B4-BE49-F238E27FC236}">
                <a16:creationId xmlns:a16="http://schemas.microsoft.com/office/drawing/2014/main" id="{CF9F9789-B18E-490E-A222-47751C36A1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6519" y="3327994"/>
            <a:ext cx="302458" cy="302458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533066F7-0063-4697-909E-6AF0C0B253D4}"/>
              </a:ext>
            </a:extLst>
          </p:cNvPr>
          <p:cNvSpPr/>
          <p:nvPr/>
        </p:nvSpPr>
        <p:spPr>
          <a:xfrm>
            <a:off x="7647989" y="266509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C7DE9D2-32EC-482E-A6D6-9A76C8237CF2}"/>
              </a:ext>
            </a:extLst>
          </p:cNvPr>
          <p:cNvSpPr/>
          <p:nvPr/>
        </p:nvSpPr>
        <p:spPr>
          <a:xfrm>
            <a:off x="8617582" y="1120513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8CFD0-7C8A-486F-9B6B-68F2F2337BB3}"/>
              </a:ext>
            </a:extLst>
          </p:cNvPr>
          <p:cNvSpPr txBox="1"/>
          <p:nvPr/>
        </p:nvSpPr>
        <p:spPr>
          <a:xfrm>
            <a:off x="6440271" y="2329384"/>
            <a:ext cx="649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863EA5-8154-4A92-86CB-FDFAF5AF7C6B}"/>
              </a:ext>
            </a:extLst>
          </p:cNvPr>
          <p:cNvSpPr txBox="1"/>
          <p:nvPr/>
        </p:nvSpPr>
        <p:spPr>
          <a:xfrm>
            <a:off x="5544769" y="3973576"/>
            <a:ext cx="702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Q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AE0E73C-7134-4CCC-9DA9-6953FFD87A8A}"/>
              </a:ext>
            </a:extLst>
          </p:cNvPr>
          <p:cNvSpPr/>
          <p:nvPr/>
        </p:nvSpPr>
        <p:spPr>
          <a:xfrm>
            <a:off x="7526769" y="3654373"/>
            <a:ext cx="1460981" cy="58477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B77D1FF-A3AD-4FFE-B709-9806AD584C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he 3 A's button">
            <a:hlinkClick r:id="rId9" action="ppaction://hlinksldjump"/>
            <a:extLst>
              <a:ext uri="{FF2B5EF4-FFF2-40B4-BE49-F238E27FC236}">
                <a16:creationId xmlns:a16="http://schemas.microsoft.com/office/drawing/2014/main" id="{4D512E29-8F7A-4190-9C23-525B9725572F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6" name="The 3 A's button">
            <a:hlinkClick r:id="rId10" action="ppaction://hlinksldjump"/>
            <a:extLst>
              <a:ext uri="{FF2B5EF4-FFF2-40B4-BE49-F238E27FC236}">
                <a16:creationId xmlns:a16="http://schemas.microsoft.com/office/drawing/2014/main" id="{0B0D67F4-83AA-4256-94A3-7FE899443EAB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</p:spTree>
    <p:extLst>
      <p:ext uri="{BB962C8B-B14F-4D97-AF65-F5344CB8AC3E}">
        <p14:creationId xmlns:p14="http://schemas.microsoft.com/office/powerpoint/2010/main" val="201982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>
            <a:extLst>
              <a:ext uri="{FF2B5EF4-FFF2-40B4-BE49-F238E27FC236}">
                <a16:creationId xmlns:a16="http://schemas.microsoft.com/office/drawing/2014/main" id="{539AAFB3-54B8-42F8-A418-DFBBFCCD47FC}"/>
              </a:ext>
            </a:extLst>
          </p:cNvPr>
          <p:cNvSpPr/>
          <p:nvPr/>
        </p:nvSpPr>
        <p:spPr>
          <a:xfrm>
            <a:off x="7496308" y="1801335"/>
            <a:ext cx="1462065" cy="1530324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487" y="366373"/>
            <a:ext cx="10784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Shunt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56BDA-EC05-4585-93A2-6E0CF122B673}"/>
              </a:ext>
            </a:extLst>
          </p:cNvPr>
          <p:cNvSpPr/>
          <p:nvPr/>
        </p:nvSpPr>
        <p:spPr>
          <a:xfrm>
            <a:off x="9055751" y="2195416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41FD3D-2E57-49CA-ABFB-B28878A98C88}"/>
              </a:ext>
            </a:extLst>
          </p:cNvPr>
          <p:cNvSpPr/>
          <p:nvPr/>
        </p:nvSpPr>
        <p:spPr>
          <a:xfrm>
            <a:off x="5923646" y="429591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B46DB-04AE-47FB-8B07-181B122ECCD6}"/>
              </a:ext>
            </a:extLst>
          </p:cNvPr>
          <p:cNvSpPr/>
          <p:nvPr/>
        </p:nvSpPr>
        <p:spPr>
          <a:xfrm>
            <a:off x="10402092" y="3974283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6D11A3D-1E82-468C-945C-34769C51AAF0}"/>
              </a:ext>
            </a:extLst>
          </p:cNvPr>
          <p:cNvSpPr/>
          <p:nvPr/>
        </p:nvSpPr>
        <p:spPr>
          <a:xfrm>
            <a:off x="6137522" y="3442710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94DE5E-BB40-46C1-8CCC-0683C5A551EB}"/>
              </a:ext>
            </a:extLst>
          </p:cNvPr>
          <p:cNvSpPr/>
          <p:nvPr/>
        </p:nvSpPr>
        <p:spPr>
          <a:xfrm>
            <a:off x="5923646" y="3602879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8A972-E2AF-46C3-87EC-E3613EDBD877}"/>
              </a:ext>
            </a:extLst>
          </p:cNvPr>
          <p:cNvSpPr/>
          <p:nvPr/>
        </p:nvSpPr>
        <p:spPr>
          <a:xfrm>
            <a:off x="7497392" y="1026641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3A49-0A38-45C0-935C-D5AC44C83D6C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266203-9B35-489E-AC88-7035282EBBC4}"/>
              </a:ext>
            </a:extLst>
          </p:cNvPr>
          <p:cNvSpPr/>
          <p:nvPr/>
        </p:nvSpPr>
        <p:spPr>
          <a:xfrm>
            <a:off x="7988586" y="2161890"/>
            <a:ext cx="665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</a:t>
            </a:r>
            <a:r>
              <a:rPr lang="en-US" sz="2000" b="1" baseline="-25000" dirty="0"/>
              <a:t>A</a:t>
            </a:r>
            <a:r>
              <a:rPr lang="en-US" sz="2000" b="1" dirty="0"/>
              <a:t>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BC77C-A768-47A3-9FC8-74D8A9926D3A}"/>
              </a:ext>
            </a:extLst>
          </p:cNvPr>
          <p:cNvSpPr/>
          <p:nvPr/>
        </p:nvSpPr>
        <p:spPr>
          <a:xfrm>
            <a:off x="6608972" y="3850403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62AC2F-5136-4719-9329-C7D29118B7D3}"/>
              </a:ext>
            </a:extLst>
          </p:cNvPr>
          <p:cNvSpPr/>
          <p:nvPr/>
        </p:nvSpPr>
        <p:spPr>
          <a:xfrm>
            <a:off x="1025790" y="2355268"/>
            <a:ext cx="3272310" cy="51357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FiO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29" name="Rectangle: Rounded Corners 28">
            <a:hlinkClick r:id="rId3" action="ppaction://hlinksldjump"/>
            <a:extLst>
              <a:ext uri="{FF2B5EF4-FFF2-40B4-BE49-F238E27FC236}">
                <a16:creationId xmlns:a16="http://schemas.microsoft.com/office/drawing/2014/main" id="{F302EF7C-1430-442A-ABEF-5D36F051251A}"/>
              </a:ext>
            </a:extLst>
          </p:cNvPr>
          <p:cNvSpPr/>
          <p:nvPr/>
        </p:nvSpPr>
        <p:spPr>
          <a:xfrm>
            <a:off x="1012206" y="299788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Hypoventilation</a:t>
            </a:r>
          </a:p>
        </p:txBody>
      </p:sp>
      <p:sp>
        <p:nvSpPr>
          <p:cNvPr id="30" name="Rectangle: Rounded Corners 29">
            <a:hlinkClick r:id="rId4" action="ppaction://hlinksldjump"/>
            <a:extLst>
              <a:ext uri="{FF2B5EF4-FFF2-40B4-BE49-F238E27FC236}">
                <a16:creationId xmlns:a16="http://schemas.microsoft.com/office/drawing/2014/main" id="{E84B0352-DA62-4117-9CEB-A55B5E9EF1BC}"/>
              </a:ext>
            </a:extLst>
          </p:cNvPr>
          <p:cNvSpPr/>
          <p:nvPr/>
        </p:nvSpPr>
        <p:spPr>
          <a:xfrm>
            <a:off x="1010783" y="3633106"/>
            <a:ext cx="3272310" cy="48279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V/Q mismatch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225FFED-C6DD-4D79-B5CF-B188F9B8E9A9}"/>
              </a:ext>
            </a:extLst>
          </p:cNvPr>
          <p:cNvSpPr/>
          <p:nvPr/>
        </p:nvSpPr>
        <p:spPr>
          <a:xfrm>
            <a:off x="1010727" y="4258538"/>
            <a:ext cx="3272310" cy="488488"/>
          </a:xfrm>
          <a:prstGeom prst="roundRect">
            <a:avLst/>
          </a:prstGeom>
          <a:ln w="38100"/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Shunt</a:t>
            </a:r>
          </a:p>
        </p:txBody>
      </p:sp>
      <p:sp>
        <p:nvSpPr>
          <p:cNvPr id="32" name="Rectangle: Rounded Corners 31">
            <a:hlinkClick r:id="rId5" action="ppaction://hlinksldjump"/>
            <a:extLst>
              <a:ext uri="{FF2B5EF4-FFF2-40B4-BE49-F238E27FC236}">
                <a16:creationId xmlns:a16="http://schemas.microsoft.com/office/drawing/2014/main" id="{AD282232-6484-44BE-AEBF-DF7F13899F52}"/>
              </a:ext>
            </a:extLst>
          </p:cNvPr>
          <p:cNvSpPr/>
          <p:nvPr/>
        </p:nvSpPr>
        <p:spPr>
          <a:xfrm>
            <a:off x="1010727" y="4860844"/>
            <a:ext cx="3272310" cy="48848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diffusion capacity</a:t>
            </a:r>
          </a:p>
        </p:txBody>
      </p:sp>
      <p:pic>
        <p:nvPicPr>
          <p:cNvPr id="37" name="Graphic 36" descr="Cursor">
            <a:extLst>
              <a:ext uri="{FF2B5EF4-FFF2-40B4-BE49-F238E27FC236}">
                <a16:creationId xmlns:a16="http://schemas.microsoft.com/office/drawing/2014/main" id="{917A15E6-3607-4011-845C-57A12D911E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16519" y="3948055"/>
            <a:ext cx="302458" cy="302458"/>
          </a:xfrm>
          <a:prstGeom prst="rect">
            <a:avLst/>
          </a:prstGeom>
        </p:spPr>
      </p:pic>
      <p:sp>
        <p:nvSpPr>
          <p:cNvPr id="44" name="Shunt explanation">
            <a:extLst>
              <a:ext uri="{FF2B5EF4-FFF2-40B4-BE49-F238E27FC236}">
                <a16:creationId xmlns:a16="http://schemas.microsoft.com/office/drawing/2014/main" id="{4A5CC5A1-A420-42CB-B822-DDB7995C9A3B}"/>
              </a:ext>
            </a:extLst>
          </p:cNvPr>
          <p:cNvSpPr txBox="1"/>
          <p:nvPr/>
        </p:nvSpPr>
        <p:spPr>
          <a:xfrm>
            <a:off x="5142828" y="4721536"/>
            <a:ext cx="6104113" cy="13280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Shunt occurs when there is perfusion (Q) without ventilation (V). This can occur in the presence of a physical shunt or with a large alveolar filling/collapsing process. Things that fill the alveoli include blood, water, pus. 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18B343-A9EE-4C7D-B91B-414811EE9BE8}"/>
              </a:ext>
            </a:extLst>
          </p:cNvPr>
          <p:cNvSpPr/>
          <p:nvPr/>
        </p:nvSpPr>
        <p:spPr>
          <a:xfrm>
            <a:off x="8052607" y="32515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748C552-497D-4F26-BA08-7951CF41A800}"/>
              </a:ext>
            </a:extLst>
          </p:cNvPr>
          <p:cNvGrpSpPr/>
          <p:nvPr/>
        </p:nvGrpSpPr>
        <p:grpSpPr>
          <a:xfrm>
            <a:off x="8160042" y="785961"/>
            <a:ext cx="224599" cy="849238"/>
            <a:chOff x="2704289" y="2317038"/>
            <a:chExt cx="224599" cy="1111961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FEFCA1E-D647-4F2A-AD9E-6E692E6C9C2B}"/>
                </a:ext>
              </a:extLst>
            </p:cNvPr>
            <p:cNvCxnSpPr>
              <a:cxnSpLocks/>
            </p:cNvCxnSpPr>
            <p:nvPr/>
          </p:nvCxnSpPr>
          <p:spPr>
            <a:xfrm>
              <a:off x="2704289" y="2354094"/>
              <a:ext cx="85822" cy="10749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2635037-33C3-4561-937E-92FE95621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0111" y="2317038"/>
              <a:ext cx="138777" cy="11048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Arc 47">
            <a:extLst>
              <a:ext uri="{FF2B5EF4-FFF2-40B4-BE49-F238E27FC236}">
                <a16:creationId xmlns:a16="http://schemas.microsoft.com/office/drawing/2014/main" id="{8CC460F5-637F-4B64-9C2E-58664A7E87CF}"/>
              </a:ext>
            </a:extLst>
          </p:cNvPr>
          <p:cNvSpPr/>
          <p:nvPr/>
        </p:nvSpPr>
        <p:spPr>
          <a:xfrm rot="182465">
            <a:off x="7364197" y="3915830"/>
            <a:ext cx="1786127" cy="564931"/>
          </a:xfrm>
          <a:custGeom>
            <a:avLst/>
            <a:gdLst>
              <a:gd name="connsiteX0" fmla="*/ 1175063 w 4478446"/>
              <a:gd name="connsiteY0" fmla="*/ 67872 h 1129862"/>
              <a:gd name="connsiteX1" fmla="*/ 2182403 w 4478446"/>
              <a:gd name="connsiteY1" fmla="*/ 182 h 1129862"/>
              <a:gd name="connsiteX2" fmla="*/ 2961190 w 4478446"/>
              <a:gd name="connsiteY2" fmla="*/ 30169 h 1129862"/>
              <a:gd name="connsiteX3" fmla="*/ 2239223 w 4478446"/>
              <a:gd name="connsiteY3" fmla="*/ 564931 h 1129862"/>
              <a:gd name="connsiteX4" fmla="*/ 1175063 w 4478446"/>
              <a:gd name="connsiteY4" fmla="*/ 67872 h 1129862"/>
              <a:gd name="connsiteX0" fmla="*/ 1175063 w 4478446"/>
              <a:gd name="connsiteY0" fmla="*/ 67872 h 1129862"/>
              <a:gd name="connsiteX1" fmla="*/ 2182403 w 4478446"/>
              <a:gd name="connsiteY1" fmla="*/ 182 h 1129862"/>
              <a:gd name="connsiteX2" fmla="*/ 2961190 w 4478446"/>
              <a:gd name="connsiteY2" fmla="*/ 30169 h 1129862"/>
              <a:gd name="connsiteX0" fmla="*/ 0 w 1786127"/>
              <a:gd name="connsiteY0" fmla="*/ 67872 h 564931"/>
              <a:gd name="connsiteX1" fmla="*/ 1007340 w 1786127"/>
              <a:gd name="connsiteY1" fmla="*/ 182 h 564931"/>
              <a:gd name="connsiteX2" fmla="*/ 1786127 w 1786127"/>
              <a:gd name="connsiteY2" fmla="*/ 30169 h 564931"/>
              <a:gd name="connsiteX3" fmla="*/ 1064160 w 1786127"/>
              <a:gd name="connsiteY3" fmla="*/ 564931 h 564931"/>
              <a:gd name="connsiteX4" fmla="*/ 0 w 1786127"/>
              <a:gd name="connsiteY4" fmla="*/ 67872 h 564931"/>
              <a:gd name="connsiteX0" fmla="*/ 78933 w 1786127"/>
              <a:gd name="connsiteY0" fmla="*/ 102233 h 564931"/>
              <a:gd name="connsiteX1" fmla="*/ 1007340 w 1786127"/>
              <a:gd name="connsiteY1" fmla="*/ 182 h 564931"/>
              <a:gd name="connsiteX2" fmla="*/ 1786127 w 1786127"/>
              <a:gd name="connsiteY2" fmla="*/ 30169 h 56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6127" h="564931" stroke="0" extrusionOk="0">
                <a:moveTo>
                  <a:pt x="0" y="67872"/>
                </a:moveTo>
                <a:cubicBezTo>
                  <a:pt x="309996" y="25629"/>
                  <a:pt x="655128" y="2438"/>
                  <a:pt x="1007340" y="182"/>
                </a:cubicBezTo>
                <a:cubicBezTo>
                  <a:pt x="1271920" y="-1512"/>
                  <a:pt x="1535596" y="8640"/>
                  <a:pt x="1786127" y="30169"/>
                </a:cubicBezTo>
                <a:lnTo>
                  <a:pt x="1064160" y="564931"/>
                </a:lnTo>
                <a:lnTo>
                  <a:pt x="0" y="67872"/>
                </a:lnTo>
                <a:close/>
              </a:path>
              <a:path w="1786127" h="564931" fill="none">
                <a:moveTo>
                  <a:pt x="78933" y="102233"/>
                </a:moveTo>
                <a:cubicBezTo>
                  <a:pt x="388929" y="59990"/>
                  <a:pt x="655128" y="2438"/>
                  <a:pt x="1007340" y="182"/>
                </a:cubicBezTo>
                <a:cubicBezTo>
                  <a:pt x="1271920" y="-1512"/>
                  <a:pt x="1535596" y="8640"/>
                  <a:pt x="1786127" y="30169"/>
                </a:cubicBez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9" name="Graphic 48" descr="Cursor">
            <a:extLst>
              <a:ext uri="{FF2B5EF4-FFF2-40B4-BE49-F238E27FC236}">
                <a16:creationId xmlns:a16="http://schemas.microsoft.com/office/drawing/2014/main" id="{CF9F9789-B18E-490E-A222-47751C36A1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16519" y="3327994"/>
            <a:ext cx="302458" cy="302458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533066F7-0063-4697-909E-6AF0C0B253D4}"/>
              </a:ext>
            </a:extLst>
          </p:cNvPr>
          <p:cNvSpPr/>
          <p:nvPr/>
        </p:nvSpPr>
        <p:spPr>
          <a:xfrm>
            <a:off x="7516176" y="51743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C7DE9D2-32EC-482E-A6D6-9A76C8237CF2}"/>
              </a:ext>
            </a:extLst>
          </p:cNvPr>
          <p:cNvSpPr/>
          <p:nvPr/>
        </p:nvSpPr>
        <p:spPr>
          <a:xfrm>
            <a:off x="8589038" y="502858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8CFD0-7C8A-486F-9B6B-68F2F2337BB3}"/>
              </a:ext>
            </a:extLst>
          </p:cNvPr>
          <p:cNvSpPr txBox="1"/>
          <p:nvPr/>
        </p:nvSpPr>
        <p:spPr>
          <a:xfrm>
            <a:off x="6440271" y="2329384"/>
            <a:ext cx="649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863EA5-8154-4A92-86CB-FDFAF5AF7C6B}"/>
              </a:ext>
            </a:extLst>
          </p:cNvPr>
          <p:cNvSpPr txBox="1"/>
          <p:nvPr/>
        </p:nvSpPr>
        <p:spPr>
          <a:xfrm>
            <a:off x="5544769" y="3973576"/>
            <a:ext cx="702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Q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6A788E-CC38-4B8E-85FE-BA27CA782A58}"/>
              </a:ext>
            </a:extLst>
          </p:cNvPr>
          <p:cNvSpPr txBox="1"/>
          <p:nvPr/>
        </p:nvSpPr>
        <p:spPr>
          <a:xfrm>
            <a:off x="4511076" y="625665"/>
            <a:ext cx="2562567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Hypoxemia that does not correct with 100% O</a:t>
            </a:r>
            <a:r>
              <a:rPr lang="en-US" baseline="-25000" dirty="0"/>
              <a:t>2</a:t>
            </a:r>
            <a:r>
              <a:rPr lang="en-US" dirty="0"/>
              <a:t> suggests a large shunt. </a:t>
            </a:r>
          </a:p>
        </p:txBody>
      </p:sp>
      <p:pic>
        <p:nvPicPr>
          <p:cNvPr id="55" name="Graphic 54" descr="Cursor">
            <a:extLst>
              <a:ext uri="{FF2B5EF4-FFF2-40B4-BE49-F238E27FC236}">
                <a16:creationId xmlns:a16="http://schemas.microsoft.com/office/drawing/2014/main" id="{DD158370-1E06-420D-AE66-26703559A0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33525" y="5806894"/>
            <a:ext cx="302458" cy="302458"/>
          </a:xfrm>
          <a:prstGeom prst="rect">
            <a:avLst/>
          </a:prstGeom>
        </p:spPr>
      </p:pic>
      <p:pic>
        <p:nvPicPr>
          <p:cNvPr id="3" name="Graphic 2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2B651F9-0EFA-4A8D-8938-4FD3F726DC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he 3 A's button">
            <a:hlinkClick r:id="rId10" action="ppaction://hlinksldjump"/>
            <a:extLst>
              <a:ext uri="{FF2B5EF4-FFF2-40B4-BE49-F238E27FC236}">
                <a16:creationId xmlns:a16="http://schemas.microsoft.com/office/drawing/2014/main" id="{2289BD2C-AA0E-4AF3-B57E-64095758A385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6" name="The 3 A's button">
            <a:hlinkClick r:id="rId11" action="ppaction://hlinksldjump"/>
            <a:extLst>
              <a:ext uri="{FF2B5EF4-FFF2-40B4-BE49-F238E27FC236}">
                <a16:creationId xmlns:a16="http://schemas.microsoft.com/office/drawing/2014/main" id="{F69581AF-92FD-40D5-B6E3-E0513C0D0C10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sp>
        <p:nvSpPr>
          <p:cNvPr id="39" name="The 3 A's button">
            <a:hlinkClick r:id="rId12" action="ppaction://hlinksldjump"/>
            <a:extLst>
              <a:ext uri="{FF2B5EF4-FFF2-40B4-BE49-F238E27FC236}">
                <a16:creationId xmlns:a16="http://schemas.microsoft.com/office/drawing/2014/main" id="{D7DDE468-700A-4D9B-9AD4-60A5301E6BDE}"/>
              </a:ext>
            </a:extLst>
          </p:cNvPr>
          <p:cNvSpPr/>
          <p:nvPr/>
        </p:nvSpPr>
        <p:spPr>
          <a:xfrm>
            <a:off x="2970820" y="6312712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CASES</a:t>
            </a:r>
          </a:p>
        </p:txBody>
      </p:sp>
    </p:spTree>
    <p:extLst>
      <p:ext uri="{BB962C8B-B14F-4D97-AF65-F5344CB8AC3E}">
        <p14:creationId xmlns:p14="http://schemas.microsoft.com/office/powerpoint/2010/main" val="132141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XR explanation">
            <a:extLst>
              <a:ext uri="{FF2B5EF4-FFF2-40B4-BE49-F238E27FC236}">
                <a16:creationId xmlns:a16="http://schemas.microsoft.com/office/drawing/2014/main" id="{87273FAF-3E1D-4E22-9BAF-D7778CEC573C}"/>
              </a:ext>
            </a:extLst>
          </p:cNvPr>
          <p:cNvSpPr/>
          <p:nvPr/>
        </p:nvSpPr>
        <p:spPr>
          <a:xfrm>
            <a:off x="164238" y="3848739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Focal abnormalities on lung exam should prompt a CXR.</a:t>
            </a:r>
          </a:p>
        </p:txBody>
      </p:sp>
      <p:sp>
        <p:nvSpPr>
          <p:cNvPr id="25" name="BMP/ CBC explanation">
            <a:extLst>
              <a:ext uri="{FF2B5EF4-FFF2-40B4-BE49-F238E27FC236}">
                <a16:creationId xmlns:a16="http://schemas.microsoft.com/office/drawing/2014/main" id="{0D01E1B8-D7E7-4D18-A1B2-88C0CFC09EB8}"/>
              </a:ext>
            </a:extLst>
          </p:cNvPr>
          <p:cNvSpPr/>
          <p:nvPr/>
        </p:nvSpPr>
        <p:spPr>
          <a:xfrm>
            <a:off x="163498" y="4416482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BMP was </a:t>
            </a:r>
            <a:r>
              <a:rPr lang="en-US" sz="1400" dirty="0" err="1"/>
              <a:t>wnl</a:t>
            </a:r>
            <a:r>
              <a:rPr lang="en-US" sz="1400" dirty="0"/>
              <a:t>. CBC showed a WBC of 13.5k, Hgb 10.2. </a:t>
            </a:r>
          </a:p>
        </p:txBody>
      </p:sp>
      <p:sp>
        <p:nvSpPr>
          <p:cNvPr id="26" name="Blood gas explanation">
            <a:extLst>
              <a:ext uri="{FF2B5EF4-FFF2-40B4-BE49-F238E27FC236}">
                <a16:creationId xmlns:a16="http://schemas.microsoft.com/office/drawing/2014/main" id="{6D6BF358-9A43-4429-A020-E205521B87D1}"/>
              </a:ext>
            </a:extLst>
          </p:cNvPr>
          <p:cNvSpPr/>
          <p:nvPr/>
        </p:nvSpPr>
        <p:spPr>
          <a:xfrm>
            <a:off x="164237" y="4974491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 blood gas is likely not needed in this case. ABG shows 7.48/32/65/22.</a:t>
            </a:r>
          </a:p>
        </p:txBody>
      </p:sp>
      <p:sp>
        <p:nvSpPr>
          <p:cNvPr id="27" name="ECG explanation">
            <a:extLst>
              <a:ext uri="{FF2B5EF4-FFF2-40B4-BE49-F238E27FC236}">
                <a16:creationId xmlns:a16="http://schemas.microsoft.com/office/drawing/2014/main" id="{80671220-A56A-4D84-904A-F5B030BC0BB4}"/>
              </a:ext>
            </a:extLst>
          </p:cNvPr>
          <p:cNvSpPr/>
          <p:nvPr/>
        </p:nvSpPr>
        <p:spPr>
          <a:xfrm>
            <a:off x="164236" y="5532500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ECG shows sinus tachycardia without signs of ischemia.</a:t>
            </a:r>
          </a:p>
        </p:txBody>
      </p:sp>
      <p:sp>
        <p:nvSpPr>
          <p:cNvPr id="28" name="Dx explanation">
            <a:extLst>
              <a:ext uri="{FF2B5EF4-FFF2-40B4-BE49-F238E27FC236}">
                <a16:creationId xmlns:a16="http://schemas.microsoft.com/office/drawing/2014/main" id="{10725660-7EAB-4CAF-A275-49F931F82428}"/>
              </a:ext>
            </a:extLst>
          </p:cNvPr>
          <p:cNvSpPr/>
          <p:nvPr/>
        </p:nvSpPr>
        <p:spPr>
          <a:xfrm>
            <a:off x="167936" y="6103398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Dyspnea and hypoxemia 2/2 to RLL pneumonia.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8473A8-4195-468F-8E40-86041819E0EB}"/>
              </a:ext>
            </a:extLst>
          </p:cNvPr>
          <p:cNvSpPr/>
          <p:nvPr/>
        </p:nvSpPr>
        <p:spPr>
          <a:xfrm>
            <a:off x="692460" y="301841"/>
            <a:ext cx="2610035" cy="4616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8C5BFC-D6A5-4E22-B349-84F9AF368C4F}"/>
              </a:ext>
            </a:extLst>
          </p:cNvPr>
          <p:cNvCxnSpPr>
            <a:cxnSpLocks/>
          </p:cNvCxnSpPr>
          <p:nvPr/>
        </p:nvCxnSpPr>
        <p:spPr>
          <a:xfrm>
            <a:off x="408372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C95F46-7209-4B22-8BFB-29EFE2218D43}"/>
              </a:ext>
            </a:extLst>
          </p:cNvPr>
          <p:cNvSpPr/>
          <p:nvPr/>
        </p:nvSpPr>
        <p:spPr>
          <a:xfrm>
            <a:off x="4816083" y="301841"/>
            <a:ext cx="2610035" cy="4616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17BAFB-89AD-4289-A045-2A5DFAE0AB75}"/>
              </a:ext>
            </a:extLst>
          </p:cNvPr>
          <p:cNvCxnSpPr>
            <a:cxnSpLocks/>
          </p:cNvCxnSpPr>
          <p:nvPr/>
        </p:nvCxnSpPr>
        <p:spPr>
          <a:xfrm>
            <a:off x="8139223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1D006B-C9BF-44E8-BD46-5C3EE2060C49}"/>
              </a:ext>
            </a:extLst>
          </p:cNvPr>
          <p:cNvSpPr/>
          <p:nvPr/>
        </p:nvSpPr>
        <p:spPr>
          <a:xfrm>
            <a:off x="8847270" y="301841"/>
            <a:ext cx="2610035" cy="4616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04D5B1-B1D4-4DBE-AF48-B5ED24383EC7}"/>
              </a:ext>
            </a:extLst>
          </p:cNvPr>
          <p:cNvSpPr/>
          <p:nvPr/>
        </p:nvSpPr>
        <p:spPr>
          <a:xfrm>
            <a:off x="269290" y="932453"/>
            <a:ext cx="36457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84 M with a history of HLD, CAD presents with 1 d of dyspnea.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VS: T 38C, HR 110, BP 125/70, RR 24, S</a:t>
            </a:r>
            <a:r>
              <a:rPr lang="en-US" sz="1600" baseline="-25000" dirty="0"/>
              <a:t>a</a:t>
            </a:r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92% on 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Exam: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Tachycardic, regular rhythm, no murmurs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Crackles in the R lower lung fields</a:t>
            </a:r>
          </a:p>
        </p:txBody>
      </p:sp>
      <p:sp>
        <p:nvSpPr>
          <p:cNvPr id="16" name="CXR 1">
            <a:extLst>
              <a:ext uri="{FF2B5EF4-FFF2-40B4-BE49-F238E27FC236}">
                <a16:creationId xmlns:a16="http://schemas.microsoft.com/office/drawing/2014/main" id="{7935FE57-E4AD-413A-BC13-4875D875748E}"/>
              </a:ext>
            </a:extLst>
          </p:cNvPr>
          <p:cNvSpPr/>
          <p:nvPr/>
        </p:nvSpPr>
        <p:spPr>
          <a:xfrm>
            <a:off x="164239" y="3853606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CXR</a:t>
            </a:r>
          </a:p>
        </p:txBody>
      </p:sp>
      <p:sp>
        <p:nvSpPr>
          <p:cNvPr id="17" name="BMP/ CBC 1">
            <a:extLst>
              <a:ext uri="{FF2B5EF4-FFF2-40B4-BE49-F238E27FC236}">
                <a16:creationId xmlns:a16="http://schemas.microsoft.com/office/drawing/2014/main" id="{DBF7DEF9-F6D1-4032-8E6A-B8C7E0E7D266}"/>
              </a:ext>
            </a:extLst>
          </p:cNvPr>
          <p:cNvSpPr/>
          <p:nvPr/>
        </p:nvSpPr>
        <p:spPr>
          <a:xfrm>
            <a:off x="164241" y="4416482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BMP/ CBC</a:t>
            </a:r>
          </a:p>
        </p:txBody>
      </p:sp>
      <p:sp>
        <p:nvSpPr>
          <p:cNvPr id="18" name="ABG/ VBG 1">
            <a:extLst>
              <a:ext uri="{FF2B5EF4-FFF2-40B4-BE49-F238E27FC236}">
                <a16:creationId xmlns:a16="http://schemas.microsoft.com/office/drawing/2014/main" id="{8B4461AD-1490-46C8-86A7-F14334E005E6}"/>
              </a:ext>
            </a:extLst>
          </p:cNvPr>
          <p:cNvSpPr/>
          <p:nvPr/>
        </p:nvSpPr>
        <p:spPr>
          <a:xfrm>
            <a:off x="164239" y="4979358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ABG/ VBG</a:t>
            </a:r>
          </a:p>
        </p:txBody>
      </p:sp>
      <p:sp>
        <p:nvSpPr>
          <p:cNvPr id="19" name="ECG 1">
            <a:extLst>
              <a:ext uri="{FF2B5EF4-FFF2-40B4-BE49-F238E27FC236}">
                <a16:creationId xmlns:a16="http://schemas.microsoft.com/office/drawing/2014/main" id="{375CC9C9-3F83-4971-A628-1429AE4878E3}"/>
              </a:ext>
            </a:extLst>
          </p:cNvPr>
          <p:cNvSpPr/>
          <p:nvPr/>
        </p:nvSpPr>
        <p:spPr>
          <a:xfrm>
            <a:off x="164238" y="5542234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ECG</a:t>
            </a:r>
          </a:p>
        </p:txBody>
      </p:sp>
      <p:sp>
        <p:nvSpPr>
          <p:cNvPr id="24" name="Dx 1">
            <a:extLst>
              <a:ext uri="{FF2B5EF4-FFF2-40B4-BE49-F238E27FC236}">
                <a16:creationId xmlns:a16="http://schemas.microsoft.com/office/drawing/2014/main" id="{E20FE27E-BF4F-4FCF-8182-32BB29511254}"/>
              </a:ext>
            </a:extLst>
          </p:cNvPr>
          <p:cNvSpPr/>
          <p:nvPr/>
        </p:nvSpPr>
        <p:spPr>
          <a:xfrm>
            <a:off x="164238" y="6105110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DIAGNOSIS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87DAFB-509E-4AEC-B038-E2B0B0D3DBD3}"/>
              </a:ext>
            </a:extLst>
          </p:cNvPr>
          <p:cNvSpPr/>
          <p:nvPr/>
        </p:nvSpPr>
        <p:spPr>
          <a:xfrm>
            <a:off x="4247542" y="932453"/>
            <a:ext cx="364576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74 F with a history of NHL presents with 1 d of dyspnea.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VS: T 36C, HR 110, BP 98/60, RR 24, S</a:t>
            </a:r>
            <a:r>
              <a:rPr lang="en-US" sz="1600" baseline="-25000" dirty="0"/>
              <a:t>a</a:t>
            </a:r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94% on 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Exam: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Tachycardic, regular rhythm, elevated JVP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Lungs clear</a:t>
            </a:r>
          </a:p>
        </p:txBody>
      </p:sp>
      <p:sp>
        <p:nvSpPr>
          <p:cNvPr id="30" name="CXR explanation 2">
            <a:extLst>
              <a:ext uri="{FF2B5EF4-FFF2-40B4-BE49-F238E27FC236}">
                <a16:creationId xmlns:a16="http://schemas.microsoft.com/office/drawing/2014/main" id="{4C12BA34-C85E-45BF-91B6-762E181B0E1E}"/>
              </a:ext>
            </a:extLst>
          </p:cNvPr>
          <p:cNvSpPr/>
          <p:nvPr/>
        </p:nvSpPr>
        <p:spPr>
          <a:xfrm>
            <a:off x="4260119" y="3847027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CXR here shows a boot shaped heart which could indicate cardiomegaly or pleural effusion.</a:t>
            </a:r>
          </a:p>
        </p:txBody>
      </p:sp>
      <p:sp>
        <p:nvSpPr>
          <p:cNvPr id="31" name="BMP/ CBC explanation 2">
            <a:extLst>
              <a:ext uri="{FF2B5EF4-FFF2-40B4-BE49-F238E27FC236}">
                <a16:creationId xmlns:a16="http://schemas.microsoft.com/office/drawing/2014/main" id="{9CF40FB5-43D1-47C7-A369-5ECE5155AE5E}"/>
              </a:ext>
            </a:extLst>
          </p:cNvPr>
          <p:cNvSpPr/>
          <p:nvPr/>
        </p:nvSpPr>
        <p:spPr>
          <a:xfrm>
            <a:off x="4259379" y="4414770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BMP was </a:t>
            </a:r>
            <a:r>
              <a:rPr lang="en-US" sz="1400" dirty="0" err="1"/>
              <a:t>wnl</a:t>
            </a:r>
            <a:r>
              <a:rPr lang="en-US" sz="1400" dirty="0"/>
              <a:t>. CBC showed a WBC of 9.5k, Hgb 10.2.</a:t>
            </a:r>
          </a:p>
        </p:txBody>
      </p:sp>
      <p:sp>
        <p:nvSpPr>
          <p:cNvPr id="32" name="Blood gas explanation 2">
            <a:extLst>
              <a:ext uri="{FF2B5EF4-FFF2-40B4-BE49-F238E27FC236}">
                <a16:creationId xmlns:a16="http://schemas.microsoft.com/office/drawing/2014/main" id="{E9804C20-F3DA-4ECB-9155-68BA0082DE17}"/>
              </a:ext>
            </a:extLst>
          </p:cNvPr>
          <p:cNvSpPr/>
          <p:nvPr/>
        </p:nvSpPr>
        <p:spPr>
          <a:xfrm>
            <a:off x="4260118" y="4972779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 blood gas is likely not needed in this case. ABG shows 7.48/32/86/22.</a:t>
            </a:r>
          </a:p>
        </p:txBody>
      </p:sp>
      <p:sp>
        <p:nvSpPr>
          <p:cNvPr id="33" name="ECG explanation 2">
            <a:extLst>
              <a:ext uri="{FF2B5EF4-FFF2-40B4-BE49-F238E27FC236}">
                <a16:creationId xmlns:a16="http://schemas.microsoft.com/office/drawing/2014/main" id="{B12AE1D4-D234-4904-8B38-98B4102B9917}"/>
              </a:ext>
            </a:extLst>
          </p:cNvPr>
          <p:cNvSpPr/>
          <p:nvPr/>
        </p:nvSpPr>
        <p:spPr>
          <a:xfrm>
            <a:off x="4260117" y="5530788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ECG shows signs of electrical alternans, which can be seen in pleural effusion.</a:t>
            </a:r>
          </a:p>
        </p:txBody>
      </p:sp>
      <p:sp>
        <p:nvSpPr>
          <p:cNvPr id="34" name="Dx explanation 2">
            <a:extLst>
              <a:ext uri="{FF2B5EF4-FFF2-40B4-BE49-F238E27FC236}">
                <a16:creationId xmlns:a16="http://schemas.microsoft.com/office/drawing/2014/main" id="{892B6A78-B0FA-4CB2-9159-AAC69EE42D95}"/>
              </a:ext>
            </a:extLst>
          </p:cNvPr>
          <p:cNvSpPr/>
          <p:nvPr/>
        </p:nvSpPr>
        <p:spPr>
          <a:xfrm>
            <a:off x="4263817" y="6101686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 the context of hypotension, elevated JVP, and pericardial effusion, she likely has tamponade.</a:t>
            </a:r>
          </a:p>
        </p:txBody>
      </p:sp>
      <p:sp>
        <p:nvSpPr>
          <p:cNvPr id="35" name="CXR 2">
            <a:extLst>
              <a:ext uri="{FF2B5EF4-FFF2-40B4-BE49-F238E27FC236}">
                <a16:creationId xmlns:a16="http://schemas.microsoft.com/office/drawing/2014/main" id="{CC7065E7-459A-4FFD-8798-28CE403F417C}"/>
              </a:ext>
            </a:extLst>
          </p:cNvPr>
          <p:cNvSpPr/>
          <p:nvPr/>
        </p:nvSpPr>
        <p:spPr>
          <a:xfrm>
            <a:off x="4260120" y="3851894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CXR</a:t>
            </a:r>
          </a:p>
        </p:txBody>
      </p:sp>
      <p:sp>
        <p:nvSpPr>
          <p:cNvPr id="36" name="BMP/ CBC 2">
            <a:extLst>
              <a:ext uri="{FF2B5EF4-FFF2-40B4-BE49-F238E27FC236}">
                <a16:creationId xmlns:a16="http://schemas.microsoft.com/office/drawing/2014/main" id="{ABAD02ED-AF2F-4EEE-8222-507C5EC9F6EB}"/>
              </a:ext>
            </a:extLst>
          </p:cNvPr>
          <p:cNvSpPr/>
          <p:nvPr/>
        </p:nvSpPr>
        <p:spPr>
          <a:xfrm>
            <a:off x="4260122" y="4414770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BMP/ CBC</a:t>
            </a:r>
          </a:p>
        </p:txBody>
      </p:sp>
      <p:sp>
        <p:nvSpPr>
          <p:cNvPr id="37" name="ABG/ VBG 2">
            <a:extLst>
              <a:ext uri="{FF2B5EF4-FFF2-40B4-BE49-F238E27FC236}">
                <a16:creationId xmlns:a16="http://schemas.microsoft.com/office/drawing/2014/main" id="{10E5F904-7035-42F5-BE04-F24E026B2D3A}"/>
              </a:ext>
            </a:extLst>
          </p:cNvPr>
          <p:cNvSpPr/>
          <p:nvPr/>
        </p:nvSpPr>
        <p:spPr>
          <a:xfrm>
            <a:off x="4260120" y="4977646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ABG/ VBG</a:t>
            </a:r>
          </a:p>
        </p:txBody>
      </p:sp>
      <p:sp>
        <p:nvSpPr>
          <p:cNvPr id="38" name="ECG 2">
            <a:extLst>
              <a:ext uri="{FF2B5EF4-FFF2-40B4-BE49-F238E27FC236}">
                <a16:creationId xmlns:a16="http://schemas.microsoft.com/office/drawing/2014/main" id="{51D7ADF3-A0BB-480D-88B9-BC3758638184}"/>
              </a:ext>
            </a:extLst>
          </p:cNvPr>
          <p:cNvSpPr/>
          <p:nvPr/>
        </p:nvSpPr>
        <p:spPr>
          <a:xfrm>
            <a:off x="4260119" y="5540522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ECG</a:t>
            </a:r>
          </a:p>
        </p:txBody>
      </p:sp>
      <p:sp>
        <p:nvSpPr>
          <p:cNvPr id="39" name="Dx 2">
            <a:extLst>
              <a:ext uri="{FF2B5EF4-FFF2-40B4-BE49-F238E27FC236}">
                <a16:creationId xmlns:a16="http://schemas.microsoft.com/office/drawing/2014/main" id="{31E36413-C420-49AA-B8EE-DE46FB51F970}"/>
              </a:ext>
            </a:extLst>
          </p:cNvPr>
          <p:cNvSpPr/>
          <p:nvPr/>
        </p:nvSpPr>
        <p:spPr>
          <a:xfrm>
            <a:off x="4260119" y="6103398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DIAGNOSIS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9FC4D9-4B08-43E0-953F-182E73AC5E9F}"/>
              </a:ext>
            </a:extLst>
          </p:cNvPr>
          <p:cNvSpPr/>
          <p:nvPr/>
        </p:nvSpPr>
        <p:spPr>
          <a:xfrm>
            <a:off x="8329406" y="932452"/>
            <a:ext cx="36457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25 F with type 1 DM a presents with 1 d of dyspnea.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VS: T 36C, HR 110, BP 125/70, RR 32, S</a:t>
            </a:r>
            <a:r>
              <a:rPr lang="en-US" sz="1600" baseline="-25000" dirty="0"/>
              <a:t>a</a:t>
            </a:r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99% on 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Exam: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Tachycardic, regular rhythm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Tachypneic without increased work of breathing, clear lungs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088156E-AF89-40E7-8454-5508A166310A}"/>
              </a:ext>
            </a:extLst>
          </p:cNvPr>
          <p:cNvGrpSpPr/>
          <p:nvPr/>
        </p:nvGrpSpPr>
        <p:grpSpPr>
          <a:xfrm>
            <a:off x="130207" y="3250511"/>
            <a:ext cx="3722334" cy="506121"/>
            <a:chOff x="130207" y="3250511"/>
            <a:chExt cx="3722334" cy="506121"/>
          </a:xfrm>
        </p:grpSpPr>
        <p:pic>
          <p:nvPicPr>
            <p:cNvPr id="1030" name="Picture 6" descr="Free Icon | Toolbox">
              <a:extLst>
                <a:ext uri="{FF2B5EF4-FFF2-40B4-BE49-F238E27FC236}">
                  <a16:creationId xmlns:a16="http://schemas.microsoft.com/office/drawing/2014/main" id="{28C9E119-B962-4E11-8436-A8496E22D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207" y="3250511"/>
              <a:ext cx="506121" cy="506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1E1577-9412-4BCC-9A36-A07EF6EE9BC6}"/>
                </a:ext>
              </a:extLst>
            </p:cNvPr>
            <p:cNvSpPr txBox="1"/>
            <p:nvPr/>
          </p:nvSpPr>
          <p:spPr>
            <a:xfrm>
              <a:off x="636329" y="3366724"/>
              <a:ext cx="3216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Diagnostic testing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AAF928-14CA-4EA2-9A4B-70E072C90424}"/>
              </a:ext>
            </a:extLst>
          </p:cNvPr>
          <p:cNvGrpSpPr/>
          <p:nvPr/>
        </p:nvGrpSpPr>
        <p:grpSpPr>
          <a:xfrm>
            <a:off x="4193908" y="3228922"/>
            <a:ext cx="3722334" cy="506121"/>
            <a:chOff x="130207" y="3250511"/>
            <a:chExt cx="3722334" cy="506121"/>
          </a:xfrm>
        </p:grpSpPr>
        <p:pic>
          <p:nvPicPr>
            <p:cNvPr id="43" name="Picture 6" descr="Free Icon | Toolbox">
              <a:extLst>
                <a:ext uri="{FF2B5EF4-FFF2-40B4-BE49-F238E27FC236}">
                  <a16:creationId xmlns:a16="http://schemas.microsoft.com/office/drawing/2014/main" id="{EF1DC2BC-D2E5-46BE-A998-4F0B4BD226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207" y="3250511"/>
              <a:ext cx="506121" cy="506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1FBEE3-E786-453A-9C85-B367B0D34D3D}"/>
                </a:ext>
              </a:extLst>
            </p:cNvPr>
            <p:cNvSpPr txBox="1"/>
            <p:nvPr/>
          </p:nvSpPr>
          <p:spPr>
            <a:xfrm>
              <a:off x="636329" y="3366724"/>
              <a:ext cx="3216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Diagnostic testing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E1F73A0-754F-4ECA-890A-93E820E54167}"/>
              </a:ext>
            </a:extLst>
          </p:cNvPr>
          <p:cNvGrpSpPr/>
          <p:nvPr/>
        </p:nvGrpSpPr>
        <p:grpSpPr>
          <a:xfrm>
            <a:off x="8329406" y="3228921"/>
            <a:ext cx="3722334" cy="506121"/>
            <a:chOff x="130207" y="3250511"/>
            <a:chExt cx="3722334" cy="506121"/>
          </a:xfrm>
        </p:grpSpPr>
        <p:pic>
          <p:nvPicPr>
            <p:cNvPr id="46" name="Picture 6" descr="Free Icon | Toolbox">
              <a:extLst>
                <a:ext uri="{FF2B5EF4-FFF2-40B4-BE49-F238E27FC236}">
                  <a16:creationId xmlns:a16="http://schemas.microsoft.com/office/drawing/2014/main" id="{8A9256BD-C5A7-49F9-B566-311C71968D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207" y="3250511"/>
              <a:ext cx="506121" cy="506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A4A5BF7-DE8A-487B-967E-BC64FF656B43}"/>
                </a:ext>
              </a:extLst>
            </p:cNvPr>
            <p:cNvSpPr txBox="1"/>
            <p:nvPr/>
          </p:nvSpPr>
          <p:spPr>
            <a:xfrm>
              <a:off x="636329" y="3366724"/>
              <a:ext cx="3216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Diagnostic testing</a:t>
              </a:r>
            </a:p>
          </p:txBody>
        </p:sp>
      </p:grpSp>
      <p:sp>
        <p:nvSpPr>
          <p:cNvPr id="48" name="CXR explanation 3">
            <a:extLst>
              <a:ext uri="{FF2B5EF4-FFF2-40B4-BE49-F238E27FC236}">
                <a16:creationId xmlns:a16="http://schemas.microsoft.com/office/drawing/2014/main" id="{B0E9C88E-0BC6-4403-AD32-078C219066CD}"/>
              </a:ext>
            </a:extLst>
          </p:cNvPr>
          <p:cNvSpPr/>
          <p:nvPr/>
        </p:nvSpPr>
        <p:spPr>
          <a:xfrm>
            <a:off x="8309804" y="3834623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CXR is clear.</a:t>
            </a:r>
          </a:p>
        </p:txBody>
      </p:sp>
      <p:sp>
        <p:nvSpPr>
          <p:cNvPr id="49" name="BMP/ CBC explanation 3">
            <a:extLst>
              <a:ext uri="{FF2B5EF4-FFF2-40B4-BE49-F238E27FC236}">
                <a16:creationId xmlns:a16="http://schemas.microsoft.com/office/drawing/2014/main" id="{3603E627-A8C9-44F9-9944-BB3A24A0DB5B}"/>
              </a:ext>
            </a:extLst>
          </p:cNvPr>
          <p:cNvSpPr/>
          <p:nvPr/>
        </p:nvSpPr>
        <p:spPr>
          <a:xfrm>
            <a:off x="8309064" y="4402366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BMP showed Na of 128, K 4.5, HCO3 8, BUN 32, Cr 2.2. CBC showed a WBC of 12.5k, Hgb 10.2.</a:t>
            </a:r>
          </a:p>
        </p:txBody>
      </p:sp>
      <p:sp>
        <p:nvSpPr>
          <p:cNvPr id="50" name="Blood gas explanation 3">
            <a:extLst>
              <a:ext uri="{FF2B5EF4-FFF2-40B4-BE49-F238E27FC236}">
                <a16:creationId xmlns:a16="http://schemas.microsoft.com/office/drawing/2014/main" id="{1B85432D-2A2D-4165-B27C-D5923F3A1959}"/>
              </a:ext>
            </a:extLst>
          </p:cNvPr>
          <p:cNvSpPr/>
          <p:nvPr/>
        </p:nvSpPr>
        <p:spPr>
          <a:xfrm>
            <a:off x="8309803" y="4960375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VBG: 7.1/29/-/9.  There are no concerns about hypoxemia so a VBG is sufficient in this case.</a:t>
            </a:r>
          </a:p>
        </p:txBody>
      </p:sp>
      <p:sp>
        <p:nvSpPr>
          <p:cNvPr id="51" name="ECG explanation 3">
            <a:extLst>
              <a:ext uri="{FF2B5EF4-FFF2-40B4-BE49-F238E27FC236}">
                <a16:creationId xmlns:a16="http://schemas.microsoft.com/office/drawing/2014/main" id="{878FB996-7904-4394-8617-0061D371CAEC}"/>
              </a:ext>
            </a:extLst>
          </p:cNvPr>
          <p:cNvSpPr/>
          <p:nvPr/>
        </p:nvSpPr>
        <p:spPr>
          <a:xfrm>
            <a:off x="8309802" y="5518384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ECG shows sinus tachycardia and nonspecific T wave changes.</a:t>
            </a:r>
          </a:p>
        </p:txBody>
      </p:sp>
      <p:sp>
        <p:nvSpPr>
          <p:cNvPr id="52" name="Dx explanation 3">
            <a:extLst>
              <a:ext uri="{FF2B5EF4-FFF2-40B4-BE49-F238E27FC236}">
                <a16:creationId xmlns:a16="http://schemas.microsoft.com/office/drawing/2014/main" id="{921EE604-7BCB-4403-B2B2-BA6A1B562600}"/>
              </a:ext>
            </a:extLst>
          </p:cNvPr>
          <p:cNvSpPr/>
          <p:nvPr/>
        </p:nvSpPr>
        <p:spPr>
          <a:xfrm>
            <a:off x="8313502" y="6089282"/>
            <a:ext cx="3738238" cy="677278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Dyspnea and tachypnea from respiratory compensation of severe metabolic acidosis (DKA)</a:t>
            </a:r>
          </a:p>
        </p:txBody>
      </p:sp>
      <p:sp>
        <p:nvSpPr>
          <p:cNvPr id="53" name="CXR 3">
            <a:extLst>
              <a:ext uri="{FF2B5EF4-FFF2-40B4-BE49-F238E27FC236}">
                <a16:creationId xmlns:a16="http://schemas.microsoft.com/office/drawing/2014/main" id="{1E7A7D51-3462-45FE-AF73-DA7501A17F10}"/>
              </a:ext>
            </a:extLst>
          </p:cNvPr>
          <p:cNvSpPr/>
          <p:nvPr/>
        </p:nvSpPr>
        <p:spPr>
          <a:xfrm>
            <a:off x="8309805" y="3839490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CXR</a:t>
            </a:r>
          </a:p>
        </p:txBody>
      </p:sp>
      <p:sp>
        <p:nvSpPr>
          <p:cNvPr id="54" name="BMP/ CBC 3">
            <a:extLst>
              <a:ext uri="{FF2B5EF4-FFF2-40B4-BE49-F238E27FC236}">
                <a16:creationId xmlns:a16="http://schemas.microsoft.com/office/drawing/2014/main" id="{8FACD4E4-D286-4B15-BAC1-800E50D025F7}"/>
              </a:ext>
            </a:extLst>
          </p:cNvPr>
          <p:cNvSpPr/>
          <p:nvPr/>
        </p:nvSpPr>
        <p:spPr>
          <a:xfrm>
            <a:off x="8309807" y="4402366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BMP/ CBC</a:t>
            </a:r>
          </a:p>
        </p:txBody>
      </p:sp>
      <p:sp>
        <p:nvSpPr>
          <p:cNvPr id="55" name="ABG/ VBG 3">
            <a:extLst>
              <a:ext uri="{FF2B5EF4-FFF2-40B4-BE49-F238E27FC236}">
                <a16:creationId xmlns:a16="http://schemas.microsoft.com/office/drawing/2014/main" id="{A50EE4A1-1B54-4BE2-88D3-BEEDF8BD8115}"/>
              </a:ext>
            </a:extLst>
          </p:cNvPr>
          <p:cNvSpPr/>
          <p:nvPr/>
        </p:nvSpPr>
        <p:spPr>
          <a:xfrm>
            <a:off x="8309805" y="4965242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ABG/ VBG</a:t>
            </a:r>
          </a:p>
        </p:txBody>
      </p:sp>
      <p:sp>
        <p:nvSpPr>
          <p:cNvPr id="56" name="ECG 3">
            <a:extLst>
              <a:ext uri="{FF2B5EF4-FFF2-40B4-BE49-F238E27FC236}">
                <a16:creationId xmlns:a16="http://schemas.microsoft.com/office/drawing/2014/main" id="{F22C96AD-4DDA-48ED-BD35-26BA403081FE}"/>
              </a:ext>
            </a:extLst>
          </p:cNvPr>
          <p:cNvSpPr/>
          <p:nvPr/>
        </p:nvSpPr>
        <p:spPr>
          <a:xfrm>
            <a:off x="8309804" y="5528118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ECG</a:t>
            </a:r>
          </a:p>
        </p:txBody>
      </p:sp>
      <p:sp>
        <p:nvSpPr>
          <p:cNvPr id="57" name="Dx 3">
            <a:extLst>
              <a:ext uri="{FF2B5EF4-FFF2-40B4-BE49-F238E27FC236}">
                <a16:creationId xmlns:a16="http://schemas.microsoft.com/office/drawing/2014/main" id="{6BED76E1-7E7F-44BC-ABAF-4565E1A8C7BE}"/>
              </a:ext>
            </a:extLst>
          </p:cNvPr>
          <p:cNvSpPr/>
          <p:nvPr/>
        </p:nvSpPr>
        <p:spPr>
          <a:xfrm>
            <a:off x="8309804" y="6090994"/>
            <a:ext cx="3738238" cy="67556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DIAGNOSIS</a:t>
            </a:r>
          </a:p>
        </p:txBody>
      </p:sp>
      <p:pic>
        <p:nvPicPr>
          <p:cNvPr id="58" name="Graphic 57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7D0AE5B-4F6C-40F8-940E-6E9D90337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9712" y="4307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3" name="Slide Zoom CXR 1">
                <a:extLst>
                  <a:ext uri="{FF2B5EF4-FFF2-40B4-BE49-F238E27FC236}">
                    <a16:creationId xmlns:a16="http://schemas.microsoft.com/office/drawing/2014/main" id="{93075BF0-F831-4091-BFEF-E387EFA9909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3129" y="1984333"/>
              <a:ext cx="3048000" cy="1714500"/>
            </p:xfrm>
            <a:graphic>
              <a:graphicData uri="http://schemas.microsoft.com/office/powerpoint/2016/slidezoom">
                <pslz:sldZm>
                  <pslz:sldZmObj sldId="320" cId="542120276">
                    <pslz:zmPr id="{BB1A4E5A-A96F-4D3C-B531-96A7049C10EC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3" name="Slide Zoom CXR 1">
                <a:extLst>
                  <a:ext uri="{FF2B5EF4-FFF2-40B4-BE49-F238E27FC236}">
                    <a16:creationId xmlns:a16="http://schemas.microsoft.com/office/drawing/2014/main" id="{93075BF0-F831-4091-BFEF-E387EFA990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3129" y="198433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" name="Arrow: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0043CA7-7EB1-4645-AEB7-8CA7D3070155}"/>
              </a:ext>
            </a:extLst>
          </p:cNvPr>
          <p:cNvSpPr/>
          <p:nvPr/>
        </p:nvSpPr>
        <p:spPr>
          <a:xfrm>
            <a:off x="11637562" y="609762"/>
            <a:ext cx="362992" cy="392134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5FAE8B60-5780-4D22-8B6C-8776728852E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128848"/>
                  </p:ext>
                </p:extLst>
              </p:nvPr>
            </p:nvGraphicFramePr>
            <p:xfrm>
              <a:off x="4819875" y="1934435"/>
              <a:ext cx="3048000" cy="1714500"/>
            </p:xfrm>
            <a:graphic>
              <a:graphicData uri="http://schemas.microsoft.com/office/powerpoint/2016/slidezoom">
                <pslz:sldZm>
                  <pslz:sldZmObj sldId="323" cId="3668628886">
                    <pslz:zmPr id="{246BA119-4865-4309-995A-6DAE23D76F89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5FAE8B60-5780-4D22-8B6C-8776728852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19875" y="1934435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1" name="Slide Zoom CXR 2">
                <a:extLst>
                  <a:ext uri="{FF2B5EF4-FFF2-40B4-BE49-F238E27FC236}">
                    <a16:creationId xmlns:a16="http://schemas.microsoft.com/office/drawing/2014/main" id="{4B50A3A7-A4D3-408C-BF62-EC1224C0BC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2221460"/>
                  </p:ext>
                </p:extLst>
              </p:nvPr>
            </p:nvGraphicFramePr>
            <p:xfrm>
              <a:off x="4796834" y="1942457"/>
              <a:ext cx="3048000" cy="1714500"/>
            </p:xfrm>
            <a:graphic>
              <a:graphicData uri="http://schemas.microsoft.com/office/powerpoint/2016/slidezoom">
                <pslz:sldZm>
                  <pslz:sldZmObj sldId="337" cId="4001827754">
                    <pslz:zmPr id="{8BAE8EBD-943D-4F25-BD6D-C18D79229F78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1" name="Slide Zoom CXR 2">
                <a:extLst>
                  <a:ext uri="{FF2B5EF4-FFF2-40B4-BE49-F238E27FC236}">
                    <a16:creationId xmlns:a16="http://schemas.microsoft.com/office/drawing/2014/main" id="{4B50A3A7-A4D3-408C-BF62-EC1224C0BC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96834" y="1942457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033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x explanation">
            <a:extLst>
              <a:ext uri="{FF2B5EF4-FFF2-40B4-BE49-F238E27FC236}">
                <a16:creationId xmlns:a16="http://schemas.microsoft.com/office/drawing/2014/main" id="{3105AE54-63C7-4DA7-9076-C9079020AA13}"/>
              </a:ext>
            </a:extLst>
          </p:cNvPr>
          <p:cNvSpPr/>
          <p:nvPr/>
        </p:nvSpPr>
        <p:spPr>
          <a:xfrm>
            <a:off x="272988" y="5832259"/>
            <a:ext cx="5178722" cy="723900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CXR: low lung fields, ECG: sinus tachycardia. ABG: normal without hypoxemia. CBC shows severe drop in </a:t>
            </a:r>
            <a:r>
              <a:rPr lang="en-US" sz="1400" dirty="0" err="1"/>
              <a:t>hct</a:t>
            </a:r>
            <a:r>
              <a:rPr lang="en-US" sz="1400" dirty="0"/>
              <a:t>. This is dyspnea 2/2 to severe anemia likely from post-op bleeding.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EA0CF8-E1A8-46CC-917D-8A7A7749FA81}"/>
              </a:ext>
            </a:extLst>
          </p:cNvPr>
          <p:cNvSpPr/>
          <p:nvPr/>
        </p:nvSpPr>
        <p:spPr>
          <a:xfrm>
            <a:off x="522109" y="301841"/>
            <a:ext cx="4673081" cy="4616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 (part 1)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F28DF7-0E21-4747-8DB5-7DA5AC6ED559}"/>
              </a:ext>
            </a:extLst>
          </p:cNvPr>
          <p:cNvSpPr/>
          <p:nvPr/>
        </p:nvSpPr>
        <p:spPr>
          <a:xfrm>
            <a:off x="269290" y="932453"/>
            <a:ext cx="517873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64 M with a history of R-sided renal cell cancer admitted for a R nephrectomy. </a:t>
            </a:r>
          </a:p>
          <a:p>
            <a:r>
              <a:rPr lang="en-US" sz="1600" dirty="0"/>
              <a:t>On post-op day 1, he developed acute onset shortness of breath and chest and abdominal pain.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VS: T 37.1C, HR 140, BP 90/60, RR 28, S</a:t>
            </a:r>
            <a:r>
              <a:rPr lang="en-US" sz="1600" baseline="-25000" dirty="0"/>
              <a:t>a</a:t>
            </a:r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96% on 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Tachypneic, diminished lung sounds at bases. Abdomen distended and tender</a:t>
            </a:r>
          </a:p>
          <a:p>
            <a:endParaRPr lang="en-US" sz="1600" dirty="0"/>
          </a:p>
        </p:txBody>
      </p:sp>
      <p:sp>
        <p:nvSpPr>
          <p:cNvPr id="20" name="Dx 1">
            <a:extLst>
              <a:ext uri="{FF2B5EF4-FFF2-40B4-BE49-F238E27FC236}">
                <a16:creationId xmlns:a16="http://schemas.microsoft.com/office/drawing/2014/main" id="{E3E904AF-6833-40CC-AF27-8C82BDDECBC6}"/>
              </a:ext>
            </a:extLst>
          </p:cNvPr>
          <p:cNvSpPr/>
          <p:nvPr/>
        </p:nvSpPr>
        <p:spPr>
          <a:xfrm>
            <a:off x="269290" y="5832259"/>
            <a:ext cx="5178721" cy="7239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DIAGNOSIS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9" name="Slide Zoom 38">
                <a:extLst>
                  <a:ext uri="{FF2B5EF4-FFF2-40B4-BE49-F238E27FC236}">
                    <a16:creationId xmlns:a16="http://schemas.microsoft.com/office/drawing/2014/main" id="{268B0432-B07E-4DC2-9D84-03EE30581F5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1758" y="2820774"/>
              <a:ext cx="5096264" cy="2866648"/>
            </p:xfrm>
            <a:graphic>
              <a:graphicData uri="http://schemas.microsoft.com/office/powerpoint/2016/slidezoom">
                <pslz:sldZm>
                  <pslz:sldZmObj sldId="394" cId="311953240">
                    <pslz:zmPr id="{193E8DCD-2A12-406B-8E30-504E86842E26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096264" cy="2866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9" name="Slide Zoom 38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268B0432-B07E-4DC2-9D84-03EE30581F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758" y="2820774"/>
                <a:ext cx="5096264" cy="2866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E8E00A-388A-4611-95D8-4012C26A3262}"/>
              </a:ext>
            </a:extLst>
          </p:cNvPr>
          <p:cNvCxnSpPr>
            <a:cxnSpLocks/>
          </p:cNvCxnSpPr>
          <p:nvPr/>
        </p:nvCxnSpPr>
        <p:spPr>
          <a:xfrm>
            <a:off x="567224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ABF9415-DA26-45EE-8641-7E0183C86AED}"/>
              </a:ext>
            </a:extLst>
          </p:cNvPr>
          <p:cNvSpPr/>
          <p:nvPr/>
        </p:nvSpPr>
        <p:spPr>
          <a:xfrm>
            <a:off x="6713359" y="301841"/>
            <a:ext cx="4673081" cy="4616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 (part 2)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1EB339-BCD9-417A-B4D4-AA84F0CB4979}"/>
              </a:ext>
            </a:extLst>
          </p:cNvPr>
          <p:cNvSpPr/>
          <p:nvPr/>
        </p:nvSpPr>
        <p:spPr>
          <a:xfrm>
            <a:off x="6003340" y="906414"/>
            <a:ext cx="58267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On post-op day 5, he developed acute onset shortness of breath and chest pain.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VS: T 37.1C, HR 140, BP 90/60, RR 28, S</a:t>
            </a:r>
            <a:r>
              <a:rPr lang="en-US" sz="1600" baseline="-25000" dirty="0"/>
              <a:t>a</a:t>
            </a:r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82% on 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Tachypneic, lungs otherwise clear. Tachycardic without murmurs.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4" name="Slide Zoom 43">
                <a:extLst>
                  <a:ext uri="{FF2B5EF4-FFF2-40B4-BE49-F238E27FC236}">
                    <a16:creationId xmlns:a16="http://schemas.microsoft.com/office/drawing/2014/main" id="{20C90E49-2DAF-43BB-9540-ECFDAE435F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75587" y="2055764"/>
              <a:ext cx="5010853" cy="2818605"/>
            </p:xfrm>
            <a:graphic>
              <a:graphicData uri="http://schemas.microsoft.com/office/powerpoint/2016/slidezoom">
                <pslz:sldZm>
                  <pslz:sldZmObj sldId="354" cId="3199416732">
                    <pslz:zmPr id="{0E916613-BA77-4AEF-B139-28F46A6BDEB9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010853" cy="28186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4" name="Slide Zoom 43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20C90E49-2DAF-43BB-9540-ECFDAE435F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75587" y="2055764"/>
                <a:ext cx="5010853" cy="281860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5" name="Dx explanation">
            <a:extLst>
              <a:ext uri="{FF2B5EF4-FFF2-40B4-BE49-F238E27FC236}">
                <a16:creationId xmlns:a16="http://schemas.microsoft.com/office/drawing/2014/main" id="{D07E3559-1FA3-4FFF-A3BC-C37E73E99452}"/>
              </a:ext>
            </a:extLst>
          </p:cNvPr>
          <p:cNvSpPr/>
          <p:nvPr/>
        </p:nvSpPr>
        <p:spPr>
          <a:xfrm>
            <a:off x="6017233" y="5032159"/>
            <a:ext cx="5826706" cy="1524000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BMP and CBC are </a:t>
            </a:r>
            <a:r>
              <a:rPr lang="en-US" sz="1400" dirty="0" err="1"/>
              <a:t>wnl</a:t>
            </a:r>
            <a:r>
              <a:rPr lang="en-US" sz="1400" dirty="0"/>
              <a:t>. CXR: clear lung fields, ECG: sinus tachycardia. ABG shows evidence of hypoxemia (PaO</a:t>
            </a:r>
            <a:r>
              <a:rPr lang="en-US" sz="1400" baseline="-25000" dirty="0"/>
              <a:t>2</a:t>
            </a:r>
            <a:r>
              <a:rPr lang="en-US" sz="1400" dirty="0"/>
              <a:t>) with an elevated A-a gradient (</a:t>
            </a:r>
            <a:r>
              <a:rPr lang="en-US" sz="1400" dirty="0">
                <a:hlinkClick r:id="rId8" action="ppaction://hlinksldjump"/>
              </a:rPr>
              <a:t>click for A-a gradient calculation</a:t>
            </a:r>
            <a:r>
              <a:rPr lang="en-US" sz="1400" dirty="0"/>
              <a:t>). 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The most likely etiology here of elevated A-a gradient (</a:t>
            </a:r>
            <a:r>
              <a:rPr lang="en-US" sz="1400" dirty="0">
                <a:hlinkClick r:id="rId9" action="ppaction://hlinksldjump"/>
              </a:rPr>
              <a:t>click for differential</a:t>
            </a:r>
            <a:r>
              <a:rPr lang="en-US" sz="1400" dirty="0"/>
              <a:t>) is V/Q mismatch. In the presence of a normal CXR, this is likely a PE. </a:t>
            </a:r>
          </a:p>
        </p:txBody>
      </p:sp>
      <p:sp>
        <p:nvSpPr>
          <p:cNvPr id="46" name="Dx 1">
            <a:extLst>
              <a:ext uri="{FF2B5EF4-FFF2-40B4-BE49-F238E27FC236}">
                <a16:creationId xmlns:a16="http://schemas.microsoft.com/office/drawing/2014/main" id="{D7A71106-0C01-47C7-8A01-C24BA4C10D89}"/>
              </a:ext>
            </a:extLst>
          </p:cNvPr>
          <p:cNvSpPr/>
          <p:nvPr/>
        </p:nvSpPr>
        <p:spPr>
          <a:xfrm>
            <a:off x="6013535" y="5032159"/>
            <a:ext cx="5826705" cy="1524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DIAGNOSIS</a:t>
            </a:r>
          </a:p>
        </p:txBody>
      </p:sp>
      <p:pic>
        <p:nvPicPr>
          <p:cNvPr id="47" name="Graphic 46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FD436B5-1061-4F71-AE0B-F2580C271D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59712" y="4307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Arrow: Right 1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AF9EF13-9ACF-485F-8297-964146139EEE}"/>
              </a:ext>
            </a:extLst>
          </p:cNvPr>
          <p:cNvSpPr/>
          <p:nvPr/>
        </p:nvSpPr>
        <p:spPr>
          <a:xfrm flipH="1">
            <a:off x="11579066" y="638880"/>
            <a:ext cx="365216" cy="392134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81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</p:childTnLst>
        </p:cTn>
      </p:par>
    </p:tnLst>
    <p:bldLst>
      <p:bldP spid="20" grpId="0" animBg="1"/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omparison of PA vs. AP views of chest X-rays (source) ">
            <a:extLst>
              <a:ext uri="{FF2B5EF4-FFF2-40B4-BE49-F238E27FC236}">
                <a16:creationId xmlns:a16="http://schemas.microsoft.com/office/drawing/2014/main" id="{9F312EEF-DF55-486E-9B33-796415B0D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17" t="16511" r="2189" b="2931"/>
          <a:stretch/>
        </p:blipFill>
        <p:spPr bwMode="auto">
          <a:xfrm>
            <a:off x="6947901" y="1208399"/>
            <a:ext cx="4095240" cy="500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746F9B-4F51-4601-8A2B-5BDDCAD124AD}"/>
              </a:ext>
            </a:extLst>
          </p:cNvPr>
          <p:cNvSpPr/>
          <p:nvPr/>
        </p:nvSpPr>
        <p:spPr>
          <a:xfrm>
            <a:off x="6313338" y="871202"/>
            <a:ext cx="5518109" cy="5536644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CXR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C9A8FA-F344-4CAC-8294-9B3F8C9F7A56}"/>
              </a:ext>
            </a:extLst>
          </p:cNvPr>
          <p:cNvCxnSpPr>
            <a:cxnSpLocks/>
          </p:cNvCxnSpPr>
          <p:nvPr/>
        </p:nvCxnSpPr>
        <p:spPr>
          <a:xfrm>
            <a:off x="2146849" y="409101"/>
            <a:ext cx="0" cy="10320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66324E-C7B6-407D-86A5-D5241437C5FB}"/>
              </a:ext>
            </a:extLst>
          </p:cNvPr>
          <p:cNvCxnSpPr>
            <a:cxnSpLocks/>
          </p:cNvCxnSpPr>
          <p:nvPr/>
        </p:nvCxnSpPr>
        <p:spPr>
          <a:xfrm>
            <a:off x="3350809" y="409101"/>
            <a:ext cx="0" cy="10320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1786F4-B913-4F80-8B12-4422DA53D9FC}"/>
              </a:ext>
            </a:extLst>
          </p:cNvPr>
          <p:cNvCxnSpPr>
            <a:cxnSpLocks/>
          </p:cNvCxnSpPr>
          <p:nvPr/>
        </p:nvCxnSpPr>
        <p:spPr>
          <a:xfrm flipV="1">
            <a:off x="1335319" y="925142"/>
            <a:ext cx="2857500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D4A2C9-2F9C-4C59-9E91-5E7068CE0876}"/>
              </a:ext>
            </a:extLst>
          </p:cNvPr>
          <p:cNvCxnSpPr>
            <a:cxnSpLocks/>
          </p:cNvCxnSpPr>
          <p:nvPr/>
        </p:nvCxnSpPr>
        <p:spPr>
          <a:xfrm>
            <a:off x="4192819" y="922062"/>
            <a:ext cx="525779" cy="34125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734E44-0BF8-487C-A835-FE82418E0BFF}"/>
              </a:ext>
            </a:extLst>
          </p:cNvPr>
          <p:cNvCxnSpPr>
            <a:cxnSpLocks/>
          </p:cNvCxnSpPr>
          <p:nvPr/>
        </p:nvCxnSpPr>
        <p:spPr>
          <a:xfrm flipV="1">
            <a:off x="4192819" y="583934"/>
            <a:ext cx="525779" cy="3381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E9D7951-70E4-4B49-AE95-83E3452B24A3}"/>
              </a:ext>
            </a:extLst>
          </p:cNvPr>
          <p:cNvSpPr txBox="1"/>
          <p:nvPr/>
        </p:nvSpPr>
        <p:spPr>
          <a:xfrm>
            <a:off x="4474757" y="708432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858918-418B-462A-BB6B-A012C0929C9A}"/>
              </a:ext>
            </a:extLst>
          </p:cNvPr>
          <p:cNvSpPr txBox="1"/>
          <p:nvPr/>
        </p:nvSpPr>
        <p:spPr>
          <a:xfrm>
            <a:off x="1291636" y="482456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B340BF-0ED4-4F05-9B39-6F00B3657DA2}"/>
              </a:ext>
            </a:extLst>
          </p:cNvPr>
          <p:cNvSpPr txBox="1"/>
          <p:nvPr/>
        </p:nvSpPr>
        <p:spPr>
          <a:xfrm>
            <a:off x="2394499" y="439617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2C28C0-2EE7-46D0-B94D-C956F10A2A83}"/>
              </a:ext>
            </a:extLst>
          </p:cNvPr>
          <p:cNvSpPr txBox="1"/>
          <p:nvPr/>
        </p:nvSpPr>
        <p:spPr>
          <a:xfrm>
            <a:off x="3446059" y="421811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CCFD6-9343-40D3-948D-F8B1F7C526DF}"/>
              </a:ext>
            </a:extLst>
          </p:cNvPr>
          <p:cNvSpPr txBox="1"/>
          <p:nvPr/>
        </p:nvSpPr>
        <p:spPr>
          <a:xfrm>
            <a:off x="3446059" y="979519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FFD065-4953-4E85-BB6A-3E100C9F7499}"/>
              </a:ext>
            </a:extLst>
          </p:cNvPr>
          <p:cNvSpPr txBox="1"/>
          <p:nvPr/>
        </p:nvSpPr>
        <p:spPr>
          <a:xfrm>
            <a:off x="2394499" y="970308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E3FE35-48E2-4093-88DA-BDFFD02C8086}"/>
              </a:ext>
            </a:extLst>
          </p:cNvPr>
          <p:cNvSpPr txBox="1"/>
          <p:nvPr/>
        </p:nvSpPr>
        <p:spPr>
          <a:xfrm>
            <a:off x="1297220" y="989840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970B431-A2F1-4665-8C28-0A142DDF0C6D}"/>
              </a:ext>
            </a:extLst>
          </p:cNvPr>
          <p:cNvCxnSpPr>
            <a:cxnSpLocks/>
          </p:cNvCxnSpPr>
          <p:nvPr/>
        </p:nvCxnSpPr>
        <p:spPr>
          <a:xfrm>
            <a:off x="3529879" y="2120606"/>
            <a:ext cx="964879" cy="70141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76FACC-F4A1-4E94-A644-53EE681CB02F}"/>
              </a:ext>
            </a:extLst>
          </p:cNvPr>
          <p:cNvCxnSpPr>
            <a:cxnSpLocks/>
          </p:cNvCxnSpPr>
          <p:nvPr/>
        </p:nvCxnSpPr>
        <p:spPr>
          <a:xfrm flipV="1">
            <a:off x="3529879" y="2122236"/>
            <a:ext cx="1017270" cy="7187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824CC7C-ED18-42BE-93FD-433CA0D4E8EE}"/>
              </a:ext>
            </a:extLst>
          </p:cNvPr>
          <p:cNvSpPr txBox="1"/>
          <p:nvPr/>
        </p:nvSpPr>
        <p:spPr>
          <a:xfrm>
            <a:off x="3667036" y="1887706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5.8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9317C9-E361-4FC4-8971-3E2DF32D2B0F}"/>
              </a:ext>
            </a:extLst>
          </p:cNvPr>
          <p:cNvSpPr txBox="1"/>
          <p:nvPr/>
        </p:nvSpPr>
        <p:spPr>
          <a:xfrm>
            <a:off x="3091729" y="2241297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867700-AAA3-4627-A808-9F7C878F7319}"/>
              </a:ext>
            </a:extLst>
          </p:cNvPr>
          <p:cNvSpPr txBox="1"/>
          <p:nvPr/>
        </p:nvSpPr>
        <p:spPr>
          <a:xfrm>
            <a:off x="3708944" y="2591190"/>
            <a:ext cx="624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7D729-6402-4F9B-9F2D-D2FD9CC09577}"/>
              </a:ext>
            </a:extLst>
          </p:cNvPr>
          <p:cNvSpPr txBox="1"/>
          <p:nvPr/>
        </p:nvSpPr>
        <p:spPr>
          <a:xfrm>
            <a:off x="4217581" y="2278510"/>
            <a:ext cx="872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350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719A8A-43A8-4A38-9A13-613C49D4C573}"/>
              </a:ext>
            </a:extLst>
          </p:cNvPr>
          <p:cNvSpPr txBox="1"/>
          <p:nvPr/>
        </p:nvSpPr>
        <p:spPr>
          <a:xfrm>
            <a:off x="1291636" y="3221982"/>
            <a:ext cx="43415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ABG:  	pH 	7.43	 	</a:t>
            </a:r>
          </a:p>
          <a:p>
            <a:r>
              <a:rPr lang="en-US" sz="2400" dirty="0"/>
              <a:t>	PCO</a:t>
            </a:r>
            <a:r>
              <a:rPr lang="en-US" sz="2400" baseline="-25000" dirty="0"/>
              <a:t>2</a:t>
            </a:r>
            <a:r>
              <a:rPr lang="en-US" sz="2400" dirty="0"/>
              <a:t> 	45</a:t>
            </a:r>
          </a:p>
          <a:p>
            <a:r>
              <a:rPr lang="en-US" sz="2400" dirty="0"/>
              <a:t>	PO</a:t>
            </a:r>
            <a:r>
              <a:rPr lang="en-US" sz="2400" baseline="-25000" dirty="0"/>
              <a:t>2</a:t>
            </a:r>
            <a:r>
              <a:rPr lang="en-US" sz="2400" dirty="0"/>
              <a:t> 	80</a:t>
            </a:r>
          </a:p>
          <a:p>
            <a:r>
              <a:rPr lang="en-US" sz="2400" dirty="0"/>
              <a:t>	HCO</a:t>
            </a:r>
            <a:r>
              <a:rPr lang="en-US" sz="2400" baseline="-25000" dirty="0"/>
              <a:t>3</a:t>
            </a:r>
            <a:r>
              <a:rPr lang="en-US" sz="2400" dirty="0"/>
              <a:t> 	24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57CC0B2-54C7-449E-975D-041A3AFB67BA}"/>
              </a:ext>
            </a:extLst>
          </p:cNvPr>
          <p:cNvSpPr/>
          <p:nvPr/>
        </p:nvSpPr>
        <p:spPr>
          <a:xfrm>
            <a:off x="253174" y="3188355"/>
            <a:ext cx="5677019" cy="153251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ABG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2" name="Picture 4" descr="Image result for sinus tachycardia">
            <a:extLst>
              <a:ext uri="{FF2B5EF4-FFF2-40B4-BE49-F238E27FC236}">
                <a16:creationId xmlns:a16="http://schemas.microsoft.com/office/drawing/2014/main" id="{AE08717A-FAFE-4B44-AD7F-DDDEC2E1B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0" b="36662"/>
          <a:stretch/>
        </p:blipFill>
        <p:spPr bwMode="auto">
          <a:xfrm>
            <a:off x="347057" y="4972244"/>
            <a:ext cx="5444143" cy="143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5D86623-EAD5-4EA5-8194-9B654F9478C2}"/>
              </a:ext>
            </a:extLst>
          </p:cNvPr>
          <p:cNvSpPr/>
          <p:nvPr/>
        </p:nvSpPr>
        <p:spPr>
          <a:xfrm>
            <a:off x="211284" y="4803790"/>
            <a:ext cx="5797175" cy="1721226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ECG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90271A2-95C8-4A74-990D-75CC48F0CF5D}"/>
              </a:ext>
            </a:extLst>
          </p:cNvPr>
          <p:cNvCxnSpPr>
            <a:cxnSpLocks/>
          </p:cNvCxnSpPr>
          <p:nvPr/>
        </p:nvCxnSpPr>
        <p:spPr>
          <a:xfrm>
            <a:off x="968354" y="2113053"/>
            <a:ext cx="964879" cy="70141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A30BD15-CBE8-4246-A76D-A7AFED72C497}"/>
              </a:ext>
            </a:extLst>
          </p:cNvPr>
          <p:cNvCxnSpPr>
            <a:cxnSpLocks/>
          </p:cNvCxnSpPr>
          <p:nvPr/>
        </p:nvCxnSpPr>
        <p:spPr>
          <a:xfrm flipV="1">
            <a:off x="968354" y="2114683"/>
            <a:ext cx="1017270" cy="7187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8FF4E2-3813-47FE-B2FF-401B090B44B4}"/>
              </a:ext>
            </a:extLst>
          </p:cNvPr>
          <p:cNvSpPr txBox="1"/>
          <p:nvPr/>
        </p:nvSpPr>
        <p:spPr>
          <a:xfrm>
            <a:off x="1105511" y="1880153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9.8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FB5B4B-27DF-4B99-905E-62ED66A531C5}"/>
              </a:ext>
            </a:extLst>
          </p:cNvPr>
          <p:cNvSpPr txBox="1"/>
          <p:nvPr/>
        </p:nvSpPr>
        <p:spPr>
          <a:xfrm>
            <a:off x="530204" y="2233744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7B19BD-DEF2-4BAE-A646-F67566E82D02}"/>
              </a:ext>
            </a:extLst>
          </p:cNvPr>
          <p:cNvSpPr txBox="1"/>
          <p:nvPr/>
        </p:nvSpPr>
        <p:spPr>
          <a:xfrm>
            <a:off x="1147419" y="2583637"/>
            <a:ext cx="624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253FE5-8B3D-4489-8F88-9D3D726A5D64}"/>
              </a:ext>
            </a:extLst>
          </p:cNvPr>
          <p:cNvSpPr txBox="1"/>
          <p:nvPr/>
        </p:nvSpPr>
        <p:spPr>
          <a:xfrm>
            <a:off x="1656056" y="2270957"/>
            <a:ext cx="872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350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8D3D5A6-F40F-44D1-AE5D-B4408D97F958}"/>
              </a:ext>
            </a:extLst>
          </p:cNvPr>
          <p:cNvCxnSpPr>
            <a:cxnSpLocks/>
          </p:cNvCxnSpPr>
          <p:nvPr/>
        </p:nvCxnSpPr>
        <p:spPr>
          <a:xfrm>
            <a:off x="2528554" y="2501789"/>
            <a:ext cx="4757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3BB6A6-180F-4709-B13B-05455A766632}"/>
              </a:ext>
            </a:extLst>
          </p:cNvPr>
          <p:cNvSpPr/>
          <p:nvPr/>
        </p:nvSpPr>
        <p:spPr>
          <a:xfrm>
            <a:off x="204571" y="213410"/>
            <a:ext cx="5797175" cy="2891792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Basic labs (BMP, CBC)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The 3 A's button">
            <a:hlinkClick r:id="rId4" action="ppaction://hlinksldjump"/>
            <a:extLst>
              <a:ext uri="{FF2B5EF4-FFF2-40B4-BE49-F238E27FC236}">
                <a16:creationId xmlns:a16="http://schemas.microsoft.com/office/drawing/2014/main" id="{DCD51416-7712-456B-B81E-D41DA03A1BA8}"/>
              </a:ext>
            </a:extLst>
          </p:cNvPr>
          <p:cNvSpPr/>
          <p:nvPr/>
        </p:nvSpPr>
        <p:spPr>
          <a:xfrm>
            <a:off x="10863426" y="137992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1195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4" grpId="0" animBg="1"/>
      <p:bldP spid="31" grpId="0" animBg="1"/>
      <p:bldP spid="35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ormal chest X-ray (CXR).Â ">
            <a:extLst>
              <a:ext uri="{FF2B5EF4-FFF2-40B4-BE49-F238E27FC236}">
                <a16:creationId xmlns:a16="http://schemas.microsoft.com/office/drawing/2014/main" id="{BDB50627-58CA-4AC5-BDD4-C76D685B32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81"/>
          <a:stretch/>
        </p:blipFill>
        <p:spPr bwMode="auto">
          <a:xfrm>
            <a:off x="6507607" y="1103181"/>
            <a:ext cx="5101988" cy="5058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746F9B-4F51-4601-8A2B-5BDDCAD124AD}"/>
              </a:ext>
            </a:extLst>
          </p:cNvPr>
          <p:cNvSpPr/>
          <p:nvPr/>
        </p:nvSpPr>
        <p:spPr>
          <a:xfrm>
            <a:off x="6175342" y="769050"/>
            <a:ext cx="5766847" cy="5816477"/>
          </a:xfrm>
          <a:prstGeom prst="roundRect">
            <a:avLst>
              <a:gd name="adj" fmla="val 14585"/>
            </a:avLst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CXR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C9A8FA-F344-4CAC-8294-9B3F8C9F7A56}"/>
              </a:ext>
            </a:extLst>
          </p:cNvPr>
          <p:cNvCxnSpPr>
            <a:cxnSpLocks/>
          </p:cNvCxnSpPr>
          <p:nvPr/>
        </p:nvCxnSpPr>
        <p:spPr>
          <a:xfrm>
            <a:off x="2146849" y="409101"/>
            <a:ext cx="0" cy="10320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66324E-C7B6-407D-86A5-D5241437C5FB}"/>
              </a:ext>
            </a:extLst>
          </p:cNvPr>
          <p:cNvCxnSpPr>
            <a:cxnSpLocks/>
          </p:cNvCxnSpPr>
          <p:nvPr/>
        </p:nvCxnSpPr>
        <p:spPr>
          <a:xfrm>
            <a:off x="3350809" y="409101"/>
            <a:ext cx="0" cy="10320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1786F4-B913-4F80-8B12-4422DA53D9FC}"/>
              </a:ext>
            </a:extLst>
          </p:cNvPr>
          <p:cNvCxnSpPr>
            <a:cxnSpLocks/>
          </p:cNvCxnSpPr>
          <p:nvPr/>
        </p:nvCxnSpPr>
        <p:spPr>
          <a:xfrm flipV="1">
            <a:off x="1335319" y="925142"/>
            <a:ext cx="2857500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D4A2C9-2F9C-4C59-9E91-5E7068CE0876}"/>
              </a:ext>
            </a:extLst>
          </p:cNvPr>
          <p:cNvCxnSpPr>
            <a:cxnSpLocks/>
          </p:cNvCxnSpPr>
          <p:nvPr/>
        </p:nvCxnSpPr>
        <p:spPr>
          <a:xfrm>
            <a:off x="4192819" y="922062"/>
            <a:ext cx="525779" cy="34125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734E44-0BF8-487C-A835-FE82418E0BFF}"/>
              </a:ext>
            </a:extLst>
          </p:cNvPr>
          <p:cNvCxnSpPr>
            <a:cxnSpLocks/>
          </p:cNvCxnSpPr>
          <p:nvPr/>
        </p:nvCxnSpPr>
        <p:spPr>
          <a:xfrm flipV="1">
            <a:off x="4192819" y="583934"/>
            <a:ext cx="525779" cy="3381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E9D7951-70E4-4B49-AE95-83E3452B24A3}"/>
              </a:ext>
            </a:extLst>
          </p:cNvPr>
          <p:cNvSpPr txBox="1"/>
          <p:nvPr/>
        </p:nvSpPr>
        <p:spPr>
          <a:xfrm>
            <a:off x="4474757" y="708432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858918-418B-462A-BB6B-A012C0929C9A}"/>
              </a:ext>
            </a:extLst>
          </p:cNvPr>
          <p:cNvSpPr txBox="1"/>
          <p:nvPr/>
        </p:nvSpPr>
        <p:spPr>
          <a:xfrm>
            <a:off x="1291636" y="482456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B340BF-0ED4-4F05-9B39-6F00B3657DA2}"/>
              </a:ext>
            </a:extLst>
          </p:cNvPr>
          <p:cNvSpPr txBox="1"/>
          <p:nvPr/>
        </p:nvSpPr>
        <p:spPr>
          <a:xfrm>
            <a:off x="2394499" y="439617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2C28C0-2EE7-46D0-B94D-C956F10A2A83}"/>
              </a:ext>
            </a:extLst>
          </p:cNvPr>
          <p:cNvSpPr txBox="1"/>
          <p:nvPr/>
        </p:nvSpPr>
        <p:spPr>
          <a:xfrm>
            <a:off x="3446059" y="421811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CCFD6-9343-40D3-948D-F8B1F7C526DF}"/>
              </a:ext>
            </a:extLst>
          </p:cNvPr>
          <p:cNvSpPr txBox="1"/>
          <p:nvPr/>
        </p:nvSpPr>
        <p:spPr>
          <a:xfrm>
            <a:off x="3446059" y="979519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FFD065-4953-4E85-BB6A-3E100C9F7499}"/>
              </a:ext>
            </a:extLst>
          </p:cNvPr>
          <p:cNvSpPr txBox="1"/>
          <p:nvPr/>
        </p:nvSpPr>
        <p:spPr>
          <a:xfrm>
            <a:off x="2394499" y="970308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E3FE35-48E2-4093-88DA-BDFFD02C8086}"/>
              </a:ext>
            </a:extLst>
          </p:cNvPr>
          <p:cNvSpPr txBox="1"/>
          <p:nvPr/>
        </p:nvSpPr>
        <p:spPr>
          <a:xfrm>
            <a:off x="1297220" y="989840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970B431-A2F1-4665-8C28-0A142DDF0C6D}"/>
              </a:ext>
            </a:extLst>
          </p:cNvPr>
          <p:cNvCxnSpPr>
            <a:cxnSpLocks/>
          </p:cNvCxnSpPr>
          <p:nvPr/>
        </p:nvCxnSpPr>
        <p:spPr>
          <a:xfrm>
            <a:off x="2478319" y="1930765"/>
            <a:ext cx="964879" cy="70141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76FACC-F4A1-4E94-A644-53EE681CB02F}"/>
              </a:ext>
            </a:extLst>
          </p:cNvPr>
          <p:cNvCxnSpPr>
            <a:cxnSpLocks/>
          </p:cNvCxnSpPr>
          <p:nvPr/>
        </p:nvCxnSpPr>
        <p:spPr>
          <a:xfrm flipV="1">
            <a:off x="2478319" y="1932395"/>
            <a:ext cx="1017270" cy="7187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824CC7C-ED18-42BE-93FD-433CA0D4E8EE}"/>
              </a:ext>
            </a:extLst>
          </p:cNvPr>
          <p:cNvSpPr txBox="1"/>
          <p:nvPr/>
        </p:nvSpPr>
        <p:spPr>
          <a:xfrm>
            <a:off x="2615476" y="1697865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9317C9-E361-4FC4-8971-3E2DF32D2B0F}"/>
              </a:ext>
            </a:extLst>
          </p:cNvPr>
          <p:cNvSpPr txBox="1"/>
          <p:nvPr/>
        </p:nvSpPr>
        <p:spPr>
          <a:xfrm>
            <a:off x="2040169" y="2051456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867700-AAA3-4627-A808-9F7C878F7319}"/>
              </a:ext>
            </a:extLst>
          </p:cNvPr>
          <p:cNvSpPr txBox="1"/>
          <p:nvPr/>
        </p:nvSpPr>
        <p:spPr>
          <a:xfrm>
            <a:off x="2657384" y="2401349"/>
            <a:ext cx="624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7D729-6402-4F9B-9F2D-D2FD9CC09577}"/>
              </a:ext>
            </a:extLst>
          </p:cNvPr>
          <p:cNvSpPr txBox="1"/>
          <p:nvPr/>
        </p:nvSpPr>
        <p:spPr>
          <a:xfrm>
            <a:off x="3166021" y="2088669"/>
            <a:ext cx="872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350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3BB6A6-180F-4709-B13B-05455A766632}"/>
              </a:ext>
            </a:extLst>
          </p:cNvPr>
          <p:cNvSpPr/>
          <p:nvPr/>
        </p:nvSpPr>
        <p:spPr>
          <a:xfrm>
            <a:off x="233443" y="137992"/>
            <a:ext cx="5766847" cy="2725022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Basic labs (BMP, CBC)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719A8A-43A8-4A38-9A13-613C49D4C573}"/>
              </a:ext>
            </a:extLst>
          </p:cNvPr>
          <p:cNvSpPr txBox="1"/>
          <p:nvPr/>
        </p:nvSpPr>
        <p:spPr>
          <a:xfrm>
            <a:off x="1291636" y="3084883"/>
            <a:ext cx="43415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ABG:  	pH 	7.43	 	</a:t>
            </a:r>
          </a:p>
          <a:p>
            <a:r>
              <a:rPr lang="en-US" sz="2400" dirty="0"/>
              <a:t>	PCO</a:t>
            </a:r>
            <a:r>
              <a:rPr lang="en-US" sz="2400" baseline="-25000" dirty="0"/>
              <a:t>2</a:t>
            </a:r>
            <a:r>
              <a:rPr lang="en-US" sz="2400" dirty="0"/>
              <a:t> 	32</a:t>
            </a:r>
          </a:p>
          <a:p>
            <a:r>
              <a:rPr lang="en-US" sz="2400" dirty="0"/>
              <a:t>	PO</a:t>
            </a:r>
            <a:r>
              <a:rPr lang="en-US" sz="2400" baseline="-25000" dirty="0"/>
              <a:t>2</a:t>
            </a:r>
            <a:r>
              <a:rPr lang="en-US" sz="2400" dirty="0"/>
              <a:t> 	50</a:t>
            </a:r>
          </a:p>
          <a:p>
            <a:r>
              <a:rPr lang="en-US" sz="2400" dirty="0"/>
              <a:t>	HCO</a:t>
            </a:r>
            <a:r>
              <a:rPr lang="en-US" sz="2400" baseline="-25000" dirty="0"/>
              <a:t>3</a:t>
            </a:r>
            <a:r>
              <a:rPr lang="en-US" sz="2400" dirty="0"/>
              <a:t> 	24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57CC0B2-54C7-449E-975D-041A3AFB67BA}"/>
              </a:ext>
            </a:extLst>
          </p:cNvPr>
          <p:cNvSpPr/>
          <p:nvPr/>
        </p:nvSpPr>
        <p:spPr>
          <a:xfrm>
            <a:off x="233443" y="2954513"/>
            <a:ext cx="5766847" cy="1828246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ABG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2" name="Picture 4" descr="Image result for sinus tachycardia">
            <a:extLst>
              <a:ext uri="{FF2B5EF4-FFF2-40B4-BE49-F238E27FC236}">
                <a16:creationId xmlns:a16="http://schemas.microsoft.com/office/drawing/2014/main" id="{AE08717A-FAFE-4B44-AD7F-DDDEC2E1B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0" b="36662"/>
          <a:stretch/>
        </p:blipFill>
        <p:spPr bwMode="auto">
          <a:xfrm>
            <a:off x="394912" y="5036467"/>
            <a:ext cx="5386993" cy="142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5D86623-EAD5-4EA5-8194-9B654F9478C2}"/>
              </a:ext>
            </a:extLst>
          </p:cNvPr>
          <p:cNvSpPr/>
          <p:nvPr/>
        </p:nvSpPr>
        <p:spPr>
          <a:xfrm>
            <a:off x="180702" y="4858442"/>
            <a:ext cx="5867443" cy="1828246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ECG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he 3 A's button">
            <a:hlinkClick r:id="rId4" action="ppaction://hlinksldjump"/>
            <a:extLst>
              <a:ext uri="{FF2B5EF4-FFF2-40B4-BE49-F238E27FC236}">
                <a16:creationId xmlns:a16="http://schemas.microsoft.com/office/drawing/2014/main" id="{E4423B70-3FB7-4F0F-BF1D-CFD1B5A504E8}"/>
              </a:ext>
            </a:extLst>
          </p:cNvPr>
          <p:cNvSpPr/>
          <p:nvPr/>
        </p:nvSpPr>
        <p:spPr>
          <a:xfrm>
            <a:off x="10863426" y="137992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19941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4" grpId="0" animBg="1"/>
      <p:bldP spid="28" grpId="0" animBg="1"/>
      <p:bldP spid="31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11258-9A3A-4273-83C1-952364BBC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31094" cy="3961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pH 7.43 / PCO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32</a:t>
            </a:r>
            <a:r>
              <a:rPr lang="en-US" dirty="0"/>
              <a:t>/ PO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50</a:t>
            </a:r>
            <a:r>
              <a:rPr lang="en-US" dirty="0"/>
              <a:t> / HCO</a:t>
            </a:r>
            <a:r>
              <a:rPr lang="en-US" baseline="-25000" dirty="0"/>
              <a:t>3</a:t>
            </a:r>
            <a:r>
              <a:rPr lang="en-US" dirty="0"/>
              <a:t> 24 (on room air)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Calculate an A-a gradient!</a:t>
            </a:r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= 150 –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32</a:t>
            </a:r>
            <a:r>
              <a:rPr lang="en-US" dirty="0"/>
              <a:t> x (1.25)</a:t>
            </a:r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= 110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- 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= 110 – </a:t>
            </a:r>
            <a:r>
              <a:rPr lang="en-US" dirty="0">
                <a:solidFill>
                  <a:srgbClr val="FF0000"/>
                </a:solidFill>
              </a:rPr>
              <a:t>50</a:t>
            </a:r>
            <a:r>
              <a:rPr lang="en-US" dirty="0"/>
              <a:t> = 60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7D9FCE-BEB5-4F9B-B773-F01EAC51F223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Calculate the A-a gradient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1DE4E25-64CD-440C-8D2F-36743FD163C4}"/>
              </a:ext>
            </a:extLst>
          </p:cNvPr>
          <p:cNvSpPr txBox="1">
            <a:spLocks/>
          </p:cNvSpPr>
          <p:nvPr/>
        </p:nvSpPr>
        <p:spPr>
          <a:xfrm>
            <a:off x="6096000" y="3806407"/>
            <a:ext cx="5420137" cy="1528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Expected A-a gradient = Age/4 + 4</a:t>
            </a:r>
          </a:p>
          <a:p>
            <a:pPr marL="0" indent="0">
              <a:buNone/>
            </a:pPr>
            <a:r>
              <a:rPr lang="en-US" dirty="0"/>
              <a:t>			      = </a:t>
            </a:r>
            <a:r>
              <a:rPr lang="en-US" dirty="0">
                <a:solidFill>
                  <a:srgbClr val="FF0000"/>
                </a:solidFill>
              </a:rPr>
              <a:t>64</a:t>
            </a:r>
            <a:r>
              <a:rPr lang="en-US" dirty="0"/>
              <a:t>/4 + 4</a:t>
            </a:r>
          </a:p>
          <a:p>
            <a:pPr marL="0" indent="0">
              <a:buNone/>
            </a:pPr>
            <a:r>
              <a:rPr lang="en-US" dirty="0"/>
              <a:t>			      = 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F02B2D-34FB-4099-BE77-95071BCE7490}"/>
              </a:ext>
            </a:extLst>
          </p:cNvPr>
          <p:cNvSpPr/>
          <p:nvPr/>
        </p:nvSpPr>
        <p:spPr>
          <a:xfrm>
            <a:off x="4295072" y="4863548"/>
            <a:ext cx="596348" cy="43732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B4E413-87CE-4B57-A9F5-A53DB400868C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593246" y="5300870"/>
            <a:ext cx="0" cy="48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7AF1CF-0942-4A48-9ACC-7481392290E2}"/>
              </a:ext>
            </a:extLst>
          </p:cNvPr>
          <p:cNvSpPr txBox="1"/>
          <p:nvPr/>
        </p:nvSpPr>
        <p:spPr>
          <a:xfrm>
            <a:off x="2189315" y="5787189"/>
            <a:ext cx="4832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accent5"/>
                </a:solidFill>
              </a:rPr>
              <a:t>Elevated A-a gradient!</a:t>
            </a:r>
          </a:p>
        </p:txBody>
      </p:sp>
      <p:sp>
        <p:nvSpPr>
          <p:cNvPr id="8" name="The 3 A's button">
            <a:hlinkClick r:id="rId2" action="ppaction://hlinksldjump"/>
            <a:extLst>
              <a:ext uri="{FF2B5EF4-FFF2-40B4-BE49-F238E27FC236}">
                <a16:creationId xmlns:a16="http://schemas.microsoft.com/office/drawing/2014/main" id="{98796757-C4A4-4937-A53B-AEC32641382C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10004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D7D9FCE-BEB5-4F9B-B773-F01EAC51F223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+mn-lt"/>
              </a:rPr>
              <a:t>Causes of an elevated A-a gradient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6B8EE1-A728-4AB7-8D12-684D926AAC2A}"/>
              </a:ext>
            </a:extLst>
          </p:cNvPr>
          <p:cNvSpPr/>
          <p:nvPr/>
        </p:nvSpPr>
        <p:spPr>
          <a:xfrm>
            <a:off x="3685820" y="2777369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/>
              <a:t>Alveoli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8068FED-1DDF-4E65-8E5A-D2545E18B3D5}"/>
              </a:ext>
            </a:extLst>
          </p:cNvPr>
          <p:cNvSpPr/>
          <p:nvPr/>
        </p:nvSpPr>
        <p:spPr>
          <a:xfrm>
            <a:off x="5032161" y="4556236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/>
              <a:t>Capillary </a:t>
            </a:r>
          </a:p>
        </p:txBody>
      </p:sp>
      <p:sp>
        <p:nvSpPr>
          <p:cNvPr id="38" name="Arc 21">
            <a:extLst>
              <a:ext uri="{FF2B5EF4-FFF2-40B4-BE49-F238E27FC236}">
                <a16:creationId xmlns:a16="http://schemas.microsoft.com/office/drawing/2014/main" id="{5606C90F-9B71-4E81-B566-8D4173BFE918}"/>
              </a:ext>
            </a:extLst>
          </p:cNvPr>
          <p:cNvSpPr/>
          <p:nvPr/>
        </p:nvSpPr>
        <p:spPr>
          <a:xfrm>
            <a:off x="767591" y="4024663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E99E92C-B2C6-42B2-A75F-A4F939E6C9D3}"/>
              </a:ext>
            </a:extLst>
          </p:cNvPr>
          <p:cNvSpPr/>
          <p:nvPr/>
        </p:nvSpPr>
        <p:spPr>
          <a:xfrm>
            <a:off x="553715" y="4184832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A86A16C-13D4-45D9-8760-2B547F385EA6}"/>
              </a:ext>
            </a:extLst>
          </p:cNvPr>
          <p:cNvSpPr/>
          <p:nvPr/>
        </p:nvSpPr>
        <p:spPr>
          <a:xfrm>
            <a:off x="2127461" y="1608594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B30149-26FD-4C74-BA48-E269E16458FB}"/>
              </a:ext>
            </a:extLst>
          </p:cNvPr>
          <p:cNvSpPr/>
          <p:nvPr/>
        </p:nvSpPr>
        <p:spPr>
          <a:xfrm>
            <a:off x="4012191" y="3579841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/>
              <a:t>Lung parenchyma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595CFAA-5633-4335-8010-1E442833034D}"/>
              </a:ext>
            </a:extLst>
          </p:cNvPr>
          <p:cNvSpPr/>
          <p:nvPr/>
        </p:nvSpPr>
        <p:spPr>
          <a:xfrm>
            <a:off x="6311370" y="3136730"/>
            <a:ext cx="571365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800" dirty="0"/>
              <a:t>Shunt </a:t>
            </a:r>
            <a:r>
              <a:rPr lang="en-US" sz="2000" dirty="0"/>
              <a:t>(anatomic, large alveolar filling process) </a:t>
            </a:r>
          </a:p>
          <a:p>
            <a:pPr lvl="1"/>
            <a:r>
              <a:rPr lang="en-US" sz="2800" dirty="0"/>
              <a:t>V/Q mismatch </a:t>
            </a:r>
            <a:r>
              <a:rPr lang="en-US" sz="2000" dirty="0"/>
              <a:t>(obstructive lung disease, pulmonary vascular disease/PE) </a:t>
            </a:r>
            <a:endParaRPr lang="en-US" sz="2800" dirty="0"/>
          </a:p>
          <a:p>
            <a:pPr lvl="1"/>
            <a:r>
              <a:rPr lang="en-US" sz="2800" dirty="0"/>
              <a:t>↓ diffusion capacity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4CC9E88-BD9C-470B-A85F-829E26A5DDE0}"/>
              </a:ext>
            </a:extLst>
          </p:cNvPr>
          <p:cNvSpPr/>
          <p:nvPr/>
        </p:nvSpPr>
        <p:spPr>
          <a:xfrm>
            <a:off x="447487" y="2995066"/>
            <a:ext cx="1256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sz="3600" dirty="0">
                <a:solidFill>
                  <a:schemeClr val="accent5"/>
                </a:solidFill>
              </a:rPr>
              <a:t>V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0A5703E-2A28-4E27-8533-760C4FFF76F8}"/>
              </a:ext>
            </a:extLst>
          </p:cNvPr>
          <p:cNvSpPr/>
          <p:nvPr/>
        </p:nvSpPr>
        <p:spPr>
          <a:xfrm>
            <a:off x="427321" y="4474402"/>
            <a:ext cx="4708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sz="3600">
                <a:solidFill>
                  <a:schemeClr val="accent5"/>
                </a:solidFill>
              </a:rPr>
              <a:t>Q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A2DC49D9-0503-4403-93E9-BE6653604DE3}"/>
              </a:ext>
            </a:extLst>
          </p:cNvPr>
          <p:cNvSpPr/>
          <p:nvPr/>
        </p:nvSpPr>
        <p:spPr>
          <a:xfrm>
            <a:off x="564422" y="4860835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0A218F2-04DD-4FA8-BCD9-0831EBFD9471}"/>
              </a:ext>
            </a:extLst>
          </p:cNvPr>
          <p:cNvGrpSpPr/>
          <p:nvPr/>
        </p:nvGrpSpPr>
        <p:grpSpPr>
          <a:xfrm>
            <a:off x="9962470" y="4590184"/>
            <a:ext cx="993914" cy="638533"/>
            <a:chOff x="10018643" y="4900876"/>
            <a:chExt cx="993914" cy="63853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1617442-5306-428D-9D90-07C4762A2FE3}"/>
                </a:ext>
              </a:extLst>
            </p:cNvPr>
            <p:cNvCxnSpPr/>
            <p:nvPr/>
          </p:nvCxnSpPr>
          <p:spPr>
            <a:xfrm>
              <a:off x="10018643" y="4900876"/>
              <a:ext cx="9939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8152795-5498-48CE-AB6F-BB4B185F434B}"/>
                </a:ext>
              </a:extLst>
            </p:cNvPr>
            <p:cNvCxnSpPr/>
            <p:nvPr/>
          </p:nvCxnSpPr>
          <p:spPr>
            <a:xfrm>
              <a:off x="11012557" y="4900876"/>
              <a:ext cx="0" cy="638533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400A760-2C9F-4794-9DC0-729B1236AAC6}"/>
              </a:ext>
            </a:extLst>
          </p:cNvPr>
          <p:cNvSpPr txBox="1"/>
          <p:nvPr/>
        </p:nvSpPr>
        <p:spPr>
          <a:xfrm>
            <a:off x="9667483" y="5310405"/>
            <a:ext cx="2446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Does not typically happen acutely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80F6A6-C44C-402D-9F7E-691C93D27560}"/>
              </a:ext>
            </a:extLst>
          </p:cNvPr>
          <p:cNvSpPr txBox="1"/>
          <p:nvPr/>
        </p:nvSpPr>
        <p:spPr>
          <a:xfrm>
            <a:off x="9535512" y="1480985"/>
            <a:ext cx="2489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Non-anatomic shunts are evident on CXR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BB9A127-AA3B-4309-8A76-DF1C5A590993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10780268" y="2127316"/>
            <a:ext cx="0" cy="111171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2E5AFFB-BD2C-4753-90C1-D2D63C6869F2}"/>
              </a:ext>
            </a:extLst>
          </p:cNvPr>
          <p:cNvCxnSpPr>
            <a:cxnSpLocks/>
          </p:cNvCxnSpPr>
          <p:nvPr/>
        </p:nvCxnSpPr>
        <p:spPr>
          <a:xfrm>
            <a:off x="8906933" y="3429000"/>
            <a:ext cx="29718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238455C-1998-4D39-8A01-2ADED663FA15}"/>
              </a:ext>
            </a:extLst>
          </p:cNvPr>
          <p:cNvCxnSpPr>
            <a:cxnSpLocks/>
          </p:cNvCxnSpPr>
          <p:nvPr/>
        </p:nvCxnSpPr>
        <p:spPr>
          <a:xfrm>
            <a:off x="6858914" y="4556236"/>
            <a:ext cx="29718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he 3 A's button">
            <a:hlinkClick r:id="rId2" action="ppaction://hlinksldjump"/>
            <a:extLst>
              <a:ext uri="{FF2B5EF4-FFF2-40B4-BE49-F238E27FC236}">
                <a16:creationId xmlns:a16="http://schemas.microsoft.com/office/drawing/2014/main" id="{039F50D4-B161-4EA6-8184-B7BD2AB01259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98298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https://images.radiopaedia.org/images/1371188/24a32cc68436686e6b1852a00b57d4_big_gallery.jpg">
            <a:extLst>
              <a:ext uri="{FF2B5EF4-FFF2-40B4-BE49-F238E27FC236}">
                <a16:creationId xmlns:a16="http://schemas.microsoft.com/office/drawing/2014/main" id="{1D054892-EA11-4770-9EC9-566C36755D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5" r="8754"/>
          <a:stretch/>
        </p:blipFill>
        <p:spPr bwMode="auto">
          <a:xfrm>
            <a:off x="4537710" y="564953"/>
            <a:ext cx="5892013" cy="589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B843A76-16B2-49D3-9A6B-B94385A24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99510" cy="1325563"/>
          </a:xfrm>
        </p:spPr>
        <p:txBody>
          <a:bodyPr>
            <a:normAutofit/>
          </a:bodyPr>
          <a:lstStyle/>
          <a:p>
            <a:r>
              <a:rPr lang="en-US" dirty="0"/>
              <a:t>CXR looks like…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F1095-66DB-4239-80A5-8FAF9F981E09}"/>
              </a:ext>
            </a:extLst>
          </p:cNvPr>
          <p:cNvSpPr txBox="1"/>
          <p:nvPr/>
        </p:nvSpPr>
        <p:spPr>
          <a:xfrm>
            <a:off x="6096000" y="6457938"/>
            <a:ext cx="5428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from Radiopaedia.org</a:t>
            </a:r>
          </a:p>
        </p:txBody>
      </p:sp>
      <p:sp>
        <p:nvSpPr>
          <p:cNvPr id="6" name="The 3 A's button">
            <a:hlinkClick r:id="rId3" action="ppaction://hlinksldjump"/>
            <a:extLst>
              <a:ext uri="{FF2B5EF4-FFF2-40B4-BE49-F238E27FC236}">
                <a16:creationId xmlns:a16="http://schemas.microsoft.com/office/drawing/2014/main" id="{93FD0D5F-6F75-4448-8918-A9DAF5683507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86783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15C121-5D8D-4EB0-A9AB-906EC11E49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The Age Old Question: ABG or VBG?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EA3DA4-9F3C-4FD8-9FB8-8F5289FC8A9F}"/>
              </a:ext>
            </a:extLst>
          </p:cNvPr>
          <p:cNvSpPr/>
          <p:nvPr/>
        </p:nvSpPr>
        <p:spPr>
          <a:xfrm>
            <a:off x="1026224" y="1825625"/>
            <a:ext cx="41644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ABG:   pH / P</a:t>
            </a:r>
            <a:r>
              <a:rPr lang="en-US" sz="3200" baseline="-25000" dirty="0"/>
              <a:t>a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r>
              <a:rPr lang="en-US" sz="3200" dirty="0"/>
              <a:t> / </a:t>
            </a:r>
            <a:r>
              <a:rPr lang="en-US" sz="3200" dirty="0">
                <a:solidFill>
                  <a:srgbClr val="FF0000"/>
                </a:solidFill>
              </a:rPr>
              <a:t>P</a:t>
            </a:r>
            <a:r>
              <a:rPr lang="en-US" sz="3200" baseline="-25000" dirty="0">
                <a:solidFill>
                  <a:srgbClr val="FF0000"/>
                </a:solidFill>
              </a:rPr>
              <a:t>a</a:t>
            </a:r>
            <a:r>
              <a:rPr lang="en-US" sz="3200" dirty="0">
                <a:solidFill>
                  <a:srgbClr val="FF0000"/>
                </a:solidFill>
              </a:rPr>
              <a:t>O</a:t>
            </a:r>
            <a:r>
              <a:rPr lang="en-US" sz="3200" baseline="-25000" dirty="0">
                <a:solidFill>
                  <a:srgbClr val="FF0000"/>
                </a:solidFill>
              </a:rPr>
              <a:t>2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F6C95-41F7-4C6D-840D-45BD316AE0F0}"/>
              </a:ext>
            </a:extLst>
          </p:cNvPr>
          <p:cNvSpPr txBox="1"/>
          <p:nvPr/>
        </p:nvSpPr>
        <p:spPr>
          <a:xfrm>
            <a:off x="1026224" y="2654604"/>
            <a:ext cx="3549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VBG:   pH / P</a:t>
            </a:r>
            <a:r>
              <a:rPr lang="en-US" sz="3200" baseline="-25000" dirty="0"/>
              <a:t>v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endParaRPr lang="en-US" sz="3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395FD3-0E67-4D4C-B86D-D44D53735A77}"/>
              </a:ext>
            </a:extLst>
          </p:cNvPr>
          <p:cNvCxnSpPr>
            <a:cxnSpLocks/>
          </p:cNvCxnSpPr>
          <p:nvPr/>
        </p:nvCxnSpPr>
        <p:spPr>
          <a:xfrm flipH="1" flipV="1">
            <a:off x="1555533" y="3281171"/>
            <a:ext cx="211123" cy="53622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2AB88B-F52A-48CD-874A-552D55BADCD3}"/>
              </a:ext>
            </a:extLst>
          </p:cNvPr>
          <p:cNvSpPr txBox="1"/>
          <p:nvPr/>
        </p:nvSpPr>
        <p:spPr>
          <a:xfrm>
            <a:off x="731005" y="4016623"/>
            <a:ext cx="4783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ABG pH = VBG pH + 0.04</a:t>
            </a:r>
          </a:p>
          <a:p>
            <a:pPr algn="ctr"/>
            <a:r>
              <a:rPr lang="en-US" sz="3200" dirty="0"/>
              <a:t>ABG P</a:t>
            </a:r>
            <a:r>
              <a:rPr lang="en-US" sz="3200" baseline="-25000" dirty="0"/>
              <a:t>a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r>
              <a:rPr lang="en-US" sz="3200" dirty="0"/>
              <a:t> = VBG P</a:t>
            </a:r>
            <a:r>
              <a:rPr lang="en-US" sz="3200" baseline="-25000" dirty="0"/>
              <a:t>v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r>
              <a:rPr lang="en-US" sz="3200" dirty="0"/>
              <a:t> - 4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46DC16-C55C-4C40-A6A0-B20456B19401}"/>
              </a:ext>
            </a:extLst>
          </p:cNvPr>
          <p:cNvSpPr/>
          <p:nvPr/>
        </p:nvSpPr>
        <p:spPr>
          <a:xfrm>
            <a:off x="470765" y="3673925"/>
            <a:ext cx="5444550" cy="1815882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3" name="Content Placeholder 4">
            <a:extLst>
              <a:ext uri="{FF2B5EF4-FFF2-40B4-BE49-F238E27FC236}">
                <a16:creationId xmlns:a16="http://schemas.microsoft.com/office/drawing/2014/main" id="{F902EBAA-4E21-45CC-8DC8-33654FA3C839}"/>
              </a:ext>
            </a:extLst>
          </p:cNvPr>
          <p:cNvSpPr txBox="1">
            <a:spLocks/>
          </p:cNvSpPr>
          <p:nvPr/>
        </p:nvSpPr>
        <p:spPr>
          <a:xfrm>
            <a:off x="5915314" y="2129518"/>
            <a:ext cx="5963007" cy="3898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Get an ABG when you need the P</a:t>
            </a:r>
            <a:r>
              <a:rPr lang="en-US" sz="3600" b="1" baseline="-25000" dirty="0"/>
              <a:t>a</a:t>
            </a:r>
            <a:r>
              <a:rPr lang="en-US" sz="3600" b="1" dirty="0"/>
              <a:t>O</a:t>
            </a:r>
            <a:r>
              <a:rPr lang="en-US" sz="3600" b="1" baseline="-25000" dirty="0"/>
              <a:t>2</a:t>
            </a:r>
            <a:r>
              <a:rPr lang="en-US" sz="3600" b="1" dirty="0"/>
              <a:t>:</a:t>
            </a:r>
            <a:endParaRPr lang="en-US" sz="3600" b="1" baseline="-25000" dirty="0"/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Calculate the A-a gradient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Confirming hypoxemia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Assessing the severity of hypoxemia </a:t>
            </a:r>
          </a:p>
        </p:txBody>
      </p:sp>
      <p:sp>
        <p:nvSpPr>
          <p:cNvPr id="10" name="The 3 A's button">
            <a:hlinkClick r:id="rId2" action="ppaction://hlinksldjump"/>
            <a:extLst>
              <a:ext uri="{FF2B5EF4-FFF2-40B4-BE49-F238E27FC236}">
                <a16:creationId xmlns:a16="http://schemas.microsoft.com/office/drawing/2014/main" id="{66BA3196-EB85-480F-A181-E334023CE757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04656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75DE-D2D9-4D05-A1CD-5895C28C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CXR looks like…</a:t>
            </a:r>
          </a:p>
        </p:txBody>
      </p:sp>
      <p:pic>
        <p:nvPicPr>
          <p:cNvPr id="1026" name="Picture 2" descr="https://images.radiopaedia.org/images/31601/a035c7f29db18671bdf6cb49c6b166_big_gallery.jpg">
            <a:extLst>
              <a:ext uri="{FF2B5EF4-FFF2-40B4-BE49-F238E27FC236}">
                <a16:creationId xmlns:a16="http://schemas.microsoft.com/office/drawing/2014/main" id="{980363F7-478A-41C8-B44C-29B07FD5A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616" y="280035"/>
            <a:ext cx="6212840" cy="621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he 3 A's button">
            <a:hlinkClick r:id="rId3" action="ppaction://hlinksldjump"/>
            <a:extLst>
              <a:ext uri="{FF2B5EF4-FFF2-40B4-BE49-F238E27FC236}">
                <a16:creationId xmlns:a16="http://schemas.microsoft.com/office/drawing/2014/main" id="{30ED17F9-3C5F-4881-91B4-D90E83786857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92992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15C121-5D8D-4EB0-A9AB-906EC11E49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The Age-Old Question: ABG or VBG?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EA3DA4-9F3C-4FD8-9FB8-8F5289FC8A9F}"/>
              </a:ext>
            </a:extLst>
          </p:cNvPr>
          <p:cNvSpPr/>
          <p:nvPr/>
        </p:nvSpPr>
        <p:spPr>
          <a:xfrm>
            <a:off x="1026224" y="1825625"/>
            <a:ext cx="41644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ABG:   pH / P</a:t>
            </a:r>
            <a:r>
              <a:rPr lang="en-US" sz="3200" baseline="-25000" dirty="0"/>
              <a:t>a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r>
              <a:rPr lang="en-US" sz="3200" dirty="0"/>
              <a:t> / </a:t>
            </a:r>
            <a:r>
              <a:rPr lang="en-US" sz="3200" dirty="0">
                <a:solidFill>
                  <a:srgbClr val="FF0000"/>
                </a:solidFill>
              </a:rPr>
              <a:t>P</a:t>
            </a:r>
            <a:r>
              <a:rPr lang="en-US" sz="3200" baseline="-25000" dirty="0">
                <a:solidFill>
                  <a:srgbClr val="FF0000"/>
                </a:solidFill>
              </a:rPr>
              <a:t>a</a:t>
            </a:r>
            <a:r>
              <a:rPr lang="en-US" sz="3200" dirty="0">
                <a:solidFill>
                  <a:srgbClr val="FF0000"/>
                </a:solidFill>
              </a:rPr>
              <a:t>O</a:t>
            </a:r>
            <a:r>
              <a:rPr lang="en-US" sz="3200" baseline="-25000" dirty="0">
                <a:solidFill>
                  <a:srgbClr val="FF0000"/>
                </a:solidFill>
              </a:rPr>
              <a:t>2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F6C95-41F7-4C6D-840D-45BD316AE0F0}"/>
              </a:ext>
            </a:extLst>
          </p:cNvPr>
          <p:cNvSpPr txBox="1"/>
          <p:nvPr/>
        </p:nvSpPr>
        <p:spPr>
          <a:xfrm>
            <a:off x="1026224" y="2654604"/>
            <a:ext cx="3549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VBG:   pH / P</a:t>
            </a:r>
            <a:r>
              <a:rPr lang="en-US" sz="3200" baseline="-25000" dirty="0"/>
              <a:t>v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endParaRPr lang="en-US" sz="3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395FD3-0E67-4D4C-B86D-D44D53735A77}"/>
              </a:ext>
            </a:extLst>
          </p:cNvPr>
          <p:cNvCxnSpPr>
            <a:cxnSpLocks/>
          </p:cNvCxnSpPr>
          <p:nvPr/>
        </p:nvCxnSpPr>
        <p:spPr>
          <a:xfrm flipH="1" flipV="1">
            <a:off x="1555533" y="3281171"/>
            <a:ext cx="211123" cy="53622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2AB88B-F52A-48CD-874A-552D55BADCD3}"/>
              </a:ext>
            </a:extLst>
          </p:cNvPr>
          <p:cNvSpPr txBox="1"/>
          <p:nvPr/>
        </p:nvSpPr>
        <p:spPr>
          <a:xfrm>
            <a:off x="731005" y="4016623"/>
            <a:ext cx="4783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ABG pH = VBG pH + 0.04</a:t>
            </a:r>
          </a:p>
          <a:p>
            <a:pPr algn="ctr"/>
            <a:r>
              <a:rPr lang="en-US" sz="3200" dirty="0"/>
              <a:t>ABG P</a:t>
            </a:r>
            <a:r>
              <a:rPr lang="en-US" sz="3200" baseline="-25000" dirty="0"/>
              <a:t>a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r>
              <a:rPr lang="en-US" sz="3200" dirty="0"/>
              <a:t> = VBG P</a:t>
            </a:r>
            <a:r>
              <a:rPr lang="en-US" sz="3200" baseline="-25000" dirty="0"/>
              <a:t>v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r>
              <a:rPr lang="en-US" sz="3200" dirty="0"/>
              <a:t> - 4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46DC16-C55C-4C40-A6A0-B20456B19401}"/>
              </a:ext>
            </a:extLst>
          </p:cNvPr>
          <p:cNvSpPr/>
          <p:nvPr/>
        </p:nvSpPr>
        <p:spPr>
          <a:xfrm>
            <a:off x="470765" y="3673925"/>
            <a:ext cx="5444550" cy="1815882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3" name="Content Placeholder 4">
            <a:extLst>
              <a:ext uri="{FF2B5EF4-FFF2-40B4-BE49-F238E27FC236}">
                <a16:creationId xmlns:a16="http://schemas.microsoft.com/office/drawing/2014/main" id="{F902EBAA-4E21-45CC-8DC8-33654FA3C839}"/>
              </a:ext>
            </a:extLst>
          </p:cNvPr>
          <p:cNvSpPr txBox="1">
            <a:spLocks/>
          </p:cNvSpPr>
          <p:nvPr/>
        </p:nvSpPr>
        <p:spPr>
          <a:xfrm>
            <a:off x="5915314" y="2129518"/>
            <a:ext cx="5963007" cy="3898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Get an ABG when you need the P</a:t>
            </a:r>
            <a:r>
              <a:rPr lang="en-US" sz="3600" b="1" baseline="-25000" dirty="0"/>
              <a:t>a</a:t>
            </a:r>
            <a:r>
              <a:rPr lang="en-US" sz="3600" b="1" dirty="0"/>
              <a:t>O</a:t>
            </a:r>
            <a:r>
              <a:rPr lang="en-US" sz="3600" b="1" baseline="-25000" dirty="0"/>
              <a:t>2</a:t>
            </a:r>
            <a:r>
              <a:rPr lang="en-US" sz="3600" b="1" dirty="0"/>
              <a:t>:</a:t>
            </a:r>
            <a:endParaRPr lang="en-US" sz="3600" b="1" baseline="-25000" dirty="0"/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Calculate the A-a gradient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Confirming hypoxemia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Assessing the severity of hypoxemia </a:t>
            </a:r>
          </a:p>
        </p:txBody>
      </p:sp>
      <p:sp>
        <p:nvSpPr>
          <p:cNvPr id="2" name="The 3 A's button">
            <a:hlinkClick r:id="rId2" action="ppaction://hlinksldjump"/>
            <a:extLst>
              <a:ext uri="{FF2B5EF4-FFF2-40B4-BE49-F238E27FC236}">
                <a16:creationId xmlns:a16="http://schemas.microsoft.com/office/drawing/2014/main" id="{4902DDB3-9A69-4868-B731-50955DF6FB56}"/>
              </a:ext>
            </a:extLst>
          </p:cNvPr>
          <p:cNvSpPr/>
          <p:nvPr/>
        </p:nvSpPr>
        <p:spPr>
          <a:xfrm>
            <a:off x="10963175" y="6326191"/>
            <a:ext cx="1052367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Back to Eval</a:t>
            </a:r>
          </a:p>
        </p:txBody>
      </p:sp>
    </p:spTree>
    <p:extLst>
      <p:ext uri="{BB962C8B-B14F-4D97-AF65-F5344CB8AC3E}">
        <p14:creationId xmlns:p14="http://schemas.microsoft.com/office/powerpoint/2010/main" val="131199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90" y="0"/>
            <a:ext cx="10147110" cy="1392072"/>
          </a:xfrm>
        </p:spPr>
        <p:txBody>
          <a:bodyPr/>
          <a:lstStyle/>
          <a:p>
            <a:r>
              <a:rPr lang="en-US" dirty="0"/>
              <a:t>ECG looks like…</a:t>
            </a:r>
          </a:p>
        </p:txBody>
      </p:sp>
      <p:pic>
        <p:nvPicPr>
          <p:cNvPr id="3074" name="Picture 2" descr="http://static1.1.sqspcdn.com/static/f/822090/24713171/1397416523100/electrical+alternans+2.jpg?token=surA0hn%2FT2wWRkLQJTBI5%2FD2KTY%3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32"/>
          <a:stretch/>
        </p:blipFill>
        <p:spPr bwMode="auto">
          <a:xfrm>
            <a:off x="1237130" y="1111165"/>
            <a:ext cx="9694464" cy="537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he 3 A's button">
            <a:hlinkClick r:id="rId3" action="ppaction://hlinksldjump"/>
            <a:extLst>
              <a:ext uri="{FF2B5EF4-FFF2-40B4-BE49-F238E27FC236}">
                <a16:creationId xmlns:a16="http://schemas.microsoft.com/office/drawing/2014/main" id="{632C46DC-5319-47D8-BBDF-590AB7F13E7D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</a:t>
            </a:r>
            <a:r>
              <a:rPr lang="en-US" sz="1400" b="1" dirty="0">
                <a:solidFill>
                  <a:schemeClr val="bg1"/>
                </a:solidFill>
                <a:hlinkClick r:id="rId3" action="ppaction://hlinksldjump"/>
              </a:rPr>
              <a:t>BACK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628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Acute Dyspnea / Hypoxemia — Framework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The differential, the evaluation toolbox, and the 5-cause / A-a-gradient framework are timeless physiology, verified current (June 2026). Notes below reinforce, not replace, the standing teaching.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E6E8C"/>
                </a:solidFill>
                <a:latin typeface="Calibri"/>
              </a:rPr>
              <a:t>Two equations to keep on the board: A-a gradient = PAO2 − PaO2; PAO2 = FiO2 × (Patm − PH2O) − PaCO2/0.8 (≈ 150 − 1.25×PaCO2 on room air). Expected A-a = age/4 + 4 — so a 64-year-old expects ~20, not 16.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5 causes of hypoxemia: low FiO2 and low diffusion capacity (NORMAL A-a, and not acute inpatient causes), then hypoventilation (normal A-a, high PaCO2), V/Q mismatch, and shunt (both ELEVATED A-a). Shunt is the one that does NOT correct with 100% O2.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Point-of-care lung ultrasound (BLUE protocol; Lichtenstein) is now a routine bedside adjunct — rapidly distinguishes cardiogenic edema, pneumonia/consolidation, pneumothorax, and effusion with high sensitivity, complementing CXR/ABG/ECG/CBC.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4530A"/>
                </a:solidFill>
                <a:latin typeface="Calibri"/>
              </a:rPr>
              <a:t>ABG vs VBG: get an ABG when you need the PaO2 (to confirm/grade hypoxemia or compute the A-a gradient). VBG estimates: ABG pH ≈ VBG pH + 0.04; ABG PaCO2 ≈ VBG PvCO2 − 4.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1. Build the dyspnea differential by system: respiratory (airways / alveoli / vessels), cardiac, musculoskeletal, and the "3 A’s" (anemia, anxiety, acidosis). Respiratory and cardiac are most common.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2. The core work-up toolbox: CXR, blood gas, CBC, ECG — add POCUS at the bedside.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3. Dyspnea ≠ hypoxemia. Hypoxemia = low PaO2 (normal 75–100); confirm it on an ABG.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4. Sort hypoxemia by the A-a gradient: normal (hypoventilation, low FiO2) vs elevated (V/Q mismatch, shunt; low diffusion is chronic). Shunt fails to correct with 100% O2.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E6E8C"/>
                </a:solidFill>
                <a:latin typeface="Calibri"/>
              </a:rPr>
              <a:t>5. Get an ABG over a VBG whenever you need the PaO2 — e.g., to calculate the A-a gradient.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Attribution &amp; Optimization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Original lesson: “Inpatient Evaluation of Hypoxemia,” TeachIM.org (updated Dec 2022). Two interactive boards published: Teaching (Presenter) and Learning (Learner).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Author: Yilin Zhang MD (expert review pending, per the lesson page).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Source URL: teachim.org/teaching_material/inpatient-evaluation-of-hypoxia/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License: Creative Commons Attribution-NonCommercial 4.0 International (CC BY-NC 4.0). Non-commercial educational use only.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4530A"/>
                </a:solidFill>
                <a:latin typeface="Calibri"/>
              </a:rPr>
              <a:t>Correction made on BOTH boards (single-run XML, animations preserved): Case 4 expected A-a gradient "= Age/4 + 4 = 64/4 + 4 = 16" -&gt; "= 20" (64/4 + 4 = 20; the measured 60 is still elevated, conclusion unchanged).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4530A"/>
                </a:solidFill>
                <a:latin typeface="Calibri"/>
              </a:rPr>
              <a:t>Human review: Case 3 (tamponade) CXR line reads "boot shaped heart which could indicate cardiomegaly or PLEURAL effusion" — given elevated JVP, electrical alternans, and the pericardial-effusion/tamponade diagnosis, this likely should read "pericardial effusion." Left unchanged pending author confirmation (also: "boot-shaped" is itself atypical wording for pericardial effusion).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Companions copied &amp; linked: Learner board (SOB-Learner-Final.pptx, same A-a fix) + handout (SOB-worksheet.pdf, reviewed unchanged). Context source-cited: BLUE-protocol lung US (Lichtenstein). 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2517</TotalTime>
  <Words>1814</Words>
  <Application>Microsoft Office PowerPoint</Application>
  <PresentationFormat>Widescreen</PresentationFormat>
  <Paragraphs>391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Inpatient Evaluation of Acute Dyspnea</vt:lpstr>
      <vt:lpstr>1. Causes of Acute Dyspnea</vt:lpstr>
      <vt:lpstr>2. Evaluation and Diagnostics</vt:lpstr>
      <vt:lpstr>2. Evaluation and Diagnostics</vt:lpstr>
      <vt:lpstr>3. Hypoxemia</vt:lpstr>
      <vt:lpstr>Causes of Hypoxemia</vt:lpstr>
      <vt:lpstr>Hypoventilation</vt:lpstr>
      <vt:lpstr>V/Q mismatch </vt:lpstr>
      <vt:lpstr>Shunt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CXR looks like…</vt:lpstr>
      <vt:lpstr>The Age Old Question: ABG or VBG?</vt:lpstr>
      <vt:lpstr>CXR looks like…</vt:lpstr>
      <vt:lpstr>The Age-Old Question: ABG or VBG?</vt:lpstr>
      <vt:lpstr>ECG looks like…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 Are Called to See a Patient with Shortness of Breath</dc:title>
  <dc:creator>Yilin Zhang</dc:creator>
  <cp:lastModifiedBy>Yilin Zhang</cp:lastModifiedBy>
  <cp:revision>52</cp:revision>
  <dcterms:created xsi:type="dcterms:W3CDTF">2020-04-16T16:24:07Z</dcterms:created>
  <dcterms:modified xsi:type="dcterms:W3CDTF">2020-10-14T20:41:53Z</dcterms:modified>
</cp:coreProperties>
</file>