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14"/>
  </p:notesMasterIdLst>
  <p:sldIdLst>
    <p:sldId id="256" r:id="rId2"/>
    <p:sldId id="264" r:id="rId3"/>
    <p:sldId id="280" r:id="rId4"/>
    <p:sldId id="279" r:id="rId5"/>
    <p:sldId id="281" r:id="rId6"/>
    <p:sldId id="267" r:id="rId7"/>
    <p:sldId id="272" r:id="rId8"/>
    <p:sldId id="273" r:id="rId9"/>
    <p:sldId id="276" r:id="rId10"/>
    <p:sldId id="274" r:id="rId11"/>
    <p:sldId id="262" r:id="rId12"/>
    <p:sldId id="278" r:id="rId13"/>
    <p:sldId id="282" r:id="rId20"/>
    <p:sldId id="283" r:id="rId21"/>
    <p:sldId id="28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B810968-D91D-C19B-3655-B4D2DE7FDBEE}" name="Yilin Zhang" initials="YZ" userId="S::Yilin_Zhang@valleymed.org::40a11026-a9ab-441d-8256-d37e38926e9e" providerId="AD"/>
  <p188:author id="{62ECDB72-F450-34C7-21B0-DBB9CA9617A7}" name="Heather Wainstein" initials="HW" userId="7c21ca939fe6d98f" providerId="Windows Live"/>
  <p188:author id="{A41B5EB3-1069-EA9F-69F0-55F5D72F38BC}" name="Becca Gold" initials="BG" userId="51f544ab831db53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A315"/>
    <a:srgbClr val="E76E2B"/>
    <a:srgbClr val="D9441B"/>
    <a:srgbClr val="ED7D31"/>
    <a:srgbClr val="C00000"/>
    <a:srgbClr val="C579E7"/>
    <a:srgbClr val="CA4E4D"/>
    <a:srgbClr val="FCE5EA"/>
    <a:srgbClr val="941A06"/>
    <a:srgbClr val="F734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88819" autoAdjust="0"/>
  </p:normalViewPr>
  <p:slideViewPr>
    <p:cSldViewPr snapToGrid="0" snapToObjects="1">
      <p:cViewPr varScale="1">
        <p:scale>
          <a:sx n="82" d="100"/>
          <a:sy n="82" d="100"/>
        </p:scale>
        <p:origin x="1062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85AFF7-663E-4245-843B-B4563561224D}" type="datetimeFigureOut">
              <a:rPr lang="en-US" smtClean="0"/>
              <a:t>1/4/2023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F1A2CA-0CD8-874C-98A6-D97E035DB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55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1A2CA-0CD8-874C-98A6-D97E035DB75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Abbreviations: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CIN2+,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cervical intraepithelial neoplasia (CIN) 2 or worse</a:t>
            </a:r>
            <a:endParaRPr lang="en-US" sz="1200" u="non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1A2CA-0CD8-874C-98A6-D97E035DB75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35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Abbreviations: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CIN2+,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cervical intraepithelial neoplasia (CIN) 2 or worse</a:t>
            </a:r>
            <a:endParaRPr lang="en-US" sz="1200" u="non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1A2CA-0CD8-874C-98A6-D97E035DB75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50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Abbreviations: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CIN2+,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cervical intraepithelial neoplasia (CIN) 2 or worse</a:t>
            </a:r>
            <a:endParaRPr lang="en-US" sz="1200" u="non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1A2CA-0CD8-874C-98A6-D97E035DB75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137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dk2"/>
                </a:solidFill>
                <a:latin typeface="Proxima Nova"/>
                <a:ea typeface="Proxima Nova"/>
                <a:sym typeface="Proxima Nova"/>
              </a:rPr>
              <a:t>“All positive primary HPV screening tests, regardless of genotype, should have additional reflex triage testing performed from the same laboratory specimen"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1A2CA-0CD8-874C-98A6-D97E035DB75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256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dk2"/>
                </a:solidFill>
                <a:latin typeface="Proxima Nova"/>
                <a:ea typeface="Proxima Nova"/>
                <a:sym typeface="Proxima Nova"/>
              </a:rPr>
              <a:t>“All positive primary HPV screening tests, regardless of genotype, should have additional reflex triage testing performed from the same laboratory specimen"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1A2CA-0CD8-874C-98A6-D97E035DB75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809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dk2"/>
                </a:solidFill>
                <a:latin typeface="Proxima Nova"/>
                <a:ea typeface="Proxima Nova"/>
                <a:sym typeface="Proxima Nova"/>
              </a:rPr>
              <a:t>“All positive primary HPV screening tests, regardless of genotype, should have additional reflex triage testing performed from the same laboratory specimen"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1A2CA-0CD8-874C-98A6-D97E035DB75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2565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Abbreviations: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NILM, negative for intraepithelial lesion or malignancy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ASC-US, atypical squamous cells of undetermined significance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LSIL, low-grade intraepithelial lesion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ASC-H, atypical squamous cells, cannot rule out high-grade squamous intra-epithelial lesion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AGC, atypical glandular cells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HSIL, high-grade intraepithelial lesions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CIN, cervical intraepithelial neoplasia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AIS, adenocarcinoma in situ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u="sng" dirty="0"/>
              <a:t>Possible results:</a:t>
            </a:r>
            <a:endParaRPr lang="en-US" u="sng" dirty="0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NILM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ASC-US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LSIL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ASC-H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AGC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HSIL</a:t>
            </a:r>
            <a:endParaRPr lang="en-US" sz="1200" u="non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b="1" u="non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1A2CA-0CD8-874C-98A6-D97E035DB75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98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Abbreviations: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Heme, Hematopoietic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SLE, Systemic Lupus Erythematosus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IBD, Inflammatory Bowel Disease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RA, Rheumatoid Arthritis</a:t>
            </a:r>
          </a:p>
          <a:p>
            <a:r>
              <a:rPr lang="en-US" dirty="0"/>
              <a:t>SDM, shared-decision management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1A2CA-0CD8-874C-98A6-D97E035DB75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55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1A2CA-0CD8-874C-98A6-D97E035DB75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613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1A2CA-0CD8-874C-98A6-D97E035DB75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20705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764A-99C4-D747-B5E6-F9F65B373249}" type="datetimeFigureOut">
              <a:rPr lang="en-US" smtClean="0"/>
              <a:t>1/4/2023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A4DFA-B15E-E343-BA76-29A8345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38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764A-99C4-D747-B5E6-F9F65B373249}" type="datetimeFigureOut">
              <a:rPr lang="en-US" smtClean="0"/>
              <a:t>1/4/2023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A4DFA-B15E-E343-BA76-29A8345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1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764A-99C4-D747-B5E6-F9F65B373249}" type="datetimeFigureOut">
              <a:rPr lang="en-US" smtClean="0"/>
              <a:t>1/4/2023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A4DFA-B15E-E343-BA76-29A8345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832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764A-99C4-D747-B5E6-F9F65B373249}" type="datetimeFigureOut">
              <a:rPr lang="en-US" smtClean="0"/>
              <a:t>1/4/2023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A4DFA-B15E-E343-BA76-29A8345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103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764A-99C4-D747-B5E6-F9F65B373249}" type="datetimeFigureOut">
              <a:rPr lang="en-US" smtClean="0"/>
              <a:t>1/4/2023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A4DFA-B15E-E343-BA76-29A8345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59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764A-99C4-D747-B5E6-F9F65B373249}" type="datetimeFigureOut">
              <a:rPr lang="en-US" smtClean="0"/>
              <a:t>1/4/2023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A4DFA-B15E-E343-BA76-29A8345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783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764A-99C4-D747-B5E6-F9F65B373249}" type="datetimeFigureOut">
              <a:rPr lang="en-US" smtClean="0"/>
              <a:t>1/4/2023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A4DFA-B15E-E343-BA76-29A8345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29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764A-99C4-D747-B5E6-F9F65B373249}" type="datetimeFigureOut">
              <a:rPr lang="en-US" smtClean="0"/>
              <a:t>1/4/2023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A4DFA-B15E-E343-BA76-29A8345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497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764A-99C4-D747-B5E6-F9F65B373249}" type="datetimeFigureOut">
              <a:rPr lang="en-US" smtClean="0"/>
              <a:t>1/4/2023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A4DFA-B15E-E343-BA76-29A8345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374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764A-99C4-D747-B5E6-F9F65B373249}" type="datetimeFigureOut">
              <a:rPr lang="en-US" smtClean="0"/>
              <a:t>1/4/2023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A4DFA-B15E-E343-BA76-29A8345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14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764A-99C4-D747-B5E6-F9F65B373249}" type="datetimeFigureOut">
              <a:rPr lang="en-US" smtClean="0"/>
              <a:t>1/4/2023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A4DFA-B15E-E343-BA76-29A8345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656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3764A-99C4-D747-B5E6-F9F65B373249}" type="datetimeFigureOut">
              <a:rPr lang="en-US" smtClean="0"/>
              <a:t>1/4/2023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A4DFA-B15E-E343-BA76-29A8345D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646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slide" Target="slide11.xml"/><Relationship Id="rId7" Type="http://schemas.openxmlformats.org/officeDocument/2006/relationships/slide" Target="slide3.xml"/><Relationship Id="rId8" Type="http://schemas.openxmlformats.org/officeDocument/2006/relationships/slide" Target="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slide" Target="slide2.xml"/><Relationship Id="rId9" Type="http://schemas.openxmlformats.org/officeDocument/2006/relationships/slide" Target="slide3.xml"/><Relationship Id="rId10" Type="http://schemas.openxmlformats.org/officeDocument/2006/relationships/slide" Target="slide6.xml"/><Relationship Id="rId11" Type="http://schemas.openxmlformats.org/officeDocument/2006/relationships/slide" Target="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7.png"/><Relationship Id="rId6" Type="http://schemas.openxmlformats.org/officeDocument/2006/relationships/slide" Target="slide2.xml"/><Relationship Id="rId7" Type="http://schemas.openxmlformats.org/officeDocument/2006/relationships/slide" Target="slide6.xml"/><Relationship Id="rId8" Type="http://schemas.openxmlformats.org/officeDocument/2006/relationships/slide" Target="slide11.xml"/><Relationship Id="rId9" Type="http://schemas.openxmlformats.org/officeDocument/2006/relationships/slide" Target="slide4.xml"/><Relationship Id="rId10" Type="http://schemas.openxmlformats.org/officeDocument/2006/relationships/slide" Target="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" Target="slide2.xml"/><Relationship Id="rId6" Type="http://schemas.openxmlformats.org/officeDocument/2006/relationships/slide" Target="slide6.xml"/><Relationship Id="rId7" Type="http://schemas.openxmlformats.org/officeDocument/2006/relationships/slide" Target="slide11.xml"/><Relationship Id="rId8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Relationship Id="rId4" Type="http://schemas.openxmlformats.org/officeDocument/2006/relationships/slide" Target="slide6.xml"/><Relationship Id="rId5" Type="http://schemas.openxmlformats.org/officeDocument/2006/relationships/slide" Target="slide11.xml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slide" Target="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pp.asccp.org/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slide" Target="slide8.xml"/><Relationship Id="rId7" Type="http://schemas.openxmlformats.org/officeDocument/2006/relationships/slide" Target="slide2.xml"/><Relationship Id="rId8" Type="http://schemas.openxmlformats.org/officeDocument/2006/relationships/slide" Target="slide11.xml"/><Relationship Id="rId9" Type="http://schemas.openxmlformats.org/officeDocument/2006/relationships/slide" Target="slide6.xml"/><Relationship Id="rId10" Type="http://schemas.openxmlformats.org/officeDocument/2006/relationships/slide" Target="slide10.xml"/><Relationship Id="rId11" Type="http://schemas.openxmlformats.org/officeDocument/2006/relationships/slide" Target="slide7.xml"/><Relationship Id="rId12" Type="http://schemas.openxmlformats.org/officeDocument/2006/relationships/slide" Target="slide3.xml"/><Relationship Id="rId13" Type="http://schemas.openxmlformats.org/officeDocument/2006/relationships/image" Target="../media/image8.jpeg"/><Relationship Id="rId1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slide" Target="slide2.xml"/><Relationship Id="rId4" Type="http://schemas.openxmlformats.org/officeDocument/2006/relationships/slide" Target="slide11.xml"/><Relationship Id="rId5" Type="http://schemas.openxmlformats.org/officeDocument/2006/relationships/slide" Target="slide6.xml"/><Relationship Id="rId6" Type="http://schemas.openxmlformats.org/officeDocument/2006/relationships/slide" Target="slide10.xml"/><Relationship Id="rId7" Type="http://schemas.openxmlformats.org/officeDocument/2006/relationships/hyperlink" Target="https://app.asccp.org/" TargetMode="External"/><Relationship Id="rId8" Type="http://schemas.openxmlformats.org/officeDocument/2006/relationships/slide" Target="slide8.xml"/><Relationship Id="rId9" Type="http://schemas.openxmlformats.org/officeDocument/2006/relationships/image" Target="../media/image2.png"/><Relationship Id="rId10" Type="http://schemas.openxmlformats.org/officeDocument/2006/relationships/image" Target="../media/image3.svg"/><Relationship Id="rId11" Type="http://schemas.openxmlformats.org/officeDocument/2006/relationships/slide" Target="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slide" Target="slide7.xml"/><Relationship Id="rId4" Type="http://schemas.openxmlformats.org/officeDocument/2006/relationships/hyperlink" Target="https://app.asccp.org/" TargetMode="External"/><Relationship Id="rId5" Type="http://schemas.openxmlformats.org/officeDocument/2006/relationships/slide" Target="slide9.xml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slide" Target="slide2.xml"/><Relationship Id="rId9" Type="http://schemas.openxmlformats.org/officeDocument/2006/relationships/slide" Target="slide11.xml"/><Relationship Id="rId10" Type="http://schemas.openxmlformats.org/officeDocument/2006/relationships/slide" Target="slide10.xml"/><Relationship Id="rId11" Type="http://schemas.openxmlformats.org/officeDocument/2006/relationships/slide" Target="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slide" Target="slide2.xml"/><Relationship Id="rId7" Type="http://schemas.openxmlformats.org/officeDocument/2006/relationships/slide" Target="slide11.xml"/><Relationship Id="rId8" Type="http://schemas.openxmlformats.org/officeDocument/2006/relationships/slide" Target="slide6.xml"/><Relationship Id="rId9" Type="http://schemas.openxmlformats.org/officeDocument/2006/relationships/slide" Target="slide3.xml"/><Relationship Id="rId10" Type="http://schemas.openxmlformats.org/officeDocument/2006/relationships/slide" Target="slide10.xml"/><Relationship Id="rId11" Type="http://schemas.openxmlformats.org/officeDocument/2006/relationships/slide" Target="slide7.xml"/><Relationship Id="rId12" Type="http://schemas.openxmlformats.org/officeDocument/2006/relationships/slide" Target="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" Target="slide2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3.xml"/><Relationship Id="rId9" Type="http://schemas.openxmlformats.org/officeDocument/2006/relationships/slide" Target="slide8.xml"/><Relationship Id="rId10" Type="http://schemas.openxmlformats.org/officeDocument/2006/relationships/slide" Target="slide7.xml"/><Relationship Id="rId11" Type="http://schemas.openxmlformats.org/officeDocument/2006/relationships/slide" Target="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" Target="slide12.xml"/><Relationship Id="rId6" Type="http://schemas.openxmlformats.org/officeDocument/2006/relationships/slide" Target="slide2.xml"/><Relationship Id="rId7" Type="http://schemas.openxmlformats.org/officeDocument/2006/relationships/slide" Target="slide11.xml"/><Relationship Id="rId8" Type="http://schemas.openxmlformats.org/officeDocument/2006/relationships/slide" Target="slide3.xml"/><Relationship Id="rId9" Type="http://schemas.openxmlformats.org/officeDocument/2006/relationships/slide" Target="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" Target="slide11.xml"/><Relationship Id="rId6" Type="http://schemas.openxmlformats.org/officeDocument/2006/relationships/slide" Target="slide2.xml"/><Relationship Id="rId7" Type="http://schemas.openxmlformats.org/officeDocument/2006/relationships/slide" Target="slide3.xml"/><Relationship Id="rId8" Type="http://schemas.openxmlformats.org/officeDocument/2006/relationships/slide" Target="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0F202-DA93-6811-2C72-4776C287BD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8392" y="1032351"/>
            <a:ext cx="9050422" cy="1428332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Cervical Cancer Screening</a:t>
            </a:r>
          </a:p>
        </p:txBody>
      </p:sp>
      <p:sp>
        <p:nvSpPr>
          <p:cNvPr id="5" name="Rounded 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800BA7BA-1951-CD4B-5EEB-26A9B67FB713}"/>
              </a:ext>
            </a:extLst>
          </p:cNvPr>
          <p:cNvSpPr/>
          <p:nvPr/>
        </p:nvSpPr>
        <p:spPr>
          <a:xfrm>
            <a:off x="253999" y="251908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Pathophysiology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0535DD-62C7-1A68-B63F-5DDD3E07DDD9}"/>
              </a:ext>
            </a:extLst>
          </p:cNvPr>
          <p:cNvSpPr/>
          <p:nvPr/>
        </p:nvSpPr>
        <p:spPr>
          <a:xfrm>
            <a:off x="0" y="6600110"/>
            <a:ext cx="20714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/>
              <a:t>Images created with </a:t>
            </a:r>
            <a:r>
              <a:rPr lang="en-US" sz="1000" dirty="0" err="1"/>
              <a:t>BioRender.com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AB8222-BB45-6607-92A4-18651C0A59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98" t="28719" r="55820" b="29075"/>
          <a:stretch/>
        </p:blipFill>
        <p:spPr>
          <a:xfrm>
            <a:off x="5094515" y="2974285"/>
            <a:ext cx="4082144" cy="2894458"/>
          </a:xfrm>
          <a:prstGeom prst="rect">
            <a:avLst/>
          </a:prstGeom>
        </p:spPr>
      </p:pic>
      <p:pic>
        <p:nvPicPr>
          <p:cNvPr id="3" name="Graphic 2" descr="Cursor with solid fill">
            <a:extLst>
              <a:ext uri="{FF2B5EF4-FFF2-40B4-BE49-F238E27FC236}">
                <a16:creationId xmlns:a16="http://schemas.microsoft.com/office/drawing/2014/main" id="{99B685EC-2C10-D6AB-040C-F734747124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5532" y="526227"/>
            <a:ext cx="301752" cy="301752"/>
          </a:xfrm>
          <a:prstGeom prst="rect">
            <a:avLst/>
          </a:prstGeom>
        </p:spPr>
      </p:pic>
      <p:sp>
        <p:nvSpPr>
          <p:cNvPr id="9" name="Rounded Rectangle 3">
            <a:hlinkClick r:id="rId6" action="ppaction://hlinksldjump"/>
            <a:extLst>
              <a:ext uri="{FF2B5EF4-FFF2-40B4-BE49-F238E27FC236}">
                <a16:creationId xmlns:a16="http://schemas.microsoft.com/office/drawing/2014/main" id="{B85D0D05-D473-F1D9-C82C-CF5EACAF9202}"/>
              </a:ext>
            </a:extLst>
          </p:cNvPr>
          <p:cNvSpPr/>
          <p:nvPr/>
        </p:nvSpPr>
        <p:spPr>
          <a:xfrm>
            <a:off x="257446" y="2083182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12" name="Graphic 11" descr="Cursor with solid fill">
            <a:extLst>
              <a:ext uri="{FF2B5EF4-FFF2-40B4-BE49-F238E27FC236}">
                <a16:creationId xmlns:a16="http://schemas.microsoft.com/office/drawing/2014/main" id="{B311E83C-6837-3010-6A0C-8A5B9303CA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5532" y="2351520"/>
            <a:ext cx="301752" cy="301752"/>
          </a:xfrm>
          <a:prstGeom prst="rect">
            <a:avLst/>
          </a:prstGeom>
        </p:spPr>
      </p:pic>
      <p:sp>
        <p:nvSpPr>
          <p:cNvPr id="17" name="Rounded Rectangle 6">
            <a:hlinkClick r:id="rId7" action="ppaction://hlinksldjump"/>
            <a:extLst>
              <a:ext uri="{FF2B5EF4-FFF2-40B4-BE49-F238E27FC236}">
                <a16:creationId xmlns:a16="http://schemas.microsoft.com/office/drawing/2014/main" id="{FE24EB8C-654E-1A7A-A758-7D1619C2FD3E}"/>
              </a:ext>
            </a:extLst>
          </p:cNvPr>
          <p:cNvSpPr/>
          <p:nvPr/>
        </p:nvSpPr>
        <p:spPr>
          <a:xfrm>
            <a:off x="253999" y="862333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Screening</a:t>
            </a:r>
          </a:p>
        </p:txBody>
      </p:sp>
      <p:pic>
        <p:nvPicPr>
          <p:cNvPr id="18" name="Graphic 17" descr="Cursor with solid fill">
            <a:extLst>
              <a:ext uri="{FF2B5EF4-FFF2-40B4-BE49-F238E27FC236}">
                <a16:creationId xmlns:a16="http://schemas.microsoft.com/office/drawing/2014/main" id="{119A9A7C-F7F0-CEE6-19AD-C31780825B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5532" y="1138649"/>
            <a:ext cx="301752" cy="301752"/>
          </a:xfrm>
          <a:prstGeom prst="rect">
            <a:avLst/>
          </a:prstGeom>
        </p:spPr>
      </p:pic>
      <p:sp>
        <p:nvSpPr>
          <p:cNvPr id="19" name="Rounded Rectangle 9">
            <a:hlinkClick r:id="rId8" action="ppaction://hlinksldjump"/>
            <a:extLst>
              <a:ext uri="{FF2B5EF4-FFF2-40B4-BE49-F238E27FC236}">
                <a16:creationId xmlns:a16="http://schemas.microsoft.com/office/drawing/2014/main" id="{677AFFA6-BA11-26F5-1316-DF835513C9A1}"/>
              </a:ext>
            </a:extLst>
          </p:cNvPr>
          <p:cNvSpPr/>
          <p:nvPr/>
        </p:nvSpPr>
        <p:spPr>
          <a:xfrm>
            <a:off x="255852" y="1472758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pic>
        <p:nvPicPr>
          <p:cNvPr id="20" name="Graphic 19" descr="Cursor with solid fill">
            <a:extLst>
              <a:ext uri="{FF2B5EF4-FFF2-40B4-BE49-F238E27FC236}">
                <a16:creationId xmlns:a16="http://schemas.microsoft.com/office/drawing/2014/main" id="{DB8066A6-0C68-966E-5CA9-530011D577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5532" y="1746517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263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Picture 157">
            <a:extLst>
              <a:ext uri="{FF2B5EF4-FFF2-40B4-BE49-F238E27FC236}">
                <a16:creationId xmlns:a16="http://schemas.microsoft.com/office/drawing/2014/main" id="{BE79422E-B007-EEFA-9FBC-5621526317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199" t="25819" r="10894" b="57937"/>
          <a:stretch/>
        </p:blipFill>
        <p:spPr>
          <a:xfrm flipH="1">
            <a:off x="5978416" y="4386319"/>
            <a:ext cx="5602854" cy="2367703"/>
          </a:xfrm>
          <a:prstGeom prst="rect">
            <a:avLst/>
          </a:prstGeom>
        </p:spPr>
      </p:pic>
      <p:sp>
        <p:nvSpPr>
          <p:cNvPr id="20" name="What causes cervical cancer?">
            <a:extLst>
              <a:ext uri="{FF2B5EF4-FFF2-40B4-BE49-F238E27FC236}">
                <a16:creationId xmlns:a16="http://schemas.microsoft.com/office/drawing/2014/main" id="{145832AC-8666-FEB5-FFB3-CA0FBA8C02FC}"/>
              </a:ext>
            </a:extLst>
          </p:cNvPr>
          <p:cNvSpPr/>
          <p:nvPr/>
        </p:nvSpPr>
        <p:spPr>
          <a:xfrm>
            <a:off x="2614684" y="860840"/>
            <a:ext cx="1962545" cy="685800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 causes cervical cancer?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0682AC4-E4D3-D353-CE14-A5009F2CC5CF}"/>
              </a:ext>
            </a:extLst>
          </p:cNvPr>
          <p:cNvSpPr/>
          <p:nvPr/>
        </p:nvSpPr>
        <p:spPr>
          <a:xfrm>
            <a:off x="0" y="6600110"/>
            <a:ext cx="20714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/>
              <a:t>Images created with </a:t>
            </a:r>
            <a:r>
              <a:rPr lang="en-US" sz="1000" dirty="0" err="1"/>
              <a:t>BioRender.com</a:t>
            </a:r>
            <a:endParaRPr lang="en-US" sz="10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9489C18-65EB-035F-16ED-9A10FB5F6364}"/>
              </a:ext>
            </a:extLst>
          </p:cNvPr>
          <p:cNvSpPr txBox="1"/>
          <p:nvPr/>
        </p:nvSpPr>
        <p:spPr>
          <a:xfrm>
            <a:off x="5691105" y="1603859"/>
            <a:ext cx="32198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High-risk subtypes (16 and 18) 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Older age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Immunosuppression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Smoking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Infection with other STIs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 err="1"/>
              <a:t>cOCP</a:t>
            </a:r>
            <a:r>
              <a:rPr lang="en-US" dirty="0"/>
              <a:t> use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FEDC57-88EA-94E9-C373-5E26DDDD96B0}"/>
              </a:ext>
            </a:extLst>
          </p:cNvPr>
          <p:cNvSpPr txBox="1"/>
          <p:nvPr/>
        </p:nvSpPr>
        <p:spPr>
          <a:xfrm>
            <a:off x="3595958" y="138900"/>
            <a:ext cx="6094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Pathophysiology</a:t>
            </a:r>
          </a:p>
        </p:txBody>
      </p:sp>
      <p:sp>
        <p:nvSpPr>
          <p:cNvPr id="18" name="What causes cervical cancer?">
            <a:extLst>
              <a:ext uri="{FF2B5EF4-FFF2-40B4-BE49-F238E27FC236}">
                <a16:creationId xmlns:a16="http://schemas.microsoft.com/office/drawing/2014/main" id="{DD8FA170-7EF1-52C2-A400-619A5BF89664}"/>
              </a:ext>
            </a:extLst>
          </p:cNvPr>
          <p:cNvSpPr/>
          <p:nvPr/>
        </p:nvSpPr>
        <p:spPr>
          <a:xfrm>
            <a:off x="2614685" y="860840"/>
            <a:ext cx="1962545" cy="68580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causes cervical cancer?</a:t>
            </a:r>
          </a:p>
        </p:txBody>
      </p:sp>
      <p:pic>
        <p:nvPicPr>
          <p:cNvPr id="19" name="Graphic 18" descr="Cursor with solid fill">
            <a:extLst>
              <a:ext uri="{FF2B5EF4-FFF2-40B4-BE49-F238E27FC236}">
                <a16:creationId xmlns:a16="http://schemas.microsoft.com/office/drawing/2014/main" id="{82330ACB-B425-571C-4A46-ECD186F52F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5425" y="1409480"/>
            <a:ext cx="301752" cy="301752"/>
          </a:xfrm>
          <a:prstGeom prst="rect">
            <a:avLst/>
          </a:prstGeom>
        </p:spPr>
      </p:pic>
      <p:grpSp>
        <p:nvGrpSpPr>
          <p:cNvPr id="149" name="Group 148">
            <a:extLst>
              <a:ext uri="{FF2B5EF4-FFF2-40B4-BE49-F238E27FC236}">
                <a16:creationId xmlns:a16="http://schemas.microsoft.com/office/drawing/2014/main" id="{1D37E5BF-04A8-C678-9C5D-AAAE8E3CF0DA}"/>
              </a:ext>
            </a:extLst>
          </p:cNvPr>
          <p:cNvGrpSpPr/>
          <p:nvPr/>
        </p:nvGrpSpPr>
        <p:grpSpPr>
          <a:xfrm>
            <a:off x="779739" y="3276989"/>
            <a:ext cx="4068734" cy="2053360"/>
            <a:chOff x="779739" y="3276989"/>
            <a:chExt cx="4068734" cy="205336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267A8CE-6B1E-7166-1C24-63D2BA1AF3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9688" t="60795" r="72708" b="9687"/>
            <a:stretch/>
          </p:blipFill>
          <p:spPr>
            <a:xfrm>
              <a:off x="779739" y="3276989"/>
              <a:ext cx="1609726" cy="1889377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3C3F0B2-AD7C-2E90-B277-DC9C3342616C}"/>
                </a:ext>
              </a:extLst>
            </p:cNvPr>
            <p:cNvGrpSpPr/>
            <p:nvPr/>
          </p:nvGrpSpPr>
          <p:grpSpPr>
            <a:xfrm>
              <a:off x="1567355" y="3414450"/>
              <a:ext cx="3281118" cy="1915899"/>
              <a:chOff x="4420889" y="2052181"/>
              <a:chExt cx="3281118" cy="1915899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19513537-0B4C-3BAA-F17B-31FB41A84B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8136" y="3108039"/>
                <a:ext cx="834380" cy="82411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8E3B3F6-B8DD-DFDE-49C5-E4E9E9CDAA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20889" y="2052181"/>
                <a:ext cx="868629" cy="957949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CF50DB8-80BE-00D5-A459-66BE3FEA499B}"/>
                  </a:ext>
                </a:extLst>
              </p:cNvPr>
              <p:cNvSpPr/>
              <p:nvPr/>
            </p:nvSpPr>
            <p:spPr>
              <a:xfrm>
                <a:off x="5294858" y="2052181"/>
                <a:ext cx="2407149" cy="1915899"/>
              </a:xfrm>
              <a:prstGeom prst="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B4E76CA-D715-A507-4C34-65488A9B39B1}"/>
                </a:ext>
              </a:extLst>
            </p:cNvPr>
            <p:cNvSpPr/>
            <p:nvPr/>
          </p:nvSpPr>
          <p:spPr>
            <a:xfrm>
              <a:off x="2931867" y="3827005"/>
              <a:ext cx="1371600" cy="1325058"/>
            </a:xfrm>
            <a:prstGeom prst="ellipse">
              <a:avLst/>
            </a:prstGeom>
            <a:gradFill>
              <a:gsLst>
                <a:gs pos="93000">
                  <a:srgbClr val="A53839"/>
                </a:gs>
                <a:gs pos="34000">
                  <a:srgbClr val="FCE5EA"/>
                </a:gs>
              </a:gsLst>
              <a:path path="circle">
                <a:fillToRect l="50000" t="50000" r="50000" b="50000"/>
              </a:path>
            </a:gra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735516F-20C0-5ECC-F7F2-94D0FE47E3E3}"/>
                </a:ext>
              </a:extLst>
            </p:cNvPr>
            <p:cNvSpPr/>
            <p:nvPr/>
          </p:nvSpPr>
          <p:spPr>
            <a:xfrm>
              <a:off x="3178148" y="4151651"/>
              <a:ext cx="897484" cy="741365"/>
            </a:xfrm>
            <a:custGeom>
              <a:avLst/>
              <a:gdLst>
                <a:gd name="connsiteX0" fmla="*/ 157790 w 843850"/>
                <a:gd name="connsiteY0" fmla="*/ 81646 h 716344"/>
                <a:gd name="connsiteX1" fmla="*/ 5390 w 843850"/>
                <a:gd name="connsiteY1" fmla="*/ 272146 h 716344"/>
                <a:gd name="connsiteX2" fmla="*/ 91115 w 843850"/>
                <a:gd name="connsiteY2" fmla="*/ 643621 h 716344"/>
                <a:gd name="connsiteX3" fmla="*/ 605465 w 843850"/>
                <a:gd name="connsiteY3" fmla="*/ 691246 h 716344"/>
                <a:gd name="connsiteX4" fmla="*/ 843590 w 843850"/>
                <a:gd name="connsiteY4" fmla="*/ 348346 h 716344"/>
                <a:gd name="connsiteX5" fmla="*/ 643565 w 843850"/>
                <a:gd name="connsiteY5" fmla="*/ 34021 h 716344"/>
                <a:gd name="connsiteX6" fmla="*/ 272090 w 843850"/>
                <a:gd name="connsiteY6" fmla="*/ 14971 h 716344"/>
                <a:gd name="connsiteX7" fmla="*/ 157790 w 843850"/>
                <a:gd name="connsiteY7" fmla="*/ 81646 h 716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3850" h="716344">
                  <a:moveTo>
                    <a:pt x="157790" y="81646"/>
                  </a:moveTo>
                  <a:cubicBezTo>
                    <a:pt x="113340" y="124508"/>
                    <a:pt x="16502" y="178484"/>
                    <a:pt x="5390" y="272146"/>
                  </a:cubicBezTo>
                  <a:cubicBezTo>
                    <a:pt x="-5722" y="365808"/>
                    <a:pt x="-8897" y="573771"/>
                    <a:pt x="91115" y="643621"/>
                  </a:cubicBezTo>
                  <a:cubicBezTo>
                    <a:pt x="191127" y="713471"/>
                    <a:pt x="480053" y="740458"/>
                    <a:pt x="605465" y="691246"/>
                  </a:cubicBezTo>
                  <a:cubicBezTo>
                    <a:pt x="730877" y="642034"/>
                    <a:pt x="837240" y="457883"/>
                    <a:pt x="843590" y="348346"/>
                  </a:cubicBezTo>
                  <a:cubicBezTo>
                    <a:pt x="849940" y="238809"/>
                    <a:pt x="738815" y="89584"/>
                    <a:pt x="643565" y="34021"/>
                  </a:cubicBezTo>
                  <a:cubicBezTo>
                    <a:pt x="548315" y="-21542"/>
                    <a:pt x="354640" y="5446"/>
                    <a:pt x="272090" y="14971"/>
                  </a:cubicBezTo>
                  <a:cubicBezTo>
                    <a:pt x="189540" y="24496"/>
                    <a:pt x="202240" y="38784"/>
                    <a:pt x="157790" y="81646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851F976-4EDE-B43D-5E4B-AFC736E5E2BF}"/>
                </a:ext>
              </a:extLst>
            </p:cNvPr>
            <p:cNvSpPr/>
            <p:nvPr/>
          </p:nvSpPr>
          <p:spPr>
            <a:xfrm>
              <a:off x="3284993" y="4325124"/>
              <a:ext cx="669000" cy="326626"/>
            </a:xfrm>
            <a:custGeom>
              <a:avLst/>
              <a:gdLst>
                <a:gd name="connsiteX0" fmla="*/ 4216 w 634011"/>
                <a:gd name="connsiteY0" fmla="*/ 199593 h 326626"/>
                <a:gd name="connsiteX1" fmla="*/ 124866 w 634011"/>
                <a:gd name="connsiteY1" fmla="*/ 123393 h 326626"/>
                <a:gd name="connsiteX2" fmla="*/ 162966 w 634011"/>
                <a:gd name="connsiteY2" fmla="*/ 110693 h 326626"/>
                <a:gd name="connsiteX3" fmla="*/ 264566 w 634011"/>
                <a:gd name="connsiteY3" fmla="*/ 28143 h 326626"/>
                <a:gd name="connsiteX4" fmla="*/ 410616 w 634011"/>
                <a:gd name="connsiteY4" fmla="*/ 2743 h 326626"/>
                <a:gd name="connsiteX5" fmla="*/ 512216 w 634011"/>
                <a:gd name="connsiteY5" fmla="*/ 85293 h 326626"/>
                <a:gd name="connsiteX6" fmla="*/ 632866 w 634011"/>
                <a:gd name="connsiteY6" fmla="*/ 148793 h 326626"/>
                <a:gd name="connsiteX7" fmla="*/ 436016 w 634011"/>
                <a:gd name="connsiteY7" fmla="*/ 231343 h 326626"/>
                <a:gd name="connsiteX8" fmla="*/ 372516 w 634011"/>
                <a:gd name="connsiteY8" fmla="*/ 288493 h 326626"/>
                <a:gd name="connsiteX9" fmla="*/ 302666 w 634011"/>
                <a:gd name="connsiteY9" fmla="*/ 237693 h 326626"/>
                <a:gd name="connsiteX10" fmla="*/ 213766 w 634011"/>
                <a:gd name="connsiteY10" fmla="*/ 288493 h 326626"/>
                <a:gd name="connsiteX11" fmla="*/ 105816 w 634011"/>
                <a:gd name="connsiteY11" fmla="*/ 326593 h 326626"/>
                <a:gd name="connsiteX12" fmla="*/ 35966 w 634011"/>
                <a:gd name="connsiteY12" fmla="*/ 282143 h 326626"/>
                <a:gd name="connsiteX13" fmla="*/ 4216 w 634011"/>
                <a:gd name="connsiteY13" fmla="*/ 199593 h 326626"/>
                <a:gd name="connsiteX0" fmla="*/ 2279 w 670174"/>
                <a:gd name="connsiteY0" fmla="*/ 212293 h 326626"/>
                <a:gd name="connsiteX1" fmla="*/ 161029 w 670174"/>
                <a:gd name="connsiteY1" fmla="*/ 123393 h 326626"/>
                <a:gd name="connsiteX2" fmla="*/ 199129 w 670174"/>
                <a:gd name="connsiteY2" fmla="*/ 110693 h 326626"/>
                <a:gd name="connsiteX3" fmla="*/ 300729 w 670174"/>
                <a:gd name="connsiteY3" fmla="*/ 28143 h 326626"/>
                <a:gd name="connsiteX4" fmla="*/ 446779 w 670174"/>
                <a:gd name="connsiteY4" fmla="*/ 2743 h 326626"/>
                <a:gd name="connsiteX5" fmla="*/ 548379 w 670174"/>
                <a:gd name="connsiteY5" fmla="*/ 85293 h 326626"/>
                <a:gd name="connsiteX6" fmla="*/ 669029 w 670174"/>
                <a:gd name="connsiteY6" fmla="*/ 148793 h 326626"/>
                <a:gd name="connsiteX7" fmla="*/ 472179 w 670174"/>
                <a:gd name="connsiteY7" fmla="*/ 231343 h 326626"/>
                <a:gd name="connsiteX8" fmla="*/ 408679 w 670174"/>
                <a:gd name="connsiteY8" fmla="*/ 288493 h 326626"/>
                <a:gd name="connsiteX9" fmla="*/ 338829 w 670174"/>
                <a:gd name="connsiteY9" fmla="*/ 237693 h 326626"/>
                <a:gd name="connsiteX10" fmla="*/ 249929 w 670174"/>
                <a:gd name="connsiteY10" fmla="*/ 288493 h 326626"/>
                <a:gd name="connsiteX11" fmla="*/ 141979 w 670174"/>
                <a:gd name="connsiteY11" fmla="*/ 326593 h 326626"/>
                <a:gd name="connsiteX12" fmla="*/ 72129 w 670174"/>
                <a:gd name="connsiteY12" fmla="*/ 282143 h 326626"/>
                <a:gd name="connsiteX13" fmla="*/ 2279 w 670174"/>
                <a:gd name="connsiteY13" fmla="*/ 212293 h 326626"/>
                <a:gd name="connsiteX0" fmla="*/ 933 w 668828"/>
                <a:gd name="connsiteY0" fmla="*/ 212293 h 326626"/>
                <a:gd name="connsiteX1" fmla="*/ 159683 w 668828"/>
                <a:gd name="connsiteY1" fmla="*/ 123393 h 326626"/>
                <a:gd name="connsiteX2" fmla="*/ 197783 w 668828"/>
                <a:gd name="connsiteY2" fmla="*/ 110693 h 326626"/>
                <a:gd name="connsiteX3" fmla="*/ 299383 w 668828"/>
                <a:gd name="connsiteY3" fmla="*/ 28143 h 326626"/>
                <a:gd name="connsiteX4" fmla="*/ 445433 w 668828"/>
                <a:gd name="connsiteY4" fmla="*/ 2743 h 326626"/>
                <a:gd name="connsiteX5" fmla="*/ 547033 w 668828"/>
                <a:gd name="connsiteY5" fmla="*/ 85293 h 326626"/>
                <a:gd name="connsiteX6" fmla="*/ 667683 w 668828"/>
                <a:gd name="connsiteY6" fmla="*/ 148793 h 326626"/>
                <a:gd name="connsiteX7" fmla="*/ 470833 w 668828"/>
                <a:gd name="connsiteY7" fmla="*/ 231343 h 326626"/>
                <a:gd name="connsiteX8" fmla="*/ 407333 w 668828"/>
                <a:gd name="connsiteY8" fmla="*/ 288493 h 326626"/>
                <a:gd name="connsiteX9" fmla="*/ 337483 w 668828"/>
                <a:gd name="connsiteY9" fmla="*/ 237693 h 326626"/>
                <a:gd name="connsiteX10" fmla="*/ 248583 w 668828"/>
                <a:gd name="connsiteY10" fmla="*/ 288493 h 326626"/>
                <a:gd name="connsiteX11" fmla="*/ 140633 w 668828"/>
                <a:gd name="connsiteY11" fmla="*/ 326593 h 326626"/>
                <a:gd name="connsiteX12" fmla="*/ 96183 w 668828"/>
                <a:gd name="connsiteY12" fmla="*/ 244043 h 326626"/>
                <a:gd name="connsiteX13" fmla="*/ 933 w 668828"/>
                <a:gd name="connsiteY13" fmla="*/ 212293 h 326626"/>
                <a:gd name="connsiteX0" fmla="*/ 1105 w 669000"/>
                <a:gd name="connsiteY0" fmla="*/ 212293 h 326626"/>
                <a:gd name="connsiteX1" fmla="*/ 166205 w 669000"/>
                <a:gd name="connsiteY1" fmla="*/ 174193 h 326626"/>
                <a:gd name="connsiteX2" fmla="*/ 197955 w 669000"/>
                <a:gd name="connsiteY2" fmla="*/ 110693 h 326626"/>
                <a:gd name="connsiteX3" fmla="*/ 299555 w 669000"/>
                <a:gd name="connsiteY3" fmla="*/ 28143 h 326626"/>
                <a:gd name="connsiteX4" fmla="*/ 445605 w 669000"/>
                <a:gd name="connsiteY4" fmla="*/ 2743 h 326626"/>
                <a:gd name="connsiteX5" fmla="*/ 547205 w 669000"/>
                <a:gd name="connsiteY5" fmla="*/ 85293 h 326626"/>
                <a:gd name="connsiteX6" fmla="*/ 667855 w 669000"/>
                <a:gd name="connsiteY6" fmla="*/ 148793 h 326626"/>
                <a:gd name="connsiteX7" fmla="*/ 471005 w 669000"/>
                <a:gd name="connsiteY7" fmla="*/ 231343 h 326626"/>
                <a:gd name="connsiteX8" fmla="*/ 407505 w 669000"/>
                <a:gd name="connsiteY8" fmla="*/ 288493 h 326626"/>
                <a:gd name="connsiteX9" fmla="*/ 337655 w 669000"/>
                <a:gd name="connsiteY9" fmla="*/ 237693 h 326626"/>
                <a:gd name="connsiteX10" fmla="*/ 248755 w 669000"/>
                <a:gd name="connsiteY10" fmla="*/ 288493 h 326626"/>
                <a:gd name="connsiteX11" fmla="*/ 140805 w 669000"/>
                <a:gd name="connsiteY11" fmla="*/ 326593 h 326626"/>
                <a:gd name="connsiteX12" fmla="*/ 96355 w 669000"/>
                <a:gd name="connsiteY12" fmla="*/ 244043 h 326626"/>
                <a:gd name="connsiteX13" fmla="*/ 1105 w 669000"/>
                <a:gd name="connsiteY13" fmla="*/ 212293 h 32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9000" h="326626">
                  <a:moveTo>
                    <a:pt x="1105" y="212293"/>
                  </a:moveTo>
                  <a:cubicBezTo>
                    <a:pt x="12747" y="200651"/>
                    <a:pt x="133397" y="191126"/>
                    <a:pt x="166205" y="174193"/>
                  </a:cubicBezTo>
                  <a:cubicBezTo>
                    <a:pt x="199013" y="157260"/>
                    <a:pt x="175730" y="135035"/>
                    <a:pt x="197955" y="110693"/>
                  </a:cubicBezTo>
                  <a:cubicBezTo>
                    <a:pt x="220180" y="86351"/>
                    <a:pt x="258280" y="46135"/>
                    <a:pt x="299555" y="28143"/>
                  </a:cubicBezTo>
                  <a:cubicBezTo>
                    <a:pt x="340830" y="10151"/>
                    <a:pt x="404330" y="-6782"/>
                    <a:pt x="445605" y="2743"/>
                  </a:cubicBezTo>
                  <a:cubicBezTo>
                    <a:pt x="486880" y="12268"/>
                    <a:pt x="510163" y="60951"/>
                    <a:pt x="547205" y="85293"/>
                  </a:cubicBezTo>
                  <a:cubicBezTo>
                    <a:pt x="584247" y="109635"/>
                    <a:pt x="680555" y="124451"/>
                    <a:pt x="667855" y="148793"/>
                  </a:cubicBezTo>
                  <a:cubicBezTo>
                    <a:pt x="655155" y="173135"/>
                    <a:pt x="514397" y="208060"/>
                    <a:pt x="471005" y="231343"/>
                  </a:cubicBezTo>
                  <a:cubicBezTo>
                    <a:pt x="427613" y="254626"/>
                    <a:pt x="429730" y="287435"/>
                    <a:pt x="407505" y="288493"/>
                  </a:cubicBezTo>
                  <a:cubicBezTo>
                    <a:pt x="385280" y="289551"/>
                    <a:pt x="364113" y="237693"/>
                    <a:pt x="337655" y="237693"/>
                  </a:cubicBezTo>
                  <a:cubicBezTo>
                    <a:pt x="311197" y="237693"/>
                    <a:pt x="281563" y="273676"/>
                    <a:pt x="248755" y="288493"/>
                  </a:cubicBezTo>
                  <a:cubicBezTo>
                    <a:pt x="215947" y="303310"/>
                    <a:pt x="170438" y="327651"/>
                    <a:pt x="140805" y="326593"/>
                  </a:cubicBezTo>
                  <a:cubicBezTo>
                    <a:pt x="111172" y="325535"/>
                    <a:pt x="119638" y="263093"/>
                    <a:pt x="96355" y="244043"/>
                  </a:cubicBezTo>
                  <a:cubicBezTo>
                    <a:pt x="73072" y="224993"/>
                    <a:pt x="-10537" y="223935"/>
                    <a:pt x="1105" y="212293"/>
                  </a:cubicBezTo>
                  <a:close/>
                </a:path>
              </a:pathLst>
            </a:custGeom>
            <a:solidFill>
              <a:srgbClr val="C84D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9E882E2-7228-79AF-BE81-1B2FC005F5A8}"/>
                </a:ext>
              </a:extLst>
            </p:cNvPr>
            <p:cNvSpPr/>
            <p:nvPr/>
          </p:nvSpPr>
          <p:spPr>
            <a:xfrm>
              <a:off x="3447989" y="4424714"/>
              <a:ext cx="381025" cy="160753"/>
            </a:xfrm>
            <a:custGeom>
              <a:avLst/>
              <a:gdLst>
                <a:gd name="connsiteX0" fmla="*/ 30 w 276477"/>
                <a:gd name="connsiteY0" fmla="*/ 135418 h 136323"/>
                <a:gd name="connsiteX1" fmla="*/ 85755 w 276477"/>
                <a:gd name="connsiteY1" fmla="*/ 59218 h 136323"/>
                <a:gd name="connsiteX2" fmla="*/ 85755 w 276477"/>
                <a:gd name="connsiteY2" fmla="*/ 2068 h 136323"/>
                <a:gd name="connsiteX3" fmla="*/ 152430 w 276477"/>
                <a:gd name="connsiteY3" fmla="*/ 11593 h 136323"/>
                <a:gd name="connsiteX4" fmla="*/ 276255 w 276477"/>
                <a:gd name="connsiteY4" fmla="*/ 30643 h 136323"/>
                <a:gd name="connsiteX5" fmla="*/ 181005 w 276477"/>
                <a:gd name="connsiteY5" fmla="*/ 40168 h 136323"/>
                <a:gd name="connsiteX6" fmla="*/ 114330 w 276477"/>
                <a:gd name="connsiteY6" fmla="*/ 30643 h 136323"/>
                <a:gd name="connsiteX7" fmla="*/ 76230 w 276477"/>
                <a:gd name="connsiteY7" fmla="*/ 97318 h 136323"/>
                <a:gd name="connsiteX8" fmla="*/ 30 w 276477"/>
                <a:gd name="connsiteY8" fmla="*/ 135418 h 136323"/>
                <a:gd name="connsiteX0" fmla="*/ 30 w 276477"/>
                <a:gd name="connsiteY0" fmla="*/ 134273 h 135178"/>
                <a:gd name="connsiteX1" fmla="*/ 85755 w 276477"/>
                <a:gd name="connsiteY1" fmla="*/ 58073 h 135178"/>
                <a:gd name="connsiteX2" fmla="*/ 104761 w 276477"/>
                <a:gd name="connsiteY2" fmla="*/ 2777 h 135178"/>
                <a:gd name="connsiteX3" fmla="*/ 152430 w 276477"/>
                <a:gd name="connsiteY3" fmla="*/ 10448 h 135178"/>
                <a:gd name="connsiteX4" fmla="*/ 276255 w 276477"/>
                <a:gd name="connsiteY4" fmla="*/ 29498 h 135178"/>
                <a:gd name="connsiteX5" fmla="*/ 181005 w 276477"/>
                <a:gd name="connsiteY5" fmla="*/ 39023 h 135178"/>
                <a:gd name="connsiteX6" fmla="*/ 114330 w 276477"/>
                <a:gd name="connsiteY6" fmla="*/ 29498 h 135178"/>
                <a:gd name="connsiteX7" fmla="*/ 76230 w 276477"/>
                <a:gd name="connsiteY7" fmla="*/ 96173 h 135178"/>
                <a:gd name="connsiteX8" fmla="*/ 30 w 276477"/>
                <a:gd name="connsiteY8" fmla="*/ 134273 h 135178"/>
                <a:gd name="connsiteX0" fmla="*/ 32 w 276473"/>
                <a:gd name="connsiteY0" fmla="*/ 134273 h 135148"/>
                <a:gd name="connsiteX1" fmla="*/ 85757 w 276473"/>
                <a:gd name="connsiteY1" fmla="*/ 58073 h 135148"/>
                <a:gd name="connsiteX2" fmla="*/ 104763 w 276473"/>
                <a:gd name="connsiteY2" fmla="*/ 2777 h 135148"/>
                <a:gd name="connsiteX3" fmla="*/ 152432 w 276473"/>
                <a:gd name="connsiteY3" fmla="*/ 10448 h 135148"/>
                <a:gd name="connsiteX4" fmla="*/ 276257 w 276473"/>
                <a:gd name="connsiteY4" fmla="*/ 29498 h 135148"/>
                <a:gd name="connsiteX5" fmla="*/ 181007 w 276473"/>
                <a:gd name="connsiteY5" fmla="*/ 39023 h 135148"/>
                <a:gd name="connsiteX6" fmla="*/ 126427 w 276473"/>
                <a:gd name="connsiteY6" fmla="*/ 46186 h 135148"/>
                <a:gd name="connsiteX7" fmla="*/ 76232 w 276473"/>
                <a:gd name="connsiteY7" fmla="*/ 96173 h 135148"/>
                <a:gd name="connsiteX8" fmla="*/ 32 w 276473"/>
                <a:gd name="connsiteY8" fmla="*/ 134273 h 135148"/>
                <a:gd name="connsiteX0" fmla="*/ 32 w 276473"/>
                <a:gd name="connsiteY0" fmla="*/ 124295 h 125170"/>
                <a:gd name="connsiteX1" fmla="*/ 85757 w 276473"/>
                <a:gd name="connsiteY1" fmla="*/ 48095 h 125170"/>
                <a:gd name="connsiteX2" fmla="*/ 109947 w 276473"/>
                <a:gd name="connsiteY2" fmla="*/ 9487 h 125170"/>
                <a:gd name="connsiteX3" fmla="*/ 152432 w 276473"/>
                <a:gd name="connsiteY3" fmla="*/ 470 h 125170"/>
                <a:gd name="connsiteX4" fmla="*/ 276257 w 276473"/>
                <a:gd name="connsiteY4" fmla="*/ 19520 h 125170"/>
                <a:gd name="connsiteX5" fmla="*/ 181007 w 276473"/>
                <a:gd name="connsiteY5" fmla="*/ 29045 h 125170"/>
                <a:gd name="connsiteX6" fmla="*/ 126427 w 276473"/>
                <a:gd name="connsiteY6" fmla="*/ 36208 h 125170"/>
                <a:gd name="connsiteX7" fmla="*/ 76232 w 276473"/>
                <a:gd name="connsiteY7" fmla="*/ 86195 h 125170"/>
                <a:gd name="connsiteX8" fmla="*/ 32 w 276473"/>
                <a:gd name="connsiteY8" fmla="*/ 124295 h 12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6473" h="125170">
                  <a:moveTo>
                    <a:pt x="32" y="124295"/>
                  </a:moveTo>
                  <a:cubicBezTo>
                    <a:pt x="1620" y="117945"/>
                    <a:pt x="67438" y="67230"/>
                    <a:pt x="85757" y="48095"/>
                  </a:cubicBezTo>
                  <a:cubicBezTo>
                    <a:pt x="104076" y="28960"/>
                    <a:pt x="98835" y="17424"/>
                    <a:pt x="109947" y="9487"/>
                  </a:cubicBezTo>
                  <a:cubicBezTo>
                    <a:pt x="121060" y="1549"/>
                    <a:pt x="124714" y="-1202"/>
                    <a:pt x="152432" y="470"/>
                  </a:cubicBezTo>
                  <a:cubicBezTo>
                    <a:pt x="180150" y="2142"/>
                    <a:pt x="271495" y="14758"/>
                    <a:pt x="276257" y="19520"/>
                  </a:cubicBezTo>
                  <a:cubicBezTo>
                    <a:pt x="281019" y="24282"/>
                    <a:pt x="205979" y="26264"/>
                    <a:pt x="181007" y="29045"/>
                  </a:cubicBezTo>
                  <a:cubicBezTo>
                    <a:pt x="156035" y="31826"/>
                    <a:pt x="143890" y="26683"/>
                    <a:pt x="126427" y="36208"/>
                  </a:cubicBezTo>
                  <a:cubicBezTo>
                    <a:pt x="108965" y="45733"/>
                    <a:pt x="97298" y="71514"/>
                    <a:pt x="76232" y="86195"/>
                  </a:cubicBezTo>
                  <a:cubicBezTo>
                    <a:pt x="55166" y="100876"/>
                    <a:pt x="-1556" y="130645"/>
                    <a:pt x="32" y="124295"/>
                  </a:cubicBezTo>
                  <a:close/>
                </a:path>
              </a:pathLst>
            </a:custGeom>
            <a:solidFill>
              <a:srgbClr val="6B1519"/>
            </a:solidFill>
            <a:ln>
              <a:solidFill>
                <a:srgbClr val="6B15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AD395DE-74D7-039E-AD02-7C8B8E68A5F2}"/>
              </a:ext>
            </a:extLst>
          </p:cNvPr>
          <p:cNvCxnSpPr>
            <a:cxnSpLocks/>
          </p:cNvCxnSpPr>
          <p:nvPr/>
        </p:nvCxnSpPr>
        <p:spPr>
          <a:xfrm>
            <a:off x="3712637" y="4505090"/>
            <a:ext cx="481042" cy="5288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B8523BD-46A4-7C9E-C579-B3DC169343C8}"/>
              </a:ext>
            </a:extLst>
          </p:cNvPr>
          <p:cNvSpPr txBox="1"/>
          <p:nvPr/>
        </p:nvSpPr>
        <p:spPr>
          <a:xfrm>
            <a:off x="3607778" y="5029705"/>
            <a:ext cx="15150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Endocervix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CF08D65-6748-3907-693B-EBB3F0C42181}"/>
              </a:ext>
            </a:extLst>
          </p:cNvPr>
          <p:cNvCxnSpPr>
            <a:cxnSpLocks/>
          </p:cNvCxnSpPr>
          <p:nvPr/>
        </p:nvCxnSpPr>
        <p:spPr>
          <a:xfrm flipH="1">
            <a:off x="3069685" y="4947878"/>
            <a:ext cx="172779" cy="1186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74001D8-C580-684D-2195-334714943E46}"/>
              </a:ext>
            </a:extLst>
          </p:cNvPr>
          <p:cNvSpPr txBox="1"/>
          <p:nvPr/>
        </p:nvSpPr>
        <p:spPr>
          <a:xfrm>
            <a:off x="2356438" y="5055298"/>
            <a:ext cx="10255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Ectocervix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946740E-3025-2CAF-9E91-7DEDC1727AD9}"/>
              </a:ext>
            </a:extLst>
          </p:cNvPr>
          <p:cNvGrpSpPr/>
          <p:nvPr/>
        </p:nvGrpSpPr>
        <p:grpSpPr>
          <a:xfrm>
            <a:off x="3849917" y="3810096"/>
            <a:ext cx="362679" cy="597223"/>
            <a:chOff x="5306132" y="2164582"/>
            <a:chExt cx="362679" cy="597223"/>
          </a:xfrm>
        </p:grpSpPr>
        <p:sp>
          <p:nvSpPr>
            <p:cNvPr id="37" name="Right Brace 36">
              <a:extLst>
                <a:ext uri="{FF2B5EF4-FFF2-40B4-BE49-F238E27FC236}">
                  <a16:creationId xmlns:a16="http://schemas.microsoft.com/office/drawing/2014/main" id="{3A28916B-FD66-F14C-D990-D2A80342CEF7}"/>
                </a:ext>
              </a:extLst>
            </p:cNvPr>
            <p:cNvSpPr/>
            <p:nvPr/>
          </p:nvSpPr>
          <p:spPr>
            <a:xfrm>
              <a:off x="5306132" y="2603909"/>
              <a:ext cx="45719" cy="157896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C4873C3-D214-D7D1-55A8-B8AF41A4C9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6151" y="2164582"/>
              <a:ext cx="302660" cy="54035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886D3849-2297-EAE4-666D-B8CB2B966E46}"/>
              </a:ext>
            </a:extLst>
          </p:cNvPr>
          <p:cNvSpPr txBox="1"/>
          <p:nvPr/>
        </p:nvSpPr>
        <p:spPr>
          <a:xfrm>
            <a:off x="3702532" y="3397640"/>
            <a:ext cx="116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Transformation zone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A13EA134-0DE4-6563-EF22-F598E4CB0252}"/>
              </a:ext>
            </a:extLst>
          </p:cNvPr>
          <p:cNvSpPr/>
          <p:nvPr/>
        </p:nvSpPr>
        <p:spPr>
          <a:xfrm>
            <a:off x="3468586" y="3147175"/>
            <a:ext cx="280465" cy="1130300"/>
          </a:xfrm>
          <a:custGeom>
            <a:avLst/>
            <a:gdLst>
              <a:gd name="connsiteX0" fmla="*/ 201 w 280465"/>
              <a:gd name="connsiteY0" fmla="*/ 0 h 1130300"/>
              <a:gd name="connsiteX1" fmla="*/ 190701 w 280465"/>
              <a:gd name="connsiteY1" fmla="*/ 177800 h 1130300"/>
              <a:gd name="connsiteX2" fmla="*/ 201 w 280465"/>
              <a:gd name="connsiteY2" fmla="*/ 317500 h 1130300"/>
              <a:gd name="connsiteX3" fmla="*/ 152601 w 280465"/>
              <a:gd name="connsiteY3" fmla="*/ 495300 h 1130300"/>
              <a:gd name="connsiteX4" fmla="*/ 76401 w 280465"/>
              <a:gd name="connsiteY4" fmla="*/ 685800 h 1130300"/>
              <a:gd name="connsiteX5" fmla="*/ 279601 w 280465"/>
              <a:gd name="connsiteY5" fmla="*/ 850900 h 1130300"/>
              <a:gd name="connsiteX6" fmla="*/ 152601 w 280465"/>
              <a:gd name="connsiteY6" fmla="*/ 965200 h 1130300"/>
              <a:gd name="connsiteX7" fmla="*/ 228801 w 280465"/>
              <a:gd name="connsiteY7" fmla="*/ 113030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465" h="1130300">
                <a:moveTo>
                  <a:pt x="201" y="0"/>
                </a:moveTo>
                <a:cubicBezTo>
                  <a:pt x="95451" y="62441"/>
                  <a:pt x="190701" y="124883"/>
                  <a:pt x="190701" y="177800"/>
                </a:cubicBezTo>
                <a:cubicBezTo>
                  <a:pt x="190701" y="230717"/>
                  <a:pt x="6551" y="264583"/>
                  <a:pt x="201" y="317500"/>
                </a:cubicBezTo>
                <a:cubicBezTo>
                  <a:pt x="-6149" y="370417"/>
                  <a:pt x="139901" y="433917"/>
                  <a:pt x="152601" y="495300"/>
                </a:cubicBezTo>
                <a:cubicBezTo>
                  <a:pt x="165301" y="556683"/>
                  <a:pt x="55234" y="626533"/>
                  <a:pt x="76401" y="685800"/>
                </a:cubicBezTo>
                <a:cubicBezTo>
                  <a:pt x="97568" y="745067"/>
                  <a:pt x="266901" y="804333"/>
                  <a:pt x="279601" y="850900"/>
                </a:cubicBezTo>
                <a:cubicBezTo>
                  <a:pt x="292301" y="897467"/>
                  <a:pt x="161068" y="918633"/>
                  <a:pt x="152601" y="965200"/>
                </a:cubicBezTo>
                <a:cubicBezTo>
                  <a:pt x="144134" y="1011767"/>
                  <a:pt x="186467" y="1071033"/>
                  <a:pt x="228801" y="1130300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702F1B2-991A-BB4B-0629-46A14B5D97F7}"/>
              </a:ext>
            </a:extLst>
          </p:cNvPr>
          <p:cNvCxnSpPr>
            <a:cxnSpLocks/>
            <a:stCxn id="24" idx="2"/>
            <a:endCxn id="64" idx="0"/>
          </p:cNvCxnSpPr>
          <p:nvPr/>
        </p:nvCxnSpPr>
        <p:spPr>
          <a:xfrm flipH="1">
            <a:off x="3619916" y="5330349"/>
            <a:ext cx="24983" cy="619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E92C5F3-9422-AC38-2967-C0F468211538}"/>
              </a:ext>
            </a:extLst>
          </p:cNvPr>
          <p:cNvSpPr txBox="1"/>
          <p:nvPr/>
        </p:nvSpPr>
        <p:spPr>
          <a:xfrm>
            <a:off x="3311352" y="5431000"/>
            <a:ext cx="5842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90%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0025814-BB2B-FAD5-8630-D2D3F0EFFE67}"/>
              </a:ext>
            </a:extLst>
          </p:cNvPr>
          <p:cNvCxnSpPr>
            <a:cxnSpLocks/>
            <a:endCxn id="67" idx="1"/>
          </p:cNvCxnSpPr>
          <p:nvPr/>
        </p:nvCxnSpPr>
        <p:spPr>
          <a:xfrm flipV="1">
            <a:off x="4858715" y="4069172"/>
            <a:ext cx="142850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2E83131F-241E-CC9E-7278-E85DA5EF75F4}"/>
              </a:ext>
            </a:extLst>
          </p:cNvPr>
          <p:cNvSpPr txBox="1"/>
          <p:nvPr/>
        </p:nvSpPr>
        <p:spPr>
          <a:xfrm>
            <a:off x="2369017" y="5950222"/>
            <a:ext cx="2501798" cy="5847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Spontaneous clearance </a:t>
            </a:r>
            <a:r>
              <a:rPr lang="en-US" sz="1400" dirty="0"/>
              <a:t>(at 2 years)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AC86BF6-0C6B-3186-36E3-E4782A312C6B}"/>
              </a:ext>
            </a:extLst>
          </p:cNvPr>
          <p:cNvSpPr txBox="1"/>
          <p:nvPr/>
        </p:nvSpPr>
        <p:spPr>
          <a:xfrm>
            <a:off x="6287221" y="3746006"/>
            <a:ext cx="154667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Persistent HPV infection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C836CA1-CF74-3337-6B37-5187141FEE35}"/>
              </a:ext>
            </a:extLst>
          </p:cNvPr>
          <p:cNvSpPr txBox="1"/>
          <p:nvPr/>
        </p:nvSpPr>
        <p:spPr>
          <a:xfrm>
            <a:off x="5239430" y="3884507"/>
            <a:ext cx="6107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10%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7C3EABF-9DF6-C43D-3D71-E6ED76C52B70}"/>
              </a:ext>
            </a:extLst>
          </p:cNvPr>
          <p:cNvGrpSpPr/>
          <p:nvPr/>
        </p:nvGrpSpPr>
        <p:grpSpPr>
          <a:xfrm>
            <a:off x="2472332" y="1980307"/>
            <a:ext cx="2290669" cy="1214752"/>
            <a:chOff x="5204635" y="229605"/>
            <a:chExt cx="2290669" cy="1214752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128E161-475D-D61E-E2A5-8521894F5D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51979" t="51556" r="41250" b="38868"/>
            <a:stretch/>
          </p:blipFill>
          <p:spPr>
            <a:xfrm>
              <a:off x="5988817" y="831393"/>
              <a:ext cx="619161" cy="612964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05814A4-96F8-4BD4-BD41-AD4C8C2CAA86}"/>
                </a:ext>
              </a:extLst>
            </p:cNvPr>
            <p:cNvSpPr txBox="1"/>
            <p:nvPr/>
          </p:nvSpPr>
          <p:spPr>
            <a:xfrm>
              <a:off x="5204635" y="229605"/>
              <a:ext cx="22906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HPV </a:t>
              </a:r>
            </a:p>
            <a:p>
              <a:pPr algn="ctr"/>
              <a:r>
                <a:rPr lang="en-US" dirty="0"/>
                <a:t>(e.g., subtypes 16, 18)</a:t>
              </a: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D7AA99AF-9B00-9A5C-1FEA-5C4FA52005B6}"/>
              </a:ext>
            </a:extLst>
          </p:cNvPr>
          <p:cNvSpPr txBox="1"/>
          <p:nvPr/>
        </p:nvSpPr>
        <p:spPr>
          <a:xfrm>
            <a:off x="10634887" y="3757022"/>
            <a:ext cx="1193801" cy="646331"/>
          </a:xfrm>
          <a:prstGeom prst="rect">
            <a:avLst/>
          </a:prstGeom>
          <a:solidFill>
            <a:srgbClr val="C00000"/>
          </a:solidFill>
          <a:ln>
            <a:solidFill>
              <a:srgbClr val="6B1519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Cervical cancer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621DEF9-3791-46C8-DEA6-016A7C42CC0F}"/>
              </a:ext>
            </a:extLst>
          </p:cNvPr>
          <p:cNvSpPr txBox="1"/>
          <p:nvPr/>
        </p:nvSpPr>
        <p:spPr>
          <a:xfrm>
            <a:off x="8851915" y="3575406"/>
            <a:ext cx="710434" cy="3693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~10 y</a:t>
            </a:r>
          </a:p>
        </p:txBody>
      </p:sp>
      <p:sp>
        <p:nvSpPr>
          <p:cNvPr id="135" name="What causes cervical cancer?">
            <a:extLst>
              <a:ext uri="{FF2B5EF4-FFF2-40B4-BE49-F238E27FC236}">
                <a16:creationId xmlns:a16="http://schemas.microsoft.com/office/drawing/2014/main" id="{26F997D0-3B13-18F1-B24E-7B5BE8692A56}"/>
              </a:ext>
            </a:extLst>
          </p:cNvPr>
          <p:cNvSpPr/>
          <p:nvPr/>
        </p:nvSpPr>
        <p:spPr>
          <a:xfrm>
            <a:off x="5741572" y="860840"/>
            <a:ext cx="2622396" cy="685800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Risk factors for persistent HPV infection?</a:t>
            </a:r>
          </a:p>
        </p:txBody>
      </p:sp>
      <p:sp>
        <p:nvSpPr>
          <p:cNvPr id="136" name="Risk factors for HPV infection">
            <a:extLst>
              <a:ext uri="{FF2B5EF4-FFF2-40B4-BE49-F238E27FC236}">
                <a16:creationId xmlns:a16="http://schemas.microsoft.com/office/drawing/2014/main" id="{04B5F544-A350-70C5-BFD8-E75F228B1D50}"/>
              </a:ext>
            </a:extLst>
          </p:cNvPr>
          <p:cNvSpPr/>
          <p:nvPr/>
        </p:nvSpPr>
        <p:spPr>
          <a:xfrm>
            <a:off x="5741571" y="860840"/>
            <a:ext cx="2622398" cy="68580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Risk factors for persistent HPV infection?</a:t>
            </a:r>
          </a:p>
        </p:txBody>
      </p:sp>
      <p:pic>
        <p:nvPicPr>
          <p:cNvPr id="138" name="Graphic 137" descr="Cursor with solid fill">
            <a:extLst>
              <a:ext uri="{FF2B5EF4-FFF2-40B4-BE49-F238E27FC236}">
                <a16:creationId xmlns:a16="http://schemas.microsoft.com/office/drawing/2014/main" id="{7B5FCCBB-8CE2-93A0-3E3C-1C74F62AF0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8764" y="1409480"/>
            <a:ext cx="301752" cy="301752"/>
          </a:xfrm>
          <a:prstGeom prst="rect">
            <a:avLst/>
          </a:prstGeom>
        </p:spPr>
      </p:pic>
      <p:sp>
        <p:nvSpPr>
          <p:cNvPr id="145" name="What causes cervical cancer?">
            <a:extLst>
              <a:ext uri="{FF2B5EF4-FFF2-40B4-BE49-F238E27FC236}">
                <a16:creationId xmlns:a16="http://schemas.microsoft.com/office/drawing/2014/main" id="{36846F86-B605-7244-CB03-EBA804C38211}"/>
              </a:ext>
            </a:extLst>
          </p:cNvPr>
          <p:cNvSpPr/>
          <p:nvPr/>
        </p:nvSpPr>
        <p:spPr>
          <a:xfrm>
            <a:off x="9614339" y="860840"/>
            <a:ext cx="2011680" cy="411480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Cervical anatomy</a:t>
            </a:r>
          </a:p>
        </p:txBody>
      </p:sp>
      <p:sp>
        <p:nvSpPr>
          <p:cNvPr id="146" name="Cervical anatomy">
            <a:extLst>
              <a:ext uri="{FF2B5EF4-FFF2-40B4-BE49-F238E27FC236}">
                <a16:creationId xmlns:a16="http://schemas.microsoft.com/office/drawing/2014/main" id="{F6A75BB0-4F12-E12B-F7AB-03434582A212}"/>
              </a:ext>
            </a:extLst>
          </p:cNvPr>
          <p:cNvSpPr/>
          <p:nvPr/>
        </p:nvSpPr>
        <p:spPr>
          <a:xfrm>
            <a:off x="9614339" y="860840"/>
            <a:ext cx="2011680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Cervical anatomy</a:t>
            </a:r>
          </a:p>
        </p:txBody>
      </p:sp>
      <p:pic>
        <p:nvPicPr>
          <p:cNvPr id="147" name="Graphic 146" descr="Cursor with solid fill">
            <a:extLst>
              <a:ext uri="{FF2B5EF4-FFF2-40B4-BE49-F238E27FC236}">
                <a16:creationId xmlns:a16="http://schemas.microsoft.com/office/drawing/2014/main" id="{3CD8C2FD-65B8-7620-0983-7D5D3FAAF1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63759" y="1125855"/>
            <a:ext cx="301752" cy="301752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E1D8C37A-E8CB-03B5-832F-FEBBB83E3359}"/>
              </a:ext>
            </a:extLst>
          </p:cNvPr>
          <p:cNvSpPr txBox="1"/>
          <p:nvPr/>
        </p:nvSpPr>
        <p:spPr>
          <a:xfrm>
            <a:off x="9525890" y="1322372"/>
            <a:ext cx="22685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90% of cancers develop at the </a:t>
            </a:r>
            <a:r>
              <a:rPr lang="en-US" dirty="0"/>
              <a:t>transformation</a:t>
            </a:r>
            <a:r>
              <a:rPr lang="en-US" sz="1800" dirty="0"/>
              <a:t> zone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93F35CF-93F4-DF2C-E253-36B0AA6CD681}"/>
              </a:ext>
            </a:extLst>
          </p:cNvPr>
          <p:cNvGrpSpPr/>
          <p:nvPr/>
        </p:nvGrpSpPr>
        <p:grpSpPr>
          <a:xfrm flipH="1">
            <a:off x="5612348" y="4567912"/>
            <a:ext cx="5537864" cy="1733616"/>
            <a:chOff x="7050842" y="5006115"/>
            <a:chExt cx="4676764" cy="1342554"/>
          </a:xfrm>
        </p:grpSpPr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CF7D5A6A-5461-0F1D-F803-6081FD37FDCD}"/>
                </a:ext>
              </a:extLst>
            </p:cNvPr>
            <p:cNvGrpSpPr/>
            <p:nvPr/>
          </p:nvGrpSpPr>
          <p:grpSpPr>
            <a:xfrm>
              <a:off x="7050842" y="5038367"/>
              <a:ext cx="4676764" cy="1310302"/>
              <a:chOff x="7215453" y="4858832"/>
              <a:chExt cx="4676764" cy="1310302"/>
            </a:xfrm>
          </p:grpSpPr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5848F6AB-305A-2EB9-280E-A27C73D8E0D5}"/>
                  </a:ext>
                </a:extLst>
              </p:cNvPr>
              <p:cNvSpPr txBox="1"/>
              <p:nvPr/>
            </p:nvSpPr>
            <p:spPr>
              <a:xfrm>
                <a:off x="10729719" y="5517795"/>
                <a:ext cx="116249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/>
                  <a:t>Ecto</a:t>
                </a:r>
                <a:r>
                  <a:rPr lang="en-US" sz="1600" dirty="0"/>
                  <a:t>cervix</a:t>
                </a:r>
              </a:p>
              <a:p>
                <a:pPr algn="ctr"/>
                <a:r>
                  <a:rPr lang="en-US" sz="1600" dirty="0"/>
                  <a:t>(squamous)</a:t>
                </a:r>
                <a:endParaRPr lang="en-US" sz="1600" b="1" dirty="0"/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1A34BD82-B98B-DF03-5B75-7E6BDCF6A4D8}"/>
                  </a:ext>
                </a:extLst>
              </p:cNvPr>
              <p:cNvSpPr txBox="1"/>
              <p:nvPr/>
            </p:nvSpPr>
            <p:spPr>
              <a:xfrm>
                <a:off x="7215453" y="5584359"/>
                <a:ext cx="112242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/>
                  <a:t>Endo</a:t>
                </a:r>
                <a:r>
                  <a:rPr lang="en-US" sz="1600" dirty="0"/>
                  <a:t>cervix</a:t>
                </a:r>
              </a:p>
              <a:p>
                <a:pPr algn="ctr"/>
                <a:r>
                  <a:rPr lang="en-US" sz="1600" dirty="0"/>
                  <a:t>(columnar)</a:t>
                </a:r>
                <a:endParaRPr lang="en-US" sz="1600" b="1" dirty="0"/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5F27786F-C75B-B49F-EBD8-9EA9DC09530E}"/>
                  </a:ext>
                </a:extLst>
              </p:cNvPr>
              <p:cNvSpPr txBox="1"/>
              <p:nvPr/>
            </p:nvSpPr>
            <p:spPr>
              <a:xfrm>
                <a:off x="8414268" y="4858832"/>
                <a:ext cx="1637276" cy="2621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/>
                  <a:t>Transformation zone</a:t>
                </a:r>
                <a:endParaRPr lang="en-US" sz="1600" dirty="0"/>
              </a:p>
            </p:txBody>
          </p:sp>
        </p:grpSp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A7FCCBAC-41AF-2436-283E-4B1C789269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51979" t="51556" r="41250" b="38868"/>
            <a:stretch/>
          </p:blipFill>
          <p:spPr>
            <a:xfrm>
              <a:off x="10056010" y="5006115"/>
              <a:ext cx="373477" cy="369739"/>
            </a:xfrm>
            <a:prstGeom prst="rect">
              <a:avLst/>
            </a:prstGeom>
          </p:spPr>
        </p:pic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C559E05-A9E6-E92A-1060-7046E3974AA1}"/>
                </a:ext>
              </a:extLst>
            </p:cNvPr>
            <p:cNvSpPr/>
            <p:nvPr/>
          </p:nvSpPr>
          <p:spPr>
            <a:xfrm>
              <a:off x="9582724" y="5351286"/>
              <a:ext cx="602930" cy="923112"/>
            </a:xfrm>
            <a:custGeom>
              <a:avLst/>
              <a:gdLst>
                <a:gd name="connsiteX0" fmla="*/ 342900 w 396357"/>
                <a:gd name="connsiteY0" fmla="*/ 0 h 749300"/>
                <a:gd name="connsiteX1" fmla="*/ 368300 w 396357"/>
                <a:gd name="connsiteY1" fmla="*/ 330200 h 749300"/>
                <a:gd name="connsiteX2" fmla="*/ 0 w 396357"/>
                <a:gd name="connsiteY2" fmla="*/ 749300 h 749300"/>
                <a:gd name="connsiteX0" fmla="*/ 609600 w 614614"/>
                <a:gd name="connsiteY0" fmla="*/ 0 h 584200"/>
                <a:gd name="connsiteX1" fmla="*/ 368300 w 614614"/>
                <a:gd name="connsiteY1" fmla="*/ 165100 h 584200"/>
                <a:gd name="connsiteX2" fmla="*/ 0 w 614614"/>
                <a:gd name="connsiteY2" fmla="*/ 584200 h 584200"/>
                <a:gd name="connsiteX0" fmla="*/ 368300 w 368300"/>
                <a:gd name="connsiteY0" fmla="*/ 0 h 419100"/>
                <a:gd name="connsiteX1" fmla="*/ 0 w 368300"/>
                <a:gd name="connsiteY1" fmla="*/ 419100 h 419100"/>
                <a:gd name="connsiteX0" fmla="*/ 636400 w 636400"/>
                <a:gd name="connsiteY0" fmla="*/ 0 h 589380"/>
                <a:gd name="connsiteX1" fmla="*/ 0 w 636400"/>
                <a:gd name="connsiteY1" fmla="*/ 589380 h 589380"/>
                <a:gd name="connsiteX0" fmla="*/ 636400 w 636400"/>
                <a:gd name="connsiteY0" fmla="*/ 0 h 589380"/>
                <a:gd name="connsiteX1" fmla="*/ 0 w 636400"/>
                <a:gd name="connsiteY1" fmla="*/ 589380 h 589380"/>
                <a:gd name="connsiteX0" fmla="*/ 636400 w 636400"/>
                <a:gd name="connsiteY0" fmla="*/ 0 h 589380"/>
                <a:gd name="connsiteX1" fmla="*/ 0 w 636400"/>
                <a:gd name="connsiteY1" fmla="*/ 589380 h 589380"/>
                <a:gd name="connsiteX0" fmla="*/ 636400 w 636400"/>
                <a:gd name="connsiteY0" fmla="*/ 0 h 589380"/>
                <a:gd name="connsiteX1" fmla="*/ 0 w 636400"/>
                <a:gd name="connsiteY1" fmla="*/ 589380 h 589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6400" h="589380">
                  <a:moveTo>
                    <a:pt x="636400" y="0"/>
                  </a:moveTo>
                  <a:cubicBezTo>
                    <a:pt x="552440" y="222186"/>
                    <a:pt x="262815" y="458488"/>
                    <a:pt x="0" y="589380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F13D2537-A9E8-31F2-01FF-5DBAF5FD08AB}"/>
              </a:ext>
            </a:extLst>
          </p:cNvPr>
          <p:cNvCxnSpPr>
            <a:cxnSpLocks/>
            <a:endCxn id="171" idx="0"/>
          </p:cNvCxnSpPr>
          <p:nvPr/>
        </p:nvCxnSpPr>
        <p:spPr>
          <a:xfrm>
            <a:off x="6249579" y="6102925"/>
            <a:ext cx="0" cy="286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What causes cervical cancer?">
            <a:extLst>
              <a:ext uri="{FF2B5EF4-FFF2-40B4-BE49-F238E27FC236}">
                <a16:creationId xmlns:a16="http://schemas.microsoft.com/office/drawing/2014/main" id="{6A57CB2B-CF0F-1F0D-A6C8-BABD28B34A61}"/>
              </a:ext>
            </a:extLst>
          </p:cNvPr>
          <p:cNvSpPr/>
          <p:nvPr/>
        </p:nvSpPr>
        <p:spPr>
          <a:xfrm>
            <a:off x="9614339" y="2639933"/>
            <a:ext cx="2011680" cy="689594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Cervical cancer types</a:t>
            </a:r>
          </a:p>
        </p:txBody>
      </p:sp>
      <p:sp>
        <p:nvSpPr>
          <p:cNvPr id="166" name="Cervical cancer types">
            <a:extLst>
              <a:ext uri="{FF2B5EF4-FFF2-40B4-BE49-F238E27FC236}">
                <a16:creationId xmlns:a16="http://schemas.microsoft.com/office/drawing/2014/main" id="{CEA1AAFB-5C6D-8C5D-7B92-96A20D4E5633}"/>
              </a:ext>
            </a:extLst>
          </p:cNvPr>
          <p:cNvSpPr/>
          <p:nvPr/>
        </p:nvSpPr>
        <p:spPr>
          <a:xfrm>
            <a:off x="9614339" y="2651075"/>
            <a:ext cx="2011680" cy="67598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Cervical cancer types</a:t>
            </a:r>
          </a:p>
        </p:txBody>
      </p:sp>
      <p:pic>
        <p:nvPicPr>
          <p:cNvPr id="167" name="Graphic 166" descr="Cursor with solid fill">
            <a:extLst>
              <a:ext uri="{FF2B5EF4-FFF2-40B4-BE49-F238E27FC236}">
                <a16:creationId xmlns:a16="http://schemas.microsoft.com/office/drawing/2014/main" id="{CF7AC39C-AC80-8876-25B5-49A354BA28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63759" y="3192599"/>
            <a:ext cx="301752" cy="301752"/>
          </a:xfrm>
          <a:prstGeom prst="rect">
            <a:avLst/>
          </a:prstGeom>
        </p:spPr>
      </p:pic>
      <p:sp>
        <p:nvSpPr>
          <p:cNvPr id="171" name="Rectangle 170">
            <a:extLst>
              <a:ext uri="{FF2B5EF4-FFF2-40B4-BE49-F238E27FC236}">
                <a16:creationId xmlns:a16="http://schemas.microsoft.com/office/drawing/2014/main" id="{3FB28F20-33FE-6753-8B18-0FF2021012E5}"/>
              </a:ext>
            </a:extLst>
          </p:cNvPr>
          <p:cNvSpPr/>
          <p:nvPr/>
        </p:nvSpPr>
        <p:spPr>
          <a:xfrm>
            <a:off x="5625921" y="6389099"/>
            <a:ext cx="1247316" cy="291795"/>
          </a:xfrm>
          <a:prstGeom prst="rect">
            <a:avLst/>
          </a:prstGeom>
          <a:solidFill>
            <a:srgbClr val="C00000"/>
          </a:solidFill>
          <a:ln>
            <a:solidFill>
              <a:srgbClr val="6B15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SCC (75%)</a:t>
            </a: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D74BC04B-0355-1B1E-7398-E16FCF76A336}"/>
              </a:ext>
            </a:extLst>
          </p:cNvPr>
          <p:cNvCxnSpPr>
            <a:cxnSpLocks/>
            <a:endCxn id="177" idx="0"/>
          </p:cNvCxnSpPr>
          <p:nvPr/>
        </p:nvCxnSpPr>
        <p:spPr>
          <a:xfrm>
            <a:off x="10462110" y="6064719"/>
            <a:ext cx="0" cy="286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Rectangle 176">
            <a:extLst>
              <a:ext uri="{FF2B5EF4-FFF2-40B4-BE49-F238E27FC236}">
                <a16:creationId xmlns:a16="http://schemas.microsoft.com/office/drawing/2014/main" id="{3BF7B869-A1E7-50F7-1F5B-2F072C6073CE}"/>
              </a:ext>
            </a:extLst>
          </p:cNvPr>
          <p:cNvSpPr/>
          <p:nvPr/>
        </p:nvSpPr>
        <p:spPr>
          <a:xfrm>
            <a:off x="9277635" y="6350893"/>
            <a:ext cx="2368950" cy="330001"/>
          </a:xfrm>
          <a:prstGeom prst="rect">
            <a:avLst/>
          </a:prstGeom>
          <a:solidFill>
            <a:srgbClr val="C00000"/>
          </a:solidFill>
          <a:ln>
            <a:solidFill>
              <a:srgbClr val="6B15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Adenocarcinoma (25%)</a:t>
            </a:r>
          </a:p>
        </p:txBody>
      </p: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441D6F95-ED39-0FA8-4E10-7A2210A2158C}"/>
              </a:ext>
            </a:extLst>
          </p:cNvPr>
          <p:cNvGrpSpPr/>
          <p:nvPr/>
        </p:nvGrpSpPr>
        <p:grpSpPr>
          <a:xfrm>
            <a:off x="7833899" y="3960727"/>
            <a:ext cx="2790746" cy="229411"/>
            <a:chOff x="7833899" y="3960727"/>
            <a:chExt cx="2712169" cy="178013"/>
          </a:xfrm>
        </p:grpSpPr>
        <p:sp>
          <p:nvSpPr>
            <p:cNvPr id="190" name="Arrow: Right 189">
              <a:extLst>
                <a:ext uri="{FF2B5EF4-FFF2-40B4-BE49-F238E27FC236}">
                  <a16:creationId xmlns:a16="http://schemas.microsoft.com/office/drawing/2014/main" id="{F8541A7A-24CA-30C3-FF4E-89A3BD68D7EE}"/>
                </a:ext>
              </a:extLst>
            </p:cNvPr>
            <p:cNvSpPr/>
            <p:nvPr/>
          </p:nvSpPr>
          <p:spPr>
            <a:xfrm>
              <a:off x="9835751" y="3960727"/>
              <a:ext cx="710317" cy="178013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Arrow: Right 188">
              <a:extLst>
                <a:ext uri="{FF2B5EF4-FFF2-40B4-BE49-F238E27FC236}">
                  <a16:creationId xmlns:a16="http://schemas.microsoft.com/office/drawing/2014/main" id="{6BBC57E0-C4A5-D839-8C85-B38BDFC85F12}"/>
                </a:ext>
              </a:extLst>
            </p:cNvPr>
            <p:cNvSpPr/>
            <p:nvPr/>
          </p:nvSpPr>
          <p:spPr>
            <a:xfrm>
              <a:off x="9168467" y="3960727"/>
              <a:ext cx="710317" cy="178013"/>
            </a:xfrm>
            <a:prstGeom prst="rightArrow">
              <a:avLst/>
            </a:prstGeom>
            <a:solidFill>
              <a:srgbClr val="CC200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Arrow: Right 187">
              <a:extLst>
                <a:ext uri="{FF2B5EF4-FFF2-40B4-BE49-F238E27FC236}">
                  <a16:creationId xmlns:a16="http://schemas.microsoft.com/office/drawing/2014/main" id="{A7D7D37F-B3C0-0DCD-1096-9385281BF42F}"/>
                </a:ext>
              </a:extLst>
            </p:cNvPr>
            <p:cNvSpPr/>
            <p:nvPr/>
          </p:nvSpPr>
          <p:spPr>
            <a:xfrm>
              <a:off x="8501183" y="3960727"/>
              <a:ext cx="710317" cy="178013"/>
            </a:xfrm>
            <a:prstGeom prst="rightArrow">
              <a:avLst/>
            </a:prstGeom>
            <a:solidFill>
              <a:srgbClr val="D12E1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Arrow: Right 185">
              <a:extLst>
                <a:ext uri="{FF2B5EF4-FFF2-40B4-BE49-F238E27FC236}">
                  <a16:creationId xmlns:a16="http://schemas.microsoft.com/office/drawing/2014/main" id="{490AA555-E221-8557-4743-66D57C166F0B}"/>
                </a:ext>
              </a:extLst>
            </p:cNvPr>
            <p:cNvSpPr/>
            <p:nvPr/>
          </p:nvSpPr>
          <p:spPr>
            <a:xfrm>
              <a:off x="7833899" y="3960727"/>
              <a:ext cx="710317" cy="178013"/>
            </a:xfrm>
            <a:prstGeom prst="rightArrow">
              <a:avLst/>
            </a:prstGeom>
            <a:solidFill>
              <a:srgbClr val="DD512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ounded Rectangle 4">
            <a:hlinkClick r:id="rId8" action="ppaction://hlinksldjump"/>
            <a:extLst>
              <a:ext uri="{FF2B5EF4-FFF2-40B4-BE49-F238E27FC236}">
                <a16:creationId xmlns:a16="http://schemas.microsoft.com/office/drawing/2014/main" id="{6BD4C426-9586-1D12-EA0F-7F6DAC003EB1}"/>
              </a:ext>
            </a:extLst>
          </p:cNvPr>
          <p:cNvSpPr/>
          <p:nvPr/>
        </p:nvSpPr>
        <p:spPr>
          <a:xfrm>
            <a:off x="253999" y="251908"/>
            <a:ext cx="1962545" cy="41148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Pathophysiology</a:t>
            </a:r>
          </a:p>
        </p:txBody>
      </p:sp>
      <p:sp>
        <p:nvSpPr>
          <p:cNvPr id="40" name="Rounded Rectangle 6">
            <a:hlinkClick r:id="rId9" action="ppaction://hlinksldjump"/>
            <a:extLst>
              <a:ext uri="{FF2B5EF4-FFF2-40B4-BE49-F238E27FC236}">
                <a16:creationId xmlns:a16="http://schemas.microsoft.com/office/drawing/2014/main" id="{88DA72D0-34B2-D6E6-064F-2C5829CBE457}"/>
              </a:ext>
            </a:extLst>
          </p:cNvPr>
          <p:cNvSpPr/>
          <p:nvPr/>
        </p:nvSpPr>
        <p:spPr>
          <a:xfrm>
            <a:off x="253999" y="862333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Screening</a:t>
            </a:r>
          </a:p>
        </p:txBody>
      </p:sp>
      <p:sp>
        <p:nvSpPr>
          <p:cNvPr id="42" name="Rounded Rectangle 9">
            <a:hlinkClick r:id="rId10" action="ppaction://hlinksldjump"/>
            <a:extLst>
              <a:ext uri="{FF2B5EF4-FFF2-40B4-BE49-F238E27FC236}">
                <a16:creationId xmlns:a16="http://schemas.microsoft.com/office/drawing/2014/main" id="{E8627050-E664-8DD5-5E53-9909AAB2A608}"/>
              </a:ext>
            </a:extLst>
          </p:cNvPr>
          <p:cNvSpPr/>
          <p:nvPr/>
        </p:nvSpPr>
        <p:spPr>
          <a:xfrm>
            <a:off x="253999" y="1472758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pic>
        <p:nvPicPr>
          <p:cNvPr id="44" name="Graphic 43" descr="Cursor with solid fill">
            <a:extLst>
              <a:ext uri="{FF2B5EF4-FFF2-40B4-BE49-F238E27FC236}">
                <a16:creationId xmlns:a16="http://schemas.microsoft.com/office/drawing/2014/main" id="{9BA3524A-0DF8-07F3-21B2-4348996FD2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5532" y="1125949"/>
            <a:ext cx="301752" cy="301752"/>
          </a:xfrm>
          <a:prstGeom prst="rect">
            <a:avLst/>
          </a:prstGeom>
        </p:spPr>
      </p:pic>
      <p:pic>
        <p:nvPicPr>
          <p:cNvPr id="46" name="Graphic 45" descr="Cursor with solid fill">
            <a:extLst>
              <a:ext uri="{FF2B5EF4-FFF2-40B4-BE49-F238E27FC236}">
                <a16:creationId xmlns:a16="http://schemas.microsoft.com/office/drawing/2014/main" id="{E1AEFAE9-12CA-398E-9402-0299C452FC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5532" y="1738371"/>
            <a:ext cx="301752" cy="301752"/>
          </a:xfrm>
          <a:prstGeom prst="rect">
            <a:avLst/>
          </a:prstGeom>
        </p:spPr>
      </p:pic>
      <p:sp>
        <p:nvSpPr>
          <p:cNvPr id="2" name="Rounded Rectangle 3">
            <a:hlinkClick r:id="rId11" action="ppaction://hlinksldjump"/>
            <a:extLst>
              <a:ext uri="{FF2B5EF4-FFF2-40B4-BE49-F238E27FC236}">
                <a16:creationId xmlns:a16="http://schemas.microsoft.com/office/drawing/2014/main" id="{8C0EFFDB-1CE3-8800-77D2-C5D5E3F6245E}"/>
              </a:ext>
            </a:extLst>
          </p:cNvPr>
          <p:cNvSpPr/>
          <p:nvPr/>
        </p:nvSpPr>
        <p:spPr>
          <a:xfrm>
            <a:off x="257446" y="2083182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4" name="Graphic 3" descr="Cursor with solid fill">
            <a:extLst>
              <a:ext uri="{FF2B5EF4-FFF2-40B4-BE49-F238E27FC236}">
                <a16:creationId xmlns:a16="http://schemas.microsoft.com/office/drawing/2014/main" id="{DD8B2E4B-8FFB-F6EF-973D-1C3C0828AE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5532" y="2351520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12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6"/>
                  </p:tgtEl>
                </p:cond>
              </p:nextCondLst>
            </p:seq>
            <p:seq concurrent="1" nextAc="seek">
              <p:cTn id="85" restart="whenNotActive" fill="hold" evtFilter="cancelBubble" nodeType="interactiveSeq">
                <p:stCondLst>
                  <p:cond evt="onClick" delay="0">
                    <p:tgtEl>
                      <p:spTgt spid="1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6"/>
                  </p:tgtEl>
                </p:cond>
              </p:nextCondLst>
            </p:seq>
          </p:childTnLst>
        </p:cTn>
      </p:par>
    </p:tnLst>
    <p:bldLst>
      <p:bldP spid="123" grpId="0"/>
      <p:bldP spid="18" grpId="0" animBg="1"/>
      <p:bldP spid="41" grpId="0"/>
      <p:bldP spid="47" grpId="0"/>
      <p:bldP spid="50" grpId="0"/>
      <p:bldP spid="52" grpId="0" animBg="1"/>
      <p:bldP spid="56" grpId="0" animBg="1"/>
      <p:bldP spid="64" grpId="0" animBg="1"/>
      <p:bldP spid="67" grpId="0" animBg="1"/>
      <p:bldP spid="70" grpId="0" animBg="1"/>
      <p:bldP spid="119" grpId="0" animBg="1"/>
      <p:bldP spid="132" grpId="0" animBg="1"/>
      <p:bldP spid="135" grpId="0" animBg="1"/>
      <p:bldP spid="136" grpId="0" animBg="1"/>
      <p:bldP spid="136" grpId="1" animBg="1"/>
      <p:bldP spid="145" grpId="0" animBg="1"/>
      <p:bldP spid="146" grpId="0" animBg="1"/>
      <p:bldP spid="146" grpId="1" animBg="1"/>
      <p:bldP spid="153" grpId="0"/>
      <p:bldP spid="165" grpId="1" animBg="1"/>
      <p:bldP spid="166" grpId="1" animBg="1"/>
      <p:bldP spid="166" grpId="2" animBg="1"/>
      <p:bldP spid="171" grpId="0" animBg="1"/>
      <p:bldP spid="17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ounded Rectangle 124">
            <a:extLst>
              <a:ext uri="{FF2B5EF4-FFF2-40B4-BE49-F238E27FC236}">
                <a16:creationId xmlns:a16="http://schemas.microsoft.com/office/drawing/2014/main" id="{913F20FD-4756-1AF2-D3D3-34BB922FFEAF}"/>
              </a:ext>
            </a:extLst>
          </p:cNvPr>
          <p:cNvSpPr/>
          <p:nvPr/>
        </p:nvSpPr>
        <p:spPr>
          <a:xfrm>
            <a:off x="3984711" y="3432648"/>
            <a:ext cx="1176304" cy="724566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HPV</a:t>
            </a:r>
          </a:p>
        </p:txBody>
      </p:sp>
      <p:sp>
        <p:nvSpPr>
          <p:cNvPr id="63" name="Rounded Rectangle 123">
            <a:extLst>
              <a:ext uri="{FF2B5EF4-FFF2-40B4-BE49-F238E27FC236}">
                <a16:creationId xmlns:a16="http://schemas.microsoft.com/office/drawing/2014/main" id="{547807CF-1C48-6DE1-076F-05015657270D}"/>
              </a:ext>
            </a:extLst>
          </p:cNvPr>
          <p:cNvSpPr/>
          <p:nvPr/>
        </p:nvSpPr>
        <p:spPr>
          <a:xfrm>
            <a:off x="3984711" y="2193348"/>
            <a:ext cx="1176304" cy="41148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Cytology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5EC06A-7758-1634-7961-E9AF3768236D}"/>
              </a:ext>
            </a:extLst>
          </p:cNvPr>
          <p:cNvSpPr/>
          <p:nvPr/>
        </p:nvSpPr>
        <p:spPr>
          <a:xfrm>
            <a:off x="0" y="6600110"/>
            <a:ext cx="20714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/>
              <a:t>Images created with </a:t>
            </a:r>
            <a:r>
              <a:rPr lang="en-US" sz="1000" dirty="0" err="1"/>
              <a:t>BioRender.com</a:t>
            </a:r>
            <a:endParaRPr lang="en-US" sz="1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DFCBE9E-B264-4AC2-4636-E60A991F8CDB}"/>
              </a:ext>
            </a:extLst>
          </p:cNvPr>
          <p:cNvSpPr txBox="1"/>
          <p:nvPr/>
        </p:nvSpPr>
        <p:spPr>
          <a:xfrm>
            <a:off x="3595958" y="138900"/>
            <a:ext cx="6094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Screening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A89D011-7266-7A96-CADD-F55FDAFBA2C0}"/>
              </a:ext>
            </a:extLst>
          </p:cNvPr>
          <p:cNvSpPr txBox="1"/>
          <p:nvPr/>
        </p:nvSpPr>
        <p:spPr>
          <a:xfrm>
            <a:off x="2972145" y="650979"/>
            <a:ext cx="806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Detects treatable changes and precancers that are likely to progress to cancer</a:t>
            </a:r>
          </a:p>
        </p:txBody>
      </p:sp>
      <p:sp>
        <p:nvSpPr>
          <p:cNvPr id="76" name="Cytology">
            <a:extLst>
              <a:ext uri="{FF2B5EF4-FFF2-40B4-BE49-F238E27FC236}">
                <a16:creationId xmlns:a16="http://schemas.microsoft.com/office/drawing/2014/main" id="{D78A8EA6-2770-9860-1E4C-0575A815EAE0}"/>
              </a:ext>
            </a:extLst>
          </p:cNvPr>
          <p:cNvSpPr/>
          <p:nvPr/>
        </p:nvSpPr>
        <p:spPr>
          <a:xfrm>
            <a:off x="3984711" y="2193348"/>
            <a:ext cx="1176304" cy="41148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Cytology</a:t>
            </a:r>
          </a:p>
        </p:txBody>
      </p:sp>
      <p:sp>
        <p:nvSpPr>
          <p:cNvPr id="77" name="Primary HPV">
            <a:extLst>
              <a:ext uri="{FF2B5EF4-FFF2-40B4-BE49-F238E27FC236}">
                <a16:creationId xmlns:a16="http://schemas.microsoft.com/office/drawing/2014/main" id="{E26E7EB0-9A18-9D68-AF34-E69E23B4CF61}"/>
              </a:ext>
            </a:extLst>
          </p:cNvPr>
          <p:cNvSpPr/>
          <p:nvPr/>
        </p:nvSpPr>
        <p:spPr>
          <a:xfrm>
            <a:off x="3984711" y="3432648"/>
            <a:ext cx="1176304" cy="724566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Primary HPV</a:t>
            </a:r>
          </a:p>
        </p:txBody>
      </p:sp>
      <p:pic>
        <p:nvPicPr>
          <p:cNvPr id="80" name="Graphic 79" descr="Cursor with solid fill">
            <a:extLst>
              <a:ext uri="{FF2B5EF4-FFF2-40B4-BE49-F238E27FC236}">
                <a16:creationId xmlns:a16="http://schemas.microsoft.com/office/drawing/2014/main" id="{7B40BC4F-B216-7127-050F-C5D1FE1124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0705" y="2466587"/>
            <a:ext cx="301752" cy="301752"/>
          </a:xfrm>
          <a:prstGeom prst="rect">
            <a:avLst/>
          </a:prstGeom>
        </p:spPr>
      </p:pic>
      <p:pic>
        <p:nvPicPr>
          <p:cNvPr id="81" name="Graphic 80" descr="Cursor with solid fill">
            <a:extLst>
              <a:ext uri="{FF2B5EF4-FFF2-40B4-BE49-F238E27FC236}">
                <a16:creationId xmlns:a16="http://schemas.microsoft.com/office/drawing/2014/main" id="{5A7FDF65-F1CB-E08A-488E-42FFFA29A9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0705" y="3997353"/>
            <a:ext cx="301752" cy="301752"/>
          </a:xfrm>
          <a:prstGeom prst="rect">
            <a:avLst/>
          </a:prstGeom>
        </p:spPr>
      </p:pic>
      <p:sp>
        <p:nvSpPr>
          <p:cNvPr id="188" name="Button">
            <a:extLst>
              <a:ext uri="{FF2B5EF4-FFF2-40B4-BE49-F238E27FC236}">
                <a16:creationId xmlns:a16="http://schemas.microsoft.com/office/drawing/2014/main" id="{C54E5002-2553-7497-038F-F82AB5ED4B86}"/>
              </a:ext>
            </a:extLst>
          </p:cNvPr>
          <p:cNvSpPr/>
          <p:nvPr/>
        </p:nvSpPr>
        <p:spPr>
          <a:xfrm>
            <a:off x="2503842" y="2351010"/>
            <a:ext cx="1176304" cy="73817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Screening tests?</a:t>
            </a:r>
          </a:p>
        </p:txBody>
      </p:sp>
      <p:sp>
        <p:nvSpPr>
          <p:cNvPr id="189" name="Screening tests">
            <a:extLst>
              <a:ext uri="{FF2B5EF4-FFF2-40B4-BE49-F238E27FC236}">
                <a16:creationId xmlns:a16="http://schemas.microsoft.com/office/drawing/2014/main" id="{F3C0A55A-EDCA-027F-B49C-78D9B5BC4264}"/>
              </a:ext>
            </a:extLst>
          </p:cNvPr>
          <p:cNvSpPr/>
          <p:nvPr/>
        </p:nvSpPr>
        <p:spPr>
          <a:xfrm>
            <a:off x="2503843" y="2345560"/>
            <a:ext cx="1185135" cy="73381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Screening tests?</a:t>
            </a:r>
          </a:p>
        </p:txBody>
      </p:sp>
      <p:pic>
        <p:nvPicPr>
          <p:cNvPr id="190" name="Graphic 189" descr="Cursor with solid fill">
            <a:extLst>
              <a:ext uri="{FF2B5EF4-FFF2-40B4-BE49-F238E27FC236}">
                <a16:creationId xmlns:a16="http://schemas.microsoft.com/office/drawing/2014/main" id="{785BDF6F-A7BF-797D-C687-E381330259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38102" y="2925404"/>
            <a:ext cx="301752" cy="301752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3975B9FF-99B9-CF08-4198-D4A898736AC7}"/>
              </a:ext>
            </a:extLst>
          </p:cNvPr>
          <p:cNvSpPr/>
          <p:nvPr/>
        </p:nvSpPr>
        <p:spPr>
          <a:xfrm>
            <a:off x="2921828" y="1090902"/>
            <a:ext cx="8470900" cy="848460"/>
          </a:xfrm>
          <a:prstGeom prst="rightArrow">
            <a:avLst>
              <a:gd name="adj1" fmla="val 79937"/>
              <a:gd name="adj2" fmla="val 50000"/>
            </a:avLst>
          </a:prstGeom>
          <a:gradFill flip="none" rotWithShape="1">
            <a:gsLst>
              <a:gs pos="8000">
                <a:schemeClr val="accent2"/>
              </a:gs>
              <a:gs pos="82000">
                <a:srgbClr val="C00000"/>
              </a:gs>
            </a:gsLst>
            <a:lin ang="0" scaled="1"/>
            <a:tileRect/>
          </a:gra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4F7216B-4920-2CF4-3581-18F8F53E578B}"/>
              </a:ext>
            </a:extLst>
          </p:cNvPr>
          <p:cNvGrpSpPr/>
          <p:nvPr/>
        </p:nvGrpSpPr>
        <p:grpSpPr>
          <a:xfrm>
            <a:off x="2949773" y="1193332"/>
            <a:ext cx="8192729" cy="646331"/>
            <a:chOff x="2949773" y="1193332"/>
            <a:chExt cx="8192729" cy="64633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12B3716-DEE9-2F89-3766-0BEBB33EAD8E}"/>
                </a:ext>
              </a:extLst>
            </p:cNvPr>
            <p:cNvSpPr txBox="1"/>
            <p:nvPr/>
          </p:nvSpPr>
          <p:spPr>
            <a:xfrm>
              <a:off x="2949773" y="1193332"/>
              <a:ext cx="15247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Persistent HPV infection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69F7E2-E6F5-F337-49E4-076F8FF7AE64}"/>
                </a:ext>
              </a:extLst>
            </p:cNvPr>
            <p:cNvSpPr txBox="1"/>
            <p:nvPr/>
          </p:nvSpPr>
          <p:spPr>
            <a:xfrm>
              <a:off x="4913231" y="1331831"/>
              <a:ext cx="15247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Atypia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7278014-8E39-C186-27EB-1D82CE699588}"/>
                </a:ext>
              </a:extLst>
            </p:cNvPr>
            <p:cNvSpPr txBox="1"/>
            <p:nvPr/>
          </p:nvSpPr>
          <p:spPr>
            <a:xfrm>
              <a:off x="7566012" y="1331831"/>
              <a:ext cx="15247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Precancer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9E01BBD-BE3F-3489-1E2C-9870BB612984}"/>
                </a:ext>
              </a:extLst>
            </p:cNvPr>
            <p:cNvSpPr txBox="1"/>
            <p:nvPr/>
          </p:nvSpPr>
          <p:spPr>
            <a:xfrm>
              <a:off x="9796021" y="1193332"/>
              <a:ext cx="13464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Cervical cancer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F54D5DB-5675-C22E-5087-97584E9BB335}"/>
              </a:ext>
            </a:extLst>
          </p:cNvPr>
          <p:cNvGrpSpPr/>
          <p:nvPr/>
        </p:nvGrpSpPr>
        <p:grpSpPr>
          <a:xfrm>
            <a:off x="5600182" y="1979376"/>
            <a:ext cx="6389912" cy="1389096"/>
            <a:chOff x="5768755" y="1990265"/>
            <a:chExt cx="6389912" cy="1389096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F01F202A-33AE-62B6-0677-22A0A2FAE274}"/>
                </a:ext>
              </a:extLst>
            </p:cNvPr>
            <p:cNvSpPr/>
            <p:nvPr/>
          </p:nvSpPr>
          <p:spPr>
            <a:xfrm>
              <a:off x="5768755" y="1990265"/>
              <a:ext cx="6380387" cy="1389096"/>
            </a:xfrm>
            <a:prstGeom prst="rect">
              <a:avLst/>
            </a:prstGeom>
            <a:ln w="1905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344CB7C-0A21-2A13-0397-2B75EB449420}"/>
                </a:ext>
              </a:extLst>
            </p:cNvPr>
            <p:cNvSpPr/>
            <p:nvPr/>
          </p:nvSpPr>
          <p:spPr>
            <a:xfrm>
              <a:off x="6725685" y="2097703"/>
              <a:ext cx="3613960" cy="1222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 </a:t>
              </a:r>
              <a:r>
                <a:rPr lang="en-US" b="1" dirty="0">
                  <a:solidFill>
                    <a:schemeClr val="tx1"/>
                  </a:solidFill>
                </a:rPr>
                <a:t>Pap smear </a:t>
              </a:r>
              <a:r>
                <a:rPr lang="en-US" dirty="0">
                  <a:solidFill>
                    <a:schemeClr val="tx1"/>
                  </a:solidFill>
                </a:rPr>
                <a:t>collects exfoliated cervical cells, which are examined for changes suggestive of acute HPV infection, precancer, or cancer</a:t>
              </a: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23FB6A6B-A671-6398-F47A-21D4A9D043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55203" t="30562" r="8055" b="37595"/>
            <a:stretch/>
          </p:blipFill>
          <p:spPr>
            <a:xfrm>
              <a:off x="10087266" y="2091750"/>
              <a:ext cx="2071401" cy="1256698"/>
            </a:xfrm>
            <a:prstGeom prst="rect">
              <a:avLst/>
            </a:prstGeom>
          </p:spPr>
        </p:pic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3DC046E-3A8B-1428-08C5-460D747DD796}"/>
                </a:ext>
              </a:extLst>
            </p:cNvPr>
            <p:cNvGrpSpPr/>
            <p:nvPr/>
          </p:nvGrpSpPr>
          <p:grpSpPr>
            <a:xfrm>
              <a:off x="5852042" y="2206525"/>
              <a:ext cx="856665" cy="962217"/>
              <a:chOff x="2828230" y="3099114"/>
              <a:chExt cx="1030300" cy="1156387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40FEAA3-B15C-ED37-1796-1F5FD88892D1}"/>
                  </a:ext>
                </a:extLst>
              </p:cNvPr>
              <p:cNvGrpSpPr/>
              <p:nvPr/>
            </p:nvGrpSpPr>
            <p:grpSpPr>
              <a:xfrm>
                <a:off x="2828230" y="3099114"/>
                <a:ext cx="1030300" cy="1000412"/>
                <a:chOff x="2931867" y="3827005"/>
                <a:chExt cx="1371600" cy="1325058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15FE51AA-633F-D5EA-0DAD-B054A7D4E119}"/>
                    </a:ext>
                  </a:extLst>
                </p:cNvPr>
                <p:cNvSpPr/>
                <p:nvPr/>
              </p:nvSpPr>
              <p:spPr>
                <a:xfrm>
                  <a:off x="2931867" y="3827005"/>
                  <a:ext cx="1371600" cy="1325058"/>
                </a:xfrm>
                <a:prstGeom prst="ellipse">
                  <a:avLst/>
                </a:prstGeom>
                <a:gradFill flip="none" rotWithShape="1">
                  <a:gsLst>
                    <a:gs pos="93000">
                      <a:srgbClr val="A53839"/>
                    </a:gs>
                    <a:gs pos="35000">
                      <a:srgbClr val="FCE5EA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838021A6-7F7C-B928-31AC-7A7FE02BB72A}"/>
                    </a:ext>
                  </a:extLst>
                </p:cNvPr>
                <p:cNvSpPr/>
                <p:nvPr/>
              </p:nvSpPr>
              <p:spPr>
                <a:xfrm>
                  <a:off x="3178148" y="4151651"/>
                  <a:ext cx="897484" cy="741365"/>
                </a:xfrm>
                <a:custGeom>
                  <a:avLst/>
                  <a:gdLst>
                    <a:gd name="connsiteX0" fmla="*/ 157790 w 843850"/>
                    <a:gd name="connsiteY0" fmla="*/ 81646 h 716344"/>
                    <a:gd name="connsiteX1" fmla="*/ 5390 w 843850"/>
                    <a:gd name="connsiteY1" fmla="*/ 272146 h 716344"/>
                    <a:gd name="connsiteX2" fmla="*/ 91115 w 843850"/>
                    <a:gd name="connsiteY2" fmla="*/ 643621 h 716344"/>
                    <a:gd name="connsiteX3" fmla="*/ 605465 w 843850"/>
                    <a:gd name="connsiteY3" fmla="*/ 691246 h 716344"/>
                    <a:gd name="connsiteX4" fmla="*/ 843590 w 843850"/>
                    <a:gd name="connsiteY4" fmla="*/ 348346 h 716344"/>
                    <a:gd name="connsiteX5" fmla="*/ 643565 w 843850"/>
                    <a:gd name="connsiteY5" fmla="*/ 34021 h 716344"/>
                    <a:gd name="connsiteX6" fmla="*/ 272090 w 843850"/>
                    <a:gd name="connsiteY6" fmla="*/ 14971 h 716344"/>
                    <a:gd name="connsiteX7" fmla="*/ 157790 w 843850"/>
                    <a:gd name="connsiteY7" fmla="*/ 81646 h 7163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3850" h="716344">
                      <a:moveTo>
                        <a:pt x="157790" y="81646"/>
                      </a:moveTo>
                      <a:cubicBezTo>
                        <a:pt x="113340" y="124508"/>
                        <a:pt x="16502" y="178484"/>
                        <a:pt x="5390" y="272146"/>
                      </a:cubicBezTo>
                      <a:cubicBezTo>
                        <a:pt x="-5722" y="365808"/>
                        <a:pt x="-8897" y="573771"/>
                        <a:pt x="91115" y="643621"/>
                      </a:cubicBezTo>
                      <a:cubicBezTo>
                        <a:pt x="191127" y="713471"/>
                        <a:pt x="480053" y="740458"/>
                        <a:pt x="605465" y="691246"/>
                      </a:cubicBezTo>
                      <a:cubicBezTo>
                        <a:pt x="730877" y="642034"/>
                        <a:pt x="837240" y="457883"/>
                        <a:pt x="843590" y="348346"/>
                      </a:cubicBezTo>
                      <a:cubicBezTo>
                        <a:pt x="849940" y="238809"/>
                        <a:pt x="738815" y="89584"/>
                        <a:pt x="643565" y="34021"/>
                      </a:cubicBezTo>
                      <a:cubicBezTo>
                        <a:pt x="548315" y="-21542"/>
                        <a:pt x="354640" y="5446"/>
                        <a:pt x="272090" y="14971"/>
                      </a:cubicBezTo>
                      <a:cubicBezTo>
                        <a:pt x="189540" y="24496"/>
                        <a:pt x="202240" y="38784"/>
                        <a:pt x="157790" y="81646"/>
                      </a:cubicBezTo>
                      <a:close/>
                    </a:path>
                  </a:pathLst>
                </a:custGeom>
                <a:noFill/>
                <a:ln>
                  <a:solidFill>
                    <a:schemeClr val="tx1"/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424B212C-6B63-FC18-8326-32E0A1A276D3}"/>
                    </a:ext>
                  </a:extLst>
                </p:cNvPr>
                <p:cNvSpPr/>
                <p:nvPr/>
              </p:nvSpPr>
              <p:spPr>
                <a:xfrm>
                  <a:off x="3284993" y="4325124"/>
                  <a:ext cx="669000" cy="326626"/>
                </a:xfrm>
                <a:custGeom>
                  <a:avLst/>
                  <a:gdLst>
                    <a:gd name="connsiteX0" fmla="*/ 4216 w 634011"/>
                    <a:gd name="connsiteY0" fmla="*/ 199593 h 326626"/>
                    <a:gd name="connsiteX1" fmla="*/ 124866 w 634011"/>
                    <a:gd name="connsiteY1" fmla="*/ 123393 h 326626"/>
                    <a:gd name="connsiteX2" fmla="*/ 162966 w 634011"/>
                    <a:gd name="connsiteY2" fmla="*/ 110693 h 326626"/>
                    <a:gd name="connsiteX3" fmla="*/ 264566 w 634011"/>
                    <a:gd name="connsiteY3" fmla="*/ 28143 h 326626"/>
                    <a:gd name="connsiteX4" fmla="*/ 410616 w 634011"/>
                    <a:gd name="connsiteY4" fmla="*/ 2743 h 326626"/>
                    <a:gd name="connsiteX5" fmla="*/ 512216 w 634011"/>
                    <a:gd name="connsiteY5" fmla="*/ 85293 h 326626"/>
                    <a:gd name="connsiteX6" fmla="*/ 632866 w 634011"/>
                    <a:gd name="connsiteY6" fmla="*/ 148793 h 326626"/>
                    <a:gd name="connsiteX7" fmla="*/ 436016 w 634011"/>
                    <a:gd name="connsiteY7" fmla="*/ 231343 h 326626"/>
                    <a:gd name="connsiteX8" fmla="*/ 372516 w 634011"/>
                    <a:gd name="connsiteY8" fmla="*/ 288493 h 326626"/>
                    <a:gd name="connsiteX9" fmla="*/ 302666 w 634011"/>
                    <a:gd name="connsiteY9" fmla="*/ 237693 h 326626"/>
                    <a:gd name="connsiteX10" fmla="*/ 213766 w 634011"/>
                    <a:gd name="connsiteY10" fmla="*/ 288493 h 326626"/>
                    <a:gd name="connsiteX11" fmla="*/ 105816 w 634011"/>
                    <a:gd name="connsiteY11" fmla="*/ 326593 h 326626"/>
                    <a:gd name="connsiteX12" fmla="*/ 35966 w 634011"/>
                    <a:gd name="connsiteY12" fmla="*/ 282143 h 326626"/>
                    <a:gd name="connsiteX13" fmla="*/ 4216 w 634011"/>
                    <a:gd name="connsiteY13" fmla="*/ 199593 h 326626"/>
                    <a:gd name="connsiteX0" fmla="*/ 2279 w 670174"/>
                    <a:gd name="connsiteY0" fmla="*/ 212293 h 326626"/>
                    <a:gd name="connsiteX1" fmla="*/ 161029 w 670174"/>
                    <a:gd name="connsiteY1" fmla="*/ 123393 h 326626"/>
                    <a:gd name="connsiteX2" fmla="*/ 199129 w 670174"/>
                    <a:gd name="connsiteY2" fmla="*/ 110693 h 326626"/>
                    <a:gd name="connsiteX3" fmla="*/ 300729 w 670174"/>
                    <a:gd name="connsiteY3" fmla="*/ 28143 h 326626"/>
                    <a:gd name="connsiteX4" fmla="*/ 446779 w 670174"/>
                    <a:gd name="connsiteY4" fmla="*/ 2743 h 326626"/>
                    <a:gd name="connsiteX5" fmla="*/ 548379 w 670174"/>
                    <a:gd name="connsiteY5" fmla="*/ 85293 h 326626"/>
                    <a:gd name="connsiteX6" fmla="*/ 669029 w 670174"/>
                    <a:gd name="connsiteY6" fmla="*/ 148793 h 326626"/>
                    <a:gd name="connsiteX7" fmla="*/ 472179 w 670174"/>
                    <a:gd name="connsiteY7" fmla="*/ 231343 h 326626"/>
                    <a:gd name="connsiteX8" fmla="*/ 408679 w 670174"/>
                    <a:gd name="connsiteY8" fmla="*/ 288493 h 326626"/>
                    <a:gd name="connsiteX9" fmla="*/ 338829 w 670174"/>
                    <a:gd name="connsiteY9" fmla="*/ 237693 h 326626"/>
                    <a:gd name="connsiteX10" fmla="*/ 249929 w 670174"/>
                    <a:gd name="connsiteY10" fmla="*/ 288493 h 326626"/>
                    <a:gd name="connsiteX11" fmla="*/ 141979 w 670174"/>
                    <a:gd name="connsiteY11" fmla="*/ 326593 h 326626"/>
                    <a:gd name="connsiteX12" fmla="*/ 72129 w 670174"/>
                    <a:gd name="connsiteY12" fmla="*/ 282143 h 326626"/>
                    <a:gd name="connsiteX13" fmla="*/ 2279 w 670174"/>
                    <a:gd name="connsiteY13" fmla="*/ 212293 h 326626"/>
                    <a:gd name="connsiteX0" fmla="*/ 933 w 668828"/>
                    <a:gd name="connsiteY0" fmla="*/ 212293 h 326626"/>
                    <a:gd name="connsiteX1" fmla="*/ 159683 w 668828"/>
                    <a:gd name="connsiteY1" fmla="*/ 123393 h 326626"/>
                    <a:gd name="connsiteX2" fmla="*/ 197783 w 668828"/>
                    <a:gd name="connsiteY2" fmla="*/ 110693 h 326626"/>
                    <a:gd name="connsiteX3" fmla="*/ 299383 w 668828"/>
                    <a:gd name="connsiteY3" fmla="*/ 28143 h 326626"/>
                    <a:gd name="connsiteX4" fmla="*/ 445433 w 668828"/>
                    <a:gd name="connsiteY4" fmla="*/ 2743 h 326626"/>
                    <a:gd name="connsiteX5" fmla="*/ 547033 w 668828"/>
                    <a:gd name="connsiteY5" fmla="*/ 85293 h 326626"/>
                    <a:gd name="connsiteX6" fmla="*/ 667683 w 668828"/>
                    <a:gd name="connsiteY6" fmla="*/ 148793 h 326626"/>
                    <a:gd name="connsiteX7" fmla="*/ 470833 w 668828"/>
                    <a:gd name="connsiteY7" fmla="*/ 231343 h 326626"/>
                    <a:gd name="connsiteX8" fmla="*/ 407333 w 668828"/>
                    <a:gd name="connsiteY8" fmla="*/ 288493 h 326626"/>
                    <a:gd name="connsiteX9" fmla="*/ 337483 w 668828"/>
                    <a:gd name="connsiteY9" fmla="*/ 237693 h 326626"/>
                    <a:gd name="connsiteX10" fmla="*/ 248583 w 668828"/>
                    <a:gd name="connsiteY10" fmla="*/ 288493 h 326626"/>
                    <a:gd name="connsiteX11" fmla="*/ 140633 w 668828"/>
                    <a:gd name="connsiteY11" fmla="*/ 326593 h 326626"/>
                    <a:gd name="connsiteX12" fmla="*/ 96183 w 668828"/>
                    <a:gd name="connsiteY12" fmla="*/ 244043 h 326626"/>
                    <a:gd name="connsiteX13" fmla="*/ 933 w 668828"/>
                    <a:gd name="connsiteY13" fmla="*/ 212293 h 326626"/>
                    <a:gd name="connsiteX0" fmla="*/ 1105 w 669000"/>
                    <a:gd name="connsiteY0" fmla="*/ 212293 h 326626"/>
                    <a:gd name="connsiteX1" fmla="*/ 166205 w 669000"/>
                    <a:gd name="connsiteY1" fmla="*/ 174193 h 326626"/>
                    <a:gd name="connsiteX2" fmla="*/ 197955 w 669000"/>
                    <a:gd name="connsiteY2" fmla="*/ 110693 h 326626"/>
                    <a:gd name="connsiteX3" fmla="*/ 299555 w 669000"/>
                    <a:gd name="connsiteY3" fmla="*/ 28143 h 326626"/>
                    <a:gd name="connsiteX4" fmla="*/ 445605 w 669000"/>
                    <a:gd name="connsiteY4" fmla="*/ 2743 h 326626"/>
                    <a:gd name="connsiteX5" fmla="*/ 547205 w 669000"/>
                    <a:gd name="connsiteY5" fmla="*/ 85293 h 326626"/>
                    <a:gd name="connsiteX6" fmla="*/ 667855 w 669000"/>
                    <a:gd name="connsiteY6" fmla="*/ 148793 h 326626"/>
                    <a:gd name="connsiteX7" fmla="*/ 471005 w 669000"/>
                    <a:gd name="connsiteY7" fmla="*/ 231343 h 326626"/>
                    <a:gd name="connsiteX8" fmla="*/ 407505 w 669000"/>
                    <a:gd name="connsiteY8" fmla="*/ 288493 h 326626"/>
                    <a:gd name="connsiteX9" fmla="*/ 337655 w 669000"/>
                    <a:gd name="connsiteY9" fmla="*/ 237693 h 326626"/>
                    <a:gd name="connsiteX10" fmla="*/ 248755 w 669000"/>
                    <a:gd name="connsiteY10" fmla="*/ 288493 h 326626"/>
                    <a:gd name="connsiteX11" fmla="*/ 140805 w 669000"/>
                    <a:gd name="connsiteY11" fmla="*/ 326593 h 326626"/>
                    <a:gd name="connsiteX12" fmla="*/ 96355 w 669000"/>
                    <a:gd name="connsiteY12" fmla="*/ 244043 h 326626"/>
                    <a:gd name="connsiteX13" fmla="*/ 1105 w 669000"/>
                    <a:gd name="connsiteY13" fmla="*/ 212293 h 326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9000" h="326626">
                      <a:moveTo>
                        <a:pt x="1105" y="212293"/>
                      </a:moveTo>
                      <a:cubicBezTo>
                        <a:pt x="12747" y="200651"/>
                        <a:pt x="133397" y="191126"/>
                        <a:pt x="166205" y="174193"/>
                      </a:cubicBezTo>
                      <a:cubicBezTo>
                        <a:pt x="199013" y="157260"/>
                        <a:pt x="175730" y="135035"/>
                        <a:pt x="197955" y="110693"/>
                      </a:cubicBezTo>
                      <a:cubicBezTo>
                        <a:pt x="220180" y="86351"/>
                        <a:pt x="258280" y="46135"/>
                        <a:pt x="299555" y="28143"/>
                      </a:cubicBezTo>
                      <a:cubicBezTo>
                        <a:pt x="340830" y="10151"/>
                        <a:pt x="404330" y="-6782"/>
                        <a:pt x="445605" y="2743"/>
                      </a:cubicBezTo>
                      <a:cubicBezTo>
                        <a:pt x="486880" y="12268"/>
                        <a:pt x="510163" y="60951"/>
                        <a:pt x="547205" y="85293"/>
                      </a:cubicBezTo>
                      <a:cubicBezTo>
                        <a:pt x="584247" y="109635"/>
                        <a:pt x="680555" y="124451"/>
                        <a:pt x="667855" y="148793"/>
                      </a:cubicBezTo>
                      <a:cubicBezTo>
                        <a:pt x="655155" y="173135"/>
                        <a:pt x="514397" y="208060"/>
                        <a:pt x="471005" y="231343"/>
                      </a:cubicBezTo>
                      <a:cubicBezTo>
                        <a:pt x="427613" y="254626"/>
                        <a:pt x="429730" y="287435"/>
                        <a:pt x="407505" y="288493"/>
                      </a:cubicBezTo>
                      <a:cubicBezTo>
                        <a:pt x="385280" y="289551"/>
                        <a:pt x="364113" y="237693"/>
                        <a:pt x="337655" y="237693"/>
                      </a:cubicBezTo>
                      <a:cubicBezTo>
                        <a:pt x="311197" y="237693"/>
                        <a:pt x="281563" y="273676"/>
                        <a:pt x="248755" y="288493"/>
                      </a:cubicBezTo>
                      <a:cubicBezTo>
                        <a:pt x="215947" y="303310"/>
                        <a:pt x="170438" y="327651"/>
                        <a:pt x="140805" y="326593"/>
                      </a:cubicBezTo>
                      <a:cubicBezTo>
                        <a:pt x="111172" y="325535"/>
                        <a:pt x="119638" y="263093"/>
                        <a:pt x="96355" y="244043"/>
                      </a:cubicBezTo>
                      <a:cubicBezTo>
                        <a:pt x="73072" y="224993"/>
                        <a:pt x="-10537" y="223935"/>
                        <a:pt x="1105" y="212293"/>
                      </a:cubicBezTo>
                      <a:close/>
                    </a:path>
                  </a:pathLst>
                </a:custGeom>
                <a:solidFill>
                  <a:srgbClr val="C84D4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53571B50-F07F-3050-E934-A49EC8EF9ABF}"/>
                    </a:ext>
                  </a:extLst>
                </p:cNvPr>
                <p:cNvSpPr/>
                <p:nvPr/>
              </p:nvSpPr>
              <p:spPr>
                <a:xfrm>
                  <a:off x="3447989" y="4424714"/>
                  <a:ext cx="381025" cy="160753"/>
                </a:xfrm>
                <a:custGeom>
                  <a:avLst/>
                  <a:gdLst>
                    <a:gd name="connsiteX0" fmla="*/ 30 w 276477"/>
                    <a:gd name="connsiteY0" fmla="*/ 135418 h 136323"/>
                    <a:gd name="connsiteX1" fmla="*/ 85755 w 276477"/>
                    <a:gd name="connsiteY1" fmla="*/ 59218 h 136323"/>
                    <a:gd name="connsiteX2" fmla="*/ 85755 w 276477"/>
                    <a:gd name="connsiteY2" fmla="*/ 2068 h 136323"/>
                    <a:gd name="connsiteX3" fmla="*/ 152430 w 276477"/>
                    <a:gd name="connsiteY3" fmla="*/ 11593 h 136323"/>
                    <a:gd name="connsiteX4" fmla="*/ 276255 w 276477"/>
                    <a:gd name="connsiteY4" fmla="*/ 30643 h 136323"/>
                    <a:gd name="connsiteX5" fmla="*/ 181005 w 276477"/>
                    <a:gd name="connsiteY5" fmla="*/ 40168 h 136323"/>
                    <a:gd name="connsiteX6" fmla="*/ 114330 w 276477"/>
                    <a:gd name="connsiteY6" fmla="*/ 30643 h 136323"/>
                    <a:gd name="connsiteX7" fmla="*/ 76230 w 276477"/>
                    <a:gd name="connsiteY7" fmla="*/ 97318 h 136323"/>
                    <a:gd name="connsiteX8" fmla="*/ 30 w 276477"/>
                    <a:gd name="connsiteY8" fmla="*/ 135418 h 136323"/>
                    <a:gd name="connsiteX0" fmla="*/ 30 w 276477"/>
                    <a:gd name="connsiteY0" fmla="*/ 134273 h 135178"/>
                    <a:gd name="connsiteX1" fmla="*/ 85755 w 276477"/>
                    <a:gd name="connsiteY1" fmla="*/ 58073 h 135178"/>
                    <a:gd name="connsiteX2" fmla="*/ 104761 w 276477"/>
                    <a:gd name="connsiteY2" fmla="*/ 2777 h 135178"/>
                    <a:gd name="connsiteX3" fmla="*/ 152430 w 276477"/>
                    <a:gd name="connsiteY3" fmla="*/ 10448 h 135178"/>
                    <a:gd name="connsiteX4" fmla="*/ 276255 w 276477"/>
                    <a:gd name="connsiteY4" fmla="*/ 29498 h 135178"/>
                    <a:gd name="connsiteX5" fmla="*/ 181005 w 276477"/>
                    <a:gd name="connsiteY5" fmla="*/ 39023 h 135178"/>
                    <a:gd name="connsiteX6" fmla="*/ 114330 w 276477"/>
                    <a:gd name="connsiteY6" fmla="*/ 29498 h 135178"/>
                    <a:gd name="connsiteX7" fmla="*/ 76230 w 276477"/>
                    <a:gd name="connsiteY7" fmla="*/ 96173 h 135178"/>
                    <a:gd name="connsiteX8" fmla="*/ 30 w 276477"/>
                    <a:gd name="connsiteY8" fmla="*/ 134273 h 135178"/>
                    <a:gd name="connsiteX0" fmla="*/ 32 w 276473"/>
                    <a:gd name="connsiteY0" fmla="*/ 134273 h 135148"/>
                    <a:gd name="connsiteX1" fmla="*/ 85757 w 276473"/>
                    <a:gd name="connsiteY1" fmla="*/ 58073 h 135148"/>
                    <a:gd name="connsiteX2" fmla="*/ 104763 w 276473"/>
                    <a:gd name="connsiteY2" fmla="*/ 2777 h 135148"/>
                    <a:gd name="connsiteX3" fmla="*/ 152432 w 276473"/>
                    <a:gd name="connsiteY3" fmla="*/ 10448 h 135148"/>
                    <a:gd name="connsiteX4" fmla="*/ 276257 w 276473"/>
                    <a:gd name="connsiteY4" fmla="*/ 29498 h 135148"/>
                    <a:gd name="connsiteX5" fmla="*/ 181007 w 276473"/>
                    <a:gd name="connsiteY5" fmla="*/ 39023 h 135148"/>
                    <a:gd name="connsiteX6" fmla="*/ 126427 w 276473"/>
                    <a:gd name="connsiteY6" fmla="*/ 46186 h 135148"/>
                    <a:gd name="connsiteX7" fmla="*/ 76232 w 276473"/>
                    <a:gd name="connsiteY7" fmla="*/ 96173 h 135148"/>
                    <a:gd name="connsiteX8" fmla="*/ 32 w 276473"/>
                    <a:gd name="connsiteY8" fmla="*/ 134273 h 135148"/>
                    <a:gd name="connsiteX0" fmla="*/ 32 w 276473"/>
                    <a:gd name="connsiteY0" fmla="*/ 124295 h 125170"/>
                    <a:gd name="connsiteX1" fmla="*/ 85757 w 276473"/>
                    <a:gd name="connsiteY1" fmla="*/ 48095 h 125170"/>
                    <a:gd name="connsiteX2" fmla="*/ 109947 w 276473"/>
                    <a:gd name="connsiteY2" fmla="*/ 9487 h 125170"/>
                    <a:gd name="connsiteX3" fmla="*/ 152432 w 276473"/>
                    <a:gd name="connsiteY3" fmla="*/ 470 h 125170"/>
                    <a:gd name="connsiteX4" fmla="*/ 276257 w 276473"/>
                    <a:gd name="connsiteY4" fmla="*/ 19520 h 125170"/>
                    <a:gd name="connsiteX5" fmla="*/ 181007 w 276473"/>
                    <a:gd name="connsiteY5" fmla="*/ 29045 h 125170"/>
                    <a:gd name="connsiteX6" fmla="*/ 126427 w 276473"/>
                    <a:gd name="connsiteY6" fmla="*/ 36208 h 125170"/>
                    <a:gd name="connsiteX7" fmla="*/ 76232 w 276473"/>
                    <a:gd name="connsiteY7" fmla="*/ 86195 h 125170"/>
                    <a:gd name="connsiteX8" fmla="*/ 32 w 276473"/>
                    <a:gd name="connsiteY8" fmla="*/ 124295 h 1251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76473" h="125170">
                      <a:moveTo>
                        <a:pt x="32" y="124295"/>
                      </a:moveTo>
                      <a:cubicBezTo>
                        <a:pt x="1620" y="117945"/>
                        <a:pt x="67438" y="67230"/>
                        <a:pt x="85757" y="48095"/>
                      </a:cubicBezTo>
                      <a:cubicBezTo>
                        <a:pt x="104076" y="28960"/>
                        <a:pt x="98835" y="17424"/>
                        <a:pt x="109947" y="9487"/>
                      </a:cubicBezTo>
                      <a:cubicBezTo>
                        <a:pt x="121060" y="1549"/>
                        <a:pt x="124714" y="-1202"/>
                        <a:pt x="152432" y="470"/>
                      </a:cubicBezTo>
                      <a:cubicBezTo>
                        <a:pt x="180150" y="2142"/>
                        <a:pt x="271495" y="14758"/>
                        <a:pt x="276257" y="19520"/>
                      </a:cubicBezTo>
                      <a:cubicBezTo>
                        <a:pt x="281019" y="24282"/>
                        <a:pt x="205979" y="26264"/>
                        <a:pt x="181007" y="29045"/>
                      </a:cubicBezTo>
                      <a:cubicBezTo>
                        <a:pt x="156035" y="31826"/>
                        <a:pt x="143890" y="26683"/>
                        <a:pt x="126427" y="36208"/>
                      </a:cubicBezTo>
                      <a:cubicBezTo>
                        <a:pt x="108965" y="45733"/>
                        <a:pt x="97298" y="71514"/>
                        <a:pt x="76232" y="86195"/>
                      </a:cubicBezTo>
                      <a:cubicBezTo>
                        <a:pt x="55166" y="100876"/>
                        <a:pt x="-1556" y="130645"/>
                        <a:pt x="32" y="124295"/>
                      </a:cubicBezTo>
                      <a:close/>
                    </a:path>
                  </a:pathLst>
                </a:custGeom>
                <a:solidFill>
                  <a:srgbClr val="6B1519"/>
                </a:solidFill>
                <a:ln>
                  <a:solidFill>
                    <a:srgbClr val="6B151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7113D6E9-A34A-8AEB-C28D-FC08FB29EF03}"/>
                  </a:ext>
                </a:extLst>
              </p:cNvPr>
              <p:cNvGrpSpPr/>
              <p:nvPr/>
            </p:nvGrpSpPr>
            <p:grpSpPr>
              <a:xfrm>
                <a:off x="3265751" y="3626532"/>
                <a:ext cx="413974" cy="628969"/>
                <a:chOff x="8858337" y="3534189"/>
                <a:chExt cx="413974" cy="628969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262C57A7-55CF-52EC-8760-6995098D6BF0}"/>
                    </a:ext>
                  </a:extLst>
                </p:cNvPr>
                <p:cNvCxnSpPr>
                  <a:cxnSpLocks/>
                  <a:stCxn id="32" idx="13"/>
                  <a:endCxn id="32" idx="13"/>
                </p:cNvCxnSpPr>
                <p:nvPr/>
              </p:nvCxnSpPr>
              <p:spPr>
                <a:xfrm>
                  <a:off x="8985381" y="3681333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6D92F04D-6421-76AB-8068-23AC2CCF861E}"/>
                    </a:ext>
                  </a:extLst>
                </p:cNvPr>
                <p:cNvSpPr/>
                <p:nvPr/>
              </p:nvSpPr>
              <p:spPr>
                <a:xfrm rot="19532801">
                  <a:off x="9217325" y="3694510"/>
                  <a:ext cx="54986" cy="468648"/>
                </a:xfrm>
                <a:prstGeom prst="rect">
                  <a:avLst/>
                </a:prstGeom>
                <a:gradFill>
                  <a:gsLst>
                    <a:gs pos="8000">
                      <a:schemeClr val="bg2">
                        <a:lumMod val="90000"/>
                      </a:schemeClr>
                    </a:gs>
                    <a:gs pos="82000">
                      <a:schemeClr val="bg1"/>
                    </a:gs>
                  </a:gsLst>
                  <a:lin ang="0" scaled="1"/>
                </a:gradFill>
                <a:ln w="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997A503-6E99-3C8E-4358-37DB8199FA59}"/>
                    </a:ext>
                  </a:extLst>
                </p:cNvPr>
                <p:cNvSpPr/>
                <p:nvPr/>
              </p:nvSpPr>
              <p:spPr>
                <a:xfrm rot="18384257">
                  <a:off x="8909312" y="3483214"/>
                  <a:ext cx="210793" cy="312744"/>
                </a:xfrm>
                <a:custGeom>
                  <a:avLst/>
                  <a:gdLst>
                    <a:gd name="connsiteX0" fmla="*/ 10093 w 391534"/>
                    <a:gd name="connsiteY0" fmla="*/ 586599 h 664157"/>
                    <a:gd name="connsiteX1" fmla="*/ 225993 w 391534"/>
                    <a:gd name="connsiteY1" fmla="*/ 662799 h 664157"/>
                    <a:gd name="connsiteX2" fmla="*/ 276793 w 391534"/>
                    <a:gd name="connsiteY2" fmla="*/ 637399 h 664157"/>
                    <a:gd name="connsiteX3" fmla="*/ 327593 w 391534"/>
                    <a:gd name="connsiteY3" fmla="*/ 611999 h 664157"/>
                    <a:gd name="connsiteX4" fmla="*/ 340293 w 391534"/>
                    <a:gd name="connsiteY4" fmla="*/ 535799 h 664157"/>
                    <a:gd name="connsiteX5" fmla="*/ 391093 w 391534"/>
                    <a:gd name="connsiteY5" fmla="*/ 497699 h 664157"/>
                    <a:gd name="connsiteX6" fmla="*/ 340293 w 391534"/>
                    <a:gd name="connsiteY6" fmla="*/ 434199 h 664157"/>
                    <a:gd name="connsiteX7" fmla="*/ 391093 w 391534"/>
                    <a:gd name="connsiteY7" fmla="*/ 383399 h 664157"/>
                    <a:gd name="connsiteX8" fmla="*/ 365693 w 391534"/>
                    <a:gd name="connsiteY8" fmla="*/ 281799 h 664157"/>
                    <a:gd name="connsiteX9" fmla="*/ 378393 w 391534"/>
                    <a:gd name="connsiteY9" fmla="*/ 167499 h 664157"/>
                    <a:gd name="connsiteX10" fmla="*/ 378393 w 391534"/>
                    <a:gd name="connsiteY10" fmla="*/ 40499 h 664157"/>
                    <a:gd name="connsiteX11" fmla="*/ 378393 w 391534"/>
                    <a:gd name="connsiteY11" fmla="*/ 15099 h 664157"/>
                    <a:gd name="connsiteX12" fmla="*/ 340293 w 391534"/>
                    <a:gd name="connsiteY12" fmla="*/ 15099 h 664157"/>
                    <a:gd name="connsiteX13" fmla="*/ 187893 w 391534"/>
                    <a:gd name="connsiteY13" fmla="*/ 205599 h 664157"/>
                    <a:gd name="connsiteX14" fmla="*/ 111693 w 391534"/>
                    <a:gd name="connsiteY14" fmla="*/ 281799 h 664157"/>
                    <a:gd name="connsiteX15" fmla="*/ 98993 w 391534"/>
                    <a:gd name="connsiteY15" fmla="*/ 281799 h 664157"/>
                    <a:gd name="connsiteX16" fmla="*/ 98993 w 391534"/>
                    <a:gd name="connsiteY16" fmla="*/ 307199 h 664157"/>
                    <a:gd name="connsiteX17" fmla="*/ 48193 w 391534"/>
                    <a:gd name="connsiteY17" fmla="*/ 357999 h 664157"/>
                    <a:gd name="connsiteX18" fmla="*/ 86293 w 391534"/>
                    <a:gd name="connsiteY18" fmla="*/ 396099 h 664157"/>
                    <a:gd name="connsiteX19" fmla="*/ 35493 w 391534"/>
                    <a:gd name="connsiteY19" fmla="*/ 446899 h 664157"/>
                    <a:gd name="connsiteX20" fmla="*/ 35493 w 391534"/>
                    <a:gd name="connsiteY20" fmla="*/ 510399 h 664157"/>
                    <a:gd name="connsiteX21" fmla="*/ 10093 w 391534"/>
                    <a:gd name="connsiteY21" fmla="*/ 586599 h 664157"/>
                    <a:gd name="connsiteX0" fmla="*/ 10093 w 391534"/>
                    <a:gd name="connsiteY0" fmla="*/ 586599 h 664157"/>
                    <a:gd name="connsiteX1" fmla="*/ 225993 w 391534"/>
                    <a:gd name="connsiteY1" fmla="*/ 662799 h 664157"/>
                    <a:gd name="connsiteX2" fmla="*/ 276793 w 391534"/>
                    <a:gd name="connsiteY2" fmla="*/ 637399 h 664157"/>
                    <a:gd name="connsiteX3" fmla="*/ 327593 w 391534"/>
                    <a:gd name="connsiteY3" fmla="*/ 611999 h 664157"/>
                    <a:gd name="connsiteX4" fmla="*/ 340293 w 391534"/>
                    <a:gd name="connsiteY4" fmla="*/ 535799 h 664157"/>
                    <a:gd name="connsiteX5" fmla="*/ 391093 w 391534"/>
                    <a:gd name="connsiteY5" fmla="*/ 497699 h 664157"/>
                    <a:gd name="connsiteX6" fmla="*/ 340293 w 391534"/>
                    <a:gd name="connsiteY6" fmla="*/ 434199 h 664157"/>
                    <a:gd name="connsiteX7" fmla="*/ 391093 w 391534"/>
                    <a:gd name="connsiteY7" fmla="*/ 383399 h 664157"/>
                    <a:gd name="connsiteX8" fmla="*/ 365693 w 391534"/>
                    <a:gd name="connsiteY8" fmla="*/ 281799 h 664157"/>
                    <a:gd name="connsiteX9" fmla="*/ 378393 w 391534"/>
                    <a:gd name="connsiteY9" fmla="*/ 167499 h 664157"/>
                    <a:gd name="connsiteX10" fmla="*/ 378393 w 391534"/>
                    <a:gd name="connsiteY10" fmla="*/ 40499 h 664157"/>
                    <a:gd name="connsiteX11" fmla="*/ 378393 w 391534"/>
                    <a:gd name="connsiteY11" fmla="*/ 15099 h 664157"/>
                    <a:gd name="connsiteX12" fmla="*/ 340293 w 391534"/>
                    <a:gd name="connsiteY12" fmla="*/ 15099 h 664157"/>
                    <a:gd name="connsiteX13" fmla="*/ 187893 w 391534"/>
                    <a:gd name="connsiteY13" fmla="*/ 205599 h 664157"/>
                    <a:gd name="connsiteX14" fmla="*/ 111693 w 391534"/>
                    <a:gd name="connsiteY14" fmla="*/ 281799 h 664157"/>
                    <a:gd name="connsiteX15" fmla="*/ 98993 w 391534"/>
                    <a:gd name="connsiteY15" fmla="*/ 281799 h 664157"/>
                    <a:gd name="connsiteX16" fmla="*/ 85796 w 391534"/>
                    <a:gd name="connsiteY16" fmla="*/ 288910 h 664157"/>
                    <a:gd name="connsiteX17" fmla="*/ 48193 w 391534"/>
                    <a:gd name="connsiteY17" fmla="*/ 357999 h 664157"/>
                    <a:gd name="connsiteX18" fmla="*/ 86293 w 391534"/>
                    <a:gd name="connsiteY18" fmla="*/ 396099 h 664157"/>
                    <a:gd name="connsiteX19" fmla="*/ 35493 w 391534"/>
                    <a:gd name="connsiteY19" fmla="*/ 446899 h 664157"/>
                    <a:gd name="connsiteX20" fmla="*/ 35493 w 391534"/>
                    <a:gd name="connsiteY20" fmla="*/ 510399 h 664157"/>
                    <a:gd name="connsiteX21" fmla="*/ 10093 w 391534"/>
                    <a:gd name="connsiteY21" fmla="*/ 586599 h 664157"/>
                    <a:gd name="connsiteX0" fmla="*/ 10093 w 391534"/>
                    <a:gd name="connsiteY0" fmla="*/ 585251 h 662809"/>
                    <a:gd name="connsiteX1" fmla="*/ 225993 w 391534"/>
                    <a:gd name="connsiteY1" fmla="*/ 661451 h 662809"/>
                    <a:gd name="connsiteX2" fmla="*/ 276793 w 391534"/>
                    <a:gd name="connsiteY2" fmla="*/ 636051 h 662809"/>
                    <a:gd name="connsiteX3" fmla="*/ 327593 w 391534"/>
                    <a:gd name="connsiteY3" fmla="*/ 610651 h 662809"/>
                    <a:gd name="connsiteX4" fmla="*/ 340293 w 391534"/>
                    <a:gd name="connsiteY4" fmla="*/ 534451 h 662809"/>
                    <a:gd name="connsiteX5" fmla="*/ 391093 w 391534"/>
                    <a:gd name="connsiteY5" fmla="*/ 496351 h 662809"/>
                    <a:gd name="connsiteX6" fmla="*/ 340293 w 391534"/>
                    <a:gd name="connsiteY6" fmla="*/ 432851 h 662809"/>
                    <a:gd name="connsiteX7" fmla="*/ 391093 w 391534"/>
                    <a:gd name="connsiteY7" fmla="*/ 382051 h 662809"/>
                    <a:gd name="connsiteX8" fmla="*/ 365693 w 391534"/>
                    <a:gd name="connsiteY8" fmla="*/ 280451 h 662809"/>
                    <a:gd name="connsiteX9" fmla="*/ 378393 w 391534"/>
                    <a:gd name="connsiteY9" fmla="*/ 166151 h 662809"/>
                    <a:gd name="connsiteX10" fmla="*/ 378393 w 391534"/>
                    <a:gd name="connsiteY10" fmla="*/ 39151 h 662809"/>
                    <a:gd name="connsiteX11" fmla="*/ 378393 w 391534"/>
                    <a:gd name="connsiteY11" fmla="*/ 13751 h 662809"/>
                    <a:gd name="connsiteX12" fmla="*/ 340293 w 391534"/>
                    <a:gd name="connsiteY12" fmla="*/ 13751 h 662809"/>
                    <a:gd name="connsiteX13" fmla="*/ 177995 w 391534"/>
                    <a:gd name="connsiteY13" fmla="*/ 185962 h 662809"/>
                    <a:gd name="connsiteX14" fmla="*/ 111693 w 391534"/>
                    <a:gd name="connsiteY14" fmla="*/ 280451 h 662809"/>
                    <a:gd name="connsiteX15" fmla="*/ 98993 w 391534"/>
                    <a:gd name="connsiteY15" fmla="*/ 280451 h 662809"/>
                    <a:gd name="connsiteX16" fmla="*/ 85796 w 391534"/>
                    <a:gd name="connsiteY16" fmla="*/ 287562 h 662809"/>
                    <a:gd name="connsiteX17" fmla="*/ 48193 w 391534"/>
                    <a:gd name="connsiteY17" fmla="*/ 356651 h 662809"/>
                    <a:gd name="connsiteX18" fmla="*/ 86293 w 391534"/>
                    <a:gd name="connsiteY18" fmla="*/ 394751 h 662809"/>
                    <a:gd name="connsiteX19" fmla="*/ 35493 w 391534"/>
                    <a:gd name="connsiteY19" fmla="*/ 445551 h 662809"/>
                    <a:gd name="connsiteX20" fmla="*/ 35493 w 391534"/>
                    <a:gd name="connsiteY20" fmla="*/ 509051 h 662809"/>
                    <a:gd name="connsiteX21" fmla="*/ 10093 w 391534"/>
                    <a:gd name="connsiteY21" fmla="*/ 585251 h 662809"/>
                    <a:gd name="connsiteX0" fmla="*/ 10093 w 391534"/>
                    <a:gd name="connsiteY0" fmla="*/ 585251 h 662809"/>
                    <a:gd name="connsiteX1" fmla="*/ 225993 w 391534"/>
                    <a:gd name="connsiteY1" fmla="*/ 661451 h 662809"/>
                    <a:gd name="connsiteX2" fmla="*/ 276793 w 391534"/>
                    <a:gd name="connsiteY2" fmla="*/ 636051 h 662809"/>
                    <a:gd name="connsiteX3" fmla="*/ 327593 w 391534"/>
                    <a:gd name="connsiteY3" fmla="*/ 610651 h 662809"/>
                    <a:gd name="connsiteX4" fmla="*/ 340293 w 391534"/>
                    <a:gd name="connsiteY4" fmla="*/ 534451 h 662809"/>
                    <a:gd name="connsiteX5" fmla="*/ 391093 w 391534"/>
                    <a:gd name="connsiteY5" fmla="*/ 496351 h 662809"/>
                    <a:gd name="connsiteX6" fmla="*/ 340293 w 391534"/>
                    <a:gd name="connsiteY6" fmla="*/ 432851 h 662809"/>
                    <a:gd name="connsiteX7" fmla="*/ 391093 w 391534"/>
                    <a:gd name="connsiteY7" fmla="*/ 382051 h 662809"/>
                    <a:gd name="connsiteX8" fmla="*/ 365693 w 391534"/>
                    <a:gd name="connsiteY8" fmla="*/ 280451 h 662809"/>
                    <a:gd name="connsiteX9" fmla="*/ 378393 w 391534"/>
                    <a:gd name="connsiteY9" fmla="*/ 166151 h 662809"/>
                    <a:gd name="connsiteX10" fmla="*/ 378393 w 391534"/>
                    <a:gd name="connsiteY10" fmla="*/ 39151 h 662809"/>
                    <a:gd name="connsiteX11" fmla="*/ 378393 w 391534"/>
                    <a:gd name="connsiteY11" fmla="*/ 13751 h 662809"/>
                    <a:gd name="connsiteX12" fmla="*/ 340293 w 391534"/>
                    <a:gd name="connsiteY12" fmla="*/ 13751 h 662809"/>
                    <a:gd name="connsiteX13" fmla="*/ 177995 w 391534"/>
                    <a:gd name="connsiteY13" fmla="*/ 185962 h 662809"/>
                    <a:gd name="connsiteX14" fmla="*/ 111693 w 391534"/>
                    <a:gd name="connsiteY14" fmla="*/ 280451 h 662809"/>
                    <a:gd name="connsiteX15" fmla="*/ 98993 w 391534"/>
                    <a:gd name="connsiteY15" fmla="*/ 280451 h 662809"/>
                    <a:gd name="connsiteX16" fmla="*/ 102293 w 391534"/>
                    <a:gd name="connsiteY16" fmla="*/ 324140 h 662809"/>
                    <a:gd name="connsiteX17" fmla="*/ 48193 w 391534"/>
                    <a:gd name="connsiteY17" fmla="*/ 356651 h 662809"/>
                    <a:gd name="connsiteX18" fmla="*/ 86293 w 391534"/>
                    <a:gd name="connsiteY18" fmla="*/ 394751 h 662809"/>
                    <a:gd name="connsiteX19" fmla="*/ 35493 w 391534"/>
                    <a:gd name="connsiteY19" fmla="*/ 445551 h 662809"/>
                    <a:gd name="connsiteX20" fmla="*/ 35493 w 391534"/>
                    <a:gd name="connsiteY20" fmla="*/ 509051 h 662809"/>
                    <a:gd name="connsiteX21" fmla="*/ 10093 w 391534"/>
                    <a:gd name="connsiteY21" fmla="*/ 585251 h 662809"/>
                    <a:gd name="connsiteX0" fmla="*/ 10093 w 391534"/>
                    <a:gd name="connsiteY0" fmla="*/ 585251 h 662809"/>
                    <a:gd name="connsiteX1" fmla="*/ 225993 w 391534"/>
                    <a:gd name="connsiteY1" fmla="*/ 661451 h 662809"/>
                    <a:gd name="connsiteX2" fmla="*/ 276793 w 391534"/>
                    <a:gd name="connsiteY2" fmla="*/ 636051 h 662809"/>
                    <a:gd name="connsiteX3" fmla="*/ 327593 w 391534"/>
                    <a:gd name="connsiteY3" fmla="*/ 610651 h 662809"/>
                    <a:gd name="connsiteX4" fmla="*/ 340293 w 391534"/>
                    <a:gd name="connsiteY4" fmla="*/ 534451 h 662809"/>
                    <a:gd name="connsiteX5" fmla="*/ 391093 w 391534"/>
                    <a:gd name="connsiteY5" fmla="*/ 496351 h 662809"/>
                    <a:gd name="connsiteX6" fmla="*/ 340293 w 391534"/>
                    <a:gd name="connsiteY6" fmla="*/ 432851 h 662809"/>
                    <a:gd name="connsiteX7" fmla="*/ 391093 w 391534"/>
                    <a:gd name="connsiteY7" fmla="*/ 382051 h 662809"/>
                    <a:gd name="connsiteX8" fmla="*/ 365693 w 391534"/>
                    <a:gd name="connsiteY8" fmla="*/ 280451 h 662809"/>
                    <a:gd name="connsiteX9" fmla="*/ 378393 w 391534"/>
                    <a:gd name="connsiteY9" fmla="*/ 166151 h 662809"/>
                    <a:gd name="connsiteX10" fmla="*/ 378393 w 391534"/>
                    <a:gd name="connsiteY10" fmla="*/ 39151 h 662809"/>
                    <a:gd name="connsiteX11" fmla="*/ 378393 w 391534"/>
                    <a:gd name="connsiteY11" fmla="*/ 13751 h 662809"/>
                    <a:gd name="connsiteX12" fmla="*/ 340293 w 391534"/>
                    <a:gd name="connsiteY12" fmla="*/ 13751 h 662809"/>
                    <a:gd name="connsiteX13" fmla="*/ 177995 w 391534"/>
                    <a:gd name="connsiteY13" fmla="*/ 185962 h 662809"/>
                    <a:gd name="connsiteX14" fmla="*/ 111693 w 391534"/>
                    <a:gd name="connsiteY14" fmla="*/ 280451 h 662809"/>
                    <a:gd name="connsiteX15" fmla="*/ 69299 w 391534"/>
                    <a:gd name="connsiteY15" fmla="*/ 276793 h 662809"/>
                    <a:gd name="connsiteX16" fmla="*/ 102293 w 391534"/>
                    <a:gd name="connsiteY16" fmla="*/ 324140 h 662809"/>
                    <a:gd name="connsiteX17" fmla="*/ 48193 w 391534"/>
                    <a:gd name="connsiteY17" fmla="*/ 356651 h 662809"/>
                    <a:gd name="connsiteX18" fmla="*/ 86293 w 391534"/>
                    <a:gd name="connsiteY18" fmla="*/ 394751 h 662809"/>
                    <a:gd name="connsiteX19" fmla="*/ 35493 w 391534"/>
                    <a:gd name="connsiteY19" fmla="*/ 445551 h 662809"/>
                    <a:gd name="connsiteX20" fmla="*/ 35493 w 391534"/>
                    <a:gd name="connsiteY20" fmla="*/ 509051 h 662809"/>
                    <a:gd name="connsiteX21" fmla="*/ 10093 w 391534"/>
                    <a:gd name="connsiteY21" fmla="*/ 585251 h 662809"/>
                    <a:gd name="connsiteX0" fmla="*/ 10093 w 391534"/>
                    <a:gd name="connsiteY0" fmla="*/ 585251 h 662809"/>
                    <a:gd name="connsiteX1" fmla="*/ 225993 w 391534"/>
                    <a:gd name="connsiteY1" fmla="*/ 661451 h 662809"/>
                    <a:gd name="connsiteX2" fmla="*/ 276793 w 391534"/>
                    <a:gd name="connsiteY2" fmla="*/ 636051 h 662809"/>
                    <a:gd name="connsiteX3" fmla="*/ 327593 w 391534"/>
                    <a:gd name="connsiteY3" fmla="*/ 610651 h 662809"/>
                    <a:gd name="connsiteX4" fmla="*/ 340293 w 391534"/>
                    <a:gd name="connsiteY4" fmla="*/ 534451 h 662809"/>
                    <a:gd name="connsiteX5" fmla="*/ 391093 w 391534"/>
                    <a:gd name="connsiteY5" fmla="*/ 496351 h 662809"/>
                    <a:gd name="connsiteX6" fmla="*/ 340293 w 391534"/>
                    <a:gd name="connsiteY6" fmla="*/ 432851 h 662809"/>
                    <a:gd name="connsiteX7" fmla="*/ 391093 w 391534"/>
                    <a:gd name="connsiteY7" fmla="*/ 382051 h 662809"/>
                    <a:gd name="connsiteX8" fmla="*/ 365693 w 391534"/>
                    <a:gd name="connsiteY8" fmla="*/ 280451 h 662809"/>
                    <a:gd name="connsiteX9" fmla="*/ 378393 w 391534"/>
                    <a:gd name="connsiteY9" fmla="*/ 166151 h 662809"/>
                    <a:gd name="connsiteX10" fmla="*/ 378393 w 391534"/>
                    <a:gd name="connsiteY10" fmla="*/ 39151 h 662809"/>
                    <a:gd name="connsiteX11" fmla="*/ 378393 w 391534"/>
                    <a:gd name="connsiteY11" fmla="*/ 13751 h 662809"/>
                    <a:gd name="connsiteX12" fmla="*/ 340293 w 391534"/>
                    <a:gd name="connsiteY12" fmla="*/ 13751 h 662809"/>
                    <a:gd name="connsiteX13" fmla="*/ 177995 w 391534"/>
                    <a:gd name="connsiteY13" fmla="*/ 185962 h 662809"/>
                    <a:gd name="connsiteX14" fmla="*/ 69299 w 391534"/>
                    <a:gd name="connsiteY14" fmla="*/ 276793 h 662809"/>
                    <a:gd name="connsiteX15" fmla="*/ 102293 w 391534"/>
                    <a:gd name="connsiteY15" fmla="*/ 324140 h 662809"/>
                    <a:gd name="connsiteX16" fmla="*/ 48193 w 391534"/>
                    <a:gd name="connsiteY16" fmla="*/ 356651 h 662809"/>
                    <a:gd name="connsiteX17" fmla="*/ 86293 w 391534"/>
                    <a:gd name="connsiteY17" fmla="*/ 394751 h 662809"/>
                    <a:gd name="connsiteX18" fmla="*/ 35493 w 391534"/>
                    <a:gd name="connsiteY18" fmla="*/ 445551 h 662809"/>
                    <a:gd name="connsiteX19" fmla="*/ 35493 w 391534"/>
                    <a:gd name="connsiteY19" fmla="*/ 509051 h 662809"/>
                    <a:gd name="connsiteX20" fmla="*/ 10093 w 391534"/>
                    <a:gd name="connsiteY20" fmla="*/ 585251 h 662809"/>
                    <a:gd name="connsiteX0" fmla="*/ 10093 w 391534"/>
                    <a:gd name="connsiteY0" fmla="*/ 585251 h 662809"/>
                    <a:gd name="connsiteX1" fmla="*/ 225993 w 391534"/>
                    <a:gd name="connsiteY1" fmla="*/ 661451 h 662809"/>
                    <a:gd name="connsiteX2" fmla="*/ 276793 w 391534"/>
                    <a:gd name="connsiteY2" fmla="*/ 636051 h 662809"/>
                    <a:gd name="connsiteX3" fmla="*/ 327593 w 391534"/>
                    <a:gd name="connsiteY3" fmla="*/ 610651 h 662809"/>
                    <a:gd name="connsiteX4" fmla="*/ 340293 w 391534"/>
                    <a:gd name="connsiteY4" fmla="*/ 534451 h 662809"/>
                    <a:gd name="connsiteX5" fmla="*/ 391093 w 391534"/>
                    <a:gd name="connsiteY5" fmla="*/ 496351 h 662809"/>
                    <a:gd name="connsiteX6" fmla="*/ 340293 w 391534"/>
                    <a:gd name="connsiteY6" fmla="*/ 432851 h 662809"/>
                    <a:gd name="connsiteX7" fmla="*/ 391093 w 391534"/>
                    <a:gd name="connsiteY7" fmla="*/ 382051 h 662809"/>
                    <a:gd name="connsiteX8" fmla="*/ 365693 w 391534"/>
                    <a:gd name="connsiteY8" fmla="*/ 280451 h 662809"/>
                    <a:gd name="connsiteX9" fmla="*/ 378393 w 391534"/>
                    <a:gd name="connsiteY9" fmla="*/ 166151 h 662809"/>
                    <a:gd name="connsiteX10" fmla="*/ 378393 w 391534"/>
                    <a:gd name="connsiteY10" fmla="*/ 39151 h 662809"/>
                    <a:gd name="connsiteX11" fmla="*/ 378393 w 391534"/>
                    <a:gd name="connsiteY11" fmla="*/ 13751 h 662809"/>
                    <a:gd name="connsiteX12" fmla="*/ 340293 w 391534"/>
                    <a:gd name="connsiteY12" fmla="*/ 13751 h 662809"/>
                    <a:gd name="connsiteX13" fmla="*/ 177995 w 391534"/>
                    <a:gd name="connsiteY13" fmla="*/ 185962 h 662809"/>
                    <a:gd name="connsiteX14" fmla="*/ 79197 w 391534"/>
                    <a:gd name="connsiteY14" fmla="*/ 280451 h 662809"/>
                    <a:gd name="connsiteX15" fmla="*/ 102293 w 391534"/>
                    <a:gd name="connsiteY15" fmla="*/ 324140 h 662809"/>
                    <a:gd name="connsiteX16" fmla="*/ 48193 w 391534"/>
                    <a:gd name="connsiteY16" fmla="*/ 356651 h 662809"/>
                    <a:gd name="connsiteX17" fmla="*/ 86293 w 391534"/>
                    <a:gd name="connsiteY17" fmla="*/ 394751 h 662809"/>
                    <a:gd name="connsiteX18" fmla="*/ 35493 w 391534"/>
                    <a:gd name="connsiteY18" fmla="*/ 445551 h 662809"/>
                    <a:gd name="connsiteX19" fmla="*/ 35493 w 391534"/>
                    <a:gd name="connsiteY19" fmla="*/ 509051 h 662809"/>
                    <a:gd name="connsiteX20" fmla="*/ 10093 w 391534"/>
                    <a:gd name="connsiteY20" fmla="*/ 585251 h 662809"/>
                    <a:gd name="connsiteX0" fmla="*/ 10093 w 391534"/>
                    <a:gd name="connsiteY0" fmla="*/ 591807 h 669365"/>
                    <a:gd name="connsiteX1" fmla="*/ 225993 w 391534"/>
                    <a:gd name="connsiteY1" fmla="*/ 668007 h 669365"/>
                    <a:gd name="connsiteX2" fmla="*/ 276793 w 391534"/>
                    <a:gd name="connsiteY2" fmla="*/ 642607 h 669365"/>
                    <a:gd name="connsiteX3" fmla="*/ 327593 w 391534"/>
                    <a:gd name="connsiteY3" fmla="*/ 617207 h 669365"/>
                    <a:gd name="connsiteX4" fmla="*/ 340293 w 391534"/>
                    <a:gd name="connsiteY4" fmla="*/ 541007 h 669365"/>
                    <a:gd name="connsiteX5" fmla="*/ 391093 w 391534"/>
                    <a:gd name="connsiteY5" fmla="*/ 502907 h 669365"/>
                    <a:gd name="connsiteX6" fmla="*/ 340293 w 391534"/>
                    <a:gd name="connsiteY6" fmla="*/ 439407 h 669365"/>
                    <a:gd name="connsiteX7" fmla="*/ 391093 w 391534"/>
                    <a:gd name="connsiteY7" fmla="*/ 388607 h 669365"/>
                    <a:gd name="connsiteX8" fmla="*/ 365693 w 391534"/>
                    <a:gd name="connsiteY8" fmla="*/ 287007 h 669365"/>
                    <a:gd name="connsiteX9" fmla="*/ 378393 w 391534"/>
                    <a:gd name="connsiteY9" fmla="*/ 172707 h 669365"/>
                    <a:gd name="connsiteX10" fmla="*/ 378393 w 391534"/>
                    <a:gd name="connsiteY10" fmla="*/ 20307 h 669365"/>
                    <a:gd name="connsiteX11" fmla="*/ 340293 w 391534"/>
                    <a:gd name="connsiteY11" fmla="*/ 20307 h 669365"/>
                    <a:gd name="connsiteX12" fmla="*/ 177995 w 391534"/>
                    <a:gd name="connsiteY12" fmla="*/ 192518 h 669365"/>
                    <a:gd name="connsiteX13" fmla="*/ 79197 w 391534"/>
                    <a:gd name="connsiteY13" fmla="*/ 287007 h 669365"/>
                    <a:gd name="connsiteX14" fmla="*/ 102293 w 391534"/>
                    <a:gd name="connsiteY14" fmla="*/ 330696 h 669365"/>
                    <a:gd name="connsiteX15" fmla="*/ 48193 w 391534"/>
                    <a:gd name="connsiteY15" fmla="*/ 363207 h 669365"/>
                    <a:gd name="connsiteX16" fmla="*/ 86293 w 391534"/>
                    <a:gd name="connsiteY16" fmla="*/ 401307 h 669365"/>
                    <a:gd name="connsiteX17" fmla="*/ 35493 w 391534"/>
                    <a:gd name="connsiteY17" fmla="*/ 452107 h 669365"/>
                    <a:gd name="connsiteX18" fmla="*/ 35493 w 391534"/>
                    <a:gd name="connsiteY18" fmla="*/ 515607 h 669365"/>
                    <a:gd name="connsiteX19" fmla="*/ 10093 w 391534"/>
                    <a:gd name="connsiteY19" fmla="*/ 591807 h 669365"/>
                    <a:gd name="connsiteX0" fmla="*/ 10093 w 391534"/>
                    <a:gd name="connsiteY0" fmla="*/ 606261 h 683819"/>
                    <a:gd name="connsiteX1" fmla="*/ 225993 w 391534"/>
                    <a:gd name="connsiteY1" fmla="*/ 682461 h 683819"/>
                    <a:gd name="connsiteX2" fmla="*/ 276793 w 391534"/>
                    <a:gd name="connsiteY2" fmla="*/ 657061 h 683819"/>
                    <a:gd name="connsiteX3" fmla="*/ 327593 w 391534"/>
                    <a:gd name="connsiteY3" fmla="*/ 631661 h 683819"/>
                    <a:gd name="connsiteX4" fmla="*/ 340293 w 391534"/>
                    <a:gd name="connsiteY4" fmla="*/ 555461 h 683819"/>
                    <a:gd name="connsiteX5" fmla="*/ 391093 w 391534"/>
                    <a:gd name="connsiteY5" fmla="*/ 517361 h 683819"/>
                    <a:gd name="connsiteX6" fmla="*/ 340293 w 391534"/>
                    <a:gd name="connsiteY6" fmla="*/ 453861 h 683819"/>
                    <a:gd name="connsiteX7" fmla="*/ 391093 w 391534"/>
                    <a:gd name="connsiteY7" fmla="*/ 403061 h 683819"/>
                    <a:gd name="connsiteX8" fmla="*/ 365693 w 391534"/>
                    <a:gd name="connsiteY8" fmla="*/ 301461 h 683819"/>
                    <a:gd name="connsiteX9" fmla="*/ 378393 w 391534"/>
                    <a:gd name="connsiteY9" fmla="*/ 187161 h 683819"/>
                    <a:gd name="connsiteX10" fmla="*/ 375094 w 391534"/>
                    <a:gd name="connsiteY10" fmla="*/ 12814 h 683819"/>
                    <a:gd name="connsiteX11" fmla="*/ 340293 w 391534"/>
                    <a:gd name="connsiteY11" fmla="*/ 34761 h 683819"/>
                    <a:gd name="connsiteX12" fmla="*/ 177995 w 391534"/>
                    <a:gd name="connsiteY12" fmla="*/ 206972 h 683819"/>
                    <a:gd name="connsiteX13" fmla="*/ 79197 w 391534"/>
                    <a:gd name="connsiteY13" fmla="*/ 301461 h 683819"/>
                    <a:gd name="connsiteX14" fmla="*/ 102293 w 391534"/>
                    <a:gd name="connsiteY14" fmla="*/ 345150 h 683819"/>
                    <a:gd name="connsiteX15" fmla="*/ 48193 w 391534"/>
                    <a:gd name="connsiteY15" fmla="*/ 377661 h 683819"/>
                    <a:gd name="connsiteX16" fmla="*/ 86293 w 391534"/>
                    <a:gd name="connsiteY16" fmla="*/ 415761 h 683819"/>
                    <a:gd name="connsiteX17" fmla="*/ 35493 w 391534"/>
                    <a:gd name="connsiteY17" fmla="*/ 466561 h 683819"/>
                    <a:gd name="connsiteX18" fmla="*/ 35493 w 391534"/>
                    <a:gd name="connsiteY18" fmla="*/ 530061 h 683819"/>
                    <a:gd name="connsiteX19" fmla="*/ 10093 w 391534"/>
                    <a:gd name="connsiteY19" fmla="*/ 606261 h 683819"/>
                    <a:gd name="connsiteX0" fmla="*/ 10093 w 391534"/>
                    <a:gd name="connsiteY0" fmla="*/ 613278 h 690836"/>
                    <a:gd name="connsiteX1" fmla="*/ 225993 w 391534"/>
                    <a:gd name="connsiteY1" fmla="*/ 689478 h 690836"/>
                    <a:gd name="connsiteX2" fmla="*/ 276793 w 391534"/>
                    <a:gd name="connsiteY2" fmla="*/ 664078 h 690836"/>
                    <a:gd name="connsiteX3" fmla="*/ 327593 w 391534"/>
                    <a:gd name="connsiteY3" fmla="*/ 638678 h 690836"/>
                    <a:gd name="connsiteX4" fmla="*/ 340293 w 391534"/>
                    <a:gd name="connsiteY4" fmla="*/ 562478 h 690836"/>
                    <a:gd name="connsiteX5" fmla="*/ 391093 w 391534"/>
                    <a:gd name="connsiteY5" fmla="*/ 524378 h 690836"/>
                    <a:gd name="connsiteX6" fmla="*/ 340293 w 391534"/>
                    <a:gd name="connsiteY6" fmla="*/ 460878 h 690836"/>
                    <a:gd name="connsiteX7" fmla="*/ 391093 w 391534"/>
                    <a:gd name="connsiteY7" fmla="*/ 410078 h 690836"/>
                    <a:gd name="connsiteX8" fmla="*/ 365693 w 391534"/>
                    <a:gd name="connsiteY8" fmla="*/ 308478 h 690836"/>
                    <a:gd name="connsiteX9" fmla="*/ 378393 w 391534"/>
                    <a:gd name="connsiteY9" fmla="*/ 194178 h 690836"/>
                    <a:gd name="connsiteX10" fmla="*/ 375094 w 391534"/>
                    <a:gd name="connsiteY10" fmla="*/ 19831 h 690836"/>
                    <a:gd name="connsiteX11" fmla="*/ 327096 w 391534"/>
                    <a:gd name="connsiteY11" fmla="*/ 23489 h 690836"/>
                    <a:gd name="connsiteX12" fmla="*/ 177995 w 391534"/>
                    <a:gd name="connsiteY12" fmla="*/ 213989 h 690836"/>
                    <a:gd name="connsiteX13" fmla="*/ 79197 w 391534"/>
                    <a:gd name="connsiteY13" fmla="*/ 308478 h 690836"/>
                    <a:gd name="connsiteX14" fmla="*/ 102293 w 391534"/>
                    <a:gd name="connsiteY14" fmla="*/ 352167 h 690836"/>
                    <a:gd name="connsiteX15" fmla="*/ 48193 w 391534"/>
                    <a:gd name="connsiteY15" fmla="*/ 384678 h 690836"/>
                    <a:gd name="connsiteX16" fmla="*/ 86293 w 391534"/>
                    <a:gd name="connsiteY16" fmla="*/ 422778 h 690836"/>
                    <a:gd name="connsiteX17" fmla="*/ 35493 w 391534"/>
                    <a:gd name="connsiteY17" fmla="*/ 473578 h 690836"/>
                    <a:gd name="connsiteX18" fmla="*/ 35493 w 391534"/>
                    <a:gd name="connsiteY18" fmla="*/ 537078 h 690836"/>
                    <a:gd name="connsiteX19" fmla="*/ 10093 w 391534"/>
                    <a:gd name="connsiteY19" fmla="*/ 613278 h 690836"/>
                    <a:gd name="connsiteX0" fmla="*/ 10093 w 391534"/>
                    <a:gd name="connsiteY0" fmla="*/ 621875 h 699433"/>
                    <a:gd name="connsiteX1" fmla="*/ 225993 w 391534"/>
                    <a:gd name="connsiteY1" fmla="*/ 698075 h 699433"/>
                    <a:gd name="connsiteX2" fmla="*/ 276793 w 391534"/>
                    <a:gd name="connsiteY2" fmla="*/ 672675 h 699433"/>
                    <a:gd name="connsiteX3" fmla="*/ 327593 w 391534"/>
                    <a:gd name="connsiteY3" fmla="*/ 647275 h 699433"/>
                    <a:gd name="connsiteX4" fmla="*/ 340293 w 391534"/>
                    <a:gd name="connsiteY4" fmla="*/ 571075 h 699433"/>
                    <a:gd name="connsiteX5" fmla="*/ 391093 w 391534"/>
                    <a:gd name="connsiteY5" fmla="*/ 532975 h 699433"/>
                    <a:gd name="connsiteX6" fmla="*/ 340293 w 391534"/>
                    <a:gd name="connsiteY6" fmla="*/ 469475 h 699433"/>
                    <a:gd name="connsiteX7" fmla="*/ 391093 w 391534"/>
                    <a:gd name="connsiteY7" fmla="*/ 418675 h 699433"/>
                    <a:gd name="connsiteX8" fmla="*/ 365693 w 391534"/>
                    <a:gd name="connsiteY8" fmla="*/ 317075 h 699433"/>
                    <a:gd name="connsiteX9" fmla="*/ 378393 w 391534"/>
                    <a:gd name="connsiteY9" fmla="*/ 202775 h 699433"/>
                    <a:gd name="connsiteX10" fmla="*/ 375094 w 391534"/>
                    <a:gd name="connsiteY10" fmla="*/ 28428 h 699433"/>
                    <a:gd name="connsiteX11" fmla="*/ 327096 w 391534"/>
                    <a:gd name="connsiteY11" fmla="*/ 17455 h 699433"/>
                    <a:gd name="connsiteX12" fmla="*/ 177995 w 391534"/>
                    <a:gd name="connsiteY12" fmla="*/ 222586 h 699433"/>
                    <a:gd name="connsiteX13" fmla="*/ 79197 w 391534"/>
                    <a:gd name="connsiteY13" fmla="*/ 317075 h 699433"/>
                    <a:gd name="connsiteX14" fmla="*/ 102293 w 391534"/>
                    <a:gd name="connsiteY14" fmla="*/ 360764 h 699433"/>
                    <a:gd name="connsiteX15" fmla="*/ 48193 w 391534"/>
                    <a:gd name="connsiteY15" fmla="*/ 393275 h 699433"/>
                    <a:gd name="connsiteX16" fmla="*/ 86293 w 391534"/>
                    <a:gd name="connsiteY16" fmla="*/ 431375 h 699433"/>
                    <a:gd name="connsiteX17" fmla="*/ 35493 w 391534"/>
                    <a:gd name="connsiteY17" fmla="*/ 482175 h 699433"/>
                    <a:gd name="connsiteX18" fmla="*/ 35493 w 391534"/>
                    <a:gd name="connsiteY18" fmla="*/ 545675 h 699433"/>
                    <a:gd name="connsiteX19" fmla="*/ 10093 w 391534"/>
                    <a:gd name="connsiteY19" fmla="*/ 621875 h 699433"/>
                    <a:gd name="connsiteX0" fmla="*/ 10093 w 391534"/>
                    <a:gd name="connsiteY0" fmla="*/ 608307 h 685865"/>
                    <a:gd name="connsiteX1" fmla="*/ 225993 w 391534"/>
                    <a:gd name="connsiteY1" fmla="*/ 684507 h 685865"/>
                    <a:gd name="connsiteX2" fmla="*/ 276793 w 391534"/>
                    <a:gd name="connsiteY2" fmla="*/ 659107 h 685865"/>
                    <a:gd name="connsiteX3" fmla="*/ 327593 w 391534"/>
                    <a:gd name="connsiteY3" fmla="*/ 633707 h 685865"/>
                    <a:gd name="connsiteX4" fmla="*/ 340293 w 391534"/>
                    <a:gd name="connsiteY4" fmla="*/ 557507 h 685865"/>
                    <a:gd name="connsiteX5" fmla="*/ 391093 w 391534"/>
                    <a:gd name="connsiteY5" fmla="*/ 519407 h 685865"/>
                    <a:gd name="connsiteX6" fmla="*/ 340293 w 391534"/>
                    <a:gd name="connsiteY6" fmla="*/ 455907 h 685865"/>
                    <a:gd name="connsiteX7" fmla="*/ 391093 w 391534"/>
                    <a:gd name="connsiteY7" fmla="*/ 405107 h 685865"/>
                    <a:gd name="connsiteX8" fmla="*/ 365693 w 391534"/>
                    <a:gd name="connsiteY8" fmla="*/ 303507 h 685865"/>
                    <a:gd name="connsiteX9" fmla="*/ 378393 w 391534"/>
                    <a:gd name="connsiteY9" fmla="*/ 189207 h 685865"/>
                    <a:gd name="connsiteX10" fmla="*/ 375094 w 391534"/>
                    <a:gd name="connsiteY10" fmla="*/ 14860 h 685865"/>
                    <a:gd name="connsiteX11" fmla="*/ 327096 w 391534"/>
                    <a:gd name="connsiteY11" fmla="*/ 3887 h 685865"/>
                    <a:gd name="connsiteX12" fmla="*/ 177995 w 391534"/>
                    <a:gd name="connsiteY12" fmla="*/ 209018 h 685865"/>
                    <a:gd name="connsiteX13" fmla="*/ 79197 w 391534"/>
                    <a:gd name="connsiteY13" fmla="*/ 303507 h 685865"/>
                    <a:gd name="connsiteX14" fmla="*/ 102293 w 391534"/>
                    <a:gd name="connsiteY14" fmla="*/ 347196 h 685865"/>
                    <a:gd name="connsiteX15" fmla="*/ 48193 w 391534"/>
                    <a:gd name="connsiteY15" fmla="*/ 379707 h 685865"/>
                    <a:gd name="connsiteX16" fmla="*/ 86293 w 391534"/>
                    <a:gd name="connsiteY16" fmla="*/ 417807 h 685865"/>
                    <a:gd name="connsiteX17" fmla="*/ 35493 w 391534"/>
                    <a:gd name="connsiteY17" fmla="*/ 468607 h 685865"/>
                    <a:gd name="connsiteX18" fmla="*/ 35493 w 391534"/>
                    <a:gd name="connsiteY18" fmla="*/ 532107 h 685865"/>
                    <a:gd name="connsiteX19" fmla="*/ 10093 w 391534"/>
                    <a:gd name="connsiteY19" fmla="*/ 608307 h 685865"/>
                    <a:gd name="connsiteX0" fmla="*/ 10093 w 391534"/>
                    <a:gd name="connsiteY0" fmla="*/ 605568 h 683126"/>
                    <a:gd name="connsiteX1" fmla="*/ 225993 w 391534"/>
                    <a:gd name="connsiteY1" fmla="*/ 681768 h 683126"/>
                    <a:gd name="connsiteX2" fmla="*/ 276793 w 391534"/>
                    <a:gd name="connsiteY2" fmla="*/ 656368 h 683126"/>
                    <a:gd name="connsiteX3" fmla="*/ 327593 w 391534"/>
                    <a:gd name="connsiteY3" fmla="*/ 630968 h 683126"/>
                    <a:gd name="connsiteX4" fmla="*/ 340293 w 391534"/>
                    <a:gd name="connsiteY4" fmla="*/ 554768 h 683126"/>
                    <a:gd name="connsiteX5" fmla="*/ 391093 w 391534"/>
                    <a:gd name="connsiteY5" fmla="*/ 516668 h 683126"/>
                    <a:gd name="connsiteX6" fmla="*/ 340293 w 391534"/>
                    <a:gd name="connsiteY6" fmla="*/ 453168 h 683126"/>
                    <a:gd name="connsiteX7" fmla="*/ 391093 w 391534"/>
                    <a:gd name="connsiteY7" fmla="*/ 402368 h 683126"/>
                    <a:gd name="connsiteX8" fmla="*/ 365693 w 391534"/>
                    <a:gd name="connsiteY8" fmla="*/ 300768 h 683126"/>
                    <a:gd name="connsiteX9" fmla="*/ 378393 w 391534"/>
                    <a:gd name="connsiteY9" fmla="*/ 186468 h 683126"/>
                    <a:gd name="connsiteX10" fmla="*/ 375094 w 391534"/>
                    <a:gd name="connsiteY10" fmla="*/ 12121 h 683126"/>
                    <a:gd name="connsiteX11" fmla="*/ 327096 w 391534"/>
                    <a:gd name="connsiteY11" fmla="*/ 1148 h 683126"/>
                    <a:gd name="connsiteX12" fmla="*/ 177995 w 391534"/>
                    <a:gd name="connsiteY12" fmla="*/ 206279 h 683126"/>
                    <a:gd name="connsiteX13" fmla="*/ 79197 w 391534"/>
                    <a:gd name="connsiteY13" fmla="*/ 300768 h 683126"/>
                    <a:gd name="connsiteX14" fmla="*/ 102293 w 391534"/>
                    <a:gd name="connsiteY14" fmla="*/ 344457 h 683126"/>
                    <a:gd name="connsiteX15" fmla="*/ 48193 w 391534"/>
                    <a:gd name="connsiteY15" fmla="*/ 376968 h 683126"/>
                    <a:gd name="connsiteX16" fmla="*/ 86293 w 391534"/>
                    <a:gd name="connsiteY16" fmla="*/ 415068 h 683126"/>
                    <a:gd name="connsiteX17" fmla="*/ 35493 w 391534"/>
                    <a:gd name="connsiteY17" fmla="*/ 465868 h 683126"/>
                    <a:gd name="connsiteX18" fmla="*/ 35493 w 391534"/>
                    <a:gd name="connsiteY18" fmla="*/ 529368 h 683126"/>
                    <a:gd name="connsiteX19" fmla="*/ 10093 w 391534"/>
                    <a:gd name="connsiteY19" fmla="*/ 605568 h 683126"/>
                    <a:gd name="connsiteX0" fmla="*/ 10093 w 391577"/>
                    <a:gd name="connsiteY0" fmla="*/ 605568 h 683126"/>
                    <a:gd name="connsiteX1" fmla="*/ 225993 w 391577"/>
                    <a:gd name="connsiteY1" fmla="*/ 681768 h 683126"/>
                    <a:gd name="connsiteX2" fmla="*/ 276793 w 391577"/>
                    <a:gd name="connsiteY2" fmla="*/ 656368 h 683126"/>
                    <a:gd name="connsiteX3" fmla="*/ 327593 w 391577"/>
                    <a:gd name="connsiteY3" fmla="*/ 630968 h 683126"/>
                    <a:gd name="connsiteX4" fmla="*/ 340293 w 391577"/>
                    <a:gd name="connsiteY4" fmla="*/ 554768 h 683126"/>
                    <a:gd name="connsiteX5" fmla="*/ 391093 w 391577"/>
                    <a:gd name="connsiteY5" fmla="*/ 516668 h 683126"/>
                    <a:gd name="connsiteX6" fmla="*/ 340293 w 391577"/>
                    <a:gd name="connsiteY6" fmla="*/ 453168 h 683126"/>
                    <a:gd name="connsiteX7" fmla="*/ 391093 w 391577"/>
                    <a:gd name="connsiteY7" fmla="*/ 402368 h 683126"/>
                    <a:gd name="connsiteX8" fmla="*/ 365693 w 391577"/>
                    <a:gd name="connsiteY8" fmla="*/ 300768 h 683126"/>
                    <a:gd name="connsiteX9" fmla="*/ 361896 w 391577"/>
                    <a:gd name="connsiteY9" fmla="*/ 197442 h 683126"/>
                    <a:gd name="connsiteX10" fmla="*/ 375094 w 391577"/>
                    <a:gd name="connsiteY10" fmla="*/ 12121 h 683126"/>
                    <a:gd name="connsiteX11" fmla="*/ 327096 w 391577"/>
                    <a:gd name="connsiteY11" fmla="*/ 1148 h 683126"/>
                    <a:gd name="connsiteX12" fmla="*/ 177995 w 391577"/>
                    <a:gd name="connsiteY12" fmla="*/ 206279 h 683126"/>
                    <a:gd name="connsiteX13" fmla="*/ 79197 w 391577"/>
                    <a:gd name="connsiteY13" fmla="*/ 300768 h 683126"/>
                    <a:gd name="connsiteX14" fmla="*/ 102293 w 391577"/>
                    <a:gd name="connsiteY14" fmla="*/ 344457 h 683126"/>
                    <a:gd name="connsiteX15" fmla="*/ 48193 w 391577"/>
                    <a:gd name="connsiteY15" fmla="*/ 376968 h 683126"/>
                    <a:gd name="connsiteX16" fmla="*/ 86293 w 391577"/>
                    <a:gd name="connsiteY16" fmla="*/ 415068 h 683126"/>
                    <a:gd name="connsiteX17" fmla="*/ 35493 w 391577"/>
                    <a:gd name="connsiteY17" fmla="*/ 465868 h 683126"/>
                    <a:gd name="connsiteX18" fmla="*/ 35493 w 391577"/>
                    <a:gd name="connsiteY18" fmla="*/ 529368 h 683126"/>
                    <a:gd name="connsiteX19" fmla="*/ 10093 w 391577"/>
                    <a:gd name="connsiteY19" fmla="*/ 605568 h 683126"/>
                    <a:gd name="connsiteX0" fmla="*/ 10093 w 392773"/>
                    <a:gd name="connsiteY0" fmla="*/ 605568 h 683126"/>
                    <a:gd name="connsiteX1" fmla="*/ 225993 w 392773"/>
                    <a:gd name="connsiteY1" fmla="*/ 681768 h 683126"/>
                    <a:gd name="connsiteX2" fmla="*/ 276793 w 392773"/>
                    <a:gd name="connsiteY2" fmla="*/ 656368 h 683126"/>
                    <a:gd name="connsiteX3" fmla="*/ 327593 w 392773"/>
                    <a:gd name="connsiteY3" fmla="*/ 630968 h 683126"/>
                    <a:gd name="connsiteX4" fmla="*/ 340293 w 392773"/>
                    <a:gd name="connsiteY4" fmla="*/ 554768 h 683126"/>
                    <a:gd name="connsiteX5" fmla="*/ 391093 w 392773"/>
                    <a:gd name="connsiteY5" fmla="*/ 516668 h 683126"/>
                    <a:gd name="connsiteX6" fmla="*/ 340293 w 392773"/>
                    <a:gd name="connsiteY6" fmla="*/ 453168 h 683126"/>
                    <a:gd name="connsiteX7" fmla="*/ 391093 w 392773"/>
                    <a:gd name="connsiteY7" fmla="*/ 402368 h 683126"/>
                    <a:gd name="connsiteX8" fmla="*/ 378891 w 392773"/>
                    <a:gd name="connsiteY8" fmla="*/ 304426 h 683126"/>
                    <a:gd name="connsiteX9" fmla="*/ 361896 w 392773"/>
                    <a:gd name="connsiteY9" fmla="*/ 197442 h 683126"/>
                    <a:gd name="connsiteX10" fmla="*/ 375094 w 392773"/>
                    <a:gd name="connsiteY10" fmla="*/ 12121 h 683126"/>
                    <a:gd name="connsiteX11" fmla="*/ 327096 w 392773"/>
                    <a:gd name="connsiteY11" fmla="*/ 1148 h 683126"/>
                    <a:gd name="connsiteX12" fmla="*/ 177995 w 392773"/>
                    <a:gd name="connsiteY12" fmla="*/ 206279 h 683126"/>
                    <a:gd name="connsiteX13" fmla="*/ 79197 w 392773"/>
                    <a:gd name="connsiteY13" fmla="*/ 300768 h 683126"/>
                    <a:gd name="connsiteX14" fmla="*/ 102293 w 392773"/>
                    <a:gd name="connsiteY14" fmla="*/ 344457 h 683126"/>
                    <a:gd name="connsiteX15" fmla="*/ 48193 w 392773"/>
                    <a:gd name="connsiteY15" fmla="*/ 376968 h 683126"/>
                    <a:gd name="connsiteX16" fmla="*/ 86293 w 392773"/>
                    <a:gd name="connsiteY16" fmla="*/ 415068 h 683126"/>
                    <a:gd name="connsiteX17" fmla="*/ 35493 w 392773"/>
                    <a:gd name="connsiteY17" fmla="*/ 465868 h 683126"/>
                    <a:gd name="connsiteX18" fmla="*/ 35493 w 392773"/>
                    <a:gd name="connsiteY18" fmla="*/ 529368 h 683126"/>
                    <a:gd name="connsiteX19" fmla="*/ 10093 w 392773"/>
                    <a:gd name="connsiteY19" fmla="*/ 605568 h 683126"/>
                    <a:gd name="connsiteX0" fmla="*/ 10093 w 392773"/>
                    <a:gd name="connsiteY0" fmla="*/ 605568 h 683126"/>
                    <a:gd name="connsiteX1" fmla="*/ 225993 w 392773"/>
                    <a:gd name="connsiteY1" fmla="*/ 681768 h 683126"/>
                    <a:gd name="connsiteX2" fmla="*/ 276793 w 392773"/>
                    <a:gd name="connsiteY2" fmla="*/ 656368 h 683126"/>
                    <a:gd name="connsiteX3" fmla="*/ 327593 w 392773"/>
                    <a:gd name="connsiteY3" fmla="*/ 630968 h 683126"/>
                    <a:gd name="connsiteX4" fmla="*/ 340293 w 392773"/>
                    <a:gd name="connsiteY4" fmla="*/ 554768 h 683126"/>
                    <a:gd name="connsiteX5" fmla="*/ 391093 w 392773"/>
                    <a:gd name="connsiteY5" fmla="*/ 516668 h 683126"/>
                    <a:gd name="connsiteX6" fmla="*/ 340293 w 392773"/>
                    <a:gd name="connsiteY6" fmla="*/ 453168 h 683126"/>
                    <a:gd name="connsiteX7" fmla="*/ 391093 w 392773"/>
                    <a:gd name="connsiteY7" fmla="*/ 409684 h 683126"/>
                    <a:gd name="connsiteX8" fmla="*/ 378891 w 392773"/>
                    <a:gd name="connsiteY8" fmla="*/ 304426 h 683126"/>
                    <a:gd name="connsiteX9" fmla="*/ 361896 w 392773"/>
                    <a:gd name="connsiteY9" fmla="*/ 197442 h 683126"/>
                    <a:gd name="connsiteX10" fmla="*/ 375094 w 392773"/>
                    <a:gd name="connsiteY10" fmla="*/ 12121 h 683126"/>
                    <a:gd name="connsiteX11" fmla="*/ 327096 w 392773"/>
                    <a:gd name="connsiteY11" fmla="*/ 1148 h 683126"/>
                    <a:gd name="connsiteX12" fmla="*/ 177995 w 392773"/>
                    <a:gd name="connsiteY12" fmla="*/ 206279 h 683126"/>
                    <a:gd name="connsiteX13" fmla="*/ 79197 w 392773"/>
                    <a:gd name="connsiteY13" fmla="*/ 300768 h 683126"/>
                    <a:gd name="connsiteX14" fmla="*/ 102293 w 392773"/>
                    <a:gd name="connsiteY14" fmla="*/ 344457 h 683126"/>
                    <a:gd name="connsiteX15" fmla="*/ 48193 w 392773"/>
                    <a:gd name="connsiteY15" fmla="*/ 376968 h 683126"/>
                    <a:gd name="connsiteX16" fmla="*/ 86293 w 392773"/>
                    <a:gd name="connsiteY16" fmla="*/ 415068 h 683126"/>
                    <a:gd name="connsiteX17" fmla="*/ 35493 w 392773"/>
                    <a:gd name="connsiteY17" fmla="*/ 465868 h 683126"/>
                    <a:gd name="connsiteX18" fmla="*/ 35493 w 392773"/>
                    <a:gd name="connsiteY18" fmla="*/ 529368 h 683126"/>
                    <a:gd name="connsiteX19" fmla="*/ 10093 w 392773"/>
                    <a:gd name="connsiteY19" fmla="*/ 605568 h 683126"/>
                    <a:gd name="connsiteX0" fmla="*/ 10093 w 392773"/>
                    <a:gd name="connsiteY0" fmla="*/ 605568 h 683126"/>
                    <a:gd name="connsiteX1" fmla="*/ 225993 w 392773"/>
                    <a:gd name="connsiteY1" fmla="*/ 681768 h 683126"/>
                    <a:gd name="connsiteX2" fmla="*/ 276793 w 392773"/>
                    <a:gd name="connsiteY2" fmla="*/ 656368 h 683126"/>
                    <a:gd name="connsiteX3" fmla="*/ 327593 w 392773"/>
                    <a:gd name="connsiteY3" fmla="*/ 630968 h 683126"/>
                    <a:gd name="connsiteX4" fmla="*/ 340293 w 392773"/>
                    <a:gd name="connsiteY4" fmla="*/ 554768 h 683126"/>
                    <a:gd name="connsiteX5" fmla="*/ 391093 w 392773"/>
                    <a:gd name="connsiteY5" fmla="*/ 516668 h 683126"/>
                    <a:gd name="connsiteX6" fmla="*/ 340293 w 392773"/>
                    <a:gd name="connsiteY6" fmla="*/ 453168 h 683126"/>
                    <a:gd name="connsiteX7" fmla="*/ 391093 w 392773"/>
                    <a:gd name="connsiteY7" fmla="*/ 409684 h 683126"/>
                    <a:gd name="connsiteX8" fmla="*/ 378891 w 392773"/>
                    <a:gd name="connsiteY8" fmla="*/ 315399 h 683126"/>
                    <a:gd name="connsiteX9" fmla="*/ 361896 w 392773"/>
                    <a:gd name="connsiteY9" fmla="*/ 197442 h 683126"/>
                    <a:gd name="connsiteX10" fmla="*/ 375094 w 392773"/>
                    <a:gd name="connsiteY10" fmla="*/ 12121 h 683126"/>
                    <a:gd name="connsiteX11" fmla="*/ 327096 w 392773"/>
                    <a:gd name="connsiteY11" fmla="*/ 1148 h 683126"/>
                    <a:gd name="connsiteX12" fmla="*/ 177995 w 392773"/>
                    <a:gd name="connsiteY12" fmla="*/ 206279 h 683126"/>
                    <a:gd name="connsiteX13" fmla="*/ 79197 w 392773"/>
                    <a:gd name="connsiteY13" fmla="*/ 300768 h 683126"/>
                    <a:gd name="connsiteX14" fmla="*/ 102293 w 392773"/>
                    <a:gd name="connsiteY14" fmla="*/ 344457 h 683126"/>
                    <a:gd name="connsiteX15" fmla="*/ 48193 w 392773"/>
                    <a:gd name="connsiteY15" fmla="*/ 376968 h 683126"/>
                    <a:gd name="connsiteX16" fmla="*/ 86293 w 392773"/>
                    <a:gd name="connsiteY16" fmla="*/ 415068 h 683126"/>
                    <a:gd name="connsiteX17" fmla="*/ 35493 w 392773"/>
                    <a:gd name="connsiteY17" fmla="*/ 465868 h 683126"/>
                    <a:gd name="connsiteX18" fmla="*/ 35493 w 392773"/>
                    <a:gd name="connsiteY18" fmla="*/ 529368 h 683126"/>
                    <a:gd name="connsiteX19" fmla="*/ 10093 w 392773"/>
                    <a:gd name="connsiteY19" fmla="*/ 605568 h 683126"/>
                    <a:gd name="connsiteX0" fmla="*/ 10093 w 392571"/>
                    <a:gd name="connsiteY0" fmla="*/ 605568 h 683126"/>
                    <a:gd name="connsiteX1" fmla="*/ 225993 w 392571"/>
                    <a:gd name="connsiteY1" fmla="*/ 681768 h 683126"/>
                    <a:gd name="connsiteX2" fmla="*/ 276793 w 392571"/>
                    <a:gd name="connsiteY2" fmla="*/ 656368 h 683126"/>
                    <a:gd name="connsiteX3" fmla="*/ 327593 w 392571"/>
                    <a:gd name="connsiteY3" fmla="*/ 630968 h 683126"/>
                    <a:gd name="connsiteX4" fmla="*/ 340293 w 392571"/>
                    <a:gd name="connsiteY4" fmla="*/ 554768 h 683126"/>
                    <a:gd name="connsiteX5" fmla="*/ 391093 w 392571"/>
                    <a:gd name="connsiteY5" fmla="*/ 516668 h 683126"/>
                    <a:gd name="connsiteX6" fmla="*/ 340293 w 392571"/>
                    <a:gd name="connsiteY6" fmla="*/ 453168 h 683126"/>
                    <a:gd name="connsiteX7" fmla="*/ 391093 w 392571"/>
                    <a:gd name="connsiteY7" fmla="*/ 409684 h 683126"/>
                    <a:gd name="connsiteX8" fmla="*/ 378891 w 392571"/>
                    <a:gd name="connsiteY8" fmla="*/ 315399 h 683126"/>
                    <a:gd name="connsiteX9" fmla="*/ 378393 w 392571"/>
                    <a:gd name="connsiteY9" fmla="*/ 212073 h 683126"/>
                    <a:gd name="connsiteX10" fmla="*/ 375094 w 392571"/>
                    <a:gd name="connsiteY10" fmla="*/ 12121 h 683126"/>
                    <a:gd name="connsiteX11" fmla="*/ 327096 w 392571"/>
                    <a:gd name="connsiteY11" fmla="*/ 1148 h 683126"/>
                    <a:gd name="connsiteX12" fmla="*/ 177995 w 392571"/>
                    <a:gd name="connsiteY12" fmla="*/ 206279 h 683126"/>
                    <a:gd name="connsiteX13" fmla="*/ 79197 w 392571"/>
                    <a:gd name="connsiteY13" fmla="*/ 300768 h 683126"/>
                    <a:gd name="connsiteX14" fmla="*/ 102293 w 392571"/>
                    <a:gd name="connsiteY14" fmla="*/ 344457 h 683126"/>
                    <a:gd name="connsiteX15" fmla="*/ 48193 w 392571"/>
                    <a:gd name="connsiteY15" fmla="*/ 376968 h 683126"/>
                    <a:gd name="connsiteX16" fmla="*/ 86293 w 392571"/>
                    <a:gd name="connsiteY16" fmla="*/ 415068 h 683126"/>
                    <a:gd name="connsiteX17" fmla="*/ 35493 w 392571"/>
                    <a:gd name="connsiteY17" fmla="*/ 465868 h 683126"/>
                    <a:gd name="connsiteX18" fmla="*/ 35493 w 392571"/>
                    <a:gd name="connsiteY18" fmla="*/ 529368 h 683126"/>
                    <a:gd name="connsiteX19" fmla="*/ 10093 w 392571"/>
                    <a:gd name="connsiteY19" fmla="*/ 605568 h 683126"/>
                    <a:gd name="connsiteX0" fmla="*/ 10093 w 391715"/>
                    <a:gd name="connsiteY0" fmla="*/ 605568 h 683126"/>
                    <a:gd name="connsiteX1" fmla="*/ 225993 w 391715"/>
                    <a:gd name="connsiteY1" fmla="*/ 681768 h 683126"/>
                    <a:gd name="connsiteX2" fmla="*/ 276793 w 391715"/>
                    <a:gd name="connsiteY2" fmla="*/ 656368 h 683126"/>
                    <a:gd name="connsiteX3" fmla="*/ 327593 w 391715"/>
                    <a:gd name="connsiteY3" fmla="*/ 630968 h 683126"/>
                    <a:gd name="connsiteX4" fmla="*/ 340293 w 391715"/>
                    <a:gd name="connsiteY4" fmla="*/ 554768 h 683126"/>
                    <a:gd name="connsiteX5" fmla="*/ 391093 w 391715"/>
                    <a:gd name="connsiteY5" fmla="*/ 516668 h 683126"/>
                    <a:gd name="connsiteX6" fmla="*/ 356790 w 391715"/>
                    <a:gd name="connsiteY6" fmla="*/ 453168 h 683126"/>
                    <a:gd name="connsiteX7" fmla="*/ 391093 w 391715"/>
                    <a:gd name="connsiteY7" fmla="*/ 409684 h 683126"/>
                    <a:gd name="connsiteX8" fmla="*/ 378891 w 391715"/>
                    <a:gd name="connsiteY8" fmla="*/ 315399 h 683126"/>
                    <a:gd name="connsiteX9" fmla="*/ 378393 w 391715"/>
                    <a:gd name="connsiteY9" fmla="*/ 212073 h 683126"/>
                    <a:gd name="connsiteX10" fmla="*/ 375094 w 391715"/>
                    <a:gd name="connsiteY10" fmla="*/ 12121 h 683126"/>
                    <a:gd name="connsiteX11" fmla="*/ 327096 w 391715"/>
                    <a:gd name="connsiteY11" fmla="*/ 1148 h 683126"/>
                    <a:gd name="connsiteX12" fmla="*/ 177995 w 391715"/>
                    <a:gd name="connsiteY12" fmla="*/ 206279 h 683126"/>
                    <a:gd name="connsiteX13" fmla="*/ 79197 w 391715"/>
                    <a:gd name="connsiteY13" fmla="*/ 300768 h 683126"/>
                    <a:gd name="connsiteX14" fmla="*/ 102293 w 391715"/>
                    <a:gd name="connsiteY14" fmla="*/ 344457 h 683126"/>
                    <a:gd name="connsiteX15" fmla="*/ 48193 w 391715"/>
                    <a:gd name="connsiteY15" fmla="*/ 376968 h 683126"/>
                    <a:gd name="connsiteX16" fmla="*/ 86293 w 391715"/>
                    <a:gd name="connsiteY16" fmla="*/ 415068 h 683126"/>
                    <a:gd name="connsiteX17" fmla="*/ 35493 w 391715"/>
                    <a:gd name="connsiteY17" fmla="*/ 465868 h 683126"/>
                    <a:gd name="connsiteX18" fmla="*/ 35493 w 391715"/>
                    <a:gd name="connsiteY18" fmla="*/ 529368 h 683126"/>
                    <a:gd name="connsiteX19" fmla="*/ 10093 w 391715"/>
                    <a:gd name="connsiteY19" fmla="*/ 605568 h 683126"/>
                    <a:gd name="connsiteX0" fmla="*/ 10093 w 391715"/>
                    <a:gd name="connsiteY0" fmla="*/ 605568 h 683126"/>
                    <a:gd name="connsiteX1" fmla="*/ 225993 w 391715"/>
                    <a:gd name="connsiteY1" fmla="*/ 681768 h 683126"/>
                    <a:gd name="connsiteX2" fmla="*/ 276793 w 391715"/>
                    <a:gd name="connsiteY2" fmla="*/ 656368 h 683126"/>
                    <a:gd name="connsiteX3" fmla="*/ 327593 w 391715"/>
                    <a:gd name="connsiteY3" fmla="*/ 630968 h 683126"/>
                    <a:gd name="connsiteX4" fmla="*/ 340293 w 391715"/>
                    <a:gd name="connsiteY4" fmla="*/ 554768 h 683126"/>
                    <a:gd name="connsiteX5" fmla="*/ 374596 w 391715"/>
                    <a:gd name="connsiteY5" fmla="*/ 516668 h 683126"/>
                    <a:gd name="connsiteX6" fmla="*/ 356790 w 391715"/>
                    <a:gd name="connsiteY6" fmla="*/ 453168 h 683126"/>
                    <a:gd name="connsiteX7" fmla="*/ 391093 w 391715"/>
                    <a:gd name="connsiteY7" fmla="*/ 409684 h 683126"/>
                    <a:gd name="connsiteX8" fmla="*/ 378891 w 391715"/>
                    <a:gd name="connsiteY8" fmla="*/ 315399 h 683126"/>
                    <a:gd name="connsiteX9" fmla="*/ 378393 w 391715"/>
                    <a:gd name="connsiteY9" fmla="*/ 212073 h 683126"/>
                    <a:gd name="connsiteX10" fmla="*/ 375094 w 391715"/>
                    <a:gd name="connsiteY10" fmla="*/ 12121 h 683126"/>
                    <a:gd name="connsiteX11" fmla="*/ 327096 w 391715"/>
                    <a:gd name="connsiteY11" fmla="*/ 1148 h 683126"/>
                    <a:gd name="connsiteX12" fmla="*/ 177995 w 391715"/>
                    <a:gd name="connsiteY12" fmla="*/ 206279 h 683126"/>
                    <a:gd name="connsiteX13" fmla="*/ 79197 w 391715"/>
                    <a:gd name="connsiteY13" fmla="*/ 300768 h 683126"/>
                    <a:gd name="connsiteX14" fmla="*/ 102293 w 391715"/>
                    <a:gd name="connsiteY14" fmla="*/ 344457 h 683126"/>
                    <a:gd name="connsiteX15" fmla="*/ 48193 w 391715"/>
                    <a:gd name="connsiteY15" fmla="*/ 376968 h 683126"/>
                    <a:gd name="connsiteX16" fmla="*/ 86293 w 391715"/>
                    <a:gd name="connsiteY16" fmla="*/ 415068 h 683126"/>
                    <a:gd name="connsiteX17" fmla="*/ 35493 w 391715"/>
                    <a:gd name="connsiteY17" fmla="*/ 465868 h 683126"/>
                    <a:gd name="connsiteX18" fmla="*/ 35493 w 391715"/>
                    <a:gd name="connsiteY18" fmla="*/ 529368 h 683126"/>
                    <a:gd name="connsiteX19" fmla="*/ 10093 w 391715"/>
                    <a:gd name="connsiteY19" fmla="*/ 605568 h 683126"/>
                    <a:gd name="connsiteX0" fmla="*/ 10093 w 391715"/>
                    <a:gd name="connsiteY0" fmla="*/ 605568 h 683126"/>
                    <a:gd name="connsiteX1" fmla="*/ 225993 w 391715"/>
                    <a:gd name="connsiteY1" fmla="*/ 681768 h 683126"/>
                    <a:gd name="connsiteX2" fmla="*/ 276793 w 391715"/>
                    <a:gd name="connsiteY2" fmla="*/ 656368 h 683126"/>
                    <a:gd name="connsiteX3" fmla="*/ 327593 w 391715"/>
                    <a:gd name="connsiteY3" fmla="*/ 630968 h 683126"/>
                    <a:gd name="connsiteX4" fmla="*/ 336994 w 391715"/>
                    <a:gd name="connsiteY4" fmla="*/ 532821 h 683126"/>
                    <a:gd name="connsiteX5" fmla="*/ 374596 w 391715"/>
                    <a:gd name="connsiteY5" fmla="*/ 516668 h 683126"/>
                    <a:gd name="connsiteX6" fmla="*/ 356790 w 391715"/>
                    <a:gd name="connsiteY6" fmla="*/ 453168 h 683126"/>
                    <a:gd name="connsiteX7" fmla="*/ 391093 w 391715"/>
                    <a:gd name="connsiteY7" fmla="*/ 409684 h 683126"/>
                    <a:gd name="connsiteX8" fmla="*/ 378891 w 391715"/>
                    <a:gd name="connsiteY8" fmla="*/ 315399 h 683126"/>
                    <a:gd name="connsiteX9" fmla="*/ 378393 w 391715"/>
                    <a:gd name="connsiteY9" fmla="*/ 212073 h 683126"/>
                    <a:gd name="connsiteX10" fmla="*/ 375094 w 391715"/>
                    <a:gd name="connsiteY10" fmla="*/ 12121 h 683126"/>
                    <a:gd name="connsiteX11" fmla="*/ 327096 w 391715"/>
                    <a:gd name="connsiteY11" fmla="*/ 1148 h 683126"/>
                    <a:gd name="connsiteX12" fmla="*/ 177995 w 391715"/>
                    <a:gd name="connsiteY12" fmla="*/ 206279 h 683126"/>
                    <a:gd name="connsiteX13" fmla="*/ 79197 w 391715"/>
                    <a:gd name="connsiteY13" fmla="*/ 300768 h 683126"/>
                    <a:gd name="connsiteX14" fmla="*/ 102293 w 391715"/>
                    <a:gd name="connsiteY14" fmla="*/ 344457 h 683126"/>
                    <a:gd name="connsiteX15" fmla="*/ 48193 w 391715"/>
                    <a:gd name="connsiteY15" fmla="*/ 376968 h 683126"/>
                    <a:gd name="connsiteX16" fmla="*/ 86293 w 391715"/>
                    <a:gd name="connsiteY16" fmla="*/ 415068 h 683126"/>
                    <a:gd name="connsiteX17" fmla="*/ 35493 w 391715"/>
                    <a:gd name="connsiteY17" fmla="*/ 465868 h 683126"/>
                    <a:gd name="connsiteX18" fmla="*/ 35493 w 391715"/>
                    <a:gd name="connsiteY18" fmla="*/ 529368 h 683126"/>
                    <a:gd name="connsiteX19" fmla="*/ 10093 w 391715"/>
                    <a:gd name="connsiteY19" fmla="*/ 605568 h 683126"/>
                    <a:gd name="connsiteX0" fmla="*/ 10093 w 391715"/>
                    <a:gd name="connsiteY0" fmla="*/ 605568 h 683503"/>
                    <a:gd name="connsiteX1" fmla="*/ 225993 w 391715"/>
                    <a:gd name="connsiteY1" fmla="*/ 681768 h 683503"/>
                    <a:gd name="connsiteX2" fmla="*/ 276793 w 391715"/>
                    <a:gd name="connsiteY2" fmla="*/ 656368 h 683503"/>
                    <a:gd name="connsiteX3" fmla="*/ 337491 w 391715"/>
                    <a:gd name="connsiteY3" fmla="*/ 627310 h 683503"/>
                    <a:gd name="connsiteX4" fmla="*/ 336994 w 391715"/>
                    <a:gd name="connsiteY4" fmla="*/ 532821 h 683503"/>
                    <a:gd name="connsiteX5" fmla="*/ 374596 w 391715"/>
                    <a:gd name="connsiteY5" fmla="*/ 516668 h 683503"/>
                    <a:gd name="connsiteX6" fmla="*/ 356790 w 391715"/>
                    <a:gd name="connsiteY6" fmla="*/ 453168 h 683503"/>
                    <a:gd name="connsiteX7" fmla="*/ 391093 w 391715"/>
                    <a:gd name="connsiteY7" fmla="*/ 409684 h 683503"/>
                    <a:gd name="connsiteX8" fmla="*/ 378891 w 391715"/>
                    <a:gd name="connsiteY8" fmla="*/ 315399 h 683503"/>
                    <a:gd name="connsiteX9" fmla="*/ 378393 w 391715"/>
                    <a:gd name="connsiteY9" fmla="*/ 212073 h 683503"/>
                    <a:gd name="connsiteX10" fmla="*/ 375094 w 391715"/>
                    <a:gd name="connsiteY10" fmla="*/ 12121 h 683503"/>
                    <a:gd name="connsiteX11" fmla="*/ 327096 w 391715"/>
                    <a:gd name="connsiteY11" fmla="*/ 1148 h 683503"/>
                    <a:gd name="connsiteX12" fmla="*/ 177995 w 391715"/>
                    <a:gd name="connsiteY12" fmla="*/ 206279 h 683503"/>
                    <a:gd name="connsiteX13" fmla="*/ 79197 w 391715"/>
                    <a:gd name="connsiteY13" fmla="*/ 300768 h 683503"/>
                    <a:gd name="connsiteX14" fmla="*/ 102293 w 391715"/>
                    <a:gd name="connsiteY14" fmla="*/ 344457 h 683503"/>
                    <a:gd name="connsiteX15" fmla="*/ 48193 w 391715"/>
                    <a:gd name="connsiteY15" fmla="*/ 376968 h 683503"/>
                    <a:gd name="connsiteX16" fmla="*/ 86293 w 391715"/>
                    <a:gd name="connsiteY16" fmla="*/ 415068 h 683503"/>
                    <a:gd name="connsiteX17" fmla="*/ 35493 w 391715"/>
                    <a:gd name="connsiteY17" fmla="*/ 465868 h 683503"/>
                    <a:gd name="connsiteX18" fmla="*/ 35493 w 391715"/>
                    <a:gd name="connsiteY18" fmla="*/ 529368 h 683503"/>
                    <a:gd name="connsiteX19" fmla="*/ 10093 w 391715"/>
                    <a:gd name="connsiteY19" fmla="*/ 605568 h 683503"/>
                    <a:gd name="connsiteX0" fmla="*/ 10093 w 391715"/>
                    <a:gd name="connsiteY0" fmla="*/ 605568 h 682037"/>
                    <a:gd name="connsiteX1" fmla="*/ 225993 w 391715"/>
                    <a:gd name="connsiteY1" fmla="*/ 681768 h 682037"/>
                    <a:gd name="connsiteX2" fmla="*/ 283392 w 391715"/>
                    <a:gd name="connsiteY2" fmla="*/ 630764 h 682037"/>
                    <a:gd name="connsiteX3" fmla="*/ 337491 w 391715"/>
                    <a:gd name="connsiteY3" fmla="*/ 627310 h 682037"/>
                    <a:gd name="connsiteX4" fmla="*/ 336994 w 391715"/>
                    <a:gd name="connsiteY4" fmla="*/ 532821 h 682037"/>
                    <a:gd name="connsiteX5" fmla="*/ 374596 w 391715"/>
                    <a:gd name="connsiteY5" fmla="*/ 516668 h 682037"/>
                    <a:gd name="connsiteX6" fmla="*/ 356790 w 391715"/>
                    <a:gd name="connsiteY6" fmla="*/ 453168 h 682037"/>
                    <a:gd name="connsiteX7" fmla="*/ 391093 w 391715"/>
                    <a:gd name="connsiteY7" fmla="*/ 409684 h 682037"/>
                    <a:gd name="connsiteX8" fmla="*/ 378891 w 391715"/>
                    <a:gd name="connsiteY8" fmla="*/ 315399 h 682037"/>
                    <a:gd name="connsiteX9" fmla="*/ 378393 w 391715"/>
                    <a:gd name="connsiteY9" fmla="*/ 212073 h 682037"/>
                    <a:gd name="connsiteX10" fmla="*/ 375094 w 391715"/>
                    <a:gd name="connsiteY10" fmla="*/ 12121 h 682037"/>
                    <a:gd name="connsiteX11" fmla="*/ 327096 w 391715"/>
                    <a:gd name="connsiteY11" fmla="*/ 1148 h 682037"/>
                    <a:gd name="connsiteX12" fmla="*/ 177995 w 391715"/>
                    <a:gd name="connsiteY12" fmla="*/ 206279 h 682037"/>
                    <a:gd name="connsiteX13" fmla="*/ 79197 w 391715"/>
                    <a:gd name="connsiteY13" fmla="*/ 300768 h 682037"/>
                    <a:gd name="connsiteX14" fmla="*/ 102293 w 391715"/>
                    <a:gd name="connsiteY14" fmla="*/ 344457 h 682037"/>
                    <a:gd name="connsiteX15" fmla="*/ 48193 w 391715"/>
                    <a:gd name="connsiteY15" fmla="*/ 376968 h 682037"/>
                    <a:gd name="connsiteX16" fmla="*/ 86293 w 391715"/>
                    <a:gd name="connsiteY16" fmla="*/ 415068 h 682037"/>
                    <a:gd name="connsiteX17" fmla="*/ 35493 w 391715"/>
                    <a:gd name="connsiteY17" fmla="*/ 465868 h 682037"/>
                    <a:gd name="connsiteX18" fmla="*/ 35493 w 391715"/>
                    <a:gd name="connsiteY18" fmla="*/ 529368 h 682037"/>
                    <a:gd name="connsiteX19" fmla="*/ 10093 w 391715"/>
                    <a:gd name="connsiteY19" fmla="*/ 605568 h 682037"/>
                    <a:gd name="connsiteX0" fmla="*/ 12359 w 393981"/>
                    <a:gd name="connsiteY0" fmla="*/ 605568 h 696614"/>
                    <a:gd name="connsiteX1" fmla="*/ 261253 w 393981"/>
                    <a:gd name="connsiteY1" fmla="*/ 696399 h 696614"/>
                    <a:gd name="connsiteX2" fmla="*/ 285658 w 393981"/>
                    <a:gd name="connsiteY2" fmla="*/ 630764 h 696614"/>
                    <a:gd name="connsiteX3" fmla="*/ 339757 w 393981"/>
                    <a:gd name="connsiteY3" fmla="*/ 627310 h 696614"/>
                    <a:gd name="connsiteX4" fmla="*/ 339260 w 393981"/>
                    <a:gd name="connsiteY4" fmla="*/ 532821 h 696614"/>
                    <a:gd name="connsiteX5" fmla="*/ 376862 w 393981"/>
                    <a:gd name="connsiteY5" fmla="*/ 516668 h 696614"/>
                    <a:gd name="connsiteX6" fmla="*/ 359056 w 393981"/>
                    <a:gd name="connsiteY6" fmla="*/ 453168 h 696614"/>
                    <a:gd name="connsiteX7" fmla="*/ 393359 w 393981"/>
                    <a:gd name="connsiteY7" fmla="*/ 409684 h 696614"/>
                    <a:gd name="connsiteX8" fmla="*/ 381157 w 393981"/>
                    <a:gd name="connsiteY8" fmla="*/ 315399 h 696614"/>
                    <a:gd name="connsiteX9" fmla="*/ 380659 w 393981"/>
                    <a:gd name="connsiteY9" fmla="*/ 212073 h 696614"/>
                    <a:gd name="connsiteX10" fmla="*/ 377360 w 393981"/>
                    <a:gd name="connsiteY10" fmla="*/ 12121 h 696614"/>
                    <a:gd name="connsiteX11" fmla="*/ 329362 w 393981"/>
                    <a:gd name="connsiteY11" fmla="*/ 1148 h 696614"/>
                    <a:gd name="connsiteX12" fmla="*/ 180261 w 393981"/>
                    <a:gd name="connsiteY12" fmla="*/ 206279 h 696614"/>
                    <a:gd name="connsiteX13" fmla="*/ 81463 w 393981"/>
                    <a:gd name="connsiteY13" fmla="*/ 300768 h 696614"/>
                    <a:gd name="connsiteX14" fmla="*/ 104559 w 393981"/>
                    <a:gd name="connsiteY14" fmla="*/ 344457 h 696614"/>
                    <a:gd name="connsiteX15" fmla="*/ 50459 w 393981"/>
                    <a:gd name="connsiteY15" fmla="*/ 376968 h 696614"/>
                    <a:gd name="connsiteX16" fmla="*/ 88559 w 393981"/>
                    <a:gd name="connsiteY16" fmla="*/ 415068 h 696614"/>
                    <a:gd name="connsiteX17" fmla="*/ 37759 w 393981"/>
                    <a:gd name="connsiteY17" fmla="*/ 465868 h 696614"/>
                    <a:gd name="connsiteX18" fmla="*/ 37759 w 393981"/>
                    <a:gd name="connsiteY18" fmla="*/ 529368 h 696614"/>
                    <a:gd name="connsiteX19" fmla="*/ 12359 w 393981"/>
                    <a:gd name="connsiteY19" fmla="*/ 605568 h 696614"/>
                    <a:gd name="connsiteX0" fmla="*/ 12359 w 393981"/>
                    <a:gd name="connsiteY0" fmla="*/ 605568 h 700824"/>
                    <a:gd name="connsiteX1" fmla="*/ 261253 w 393981"/>
                    <a:gd name="connsiteY1" fmla="*/ 696399 h 700824"/>
                    <a:gd name="connsiteX2" fmla="*/ 285658 w 393981"/>
                    <a:gd name="connsiteY2" fmla="*/ 630764 h 700824"/>
                    <a:gd name="connsiteX3" fmla="*/ 339757 w 393981"/>
                    <a:gd name="connsiteY3" fmla="*/ 627310 h 700824"/>
                    <a:gd name="connsiteX4" fmla="*/ 339260 w 393981"/>
                    <a:gd name="connsiteY4" fmla="*/ 532821 h 700824"/>
                    <a:gd name="connsiteX5" fmla="*/ 376862 w 393981"/>
                    <a:gd name="connsiteY5" fmla="*/ 516668 h 700824"/>
                    <a:gd name="connsiteX6" fmla="*/ 359056 w 393981"/>
                    <a:gd name="connsiteY6" fmla="*/ 453168 h 700824"/>
                    <a:gd name="connsiteX7" fmla="*/ 393359 w 393981"/>
                    <a:gd name="connsiteY7" fmla="*/ 409684 h 700824"/>
                    <a:gd name="connsiteX8" fmla="*/ 381157 w 393981"/>
                    <a:gd name="connsiteY8" fmla="*/ 315399 h 700824"/>
                    <a:gd name="connsiteX9" fmla="*/ 380659 w 393981"/>
                    <a:gd name="connsiteY9" fmla="*/ 212073 h 700824"/>
                    <a:gd name="connsiteX10" fmla="*/ 377360 w 393981"/>
                    <a:gd name="connsiteY10" fmla="*/ 12121 h 700824"/>
                    <a:gd name="connsiteX11" fmla="*/ 329362 w 393981"/>
                    <a:gd name="connsiteY11" fmla="*/ 1148 h 700824"/>
                    <a:gd name="connsiteX12" fmla="*/ 180261 w 393981"/>
                    <a:gd name="connsiteY12" fmla="*/ 206279 h 700824"/>
                    <a:gd name="connsiteX13" fmla="*/ 81463 w 393981"/>
                    <a:gd name="connsiteY13" fmla="*/ 300768 h 700824"/>
                    <a:gd name="connsiteX14" fmla="*/ 104559 w 393981"/>
                    <a:gd name="connsiteY14" fmla="*/ 344457 h 700824"/>
                    <a:gd name="connsiteX15" fmla="*/ 50459 w 393981"/>
                    <a:gd name="connsiteY15" fmla="*/ 376968 h 700824"/>
                    <a:gd name="connsiteX16" fmla="*/ 88559 w 393981"/>
                    <a:gd name="connsiteY16" fmla="*/ 415068 h 700824"/>
                    <a:gd name="connsiteX17" fmla="*/ 37759 w 393981"/>
                    <a:gd name="connsiteY17" fmla="*/ 465868 h 700824"/>
                    <a:gd name="connsiteX18" fmla="*/ 37759 w 393981"/>
                    <a:gd name="connsiteY18" fmla="*/ 529368 h 700824"/>
                    <a:gd name="connsiteX19" fmla="*/ 12359 w 393981"/>
                    <a:gd name="connsiteY19" fmla="*/ 605568 h 700824"/>
                    <a:gd name="connsiteX0" fmla="*/ 12359 w 393981"/>
                    <a:gd name="connsiteY0" fmla="*/ 605568 h 700824"/>
                    <a:gd name="connsiteX1" fmla="*/ 261253 w 393981"/>
                    <a:gd name="connsiteY1" fmla="*/ 696399 h 700824"/>
                    <a:gd name="connsiteX2" fmla="*/ 285658 w 393981"/>
                    <a:gd name="connsiteY2" fmla="*/ 630764 h 700824"/>
                    <a:gd name="connsiteX3" fmla="*/ 339757 w 393981"/>
                    <a:gd name="connsiteY3" fmla="*/ 627310 h 700824"/>
                    <a:gd name="connsiteX4" fmla="*/ 339260 w 393981"/>
                    <a:gd name="connsiteY4" fmla="*/ 532821 h 700824"/>
                    <a:gd name="connsiteX5" fmla="*/ 376862 w 393981"/>
                    <a:gd name="connsiteY5" fmla="*/ 516668 h 700824"/>
                    <a:gd name="connsiteX6" fmla="*/ 359056 w 393981"/>
                    <a:gd name="connsiteY6" fmla="*/ 453168 h 700824"/>
                    <a:gd name="connsiteX7" fmla="*/ 393359 w 393981"/>
                    <a:gd name="connsiteY7" fmla="*/ 409684 h 700824"/>
                    <a:gd name="connsiteX8" fmla="*/ 381157 w 393981"/>
                    <a:gd name="connsiteY8" fmla="*/ 315399 h 700824"/>
                    <a:gd name="connsiteX9" fmla="*/ 380659 w 393981"/>
                    <a:gd name="connsiteY9" fmla="*/ 212073 h 700824"/>
                    <a:gd name="connsiteX10" fmla="*/ 377360 w 393981"/>
                    <a:gd name="connsiteY10" fmla="*/ 12121 h 700824"/>
                    <a:gd name="connsiteX11" fmla="*/ 329362 w 393981"/>
                    <a:gd name="connsiteY11" fmla="*/ 1148 h 700824"/>
                    <a:gd name="connsiteX12" fmla="*/ 180261 w 393981"/>
                    <a:gd name="connsiteY12" fmla="*/ 206279 h 700824"/>
                    <a:gd name="connsiteX13" fmla="*/ 81463 w 393981"/>
                    <a:gd name="connsiteY13" fmla="*/ 300768 h 700824"/>
                    <a:gd name="connsiteX14" fmla="*/ 104559 w 393981"/>
                    <a:gd name="connsiteY14" fmla="*/ 344457 h 700824"/>
                    <a:gd name="connsiteX15" fmla="*/ 50459 w 393981"/>
                    <a:gd name="connsiteY15" fmla="*/ 376968 h 700824"/>
                    <a:gd name="connsiteX16" fmla="*/ 88559 w 393981"/>
                    <a:gd name="connsiteY16" fmla="*/ 415068 h 700824"/>
                    <a:gd name="connsiteX17" fmla="*/ 37759 w 393981"/>
                    <a:gd name="connsiteY17" fmla="*/ 465868 h 700824"/>
                    <a:gd name="connsiteX18" fmla="*/ 37759 w 393981"/>
                    <a:gd name="connsiteY18" fmla="*/ 529368 h 700824"/>
                    <a:gd name="connsiteX19" fmla="*/ 12359 w 393981"/>
                    <a:gd name="connsiteY19" fmla="*/ 605568 h 700824"/>
                    <a:gd name="connsiteX0" fmla="*/ 12359 w 393981"/>
                    <a:gd name="connsiteY0" fmla="*/ 605568 h 697973"/>
                    <a:gd name="connsiteX1" fmla="*/ 261253 w 393981"/>
                    <a:gd name="connsiteY1" fmla="*/ 696399 h 697973"/>
                    <a:gd name="connsiteX2" fmla="*/ 285658 w 393981"/>
                    <a:gd name="connsiteY2" fmla="*/ 630764 h 697973"/>
                    <a:gd name="connsiteX3" fmla="*/ 339757 w 393981"/>
                    <a:gd name="connsiteY3" fmla="*/ 627310 h 697973"/>
                    <a:gd name="connsiteX4" fmla="*/ 339260 w 393981"/>
                    <a:gd name="connsiteY4" fmla="*/ 532821 h 697973"/>
                    <a:gd name="connsiteX5" fmla="*/ 376862 w 393981"/>
                    <a:gd name="connsiteY5" fmla="*/ 516668 h 697973"/>
                    <a:gd name="connsiteX6" fmla="*/ 359056 w 393981"/>
                    <a:gd name="connsiteY6" fmla="*/ 453168 h 697973"/>
                    <a:gd name="connsiteX7" fmla="*/ 393359 w 393981"/>
                    <a:gd name="connsiteY7" fmla="*/ 409684 h 697973"/>
                    <a:gd name="connsiteX8" fmla="*/ 381157 w 393981"/>
                    <a:gd name="connsiteY8" fmla="*/ 315399 h 697973"/>
                    <a:gd name="connsiteX9" fmla="*/ 380659 w 393981"/>
                    <a:gd name="connsiteY9" fmla="*/ 212073 h 697973"/>
                    <a:gd name="connsiteX10" fmla="*/ 377360 w 393981"/>
                    <a:gd name="connsiteY10" fmla="*/ 12121 h 697973"/>
                    <a:gd name="connsiteX11" fmla="*/ 329362 w 393981"/>
                    <a:gd name="connsiteY11" fmla="*/ 1148 h 697973"/>
                    <a:gd name="connsiteX12" fmla="*/ 180261 w 393981"/>
                    <a:gd name="connsiteY12" fmla="*/ 206279 h 697973"/>
                    <a:gd name="connsiteX13" fmla="*/ 81463 w 393981"/>
                    <a:gd name="connsiteY13" fmla="*/ 300768 h 697973"/>
                    <a:gd name="connsiteX14" fmla="*/ 104559 w 393981"/>
                    <a:gd name="connsiteY14" fmla="*/ 344457 h 697973"/>
                    <a:gd name="connsiteX15" fmla="*/ 50459 w 393981"/>
                    <a:gd name="connsiteY15" fmla="*/ 376968 h 697973"/>
                    <a:gd name="connsiteX16" fmla="*/ 88559 w 393981"/>
                    <a:gd name="connsiteY16" fmla="*/ 415068 h 697973"/>
                    <a:gd name="connsiteX17" fmla="*/ 37759 w 393981"/>
                    <a:gd name="connsiteY17" fmla="*/ 465868 h 697973"/>
                    <a:gd name="connsiteX18" fmla="*/ 37759 w 393981"/>
                    <a:gd name="connsiteY18" fmla="*/ 529368 h 697973"/>
                    <a:gd name="connsiteX19" fmla="*/ 12359 w 393981"/>
                    <a:gd name="connsiteY19" fmla="*/ 605568 h 697973"/>
                    <a:gd name="connsiteX0" fmla="*/ 13977 w 385701"/>
                    <a:gd name="connsiteY0" fmla="*/ 601910 h 696677"/>
                    <a:gd name="connsiteX1" fmla="*/ 252973 w 385701"/>
                    <a:gd name="connsiteY1" fmla="*/ 696399 h 696677"/>
                    <a:gd name="connsiteX2" fmla="*/ 277378 w 385701"/>
                    <a:gd name="connsiteY2" fmla="*/ 630764 h 696677"/>
                    <a:gd name="connsiteX3" fmla="*/ 331477 w 385701"/>
                    <a:gd name="connsiteY3" fmla="*/ 627310 h 696677"/>
                    <a:gd name="connsiteX4" fmla="*/ 330980 w 385701"/>
                    <a:gd name="connsiteY4" fmla="*/ 532821 h 696677"/>
                    <a:gd name="connsiteX5" fmla="*/ 368582 w 385701"/>
                    <a:gd name="connsiteY5" fmla="*/ 516668 h 696677"/>
                    <a:gd name="connsiteX6" fmla="*/ 350776 w 385701"/>
                    <a:gd name="connsiteY6" fmla="*/ 453168 h 696677"/>
                    <a:gd name="connsiteX7" fmla="*/ 385079 w 385701"/>
                    <a:gd name="connsiteY7" fmla="*/ 409684 h 696677"/>
                    <a:gd name="connsiteX8" fmla="*/ 372877 w 385701"/>
                    <a:gd name="connsiteY8" fmla="*/ 315399 h 696677"/>
                    <a:gd name="connsiteX9" fmla="*/ 372379 w 385701"/>
                    <a:gd name="connsiteY9" fmla="*/ 212073 h 696677"/>
                    <a:gd name="connsiteX10" fmla="*/ 369080 w 385701"/>
                    <a:gd name="connsiteY10" fmla="*/ 12121 h 696677"/>
                    <a:gd name="connsiteX11" fmla="*/ 321082 w 385701"/>
                    <a:gd name="connsiteY11" fmla="*/ 1148 h 696677"/>
                    <a:gd name="connsiteX12" fmla="*/ 171981 w 385701"/>
                    <a:gd name="connsiteY12" fmla="*/ 206279 h 696677"/>
                    <a:gd name="connsiteX13" fmla="*/ 73183 w 385701"/>
                    <a:gd name="connsiteY13" fmla="*/ 300768 h 696677"/>
                    <a:gd name="connsiteX14" fmla="*/ 96279 w 385701"/>
                    <a:gd name="connsiteY14" fmla="*/ 344457 h 696677"/>
                    <a:gd name="connsiteX15" fmla="*/ 42179 w 385701"/>
                    <a:gd name="connsiteY15" fmla="*/ 376968 h 696677"/>
                    <a:gd name="connsiteX16" fmla="*/ 80279 w 385701"/>
                    <a:gd name="connsiteY16" fmla="*/ 415068 h 696677"/>
                    <a:gd name="connsiteX17" fmla="*/ 29479 w 385701"/>
                    <a:gd name="connsiteY17" fmla="*/ 465868 h 696677"/>
                    <a:gd name="connsiteX18" fmla="*/ 29479 w 385701"/>
                    <a:gd name="connsiteY18" fmla="*/ 529368 h 696677"/>
                    <a:gd name="connsiteX19" fmla="*/ 13977 w 385701"/>
                    <a:gd name="connsiteY19" fmla="*/ 601910 h 696677"/>
                    <a:gd name="connsiteX0" fmla="*/ 5575 w 377299"/>
                    <a:gd name="connsiteY0" fmla="*/ 601910 h 696677"/>
                    <a:gd name="connsiteX1" fmla="*/ 244571 w 377299"/>
                    <a:gd name="connsiteY1" fmla="*/ 696399 h 696677"/>
                    <a:gd name="connsiteX2" fmla="*/ 268976 w 377299"/>
                    <a:gd name="connsiteY2" fmla="*/ 630764 h 696677"/>
                    <a:gd name="connsiteX3" fmla="*/ 323075 w 377299"/>
                    <a:gd name="connsiteY3" fmla="*/ 627310 h 696677"/>
                    <a:gd name="connsiteX4" fmla="*/ 322578 w 377299"/>
                    <a:gd name="connsiteY4" fmla="*/ 532821 h 696677"/>
                    <a:gd name="connsiteX5" fmla="*/ 360180 w 377299"/>
                    <a:gd name="connsiteY5" fmla="*/ 516668 h 696677"/>
                    <a:gd name="connsiteX6" fmla="*/ 342374 w 377299"/>
                    <a:gd name="connsiteY6" fmla="*/ 453168 h 696677"/>
                    <a:gd name="connsiteX7" fmla="*/ 376677 w 377299"/>
                    <a:gd name="connsiteY7" fmla="*/ 409684 h 696677"/>
                    <a:gd name="connsiteX8" fmla="*/ 364475 w 377299"/>
                    <a:gd name="connsiteY8" fmla="*/ 315399 h 696677"/>
                    <a:gd name="connsiteX9" fmla="*/ 363977 w 377299"/>
                    <a:gd name="connsiteY9" fmla="*/ 212073 h 696677"/>
                    <a:gd name="connsiteX10" fmla="*/ 360678 w 377299"/>
                    <a:gd name="connsiteY10" fmla="*/ 12121 h 696677"/>
                    <a:gd name="connsiteX11" fmla="*/ 312680 w 377299"/>
                    <a:gd name="connsiteY11" fmla="*/ 1148 h 696677"/>
                    <a:gd name="connsiteX12" fmla="*/ 163579 w 377299"/>
                    <a:gd name="connsiteY12" fmla="*/ 206279 h 696677"/>
                    <a:gd name="connsiteX13" fmla="*/ 64781 w 377299"/>
                    <a:gd name="connsiteY13" fmla="*/ 300768 h 696677"/>
                    <a:gd name="connsiteX14" fmla="*/ 87877 w 377299"/>
                    <a:gd name="connsiteY14" fmla="*/ 344457 h 696677"/>
                    <a:gd name="connsiteX15" fmla="*/ 33777 w 377299"/>
                    <a:gd name="connsiteY15" fmla="*/ 376968 h 696677"/>
                    <a:gd name="connsiteX16" fmla="*/ 71877 w 377299"/>
                    <a:gd name="connsiteY16" fmla="*/ 415068 h 696677"/>
                    <a:gd name="connsiteX17" fmla="*/ 21077 w 377299"/>
                    <a:gd name="connsiteY17" fmla="*/ 465868 h 696677"/>
                    <a:gd name="connsiteX18" fmla="*/ 21077 w 377299"/>
                    <a:gd name="connsiteY18" fmla="*/ 529368 h 696677"/>
                    <a:gd name="connsiteX19" fmla="*/ 5575 w 377299"/>
                    <a:gd name="connsiteY19" fmla="*/ 601910 h 696677"/>
                    <a:gd name="connsiteX0" fmla="*/ 11675 w 383399"/>
                    <a:gd name="connsiteY0" fmla="*/ 601910 h 696677"/>
                    <a:gd name="connsiteX1" fmla="*/ 250671 w 383399"/>
                    <a:gd name="connsiteY1" fmla="*/ 696399 h 696677"/>
                    <a:gd name="connsiteX2" fmla="*/ 275076 w 383399"/>
                    <a:gd name="connsiteY2" fmla="*/ 630764 h 696677"/>
                    <a:gd name="connsiteX3" fmla="*/ 329175 w 383399"/>
                    <a:gd name="connsiteY3" fmla="*/ 627310 h 696677"/>
                    <a:gd name="connsiteX4" fmla="*/ 328678 w 383399"/>
                    <a:gd name="connsiteY4" fmla="*/ 532821 h 696677"/>
                    <a:gd name="connsiteX5" fmla="*/ 366280 w 383399"/>
                    <a:gd name="connsiteY5" fmla="*/ 516668 h 696677"/>
                    <a:gd name="connsiteX6" fmla="*/ 348474 w 383399"/>
                    <a:gd name="connsiteY6" fmla="*/ 453168 h 696677"/>
                    <a:gd name="connsiteX7" fmla="*/ 382777 w 383399"/>
                    <a:gd name="connsiteY7" fmla="*/ 409684 h 696677"/>
                    <a:gd name="connsiteX8" fmla="*/ 370575 w 383399"/>
                    <a:gd name="connsiteY8" fmla="*/ 315399 h 696677"/>
                    <a:gd name="connsiteX9" fmla="*/ 370077 w 383399"/>
                    <a:gd name="connsiteY9" fmla="*/ 212073 h 696677"/>
                    <a:gd name="connsiteX10" fmla="*/ 366778 w 383399"/>
                    <a:gd name="connsiteY10" fmla="*/ 12121 h 696677"/>
                    <a:gd name="connsiteX11" fmla="*/ 318780 w 383399"/>
                    <a:gd name="connsiteY11" fmla="*/ 1148 h 696677"/>
                    <a:gd name="connsiteX12" fmla="*/ 169679 w 383399"/>
                    <a:gd name="connsiteY12" fmla="*/ 206279 h 696677"/>
                    <a:gd name="connsiteX13" fmla="*/ 70881 w 383399"/>
                    <a:gd name="connsiteY13" fmla="*/ 300768 h 696677"/>
                    <a:gd name="connsiteX14" fmla="*/ 93977 w 383399"/>
                    <a:gd name="connsiteY14" fmla="*/ 344457 h 696677"/>
                    <a:gd name="connsiteX15" fmla="*/ 39877 w 383399"/>
                    <a:gd name="connsiteY15" fmla="*/ 376968 h 696677"/>
                    <a:gd name="connsiteX16" fmla="*/ 77977 w 383399"/>
                    <a:gd name="connsiteY16" fmla="*/ 415068 h 696677"/>
                    <a:gd name="connsiteX17" fmla="*/ 27177 w 383399"/>
                    <a:gd name="connsiteY17" fmla="*/ 465868 h 696677"/>
                    <a:gd name="connsiteX18" fmla="*/ 37075 w 383399"/>
                    <a:gd name="connsiteY18" fmla="*/ 529368 h 696677"/>
                    <a:gd name="connsiteX19" fmla="*/ 11675 w 383399"/>
                    <a:gd name="connsiteY19" fmla="*/ 601910 h 696677"/>
                    <a:gd name="connsiteX0" fmla="*/ 11675 w 383399"/>
                    <a:gd name="connsiteY0" fmla="*/ 601910 h 696677"/>
                    <a:gd name="connsiteX1" fmla="*/ 250671 w 383399"/>
                    <a:gd name="connsiteY1" fmla="*/ 696399 h 696677"/>
                    <a:gd name="connsiteX2" fmla="*/ 275076 w 383399"/>
                    <a:gd name="connsiteY2" fmla="*/ 630764 h 696677"/>
                    <a:gd name="connsiteX3" fmla="*/ 329175 w 383399"/>
                    <a:gd name="connsiteY3" fmla="*/ 627310 h 696677"/>
                    <a:gd name="connsiteX4" fmla="*/ 328678 w 383399"/>
                    <a:gd name="connsiteY4" fmla="*/ 532821 h 696677"/>
                    <a:gd name="connsiteX5" fmla="*/ 366280 w 383399"/>
                    <a:gd name="connsiteY5" fmla="*/ 516668 h 696677"/>
                    <a:gd name="connsiteX6" fmla="*/ 348474 w 383399"/>
                    <a:gd name="connsiteY6" fmla="*/ 453168 h 696677"/>
                    <a:gd name="connsiteX7" fmla="*/ 382777 w 383399"/>
                    <a:gd name="connsiteY7" fmla="*/ 409684 h 696677"/>
                    <a:gd name="connsiteX8" fmla="*/ 370575 w 383399"/>
                    <a:gd name="connsiteY8" fmla="*/ 315399 h 696677"/>
                    <a:gd name="connsiteX9" fmla="*/ 370077 w 383399"/>
                    <a:gd name="connsiteY9" fmla="*/ 212073 h 696677"/>
                    <a:gd name="connsiteX10" fmla="*/ 366778 w 383399"/>
                    <a:gd name="connsiteY10" fmla="*/ 12121 h 696677"/>
                    <a:gd name="connsiteX11" fmla="*/ 318780 w 383399"/>
                    <a:gd name="connsiteY11" fmla="*/ 1148 h 696677"/>
                    <a:gd name="connsiteX12" fmla="*/ 169679 w 383399"/>
                    <a:gd name="connsiteY12" fmla="*/ 206279 h 696677"/>
                    <a:gd name="connsiteX13" fmla="*/ 70881 w 383399"/>
                    <a:gd name="connsiteY13" fmla="*/ 300768 h 696677"/>
                    <a:gd name="connsiteX14" fmla="*/ 93977 w 383399"/>
                    <a:gd name="connsiteY14" fmla="*/ 344457 h 696677"/>
                    <a:gd name="connsiteX15" fmla="*/ 39877 w 383399"/>
                    <a:gd name="connsiteY15" fmla="*/ 376968 h 696677"/>
                    <a:gd name="connsiteX16" fmla="*/ 77977 w 383399"/>
                    <a:gd name="connsiteY16" fmla="*/ 415068 h 696677"/>
                    <a:gd name="connsiteX17" fmla="*/ 7381 w 383399"/>
                    <a:gd name="connsiteY17" fmla="*/ 465868 h 696677"/>
                    <a:gd name="connsiteX18" fmla="*/ 37075 w 383399"/>
                    <a:gd name="connsiteY18" fmla="*/ 529368 h 696677"/>
                    <a:gd name="connsiteX19" fmla="*/ 11675 w 383399"/>
                    <a:gd name="connsiteY19" fmla="*/ 601910 h 696677"/>
                    <a:gd name="connsiteX0" fmla="*/ 11675 w 383399"/>
                    <a:gd name="connsiteY0" fmla="*/ 601910 h 696677"/>
                    <a:gd name="connsiteX1" fmla="*/ 250671 w 383399"/>
                    <a:gd name="connsiteY1" fmla="*/ 696399 h 696677"/>
                    <a:gd name="connsiteX2" fmla="*/ 275076 w 383399"/>
                    <a:gd name="connsiteY2" fmla="*/ 630764 h 696677"/>
                    <a:gd name="connsiteX3" fmla="*/ 329175 w 383399"/>
                    <a:gd name="connsiteY3" fmla="*/ 627310 h 696677"/>
                    <a:gd name="connsiteX4" fmla="*/ 328678 w 383399"/>
                    <a:gd name="connsiteY4" fmla="*/ 532821 h 696677"/>
                    <a:gd name="connsiteX5" fmla="*/ 366280 w 383399"/>
                    <a:gd name="connsiteY5" fmla="*/ 516668 h 696677"/>
                    <a:gd name="connsiteX6" fmla="*/ 348474 w 383399"/>
                    <a:gd name="connsiteY6" fmla="*/ 453168 h 696677"/>
                    <a:gd name="connsiteX7" fmla="*/ 382777 w 383399"/>
                    <a:gd name="connsiteY7" fmla="*/ 409684 h 696677"/>
                    <a:gd name="connsiteX8" fmla="*/ 370575 w 383399"/>
                    <a:gd name="connsiteY8" fmla="*/ 315399 h 696677"/>
                    <a:gd name="connsiteX9" fmla="*/ 370077 w 383399"/>
                    <a:gd name="connsiteY9" fmla="*/ 212073 h 696677"/>
                    <a:gd name="connsiteX10" fmla="*/ 366778 w 383399"/>
                    <a:gd name="connsiteY10" fmla="*/ 12121 h 696677"/>
                    <a:gd name="connsiteX11" fmla="*/ 318780 w 383399"/>
                    <a:gd name="connsiteY11" fmla="*/ 1148 h 696677"/>
                    <a:gd name="connsiteX12" fmla="*/ 169679 w 383399"/>
                    <a:gd name="connsiteY12" fmla="*/ 206279 h 696677"/>
                    <a:gd name="connsiteX13" fmla="*/ 70881 w 383399"/>
                    <a:gd name="connsiteY13" fmla="*/ 300768 h 696677"/>
                    <a:gd name="connsiteX14" fmla="*/ 93977 w 383399"/>
                    <a:gd name="connsiteY14" fmla="*/ 344457 h 696677"/>
                    <a:gd name="connsiteX15" fmla="*/ 39877 w 383399"/>
                    <a:gd name="connsiteY15" fmla="*/ 376968 h 696677"/>
                    <a:gd name="connsiteX16" fmla="*/ 77977 w 383399"/>
                    <a:gd name="connsiteY16" fmla="*/ 415068 h 696677"/>
                    <a:gd name="connsiteX17" fmla="*/ 7381 w 383399"/>
                    <a:gd name="connsiteY17" fmla="*/ 465868 h 696677"/>
                    <a:gd name="connsiteX18" fmla="*/ 37075 w 383399"/>
                    <a:gd name="connsiteY18" fmla="*/ 529368 h 696677"/>
                    <a:gd name="connsiteX19" fmla="*/ 11675 w 383399"/>
                    <a:gd name="connsiteY19" fmla="*/ 601910 h 696677"/>
                    <a:gd name="connsiteX0" fmla="*/ 11675 w 383399"/>
                    <a:gd name="connsiteY0" fmla="*/ 601910 h 696677"/>
                    <a:gd name="connsiteX1" fmla="*/ 250671 w 383399"/>
                    <a:gd name="connsiteY1" fmla="*/ 696399 h 696677"/>
                    <a:gd name="connsiteX2" fmla="*/ 275076 w 383399"/>
                    <a:gd name="connsiteY2" fmla="*/ 630764 h 696677"/>
                    <a:gd name="connsiteX3" fmla="*/ 329175 w 383399"/>
                    <a:gd name="connsiteY3" fmla="*/ 627310 h 696677"/>
                    <a:gd name="connsiteX4" fmla="*/ 328678 w 383399"/>
                    <a:gd name="connsiteY4" fmla="*/ 532821 h 696677"/>
                    <a:gd name="connsiteX5" fmla="*/ 366280 w 383399"/>
                    <a:gd name="connsiteY5" fmla="*/ 516668 h 696677"/>
                    <a:gd name="connsiteX6" fmla="*/ 348474 w 383399"/>
                    <a:gd name="connsiteY6" fmla="*/ 453168 h 696677"/>
                    <a:gd name="connsiteX7" fmla="*/ 382777 w 383399"/>
                    <a:gd name="connsiteY7" fmla="*/ 409684 h 696677"/>
                    <a:gd name="connsiteX8" fmla="*/ 370575 w 383399"/>
                    <a:gd name="connsiteY8" fmla="*/ 315399 h 696677"/>
                    <a:gd name="connsiteX9" fmla="*/ 370077 w 383399"/>
                    <a:gd name="connsiteY9" fmla="*/ 212073 h 696677"/>
                    <a:gd name="connsiteX10" fmla="*/ 366778 w 383399"/>
                    <a:gd name="connsiteY10" fmla="*/ 12121 h 696677"/>
                    <a:gd name="connsiteX11" fmla="*/ 318780 w 383399"/>
                    <a:gd name="connsiteY11" fmla="*/ 1148 h 696677"/>
                    <a:gd name="connsiteX12" fmla="*/ 169679 w 383399"/>
                    <a:gd name="connsiteY12" fmla="*/ 206279 h 696677"/>
                    <a:gd name="connsiteX13" fmla="*/ 70881 w 383399"/>
                    <a:gd name="connsiteY13" fmla="*/ 300768 h 696677"/>
                    <a:gd name="connsiteX14" fmla="*/ 93977 w 383399"/>
                    <a:gd name="connsiteY14" fmla="*/ 344457 h 696677"/>
                    <a:gd name="connsiteX15" fmla="*/ 39877 w 383399"/>
                    <a:gd name="connsiteY15" fmla="*/ 376968 h 696677"/>
                    <a:gd name="connsiteX16" fmla="*/ 68079 w 383399"/>
                    <a:gd name="connsiteY16" fmla="*/ 418726 h 696677"/>
                    <a:gd name="connsiteX17" fmla="*/ 7381 w 383399"/>
                    <a:gd name="connsiteY17" fmla="*/ 465868 h 696677"/>
                    <a:gd name="connsiteX18" fmla="*/ 37075 w 383399"/>
                    <a:gd name="connsiteY18" fmla="*/ 529368 h 696677"/>
                    <a:gd name="connsiteX19" fmla="*/ 11675 w 383399"/>
                    <a:gd name="connsiteY19" fmla="*/ 601910 h 696677"/>
                    <a:gd name="connsiteX0" fmla="*/ 11675 w 383399"/>
                    <a:gd name="connsiteY0" fmla="*/ 601910 h 696677"/>
                    <a:gd name="connsiteX1" fmla="*/ 250671 w 383399"/>
                    <a:gd name="connsiteY1" fmla="*/ 696399 h 696677"/>
                    <a:gd name="connsiteX2" fmla="*/ 275076 w 383399"/>
                    <a:gd name="connsiteY2" fmla="*/ 630764 h 696677"/>
                    <a:gd name="connsiteX3" fmla="*/ 329175 w 383399"/>
                    <a:gd name="connsiteY3" fmla="*/ 627310 h 696677"/>
                    <a:gd name="connsiteX4" fmla="*/ 328678 w 383399"/>
                    <a:gd name="connsiteY4" fmla="*/ 532821 h 696677"/>
                    <a:gd name="connsiteX5" fmla="*/ 366280 w 383399"/>
                    <a:gd name="connsiteY5" fmla="*/ 516668 h 696677"/>
                    <a:gd name="connsiteX6" fmla="*/ 348474 w 383399"/>
                    <a:gd name="connsiteY6" fmla="*/ 453168 h 696677"/>
                    <a:gd name="connsiteX7" fmla="*/ 382777 w 383399"/>
                    <a:gd name="connsiteY7" fmla="*/ 409684 h 696677"/>
                    <a:gd name="connsiteX8" fmla="*/ 370575 w 383399"/>
                    <a:gd name="connsiteY8" fmla="*/ 315399 h 696677"/>
                    <a:gd name="connsiteX9" fmla="*/ 370077 w 383399"/>
                    <a:gd name="connsiteY9" fmla="*/ 212073 h 696677"/>
                    <a:gd name="connsiteX10" fmla="*/ 366778 w 383399"/>
                    <a:gd name="connsiteY10" fmla="*/ 12121 h 696677"/>
                    <a:gd name="connsiteX11" fmla="*/ 318780 w 383399"/>
                    <a:gd name="connsiteY11" fmla="*/ 1148 h 696677"/>
                    <a:gd name="connsiteX12" fmla="*/ 169679 w 383399"/>
                    <a:gd name="connsiteY12" fmla="*/ 206279 h 696677"/>
                    <a:gd name="connsiteX13" fmla="*/ 70881 w 383399"/>
                    <a:gd name="connsiteY13" fmla="*/ 300768 h 696677"/>
                    <a:gd name="connsiteX14" fmla="*/ 93977 w 383399"/>
                    <a:gd name="connsiteY14" fmla="*/ 344457 h 696677"/>
                    <a:gd name="connsiteX15" fmla="*/ 20081 w 383399"/>
                    <a:gd name="connsiteY15" fmla="*/ 376968 h 696677"/>
                    <a:gd name="connsiteX16" fmla="*/ 68079 w 383399"/>
                    <a:gd name="connsiteY16" fmla="*/ 418726 h 696677"/>
                    <a:gd name="connsiteX17" fmla="*/ 7381 w 383399"/>
                    <a:gd name="connsiteY17" fmla="*/ 465868 h 696677"/>
                    <a:gd name="connsiteX18" fmla="*/ 37075 w 383399"/>
                    <a:gd name="connsiteY18" fmla="*/ 529368 h 696677"/>
                    <a:gd name="connsiteX19" fmla="*/ 11675 w 383399"/>
                    <a:gd name="connsiteY19" fmla="*/ 601910 h 696677"/>
                    <a:gd name="connsiteX0" fmla="*/ 11675 w 383399"/>
                    <a:gd name="connsiteY0" fmla="*/ 601910 h 696677"/>
                    <a:gd name="connsiteX1" fmla="*/ 250671 w 383399"/>
                    <a:gd name="connsiteY1" fmla="*/ 696399 h 696677"/>
                    <a:gd name="connsiteX2" fmla="*/ 275076 w 383399"/>
                    <a:gd name="connsiteY2" fmla="*/ 630764 h 696677"/>
                    <a:gd name="connsiteX3" fmla="*/ 329175 w 383399"/>
                    <a:gd name="connsiteY3" fmla="*/ 627310 h 696677"/>
                    <a:gd name="connsiteX4" fmla="*/ 328678 w 383399"/>
                    <a:gd name="connsiteY4" fmla="*/ 532821 h 696677"/>
                    <a:gd name="connsiteX5" fmla="*/ 366280 w 383399"/>
                    <a:gd name="connsiteY5" fmla="*/ 516668 h 696677"/>
                    <a:gd name="connsiteX6" fmla="*/ 348474 w 383399"/>
                    <a:gd name="connsiteY6" fmla="*/ 453168 h 696677"/>
                    <a:gd name="connsiteX7" fmla="*/ 382777 w 383399"/>
                    <a:gd name="connsiteY7" fmla="*/ 409684 h 696677"/>
                    <a:gd name="connsiteX8" fmla="*/ 370575 w 383399"/>
                    <a:gd name="connsiteY8" fmla="*/ 315399 h 696677"/>
                    <a:gd name="connsiteX9" fmla="*/ 370077 w 383399"/>
                    <a:gd name="connsiteY9" fmla="*/ 212073 h 696677"/>
                    <a:gd name="connsiteX10" fmla="*/ 366778 w 383399"/>
                    <a:gd name="connsiteY10" fmla="*/ 12121 h 696677"/>
                    <a:gd name="connsiteX11" fmla="*/ 318780 w 383399"/>
                    <a:gd name="connsiteY11" fmla="*/ 1148 h 696677"/>
                    <a:gd name="connsiteX12" fmla="*/ 169679 w 383399"/>
                    <a:gd name="connsiteY12" fmla="*/ 206279 h 696677"/>
                    <a:gd name="connsiteX13" fmla="*/ 70881 w 383399"/>
                    <a:gd name="connsiteY13" fmla="*/ 300768 h 696677"/>
                    <a:gd name="connsiteX14" fmla="*/ 90678 w 383399"/>
                    <a:gd name="connsiteY14" fmla="*/ 344457 h 696677"/>
                    <a:gd name="connsiteX15" fmla="*/ 20081 w 383399"/>
                    <a:gd name="connsiteY15" fmla="*/ 376968 h 696677"/>
                    <a:gd name="connsiteX16" fmla="*/ 68079 w 383399"/>
                    <a:gd name="connsiteY16" fmla="*/ 418726 h 696677"/>
                    <a:gd name="connsiteX17" fmla="*/ 7381 w 383399"/>
                    <a:gd name="connsiteY17" fmla="*/ 465868 h 696677"/>
                    <a:gd name="connsiteX18" fmla="*/ 37075 w 383399"/>
                    <a:gd name="connsiteY18" fmla="*/ 529368 h 696677"/>
                    <a:gd name="connsiteX19" fmla="*/ 11675 w 383399"/>
                    <a:gd name="connsiteY19" fmla="*/ 601910 h 696677"/>
                    <a:gd name="connsiteX0" fmla="*/ 11675 w 383399"/>
                    <a:gd name="connsiteY0" fmla="*/ 601910 h 696677"/>
                    <a:gd name="connsiteX1" fmla="*/ 250671 w 383399"/>
                    <a:gd name="connsiteY1" fmla="*/ 696399 h 696677"/>
                    <a:gd name="connsiteX2" fmla="*/ 275076 w 383399"/>
                    <a:gd name="connsiteY2" fmla="*/ 630764 h 696677"/>
                    <a:gd name="connsiteX3" fmla="*/ 329175 w 383399"/>
                    <a:gd name="connsiteY3" fmla="*/ 627310 h 696677"/>
                    <a:gd name="connsiteX4" fmla="*/ 328678 w 383399"/>
                    <a:gd name="connsiteY4" fmla="*/ 532821 h 696677"/>
                    <a:gd name="connsiteX5" fmla="*/ 366280 w 383399"/>
                    <a:gd name="connsiteY5" fmla="*/ 516668 h 696677"/>
                    <a:gd name="connsiteX6" fmla="*/ 348474 w 383399"/>
                    <a:gd name="connsiteY6" fmla="*/ 453168 h 696677"/>
                    <a:gd name="connsiteX7" fmla="*/ 382777 w 383399"/>
                    <a:gd name="connsiteY7" fmla="*/ 409684 h 696677"/>
                    <a:gd name="connsiteX8" fmla="*/ 370575 w 383399"/>
                    <a:gd name="connsiteY8" fmla="*/ 315399 h 696677"/>
                    <a:gd name="connsiteX9" fmla="*/ 370077 w 383399"/>
                    <a:gd name="connsiteY9" fmla="*/ 212073 h 696677"/>
                    <a:gd name="connsiteX10" fmla="*/ 366778 w 383399"/>
                    <a:gd name="connsiteY10" fmla="*/ 12121 h 696677"/>
                    <a:gd name="connsiteX11" fmla="*/ 318780 w 383399"/>
                    <a:gd name="connsiteY11" fmla="*/ 1148 h 696677"/>
                    <a:gd name="connsiteX12" fmla="*/ 169679 w 383399"/>
                    <a:gd name="connsiteY12" fmla="*/ 206279 h 696677"/>
                    <a:gd name="connsiteX13" fmla="*/ 57683 w 383399"/>
                    <a:gd name="connsiteY13" fmla="*/ 286137 h 696677"/>
                    <a:gd name="connsiteX14" fmla="*/ 90678 w 383399"/>
                    <a:gd name="connsiteY14" fmla="*/ 344457 h 696677"/>
                    <a:gd name="connsiteX15" fmla="*/ 20081 w 383399"/>
                    <a:gd name="connsiteY15" fmla="*/ 376968 h 696677"/>
                    <a:gd name="connsiteX16" fmla="*/ 68079 w 383399"/>
                    <a:gd name="connsiteY16" fmla="*/ 418726 h 696677"/>
                    <a:gd name="connsiteX17" fmla="*/ 7381 w 383399"/>
                    <a:gd name="connsiteY17" fmla="*/ 465868 h 696677"/>
                    <a:gd name="connsiteX18" fmla="*/ 37075 w 383399"/>
                    <a:gd name="connsiteY18" fmla="*/ 529368 h 696677"/>
                    <a:gd name="connsiteX19" fmla="*/ 11675 w 383399"/>
                    <a:gd name="connsiteY19" fmla="*/ 601910 h 696677"/>
                    <a:gd name="connsiteX0" fmla="*/ 11675 w 383399"/>
                    <a:gd name="connsiteY0" fmla="*/ 614993 h 709760"/>
                    <a:gd name="connsiteX1" fmla="*/ 250671 w 383399"/>
                    <a:gd name="connsiteY1" fmla="*/ 709482 h 709760"/>
                    <a:gd name="connsiteX2" fmla="*/ 275076 w 383399"/>
                    <a:gd name="connsiteY2" fmla="*/ 643847 h 709760"/>
                    <a:gd name="connsiteX3" fmla="*/ 329175 w 383399"/>
                    <a:gd name="connsiteY3" fmla="*/ 640393 h 709760"/>
                    <a:gd name="connsiteX4" fmla="*/ 328678 w 383399"/>
                    <a:gd name="connsiteY4" fmla="*/ 545904 h 709760"/>
                    <a:gd name="connsiteX5" fmla="*/ 366280 w 383399"/>
                    <a:gd name="connsiteY5" fmla="*/ 529751 h 709760"/>
                    <a:gd name="connsiteX6" fmla="*/ 348474 w 383399"/>
                    <a:gd name="connsiteY6" fmla="*/ 466251 h 709760"/>
                    <a:gd name="connsiteX7" fmla="*/ 382777 w 383399"/>
                    <a:gd name="connsiteY7" fmla="*/ 422767 h 709760"/>
                    <a:gd name="connsiteX8" fmla="*/ 370575 w 383399"/>
                    <a:gd name="connsiteY8" fmla="*/ 328482 h 709760"/>
                    <a:gd name="connsiteX9" fmla="*/ 370077 w 383399"/>
                    <a:gd name="connsiteY9" fmla="*/ 225156 h 709760"/>
                    <a:gd name="connsiteX10" fmla="*/ 366778 w 383399"/>
                    <a:gd name="connsiteY10" fmla="*/ 25204 h 709760"/>
                    <a:gd name="connsiteX11" fmla="*/ 318780 w 383399"/>
                    <a:gd name="connsiteY11" fmla="*/ 14231 h 709760"/>
                    <a:gd name="connsiteX12" fmla="*/ 159781 w 383399"/>
                    <a:gd name="connsiteY12" fmla="*/ 201073 h 709760"/>
                    <a:gd name="connsiteX13" fmla="*/ 57683 w 383399"/>
                    <a:gd name="connsiteY13" fmla="*/ 299220 h 709760"/>
                    <a:gd name="connsiteX14" fmla="*/ 90678 w 383399"/>
                    <a:gd name="connsiteY14" fmla="*/ 357540 h 709760"/>
                    <a:gd name="connsiteX15" fmla="*/ 20081 w 383399"/>
                    <a:gd name="connsiteY15" fmla="*/ 390051 h 709760"/>
                    <a:gd name="connsiteX16" fmla="*/ 68079 w 383399"/>
                    <a:gd name="connsiteY16" fmla="*/ 431809 h 709760"/>
                    <a:gd name="connsiteX17" fmla="*/ 7381 w 383399"/>
                    <a:gd name="connsiteY17" fmla="*/ 478951 h 709760"/>
                    <a:gd name="connsiteX18" fmla="*/ 37075 w 383399"/>
                    <a:gd name="connsiteY18" fmla="*/ 542451 h 709760"/>
                    <a:gd name="connsiteX19" fmla="*/ 11675 w 383399"/>
                    <a:gd name="connsiteY19" fmla="*/ 614993 h 709760"/>
                    <a:gd name="connsiteX0" fmla="*/ 21682 w 393406"/>
                    <a:gd name="connsiteY0" fmla="*/ 614993 h 709760"/>
                    <a:gd name="connsiteX1" fmla="*/ 260678 w 393406"/>
                    <a:gd name="connsiteY1" fmla="*/ 709482 h 709760"/>
                    <a:gd name="connsiteX2" fmla="*/ 285083 w 393406"/>
                    <a:gd name="connsiteY2" fmla="*/ 643847 h 709760"/>
                    <a:gd name="connsiteX3" fmla="*/ 339182 w 393406"/>
                    <a:gd name="connsiteY3" fmla="*/ 640393 h 709760"/>
                    <a:gd name="connsiteX4" fmla="*/ 338685 w 393406"/>
                    <a:gd name="connsiteY4" fmla="*/ 545904 h 709760"/>
                    <a:gd name="connsiteX5" fmla="*/ 376287 w 393406"/>
                    <a:gd name="connsiteY5" fmla="*/ 529751 h 709760"/>
                    <a:gd name="connsiteX6" fmla="*/ 358481 w 393406"/>
                    <a:gd name="connsiteY6" fmla="*/ 466251 h 709760"/>
                    <a:gd name="connsiteX7" fmla="*/ 392784 w 393406"/>
                    <a:gd name="connsiteY7" fmla="*/ 422767 h 709760"/>
                    <a:gd name="connsiteX8" fmla="*/ 380582 w 393406"/>
                    <a:gd name="connsiteY8" fmla="*/ 328482 h 709760"/>
                    <a:gd name="connsiteX9" fmla="*/ 380084 w 393406"/>
                    <a:gd name="connsiteY9" fmla="*/ 225156 h 709760"/>
                    <a:gd name="connsiteX10" fmla="*/ 376785 w 393406"/>
                    <a:gd name="connsiteY10" fmla="*/ 25204 h 709760"/>
                    <a:gd name="connsiteX11" fmla="*/ 328787 w 393406"/>
                    <a:gd name="connsiteY11" fmla="*/ 14231 h 709760"/>
                    <a:gd name="connsiteX12" fmla="*/ 169788 w 393406"/>
                    <a:gd name="connsiteY12" fmla="*/ 201073 h 709760"/>
                    <a:gd name="connsiteX13" fmla="*/ 67690 w 393406"/>
                    <a:gd name="connsiteY13" fmla="*/ 299220 h 709760"/>
                    <a:gd name="connsiteX14" fmla="*/ 100685 w 393406"/>
                    <a:gd name="connsiteY14" fmla="*/ 357540 h 709760"/>
                    <a:gd name="connsiteX15" fmla="*/ 30088 w 393406"/>
                    <a:gd name="connsiteY15" fmla="*/ 390051 h 709760"/>
                    <a:gd name="connsiteX16" fmla="*/ 78086 w 393406"/>
                    <a:gd name="connsiteY16" fmla="*/ 431809 h 709760"/>
                    <a:gd name="connsiteX17" fmla="*/ 891 w 393406"/>
                    <a:gd name="connsiteY17" fmla="*/ 511871 h 709760"/>
                    <a:gd name="connsiteX18" fmla="*/ 47082 w 393406"/>
                    <a:gd name="connsiteY18" fmla="*/ 542451 h 709760"/>
                    <a:gd name="connsiteX19" fmla="*/ 21682 w 393406"/>
                    <a:gd name="connsiteY19" fmla="*/ 614993 h 709760"/>
                    <a:gd name="connsiteX0" fmla="*/ 21682 w 393406"/>
                    <a:gd name="connsiteY0" fmla="*/ 614993 h 709760"/>
                    <a:gd name="connsiteX1" fmla="*/ 260678 w 393406"/>
                    <a:gd name="connsiteY1" fmla="*/ 709482 h 709760"/>
                    <a:gd name="connsiteX2" fmla="*/ 285083 w 393406"/>
                    <a:gd name="connsiteY2" fmla="*/ 643847 h 709760"/>
                    <a:gd name="connsiteX3" fmla="*/ 339182 w 393406"/>
                    <a:gd name="connsiteY3" fmla="*/ 640393 h 709760"/>
                    <a:gd name="connsiteX4" fmla="*/ 338685 w 393406"/>
                    <a:gd name="connsiteY4" fmla="*/ 545904 h 709760"/>
                    <a:gd name="connsiteX5" fmla="*/ 376287 w 393406"/>
                    <a:gd name="connsiteY5" fmla="*/ 529751 h 709760"/>
                    <a:gd name="connsiteX6" fmla="*/ 358481 w 393406"/>
                    <a:gd name="connsiteY6" fmla="*/ 466251 h 709760"/>
                    <a:gd name="connsiteX7" fmla="*/ 392784 w 393406"/>
                    <a:gd name="connsiteY7" fmla="*/ 422767 h 709760"/>
                    <a:gd name="connsiteX8" fmla="*/ 380582 w 393406"/>
                    <a:gd name="connsiteY8" fmla="*/ 328482 h 709760"/>
                    <a:gd name="connsiteX9" fmla="*/ 380084 w 393406"/>
                    <a:gd name="connsiteY9" fmla="*/ 225156 h 709760"/>
                    <a:gd name="connsiteX10" fmla="*/ 376785 w 393406"/>
                    <a:gd name="connsiteY10" fmla="*/ 25204 h 709760"/>
                    <a:gd name="connsiteX11" fmla="*/ 328787 w 393406"/>
                    <a:gd name="connsiteY11" fmla="*/ 14231 h 709760"/>
                    <a:gd name="connsiteX12" fmla="*/ 169788 w 393406"/>
                    <a:gd name="connsiteY12" fmla="*/ 201073 h 709760"/>
                    <a:gd name="connsiteX13" fmla="*/ 67690 w 393406"/>
                    <a:gd name="connsiteY13" fmla="*/ 299220 h 709760"/>
                    <a:gd name="connsiteX14" fmla="*/ 100685 w 393406"/>
                    <a:gd name="connsiteY14" fmla="*/ 357540 h 709760"/>
                    <a:gd name="connsiteX15" fmla="*/ 33387 w 393406"/>
                    <a:gd name="connsiteY15" fmla="*/ 415656 h 709760"/>
                    <a:gd name="connsiteX16" fmla="*/ 78086 w 393406"/>
                    <a:gd name="connsiteY16" fmla="*/ 431809 h 709760"/>
                    <a:gd name="connsiteX17" fmla="*/ 891 w 393406"/>
                    <a:gd name="connsiteY17" fmla="*/ 511871 h 709760"/>
                    <a:gd name="connsiteX18" fmla="*/ 47082 w 393406"/>
                    <a:gd name="connsiteY18" fmla="*/ 542451 h 709760"/>
                    <a:gd name="connsiteX19" fmla="*/ 21682 w 393406"/>
                    <a:gd name="connsiteY19" fmla="*/ 614993 h 709760"/>
                    <a:gd name="connsiteX0" fmla="*/ 21682 w 393406"/>
                    <a:gd name="connsiteY0" fmla="*/ 614993 h 709760"/>
                    <a:gd name="connsiteX1" fmla="*/ 260678 w 393406"/>
                    <a:gd name="connsiteY1" fmla="*/ 709482 h 709760"/>
                    <a:gd name="connsiteX2" fmla="*/ 285083 w 393406"/>
                    <a:gd name="connsiteY2" fmla="*/ 643847 h 709760"/>
                    <a:gd name="connsiteX3" fmla="*/ 339182 w 393406"/>
                    <a:gd name="connsiteY3" fmla="*/ 640393 h 709760"/>
                    <a:gd name="connsiteX4" fmla="*/ 338685 w 393406"/>
                    <a:gd name="connsiteY4" fmla="*/ 545904 h 709760"/>
                    <a:gd name="connsiteX5" fmla="*/ 376287 w 393406"/>
                    <a:gd name="connsiteY5" fmla="*/ 529751 h 709760"/>
                    <a:gd name="connsiteX6" fmla="*/ 358481 w 393406"/>
                    <a:gd name="connsiteY6" fmla="*/ 466251 h 709760"/>
                    <a:gd name="connsiteX7" fmla="*/ 392784 w 393406"/>
                    <a:gd name="connsiteY7" fmla="*/ 422767 h 709760"/>
                    <a:gd name="connsiteX8" fmla="*/ 380582 w 393406"/>
                    <a:gd name="connsiteY8" fmla="*/ 328482 h 709760"/>
                    <a:gd name="connsiteX9" fmla="*/ 380084 w 393406"/>
                    <a:gd name="connsiteY9" fmla="*/ 225156 h 709760"/>
                    <a:gd name="connsiteX10" fmla="*/ 376785 w 393406"/>
                    <a:gd name="connsiteY10" fmla="*/ 25204 h 709760"/>
                    <a:gd name="connsiteX11" fmla="*/ 328787 w 393406"/>
                    <a:gd name="connsiteY11" fmla="*/ 14231 h 709760"/>
                    <a:gd name="connsiteX12" fmla="*/ 169788 w 393406"/>
                    <a:gd name="connsiteY12" fmla="*/ 201073 h 709760"/>
                    <a:gd name="connsiteX13" fmla="*/ 77588 w 393406"/>
                    <a:gd name="connsiteY13" fmla="*/ 317509 h 709760"/>
                    <a:gd name="connsiteX14" fmla="*/ 100685 w 393406"/>
                    <a:gd name="connsiteY14" fmla="*/ 357540 h 709760"/>
                    <a:gd name="connsiteX15" fmla="*/ 33387 w 393406"/>
                    <a:gd name="connsiteY15" fmla="*/ 415656 h 709760"/>
                    <a:gd name="connsiteX16" fmla="*/ 78086 w 393406"/>
                    <a:gd name="connsiteY16" fmla="*/ 431809 h 709760"/>
                    <a:gd name="connsiteX17" fmla="*/ 891 w 393406"/>
                    <a:gd name="connsiteY17" fmla="*/ 511871 h 709760"/>
                    <a:gd name="connsiteX18" fmla="*/ 47082 w 393406"/>
                    <a:gd name="connsiteY18" fmla="*/ 542451 h 709760"/>
                    <a:gd name="connsiteX19" fmla="*/ 21682 w 393406"/>
                    <a:gd name="connsiteY19" fmla="*/ 614993 h 709760"/>
                    <a:gd name="connsiteX0" fmla="*/ 21682 w 390234"/>
                    <a:gd name="connsiteY0" fmla="*/ 614993 h 709760"/>
                    <a:gd name="connsiteX1" fmla="*/ 260678 w 390234"/>
                    <a:gd name="connsiteY1" fmla="*/ 709482 h 709760"/>
                    <a:gd name="connsiteX2" fmla="*/ 285083 w 390234"/>
                    <a:gd name="connsiteY2" fmla="*/ 643847 h 709760"/>
                    <a:gd name="connsiteX3" fmla="*/ 339182 w 390234"/>
                    <a:gd name="connsiteY3" fmla="*/ 640393 h 709760"/>
                    <a:gd name="connsiteX4" fmla="*/ 338685 w 390234"/>
                    <a:gd name="connsiteY4" fmla="*/ 545904 h 709760"/>
                    <a:gd name="connsiteX5" fmla="*/ 376287 w 390234"/>
                    <a:gd name="connsiteY5" fmla="*/ 529751 h 709760"/>
                    <a:gd name="connsiteX6" fmla="*/ 358481 w 390234"/>
                    <a:gd name="connsiteY6" fmla="*/ 466251 h 709760"/>
                    <a:gd name="connsiteX7" fmla="*/ 389485 w 390234"/>
                    <a:gd name="connsiteY7" fmla="*/ 444714 h 709760"/>
                    <a:gd name="connsiteX8" fmla="*/ 380582 w 390234"/>
                    <a:gd name="connsiteY8" fmla="*/ 328482 h 709760"/>
                    <a:gd name="connsiteX9" fmla="*/ 380084 w 390234"/>
                    <a:gd name="connsiteY9" fmla="*/ 225156 h 709760"/>
                    <a:gd name="connsiteX10" fmla="*/ 376785 w 390234"/>
                    <a:gd name="connsiteY10" fmla="*/ 25204 h 709760"/>
                    <a:gd name="connsiteX11" fmla="*/ 328787 w 390234"/>
                    <a:gd name="connsiteY11" fmla="*/ 14231 h 709760"/>
                    <a:gd name="connsiteX12" fmla="*/ 169788 w 390234"/>
                    <a:gd name="connsiteY12" fmla="*/ 201073 h 709760"/>
                    <a:gd name="connsiteX13" fmla="*/ 77588 w 390234"/>
                    <a:gd name="connsiteY13" fmla="*/ 317509 h 709760"/>
                    <a:gd name="connsiteX14" fmla="*/ 100685 w 390234"/>
                    <a:gd name="connsiteY14" fmla="*/ 357540 h 709760"/>
                    <a:gd name="connsiteX15" fmla="*/ 33387 w 390234"/>
                    <a:gd name="connsiteY15" fmla="*/ 415656 h 709760"/>
                    <a:gd name="connsiteX16" fmla="*/ 78086 w 390234"/>
                    <a:gd name="connsiteY16" fmla="*/ 431809 h 709760"/>
                    <a:gd name="connsiteX17" fmla="*/ 891 w 390234"/>
                    <a:gd name="connsiteY17" fmla="*/ 511871 h 709760"/>
                    <a:gd name="connsiteX18" fmla="*/ 47082 w 390234"/>
                    <a:gd name="connsiteY18" fmla="*/ 542451 h 709760"/>
                    <a:gd name="connsiteX19" fmla="*/ 21682 w 390234"/>
                    <a:gd name="connsiteY19" fmla="*/ 614993 h 709760"/>
                    <a:gd name="connsiteX0" fmla="*/ 21682 w 390209"/>
                    <a:gd name="connsiteY0" fmla="*/ 614993 h 709760"/>
                    <a:gd name="connsiteX1" fmla="*/ 260678 w 390209"/>
                    <a:gd name="connsiteY1" fmla="*/ 709482 h 709760"/>
                    <a:gd name="connsiteX2" fmla="*/ 285083 w 390209"/>
                    <a:gd name="connsiteY2" fmla="*/ 643847 h 709760"/>
                    <a:gd name="connsiteX3" fmla="*/ 339182 w 390209"/>
                    <a:gd name="connsiteY3" fmla="*/ 640393 h 709760"/>
                    <a:gd name="connsiteX4" fmla="*/ 338685 w 390209"/>
                    <a:gd name="connsiteY4" fmla="*/ 545904 h 709760"/>
                    <a:gd name="connsiteX5" fmla="*/ 376287 w 390209"/>
                    <a:gd name="connsiteY5" fmla="*/ 529751 h 709760"/>
                    <a:gd name="connsiteX6" fmla="*/ 358481 w 390209"/>
                    <a:gd name="connsiteY6" fmla="*/ 466251 h 709760"/>
                    <a:gd name="connsiteX7" fmla="*/ 389485 w 390209"/>
                    <a:gd name="connsiteY7" fmla="*/ 444714 h 709760"/>
                    <a:gd name="connsiteX8" fmla="*/ 380084 w 390209"/>
                    <a:gd name="connsiteY8" fmla="*/ 225156 h 709760"/>
                    <a:gd name="connsiteX9" fmla="*/ 376785 w 390209"/>
                    <a:gd name="connsiteY9" fmla="*/ 25204 h 709760"/>
                    <a:gd name="connsiteX10" fmla="*/ 328787 w 390209"/>
                    <a:gd name="connsiteY10" fmla="*/ 14231 h 709760"/>
                    <a:gd name="connsiteX11" fmla="*/ 169788 w 390209"/>
                    <a:gd name="connsiteY11" fmla="*/ 201073 h 709760"/>
                    <a:gd name="connsiteX12" fmla="*/ 77588 w 390209"/>
                    <a:gd name="connsiteY12" fmla="*/ 317509 h 709760"/>
                    <a:gd name="connsiteX13" fmla="*/ 100685 w 390209"/>
                    <a:gd name="connsiteY13" fmla="*/ 357540 h 709760"/>
                    <a:gd name="connsiteX14" fmla="*/ 33387 w 390209"/>
                    <a:gd name="connsiteY14" fmla="*/ 415656 h 709760"/>
                    <a:gd name="connsiteX15" fmla="*/ 78086 w 390209"/>
                    <a:gd name="connsiteY15" fmla="*/ 431809 h 709760"/>
                    <a:gd name="connsiteX16" fmla="*/ 891 w 390209"/>
                    <a:gd name="connsiteY16" fmla="*/ 511871 h 709760"/>
                    <a:gd name="connsiteX17" fmla="*/ 47082 w 390209"/>
                    <a:gd name="connsiteY17" fmla="*/ 542451 h 709760"/>
                    <a:gd name="connsiteX18" fmla="*/ 21682 w 390209"/>
                    <a:gd name="connsiteY18" fmla="*/ 614993 h 709760"/>
                    <a:gd name="connsiteX0" fmla="*/ 21682 w 390209"/>
                    <a:gd name="connsiteY0" fmla="*/ 614993 h 709760"/>
                    <a:gd name="connsiteX1" fmla="*/ 260678 w 390209"/>
                    <a:gd name="connsiteY1" fmla="*/ 709482 h 709760"/>
                    <a:gd name="connsiteX2" fmla="*/ 285083 w 390209"/>
                    <a:gd name="connsiteY2" fmla="*/ 643847 h 709760"/>
                    <a:gd name="connsiteX3" fmla="*/ 339182 w 390209"/>
                    <a:gd name="connsiteY3" fmla="*/ 640393 h 709760"/>
                    <a:gd name="connsiteX4" fmla="*/ 338685 w 390209"/>
                    <a:gd name="connsiteY4" fmla="*/ 545904 h 709760"/>
                    <a:gd name="connsiteX5" fmla="*/ 376287 w 390209"/>
                    <a:gd name="connsiteY5" fmla="*/ 529751 h 709760"/>
                    <a:gd name="connsiteX6" fmla="*/ 358481 w 390209"/>
                    <a:gd name="connsiteY6" fmla="*/ 466251 h 709760"/>
                    <a:gd name="connsiteX7" fmla="*/ 389485 w 390209"/>
                    <a:gd name="connsiteY7" fmla="*/ 433740 h 709760"/>
                    <a:gd name="connsiteX8" fmla="*/ 380084 w 390209"/>
                    <a:gd name="connsiteY8" fmla="*/ 225156 h 709760"/>
                    <a:gd name="connsiteX9" fmla="*/ 376785 w 390209"/>
                    <a:gd name="connsiteY9" fmla="*/ 25204 h 709760"/>
                    <a:gd name="connsiteX10" fmla="*/ 328787 w 390209"/>
                    <a:gd name="connsiteY10" fmla="*/ 14231 h 709760"/>
                    <a:gd name="connsiteX11" fmla="*/ 169788 w 390209"/>
                    <a:gd name="connsiteY11" fmla="*/ 201073 h 709760"/>
                    <a:gd name="connsiteX12" fmla="*/ 77588 w 390209"/>
                    <a:gd name="connsiteY12" fmla="*/ 317509 h 709760"/>
                    <a:gd name="connsiteX13" fmla="*/ 100685 w 390209"/>
                    <a:gd name="connsiteY13" fmla="*/ 357540 h 709760"/>
                    <a:gd name="connsiteX14" fmla="*/ 33387 w 390209"/>
                    <a:gd name="connsiteY14" fmla="*/ 415656 h 709760"/>
                    <a:gd name="connsiteX15" fmla="*/ 78086 w 390209"/>
                    <a:gd name="connsiteY15" fmla="*/ 431809 h 709760"/>
                    <a:gd name="connsiteX16" fmla="*/ 891 w 390209"/>
                    <a:gd name="connsiteY16" fmla="*/ 511871 h 709760"/>
                    <a:gd name="connsiteX17" fmla="*/ 47082 w 390209"/>
                    <a:gd name="connsiteY17" fmla="*/ 542451 h 709760"/>
                    <a:gd name="connsiteX18" fmla="*/ 21682 w 390209"/>
                    <a:gd name="connsiteY18" fmla="*/ 614993 h 709760"/>
                    <a:gd name="connsiteX0" fmla="*/ 21682 w 390209"/>
                    <a:gd name="connsiteY0" fmla="*/ 614993 h 709760"/>
                    <a:gd name="connsiteX1" fmla="*/ 260678 w 390209"/>
                    <a:gd name="connsiteY1" fmla="*/ 709482 h 709760"/>
                    <a:gd name="connsiteX2" fmla="*/ 285083 w 390209"/>
                    <a:gd name="connsiteY2" fmla="*/ 643847 h 709760"/>
                    <a:gd name="connsiteX3" fmla="*/ 339182 w 390209"/>
                    <a:gd name="connsiteY3" fmla="*/ 640393 h 709760"/>
                    <a:gd name="connsiteX4" fmla="*/ 338685 w 390209"/>
                    <a:gd name="connsiteY4" fmla="*/ 545904 h 709760"/>
                    <a:gd name="connsiteX5" fmla="*/ 376287 w 390209"/>
                    <a:gd name="connsiteY5" fmla="*/ 529751 h 709760"/>
                    <a:gd name="connsiteX6" fmla="*/ 358481 w 390209"/>
                    <a:gd name="connsiteY6" fmla="*/ 440647 h 709760"/>
                    <a:gd name="connsiteX7" fmla="*/ 389485 w 390209"/>
                    <a:gd name="connsiteY7" fmla="*/ 433740 h 709760"/>
                    <a:gd name="connsiteX8" fmla="*/ 380084 w 390209"/>
                    <a:gd name="connsiteY8" fmla="*/ 225156 h 709760"/>
                    <a:gd name="connsiteX9" fmla="*/ 376785 w 390209"/>
                    <a:gd name="connsiteY9" fmla="*/ 25204 h 709760"/>
                    <a:gd name="connsiteX10" fmla="*/ 328787 w 390209"/>
                    <a:gd name="connsiteY10" fmla="*/ 14231 h 709760"/>
                    <a:gd name="connsiteX11" fmla="*/ 169788 w 390209"/>
                    <a:gd name="connsiteY11" fmla="*/ 201073 h 709760"/>
                    <a:gd name="connsiteX12" fmla="*/ 77588 w 390209"/>
                    <a:gd name="connsiteY12" fmla="*/ 317509 h 709760"/>
                    <a:gd name="connsiteX13" fmla="*/ 100685 w 390209"/>
                    <a:gd name="connsiteY13" fmla="*/ 357540 h 709760"/>
                    <a:gd name="connsiteX14" fmla="*/ 33387 w 390209"/>
                    <a:gd name="connsiteY14" fmla="*/ 415656 h 709760"/>
                    <a:gd name="connsiteX15" fmla="*/ 78086 w 390209"/>
                    <a:gd name="connsiteY15" fmla="*/ 431809 h 709760"/>
                    <a:gd name="connsiteX16" fmla="*/ 891 w 390209"/>
                    <a:gd name="connsiteY16" fmla="*/ 511871 h 709760"/>
                    <a:gd name="connsiteX17" fmla="*/ 47082 w 390209"/>
                    <a:gd name="connsiteY17" fmla="*/ 542451 h 709760"/>
                    <a:gd name="connsiteX18" fmla="*/ 21682 w 390209"/>
                    <a:gd name="connsiteY18" fmla="*/ 614993 h 709760"/>
                    <a:gd name="connsiteX0" fmla="*/ 21682 w 390209"/>
                    <a:gd name="connsiteY0" fmla="*/ 614993 h 709760"/>
                    <a:gd name="connsiteX1" fmla="*/ 260678 w 390209"/>
                    <a:gd name="connsiteY1" fmla="*/ 709482 h 709760"/>
                    <a:gd name="connsiteX2" fmla="*/ 285083 w 390209"/>
                    <a:gd name="connsiteY2" fmla="*/ 643847 h 709760"/>
                    <a:gd name="connsiteX3" fmla="*/ 339182 w 390209"/>
                    <a:gd name="connsiteY3" fmla="*/ 640393 h 709760"/>
                    <a:gd name="connsiteX4" fmla="*/ 338685 w 390209"/>
                    <a:gd name="connsiteY4" fmla="*/ 545904 h 709760"/>
                    <a:gd name="connsiteX5" fmla="*/ 376287 w 390209"/>
                    <a:gd name="connsiteY5" fmla="*/ 529751 h 709760"/>
                    <a:gd name="connsiteX6" fmla="*/ 358481 w 390209"/>
                    <a:gd name="connsiteY6" fmla="*/ 440647 h 709760"/>
                    <a:gd name="connsiteX7" fmla="*/ 389485 w 390209"/>
                    <a:gd name="connsiteY7" fmla="*/ 433740 h 709760"/>
                    <a:gd name="connsiteX8" fmla="*/ 380084 w 390209"/>
                    <a:gd name="connsiteY8" fmla="*/ 225156 h 709760"/>
                    <a:gd name="connsiteX9" fmla="*/ 376785 w 390209"/>
                    <a:gd name="connsiteY9" fmla="*/ 25204 h 709760"/>
                    <a:gd name="connsiteX10" fmla="*/ 328787 w 390209"/>
                    <a:gd name="connsiteY10" fmla="*/ 14231 h 709760"/>
                    <a:gd name="connsiteX11" fmla="*/ 169788 w 390209"/>
                    <a:gd name="connsiteY11" fmla="*/ 201073 h 709760"/>
                    <a:gd name="connsiteX12" fmla="*/ 77588 w 390209"/>
                    <a:gd name="connsiteY12" fmla="*/ 317509 h 709760"/>
                    <a:gd name="connsiteX13" fmla="*/ 100685 w 390209"/>
                    <a:gd name="connsiteY13" fmla="*/ 357540 h 709760"/>
                    <a:gd name="connsiteX14" fmla="*/ 33387 w 390209"/>
                    <a:gd name="connsiteY14" fmla="*/ 415656 h 709760"/>
                    <a:gd name="connsiteX15" fmla="*/ 78086 w 390209"/>
                    <a:gd name="connsiteY15" fmla="*/ 431809 h 709760"/>
                    <a:gd name="connsiteX16" fmla="*/ 891 w 390209"/>
                    <a:gd name="connsiteY16" fmla="*/ 511871 h 709760"/>
                    <a:gd name="connsiteX17" fmla="*/ 47082 w 390209"/>
                    <a:gd name="connsiteY17" fmla="*/ 542451 h 709760"/>
                    <a:gd name="connsiteX18" fmla="*/ 21682 w 390209"/>
                    <a:gd name="connsiteY18" fmla="*/ 614993 h 709760"/>
                    <a:gd name="connsiteX0" fmla="*/ 21682 w 390209"/>
                    <a:gd name="connsiteY0" fmla="*/ 614993 h 709760"/>
                    <a:gd name="connsiteX1" fmla="*/ 260678 w 390209"/>
                    <a:gd name="connsiteY1" fmla="*/ 709482 h 709760"/>
                    <a:gd name="connsiteX2" fmla="*/ 285083 w 390209"/>
                    <a:gd name="connsiteY2" fmla="*/ 643847 h 709760"/>
                    <a:gd name="connsiteX3" fmla="*/ 339182 w 390209"/>
                    <a:gd name="connsiteY3" fmla="*/ 640393 h 709760"/>
                    <a:gd name="connsiteX4" fmla="*/ 338685 w 390209"/>
                    <a:gd name="connsiteY4" fmla="*/ 545904 h 709760"/>
                    <a:gd name="connsiteX5" fmla="*/ 376287 w 390209"/>
                    <a:gd name="connsiteY5" fmla="*/ 529751 h 709760"/>
                    <a:gd name="connsiteX6" fmla="*/ 358481 w 390209"/>
                    <a:gd name="connsiteY6" fmla="*/ 440647 h 709760"/>
                    <a:gd name="connsiteX7" fmla="*/ 389485 w 390209"/>
                    <a:gd name="connsiteY7" fmla="*/ 433740 h 709760"/>
                    <a:gd name="connsiteX8" fmla="*/ 380084 w 390209"/>
                    <a:gd name="connsiteY8" fmla="*/ 225156 h 709760"/>
                    <a:gd name="connsiteX9" fmla="*/ 376785 w 390209"/>
                    <a:gd name="connsiteY9" fmla="*/ 25204 h 709760"/>
                    <a:gd name="connsiteX10" fmla="*/ 328787 w 390209"/>
                    <a:gd name="connsiteY10" fmla="*/ 14231 h 709760"/>
                    <a:gd name="connsiteX11" fmla="*/ 169788 w 390209"/>
                    <a:gd name="connsiteY11" fmla="*/ 201073 h 709760"/>
                    <a:gd name="connsiteX12" fmla="*/ 77588 w 390209"/>
                    <a:gd name="connsiteY12" fmla="*/ 317509 h 709760"/>
                    <a:gd name="connsiteX13" fmla="*/ 100685 w 390209"/>
                    <a:gd name="connsiteY13" fmla="*/ 357540 h 709760"/>
                    <a:gd name="connsiteX14" fmla="*/ 33387 w 390209"/>
                    <a:gd name="connsiteY14" fmla="*/ 415656 h 709760"/>
                    <a:gd name="connsiteX15" fmla="*/ 78086 w 390209"/>
                    <a:gd name="connsiteY15" fmla="*/ 431809 h 709760"/>
                    <a:gd name="connsiteX16" fmla="*/ 891 w 390209"/>
                    <a:gd name="connsiteY16" fmla="*/ 511871 h 709760"/>
                    <a:gd name="connsiteX17" fmla="*/ 47082 w 390209"/>
                    <a:gd name="connsiteY17" fmla="*/ 542451 h 709760"/>
                    <a:gd name="connsiteX18" fmla="*/ 21682 w 390209"/>
                    <a:gd name="connsiteY18" fmla="*/ 614993 h 70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390209" h="709760">
                      <a:moveTo>
                        <a:pt x="21682" y="614993"/>
                      </a:moveTo>
                      <a:cubicBezTo>
                        <a:pt x="57281" y="642832"/>
                        <a:pt x="216778" y="704673"/>
                        <a:pt x="260678" y="709482"/>
                      </a:cubicBezTo>
                      <a:cubicBezTo>
                        <a:pt x="304578" y="714291"/>
                        <a:pt x="271999" y="655362"/>
                        <a:pt x="285083" y="643847"/>
                      </a:cubicBezTo>
                      <a:cubicBezTo>
                        <a:pt x="298167" y="632332"/>
                        <a:pt x="330248" y="656717"/>
                        <a:pt x="339182" y="640393"/>
                      </a:cubicBezTo>
                      <a:cubicBezTo>
                        <a:pt x="348116" y="624069"/>
                        <a:pt x="332501" y="564344"/>
                        <a:pt x="338685" y="545904"/>
                      </a:cubicBezTo>
                      <a:cubicBezTo>
                        <a:pt x="344869" y="527464"/>
                        <a:pt x="372988" y="547294"/>
                        <a:pt x="376287" y="529751"/>
                      </a:cubicBezTo>
                      <a:cubicBezTo>
                        <a:pt x="379586" y="512208"/>
                        <a:pt x="356281" y="456649"/>
                        <a:pt x="358481" y="440647"/>
                      </a:cubicBezTo>
                      <a:cubicBezTo>
                        <a:pt x="360681" y="424645"/>
                        <a:pt x="385885" y="469655"/>
                        <a:pt x="389485" y="433740"/>
                      </a:cubicBezTo>
                      <a:cubicBezTo>
                        <a:pt x="393085" y="397825"/>
                        <a:pt x="382201" y="293245"/>
                        <a:pt x="380084" y="225156"/>
                      </a:cubicBezTo>
                      <a:cubicBezTo>
                        <a:pt x="377967" y="157067"/>
                        <a:pt x="383135" y="50604"/>
                        <a:pt x="376785" y="25204"/>
                      </a:cubicBezTo>
                      <a:cubicBezTo>
                        <a:pt x="367136" y="7120"/>
                        <a:pt x="363286" y="-15080"/>
                        <a:pt x="328787" y="14231"/>
                      </a:cubicBezTo>
                      <a:cubicBezTo>
                        <a:pt x="294288" y="43542"/>
                        <a:pt x="211655" y="150527"/>
                        <a:pt x="169788" y="201073"/>
                      </a:cubicBezTo>
                      <a:cubicBezTo>
                        <a:pt x="127921" y="251619"/>
                        <a:pt x="89105" y="291431"/>
                        <a:pt x="77588" y="317509"/>
                      </a:cubicBezTo>
                      <a:cubicBezTo>
                        <a:pt x="66071" y="343587"/>
                        <a:pt x="108052" y="341182"/>
                        <a:pt x="100685" y="357540"/>
                      </a:cubicBezTo>
                      <a:cubicBezTo>
                        <a:pt x="93318" y="373898"/>
                        <a:pt x="37154" y="403278"/>
                        <a:pt x="33387" y="415656"/>
                      </a:cubicBezTo>
                      <a:cubicBezTo>
                        <a:pt x="29621" y="428034"/>
                        <a:pt x="83502" y="415773"/>
                        <a:pt x="78086" y="431809"/>
                      </a:cubicBezTo>
                      <a:cubicBezTo>
                        <a:pt x="72670" y="447845"/>
                        <a:pt x="9358" y="492821"/>
                        <a:pt x="891" y="511871"/>
                      </a:cubicBezTo>
                      <a:cubicBezTo>
                        <a:pt x="-7576" y="530921"/>
                        <a:pt x="47082" y="542451"/>
                        <a:pt x="47082" y="542451"/>
                      </a:cubicBezTo>
                      <a:cubicBezTo>
                        <a:pt x="42849" y="559384"/>
                        <a:pt x="-13917" y="587155"/>
                        <a:pt x="21682" y="614993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37000">
                      <a:schemeClr val="bg2">
                        <a:lumMod val="90000"/>
                      </a:schemeClr>
                    </a:gs>
                    <a:gs pos="81000">
                      <a:schemeClr val="bg1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 w="6350"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8BC3860-BE5A-6741-8341-4F4197844171}"/>
              </a:ext>
            </a:extLst>
          </p:cNvPr>
          <p:cNvCxnSpPr>
            <a:stCxn id="76" idx="3"/>
          </p:cNvCxnSpPr>
          <p:nvPr/>
        </p:nvCxnSpPr>
        <p:spPr>
          <a:xfrm>
            <a:off x="5161015" y="2399088"/>
            <a:ext cx="439167" cy="498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5886A4B-EB0B-23ED-8777-E58802D61260}"/>
              </a:ext>
            </a:extLst>
          </p:cNvPr>
          <p:cNvGrpSpPr/>
          <p:nvPr/>
        </p:nvGrpSpPr>
        <p:grpSpPr>
          <a:xfrm>
            <a:off x="5600182" y="3426958"/>
            <a:ext cx="3613960" cy="735946"/>
            <a:chOff x="5348358" y="2169856"/>
            <a:chExt cx="3613960" cy="735946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2642A2A-BA21-12F9-6BAF-58403343FAAB}"/>
                </a:ext>
              </a:extLst>
            </p:cNvPr>
            <p:cNvSpPr/>
            <p:nvPr/>
          </p:nvSpPr>
          <p:spPr>
            <a:xfrm>
              <a:off x="5348358" y="2169856"/>
              <a:ext cx="3613960" cy="73594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Detects high risk types of HPV from a cervical sample</a:t>
              </a:r>
            </a:p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D3CE68D-113E-347A-563B-6B7EB3E9AAF6}"/>
                </a:ext>
              </a:extLst>
            </p:cNvPr>
            <p:cNvCxnSpPr>
              <a:cxnSpLocks/>
            </p:cNvCxnSpPr>
            <p:nvPr/>
          </p:nvCxnSpPr>
          <p:spPr>
            <a:xfrm>
              <a:off x="6321464" y="2767822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EB89AC6-89C4-9DE1-A32C-46FC107CD7BA}"/>
              </a:ext>
            </a:extLst>
          </p:cNvPr>
          <p:cNvCxnSpPr>
            <a:cxnSpLocks/>
            <a:stCxn id="77" idx="3"/>
            <a:endCxn id="66" idx="1"/>
          </p:cNvCxnSpPr>
          <p:nvPr/>
        </p:nvCxnSpPr>
        <p:spPr>
          <a:xfrm>
            <a:off x="5161015" y="3794931"/>
            <a:ext cx="439167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461DFFF4-20A1-4D64-A4C3-DE882730B1EC}"/>
              </a:ext>
            </a:extLst>
          </p:cNvPr>
          <p:cNvSpPr txBox="1"/>
          <p:nvPr/>
        </p:nvSpPr>
        <p:spPr>
          <a:xfrm>
            <a:off x="4350359" y="2837620"/>
            <a:ext cx="508990" cy="38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+/-</a:t>
            </a:r>
          </a:p>
        </p:txBody>
      </p:sp>
      <p:sp>
        <p:nvSpPr>
          <p:cNvPr id="3" name="Rounded Rectangle 4">
            <a:hlinkClick r:id="rId6" action="ppaction://hlinksldjump"/>
            <a:extLst>
              <a:ext uri="{FF2B5EF4-FFF2-40B4-BE49-F238E27FC236}">
                <a16:creationId xmlns:a16="http://schemas.microsoft.com/office/drawing/2014/main" id="{67846DC0-AE13-22DF-30EA-A3A1479565D3}"/>
              </a:ext>
            </a:extLst>
          </p:cNvPr>
          <p:cNvSpPr/>
          <p:nvPr/>
        </p:nvSpPr>
        <p:spPr>
          <a:xfrm>
            <a:off x="257446" y="251908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Pathophysiology</a:t>
            </a:r>
          </a:p>
        </p:txBody>
      </p:sp>
      <p:sp>
        <p:nvSpPr>
          <p:cNvPr id="4" name="Rounded Rectangle 6">
            <a:hlinkClick r:id="rId7" action="ppaction://hlinksldjump"/>
            <a:extLst>
              <a:ext uri="{FF2B5EF4-FFF2-40B4-BE49-F238E27FC236}">
                <a16:creationId xmlns:a16="http://schemas.microsoft.com/office/drawing/2014/main" id="{EFBB6550-25C6-8F54-C240-1906C1687CD7}"/>
              </a:ext>
            </a:extLst>
          </p:cNvPr>
          <p:cNvSpPr/>
          <p:nvPr/>
        </p:nvSpPr>
        <p:spPr>
          <a:xfrm>
            <a:off x="257446" y="870905"/>
            <a:ext cx="1962545" cy="411480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Screening</a:t>
            </a:r>
          </a:p>
        </p:txBody>
      </p:sp>
      <p:sp>
        <p:nvSpPr>
          <p:cNvPr id="6" name="Rounded Rectangle 9">
            <a:hlinkClick r:id="rId7" action="ppaction://hlinksldjump"/>
            <a:extLst>
              <a:ext uri="{FF2B5EF4-FFF2-40B4-BE49-F238E27FC236}">
                <a16:creationId xmlns:a16="http://schemas.microsoft.com/office/drawing/2014/main" id="{75ECFF4E-6D00-0DCA-842B-63FC05F4D25E}"/>
              </a:ext>
            </a:extLst>
          </p:cNvPr>
          <p:cNvSpPr/>
          <p:nvPr/>
        </p:nvSpPr>
        <p:spPr>
          <a:xfrm>
            <a:off x="257446" y="2727896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10" name="Rounded Rectangle 3">
            <a:hlinkClick r:id="rId8" action="ppaction://hlinksldjump"/>
            <a:extLst>
              <a:ext uri="{FF2B5EF4-FFF2-40B4-BE49-F238E27FC236}">
                <a16:creationId xmlns:a16="http://schemas.microsoft.com/office/drawing/2014/main" id="{CE81FBC9-1B08-C82E-4169-DC47D05C9263}"/>
              </a:ext>
            </a:extLst>
          </p:cNvPr>
          <p:cNvSpPr/>
          <p:nvPr/>
        </p:nvSpPr>
        <p:spPr>
          <a:xfrm>
            <a:off x="257446" y="3346894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86CFE282-8F77-2304-CAB2-778BCBD376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532" y="526227"/>
            <a:ext cx="301752" cy="301752"/>
          </a:xfrm>
          <a:prstGeom prst="rect">
            <a:avLst/>
          </a:prstGeom>
        </p:spPr>
      </p:pic>
      <p:pic>
        <p:nvPicPr>
          <p:cNvPr id="12" name="Graphic 11" descr="Cursor with solid fill">
            <a:extLst>
              <a:ext uri="{FF2B5EF4-FFF2-40B4-BE49-F238E27FC236}">
                <a16:creationId xmlns:a16="http://schemas.microsoft.com/office/drawing/2014/main" id="{48958D1C-86CA-0E06-7AF8-70A83E1B3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532" y="3002340"/>
            <a:ext cx="301752" cy="301752"/>
          </a:xfrm>
          <a:prstGeom prst="rect">
            <a:avLst/>
          </a:prstGeom>
        </p:spPr>
      </p:pic>
      <p:pic>
        <p:nvPicPr>
          <p:cNvPr id="13" name="Graphic 12" descr="Cursor with solid fill">
            <a:extLst>
              <a:ext uri="{FF2B5EF4-FFF2-40B4-BE49-F238E27FC236}">
                <a16:creationId xmlns:a16="http://schemas.microsoft.com/office/drawing/2014/main" id="{245ED20E-9E6F-E16E-2D5B-3C89F1D92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532" y="3621214"/>
            <a:ext cx="301752" cy="301752"/>
          </a:xfrm>
          <a:prstGeom prst="rect">
            <a:avLst/>
          </a:prstGeom>
        </p:spPr>
      </p:pic>
      <p:sp>
        <p:nvSpPr>
          <p:cNvPr id="17" name="Rounded Rectangle 11">
            <a:hlinkClick r:id="rId9" action="ppaction://hlinksldjump"/>
            <a:extLst>
              <a:ext uri="{FF2B5EF4-FFF2-40B4-BE49-F238E27FC236}">
                <a16:creationId xmlns:a16="http://schemas.microsoft.com/office/drawing/2014/main" id="{7ED1E05C-DD71-D974-F377-A3DEA83D05AE}"/>
              </a:ext>
            </a:extLst>
          </p:cNvPr>
          <p:cNvSpPr/>
          <p:nvPr/>
        </p:nvSpPr>
        <p:spPr>
          <a:xfrm>
            <a:off x="623223" y="1489902"/>
            <a:ext cx="1596769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Average risk</a:t>
            </a:r>
          </a:p>
        </p:txBody>
      </p:sp>
      <p:sp>
        <p:nvSpPr>
          <p:cNvPr id="20" name="Rounded Rectangle 11">
            <a:hlinkClick r:id="rId10" action="ppaction://hlinksldjump"/>
            <a:extLst>
              <a:ext uri="{FF2B5EF4-FFF2-40B4-BE49-F238E27FC236}">
                <a16:creationId xmlns:a16="http://schemas.microsoft.com/office/drawing/2014/main" id="{83BDE8E9-E59B-1B69-C757-84404A18B9A9}"/>
              </a:ext>
            </a:extLst>
          </p:cNvPr>
          <p:cNvSpPr/>
          <p:nvPr/>
        </p:nvSpPr>
        <p:spPr>
          <a:xfrm>
            <a:off x="623224" y="2108899"/>
            <a:ext cx="1596768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High risk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C20CE6D-A6EF-8EB3-3E64-5B829F3FAA07}"/>
              </a:ext>
            </a:extLst>
          </p:cNvPr>
          <p:cNvCxnSpPr>
            <a:cxnSpLocks/>
            <a:endCxn id="17" idx="1"/>
          </p:cNvCxnSpPr>
          <p:nvPr/>
        </p:nvCxnSpPr>
        <p:spPr>
          <a:xfrm rot="16200000" flipH="1">
            <a:off x="301422" y="1373841"/>
            <a:ext cx="436188" cy="20741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1D5AF874-C585-AC7E-A561-8C561A49079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0913" y="1878699"/>
            <a:ext cx="657206" cy="207414"/>
          </a:xfrm>
          <a:prstGeom prst="bentConnector3">
            <a:avLst>
              <a:gd name="adj1" fmla="val 9937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 descr="Cursor with solid fill">
            <a:extLst>
              <a:ext uri="{FF2B5EF4-FFF2-40B4-BE49-F238E27FC236}">
                <a16:creationId xmlns:a16="http://schemas.microsoft.com/office/drawing/2014/main" id="{F7357842-D77D-AB01-93F4-12C01325AD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532" y="1742574"/>
            <a:ext cx="301752" cy="301752"/>
          </a:xfrm>
          <a:prstGeom prst="rect">
            <a:avLst/>
          </a:prstGeom>
        </p:spPr>
      </p:pic>
      <p:pic>
        <p:nvPicPr>
          <p:cNvPr id="27" name="Graphic 26" descr="Cursor with solid fill">
            <a:extLst>
              <a:ext uri="{FF2B5EF4-FFF2-40B4-BE49-F238E27FC236}">
                <a16:creationId xmlns:a16="http://schemas.microsoft.com/office/drawing/2014/main" id="{3A11219C-B7FF-460F-62A8-00A7051451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532" y="2371958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9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9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</p:childTnLst>
        </p:cTn>
      </p:par>
    </p:tnLst>
    <p:bldLst>
      <p:bldP spid="87" grpId="0" animBg="1"/>
      <p:bldP spid="63" grpId="0" animBg="1"/>
      <p:bldP spid="76" grpId="0" animBg="1"/>
      <p:bldP spid="76" grpId="1" animBg="1"/>
      <p:bldP spid="77" grpId="0" animBg="1"/>
      <p:bldP spid="77" grpId="1" animBg="1"/>
      <p:bldP spid="189" grpId="0" animBg="1"/>
      <p:bldP spid="1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op screening? back">
            <a:extLst>
              <a:ext uri="{FF2B5EF4-FFF2-40B4-BE49-F238E27FC236}">
                <a16:creationId xmlns:a16="http://schemas.microsoft.com/office/drawing/2014/main" id="{CB5EEEB5-DAF1-9DEB-4BF6-B723FC5C38FA}"/>
              </a:ext>
            </a:extLst>
          </p:cNvPr>
          <p:cNvSpPr/>
          <p:nvPr/>
        </p:nvSpPr>
        <p:spPr>
          <a:xfrm>
            <a:off x="4781169" y="4050706"/>
            <a:ext cx="3723784" cy="426701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Post-hysterectomy screening</a:t>
            </a:r>
          </a:p>
        </p:txBody>
      </p:sp>
      <p:sp>
        <p:nvSpPr>
          <p:cNvPr id="115" name="Rounded Rectangle 58">
            <a:extLst>
              <a:ext uri="{FF2B5EF4-FFF2-40B4-BE49-F238E27FC236}">
                <a16:creationId xmlns:a16="http://schemas.microsoft.com/office/drawing/2014/main" id="{1BDE95D4-89FA-56F0-3524-7AB450BA7991}"/>
              </a:ext>
            </a:extLst>
          </p:cNvPr>
          <p:cNvSpPr/>
          <p:nvPr/>
        </p:nvSpPr>
        <p:spPr>
          <a:xfrm>
            <a:off x="2519668" y="1820362"/>
            <a:ext cx="1168771" cy="64633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8100">
            <a:solidFill>
              <a:schemeClr val="accent5">
                <a:lumMod val="75000"/>
              </a:schemeClr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USPSTF 2018</a:t>
            </a:r>
            <a:endParaRPr lang="en-US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Other">
            <a:extLst>
              <a:ext uri="{FF2B5EF4-FFF2-40B4-BE49-F238E27FC236}">
                <a16:creationId xmlns:a16="http://schemas.microsoft.com/office/drawing/2014/main" id="{CF9C573F-542D-E4DD-60AE-ADFC09902557}"/>
              </a:ext>
            </a:extLst>
          </p:cNvPr>
          <p:cNvSpPr/>
          <p:nvPr/>
        </p:nvSpPr>
        <p:spPr>
          <a:xfrm>
            <a:off x="2490425" y="3048781"/>
            <a:ext cx="1168771" cy="646331"/>
          </a:xfrm>
          <a:prstGeom prst="roundRect">
            <a:avLst/>
          </a:prstGeom>
          <a:solidFill>
            <a:srgbClr val="00B0F0"/>
          </a:solidFill>
          <a:ln w="38100">
            <a:solidFill>
              <a:srgbClr val="00B0F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ACS 2020</a:t>
            </a:r>
            <a:endParaRPr lang="en-US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DFCBE9E-B264-4AC2-4636-E60A991F8CDB}"/>
              </a:ext>
            </a:extLst>
          </p:cNvPr>
          <p:cNvSpPr txBox="1"/>
          <p:nvPr/>
        </p:nvSpPr>
        <p:spPr>
          <a:xfrm>
            <a:off x="3595958" y="138900"/>
            <a:ext cx="6094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Average Risk Patients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1AC0EE6E-DA73-CDDA-FBB1-DD5A24E314F6}"/>
              </a:ext>
            </a:extLst>
          </p:cNvPr>
          <p:cNvSpPr/>
          <p:nvPr/>
        </p:nvSpPr>
        <p:spPr>
          <a:xfrm>
            <a:off x="4534128" y="3102757"/>
            <a:ext cx="4877686" cy="520357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HPV q5y &gt; Co-test q5y | Cytology q3y  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F81C4E84-7AED-C05D-0912-6013D31530FE}"/>
              </a:ext>
            </a:extLst>
          </p:cNvPr>
          <p:cNvGrpSpPr/>
          <p:nvPr/>
        </p:nvGrpSpPr>
        <p:grpSpPr>
          <a:xfrm>
            <a:off x="4041161" y="1770644"/>
            <a:ext cx="5370653" cy="676658"/>
            <a:chOff x="4109013" y="2829160"/>
            <a:chExt cx="5370653" cy="370682"/>
          </a:xfrm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860CB5A1-35F1-60AF-0BAB-F62B81F8F18A}"/>
                </a:ext>
              </a:extLst>
            </p:cNvPr>
            <p:cNvSpPr/>
            <p:nvPr/>
          </p:nvSpPr>
          <p:spPr>
            <a:xfrm>
              <a:off x="5177742" y="2829161"/>
              <a:ext cx="4301924" cy="370681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Cytology q3y | Co-test or primary HPV q5y</a:t>
              </a: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03F2F88B-E277-2EE9-641B-C5796460AA78}"/>
                </a:ext>
              </a:extLst>
            </p:cNvPr>
            <p:cNvSpPr/>
            <p:nvPr/>
          </p:nvSpPr>
          <p:spPr>
            <a:xfrm>
              <a:off x="4109013" y="2829160"/>
              <a:ext cx="1068730" cy="37068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Cytology q3y</a:t>
              </a:r>
            </a:p>
          </p:txBody>
        </p:sp>
      </p:grpSp>
      <p:sp>
        <p:nvSpPr>
          <p:cNvPr id="175" name="USPSTF">
            <a:extLst>
              <a:ext uri="{FF2B5EF4-FFF2-40B4-BE49-F238E27FC236}">
                <a16:creationId xmlns:a16="http://schemas.microsoft.com/office/drawing/2014/main" id="{D665AFC8-3077-0196-B34B-36092C0505FB}"/>
              </a:ext>
            </a:extLst>
          </p:cNvPr>
          <p:cNvSpPr/>
          <p:nvPr/>
        </p:nvSpPr>
        <p:spPr>
          <a:xfrm>
            <a:off x="2519668" y="1820362"/>
            <a:ext cx="1168771" cy="64633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USPSTF 2018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3" name="Graphic 182" descr="Cursor with solid fill">
            <a:extLst>
              <a:ext uri="{FF2B5EF4-FFF2-40B4-BE49-F238E27FC236}">
                <a16:creationId xmlns:a16="http://schemas.microsoft.com/office/drawing/2014/main" id="{486EEFC0-3C1A-AD51-D2BA-13FC9E999A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5194" y="2325906"/>
            <a:ext cx="301752" cy="301752"/>
          </a:xfrm>
          <a:prstGeom prst="rect">
            <a:avLst/>
          </a:prstGeom>
        </p:spPr>
      </p:pic>
      <p:sp>
        <p:nvSpPr>
          <p:cNvPr id="109" name="ACOG 2020">
            <a:extLst>
              <a:ext uri="{FF2B5EF4-FFF2-40B4-BE49-F238E27FC236}">
                <a16:creationId xmlns:a16="http://schemas.microsoft.com/office/drawing/2014/main" id="{5A463AEE-8A01-7765-EE5E-68A7AE1C98FF}"/>
              </a:ext>
            </a:extLst>
          </p:cNvPr>
          <p:cNvSpPr/>
          <p:nvPr/>
        </p:nvSpPr>
        <p:spPr>
          <a:xfrm>
            <a:off x="2490425" y="3048781"/>
            <a:ext cx="1168771" cy="64633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ACS 2020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0" name="Graphic 109" descr="Cursor with solid fill">
            <a:extLst>
              <a:ext uri="{FF2B5EF4-FFF2-40B4-BE49-F238E27FC236}">
                <a16:creationId xmlns:a16="http://schemas.microsoft.com/office/drawing/2014/main" id="{5E1DD1CB-7DDD-5262-EF20-A41E881299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3764" y="3551332"/>
            <a:ext cx="301752" cy="30175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52DF0D6-C64D-1B06-DBD2-61C703FB4BDD}"/>
              </a:ext>
            </a:extLst>
          </p:cNvPr>
          <p:cNvCxnSpPr>
            <a:cxnSpLocks/>
          </p:cNvCxnSpPr>
          <p:nvPr/>
        </p:nvCxnSpPr>
        <p:spPr>
          <a:xfrm>
            <a:off x="9411814" y="1820362"/>
            <a:ext cx="19645" cy="187475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C5BAFD-5AA2-591A-C41B-2D46FB869D09}"/>
              </a:ext>
            </a:extLst>
          </p:cNvPr>
          <p:cNvGrpSpPr/>
          <p:nvPr/>
        </p:nvGrpSpPr>
        <p:grpSpPr>
          <a:xfrm>
            <a:off x="3085103" y="2515060"/>
            <a:ext cx="7476945" cy="475084"/>
            <a:chOff x="2930822" y="5393604"/>
            <a:chExt cx="7476945" cy="475084"/>
          </a:xfrm>
        </p:grpSpPr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70679013-0F72-141F-8ECC-320F3DF6CDBA}"/>
                </a:ext>
              </a:extLst>
            </p:cNvPr>
            <p:cNvGrpSpPr/>
            <p:nvPr/>
          </p:nvGrpSpPr>
          <p:grpSpPr>
            <a:xfrm>
              <a:off x="3504915" y="5393604"/>
              <a:ext cx="6902852" cy="475084"/>
              <a:chOff x="3727048" y="3267600"/>
              <a:chExt cx="6902852" cy="475084"/>
            </a:xfrm>
          </p:grpSpPr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5C373DB3-78F8-9D41-33EE-12D08F42AF49}"/>
                  </a:ext>
                </a:extLst>
              </p:cNvPr>
              <p:cNvGrpSpPr/>
              <p:nvPr/>
            </p:nvGrpSpPr>
            <p:grpSpPr>
              <a:xfrm>
                <a:off x="3727048" y="3267600"/>
                <a:ext cx="6902852" cy="475084"/>
                <a:chOff x="3727048" y="3342032"/>
                <a:chExt cx="6902852" cy="456983"/>
              </a:xfrm>
            </p:grpSpPr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ED5909E0-E3E1-6A7B-175D-5AC109B32B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54633" y="3342032"/>
                  <a:ext cx="0" cy="45698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C076F658-6EF9-907E-34CC-9946BE167E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995195" y="3342032"/>
                  <a:ext cx="0" cy="45698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7E0F62EB-A7FB-DAF2-D445-6B743804BA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77742" y="3342032"/>
                  <a:ext cx="0" cy="45698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E3B63823-C683-4A20-E681-AAE68B8114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414303" y="3342032"/>
                  <a:ext cx="0" cy="45698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D218A8E4-8C7F-4582-159E-6A06AE2DFC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573702" y="3342032"/>
                  <a:ext cx="0" cy="45698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602CE30C-EF6E-C68F-A607-35A388F4DE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071904" y="3342032"/>
                  <a:ext cx="0" cy="45698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BDC136BC-8907-C44E-BEEF-C7EFE41371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27048" y="3570524"/>
                  <a:ext cx="6902852" cy="0"/>
                </a:xfrm>
                <a:prstGeom prst="line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62ADF02A-8E5D-36E7-C97A-C3DB8ABF6FBB}"/>
                  </a:ext>
                </a:extLst>
              </p:cNvPr>
              <p:cNvSpPr txBox="1"/>
              <p:nvPr/>
            </p:nvSpPr>
            <p:spPr>
              <a:xfrm>
                <a:off x="3899538" y="3397164"/>
                <a:ext cx="274320" cy="24622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dirty="0"/>
                  <a:t>20</a:t>
                </a: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6AE95D76-F5F2-E18F-F539-884E3097850D}"/>
                  </a:ext>
                </a:extLst>
              </p:cNvPr>
              <p:cNvSpPr txBox="1"/>
              <p:nvPr/>
            </p:nvSpPr>
            <p:spPr>
              <a:xfrm>
                <a:off x="5049048" y="3397164"/>
                <a:ext cx="274320" cy="24622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dirty="0"/>
                  <a:t>30</a:t>
                </a:r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4884BC21-3E83-4801-3A59-7546C9D09F83}"/>
                  </a:ext>
                </a:extLst>
              </p:cNvPr>
              <p:cNvSpPr txBox="1"/>
              <p:nvPr/>
            </p:nvSpPr>
            <p:spPr>
              <a:xfrm>
                <a:off x="6282673" y="3397164"/>
                <a:ext cx="274320" cy="24622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dirty="0"/>
                  <a:t>40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F5E21513-B10C-036C-DFB5-C399BD21740B}"/>
                  </a:ext>
                </a:extLst>
              </p:cNvPr>
              <p:cNvSpPr txBox="1"/>
              <p:nvPr/>
            </p:nvSpPr>
            <p:spPr>
              <a:xfrm>
                <a:off x="7442072" y="3397164"/>
                <a:ext cx="274320" cy="24622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dirty="0"/>
                  <a:t>50</a:t>
                </a: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CF61C443-1253-6C17-308F-7B92D9BA7E1A}"/>
                  </a:ext>
                </a:extLst>
              </p:cNvPr>
              <p:cNvSpPr txBox="1"/>
              <p:nvPr/>
            </p:nvSpPr>
            <p:spPr>
              <a:xfrm>
                <a:off x="8719693" y="3397164"/>
                <a:ext cx="274320" cy="24622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dirty="0"/>
                  <a:t>60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9DB5CBAF-41DC-F9D3-85C5-B3911331947F}"/>
                  </a:ext>
                </a:extLst>
              </p:cNvPr>
              <p:cNvSpPr txBox="1"/>
              <p:nvPr/>
            </p:nvSpPr>
            <p:spPr>
              <a:xfrm>
                <a:off x="9965320" y="3397164"/>
                <a:ext cx="274320" cy="24622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dirty="0"/>
                  <a:t>70</a:t>
                </a: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3E5A41F-DB10-E343-3513-09BB247AABFA}"/>
                </a:ext>
              </a:extLst>
            </p:cNvPr>
            <p:cNvSpPr txBox="1"/>
            <p:nvPr/>
          </p:nvSpPr>
          <p:spPr>
            <a:xfrm>
              <a:off x="2930822" y="5461612"/>
              <a:ext cx="602275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Age</a:t>
              </a:r>
            </a:p>
          </p:txBody>
        </p:sp>
      </p:grpSp>
      <p:sp>
        <p:nvSpPr>
          <p:cNvPr id="112" name="Stop screening?">
            <a:extLst>
              <a:ext uri="{FF2B5EF4-FFF2-40B4-BE49-F238E27FC236}">
                <a16:creationId xmlns:a16="http://schemas.microsoft.com/office/drawing/2014/main" id="{A13C6A13-1AC7-D30A-AAC6-59CCB489502B}"/>
              </a:ext>
            </a:extLst>
          </p:cNvPr>
          <p:cNvSpPr/>
          <p:nvPr/>
        </p:nvSpPr>
        <p:spPr>
          <a:xfrm>
            <a:off x="10381476" y="2394563"/>
            <a:ext cx="1510220" cy="68014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When do we stop?</a:t>
            </a:r>
          </a:p>
        </p:txBody>
      </p:sp>
      <p:pic>
        <p:nvPicPr>
          <p:cNvPr id="113" name="Graphic 112" descr="Cursor with solid fill">
            <a:extLst>
              <a:ext uri="{FF2B5EF4-FFF2-40B4-BE49-F238E27FC236}">
                <a16:creationId xmlns:a16="http://schemas.microsoft.com/office/drawing/2014/main" id="{CDA90C4C-FE17-0319-465C-E80F490B3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26304" y="2940293"/>
            <a:ext cx="301752" cy="30175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80DC2D7A-82FD-12D0-F429-8F0EE7D6D09C}"/>
              </a:ext>
            </a:extLst>
          </p:cNvPr>
          <p:cNvGrpSpPr/>
          <p:nvPr/>
        </p:nvGrpSpPr>
        <p:grpSpPr>
          <a:xfrm>
            <a:off x="9421636" y="2145031"/>
            <a:ext cx="2375305" cy="1950484"/>
            <a:chOff x="9276880" y="5023575"/>
            <a:chExt cx="2375305" cy="1950484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CB07D885-7B6C-AEE8-3E3D-882520767C94}"/>
                </a:ext>
              </a:extLst>
            </p:cNvPr>
            <p:cNvSpPr/>
            <p:nvPr/>
          </p:nvSpPr>
          <p:spPr>
            <a:xfrm>
              <a:off x="9289774" y="5023575"/>
              <a:ext cx="2231049" cy="1200329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b="1" u="sng" dirty="0"/>
                <a:t>Stop screening when:</a:t>
              </a:r>
            </a:p>
            <a:p>
              <a:pPr algn="ctr"/>
              <a:r>
                <a:rPr lang="en-US" dirty="0"/>
                <a:t>No </a:t>
              </a:r>
              <a:r>
                <a:rPr lang="en-US" dirty="0" err="1"/>
                <a:t>hx</a:t>
              </a:r>
              <a:r>
                <a:rPr lang="en-US" dirty="0"/>
                <a:t> of CIN2+ for &gt;25 y and adequate* prior screening x 10 y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B523162-74B4-81A0-1D3E-6C7D30D22FCE}"/>
                </a:ext>
              </a:extLst>
            </p:cNvPr>
            <p:cNvSpPr txBox="1"/>
            <p:nvPr/>
          </p:nvSpPr>
          <p:spPr>
            <a:xfrm>
              <a:off x="9276880" y="6235395"/>
              <a:ext cx="2375305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/>
                <a:t>*2 neg HPV ± cytology (&lt;5 y)</a:t>
              </a:r>
            </a:p>
            <a:p>
              <a:pPr algn="ctr"/>
              <a:r>
                <a:rPr lang="en-US" sz="1400" dirty="0"/>
                <a:t>OR</a:t>
              </a:r>
            </a:p>
            <a:p>
              <a:pPr algn="ctr"/>
              <a:r>
                <a:rPr lang="en-US" sz="1400" dirty="0"/>
                <a:t>3 neg cytology (&lt;3 y)</a:t>
              </a:r>
            </a:p>
          </p:txBody>
        </p:sp>
      </p:grpSp>
      <p:sp>
        <p:nvSpPr>
          <p:cNvPr id="35" name="Rounded Rectangle 4">
            <a:hlinkClick r:id="rId5" action="ppaction://hlinksldjump"/>
            <a:extLst>
              <a:ext uri="{FF2B5EF4-FFF2-40B4-BE49-F238E27FC236}">
                <a16:creationId xmlns:a16="http://schemas.microsoft.com/office/drawing/2014/main" id="{20F0B4ED-7F11-70EC-860E-76EA09248919}"/>
              </a:ext>
            </a:extLst>
          </p:cNvPr>
          <p:cNvSpPr/>
          <p:nvPr/>
        </p:nvSpPr>
        <p:spPr>
          <a:xfrm>
            <a:off x="257446" y="251908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Pathophysiology</a:t>
            </a:r>
          </a:p>
        </p:txBody>
      </p:sp>
      <p:sp>
        <p:nvSpPr>
          <p:cNvPr id="36" name="Rounded Rectangle 6">
            <a:hlinkClick r:id="rId6" action="ppaction://hlinksldjump"/>
            <a:extLst>
              <a:ext uri="{FF2B5EF4-FFF2-40B4-BE49-F238E27FC236}">
                <a16:creationId xmlns:a16="http://schemas.microsoft.com/office/drawing/2014/main" id="{5F1D25DB-00CA-4658-3150-7C5DD6931E40}"/>
              </a:ext>
            </a:extLst>
          </p:cNvPr>
          <p:cNvSpPr/>
          <p:nvPr/>
        </p:nvSpPr>
        <p:spPr>
          <a:xfrm>
            <a:off x="257446" y="870905"/>
            <a:ext cx="1962545" cy="411480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Screening</a:t>
            </a:r>
          </a:p>
        </p:txBody>
      </p:sp>
      <p:sp>
        <p:nvSpPr>
          <p:cNvPr id="4" name="Rounded Rectangle 9">
            <a:hlinkClick r:id="rId6" action="ppaction://hlinksldjump"/>
            <a:extLst>
              <a:ext uri="{FF2B5EF4-FFF2-40B4-BE49-F238E27FC236}">
                <a16:creationId xmlns:a16="http://schemas.microsoft.com/office/drawing/2014/main" id="{08A8FCC2-DA57-7468-E823-D9B7B69F1E84}"/>
              </a:ext>
            </a:extLst>
          </p:cNvPr>
          <p:cNvSpPr/>
          <p:nvPr/>
        </p:nvSpPr>
        <p:spPr>
          <a:xfrm>
            <a:off x="257446" y="2727896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11" name="Rounded Rectangle 3">
            <a:hlinkClick r:id="rId7" action="ppaction://hlinksldjump"/>
            <a:extLst>
              <a:ext uri="{FF2B5EF4-FFF2-40B4-BE49-F238E27FC236}">
                <a16:creationId xmlns:a16="http://schemas.microsoft.com/office/drawing/2014/main" id="{1F16779B-609A-5173-1FC2-1C8454CD1DFC}"/>
              </a:ext>
            </a:extLst>
          </p:cNvPr>
          <p:cNvSpPr/>
          <p:nvPr/>
        </p:nvSpPr>
        <p:spPr>
          <a:xfrm>
            <a:off x="257446" y="3346894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3" name="Graphic 2" descr="Cursor with solid fill">
            <a:extLst>
              <a:ext uri="{FF2B5EF4-FFF2-40B4-BE49-F238E27FC236}">
                <a16:creationId xmlns:a16="http://schemas.microsoft.com/office/drawing/2014/main" id="{25C818B9-F4A2-4893-7E04-8FD151770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532" y="526227"/>
            <a:ext cx="301752" cy="301752"/>
          </a:xfrm>
          <a:prstGeom prst="rect">
            <a:avLst/>
          </a:prstGeom>
        </p:spPr>
      </p:pic>
      <p:pic>
        <p:nvPicPr>
          <p:cNvPr id="20" name="Graphic 19" descr="Cursor with solid fill">
            <a:extLst>
              <a:ext uri="{FF2B5EF4-FFF2-40B4-BE49-F238E27FC236}">
                <a16:creationId xmlns:a16="http://schemas.microsoft.com/office/drawing/2014/main" id="{CB1F3DDA-FBE9-CB8C-1BBD-5512A6B011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532" y="3002340"/>
            <a:ext cx="301752" cy="301752"/>
          </a:xfrm>
          <a:prstGeom prst="rect">
            <a:avLst/>
          </a:prstGeom>
        </p:spPr>
      </p:pic>
      <p:pic>
        <p:nvPicPr>
          <p:cNvPr id="21" name="Graphic 20" descr="Cursor with solid fill">
            <a:extLst>
              <a:ext uri="{FF2B5EF4-FFF2-40B4-BE49-F238E27FC236}">
                <a16:creationId xmlns:a16="http://schemas.microsoft.com/office/drawing/2014/main" id="{E91F9C8A-3C8B-E9F0-38E8-1DA85268BB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532" y="3621214"/>
            <a:ext cx="301752" cy="301752"/>
          </a:xfrm>
          <a:prstGeom prst="rect">
            <a:avLst/>
          </a:prstGeom>
        </p:spPr>
      </p:pic>
      <p:sp>
        <p:nvSpPr>
          <p:cNvPr id="6" name="Rounded Rectangle 11">
            <a:extLst>
              <a:ext uri="{FF2B5EF4-FFF2-40B4-BE49-F238E27FC236}">
                <a16:creationId xmlns:a16="http://schemas.microsoft.com/office/drawing/2014/main" id="{09668B54-6006-FE2C-9A62-1EEA89328BE6}"/>
              </a:ext>
            </a:extLst>
          </p:cNvPr>
          <p:cNvSpPr/>
          <p:nvPr/>
        </p:nvSpPr>
        <p:spPr>
          <a:xfrm>
            <a:off x="623223" y="1489902"/>
            <a:ext cx="1596767" cy="41148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Average risk</a:t>
            </a:r>
          </a:p>
        </p:txBody>
      </p:sp>
      <p:sp>
        <p:nvSpPr>
          <p:cNvPr id="12" name="Rounded Rectangle 11">
            <a:hlinkClick r:id="rId8" action="ppaction://hlinksldjump"/>
            <a:extLst>
              <a:ext uri="{FF2B5EF4-FFF2-40B4-BE49-F238E27FC236}">
                <a16:creationId xmlns:a16="http://schemas.microsoft.com/office/drawing/2014/main" id="{D1480AB7-13C2-1BD7-298B-EFBB1541193A}"/>
              </a:ext>
            </a:extLst>
          </p:cNvPr>
          <p:cNvSpPr/>
          <p:nvPr/>
        </p:nvSpPr>
        <p:spPr>
          <a:xfrm>
            <a:off x="623224" y="2108899"/>
            <a:ext cx="1596767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High risk</a:t>
            </a:r>
          </a:p>
        </p:txBody>
      </p:sp>
      <p:sp>
        <p:nvSpPr>
          <p:cNvPr id="17" name="Post-TAH">
            <a:extLst>
              <a:ext uri="{FF2B5EF4-FFF2-40B4-BE49-F238E27FC236}">
                <a16:creationId xmlns:a16="http://schemas.microsoft.com/office/drawing/2014/main" id="{1F9B20DA-DF6D-FFF0-15EA-8E18361620F0}"/>
              </a:ext>
            </a:extLst>
          </p:cNvPr>
          <p:cNvSpPr/>
          <p:nvPr/>
        </p:nvSpPr>
        <p:spPr>
          <a:xfrm>
            <a:off x="4781169" y="4050706"/>
            <a:ext cx="3723784" cy="42670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if they are post-hysterectomy?</a:t>
            </a:r>
          </a:p>
        </p:txBody>
      </p:sp>
      <p:pic>
        <p:nvPicPr>
          <p:cNvPr id="26" name="Graphic 25" descr="Cursor with solid fill">
            <a:extLst>
              <a:ext uri="{FF2B5EF4-FFF2-40B4-BE49-F238E27FC236}">
                <a16:creationId xmlns:a16="http://schemas.microsoft.com/office/drawing/2014/main" id="{7550956B-1D3C-21DC-70C2-7175E10FB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0913" y="4326531"/>
            <a:ext cx="301752" cy="301752"/>
          </a:xfrm>
          <a:prstGeom prst="rect">
            <a:avLst/>
          </a:prstGeom>
        </p:spPr>
      </p:pic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B72B74ED-77D6-6D0D-2531-FD5DB2E55642}"/>
              </a:ext>
            </a:extLst>
          </p:cNvPr>
          <p:cNvCxnSpPr>
            <a:cxnSpLocks/>
            <a:endCxn id="6" idx="1"/>
          </p:cNvCxnSpPr>
          <p:nvPr/>
        </p:nvCxnSpPr>
        <p:spPr>
          <a:xfrm rot="16200000" flipH="1">
            <a:off x="301422" y="1373841"/>
            <a:ext cx="436188" cy="20741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600CA56B-BDB0-EFA1-8C35-CAD083C6BAF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0913" y="1878699"/>
            <a:ext cx="657206" cy="207414"/>
          </a:xfrm>
          <a:prstGeom prst="bentConnector3">
            <a:avLst>
              <a:gd name="adj1" fmla="val 9937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Cursor with solid fill">
            <a:extLst>
              <a:ext uri="{FF2B5EF4-FFF2-40B4-BE49-F238E27FC236}">
                <a16:creationId xmlns:a16="http://schemas.microsoft.com/office/drawing/2014/main" id="{20E06A6C-055D-AFE2-F3DB-41E8738B39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532" y="2371958"/>
            <a:ext cx="301752" cy="3017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9CD122-D936-4D1E-96AF-1EA18DF60FF7}"/>
              </a:ext>
            </a:extLst>
          </p:cNvPr>
          <p:cNvSpPr txBox="1"/>
          <p:nvPr/>
        </p:nvSpPr>
        <p:spPr>
          <a:xfrm>
            <a:off x="3595958" y="4521246"/>
            <a:ext cx="61361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Stop screening if total hysterectomy (cervix removed) for benign indications </a:t>
            </a:r>
          </a:p>
          <a:p>
            <a:pPr algn="ctr"/>
            <a:r>
              <a:rPr lang="en-US" dirty="0"/>
              <a:t>AND</a:t>
            </a:r>
          </a:p>
          <a:p>
            <a:pPr algn="ctr"/>
            <a:r>
              <a:rPr lang="en-US" dirty="0"/>
              <a:t>No history of CIN2+ within 25 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D4F721-AB92-1928-8E23-C79EF89CBAA8}"/>
              </a:ext>
            </a:extLst>
          </p:cNvPr>
          <p:cNvSpPr txBox="1"/>
          <p:nvPr/>
        </p:nvSpPr>
        <p:spPr>
          <a:xfrm>
            <a:off x="2544788" y="631606"/>
            <a:ext cx="806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Patients without a history of immunocompromise or CIN2/CIN3</a:t>
            </a:r>
          </a:p>
        </p:txBody>
      </p:sp>
    </p:spTree>
    <p:extLst>
      <p:ext uri="{BB962C8B-B14F-4D97-AF65-F5344CB8AC3E}">
        <p14:creationId xmlns:p14="http://schemas.microsoft.com/office/powerpoint/2010/main" val="2554929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65" grpId="0" animBg="1"/>
      <p:bldP spid="175" grpId="1" animBg="1"/>
      <p:bldP spid="109" grpId="1" animBg="1"/>
      <p:bldP spid="112" grpId="0" animBg="1"/>
      <p:bldP spid="17" grpId="0" animBg="1"/>
      <p:bldP spid="17" grpId="2" animBg="1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69">
            <a:extLst>
              <a:ext uri="{FF2B5EF4-FFF2-40B4-BE49-F238E27FC236}">
                <a16:creationId xmlns:a16="http://schemas.microsoft.com/office/drawing/2014/main" id="{DDFCBE9E-B264-4AC2-4636-E60A991F8CDB}"/>
              </a:ext>
            </a:extLst>
          </p:cNvPr>
          <p:cNvSpPr txBox="1"/>
          <p:nvPr/>
        </p:nvSpPr>
        <p:spPr>
          <a:xfrm>
            <a:off x="3595958" y="138900"/>
            <a:ext cx="6094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High-Risk Patients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A89D011-7266-7A96-CADD-F55FDAFBA2C0}"/>
              </a:ext>
            </a:extLst>
          </p:cNvPr>
          <p:cNvSpPr txBox="1"/>
          <p:nvPr/>
        </p:nvSpPr>
        <p:spPr>
          <a:xfrm>
            <a:off x="2571075" y="662297"/>
            <a:ext cx="806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High risk patients are those with immunocompromise or immunosuppression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C5BAFD-5AA2-591A-C41B-2D46FB869D09}"/>
              </a:ext>
            </a:extLst>
          </p:cNvPr>
          <p:cNvGrpSpPr/>
          <p:nvPr/>
        </p:nvGrpSpPr>
        <p:grpSpPr>
          <a:xfrm>
            <a:off x="3085103" y="2517620"/>
            <a:ext cx="7476945" cy="475085"/>
            <a:chOff x="2930822" y="5393604"/>
            <a:chExt cx="7476945" cy="475085"/>
          </a:xfrm>
        </p:grpSpPr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70679013-0F72-141F-8ECC-320F3DF6CDBA}"/>
                </a:ext>
              </a:extLst>
            </p:cNvPr>
            <p:cNvGrpSpPr/>
            <p:nvPr/>
          </p:nvGrpSpPr>
          <p:grpSpPr>
            <a:xfrm>
              <a:off x="3504915" y="5393604"/>
              <a:ext cx="6902852" cy="475085"/>
              <a:chOff x="3727048" y="3267600"/>
              <a:chExt cx="6902852" cy="475085"/>
            </a:xfrm>
          </p:grpSpPr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5C373DB3-78F8-9D41-33EE-12D08F42AF49}"/>
                  </a:ext>
                </a:extLst>
              </p:cNvPr>
              <p:cNvGrpSpPr/>
              <p:nvPr/>
            </p:nvGrpSpPr>
            <p:grpSpPr>
              <a:xfrm>
                <a:off x="3727048" y="3267600"/>
                <a:ext cx="6902852" cy="475085"/>
                <a:chOff x="3727048" y="3342032"/>
                <a:chExt cx="6902852" cy="456984"/>
              </a:xfrm>
            </p:grpSpPr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ED5909E0-E3E1-6A7B-175D-5AC109B32B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01773" y="3342032"/>
                  <a:ext cx="0" cy="45698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C076F658-6EF9-907E-34CC-9946BE167E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995195" y="3342032"/>
                  <a:ext cx="0" cy="45698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7E0F62EB-A7FB-DAF2-D445-6B743804BA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640182" y="3342033"/>
                  <a:ext cx="0" cy="45698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E3B63823-C683-4A20-E681-AAE68B8114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71643" y="3342032"/>
                  <a:ext cx="0" cy="45698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D218A8E4-8C7F-4582-159E-6A06AE2DFC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825942" y="3342032"/>
                  <a:ext cx="0" cy="45698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602CE30C-EF6E-C68F-A607-35A388F4DE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071904" y="3342032"/>
                  <a:ext cx="0" cy="45698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BDC136BC-8907-C44E-BEEF-C7EFE41371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27048" y="3570524"/>
                  <a:ext cx="6902852" cy="0"/>
                </a:xfrm>
                <a:prstGeom prst="line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62ADF02A-8E5D-36E7-C97A-C3DB8ABF6FBB}"/>
                  </a:ext>
                </a:extLst>
              </p:cNvPr>
              <p:cNvSpPr txBox="1"/>
              <p:nvPr/>
            </p:nvSpPr>
            <p:spPr>
              <a:xfrm>
                <a:off x="3899538" y="3397164"/>
                <a:ext cx="274320" cy="24622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dirty="0"/>
                  <a:t>20</a:t>
                </a: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6AE95D76-F5F2-E18F-F539-884E3097850D}"/>
                  </a:ext>
                </a:extLst>
              </p:cNvPr>
              <p:cNvSpPr txBox="1"/>
              <p:nvPr/>
            </p:nvSpPr>
            <p:spPr>
              <a:xfrm>
                <a:off x="5511488" y="3397164"/>
                <a:ext cx="274320" cy="24622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dirty="0"/>
                  <a:t>30</a:t>
                </a:r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4884BC21-3E83-4801-3A59-7546C9D09F83}"/>
                  </a:ext>
                </a:extLst>
              </p:cNvPr>
              <p:cNvSpPr txBox="1"/>
              <p:nvPr/>
            </p:nvSpPr>
            <p:spPr>
              <a:xfrm>
                <a:off x="6640013" y="3397164"/>
                <a:ext cx="274320" cy="24622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dirty="0"/>
                  <a:t>40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F5E21513-B10C-036C-DFB5-C399BD21740B}"/>
                  </a:ext>
                </a:extLst>
              </p:cNvPr>
              <p:cNvSpPr txBox="1"/>
              <p:nvPr/>
            </p:nvSpPr>
            <p:spPr>
              <a:xfrm>
                <a:off x="7694312" y="3397164"/>
                <a:ext cx="274320" cy="24622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dirty="0"/>
                  <a:t>50</a:t>
                </a: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CF61C443-1253-6C17-308F-7B92D9BA7E1A}"/>
                  </a:ext>
                </a:extLst>
              </p:cNvPr>
              <p:cNvSpPr txBox="1"/>
              <p:nvPr/>
            </p:nvSpPr>
            <p:spPr>
              <a:xfrm>
                <a:off x="8866833" y="3397164"/>
                <a:ext cx="274320" cy="24622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dirty="0"/>
                  <a:t>60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9DB5CBAF-41DC-F9D3-85C5-B3911331947F}"/>
                  </a:ext>
                </a:extLst>
              </p:cNvPr>
              <p:cNvSpPr txBox="1"/>
              <p:nvPr/>
            </p:nvSpPr>
            <p:spPr>
              <a:xfrm>
                <a:off x="9965320" y="3397164"/>
                <a:ext cx="274320" cy="24622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dirty="0"/>
                  <a:t>70</a:t>
                </a: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3E5A41F-DB10-E343-3513-09BB247AABFA}"/>
                </a:ext>
              </a:extLst>
            </p:cNvPr>
            <p:cNvSpPr txBox="1"/>
            <p:nvPr/>
          </p:nvSpPr>
          <p:spPr>
            <a:xfrm>
              <a:off x="2930822" y="5461612"/>
              <a:ext cx="602275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Age</a:t>
              </a:r>
            </a:p>
          </p:txBody>
        </p:sp>
      </p:grpSp>
      <p:sp>
        <p:nvSpPr>
          <p:cNvPr id="35" name="Rounded 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20F0B4ED-7F11-70EC-860E-76EA09248919}"/>
              </a:ext>
            </a:extLst>
          </p:cNvPr>
          <p:cNvSpPr/>
          <p:nvPr/>
        </p:nvSpPr>
        <p:spPr>
          <a:xfrm>
            <a:off x="257446" y="251908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Pathophysiology</a:t>
            </a:r>
          </a:p>
        </p:txBody>
      </p:sp>
      <p:sp>
        <p:nvSpPr>
          <p:cNvPr id="36" name="Rounded 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5F1D25DB-00CA-4658-3150-7C5DD6931E40}"/>
              </a:ext>
            </a:extLst>
          </p:cNvPr>
          <p:cNvSpPr/>
          <p:nvPr/>
        </p:nvSpPr>
        <p:spPr>
          <a:xfrm>
            <a:off x="257446" y="870905"/>
            <a:ext cx="1962545" cy="411480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Screening</a:t>
            </a:r>
          </a:p>
        </p:txBody>
      </p:sp>
      <p:sp>
        <p:nvSpPr>
          <p:cNvPr id="4" name="Rounded Rectangle 9">
            <a:hlinkClick r:id="rId4" action="ppaction://hlinksldjump"/>
            <a:extLst>
              <a:ext uri="{FF2B5EF4-FFF2-40B4-BE49-F238E27FC236}">
                <a16:creationId xmlns:a16="http://schemas.microsoft.com/office/drawing/2014/main" id="{08A8FCC2-DA57-7468-E823-D9B7B69F1E84}"/>
              </a:ext>
            </a:extLst>
          </p:cNvPr>
          <p:cNvSpPr/>
          <p:nvPr/>
        </p:nvSpPr>
        <p:spPr>
          <a:xfrm>
            <a:off x="257446" y="2727896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11" name="Rounded Rectangle 3">
            <a:hlinkClick r:id="rId5" action="ppaction://hlinksldjump"/>
            <a:extLst>
              <a:ext uri="{FF2B5EF4-FFF2-40B4-BE49-F238E27FC236}">
                <a16:creationId xmlns:a16="http://schemas.microsoft.com/office/drawing/2014/main" id="{1F16779B-609A-5173-1FC2-1C8454CD1DFC}"/>
              </a:ext>
            </a:extLst>
          </p:cNvPr>
          <p:cNvSpPr/>
          <p:nvPr/>
        </p:nvSpPr>
        <p:spPr>
          <a:xfrm>
            <a:off x="257446" y="3346894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3" name="Graphic 2" descr="Cursor with solid fill">
            <a:extLst>
              <a:ext uri="{FF2B5EF4-FFF2-40B4-BE49-F238E27FC236}">
                <a16:creationId xmlns:a16="http://schemas.microsoft.com/office/drawing/2014/main" id="{25C818B9-F4A2-4893-7E04-8FD1517702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5532" y="526227"/>
            <a:ext cx="301752" cy="301752"/>
          </a:xfrm>
          <a:prstGeom prst="rect">
            <a:avLst/>
          </a:prstGeom>
        </p:spPr>
      </p:pic>
      <p:pic>
        <p:nvPicPr>
          <p:cNvPr id="20" name="Graphic 19" descr="Cursor with solid fill">
            <a:extLst>
              <a:ext uri="{FF2B5EF4-FFF2-40B4-BE49-F238E27FC236}">
                <a16:creationId xmlns:a16="http://schemas.microsoft.com/office/drawing/2014/main" id="{CB1F3DDA-FBE9-CB8C-1BBD-5512A6B011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5532" y="3002340"/>
            <a:ext cx="301752" cy="301752"/>
          </a:xfrm>
          <a:prstGeom prst="rect">
            <a:avLst/>
          </a:prstGeom>
        </p:spPr>
      </p:pic>
      <p:pic>
        <p:nvPicPr>
          <p:cNvPr id="21" name="Graphic 20" descr="Cursor with solid fill">
            <a:extLst>
              <a:ext uri="{FF2B5EF4-FFF2-40B4-BE49-F238E27FC236}">
                <a16:creationId xmlns:a16="http://schemas.microsoft.com/office/drawing/2014/main" id="{E91F9C8A-3C8B-E9F0-38E8-1DA85268BB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5532" y="3621214"/>
            <a:ext cx="301752" cy="301752"/>
          </a:xfrm>
          <a:prstGeom prst="rect">
            <a:avLst/>
          </a:prstGeom>
        </p:spPr>
      </p:pic>
      <p:sp>
        <p:nvSpPr>
          <p:cNvPr id="6" name="Rounded Rectangle 11">
            <a:hlinkClick r:id="rId8" action="ppaction://hlinksldjump"/>
            <a:extLst>
              <a:ext uri="{FF2B5EF4-FFF2-40B4-BE49-F238E27FC236}">
                <a16:creationId xmlns:a16="http://schemas.microsoft.com/office/drawing/2014/main" id="{09668B54-6006-FE2C-9A62-1EEA89328BE6}"/>
              </a:ext>
            </a:extLst>
          </p:cNvPr>
          <p:cNvSpPr/>
          <p:nvPr/>
        </p:nvSpPr>
        <p:spPr>
          <a:xfrm>
            <a:off x="623223" y="1489902"/>
            <a:ext cx="1596767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Average risk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1480AB7-13C2-1BD7-298B-EFBB1541193A}"/>
              </a:ext>
            </a:extLst>
          </p:cNvPr>
          <p:cNvSpPr/>
          <p:nvPr/>
        </p:nvSpPr>
        <p:spPr>
          <a:xfrm>
            <a:off x="623224" y="2108899"/>
            <a:ext cx="1596767" cy="41148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High risk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B72B74ED-77D6-6D0D-2531-FD5DB2E55642}"/>
              </a:ext>
            </a:extLst>
          </p:cNvPr>
          <p:cNvCxnSpPr>
            <a:cxnSpLocks/>
            <a:endCxn id="6" idx="1"/>
          </p:cNvCxnSpPr>
          <p:nvPr/>
        </p:nvCxnSpPr>
        <p:spPr>
          <a:xfrm rot="16200000" flipH="1">
            <a:off x="301422" y="1373841"/>
            <a:ext cx="436188" cy="20741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600CA56B-BDB0-EFA1-8C35-CAD083C6BAF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0913" y="1878699"/>
            <a:ext cx="657206" cy="207414"/>
          </a:xfrm>
          <a:prstGeom prst="bentConnector3">
            <a:avLst>
              <a:gd name="adj1" fmla="val 9937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Cursor with solid fill">
            <a:extLst>
              <a:ext uri="{FF2B5EF4-FFF2-40B4-BE49-F238E27FC236}">
                <a16:creationId xmlns:a16="http://schemas.microsoft.com/office/drawing/2014/main" id="{8BC0B145-6F6A-6059-8E0D-C509A395A3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5532" y="1742574"/>
            <a:ext cx="301752" cy="301752"/>
          </a:xfrm>
          <a:prstGeom prst="rect">
            <a:avLst/>
          </a:prstGeom>
        </p:spPr>
      </p:pic>
      <p:sp>
        <p:nvSpPr>
          <p:cNvPr id="9" name="Right Arrow 79">
            <a:extLst>
              <a:ext uri="{FF2B5EF4-FFF2-40B4-BE49-F238E27FC236}">
                <a16:creationId xmlns:a16="http://schemas.microsoft.com/office/drawing/2014/main" id="{9F5A376D-6F61-8A35-81E1-76BB3DAFE2C4}"/>
              </a:ext>
            </a:extLst>
          </p:cNvPr>
          <p:cNvSpPr/>
          <p:nvPr/>
        </p:nvSpPr>
        <p:spPr>
          <a:xfrm>
            <a:off x="5572331" y="3132235"/>
            <a:ext cx="4989718" cy="626139"/>
          </a:xfrm>
          <a:prstGeom prst="rightArrow">
            <a:avLst>
              <a:gd name="adj1" fmla="val 100000"/>
              <a:gd name="adj2" fmla="val 4163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Cytology q1y x 3 (if not previously done) → q3y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OR co-test q3y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925D7B-158F-979B-D3EF-5A486D7A9ADA}"/>
              </a:ext>
            </a:extLst>
          </p:cNvPr>
          <p:cNvSpPr txBox="1"/>
          <p:nvPr/>
        </p:nvSpPr>
        <p:spPr>
          <a:xfrm>
            <a:off x="3048982" y="977636"/>
            <a:ext cx="42278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dirty="0"/>
              <a:t>HIV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dirty="0"/>
              <a:t>Transplant (stem cell, solid organ)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0E2815-284C-6E4A-C6CA-4D3C0E4FCDE3}"/>
              </a:ext>
            </a:extLst>
          </p:cNvPr>
          <p:cNvSpPr txBox="1"/>
          <p:nvPr/>
        </p:nvSpPr>
        <p:spPr>
          <a:xfrm>
            <a:off x="6645934" y="977636"/>
            <a:ext cx="34558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dirty="0"/>
              <a:t>SLE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dirty="0"/>
              <a:t>IBD or RA on immunosuppression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dirty="0"/>
              <a:t>Chronic steroid use</a:t>
            </a:r>
          </a:p>
        </p:txBody>
      </p:sp>
      <p:sp>
        <p:nvSpPr>
          <p:cNvPr id="22" name="Right Arrow 79">
            <a:extLst>
              <a:ext uri="{FF2B5EF4-FFF2-40B4-BE49-F238E27FC236}">
                <a16:creationId xmlns:a16="http://schemas.microsoft.com/office/drawing/2014/main" id="{76291398-E9B5-2B3C-8ACC-61EBC9759BDB}"/>
              </a:ext>
            </a:extLst>
          </p:cNvPr>
          <p:cNvSpPr/>
          <p:nvPr/>
        </p:nvSpPr>
        <p:spPr>
          <a:xfrm>
            <a:off x="4038077" y="3132234"/>
            <a:ext cx="1542719" cy="626139"/>
          </a:xfrm>
          <a:prstGeom prst="rightArrow">
            <a:avLst>
              <a:gd name="adj1" fmla="val 100000"/>
              <a:gd name="adj2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Cytology q1y x 3 → q3y </a:t>
            </a:r>
          </a:p>
        </p:txBody>
      </p:sp>
      <p:sp>
        <p:nvSpPr>
          <p:cNvPr id="24" name="Stop screening? back">
            <a:extLst>
              <a:ext uri="{FF2B5EF4-FFF2-40B4-BE49-F238E27FC236}">
                <a16:creationId xmlns:a16="http://schemas.microsoft.com/office/drawing/2014/main" id="{AD5CBFA1-E51D-BC3D-B351-E2A4978A4CCD}"/>
              </a:ext>
            </a:extLst>
          </p:cNvPr>
          <p:cNvSpPr/>
          <p:nvPr/>
        </p:nvSpPr>
        <p:spPr>
          <a:xfrm>
            <a:off x="4781169" y="4050706"/>
            <a:ext cx="3723784" cy="426701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Post-hysterectomy screening</a:t>
            </a:r>
          </a:p>
        </p:txBody>
      </p:sp>
      <p:sp>
        <p:nvSpPr>
          <p:cNvPr id="25" name="Post-TAH">
            <a:extLst>
              <a:ext uri="{FF2B5EF4-FFF2-40B4-BE49-F238E27FC236}">
                <a16:creationId xmlns:a16="http://schemas.microsoft.com/office/drawing/2014/main" id="{1D77E9F7-22F8-02CB-9487-1233A7789838}"/>
              </a:ext>
            </a:extLst>
          </p:cNvPr>
          <p:cNvSpPr/>
          <p:nvPr/>
        </p:nvSpPr>
        <p:spPr>
          <a:xfrm>
            <a:off x="4781169" y="4050706"/>
            <a:ext cx="3723784" cy="426701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if they are post-hysterectomy?</a:t>
            </a:r>
          </a:p>
        </p:txBody>
      </p:sp>
      <p:pic>
        <p:nvPicPr>
          <p:cNvPr id="26" name="Graphic 25" descr="Cursor with solid fill">
            <a:extLst>
              <a:ext uri="{FF2B5EF4-FFF2-40B4-BE49-F238E27FC236}">
                <a16:creationId xmlns:a16="http://schemas.microsoft.com/office/drawing/2014/main" id="{6A892D0C-9557-C70F-D1A5-30726D45A2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0913" y="4326531"/>
            <a:ext cx="301752" cy="30175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574DE0D-7EE5-B4C0-2850-3FFF27FEF6C7}"/>
              </a:ext>
            </a:extLst>
          </p:cNvPr>
          <p:cNvSpPr txBox="1"/>
          <p:nvPr/>
        </p:nvSpPr>
        <p:spPr>
          <a:xfrm>
            <a:off x="3595958" y="4521246"/>
            <a:ext cx="61361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Annual screening (cytology or co-test) if:</a:t>
            </a:r>
          </a:p>
          <a:p>
            <a:pPr marL="115888" indent="-115888" algn="ctr">
              <a:buFont typeface="Arial" panose="020B0604020202020204" pitchFamily="34" charset="0"/>
              <a:buChar char="•"/>
            </a:pPr>
            <a:r>
              <a:rPr lang="en-US" dirty="0"/>
              <a:t>progressive HIV disease</a:t>
            </a:r>
          </a:p>
          <a:p>
            <a:pPr marL="115888" indent="-115888" algn="ctr">
              <a:buFont typeface="Arial" panose="020B0604020202020204" pitchFamily="34" charset="0"/>
              <a:buChar char="•"/>
            </a:pPr>
            <a:r>
              <a:rPr lang="en-US" dirty="0"/>
              <a:t>viral suppression with ART cannot be achieved</a:t>
            </a:r>
          </a:p>
        </p:txBody>
      </p:sp>
    </p:spTree>
    <p:extLst>
      <p:ext uri="{BB962C8B-B14F-4D97-AF65-F5344CB8AC3E}">
        <p14:creationId xmlns:p14="http://schemas.microsoft.com/office/powerpoint/2010/main" val="43455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9" grpId="0" animBg="1"/>
      <p:bldP spid="22" grpId="0" animBg="1"/>
      <p:bldP spid="25" grpId="0" animBg="1"/>
      <p:bldP spid="25" grpId="1" animBg="1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ASCCP GUIDELINES">
            <a:hlinkClick r:id="rId3"/>
            <a:extLst>
              <a:ext uri="{FF2B5EF4-FFF2-40B4-BE49-F238E27FC236}">
                <a16:creationId xmlns:a16="http://schemas.microsoft.com/office/drawing/2014/main" id="{37FAAFC4-3CDF-9589-8485-2430E2A25DDE}"/>
              </a:ext>
            </a:extLst>
          </p:cNvPr>
          <p:cNvSpPr txBox="1"/>
          <p:nvPr/>
        </p:nvSpPr>
        <p:spPr>
          <a:xfrm>
            <a:off x="5030472" y="2102957"/>
            <a:ext cx="2614368" cy="408623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ASCCP Guidelines app</a:t>
            </a:r>
          </a:p>
        </p:txBody>
      </p:sp>
      <p:sp>
        <p:nvSpPr>
          <p:cNvPr id="210" name="High risk">
            <a:extLst>
              <a:ext uri="{FF2B5EF4-FFF2-40B4-BE49-F238E27FC236}">
                <a16:creationId xmlns:a16="http://schemas.microsoft.com/office/drawing/2014/main" id="{DE94A596-3396-D11B-26DB-4468509B4CBF}"/>
              </a:ext>
            </a:extLst>
          </p:cNvPr>
          <p:cNvSpPr txBox="1"/>
          <p:nvPr/>
        </p:nvSpPr>
        <p:spPr>
          <a:xfrm>
            <a:off x="4320018" y="824330"/>
            <a:ext cx="4035276" cy="68103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High risk patient?</a:t>
            </a:r>
          </a:p>
          <a:p>
            <a:pPr algn="ctr"/>
            <a:r>
              <a:rPr lang="en-US" sz="1600" dirty="0"/>
              <a:t>(immunosuppression, HIV, prior CIN2 or CIN3)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8DB309-F211-2E94-C716-73E148D4A186}"/>
              </a:ext>
            </a:extLst>
          </p:cNvPr>
          <p:cNvSpPr txBox="1"/>
          <p:nvPr/>
        </p:nvSpPr>
        <p:spPr>
          <a:xfrm>
            <a:off x="5168033" y="2736333"/>
            <a:ext cx="237513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Immediate CIN3+ risk</a:t>
            </a:r>
          </a:p>
        </p:txBody>
      </p:sp>
      <p:sp>
        <p:nvSpPr>
          <p:cNvPr id="43" name="High risk patients page">
            <a:extLst>
              <a:ext uri="{FF2B5EF4-FFF2-40B4-BE49-F238E27FC236}">
                <a16:creationId xmlns:a16="http://schemas.microsoft.com/office/drawing/2014/main" id="{EF36B167-1F25-BF28-29A9-E52FD4820856}"/>
              </a:ext>
            </a:extLst>
          </p:cNvPr>
          <p:cNvSpPr txBox="1"/>
          <p:nvPr/>
        </p:nvSpPr>
        <p:spPr>
          <a:xfrm>
            <a:off x="9497210" y="700340"/>
            <a:ext cx="1936248" cy="923330"/>
          </a:xfrm>
          <a:prstGeom prst="roundRect">
            <a:avLst>
              <a:gd name="adj" fmla="val 0"/>
            </a:avLst>
          </a:prstGeom>
          <a:ln w="1905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Follow screening and guidance for high-risk patients</a:t>
            </a:r>
          </a:p>
        </p:txBody>
      </p:sp>
      <p:sp>
        <p:nvSpPr>
          <p:cNvPr id="62" name="High risk">
            <a:extLst>
              <a:ext uri="{FF2B5EF4-FFF2-40B4-BE49-F238E27FC236}">
                <a16:creationId xmlns:a16="http://schemas.microsoft.com/office/drawing/2014/main" id="{3976C920-BD37-4793-EA98-C2386C8FC09D}"/>
              </a:ext>
            </a:extLst>
          </p:cNvPr>
          <p:cNvSpPr txBox="1"/>
          <p:nvPr/>
        </p:nvSpPr>
        <p:spPr>
          <a:xfrm>
            <a:off x="4337709" y="821486"/>
            <a:ext cx="4035276" cy="681038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High risk patient?</a:t>
            </a:r>
          </a:p>
          <a:p>
            <a:pPr algn="ctr"/>
            <a:r>
              <a:rPr lang="en-US" sz="1600" dirty="0"/>
              <a:t>(immunosuppression, HIV, prior CIN2 or CIN3)</a:t>
            </a:r>
          </a:p>
        </p:txBody>
      </p:sp>
      <p:sp>
        <p:nvSpPr>
          <p:cNvPr id="67" name="ASCCP GUIDELINES">
            <a:hlinkClick r:id="rId3"/>
            <a:extLst>
              <a:ext uri="{FF2B5EF4-FFF2-40B4-BE49-F238E27FC236}">
                <a16:creationId xmlns:a16="http://schemas.microsoft.com/office/drawing/2014/main" id="{D5A6149B-47DD-C687-24FD-259A04EEFE13}"/>
              </a:ext>
            </a:extLst>
          </p:cNvPr>
          <p:cNvSpPr txBox="1"/>
          <p:nvPr/>
        </p:nvSpPr>
        <p:spPr>
          <a:xfrm>
            <a:off x="5048163" y="2108078"/>
            <a:ext cx="2614368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ASCCP Guidelines app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857EE2C-D5BC-F709-B104-0BBD6BFCB8AA}"/>
              </a:ext>
            </a:extLst>
          </p:cNvPr>
          <p:cNvCxnSpPr>
            <a:cxnSpLocks/>
            <a:stCxn id="62" idx="3"/>
            <a:endCxn id="43" idx="1"/>
          </p:cNvCxnSpPr>
          <p:nvPr/>
        </p:nvCxnSpPr>
        <p:spPr>
          <a:xfrm>
            <a:off x="8372985" y="1162005"/>
            <a:ext cx="112422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927A7E3-0BE1-08BF-188B-6EC519DE4A18}"/>
              </a:ext>
            </a:extLst>
          </p:cNvPr>
          <p:cNvCxnSpPr>
            <a:cxnSpLocks/>
            <a:stCxn id="62" idx="2"/>
            <a:endCxn id="67" idx="0"/>
          </p:cNvCxnSpPr>
          <p:nvPr/>
        </p:nvCxnSpPr>
        <p:spPr>
          <a:xfrm>
            <a:off x="6355347" y="1502524"/>
            <a:ext cx="0" cy="6055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3321E8C-1E79-D610-181F-B91EBCBF806C}"/>
              </a:ext>
            </a:extLst>
          </p:cNvPr>
          <p:cNvCxnSpPr>
            <a:cxnSpLocks/>
            <a:stCxn id="67" idx="2"/>
            <a:endCxn id="37" idx="0"/>
          </p:cNvCxnSpPr>
          <p:nvPr/>
        </p:nvCxnSpPr>
        <p:spPr>
          <a:xfrm>
            <a:off x="6355347" y="2516701"/>
            <a:ext cx="256" cy="2196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C3AE3FD-E772-03AE-6398-6EBD280CF594}"/>
              </a:ext>
            </a:extLst>
          </p:cNvPr>
          <p:cNvSpPr txBox="1"/>
          <p:nvPr/>
        </p:nvSpPr>
        <p:spPr>
          <a:xfrm>
            <a:off x="3595958" y="138900"/>
            <a:ext cx="6094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Management of Abnormal Results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B6E451-9B86-3E45-946B-4A5BD709453E}"/>
              </a:ext>
            </a:extLst>
          </p:cNvPr>
          <p:cNvSpPr txBox="1"/>
          <p:nvPr/>
        </p:nvSpPr>
        <p:spPr>
          <a:xfrm>
            <a:off x="8675514" y="1008116"/>
            <a:ext cx="485813" cy="307777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yes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B2ECEB-8F51-CE70-1688-22C88332B7D5}"/>
              </a:ext>
            </a:extLst>
          </p:cNvPr>
          <p:cNvSpPr txBox="1"/>
          <p:nvPr/>
        </p:nvSpPr>
        <p:spPr>
          <a:xfrm>
            <a:off x="6112440" y="1615184"/>
            <a:ext cx="485813" cy="307777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no</a:t>
            </a:r>
          </a:p>
        </p:txBody>
      </p:sp>
      <p:pic>
        <p:nvPicPr>
          <p:cNvPr id="15" name="Graphic 14" descr="Cursor with solid fill">
            <a:extLst>
              <a:ext uri="{FF2B5EF4-FFF2-40B4-BE49-F238E27FC236}">
                <a16:creationId xmlns:a16="http://schemas.microsoft.com/office/drawing/2014/main" id="{DB69EA4F-5DAC-2BC2-7351-75D843A303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33539" y="1353544"/>
            <a:ext cx="301752" cy="301752"/>
          </a:xfrm>
          <a:prstGeom prst="rect">
            <a:avLst/>
          </a:prstGeom>
        </p:spPr>
      </p:pic>
      <p:pic>
        <p:nvPicPr>
          <p:cNvPr id="16" name="Graphic 15" descr="Cursor with solid fill">
            <a:extLst>
              <a:ext uri="{FF2B5EF4-FFF2-40B4-BE49-F238E27FC236}">
                <a16:creationId xmlns:a16="http://schemas.microsoft.com/office/drawing/2014/main" id="{FB886777-3BC1-7E8A-71F7-05403EA0BC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3085" y="2382312"/>
            <a:ext cx="301752" cy="301752"/>
          </a:xfrm>
          <a:prstGeom prst="rect">
            <a:avLst/>
          </a:prstGeom>
        </p:spPr>
      </p:pic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DE8F6554-31E8-D533-D117-D89ADECE3B62}"/>
              </a:ext>
            </a:extLst>
          </p:cNvPr>
          <p:cNvCxnSpPr>
            <a:cxnSpLocks/>
            <a:stCxn id="37" idx="2"/>
            <a:endCxn id="53" idx="0"/>
          </p:cNvCxnSpPr>
          <p:nvPr/>
        </p:nvCxnSpPr>
        <p:spPr>
          <a:xfrm rot="5400000">
            <a:off x="4856139" y="1894719"/>
            <a:ext cx="288519" cy="2710411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4C5867C-3999-146A-AF9B-8385680AA0D9}"/>
              </a:ext>
            </a:extLst>
          </p:cNvPr>
          <p:cNvSpPr txBox="1"/>
          <p:nvPr/>
        </p:nvSpPr>
        <p:spPr>
          <a:xfrm>
            <a:off x="3251265" y="3394184"/>
            <a:ext cx="787854" cy="369332"/>
          </a:xfrm>
          <a:prstGeom prst="rect">
            <a:avLst/>
          </a:prstGeom>
          <a:gradFill>
            <a:gsLst>
              <a:gs pos="82000">
                <a:schemeClr val="accent6"/>
              </a:gs>
              <a:gs pos="17000">
                <a:schemeClr val="accent1"/>
              </a:gs>
            </a:gsLst>
            <a:lin ang="0" scaled="1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&lt;4%</a:t>
            </a:r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48D472E8-4D6F-6F94-2959-7EF926D78D90}"/>
              </a:ext>
            </a:extLst>
          </p:cNvPr>
          <p:cNvCxnSpPr>
            <a:cxnSpLocks/>
            <a:stCxn id="37" idx="2"/>
            <a:endCxn id="85" idx="0"/>
          </p:cNvCxnSpPr>
          <p:nvPr/>
        </p:nvCxnSpPr>
        <p:spPr>
          <a:xfrm rot="16200000" flipH="1">
            <a:off x="7038958" y="2422309"/>
            <a:ext cx="288519" cy="1655229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D4934F67-7D05-8BC4-F8F1-FC6677D0EC22}"/>
              </a:ext>
            </a:extLst>
          </p:cNvPr>
          <p:cNvSpPr txBox="1"/>
          <p:nvPr/>
        </p:nvSpPr>
        <p:spPr>
          <a:xfrm>
            <a:off x="7346150" y="3394184"/>
            <a:ext cx="1329364" cy="369332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87000">
                <a:srgbClr val="FF0000"/>
              </a:gs>
              <a:gs pos="48000">
                <a:schemeClr val="accent2"/>
              </a:gs>
            </a:gsLst>
            <a:lin ang="0" scaled="1"/>
            <a:tileRect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&gt;4%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EB4EADF9-91E4-00ED-83B5-0DF8EB235A43}"/>
              </a:ext>
            </a:extLst>
          </p:cNvPr>
          <p:cNvCxnSpPr>
            <a:cxnSpLocks/>
            <a:stCxn id="53" idx="2"/>
            <a:endCxn id="176" idx="0"/>
          </p:cNvCxnSpPr>
          <p:nvPr/>
        </p:nvCxnSpPr>
        <p:spPr>
          <a:xfrm>
            <a:off x="3645192" y="3763516"/>
            <a:ext cx="0" cy="2126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Rectangle: Rounded Corners 97">
            <a:hlinkClick r:id="rId6" action="ppaction://hlinksldjump"/>
            <a:extLst>
              <a:ext uri="{FF2B5EF4-FFF2-40B4-BE49-F238E27FC236}">
                <a16:creationId xmlns:a16="http://schemas.microsoft.com/office/drawing/2014/main" id="{22FA9832-6B62-6FEA-7D10-DDBF94771B4A}"/>
              </a:ext>
            </a:extLst>
          </p:cNvPr>
          <p:cNvSpPr/>
          <p:nvPr/>
        </p:nvSpPr>
        <p:spPr>
          <a:xfrm>
            <a:off x="7160532" y="3976153"/>
            <a:ext cx="1700600" cy="66433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Further management 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A205747-229A-9128-6C57-3F4664F582A0}"/>
              </a:ext>
            </a:extLst>
          </p:cNvPr>
          <p:cNvCxnSpPr>
            <a:cxnSpLocks/>
            <a:stCxn id="85" idx="2"/>
            <a:endCxn id="98" idx="0"/>
          </p:cNvCxnSpPr>
          <p:nvPr/>
        </p:nvCxnSpPr>
        <p:spPr>
          <a:xfrm>
            <a:off x="8010832" y="3763516"/>
            <a:ext cx="0" cy="2126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Rounded Rectangle 4">
            <a:hlinkClick r:id="rId7" action="ppaction://hlinksldjump"/>
            <a:extLst>
              <a:ext uri="{FF2B5EF4-FFF2-40B4-BE49-F238E27FC236}">
                <a16:creationId xmlns:a16="http://schemas.microsoft.com/office/drawing/2014/main" id="{F552346E-C9E1-E023-170B-00D3526D5895}"/>
              </a:ext>
            </a:extLst>
          </p:cNvPr>
          <p:cNvSpPr/>
          <p:nvPr/>
        </p:nvSpPr>
        <p:spPr>
          <a:xfrm>
            <a:off x="255852" y="251908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Pathophysiology</a:t>
            </a:r>
          </a:p>
        </p:txBody>
      </p:sp>
      <p:sp>
        <p:nvSpPr>
          <p:cNvPr id="127" name="Rounded Rectangle 3">
            <a:hlinkClick r:id="rId8" action="ppaction://hlinksldjump"/>
            <a:extLst>
              <a:ext uri="{FF2B5EF4-FFF2-40B4-BE49-F238E27FC236}">
                <a16:creationId xmlns:a16="http://schemas.microsoft.com/office/drawing/2014/main" id="{0F69C51D-D56C-8A51-8FCB-4DDBF9AD0CD1}"/>
              </a:ext>
            </a:extLst>
          </p:cNvPr>
          <p:cNvSpPr/>
          <p:nvPr/>
        </p:nvSpPr>
        <p:spPr>
          <a:xfrm>
            <a:off x="255853" y="3885327"/>
            <a:ext cx="1962544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sp>
        <p:nvSpPr>
          <p:cNvPr id="128" name="Rounded Rectangle 9">
            <a:hlinkClick r:id="rId9" action="ppaction://hlinksldjump"/>
            <a:extLst>
              <a:ext uri="{FF2B5EF4-FFF2-40B4-BE49-F238E27FC236}">
                <a16:creationId xmlns:a16="http://schemas.microsoft.com/office/drawing/2014/main" id="{DE55EB95-75C5-76C9-255B-148495BF2B90}"/>
              </a:ext>
            </a:extLst>
          </p:cNvPr>
          <p:cNvSpPr/>
          <p:nvPr/>
        </p:nvSpPr>
        <p:spPr>
          <a:xfrm>
            <a:off x="255852" y="1463048"/>
            <a:ext cx="1962545" cy="411480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Management</a:t>
            </a:r>
          </a:p>
        </p:txBody>
      </p:sp>
      <p:sp>
        <p:nvSpPr>
          <p:cNvPr id="129" name="Rounded Rectangle 11">
            <a:hlinkClick r:id="rId10" action="ppaction://hlinksldjump"/>
            <a:extLst>
              <a:ext uri="{FF2B5EF4-FFF2-40B4-BE49-F238E27FC236}">
                <a16:creationId xmlns:a16="http://schemas.microsoft.com/office/drawing/2014/main" id="{3CED37DE-57F9-D106-629B-8423A6DAEBAA}"/>
              </a:ext>
            </a:extLst>
          </p:cNvPr>
          <p:cNvSpPr/>
          <p:nvPr/>
        </p:nvSpPr>
        <p:spPr>
          <a:xfrm>
            <a:off x="577859" y="3279758"/>
            <a:ext cx="164053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High risk</a:t>
            </a:r>
          </a:p>
        </p:txBody>
      </p: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B53EBE54-7C86-A274-5ADF-E0BFFF38A983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3444" y="1983054"/>
            <a:ext cx="436042" cy="222036"/>
          </a:xfrm>
          <a:prstGeom prst="bentConnector3">
            <a:avLst>
              <a:gd name="adj1" fmla="val 10024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ounded Rectangle 11">
            <a:hlinkClick r:id="rId6" action="ppaction://hlinksldjump"/>
            <a:extLst>
              <a:ext uri="{FF2B5EF4-FFF2-40B4-BE49-F238E27FC236}">
                <a16:creationId xmlns:a16="http://schemas.microsoft.com/office/drawing/2014/main" id="{01F1DB9A-FAE3-5451-4834-85CC010F1ED6}"/>
              </a:ext>
            </a:extLst>
          </p:cNvPr>
          <p:cNvSpPr/>
          <p:nvPr/>
        </p:nvSpPr>
        <p:spPr>
          <a:xfrm>
            <a:off x="577861" y="2674188"/>
            <a:ext cx="1640533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Further Tx</a:t>
            </a:r>
          </a:p>
        </p:txBody>
      </p:sp>
      <p:cxnSp>
        <p:nvCxnSpPr>
          <p:cNvPr id="144" name="Connector: Elbow 143">
            <a:extLst>
              <a:ext uri="{FF2B5EF4-FFF2-40B4-BE49-F238E27FC236}">
                <a16:creationId xmlns:a16="http://schemas.microsoft.com/office/drawing/2014/main" id="{71147EB1-BF8A-66D9-1BD5-6436207885E2}"/>
              </a:ext>
            </a:extLst>
          </p:cNvPr>
          <p:cNvCxnSpPr>
            <a:cxnSpLocks/>
            <a:endCxn id="142" idx="1"/>
          </p:cNvCxnSpPr>
          <p:nvPr/>
        </p:nvCxnSpPr>
        <p:spPr>
          <a:xfrm rot="16200000" flipH="1">
            <a:off x="162926" y="2464993"/>
            <a:ext cx="622456" cy="20741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ounded Rectangle 11">
            <a:hlinkClick r:id="rId11" action="ppaction://hlinksldjump"/>
            <a:extLst>
              <a:ext uri="{FF2B5EF4-FFF2-40B4-BE49-F238E27FC236}">
                <a16:creationId xmlns:a16="http://schemas.microsoft.com/office/drawing/2014/main" id="{24A24244-B6C8-665D-7B4A-147FC7647219}"/>
              </a:ext>
            </a:extLst>
          </p:cNvPr>
          <p:cNvSpPr/>
          <p:nvPr/>
        </p:nvSpPr>
        <p:spPr>
          <a:xfrm>
            <a:off x="577859" y="2068618"/>
            <a:ext cx="164053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Surveillance</a:t>
            </a:r>
          </a:p>
        </p:txBody>
      </p:sp>
      <p:sp>
        <p:nvSpPr>
          <p:cNvPr id="172" name="Rounded Rectangle 6">
            <a:hlinkClick r:id="rId12" action="ppaction://hlinksldjump"/>
            <a:extLst>
              <a:ext uri="{FF2B5EF4-FFF2-40B4-BE49-F238E27FC236}">
                <a16:creationId xmlns:a16="http://schemas.microsoft.com/office/drawing/2014/main" id="{A5DAF2B2-3852-152E-B2DA-4F7DE470A28D}"/>
              </a:ext>
            </a:extLst>
          </p:cNvPr>
          <p:cNvSpPr/>
          <p:nvPr/>
        </p:nvSpPr>
        <p:spPr>
          <a:xfrm>
            <a:off x="253999" y="857478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Screening</a:t>
            </a:r>
          </a:p>
        </p:txBody>
      </p:sp>
      <p:sp>
        <p:nvSpPr>
          <p:cNvPr id="176" name="Rectangle: Rounded Corners 175">
            <a:hlinkClick r:id="rId11" action="ppaction://hlinksldjump"/>
            <a:extLst>
              <a:ext uri="{FF2B5EF4-FFF2-40B4-BE49-F238E27FC236}">
                <a16:creationId xmlns:a16="http://schemas.microsoft.com/office/drawing/2014/main" id="{E2727DB6-A585-1E7D-97B2-9C60ACABBEC9}"/>
              </a:ext>
            </a:extLst>
          </p:cNvPr>
          <p:cNvSpPr/>
          <p:nvPr/>
        </p:nvSpPr>
        <p:spPr>
          <a:xfrm>
            <a:off x="2497127" y="3976153"/>
            <a:ext cx="2296129" cy="66433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Determine surveillance interval</a:t>
            </a:r>
          </a:p>
        </p:txBody>
      </p:sp>
      <p:pic>
        <p:nvPicPr>
          <p:cNvPr id="195" name="Graphic 194" descr="Cursor with solid fill">
            <a:extLst>
              <a:ext uri="{FF2B5EF4-FFF2-40B4-BE49-F238E27FC236}">
                <a16:creationId xmlns:a16="http://schemas.microsoft.com/office/drawing/2014/main" id="{BCF4460D-5DE5-8259-18E1-BD74CA8147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11145" y="4495150"/>
            <a:ext cx="301752" cy="301752"/>
          </a:xfrm>
          <a:prstGeom prst="rect">
            <a:avLst/>
          </a:prstGeom>
        </p:spPr>
      </p:pic>
      <p:pic>
        <p:nvPicPr>
          <p:cNvPr id="203" name="Graphic 202" descr="Cursor with solid fill">
            <a:extLst>
              <a:ext uri="{FF2B5EF4-FFF2-40B4-BE49-F238E27FC236}">
                <a16:creationId xmlns:a16="http://schemas.microsoft.com/office/drawing/2014/main" id="{40629233-57EB-7A36-8CA2-7B4212686F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5529" y="4495150"/>
            <a:ext cx="301752" cy="301752"/>
          </a:xfrm>
          <a:prstGeom prst="rect">
            <a:avLst/>
          </a:prstGeom>
        </p:spPr>
      </p:pic>
      <p:grpSp>
        <p:nvGrpSpPr>
          <p:cNvPr id="217" name="Group 216">
            <a:extLst>
              <a:ext uri="{FF2B5EF4-FFF2-40B4-BE49-F238E27FC236}">
                <a16:creationId xmlns:a16="http://schemas.microsoft.com/office/drawing/2014/main" id="{02D6987C-8C65-D056-C70B-9FC492D41091}"/>
              </a:ext>
            </a:extLst>
          </p:cNvPr>
          <p:cNvGrpSpPr/>
          <p:nvPr/>
        </p:nvGrpSpPr>
        <p:grpSpPr>
          <a:xfrm>
            <a:off x="9662379" y="1774939"/>
            <a:ext cx="2049313" cy="4787998"/>
            <a:chOff x="9662379" y="1774939"/>
            <a:chExt cx="2049313" cy="4787998"/>
          </a:xfrm>
        </p:grpSpPr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64242F5E-2D71-8FEE-D579-BF6AC3B6238A}"/>
                </a:ext>
              </a:extLst>
            </p:cNvPr>
            <p:cNvSpPr/>
            <p:nvPr/>
          </p:nvSpPr>
          <p:spPr>
            <a:xfrm>
              <a:off x="9662379" y="1774939"/>
              <a:ext cx="2049313" cy="4787998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AC3D0DBA-415D-66BB-DAB1-97EE816681C6}"/>
                </a:ext>
              </a:extLst>
            </p:cNvPr>
            <p:cNvGrpSpPr/>
            <p:nvPr/>
          </p:nvGrpSpPr>
          <p:grpSpPr>
            <a:xfrm>
              <a:off x="9708826" y="1808661"/>
              <a:ext cx="1959989" cy="4718987"/>
              <a:chOff x="9396119" y="1924274"/>
              <a:chExt cx="1959989" cy="4718987"/>
            </a:xfrm>
          </p:grpSpPr>
          <p:pic>
            <p:nvPicPr>
              <p:cNvPr id="209" name="Picture 208">
                <a:extLst>
                  <a:ext uri="{FF2B5EF4-FFF2-40B4-BE49-F238E27FC236}">
                    <a16:creationId xmlns:a16="http://schemas.microsoft.com/office/drawing/2014/main" id="{D0227995-ECF9-218F-BCBD-3A1C5A7EAE5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/>
              <a:srcRect t="2380" b="23636"/>
              <a:stretch/>
            </p:blipFill>
            <p:spPr>
              <a:xfrm>
                <a:off x="9396119" y="1924274"/>
                <a:ext cx="1959989" cy="2579260"/>
              </a:xfrm>
              <a:prstGeom prst="rect">
                <a:avLst/>
              </a:prstGeom>
            </p:spPr>
          </p:pic>
          <p:pic>
            <p:nvPicPr>
              <p:cNvPr id="212" name="Picture 211">
                <a:extLst>
                  <a:ext uri="{FF2B5EF4-FFF2-40B4-BE49-F238E27FC236}">
                    <a16:creationId xmlns:a16="http://schemas.microsoft.com/office/drawing/2014/main" id="{8B3155E8-C12C-4183-4589-DA901051902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4"/>
              <a:srcRect t="28718" b="9804"/>
              <a:stretch/>
            </p:blipFill>
            <p:spPr>
              <a:xfrm>
                <a:off x="9396119" y="4503534"/>
                <a:ext cx="1959989" cy="2139727"/>
              </a:xfrm>
              <a:prstGeom prst="rect">
                <a:avLst/>
              </a:prstGeom>
            </p:spPr>
          </p:pic>
        </p:grpSp>
      </p:grp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FE253F0B-9F58-4189-F2DF-AE428E4A6807}"/>
              </a:ext>
            </a:extLst>
          </p:cNvPr>
          <p:cNvCxnSpPr>
            <a:cxnSpLocks/>
            <a:stCxn id="67" idx="3"/>
          </p:cNvCxnSpPr>
          <p:nvPr/>
        </p:nvCxnSpPr>
        <p:spPr>
          <a:xfrm>
            <a:off x="7662531" y="2312390"/>
            <a:ext cx="1999848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3" name="Graphic 2" descr="Cursor with solid fill">
            <a:extLst>
              <a:ext uri="{FF2B5EF4-FFF2-40B4-BE49-F238E27FC236}">
                <a16:creationId xmlns:a16="http://schemas.microsoft.com/office/drawing/2014/main" id="{AA926283-5F4F-F888-6634-04B7E7F020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5532" y="526227"/>
            <a:ext cx="301752" cy="301752"/>
          </a:xfrm>
          <a:prstGeom prst="rect">
            <a:avLst/>
          </a:prstGeom>
        </p:spPr>
      </p:pic>
      <p:pic>
        <p:nvPicPr>
          <p:cNvPr id="4" name="Graphic 3" descr="Cursor with solid fill">
            <a:extLst>
              <a:ext uri="{FF2B5EF4-FFF2-40B4-BE49-F238E27FC236}">
                <a16:creationId xmlns:a16="http://schemas.microsoft.com/office/drawing/2014/main" id="{5704124F-B51A-4E77-CD1E-E73D57C37F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5532" y="1138649"/>
            <a:ext cx="301752" cy="301752"/>
          </a:xfrm>
          <a:prstGeom prst="rect">
            <a:avLst/>
          </a:prstGeom>
        </p:spPr>
      </p:pic>
      <p:pic>
        <p:nvPicPr>
          <p:cNvPr id="6" name="Graphic 5" descr="Cursor with solid fill">
            <a:extLst>
              <a:ext uri="{FF2B5EF4-FFF2-40B4-BE49-F238E27FC236}">
                <a16:creationId xmlns:a16="http://schemas.microsoft.com/office/drawing/2014/main" id="{034AA92E-AF2E-7526-FB2C-121F198E09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5532" y="2953054"/>
            <a:ext cx="301752" cy="301752"/>
          </a:xfrm>
          <a:prstGeom prst="rect">
            <a:avLst/>
          </a:prstGeom>
        </p:spPr>
      </p:pic>
      <p:pic>
        <p:nvPicPr>
          <p:cNvPr id="7" name="Graphic 6" descr="Cursor with solid fill">
            <a:extLst>
              <a:ext uri="{FF2B5EF4-FFF2-40B4-BE49-F238E27FC236}">
                <a16:creationId xmlns:a16="http://schemas.microsoft.com/office/drawing/2014/main" id="{DF987485-CFBC-3769-DBD6-91A76E1B20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5532" y="2340633"/>
            <a:ext cx="301752" cy="301752"/>
          </a:xfrm>
          <a:prstGeom prst="rect">
            <a:avLst/>
          </a:prstGeom>
        </p:spPr>
      </p:pic>
      <p:pic>
        <p:nvPicPr>
          <p:cNvPr id="8" name="Graphic 7" descr="Cursor with solid fill">
            <a:extLst>
              <a:ext uri="{FF2B5EF4-FFF2-40B4-BE49-F238E27FC236}">
                <a16:creationId xmlns:a16="http://schemas.microsoft.com/office/drawing/2014/main" id="{290F55CE-3D7F-B941-290F-AD3A5583F3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7056" y="4168791"/>
            <a:ext cx="301752" cy="301752"/>
          </a:xfrm>
          <a:prstGeom prst="rect">
            <a:avLst/>
          </a:prstGeom>
        </p:spPr>
      </p:pic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1F12C64E-934D-E0BA-F837-11F38EFAC1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7056" y="3556370"/>
            <a:ext cx="301752" cy="301752"/>
          </a:xfrm>
          <a:prstGeom prst="rect">
            <a:avLst/>
          </a:prstGeom>
        </p:spPr>
      </p:pic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2959C457-427E-F878-399E-28E0AD8A1453}"/>
              </a:ext>
            </a:extLst>
          </p:cNvPr>
          <p:cNvCxnSpPr>
            <a:cxnSpLocks/>
            <a:endCxn id="129" idx="1"/>
          </p:cNvCxnSpPr>
          <p:nvPr/>
        </p:nvCxnSpPr>
        <p:spPr>
          <a:xfrm rot="16200000" flipH="1">
            <a:off x="152499" y="3060138"/>
            <a:ext cx="643306" cy="20741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007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</p:childTnLst>
        </p:cTn>
      </p:par>
    </p:tnLst>
    <p:bldLst>
      <p:bldP spid="211" grpId="0" animBg="1"/>
      <p:bldP spid="37" grpId="0" animBg="1"/>
      <p:bldP spid="43" grpId="0" animBg="1"/>
      <p:bldP spid="62" grpId="0" animBg="1"/>
      <p:bldP spid="67" grpId="0" animBg="1"/>
      <p:bldP spid="67" grpId="1" animBg="1"/>
      <p:bldP spid="27" grpId="0" animBg="1"/>
      <p:bldP spid="28" grpId="0" animBg="1"/>
      <p:bldP spid="53" grpId="0" animBg="1"/>
      <p:bldP spid="85" grpId="0" animBg="1"/>
      <p:bldP spid="98" grpId="0" animBg="1"/>
      <p:bldP spid="17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20DF6C4F-B333-A85A-D575-D23F523C0510}"/>
              </a:ext>
            </a:extLst>
          </p:cNvPr>
          <p:cNvSpPr txBox="1"/>
          <p:nvPr/>
        </p:nvSpPr>
        <p:spPr>
          <a:xfrm>
            <a:off x="2724660" y="4843665"/>
            <a:ext cx="1841061" cy="3693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5-year CIN3+ risk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C865FB4B-ED92-008B-67E1-CC5627669ED9}"/>
              </a:ext>
            </a:extLst>
          </p:cNvPr>
          <p:cNvCxnSpPr>
            <a:cxnSpLocks/>
            <a:stCxn id="24" idx="2"/>
            <a:endCxn id="49" idx="0"/>
          </p:cNvCxnSpPr>
          <p:nvPr/>
        </p:nvCxnSpPr>
        <p:spPr>
          <a:xfrm rot="5400000">
            <a:off x="2205353" y="4027769"/>
            <a:ext cx="254610" cy="2625067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2169C1C-9DF0-C0AC-0971-C9DAAF5889B2}"/>
              </a:ext>
            </a:extLst>
          </p:cNvPr>
          <p:cNvSpPr txBox="1"/>
          <p:nvPr/>
        </p:nvSpPr>
        <p:spPr>
          <a:xfrm>
            <a:off x="493106" y="5467607"/>
            <a:ext cx="1054035" cy="30777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&lt;0.15%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B2131A4-2614-3C55-8AE0-2F736D0F7006}"/>
              </a:ext>
            </a:extLst>
          </p:cNvPr>
          <p:cNvCxnSpPr>
            <a:cxnSpLocks/>
            <a:stCxn id="49" idx="2"/>
            <a:endCxn id="60" idx="0"/>
          </p:cNvCxnSpPr>
          <p:nvPr/>
        </p:nvCxnSpPr>
        <p:spPr>
          <a:xfrm flipH="1">
            <a:off x="1020123" y="5775384"/>
            <a:ext cx="1" cy="17901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20B1A22-04DD-56D9-08DF-9F2FF6EC58CC}"/>
              </a:ext>
            </a:extLst>
          </p:cNvPr>
          <p:cNvSpPr txBox="1"/>
          <p:nvPr/>
        </p:nvSpPr>
        <p:spPr>
          <a:xfrm>
            <a:off x="296349" y="5954396"/>
            <a:ext cx="1447547" cy="3693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Screen in 5 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F41B42F-1F40-B5E3-71F0-F37F9759DCEB}"/>
              </a:ext>
            </a:extLst>
          </p:cNvPr>
          <p:cNvSpPr txBox="1"/>
          <p:nvPr/>
        </p:nvSpPr>
        <p:spPr>
          <a:xfrm>
            <a:off x="2568974" y="5471345"/>
            <a:ext cx="1789072" cy="307777"/>
          </a:xfrm>
          <a:prstGeom prst="rect">
            <a:avLst/>
          </a:prstGeom>
          <a:solidFill>
            <a:srgbClr val="548896"/>
          </a:solidFill>
          <a:ln>
            <a:solidFill>
              <a:srgbClr val="578C8D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0.15-0.55%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0346F8C-41ED-ECE9-BCD7-774CE2F68DBB}"/>
              </a:ext>
            </a:extLst>
          </p:cNvPr>
          <p:cNvCxnSpPr>
            <a:cxnSpLocks/>
            <a:stCxn id="66" idx="2"/>
            <a:endCxn id="69" idx="0"/>
          </p:cNvCxnSpPr>
          <p:nvPr/>
        </p:nvCxnSpPr>
        <p:spPr>
          <a:xfrm>
            <a:off x="3463510" y="5779122"/>
            <a:ext cx="0" cy="1752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0D2E6C41-409B-2044-AD9C-D0F7EB36ADDF}"/>
              </a:ext>
            </a:extLst>
          </p:cNvPr>
          <p:cNvSpPr txBox="1"/>
          <p:nvPr/>
        </p:nvSpPr>
        <p:spPr>
          <a:xfrm>
            <a:off x="2739736" y="5954396"/>
            <a:ext cx="1447547" cy="3693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Screen in 3 y</a:t>
            </a: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D579857E-B243-F39E-9A3F-F0489A7476BB}"/>
              </a:ext>
            </a:extLst>
          </p:cNvPr>
          <p:cNvCxnSpPr>
            <a:cxnSpLocks/>
            <a:stCxn id="24" idx="2"/>
            <a:endCxn id="66" idx="0"/>
          </p:cNvCxnSpPr>
          <p:nvPr/>
        </p:nvCxnSpPr>
        <p:spPr>
          <a:xfrm rot="5400000">
            <a:off x="3425177" y="5251331"/>
            <a:ext cx="258348" cy="181681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48A129C9-C1C5-04C6-3DFA-9CF3D111B159}"/>
              </a:ext>
            </a:extLst>
          </p:cNvPr>
          <p:cNvSpPr txBox="1"/>
          <p:nvPr/>
        </p:nvSpPr>
        <p:spPr>
          <a:xfrm>
            <a:off x="5000398" y="5467606"/>
            <a:ext cx="1047835" cy="307777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&gt;0.55%</a:t>
            </a:r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2BFF6117-621E-64BD-A7FF-0E43D7C2C501}"/>
              </a:ext>
            </a:extLst>
          </p:cNvPr>
          <p:cNvCxnSpPr>
            <a:cxnSpLocks/>
            <a:stCxn id="24" idx="2"/>
            <a:endCxn id="74" idx="0"/>
          </p:cNvCxnSpPr>
          <p:nvPr/>
        </p:nvCxnSpPr>
        <p:spPr>
          <a:xfrm rot="16200000" flipH="1">
            <a:off x="4457449" y="4400738"/>
            <a:ext cx="254609" cy="1879125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F1D75C4-5944-C9B7-6CDD-0D0F85F222DB}"/>
              </a:ext>
            </a:extLst>
          </p:cNvPr>
          <p:cNvCxnSpPr>
            <a:cxnSpLocks/>
            <a:stCxn id="74" idx="2"/>
            <a:endCxn id="93" idx="0"/>
          </p:cNvCxnSpPr>
          <p:nvPr/>
        </p:nvCxnSpPr>
        <p:spPr>
          <a:xfrm>
            <a:off x="5524316" y="5775383"/>
            <a:ext cx="0" cy="1790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CDA40A43-0867-3592-9A9C-627DCDE33A2F}"/>
              </a:ext>
            </a:extLst>
          </p:cNvPr>
          <p:cNvSpPr txBox="1"/>
          <p:nvPr/>
        </p:nvSpPr>
        <p:spPr>
          <a:xfrm>
            <a:off x="4800542" y="5954396"/>
            <a:ext cx="1447547" cy="3693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Screen in 1 y</a:t>
            </a:r>
          </a:p>
        </p:txBody>
      </p:sp>
      <p:sp>
        <p:nvSpPr>
          <p:cNvPr id="3" name="Rounded 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B0F920CC-0205-586F-8E87-C541F46E59A7}"/>
              </a:ext>
            </a:extLst>
          </p:cNvPr>
          <p:cNvSpPr/>
          <p:nvPr/>
        </p:nvSpPr>
        <p:spPr>
          <a:xfrm>
            <a:off x="255852" y="251908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Pathophysiology</a:t>
            </a:r>
          </a:p>
        </p:txBody>
      </p:sp>
      <p:sp>
        <p:nvSpPr>
          <p:cNvPr id="4" name="Rounded 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6D2091B2-CB2F-7902-C8D2-A3CB6514194B}"/>
              </a:ext>
            </a:extLst>
          </p:cNvPr>
          <p:cNvSpPr/>
          <p:nvPr/>
        </p:nvSpPr>
        <p:spPr>
          <a:xfrm>
            <a:off x="255853" y="3885327"/>
            <a:ext cx="1962544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sp>
        <p:nvSpPr>
          <p:cNvPr id="5" name="Rounded Rectangle 9">
            <a:hlinkClick r:id="rId5" action="ppaction://hlinksldjump"/>
            <a:extLst>
              <a:ext uri="{FF2B5EF4-FFF2-40B4-BE49-F238E27FC236}">
                <a16:creationId xmlns:a16="http://schemas.microsoft.com/office/drawing/2014/main" id="{852B7905-9E12-4410-F4FF-9E011622A38E}"/>
              </a:ext>
            </a:extLst>
          </p:cNvPr>
          <p:cNvSpPr/>
          <p:nvPr/>
        </p:nvSpPr>
        <p:spPr>
          <a:xfrm>
            <a:off x="255852" y="1475616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6" name="Rounded Rectangle 11">
            <a:hlinkClick r:id="rId6" action="ppaction://hlinksldjump"/>
            <a:extLst>
              <a:ext uri="{FF2B5EF4-FFF2-40B4-BE49-F238E27FC236}">
                <a16:creationId xmlns:a16="http://schemas.microsoft.com/office/drawing/2014/main" id="{F39B51FF-7F67-BB18-2BC3-29EB39A6A8A5}"/>
              </a:ext>
            </a:extLst>
          </p:cNvPr>
          <p:cNvSpPr/>
          <p:nvPr/>
        </p:nvSpPr>
        <p:spPr>
          <a:xfrm>
            <a:off x="577861" y="3282900"/>
            <a:ext cx="1640533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High risk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B4409BFD-7020-BF38-5031-45ED4C535EA7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3444" y="1983054"/>
            <a:ext cx="436042" cy="222036"/>
          </a:xfrm>
          <a:prstGeom prst="bentConnector3">
            <a:avLst>
              <a:gd name="adj1" fmla="val 10024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88532A7E-49F8-DD82-23A6-EA522ADA1256}"/>
              </a:ext>
            </a:extLst>
          </p:cNvPr>
          <p:cNvCxnSpPr>
            <a:cxnSpLocks/>
            <a:endCxn id="16" idx="1"/>
          </p:cNvCxnSpPr>
          <p:nvPr/>
        </p:nvCxnSpPr>
        <p:spPr>
          <a:xfrm rot="16200000" flipH="1">
            <a:off x="159783" y="2468136"/>
            <a:ext cx="628740" cy="20741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8B9F620-CCB2-7C63-109C-D00D33639B73}"/>
              </a:ext>
            </a:extLst>
          </p:cNvPr>
          <p:cNvSpPr txBox="1"/>
          <p:nvPr/>
        </p:nvSpPr>
        <p:spPr>
          <a:xfrm>
            <a:off x="5168033" y="2736333"/>
            <a:ext cx="2375139" cy="3693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Immediate CIN3+ risk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259568-DDD6-CD3A-105C-1CE551F81F9B}"/>
              </a:ext>
            </a:extLst>
          </p:cNvPr>
          <p:cNvSpPr txBox="1"/>
          <p:nvPr/>
        </p:nvSpPr>
        <p:spPr>
          <a:xfrm>
            <a:off x="4337709" y="821486"/>
            <a:ext cx="4035276" cy="68103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High risk patient?</a:t>
            </a:r>
          </a:p>
          <a:p>
            <a:pPr algn="ctr"/>
            <a:r>
              <a:rPr lang="en-US" sz="1600" dirty="0"/>
              <a:t>(immunosuppression, HIV, prior CIN2 or CIN3)</a:t>
            </a:r>
          </a:p>
        </p:txBody>
      </p:sp>
      <p:sp>
        <p:nvSpPr>
          <p:cNvPr id="38" name="TextBox 37">
            <a:hlinkClick r:id="rId7"/>
            <a:extLst>
              <a:ext uri="{FF2B5EF4-FFF2-40B4-BE49-F238E27FC236}">
                <a16:creationId xmlns:a16="http://schemas.microsoft.com/office/drawing/2014/main" id="{D5AD4B9D-A8DB-C7B9-747A-1EBBDC32F039}"/>
              </a:ext>
            </a:extLst>
          </p:cNvPr>
          <p:cNvSpPr txBox="1"/>
          <p:nvPr/>
        </p:nvSpPr>
        <p:spPr>
          <a:xfrm>
            <a:off x="5048163" y="2108078"/>
            <a:ext cx="2614368" cy="408623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ASCCP Guidelines app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BA442CB-66EF-5571-AD78-A91BC18B2D09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>
            <a:off x="6355347" y="1502524"/>
            <a:ext cx="0" cy="6055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E0C7EFF-6FC3-CF9B-9320-CF5874B889D0}"/>
              </a:ext>
            </a:extLst>
          </p:cNvPr>
          <p:cNvCxnSpPr>
            <a:cxnSpLocks/>
            <a:stCxn id="38" idx="2"/>
            <a:endCxn id="34" idx="0"/>
          </p:cNvCxnSpPr>
          <p:nvPr/>
        </p:nvCxnSpPr>
        <p:spPr>
          <a:xfrm>
            <a:off x="6355347" y="2516701"/>
            <a:ext cx="256" cy="2196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B31F183-FE66-EEAD-3525-C7FB827C039B}"/>
              </a:ext>
            </a:extLst>
          </p:cNvPr>
          <p:cNvSpPr txBox="1"/>
          <p:nvPr/>
        </p:nvSpPr>
        <p:spPr>
          <a:xfrm>
            <a:off x="6112440" y="1615184"/>
            <a:ext cx="485813" cy="307777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no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D0009F1D-F760-60D2-C0C2-9EA14DF50CB3}"/>
              </a:ext>
            </a:extLst>
          </p:cNvPr>
          <p:cNvCxnSpPr>
            <a:cxnSpLocks/>
            <a:stCxn id="34" idx="2"/>
            <a:endCxn id="46" idx="0"/>
          </p:cNvCxnSpPr>
          <p:nvPr/>
        </p:nvCxnSpPr>
        <p:spPr>
          <a:xfrm rot="5400000">
            <a:off x="4855535" y="1895323"/>
            <a:ext cx="289726" cy="2710411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67C7894-3B4A-D47B-5C3D-CC2D60BEA250}"/>
              </a:ext>
            </a:extLst>
          </p:cNvPr>
          <p:cNvSpPr txBox="1"/>
          <p:nvPr/>
        </p:nvSpPr>
        <p:spPr>
          <a:xfrm>
            <a:off x="3251265" y="3395391"/>
            <a:ext cx="787854" cy="369332"/>
          </a:xfrm>
          <a:prstGeom prst="rect">
            <a:avLst/>
          </a:prstGeom>
          <a:gradFill>
            <a:gsLst>
              <a:gs pos="82000">
                <a:schemeClr val="accent6"/>
              </a:gs>
              <a:gs pos="17000">
                <a:schemeClr val="accent1"/>
              </a:gs>
            </a:gsLst>
            <a:lin ang="0" scaled="1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&lt;4%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769E8F9-D7C6-2C2C-8DD8-F17444B405EA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3645192" y="3764723"/>
            <a:ext cx="0" cy="2095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3FE9F6AD-29EE-870B-5B29-E47D03584A1D}"/>
              </a:ext>
            </a:extLst>
          </p:cNvPr>
          <p:cNvSpPr/>
          <p:nvPr/>
        </p:nvSpPr>
        <p:spPr>
          <a:xfrm>
            <a:off x="2497127" y="3974305"/>
            <a:ext cx="2296129" cy="66433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Determine surveillance interval</a:t>
            </a:r>
          </a:p>
        </p:txBody>
      </p: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6B9677D8-F4A6-946A-4566-3E46E4FE15E4}"/>
              </a:ext>
            </a:extLst>
          </p:cNvPr>
          <p:cNvCxnSpPr>
            <a:cxnSpLocks/>
            <a:endCxn id="80" idx="0"/>
          </p:cNvCxnSpPr>
          <p:nvPr/>
        </p:nvCxnSpPr>
        <p:spPr>
          <a:xfrm rot="16200000" flipH="1">
            <a:off x="7038958" y="2422309"/>
            <a:ext cx="288519" cy="1655229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DF77297-D741-DE78-9B7C-1C8237DC8992}"/>
              </a:ext>
            </a:extLst>
          </p:cNvPr>
          <p:cNvSpPr txBox="1"/>
          <p:nvPr/>
        </p:nvSpPr>
        <p:spPr>
          <a:xfrm>
            <a:off x="7346150" y="3394184"/>
            <a:ext cx="1329364" cy="369332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87000">
                <a:srgbClr val="FF0000"/>
              </a:gs>
              <a:gs pos="48000">
                <a:schemeClr val="accent2"/>
              </a:gs>
            </a:gsLst>
            <a:lin ang="0" scaled="1"/>
            <a:tileRect/>
          </a:gra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&gt;4%</a:t>
            </a:r>
          </a:p>
        </p:txBody>
      </p:sp>
      <p:sp>
        <p:nvSpPr>
          <p:cNvPr id="83" name="Rectangle: Rounded Corners 82">
            <a:hlinkClick r:id="rId8" action="ppaction://hlinksldjump"/>
            <a:extLst>
              <a:ext uri="{FF2B5EF4-FFF2-40B4-BE49-F238E27FC236}">
                <a16:creationId xmlns:a16="http://schemas.microsoft.com/office/drawing/2014/main" id="{FD9D39B7-919E-EBA0-D53B-DEEDF27C36F2}"/>
              </a:ext>
            </a:extLst>
          </p:cNvPr>
          <p:cNvSpPr/>
          <p:nvPr/>
        </p:nvSpPr>
        <p:spPr>
          <a:xfrm>
            <a:off x="7160532" y="3976153"/>
            <a:ext cx="1700600" cy="66433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Further management 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3640272-1432-F288-5B6D-6D22D036BBF3}"/>
              </a:ext>
            </a:extLst>
          </p:cNvPr>
          <p:cNvCxnSpPr>
            <a:cxnSpLocks/>
            <a:stCxn id="80" idx="2"/>
            <a:endCxn id="83" idx="0"/>
          </p:cNvCxnSpPr>
          <p:nvPr/>
        </p:nvCxnSpPr>
        <p:spPr>
          <a:xfrm>
            <a:off x="8010832" y="3763516"/>
            <a:ext cx="0" cy="212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1B3C20C-AB0C-64F4-2476-17557EB2200F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3645191" y="4638638"/>
            <a:ext cx="1" cy="2050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ounded Rectangle 11">
            <a:hlinkClick r:id="rId8" action="ppaction://hlinksldjump"/>
            <a:extLst>
              <a:ext uri="{FF2B5EF4-FFF2-40B4-BE49-F238E27FC236}">
                <a16:creationId xmlns:a16="http://schemas.microsoft.com/office/drawing/2014/main" id="{533656A7-47EC-C7C2-7C02-A9515199D956}"/>
              </a:ext>
            </a:extLst>
          </p:cNvPr>
          <p:cNvSpPr/>
          <p:nvPr/>
        </p:nvSpPr>
        <p:spPr>
          <a:xfrm>
            <a:off x="577859" y="2680472"/>
            <a:ext cx="164053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Further Tx</a:t>
            </a:r>
          </a:p>
        </p:txBody>
      </p:sp>
      <p:sp>
        <p:nvSpPr>
          <p:cNvPr id="19" name="Rounded Rectangle 11">
            <a:extLst>
              <a:ext uri="{FF2B5EF4-FFF2-40B4-BE49-F238E27FC236}">
                <a16:creationId xmlns:a16="http://schemas.microsoft.com/office/drawing/2014/main" id="{5EF2962B-E9A3-8C4D-6573-C2574E7E5F26}"/>
              </a:ext>
            </a:extLst>
          </p:cNvPr>
          <p:cNvSpPr/>
          <p:nvPr/>
        </p:nvSpPr>
        <p:spPr>
          <a:xfrm>
            <a:off x="577859" y="2078044"/>
            <a:ext cx="1640535" cy="411480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Surveillance</a:t>
            </a:r>
          </a:p>
        </p:txBody>
      </p:sp>
      <p:pic>
        <p:nvPicPr>
          <p:cNvPr id="13" name="Graphic 12" descr="Cursor with solid fill">
            <a:extLst>
              <a:ext uri="{FF2B5EF4-FFF2-40B4-BE49-F238E27FC236}">
                <a16:creationId xmlns:a16="http://schemas.microsoft.com/office/drawing/2014/main" id="{EEB63EE8-4104-498A-5766-287468F8CD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11145" y="4495150"/>
            <a:ext cx="301752" cy="3017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DC47B74-4A99-CDA1-6D1D-C1DD665AE7CC}"/>
              </a:ext>
            </a:extLst>
          </p:cNvPr>
          <p:cNvSpPr txBox="1"/>
          <p:nvPr/>
        </p:nvSpPr>
        <p:spPr>
          <a:xfrm>
            <a:off x="3595958" y="138900"/>
            <a:ext cx="6094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Surveillance of Abnormal Results</a:t>
            </a:r>
          </a:p>
        </p:txBody>
      </p:sp>
      <p:pic>
        <p:nvPicPr>
          <p:cNvPr id="17" name="Graphic 16" descr="Cursor with solid fill">
            <a:extLst>
              <a:ext uri="{FF2B5EF4-FFF2-40B4-BE49-F238E27FC236}">
                <a16:creationId xmlns:a16="http://schemas.microsoft.com/office/drawing/2014/main" id="{3BFE268F-8326-F4AD-5775-11950954CA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75532" y="526227"/>
            <a:ext cx="301752" cy="301752"/>
          </a:xfrm>
          <a:prstGeom prst="rect">
            <a:avLst/>
          </a:prstGeom>
        </p:spPr>
      </p:pic>
      <p:pic>
        <p:nvPicPr>
          <p:cNvPr id="23" name="Graphic 22" descr="Cursor with solid fill">
            <a:extLst>
              <a:ext uri="{FF2B5EF4-FFF2-40B4-BE49-F238E27FC236}">
                <a16:creationId xmlns:a16="http://schemas.microsoft.com/office/drawing/2014/main" id="{D6546E4A-C945-2257-B3DA-B76DF9167E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75532" y="2953054"/>
            <a:ext cx="301752" cy="301752"/>
          </a:xfrm>
          <a:prstGeom prst="rect">
            <a:avLst/>
          </a:prstGeom>
        </p:spPr>
      </p:pic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84780B86-D7E1-72B6-337D-7420272A0F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75532" y="1743061"/>
            <a:ext cx="301752" cy="301752"/>
          </a:xfrm>
          <a:prstGeom prst="rect">
            <a:avLst/>
          </a:prstGeom>
        </p:spPr>
      </p:pic>
      <p:pic>
        <p:nvPicPr>
          <p:cNvPr id="26" name="Graphic 25" descr="Cursor with solid fill">
            <a:extLst>
              <a:ext uri="{FF2B5EF4-FFF2-40B4-BE49-F238E27FC236}">
                <a16:creationId xmlns:a16="http://schemas.microsoft.com/office/drawing/2014/main" id="{45D5C446-D1E7-98C9-9673-7FFBAD010D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77056" y="4168791"/>
            <a:ext cx="301752" cy="301752"/>
          </a:xfrm>
          <a:prstGeom prst="rect">
            <a:avLst/>
          </a:prstGeom>
        </p:spPr>
      </p:pic>
      <p:pic>
        <p:nvPicPr>
          <p:cNvPr id="27" name="Graphic 26" descr="Cursor with solid fill">
            <a:extLst>
              <a:ext uri="{FF2B5EF4-FFF2-40B4-BE49-F238E27FC236}">
                <a16:creationId xmlns:a16="http://schemas.microsoft.com/office/drawing/2014/main" id="{B7728BCA-3165-EF06-D47B-3F8650A3CC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77056" y="3556370"/>
            <a:ext cx="301752" cy="301752"/>
          </a:xfrm>
          <a:prstGeom prst="rect">
            <a:avLst/>
          </a:prstGeom>
        </p:spPr>
      </p:pic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01A1ACD8-D792-204A-7153-A6EB1ED4D0AA}"/>
              </a:ext>
            </a:extLst>
          </p:cNvPr>
          <p:cNvCxnSpPr>
            <a:cxnSpLocks/>
            <a:endCxn id="6" idx="1"/>
          </p:cNvCxnSpPr>
          <p:nvPr/>
        </p:nvCxnSpPr>
        <p:spPr>
          <a:xfrm rot="16200000" flipH="1">
            <a:off x="140272" y="3051051"/>
            <a:ext cx="667762" cy="20741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High risk patients page">
            <a:extLst>
              <a:ext uri="{FF2B5EF4-FFF2-40B4-BE49-F238E27FC236}">
                <a16:creationId xmlns:a16="http://schemas.microsoft.com/office/drawing/2014/main" id="{920E1DA7-B0D3-3176-C9B7-EB8C338E891B}"/>
              </a:ext>
            </a:extLst>
          </p:cNvPr>
          <p:cNvSpPr txBox="1"/>
          <p:nvPr/>
        </p:nvSpPr>
        <p:spPr>
          <a:xfrm>
            <a:off x="9497210" y="700340"/>
            <a:ext cx="1936248" cy="923330"/>
          </a:xfrm>
          <a:prstGeom prst="roundRect">
            <a:avLst>
              <a:gd name="adj" fmla="val 0"/>
            </a:avLst>
          </a:prstGeom>
          <a:ln w="1905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Follow screening and guidance for high-risk patients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9C1F20-4AB3-5085-CA01-5AD003ABE862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>
            <a:off x="8372985" y="1162005"/>
            <a:ext cx="112422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C06DC9B-CF34-61F8-B32C-4D30D7D01D96}"/>
              </a:ext>
            </a:extLst>
          </p:cNvPr>
          <p:cNvSpPr txBox="1"/>
          <p:nvPr/>
        </p:nvSpPr>
        <p:spPr>
          <a:xfrm>
            <a:off x="8675514" y="1008116"/>
            <a:ext cx="485813" cy="307777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yes</a:t>
            </a:r>
          </a:p>
        </p:txBody>
      </p:sp>
      <p:sp>
        <p:nvSpPr>
          <p:cNvPr id="32" name="Rounded Rectangle 6">
            <a:hlinkClick r:id="rId11" action="ppaction://hlinksldjump"/>
            <a:extLst>
              <a:ext uri="{FF2B5EF4-FFF2-40B4-BE49-F238E27FC236}">
                <a16:creationId xmlns:a16="http://schemas.microsoft.com/office/drawing/2014/main" id="{178AB14F-2F67-9B99-F158-3AB7727CEAC2}"/>
              </a:ext>
            </a:extLst>
          </p:cNvPr>
          <p:cNvSpPr/>
          <p:nvPr/>
        </p:nvSpPr>
        <p:spPr>
          <a:xfrm>
            <a:off x="253999" y="857478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Screening</a:t>
            </a:r>
          </a:p>
        </p:txBody>
      </p:sp>
      <p:pic>
        <p:nvPicPr>
          <p:cNvPr id="33" name="Graphic 32" descr="Cursor with solid fill">
            <a:extLst>
              <a:ext uri="{FF2B5EF4-FFF2-40B4-BE49-F238E27FC236}">
                <a16:creationId xmlns:a16="http://schemas.microsoft.com/office/drawing/2014/main" id="{E8DCF8B1-C2CC-94BF-C8AE-0AD0BD882D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75532" y="1138649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698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9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: Rounded Corners 50">
            <a:hlinkClick r:id="rId3" action="ppaction://hlinksldjump"/>
            <a:extLst>
              <a:ext uri="{FF2B5EF4-FFF2-40B4-BE49-F238E27FC236}">
                <a16:creationId xmlns:a16="http://schemas.microsoft.com/office/drawing/2014/main" id="{D4B518B5-B787-E7DB-E07D-B2D1C32FDA6A}"/>
              </a:ext>
            </a:extLst>
          </p:cNvPr>
          <p:cNvSpPr/>
          <p:nvPr/>
        </p:nvSpPr>
        <p:spPr>
          <a:xfrm>
            <a:off x="2497127" y="3976153"/>
            <a:ext cx="2296129" cy="66433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Determine surveillance interval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8DB309-F211-2E94-C716-73E148D4A186}"/>
              </a:ext>
            </a:extLst>
          </p:cNvPr>
          <p:cNvSpPr txBox="1"/>
          <p:nvPr/>
        </p:nvSpPr>
        <p:spPr>
          <a:xfrm>
            <a:off x="5168033" y="2736333"/>
            <a:ext cx="2375139" cy="3693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Immediate CIN3+ risk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976C920-BD37-4793-EA98-C2386C8FC09D}"/>
              </a:ext>
            </a:extLst>
          </p:cNvPr>
          <p:cNvSpPr txBox="1"/>
          <p:nvPr/>
        </p:nvSpPr>
        <p:spPr>
          <a:xfrm>
            <a:off x="4337709" y="821486"/>
            <a:ext cx="4035276" cy="68103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High risk patient?</a:t>
            </a:r>
          </a:p>
          <a:p>
            <a:pPr algn="ctr"/>
            <a:r>
              <a:rPr lang="en-US" sz="1600" dirty="0"/>
              <a:t>(immunosuppression, HIV, prior CIN2 or CIN3)</a:t>
            </a:r>
          </a:p>
        </p:txBody>
      </p:sp>
      <p:sp>
        <p:nvSpPr>
          <p:cNvPr id="67" name="TextBox 66">
            <a:hlinkClick r:id="rId4"/>
            <a:extLst>
              <a:ext uri="{FF2B5EF4-FFF2-40B4-BE49-F238E27FC236}">
                <a16:creationId xmlns:a16="http://schemas.microsoft.com/office/drawing/2014/main" id="{D5A6149B-47DD-C687-24FD-259A04EEFE13}"/>
              </a:ext>
            </a:extLst>
          </p:cNvPr>
          <p:cNvSpPr txBox="1"/>
          <p:nvPr/>
        </p:nvSpPr>
        <p:spPr>
          <a:xfrm>
            <a:off x="5048163" y="2108078"/>
            <a:ext cx="2614368" cy="408623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ASCCP Guidelines app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927A7E3-0BE1-08BF-188B-6EC519DE4A18}"/>
              </a:ext>
            </a:extLst>
          </p:cNvPr>
          <p:cNvCxnSpPr>
            <a:cxnSpLocks/>
            <a:stCxn id="62" idx="2"/>
            <a:endCxn id="67" idx="0"/>
          </p:cNvCxnSpPr>
          <p:nvPr/>
        </p:nvCxnSpPr>
        <p:spPr>
          <a:xfrm>
            <a:off x="6355347" y="1502524"/>
            <a:ext cx="0" cy="6055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3321E8C-1E79-D610-181F-B91EBCBF806C}"/>
              </a:ext>
            </a:extLst>
          </p:cNvPr>
          <p:cNvCxnSpPr>
            <a:cxnSpLocks/>
            <a:stCxn id="67" idx="2"/>
            <a:endCxn id="37" idx="0"/>
          </p:cNvCxnSpPr>
          <p:nvPr/>
        </p:nvCxnSpPr>
        <p:spPr>
          <a:xfrm>
            <a:off x="6355347" y="2516701"/>
            <a:ext cx="256" cy="2196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C3AE3FD-E772-03AE-6398-6EBD280CF594}"/>
              </a:ext>
            </a:extLst>
          </p:cNvPr>
          <p:cNvSpPr txBox="1"/>
          <p:nvPr/>
        </p:nvSpPr>
        <p:spPr>
          <a:xfrm>
            <a:off x="3595958" y="138900"/>
            <a:ext cx="6094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Management of Abnormal Results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B2ECEB-8F51-CE70-1688-22C88332B7D5}"/>
              </a:ext>
            </a:extLst>
          </p:cNvPr>
          <p:cNvSpPr txBox="1"/>
          <p:nvPr/>
        </p:nvSpPr>
        <p:spPr>
          <a:xfrm>
            <a:off x="6112440" y="1615184"/>
            <a:ext cx="485813" cy="307777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no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DE8F6554-31E8-D533-D117-D89ADECE3B62}"/>
              </a:ext>
            </a:extLst>
          </p:cNvPr>
          <p:cNvCxnSpPr>
            <a:cxnSpLocks/>
            <a:stCxn id="37" idx="2"/>
            <a:endCxn id="53" idx="0"/>
          </p:cNvCxnSpPr>
          <p:nvPr/>
        </p:nvCxnSpPr>
        <p:spPr>
          <a:xfrm rot="5400000">
            <a:off x="4855535" y="1895323"/>
            <a:ext cx="289726" cy="2710411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4C5867C-3999-146A-AF9B-8385680AA0D9}"/>
              </a:ext>
            </a:extLst>
          </p:cNvPr>
          <p:cNvSpPr txBox="1"/>
          <p:nvPr/>
        </p:nvSpPr>
        <p:spPr>
          <a:xfrm>
            <a:off x="3251265" y="3395391"/>
            <a:ext cx="787854" cy="369332"/>
          </a:xfrm>
          <a:prstGeom prst="rect">
            <a:avLst/>
          </a:prstGeom>
          <a:gradFill>
            <a:gsLst>
              <a:gs pos="82000">
                <a:schemeClr val="accent6"/>
              </a:gs>
              <a:gs pos="17000">
                <a:schemeClr val="accent1"/>
              </a:gs>
            </a:gsLst>
            <a:lin ang="0" scaled="1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&lt;4%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EB4EADF9-91E4-00ED-83B5-0DF8EB235A43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3645192" y="3764723"/>
            <a:ext cx="0" cy="2095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D3D8FE16-86B7-FD3D-6C56-68558755BC28}"/>
              </a:ext>
            </a:extLst>
          </p:cNvPr>
          <p:cNvCxnSpPr>
            <a:cxnSpLocks/>
            <a:stCxn id="37" idx="2"/>
            <a:endCxn id="25" idx="0"/>
          </p:cNvCxnSpPr>
          <p:nvPr/>
        </p:nvCxnSpPr>
        <p:spPr>
          <a:xfrm rot="5400000">
            <a:off x="6052094" y="3091882"/>
            <a:ext cx="289726" cy="317292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8979E4A-C329-39E5-5A30-8B598700FDBD}"/>
              </a:ext>
            </a:extLst>
          </p:cNvPr>
          <p:cNvSpPr txBox="1"/>
          <p:nvPr/>
        </p:nvSpPr>
        <p:spPr>
          <a:xfrm>
            <a:off x="5644384" y="3395391"/>
            <a:ext cx="787854" cy="36933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4-24%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933A3B-31E1-1A62-9BB2-A0B0E2177EF0}"/>
              </a:ext>
            </a:extLst>
          </p:cNvPr>
          <p:cNvSpPr txBox="1"/>
          <p:nvPr/>
        </p:nvSpPr>
        <p:spPr>
          <a:xfrm>
            <a:off x="10294490" y="3395391"/>
            <a:ext cx="1160268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60-100%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6BE24F-0DA8-222B-CAAF-18ADB45F2279}"/>
              </a:ext>
            </a:extLst>
          </p:cNvPr>
          <p:cNvSpPr txBox="1"/>
          <p:nvPr/>
        </p:nvSpPr>
        <p:spPr>
          <a:xfrm>
            <a:off x="7865399" y="3395391"/>
            <a:ext cx="1329364" cy="36933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25-59%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A2C2A78-2E74-2912-498E-3F8410DA1CEA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>
            <a:off x="6038311" y="3764723"/>
            <a:ext cx="2499" cy="2095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: Rounded Corners 30">
            <a:hlinkClick r:id="rId5" action="ppaction://hlinksldjump"/>
            <a:extLst>
              <a:ext uri="{FF2B5EF4-FFF2-40B4-BE49-F238E27FC236}">
                <a16:creationId xmlns:a16="http://schemas.microsoft.com/office/drawing/2014/main" id="{22AEB69C-85C3-CCE7-7441-7D992736F668}"/>
              </a:ext>
            </a:extLst>
          </p:cNvPr>
          <p:cNvSpPr/>
          <p:nvPr/>
        </p:nvSpPr>
        <p:spPr>
          <a:xfrm>
            <a:off x="5190510" y="3974305"/>
            <a:ext cx="1700600" cy="379159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Colposcopy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E9A39B-1298-FE56-88B1-11121E9CF2B1}"/>
              </a:ext>
            </a:extLst>
          </p:cNvPr>
          <p:cNvSpPr/>
          <p:nvPr/>
        </p:nvSpPr>
        <p:spPr>
          <a:xfrm>
            <a:off x="7680811" y="3974305"/>
            <a:ext cx="1700600" cy="1233085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Colposcopy</a:t>
            </a:r>
          </a:p>
          <a:p>
            <a:pPr algn="ctr"/>
            <a:r>
              <a:rPr lang="en-US" dirty="0"/>
              <a:t>or</a:t>
            </a:r>
          </a:p>
          <a:p>
            <a:pPr algn="ctr"/>
            <a:r>
              <a:rPr lang="en-US" dirty="0"/>
              <a:t>Expedited treatment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5299FC-F7A5-C9F6-27A2-C5C1A6AB4BEE}"/>
              </a:ext>
            </a:extLst>
          </p:cNvPr>
          <p:cNvSpPr/>
          <p:nvPr/>
        </p:nvSpPr>
        <p:spPr>
          <a:xfrm>
            <a:off x="9846020" y="3974305"/>
            <a:ext cx="2057210" cy="1233085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Expedited treatment</a:t>
            </a:r>
          </a:p>
          <a:p>
            <a:pPr algn="ctr"/>
            <a:r>
              <a:rPr lang="en-US" dirty="0"/>
              <a:t>(hysterectomy, ablation/excision)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C5E53DE-7FD2-0E7F-0524-B04A64422673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>
            <a:off x="8530081" y="3764723"/>
            <a:ext cx="1030" cy="2095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323DF7A-84EE-7A78-C30D-B2CF763BDBAB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10874624" y="3764723"/>
            <a:ext cx="1" cy="2261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FDC46C96-389A-0F69-955F-5A1B00812DAE}"/>
              </a:ext>
            </a:extLst>
          </p:cNvPr>
          <p:cNvCxnSpPr>
            <a:cxnSpLocks/>
            <a:stCxn id="37" idx="2"/>
            <a:endCxn id="29" idx="0"/>
          </p:cNvCxnSpPr>
          <p:nvPr/>
        </p:nvCxnSpPr>
        <p:spPr>
          <a:xfrm rot="16200000" flipH="1">
            <a:off x="7297979" y="2163289"/>
            <a:ext cx="289726" cy="2174478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082AF64B-DEC8-DE3C-B22A-01F1AF38B9C4}"/>
              </a:ext>
            </a:extLst>
          </p:cNvPr>
          <p:cNvCxnSpPr>
            <a:cxnSpLocks/>
            <a:stCxn id="37" idx="2"/>
            <a:endCxn id="26" idx="0"/>
          </p:cNvCxnSpPr>
          <p:nvPr/>
        </p:nvCxnSpPr>
        <p:spPr>
          <a:xfrm rot="16200000" flipH="1">
            <a:off x="8470250" y="991017"/>
            <a:ext cx="289726" cy="4519021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3" name="Graphic 62" descr="Cursor with solid fill">
            <a:extLst>
              <a:ext uri="{FF2B5EF4-FFF2-40B4-BE49-F238E27FC236}">
                <a16:creationId xmlns:a16="http://schemas.microsoft.com/office/drawing/2014/main" id="{74107C7A-F1BF-9AB5-DD2E-3FE90D1D23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42501" y="4206475"/>
            <a:ext cx="301752" cy="301752"/>
          </a:xfrm>
          <a:prstGeom prst="rect">
            <a:avLst/>
          </a:prstGeom>
        </p:spPr>
      </p:pic>
      <p:sp>
        <p:nvSpPr>
          <p:cNvPr id="8" name="Rounded Rectangle 4">
            <a:hlinkClick r:id="rId8" action="ppaction://hlinksldjump"/>
            <a:extLst>
              <a:ext uri="{FF2B5EF4-FFF2-40B4-BE49-F238E27FC236}">
                <a16:creationId xmlns:a16="http://schemas.microsoft.com/office/drawing/2014/main" id="{E8D4BC39-3C2E-4182-0597-D118BAB1C5C3}"/>
              </a:ext>
            </a:extLst>
          </p:cNvPr>
          <p:cNvSpPr/>
          <p:nvPr/>
        </p:nvSpPr>
        <p:spPr>
          <a:xfrm>
            <a:off x="255852" y="251908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Pathophysiology</a:t>
            </a:r>
          </a:p>
        </p:txBody>
      </p:sp>
      <p:sp>
        <p:nvSpPr>
          <p:cNvPr id="15" name="Rounded Rectangle 3">
            <a:hlinkClick r:id="rId9" action="ppaction://hlinksldjump"/>
            <a:extLst>
              <a:ext uri="{FF2B5EF4-FFF2-40B4-BE49-F238E27FC236}">
                <a16:creationId xmlns:a16="http://schemas.microsoft.com/office/drawing/2014/main" id="{A88ADDBC-05EC-9E1D-886E-3BE90305974E}"/>
              </a:ext>
            </a:extLst>
          </p:cNvPr>
          <p:cNvSpPr/>
          <p:nvPr/>
        </p:nvSpPr>
        <p:spPr>
          <a:xfrm>
            <a:off x="255853" y="3885327"/>
            <a:ext cx="1962544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F40C0BD8-32CD-9312-4987-780D9BBF0B28}"/>
              </a:ext>
            </a:extLst>
          </p:cNvPr>
          <p:cNvSpPr/>
          <p:nvPr/>
        </p:nvSpPr>
        <p:spPr>
          <a:xfrm>
            <a:off x="255852" y="1463048"/>
            <a:ext cx="1962545" cy="411480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Management</a:t>
            </a:r>
          </a:p>
        </p:txBody>
      </p:sp>
      <p:sp>
        <p:nvSpPr>
          <p:cNvPr id="19" name="Rounded Rectangle 11">
            <a:hlinkClick r:id="rId10" action="ppaction://hlinksldjump"/>
            <a:extLst>
              <a:ext uri="{FF2B5EF4-FFF2-40B4-BE49-F238E27FC236}">
                <a16:creationId xmlns:a16="http://schemas.microsoft.com/office/drawing/2014/main" id="{CF22077E-20CB-034D-F5ED-75EF8C241A38}"/>
              </a:ext>
            </a:extLst>
          </p:cNvPr>
          <p:cNvSpPr/>
          <p:nvPr/>
        </p:nvSpPr>
        <p:spPr>
          <a:xfrm>
            <a:off x="577861" y="3279758"/>
            <a:ext cx="1640533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High risk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7BEE52ED-2C6B-4E93-876D-AAEA43C45F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3444" y="1983054"/>
            <a:ext cx="436042" cy="222036"/>
          </a:xfrm>
          <a:prstGeom prst="bentConnector3">
            <a:avLst>
              <a:gd name="adj1" fmla="val 10024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11">
            <a:hlinkClick r:id="rId5" action="ppaction://hlinksldjump"/>
            <a:extLst>
              <a:ext uri="{FF2B5EF4-FFF2-40B4-BE49-F238E27FC236}">
                <a16:creationId xmlns:a16="http://schemas.microsoft.com/office/drawing/2014/main" id="{C54729F4-F09F-0B40-13EC-4CEA9299F89B}"/>
              </a:ext>
            </a:extLst>
          </p:cNvPr>
          <p:cNvSpPr/>
          <p:nvPr/>
        </p:nvSpPr>
        <p:spPr>
          <a:xfrm>
            <a:off x="577861" y="2674188"/>
            <a:ext cx="1640533" cy="41148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Further Tx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DDB73351-9F59-A1E5-EB7E-B3760A933CB4}"/>
              </a:ext>
            </a:extLst>
          </p:cNvPr>
          <p:cNvCxnSpPr>
            <a:cxnSpLocks/>
            <a:endCxn id="24" idx="1"/>
          </p:cNvCxnSpPr>
          <p:nvPr/>
        </p:nvCxnSpPr>
        <p:spPr>
          <a:xfrm rot="16200000" flipH="1">
            <a:off x="162926" y="2464993"/>
            <a:ext cx="622456" cy="20741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11">
            <a:hlinkClick r:id="rId3" action="ppaction://hlinksldjump"/>
            <a:extLst>
              <a:ext uri="{FF2B5EF4-FFF2-40B4-BE49-F238E27FC236}">
                <a16:creationId xmlns:a16="http://schemas.microsoft.com/office/drawing/2014/main" id="{A1F99EAE-3C49-42CA-EC37-21309EA8B3AB}"/>
              </a:ext>
            </a:extLst>
          </p:cNvPr>
          <p:cNvSpPr/>
          <p:nvPr/>
        </p:nvSpPr>
        <p:spPr>
          <a:xfrm>
            <a:off x="577859" y="2068618"/>
            <a:ext cx="164053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Surveillance</a:t>
            </a:r>
          </a:p>
        </p:txBody>
      </p:sp>
      <p:sp>
        <p:nvSpPr>
          <p:cNvPr id="41" name="Rounded Rectangle 6">
            <a:hlinkClick r:id="rId11" action="ppaction://hlinksldjump"/>
            <a:extLst>
              <a:ext uri="{FF2B5EF4-FFF2-40B4-BE49-F238E27FC236}">
                <a16:creationId xmlns:a16="http://schemas.microsoft.com/office/drawing/2014/main" id="{40587978-E005-86D9-9317-EA1F08CA7A8C}"/>
              </a:ext>
            </a:extLst>
          </p:cNvPr>
          <p:cNvSpPr/>
          <p:nvPr/>
        </p:nvSpPr>
        <p:spPr>
          <a:xfrm>
            <a:off x="253999" y="857478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Screening</a:t>
            </a:r>
          </a:p>
        </p:txBody>
      </p:sp>
      <p:pic>
        <p:nvPicPr>
          <p:cNvPr id="42" name="Graphic 41" descr="Cursor with solid fill">
            <a:extLst>
              <a:ext uri="{FF2B5EF4-FFF2-40B4-BE49-F238E27FC236}">
                <a16:creationId xmlns:a16="http://schemas.microsoft.com/office/drawing/2014/main" id="{0854337C-F22D-5686-BB76-21D563408E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5532" y="526227"/>
            <a:ext cx="301752" cy="301752"/>
          </a:xfrm>
          <a:prstGeom prst="rect">
            <a:avLst/>
          </a:prstGeom>
        </p:spPr>
      </p:pic>
      <p:pic>
        <p:nvPicPr>
          <p:cNvPr id="44" name="Graphic 43" descr="Cursor with solid fill">
            <a:extLst>
              <a:ext uri="{FF2B5EF4-FFF2-40B4-BE49-F238E27FC236}">
                <a16:creationId xmlns:a16="http://schemas.microsoft.com/office/drawing/2014/main" id="{C25D292B-5EF6-5A31-24BB-0683229AE1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5532" y="1138649"/>
            <a:ext cx="301752" cy="301752"/>
          </a:xfrm>
          <a:prstGeom prst="rect">
            <a:avLst/>
          </a:prstGeom>
        </p:spPr>
      </p:pic>
      <p:pic>
        <p:nvPicPr>
          <p:cNvPr id="46" name="Graphic 45" descr="Cursor with solid fill">
            <a:extLst>
              <a:ext uri="{FF2B5EF4-FFF2-40B4-BE49-F238E27FC236}">
                <a16:creationId xmlns:a16="http://schemas.microsoft.com/office/drawing/2014/main" id="{EA8419FD-5645-196F-891B-7090B354C4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5532" y="2340633"/>
            <a:ext cx="301752" cy="301752"/>
          </a:xfrm>
          <a:prstGeom prst="rect">
            <a:avLst/>
          </a:prstGeom>
        </p:spPr>
      </p:pic>
      <p:pic>
        <p:nvPicPr>
          <p:cNvPr id="47" name="Graphic 46" descr="Cursor with solid fill">
            <a:extLst>
              <a:ext uri="{FF2B5EF4-FFF2-40B4-BE49-F238E27FC236}">
                <a16:creationId xmlns:a16="http://schemas.microsoft.com/office/drawing/2014/main" id="{F4C5C877-E8C4-65F0-861B-2E21F1CAA1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7056" y="4168791"/>
            <a:ext cx="301752" cy="301752"/>
          </a:xfrm>
          <a:prstGeom prst="rect">
            <a:avLst/>
          </a:prstGeom>
        </p:spPr>
      </p:pic>
      <p:pic>
        <p:nvPicPr>
          <p:cNvPr id="48" name="Graphic 47" descr="Cursor with solid fill">
            <a:extLst>
              <a:ext uri="{FF2B5EF4-FFF2-40B4-BE49-F238E27FC236}">
                <a16:creationId xmlns:a16="http://schemas.microsoft.com/office/drawing/2014/main" id="{F6B78D3E-05DD-5124-83CB-FA8524B03B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7056" y="3556370"/>
            <a:ext cx="301752" cy="301752"/>
          </a:xfrm>
          <a:prstGeom prst="rect">
            <a:avLst/>
          </a:prstGeom>
        </p:spPr>
      </p:pic>
      <p:pic>
        <p:nvPicPr>
          <p:cNvPr id="50" name="Graphic 49" descr="Cursor with solid fill">
            <a:extLst>
              <a:ext uri="{FF2B5EF4-FFF2-40B4-BE49-F238E27FC236}">
                <a16:creationId xmlns:a16="http://schemas.microsoft.com/office/drawing/2014/main" id="{F2F47223-9868-E8B6-1618-263A5A79B8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25529" y="4495150"/>
            <a:ext cx="301752" cy="301752"/>
          </a:xfrm>
          <a:prstGeom prst="rect">
            <a:avLst/>
          </a:prstGeom>
        </p:spPr>
      </p:pic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4BE9F379-B508-3942-FF2C-69C5D9D78976}"/>
              </a:ext>
            </a:extLst>
          </p:cNvPr>
          <p:cNvCxnSpPr>
            <a:cxnSpLocks/>
            <a:endCxn id="19" idx="1"/>
          </p:cNvCxnSpPr>
          <p:nvPr/>
        </p:nvCxnSpPr>
        <p:spPr>
          <a:xfrm rot="16200000" flipH="1">
            <a:off x="134535" y="3042172"/>
            <a:ext cx="679236" cy="20741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High risk patients page">
            <a:extLst>
              <a:ext uri="{FF2B5EF4-FFF2-40B4-BE49-F238E27FC236}">
                <a16:creationId xmlns:a16="http://schemas.microsoft.com/office/drawing/2014/main" id="{259B1AA6-3CA4-0903-AB12-8C4DA63D5142}"/>
              </a:ext>
            </a:extLst>
          </p:cNvPr>
          <p:cNvSpPr txBox="1"/>
          <p:nvPr/>
        </p:nvSpPr>
        <p:spPr>
          <a:xfrm>
            <a:off x="9497210" y="700340"/>
            <a:ext cx="1936248" cy="923330"/>
          </a:xfrm>
          <a:prstGeom prst="roundRect">
            <a:avLst>
              <a:gd name="adj" fmla="val 0"/>
            </a:avLst>
          </a:prstGeom>
          <a:ln w="1905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Follow screening and guidance for high-risk patients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E4E91B-D1B7-6F35-803E-3F196F797281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8372985" y="1162005"/>
            <a:ext cx="112422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C45577A-5B05-50E9-7E7B-38C590CF818A}"/>
              </a:ext>
            </a:extLst>
          </p:cNvPr>
          <p:cNvSpPr txBox="1"/>
          <p:nvPr/>
        </p:nvSpPr>
        <p:spPr>
          <a:xfrm>
            <a:off x="8675514" y="1008116"/>
            <a:ext cx="485813" cy="307777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3434649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28" grpId="0" animBg="1"/>
      <p:bldP spid="4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ap smear">
            <a:extLst>
              <a:ext uri="{FF2B5EF4-FFF2-40B4-BE49-F238E27FC236}">
                <a16:creationId xmlns:a16="http://schemas.microsoft.com/office/drawing/2014/main" id="{6C6C77D1-72CC-D85F-32DC-0F3BF4461532}"/>
              </a:ext>
            </a:extLst>
          </p:cNvPr>
          <p:cNvSpPr txBox="1"/>
          <p:nvPr/>
        </p:nvSpPr>
        <p:spPr>
          <a:xfrm>
            <a:off x="3420895" y="677528"/>
            <a:ext cx="1737360" cy="71508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Pap smear</a:t>
            </a:r>
          </a:p>
          <a:p>
            <a:pPr algn="ctr"/>
            <a:r>
              <a:rPr lang="en-US" b="1" dirty="0"/>
              <a:t>(cytology)</a:t>
            </a:r>
          </a:p>
        </p:txBody>
      </p:sp>
      <p:sp>
        <p:nvSpPr>
          <p:cNvPr id="19" name="Colposcopy">
            <a:extLst>
              <a:ext uri="{FF2B5EF4-FFF2-40B4-BE49-F238E27FC236}">
                <a16:creationId xmlns:a16="http://schemas.microsoft.com/office/drawing/2014/main" id="{9A503ACC-6037-0C70-439A-9C600327E549}"/>
              </a:ext>
            </a:extLst>
          </p:cNvPr>
          <p:cNvSpPr txBox="1"/>
          <p:nvPr/>
        </p:nvSpPr>
        <p:spPr>
          <a:xfrm>
            <a:off x="3420895" y="3884182"/>
            <a:ext cx="1737360" cy="71508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Colposcopy</a:t>
            </a:r>
          </a:p>
          <a:p>
            <a:pPr algn="ctr"/>
            <a:r>
              <a:rPr lang="en-US" b="1" dirty="0"/>
              <a:t>(histology)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DFCBE9E-B264-4AC2-4636-E60A991F8CDB}"/>
              </a:ext>
            </a:extLst>
          </p:cNvPr>
          <p:cNvSpPr txBox="1"/>
          <p:nvPr/>
        </p:nvSpPr>
        <p:spPr>
          <a:xfrm>
            <a:off x="3595958" y="138900"/>
            <a:ext cx="6094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Pap smear vs. Colposcopy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537AC1-003D-8C25-4BD8-695DD9212DC5}"/>
              </a:ext>
            </a:extLst>
          </p:cNvPr>
          <p:cNvSpPr txBox="1"/>
          <p:nvPr/>
        </p:nvSpPr>
        <p:spPr>
          <a:xfrm>
            <a:off x="2349290" y="2686309"/>
            <a:ext cx="40646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Exfoliated </a:t>
            </a:r>
            <a:r>
              <a:rPr lang="en-US" sz="1800" b="1" dirty="0">
                <a:solidFill>
                  <a:schemeClr val="tx1"/>
                </a:solidFill>
              </a:rPr>
              <a:t>cervical cells</a:t>
            </a:r>
            <a:r>
              <a:rPr lang="en-US" sz="1800" dirty="0">
                <a:solidFill>
                  <a:schemeClr val="tx1"/>
                </a:solidFill>
              </a:rPr>
              <a:t> are examined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for changes suggestive of acute HPV infection, precancer, or cancer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632DC1-ABF3-D203-11C8-70738B777A1D}"/>
              </a:ext>
            </a:extLst>
          </p:cNvPr>
          <p:cNvSpPr txBox="1"/>
          <p:nvPr/>
        </p:nvSpPr>
        <p:spPr>
          <a:xfrm>
            <a:off x="2206803" y="5940449"/>
            <a:ext cx="39573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Biopsied tissue </a:t>
            </a:r>
            <a:r>
              <a:rPr lang="en-US" sz="1800" dirty="0">
                <a:solidFill>
                  <a:schemeClr val="tx1"/>
                </a:solidFill>
              </a:rPr>
              <a:t>architecture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is assessed for vertical extension of abnormal cells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5C5BEC-4F90-3E27-0702-BE27BFC40158}"/>
              </a:ext>
            </a:extLst>
          </p:cNvPr>
          <p:cNvGrpSpPr/>
          <p:nvPr/>
        </p:nvGrpSpPr>
        <p:grpSpPr>
          <a:xfrm>
            <a:off x="2767798" y="1490726"/>
            <a:ext cx="3150926" cy="1206295"/>
            <a:chOff x="3802042" y="1223871"/>
            <a:chExt cx="3150926" cy="1206295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B2F05F35-E00A-EA7A-8EEC-216D24307A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5203" t="30562" r="8055" b="37595"/>
            <a:stretch/>
          </p:blipFill>
          <p:spPr>
            <a:xfrm>
              <a:off x="4964646" y="1223871"/>
              <a:ext cx="1988322" cy="1206295"/>
            </a:xfrm>
            <a:prstGeom prst="rect">
              <a:avLst/>
            </a:prstGeom>
          </p:spPr>
        </p:pic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FC5FCFDF-4D10-0C96-5D89-C95F40CC3E23}"/>
                </a:ext>
              </a:extLst>
            </p:cNvPr>
            <p:cNvGrpSpPr/>
            <p:nvPr/>
          </p:nvGrpSpPr>
          <p:grpSpPr>
            <a:xfrm>
              <a:off x="3802042" y="1329178"/>
              <a:ext cx="856665" cy="962217"/>
              <a:chOff x="2828230" y="3099114"/>
              <a:chExt cx="1030300" cy="1156387"/>
            </a:xfrm>
          </p:grpSpPr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FC9902DB-8724-8373-5366-8A4292BD3D77}"/>
                  </a:ext>
                </a:extLst>
              </p:cNvPr>
              <p:cNvGrpSpPr/>
              <p:nvPr/>
            </p:nvGrpSpPr>
            <p:grpSpPr>
              <a:xfrm>
                <a:off x="2828230" y="3099114"/>
                <a:ext cx="1030300" cy="1000412"/>
                <a:chOff x="2931867" y="3827005"/>
                <a:chExt cx="1371600" cy="1325058"/>
              </a:xfrm>
            </p:grpSpPr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3E29C895-0483-B774-838C-4834313CCF7B}"/>
                    </a:ext>
                  </a:extLst>
                </p:cNvPr>
                <p:cNvSpPr/>
                <p:nvPr/>
              </p:nvSpPr>
              <p:spPr>
                <a:xfrm>
                  <a:off x="2931867" y="3827005"/>
                  <a:ext cx="1371600" cy="1325058"/>
                </a:xfrm>
                <a:prstGeom prst="ellipse">
                  <a:avLst/>
                </a:prstGeom>
                <a:gradFill flip="none" rotWithShape="1">
                  <a:gsLst>
                    <a:gs pos="96000">
                      <a:srgbClr val="C84D4C"/>
                    </a:gs>
                    <a:gs pos="26000">
                      <a:srgbClr val="FCE5EA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5" name="Freeform: Shape 94">
                  <a:extLst>
                    <a:ext uri="{FF2B5EF4-FFF2-40B4-BE49-F238E27FC236}">
                      <a16:creationId xmlns:a16="http://schemas.microsoft.com/office/drawing/2014/main" id="{BDED6166-90BD-B899-C693-C2444E083DD2}"/>
                    </a:ext>
                  </a:extLst>
                </p:cNvPr>
                <p:cNvSpPr/>
                <p:nvPr/>
              </p:nvSpPr>
              <p:spPr>
                <a:xfrm>
                  <a:off x="3178148" y="4151651"/>
                  <a:ext cx="897484" cy="741365"/>
                </a:xfrm>
                <a:custGeom>
                  <a:avLst/>
                  <a:gdLst>
                    <a:gd name="connsiteX0" fmla="*/ 157790 w 843850"/>
                    <a:gd name="connsiteY0" fmla="*/ 81646 h 716344"/>
                    <a:gd name="connsiteX1" fmla="*/ 5390 w 843850"/>
                    <a:gd name="connsiteY1" fmla="*/ 272146 h 716344"/>
                    <a:gd name="connsiteX2" fmla="*/ 91115 w 843850"/>
                    <a:gd name="connsiteY2" fmla="*/ 643621 h 716344"/>
                    <a:gd name="connsiteX3" fmla="*/ 605465 w 843850"/>
                    <a:gd name="connsiteY3" fmla="*/ 691246 h 716344"/>
                    <a:gd name="connsiteX4" fmla="*/ 843590 w 843850"/>
                    <a:gd name="connsiteY4" fmla="*/ 348346 h 716344"/>
                    <a:gd name="connsiteX5" fmla="*/ 643565 w 843850"/>
                    <a:gd name="connsiteY5" fmla="*/ 34021 h 716344"/>
                    <a:gd name="connsiteX6" fmla="*/ 272090 w 843850"/>
                    <a:gd name="connsiteY6" fmla="*/ 14971 h 716344"/>
                    <a:gd name="connsiteX7" fmla="*/ 157790 w 843850"/>
                    <a:gd name="connsiteY7" fmla="*/ 81646 h 7163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43850" h="716344">
                      <a:moveTo>
                        <a:pt x="157790" y="81646"/>
                      </a:moveTo>
                      <a:cubicBezTo>
                        <a:pt x="113340" y="124508"/>
                        <a:pt x="16502" y="178484"/>
                        <a:pt x="5390" y="272146"/>
                      </a:cubicBezTo>
                      <a:cubicBezTo>
                        <a:pt x="-5722" y="365808"/>
                        <a:pt x="-8897" y="573771"/>
                        <a:pt x="91115" y="643621"/>
                      </a:cubicBezTo>
                      <a:cubicBezTo>
                        <a:pt x="191127" y="713471"/>
                        <a:pt x="480053" y="740458"/>
                        <a:pt x="605465" y="691246"/>
                      </a:cubicBezTo>
                      <a:cubicBezTo>
                        <a:pt x="730877" y="642034"/>
                        <a:pt x="837240" y="457883"/>
                        <a:pt x="843590" y="348346"/>
                      </a:cubicBezTo>
                      <a:cubicBezTo>
                        <a:pt x="849940" y="238809"/>
                        <a:pt x="738815" y="89584"/>
                        <a:pt x="643565" y="34021"/>
                      </a:cubicBezTo>
                      <a:cubicBezTo>
                        <a:pt x="548315" y="-21542"/>
                        <a:pt x="354640" y="5446"/>
                        <a:pt x="272090" y="14971"/>
                      </a:cubicBezTo>
                      <a:cubicBezTo>
                        <a:pt x="189540" y="24496"/>
                        <a:pt x="202240" y="38784"/>
                        <a:pt x="157790" y="81646"/>
                      </a:cubicBezTo>
                      <a:close/>
                    </a:path>
                  </a:pathLst>
                </a:custGeom>
                <a:noFill/>
                <a:ln>
                  <a:solidFill>
                    <a:schemeClr val="tx1"/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Freeform: Shape 95">
                  <a:extLst>
                    <a:ext uri="{FF2B5EF4-FFF2-40B4-BE49-F238E27FC236}">
                      <a16:creationId xmlns:a16="http://schemas.microsoft.com/office/drawing/2014/main" id="{63F63D49-DE83-1D1C-9920-7F5318A871AB}"/>
                    </a:ext>
                  </a:extLst>
                </p:cNvPr>
                <p:cNvSpPr/>
                <p:nvPr/>
              </p:nvSpPr>
              <p:spPr>
                <a:xfrm>
                  <a:off x="3284993" y="4325124"/>
                  <a:ext cx="669000" cy="326626"/>
                </a:xfrm>
                <a:custGeom>
                  <a:avLst/>
                  <a:gdLst>
                    <a:gd name="connsiteX0" fmla="*/ 4216 w 634011"/>
                    <a:gd name="connsiteY0" fmla="*/ 199593 h 326626"/>
                    <a:gd name="connsiteX1" fmla="*/ 124866 w 634011"/>
                    <a:gd name="connsiteY1" fmla="*/ 123393 h 326626"/>
                    <a:gd name="connsiteX2" fmla="*/ 162966 w 634011"/>
                    <a:gd name="connsiteY2" fmla="*/ 110693 h 326626"/>
                    <a:gd name="connsiteX3" fmla="*/ 264566 w 634011"/>
                    <a:gd name="connsiteY3" fmla="*/ 28143 h 326626"/>
                    <a:gd name="connsiteX4" fmla="*/ 410616 w 634011"/>
                    <a:gd name="connsiteY4" fmla="*/ 2743 h 326626"/>
                    <a:gd name="connsiteX5" fmla="*/ 512216 w 634011"/>
                    <a:gd name="connsiteY5" fmla="*/ 85293 h 326626"/>
                    <a:gd name="connsiteX6" fmla="*/ 632866 w 634011"/>
                    <a:gd name="connsiteY6" fmla="*/ 148793 h 326626"/>
                    <a:gd name="connsiteX7" fmla="*/ 436016 w 634011"/>
                    <a:gd name="connsiteY7" fmla="*/ 231343 h 326626"/>
                    <a:gd name="connsiteX8" fmla="*/ 372516 w 634011"/>
                    <a:gd name="connsiteY8" fmla="*/ 288493 h 326626"/>
                    <a:gd name="connsiteX9" fmla="*/ 302666 w 634011"/>
                    <a:gd name="connsiteY9" fmla="*/ 237693 h 326626"/>
                    <a:gd name="connsiteX10" fmla="*/ 213766 w 634011"/>
                    <a:gd name="connsiteY10" fmla="*/ 288493 h 326626"/>
                    <a:gd name="connsiteX11" fmla="*/ 105816 w 634011"/>
                    <a:gd name="connsiteY11" fmla="*/ 326593 h 326626"/>
                    <a:gd name="connsiteX12" fmla="*/ 35966 w 634011"/>
                    <a:gd name="connsiteY12" fmla="*/ 282143 h 326626"/>
                    <a:gd name="connsiteX13" fmla="*/ 4216 w 634011"/>
                    <a:gd name="connsiteY13" fmla="*/ 199593 h 326626"/>
                    <a:gd name="connsiteX0" fmla="*/ 2279 w 670174"/>
                    <a:gd name="connsiteY0" fmla="*/ 212293 h 326626"/>
                    <a:gd name="connsiteX1" fmla="*/ 161029 w 670174"/>
                    <a:gd name="connsiteY1" fmla="*/ 123393 h 326626"/>
                    <a:gd name="connsiteX2" fmla="*/ 199129 w 670174"/>
                    <a:gd name="connsiteY2" fmla="*/ 110693 h 326626"/>
                    <a:gd name="connsiteX3" fmla="*/ 300729 w 670174"/>
                    <a:gd name="connsiteY3" fmla="*/ 28143 h 326626"/>
                    <a:gd name="connsiteX4" fmla="*/ 446779 w 670174"/>
                    <a:gd name="connsiteY4" fmla="*/ 2743 h 326626"/>
                    <a:gd name="connsiteX5" fmla="*/ 548379 w 670174"/>
                    <a:gd name="connsiteY5" fmla="*/ 85293 h 326626"/>
                    <a:gd name="connsiteX6" fmla="*/ 669029 w 670174"/>
                    <a:gd name="connsiteY6" fmla="*/ 148793 h 326626"/>
                    <a:gd name="connsiteX7" fmla="*/ 472179 w 670174"/>
                    <a:gd name="connsiteY7" fmla="*/ 231343 h 326626"/>
                    <a:gd name="connsiteX8" fmla="*/ 408679 w 670174"/>
                    <a:gd name="connsiteY8" fmla="*/ 288493 h 326626"/>
                    <a:gd name="connsiteX9" fmla="*/ 338829 w 670174"/>
                    <a:gd name="connsiteY9" fmla="*/ 237693 h 326626"/>
                    <a:gd name="connsiteX10" fmla="*/ 249929 w 670174"/>
                    <a:gd name="connsiteY10" fmla="*/ 288493 h 326626"/>
                    <a:gd name="connsiteX11" fmla="*/ 141979 w 670174"/>
                    <a:gd name="connsiteY11" fmla="*/ 326593 h 326626"/>
                    <a:gd name="connsiteX12" fmla="*/ 72129 w 670174"/>
                    <a:gd name="connsiteY12" fmla="*/ 282143 h 326626"/>
                    <a:gd name="connsiteX13" fmla="*/ 2279 w 670174"/>
                    <a:gd name="connsiteY13" fmla="*/ 212293 h 326626"/>
                    <a:gd name="connsiteX0" fmla="*/ 933 w 668828"/>
                    <a:gd name="connsiteY0" fmla="*/ 212293 h 326626"/>
                    <a:gd name="connsiteX1" fmla="*/ 159683 w 668828"/>
                    <a:gd name="connsiteY1" fmla="*/ 123393 h 326626"/>
                    <a:gd name="connsiteX2" fmla="*/ 197783 w 668828"/>
                    <a:gd name="connsiteY2" fmla="*/ 110693 h 326626"/>
                    <a:gd name="connsiteX3" fmla="*/ 299383 w 668828"/>
                    <a:gd name="connsiteY3" fmla="*/ 28143 h 326626"/>
                    <a:gd name="connsiteX4" fmla="*/ 445433 w 668828"/>
                    <a:gd name="connsiteY4" fmla="*/ 2743 h 326626"/>
                    <a:gd name="connsiteX5" fmla="*/ 547033 w 668828"/>
                    <a:gd name="connsiteY5" fmla="*/ 85293 h 326626"/>
                    <a:gd name="connsiteX6" fmla="*/ 667683 w 668828"/>
                    <a:gd name="connsiteY6" fmla="*/ 148793 h 326626"/>
                    <a:gd name="connsiteX7" fmla="*/ 470833 w 668828"/>
                    <a:gd name="connsiteY7" fmla="*/ 231343 h 326626"/>
                    <a:gd name="connsiteX8" fmla="*/ 407333 w 668828"/>
                    <a:gd name="connsiteY8" fmla="*/ 288493 h 326626"/>
                    <a:gd name="connsiteX9" fmla="*/ 337483 w 668828"/>
                    <a:gd name="connsiteY9" fmla="*/ 237693 h 326626"/>
                    <a:gd name="connsiteX10" fmla="*/ 248583 w 668828"/>
                    <a:gd name="connsiteY10" fmla="*/ 288493 h 326626"/>
                    <a:gd name="connsiteX11" fmla="*/ 140633 w 668828"/>
                    <a:gd name="connsiteY11" fmla="*/ 326593 h 326626"/>
                    <a:gd name="connsiteX12" fmla="*/ 96183 w 668828"/>
                    <a:gd name="connsiteY12" fmla="*/ 244043 h 326626"/>
                    <a:gd name="connsiteX13" fmla="*/ 933 w 668828"/>
                    <a:gd name="connsiteY13" fmla="*/ 212293 h 326626"/>
                    <a:gd name="connsiteX0" fmla="*/ 1105 w 669000"/>
                    <a:gd name="connsiteY0" fmla="*/ 212293 h 326626"/>
                    <a:gd name="connsiteX1" fmla="*/ 166205 w 669000"/>
                    <a:gd name="connsiteY1" fmla="*/ 174193 h 326626"/>
                    <a:gd name="connsiteX2" fmla="*/ 197955 w 669000"/>
                    <a:gd name="connsiteY2" fmla="*/ 110693 h 326626"/>
                    <a:gd name="connsiteX3" fmla="*/ 299555 w 669000"/>
                    <a:gd name="connsiteY3" fmla="*/ 28143 h 326626"/>
                    <a:gd name="connsiteX4" fmla="*/ 445605 w 669000"/>
                    <a:gd name="connsiteY4" fmla="*/ 2743 h 326626"/>
                    <a:gd name="connsiteX5" fmla="*/ 547205 w 669000"/>
                    <a:gd name="connsiteY5" fmla="*/ 85293 h 326626"/>
                    <a:gd name="connsiteX6" fmla="*/ 667855 w 669000"/>
                    <a:gd name="connsiteY6" fmla="*/ 148793 h 326626"/>
                    <a:gd name="connsiteX7" fmla="*/ 471005 w 669000"/>
                    <a:gd name="connsiteY7" fmla="*/ 231343 h 326626"/>
                    <a:gd name="connsiteX8" fmla="*/ 407505 w 669000"/>
                    <a:gd name="connsiteY8" fmla="*/ 288493 h 326626"/>
                    <a:gd name="connsiteX9" fmla="*/ 337655 w 669000"/>
                    <a:gd name="connsiteY9" fmla="*/ 237693 h 326626"/>
                    <a:gd name="connsiteX10" fmla="*/ 248755 w 669000"/>
                    <a:gd name="connsiteY10" fmla="*/ 288493 h 326626"/>
                    <a:gd name="connsiteX11" fmla="*/ 140805 w 669000"/>
                    <a:gd name="connsiteY11" fmla="*/ 326593 h 326626"/>
                    <a:gd name="connsiteX12" fmla="*/ 96355 w 669000"/>
                    <a:gd name="connsiteY12" fmla="*/ 244043 h 326626"/>
                    <a:gd name="connsiteX13" fmla="*/ 1105 w 669000"/>
                    <a:gd name="connsiteY13" fmla="*/ 212293 h 326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9000" h="326626">
                      <a:moveTo>
                        <a:pt x="1105" y="212293"/>
                      </a:moveTo>
                      <a:cubicBezTo>
                        <a:pt x="12747" y="200651"/>
                        <a:pt x="133397" y="191126"/>
                        <a:pt x="166205" y="174193"/>
                      </a:cubicBezTo>
                      <a:cubicBezTo>
                        <a:pt x="199013" y="157260"/>
                        <a:pt x="175730" y="135035"/>
                        <a:pt x="197955" y="110693"/>
                      </a:cubicBezTo>
                      <a:cubicBezTo>
                        <a:pt x="220180" y="86351"/>
                        <a:pt x="258280" y="46135"/>
                        <a:pt x="299555" y="28143"/>
                      </a:cubicBezTo>
                      <a:cubicBezTo>
                        <a:pt x="340830" y="10151"/>
                        <a:pt x="404330" y="-6782"/>
                        <a:pt x="445605" y="2743"/>
                      </a:cubicBezTo>
                      <a:cubicBezTo>
                        <a:pt x="486880" y="12268"/>
                        <a:pt x="510163" y="60951"/>
                        <a:pt x="547205" y="85293"/>
                      </a:cubicBezTo>
                      <a:cubicBezTo>
                        <a:pt x="584247" y="109635"/>
                        <a:pt x="680555" y="124451"/>
                        <a:pt x="667855" y="148793"/>
                      </a:cubicBezTo>
                      <a:cubicBezTo>
                        <a:pt x="655155" y="173135"/>
                        <a:pt x="514397" y="208060"/>
                        <a:pt x="471005" y="231343"/>
                      </a:cubicBezTo>
                      <a:cubicBezTo>
                        <a:pt x="427613" y="254626"/>
                        <a:pt x="429730" y="287435"/>
                        <a:pt x="407505" y="288493"/>
                      </a:cubicBezTo>
                      <a:cubicBezTo>
                        <a:pt x="385280" y="289551"/>
                        <a:pt x="364113" y="237693"/>
                        <a:pt x="337655" y="237693"/>
                      </a:cubicBezTo>
                      <a:cubicBezTo>
                        <a:pt x="311197" y="237693"/>
                        <a:pt x="281563" y="273676"/>
                        <a:pt x="248755" y="288493"/>
                      </a:cubicBezTo>
                      <a:cubicBezTo>
                        <a:pt x="215947" y="303310"/>
                        <a:pt x="170438" y="327651"/>
                        <a:pt x="140805" y="326593"/>
                      </a:cubicBezTo>
                      <a:cubicBezTo>
                        <a:pt x="111172" y="325535"/>
                        <a:pt x="119638" y="263093"/>
                        <a:pt x="96355" y="244043"/>
                      </a:cubicBezTo>
                      <a:cubicBezTo>
                        <a:pt x="73072" y="224993"/>
                        <a:pt x="-10537" y="223935"/>
                        <a:pt x="1105" y="212293"/>
                      </a:cubicBezTo>
                      <a:close/>
                    </a:path>
                  </a:pathLst>
                </a:custGeom>
                <a:solidFill>
                  <a:srgbClr val="C84D4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FBABE4F8-4A9A-A28D-977F-B5B7139D20AD}"/>
                    </a:ext>
                  </a:extLst>
                </p:cNvPr>
                <p:cNvSpPr/>
                <p:nvPr/>
              </p:nvSpPr>
              <p:spPr>
                <a:xfrm>
                  <a:off x="3447989" y="4424714"/>
                  <a:ext cx="381025" cy="160753"/>
                </a:xfrm>
                <a:custGeom>
                  <a:avLst/>
                  <a:gdLst>
                    <a:gd name="connsiteX0" fmla="*/ 30 w 276477"/>
                    <a:gd name="connsiteY0" fmla="*/ 135418 h 136323"/>
                    <a:gd name="connsiteX1" fmla="*/ 85755 w 276477"/>
                    <a:gd name="connsiteY1" fmla="*/ 59218 h 136323"/>
                    <a:gd name="connsiteX2" fmla="*/ 85755 w 276477"/>
                    <a:gd name="connsiteY2" fmla="*/ 2068 h 136323"/>
                    <a:gd name="connsiteX3" fmla="*/ 152430 w 276477"/>
                    <a:gd name="connsiteY3" fmla="*/ 11593 h 136323"/>
                    <a:gd name="connsiteX4" fmla="*/ 276255 w 276477"/>
                    <a:gd name="connsiteY4" fmla="*/ 30643 h 136323"/>
                    <a:gd name="connsiteX5" fmla="*/ 181005 w 276477"/>
                    <a:gd name="connsiteY5" fmla="*/ 40168 h 136323"/>
                    <a:gd name="connsiteX6" fmla="*/ 114330 w 276477"/>
                    <a:gd name="connsiteY6" fmla="*/ 30643 h 136323"/>
                    <a:gd name="connsiteX7" fmla="*/ 76230 w 276477"/>
                    <a:gd name="connsiteY7" fmla="*/ 97318 h 136323"/>
                    <a:gd name="connsiteX8" fmla="*/ 30 w 276477"/>
                    <a:gd name="connsiteY8" fmla="*/ 135418 h 136323"/>
                    <a:gd name="connsiteX0" fmla="*/ 30 w 276477"/>
                    <a:gd name="connsiteY0" fmla="*/ 134273 h 135178"/>
                    <a:gd name="connsiteX1" fmla="*/ 85755 w 276477"/>
                    <a:gd name="connsiteY1" fmla="*/ 58073 h 135178"/>
                    <a:gd name="connsiteX2" fmla="*/ 104761 w 276477"/>
                    <a:gd name="connsiteY2" fmla="*/ 2777 h 135178"/>
                    <a:gd name="connsiteX3" fmla="*/ 152430 w 276477"/>
                    <a:gd name="connsiteY3" fmla="*/ 10448 h 135178"/>
                    <a:gd name="connsiteX4" fmla="*/ 276255 w 276477"/>
                    <a:gd name="connsiteY4" fmla="*/ 29498 h 135178"/>
                    <a:gd name="connsiteX5" fmla="*/ 181005 w 276477"/>
                    <a:gd name="connsiteY5" fmla="*/ 39023 h 135178"/>
                    <a:gd name="connsiteX6" fmla="*/ 114330 w 276477"/>
                    <a:gd name="connsiteY6" fmla="*/ 29498 h 135178"/>
                    <a:gd name="connsiteX7" fmla="*/ 76230 w 276477"/>
                    <a:gd name="connsiteY7" fmla="*/ 96173 h 135178"/>
                    <a:gd name="connsiteX8" fmla="*/ 30 w 276477"/>
                    <a:gd name="connsiteY8" fmla="*/ 134273 h 135178"/>
                    <a:gd name="connsiteX0" fmla="*/ 32 w 276473"/>
                    <a:gd name="connsiteY0" fmla="*/ 134273 h 135148"/>
                    <a:gd name="connsiteX1" fmla="*/ 85757 w 276473"/>
                    <a:gd name="connsiteY1" fmla="*/ 58073 h 135148"/>
                    <a:gd name="connsiteX2" fmla="*/ 104763 w 276473"/>
                    <a:gd name="connsiteY2" fmla="*/ 2777 h 135148"/>
                    <a:gd name="connsiteX3" fmla="*/ 152432 w 276473"/>
                    <a:gd name="connsiteY3" fmla="*/ 10448 h 135148"/>
                    <a:gd name="connsiteX4" fmla="*/ 276257 w 276473"/>
                    <a:gd name="connsiteY4" fmla="*/ 29498 h 135148"/>
                    <a:gd name="connsiteX5" fmla="*/ 181007 w 276473"/>
                    <a:gd name="connsiteY5" fmla="*/ 39023 h 135148"/>
                    <a:gd name="connsiteX6" fmla="*/ 126427 w 276473"/>
                    <a:gd name="connsiteY6" fmla="*/ 46186 h 135148"/>
                    <a:gd name="connsiteX7" fmla="*/ 76232 w 276473"/>
                    <a:gd name="connsiteY7" fmla="*/ 96173 h 135148"/>
                    <a:gd name="connsiteX8" fmla="*/ 32 w 276473"/>
                    <a:gd name="connsiteY8" fmla="*/ 134273 h 135148"/>
                    <a:gd name="connsiteX0" fmla="*/ 32 w 276473"/>
                    <a:gd name="connsiteY0" fmla="*/ 124295 h 125170"/>
                    <a:gd name="connsiteX1" fmla="*/ 85757 w 276473"/>
                    <a:gd name="connsiteY1" fmla="*/ 48095 h 125170"/>
                    <a:gd name="connsiteX2" fmla="*/ 109947 w 276473"/>
                    <a:gd name="connsiteY2" fmla="*/ 9487 h 125170"/>
                    <a:gd name="connsiteX3" fmla="*/ 152432 w 276473"/>
                    <a:gd name="connsiteY3" fmla="*/ 470 h 125170"/>
                    <a:gd name="connsiteX4" fmla="*/ 276257 w 276473"/>
                    <a:gd name="connsiteY4" fmla="*/ 19520 h 125170"/>
                    <a:gd name="connsiteX5" fmla="*/ 181007 w 276473"/>
                    <a:gd name="connsiteY5" fmla="*/ 29045 h 125170"/>
                    <a:gd name="connsiteX6" fmla="*/ 126427 w 276473"/>
                    <a:gd name="connsiteY6" fmla="*/ 36208 h 125170"/>
                    <a:gd name="connsiteX7" fmla="*/ 76232 w 276473"/>
                    <a:gd name="connsiteY7" fmla="*/ 86195 h 125170"/>
                    <a:gd name="connsiteX8" fmla="*/ 32 w 276473"/>
                    <a:gd name="connsiteY8" fmla="*/ 124295 h 1251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76473" h="125170">
                      <a:moveTo>
                        <a:pt x="32" y="124295"/>
                      </a:moveTo>
                      <a:cubicBezTo>
                        <a:pt x="1620" y="117945"/>
                        <a:pt x="67438" y="67230"/>
                        <a:pt x="85757" y="48095"/>
                      </a:cubicBezTo>
                      <a:cubicBezTo>
                        <a:pt x="104076" y="28960"/>
                        <a:pt x="98835" y="17424"/>
                        <a:pt x="109947" y="9487"/>
                      </a:cubicBezTo>
                      <a:cubicBezTo>
                        <a:pt x="121060" y="1549"/>
                        <a:pt x="124714" y="-1202"/>
                        <a:pt x="152432" y="470"/>
                      </a:cubicBezTo>
                      <a:cubicBezTo>
                        <a:pt x="180150" y="2142"/>
                        <a:pt x="271495" y="14758"/>
                        <a:pt x="276257" y="19520"/>
                      </a:cubicBezTo>
                      <a:cubicBezTo>
                        <a:pt x="281019" y="24282"/>
                        <a:pt x="205979" y="26264"/>
                        <a:pt x="181007" y="29045"/>
                      </a:cubicBezTo>
                      <a:cubicBezTo>
                        <a:pt x="156035" y="31826"/>
                        <a:pt x="143890" y="26683"/>
                        <a:pt x="126427" y="36208"/>
                      </a:cubicBezTo>
                      <a:cubicBezTo>
                        <a:pt x="108965" y="45733"/>
                        <a:pt x="97298" y="71514"/>
                        <a:pt x="76232" y="86195"/>
                      </a:cubicBezTo>
                      <a:cubicBezTo>
                        <a:pt x="55166" y="100876"/>
                        <a:pt x="-1556" y="130645"/>
                        <a:pt x="32" y="124295"/>
                      </a:cubicBezTo>
                      <a:close/>
                    </a:path>
                  </a:pathLst>
                </a:custGeom>
                <a:solidFill>
                  <a:srgbClr val="6B1519"/>
                </a:solidFill>
                <a:ln>
                  <a:solidFill>
                    <a:srgbClr val="6B151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C275920E-1B43-7ED2-D0AF-3C65D5CD0342}"/>
                  </a:ext>
                </a:extLst>
              </p:cNvPr>
              <p:cNvGrpSpPr/>
              <p:nvPr/>
            </p:nvGrpSpPr>
            <p:grpSpPr>
              <a:xfrm>
                <a:off x="3265751" y="3626532"/>
                <a:ext cx="413974" cy="628969"/>
                <a:chOff x="8858337" y="3534189"/>
                <a:chExt cx="413974" cy="628969"/>
              </a:xfrm>
            </p:grpSpPr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5CFD58D9-42EF-48F7-F218-95D00D1E7667}"/>
                    </a:ext>
                  </a:extLst>
                </p:cNvPr>
                <p:cNvCxnSpPr>
                  <a:cxnSpLocks/>
                  <a:stCxn id="93" idx="13"/>
                  <a:endCxn id="93" idx="13"/>
                </p:cNvCxnSpPr>
                <p:nvPr/>
              </p:nvCxnSpPr>
              <p:spPr>
                <a:xfrm>
                  <a:off x="8985381" y="3681333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77E38EFA-FD69-682A-EED7-078C52B85FDD}"/>
                    </a:ext>
                  </a:extLst>
                </p:cNvPr>
                <p:cNvSpPr/>
                <p:nvPr/>
              </p:nvSpPr>
              <p:spPr>
                <a:xfrm rot="19532801">
                  <a:off x="9217325" y="3694510"/>
                  <a:ext cx="54986" cy="468648"/>
                </a:xfrm>
                <a:prstGeom prst="rect">
                  <a:avLst/>
                </a:prstGeom>
                <a:gradFill>
                  <a:gsLst>
                    <a:gs pos="8000">
                      <a:schemeClr val="bg2">
                        <a:lumMod val="90000"/>
                      </a:schemeClr>
                    </a:gs>
                    <a:gs pos="82000">
                      <a:schemeClr val="bg1"/>
                    </a:gs>
                  </a:gsLst>
                  <a:lin ang="0" scaled="1"/>
                </a:gradFill>
                <a:ln w="0"/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067D3E59-D2D6-193B-A7CD-A6C7CD419934}"/>
                    </a:ext>
                  </a:extLst>
                </p:cNvPr>
                <p:cNvSpPr/>
                <p:nvPr/>
              </p:nvSpPr>
              <p:spPr>
                <a:xfrm rot="18384257">
                  <a:off x="8909312" y="3483214"/>
                  <a:ext cx="210793" cy="312744"/>
                </a:xfrm>
                <a:custGeom>
                  <a:avLst/>
                  <a:gdLst>
                    <a:gd name="connsiteX0" fmla="*/ 10093 w 391534"/>
                    <a:gd name="connsiteY0" fmla="*/ 586599 h 664157"/>
                    <a:gd name="connsiteX1" fmla="*/ 225993 w 391534"/>
                    <a:gd name="connsiteY1" fmla="*/ 662799 h 664157"/>
                    <a:gd name="connsiteX2" fmla="*/ 276793 w 391534"/>
                    <a:gd name="connsiteY2" fmla="*/ 637399 h 664157"/>
                    <a:gd name="connsiteX3" fmla="*/ 327593 w 391534"/>
                    <a:gd name="connsiteY3" fmla="*/ 611999 h 664157"/>
                    <a:gd name="connsiteX4" fmla="*/ 340293 w 391534"/>
                    <a:gd name="connsiteY4" fmla="*/ 535799 h 664157"/>
                    <a:gd name="connsiteX5" fmla="*/ 391093 w 391534"/>
                    <a:gd name="connsiteY5" fmla="*/ 497699 h 664157"/>
                    <a:gd name="connsiteX6" fmla="*/ 340293 w 391534"/>
                    <a:gd name="connsiteY6" fmla="*/ 434199 h 664157"/>
                    <a:gd name="connsiteX7" fmla="*/ 391093 w 391534"/>
                    <a:gd name="connsiteY7" fmla="*/ 383399 h 664157"/>
                    <a:gd name="connsiteX8" fmla="*/ 365693 w 391534"/>
                    <a:gd name="connsiteY8" fmla="*/ 281799 h 664157"/>
                    <a:gd name="connsiteX9" fmla="*/ 378393 w 391534"/>
                    <a:gd name="connsiteY9" fmla="*/ 167499 h 664157"/>
                    <a:gd name="connsiteX10" fmla="*/ 378393 w 391534"/>
                    <a:gd name="connsiteY10" fmla="*/ 40499 h 664157"/>
                    <a:gd name="connsiteX11" fmla="*/ 378393 w 391534"/>
                    <a:gd name="connsiteY11" fmla="*/ 15099 h 664157"/>
                    <a:gd name="connsiteX12" fmla="*/ 340293 w 391534"/>
                    <a:gd name="connsiteY12" fmla="*/ 15099 h 664157"/>
                    <a:gd name="connsiteX13" fmla="*/ 187893 w 391534"/>
                    <a:gd name="connsiteY13" fmla="*/ 205599 h 664157"/>
                    <a:gd name="connsiteX14" fmla="*/ 111693 w 391534"/>
                    <a:gd name="connsiteY14" fmla="*/ 281799 h 664157"/>
                    <a:gd name="connsiteX15" fmla="*/ 98993 w 391534"/>
                    <a:gd name="connsiteY15" fmla="*/ 281799 h 664157"/>
                    <a:gd name="connsiteX16" fmla="*/ 98993 w 391534"/>
                    <a:gd name="connsiteY16" fmla="*/ 307199 h 664157"/>
                    <a:gd name="connsiteX17" fmla="*/ 48193 w 391534"/>
                    <a:gd name="connsiteY17" fmla="*/ 357999 h 664157"/>
                    <a:gd name="connsiteX18" fmla="*/ 86293 w 391534"/>
                    <a:gd name="connsiteY18" fmla="*/ 396099 h 664157"/>
                    <a:gd name="connsiteX19" fmla="*/ 35493 w 391534"/>
                    <a:gd name="connsiteY19" fmla="*/ 446899 h 664157"/>
                    <a:gd name="connsiteX20" fmla="*/ 35493 w 391534"/>
                    <a:gd name="connsiteY20" fmla="*/ 510399 h 664157"/>
                    <a:gd name="connsiteX21" fmla="*/ 10093 w 391534"/>
                    <a:gd name="connsiteY21" fmla="*/ 586599 h 664157"/>
                    <a:gd name="connsiteX0" fmla="*/ 10093 w 391534"/>
                    <a:gd name="connsiteY0" fmla="*/ 586599 h 664157"/>
                    <a:gd name="connsiteX1" fmla="*/ 225993 w 391534"/>
                    <a:gd name="connsiteY1" fmla="*/ 662799 h 664157"/>
                    <a:gd name="connsiteX2" fmla="*/ 276793 w 391534"/>
                    <a:gd name="connsiteY2" fmla="*/ 637399 h 664157"/>
                    <a:gd name="connsiteX3" fmla="*/ 327593 w 391534"/>
                    <a:gd name="connsiteY3" fmla="*/ 611999 h 664157"/>
                    <a:gd name="connsiteX4" fmla="*/ 340293 w 391534"/>
                    <a:gd name="connsiteY4" fmla="*/ 535799 h 664157"/>
                    <a:gd name="connsiteX5" fmla="*/ 391093 w 391534"/>
                    <a:gd name="connsiteY5" fmla="*/ 497699 h 664157"/>
                    <a:gd name="connsiteX6" fmla="*/ 340293 w 391534"/>
                    <a:gd name="connsiteY6" fmla="*/ 434199 h 664157"/>
                    <a:gd name="connsiteX7" fmla="*/ 391093 w 391534"/>
                    <a:gd name="connsiteY7" fmla="*/ 383399 h 664157"/>
                    <a:gd name="connsiteX8" fmla="*/ 365693 w 391534"/>
                    <a:gd name="connsiteY8" fmla="*/ 281799 h 664157"/>
                    <a:gd name="connsiteX9" fmla="*/ 378393 w 391534"/>
                    <a:gd name="connsiteY9" fmla="*/ 167499 h 664157"/>
                    <a:gd name="connsiteX10" fmla="*/ 378393 w 391534"/>
                    <a:gd name="connsiteY10" fmla="*/ 40499 h 664157"/>
                    <a:gd name="connsiteX11" fmla="*/ 378393 w 391534"/>
                    <a:gd name="connsiteY11" fmla="*/ 15099 h 664157"/>
                    <a:gd name="connsiteX12" fmla="*/ 340293 w 391534"/>
                    <a:gd name="connsiteY12" fmla="*/ 15099 h 664157"/>
                    <a:gd name="connsiteX13" fmla="*/ 187893 w 391534"/>
                    <a:gd name="connsiteY13" fmla="*/ 205599 h 664157"/>
                    <a:gd name="connsiteX14" fmla="*/ 111693 w 391534"/>
                    <a:gd name="connsiteY14" fmla="*/ 281799 h 664157"/>
                    <a:gd name="connsiteX15" fmla="*/ 98993 w 391534"/>
                    <a:gd name="connsiteY15" fmla="*/ 281799 h 664157"/>
                    <a:gd name="connsiteX16" fmla="*/ 85796 w 391534"/>
                    <a:gd name="connsiteY16" fmla="*/ 288910 h 664157"/>
                    <a:gd name="connsiteX17" fmla="*/ 48193 w 391534"/>
                    <a:gd name="connsiteY17" fmla="*/ 357999 h 664157"/>
                    <a:gd name="connsiteX18" fmla="*/ 86293 w 391534"/>
                    <a:gd name="connsiteY18" fmla="*/ 396099 h 664157"/>
                    <a:gd name="connsiteX19" fmla="*/ 35493 w 391534"/>
                    <a:gd name="connsiteY19" fmla="*/ 446899 h 664157"/>
                    <a:gd name="connsiteX20" fmla="*/ 35493 w 391534"/>
                    <a:gd name="connsiteY20" fmla="*/ 510399 h 664157"/>
                    <a:gd name="connsiteX21" fmla="*/ 10093 w 391534"/>
                    <a:gd name="connsiteY21" fmla="*/ 586599 h 664157"/>
                    <a:gd name="connsiteX0" fmla="*/ 10093 w 391534"/>
                    <a:gd name="connsiteY0" fmla="*/ 585251 h 662809"/>
                    <a:gd name="connsiteX1" fmla="*/ 225993 w 391534"/>
                    <a:gd name="connsiteY1" fmla="*/ 661451 h 662809"/>
                    <a:gd name="connsiteX2" fmla="*/ 276793 w 391534"/>
                    <a:gd name="connsiteY2" fmla="*/ 636051 h 662809"/>
                    <a:gd name="connsiteX3" fmla="*/ 327593 w 391534"/>
                    <a:gd name="connsiteY3" fmla="*/ 610651 h 662809"/>
                    <a:gd name="connsiteX4" fmla="*/ 340293 w 391534"/>
                    <a:gd name="connsiteY4" fmla="*/ 534451 h 662809"/>
                    <a:gd name="connsiteX5" fmla="*/ 391093 w 391534"/>
                    <a:gd name="connsiteY5" fmla="*/ 496351 h 662809"/>
                    <a:gd name="connsiteX6" fmla="*/ 340293 w 391534"/>
                    <a:gd name="connsiteY6" fmla="*/ 432851 h 662809"/>
                    <a:gd name="connsiteX7" fmla="*/ 391093 w 391534"/>
                    <a:gd name="connsiteY7" fmla="*/ 382051 h 662809"/>
                    <a:gd name="connsiteX8" fmla="*/ 365693 w 391534"/>
                    <a:gd name="connsiteY8" fmla="*/ 280451 h 662809"/>
                    <a:gd name="connsiteX9" fmla="*/ 378393 w 391534"/>
                    <a:gd name="connsiteY9" fmla="*/ 166151 h 662809"/>
                    <a:gd name="connsiteX10" fmla="*/ 378393 w 391534"/>
                    <a:gd name="connsiteY10" fmla="*/ 39151 h 662809"/>
                    <a:gd name="connsiteX11" fmla="*/ 378393 w 391534"/>
                    <a:gd name="connsiteY11" fmla="*/ 13751 h 662809"/>
                    <a:gd name="connsiteX12" fmla="*/ 340293 w 391534"/>
                    <a:gd name="connsiteY12" fmla="*/ 13751 h 662809"/>
                    <a:gd name="connsiteX13" fmla="*/ 177995 w 391534"/>
                    <a:gd name="connsiteY13" fmla="*/ 185962 h 662809"/>
                    <a:gd name="connsiteX14" fmla="*/ 111693 w 391534"/>
                    <a:gd name="connsiteY14" fmla="*/ 280451 h 662809"/>
                    <a:gd name="connsiteX15" fmla="*/ 98993 w 391534"/>
                    <a:gd name="connsiteY15" fmla="*/ 280451 h 662809"/>
                    <a:gd name="connsiteX16" fmla="*/ 85796 w 391534"/>
                    <a:gd name="connsiteY16" fmla="*/ 287562 h 662809"/>
                    <a:gd name="connsiteX17" fmla="*/ 48193 w 391534"/>
                    <a:gd name="connsiteY17" fmla="*/ 356651 h 662809"/>
                    <a:gd name="connsiteX18" fmla="*/ 86293 w 391534"/>
                    <a:gd name="connsiteY18" fmla="*/ 394751 h 662809"/>
                    <a:gd name="connsiteX19" fmla="*/ 35493 w 391534"/>
                    <a:gd name="connsiteY19" fmla="*/ 445551 h 662809"/>
                    <a:gd name="connsiteX20" fmla="*/ 35493 w 391534"/>
                    <a:gd name="connsiteY20" fmla="*/ 509051 h 662809"/>
                    <a:gd name="connsiteX21" fmla="*/ 10093 w 391534"/>
                    <a:gd name="connsiteY21" fmla="*/ 585251 h 662809"/>
                    <a:gd name="connsiteX0" fmla="*/ 10093 w 391534"/>
                    <a:gd name="connsiteY0" fmla="*/ 585251 h 662809"/>
                    <a:gd name="connsiteX1" fmla="*/ 225993 w 391534"/>
                    <a:gd name="connsiteY1" fmla="*/ 661451 h 662809"/>
                    <a:gd name="connsiteX2" fmla="*/ 276793 w 391534"/>
                    <a:gd name="connsiteY2" fmla="*/ 636051 h 662809"/>
                    <a:gd name="connsiteX3" fmla="*/ 327593 w 391534"/>
                    <a:gd name="connsiteY3" fmla="*/ 610651 h 662809"/>
                    <a:gd name="connsiteX4" fmla="*/ 340293 w 391534"/>
                    <a:gd name="connsiteY4" fmla="*/ 534451 h 662809"/>
                    <a:gd name="connsiteX5" fmla="*/ 391093 w 391534"/>
                    <a:gd name="connsiteY5" fmla="*/ 496351 h 662809"/>
                    <a:gd name="connsiteX6" fmla="*/ 340293 w 391534"/>
                    <a:gd name="connsiteY6" fmla="*/ 432851 h 662809"/>
                    <a:gd name="connsiteX7" fmla="*/ 391093 w 391534"/>
                    <a:gd name="connsiteY7" fmla="*/ 382051 h 662809"/>
                    <a:gd name="connsiteX8" fmla="*/ 365693 w 391534"/>
                    <a:gd name="connsiteY8" fmla="*/ 280451 h 662809"/>
                    <a:gd name="connsiteX9" fmla="*/ 378393 w 391534"/>
                    <a:gd name="connsiteY9" fmla="*/ 166151 h 662809"/>
                    <a:gd name="connsiteX10" fmla="*/ 378393 w 391534"/>
                    <a:gd name="connsiteY10" fmla="*/ 39151 h 662809"/>
                    <a:gd name="connsiteX11" fmla="*/ 378393 w 391534"/>
                    <a:gd name="connsiteY11" fmla="*/ 13751 h 662809"/>
                    <a:gd name="connsiteX12" fmla="*/ 340293 w 391534"/>
                    <a:gd name="connsiteY12" fmla="*/ 13751 h 662809"/>
                    <a:gd name="connsiteX13" fmla="*/ 177995 w 391534"/>
                    <a:gd name="connsiteY13" fmla="*/ 185962 h 662809"/>
                    <a:gd name="connsiteX14" fmla="*/ 111693 w 391534"/>
                    <a:gd name="connsiteY14" fmla="*/ 280451 h 662809"/>
                    <a:gd name="connsiteX15" fmla="*/ 98993 w 391534"/>
                    <a:gd name="connsiteY15" fmla="*/ 280451 h 662809"/>
                    <a:gd name="connsiteX16" fmla="*/ 102293 w 391534"/>
                    <a:gd name="connsiteY16" fmla="*/ 324140 h 662809"/>
                    <a:gd name="connsiteX17" fmla="*/ 48193 w 391534"/>
                    <a:gd name="connsiteY17" fmla="*/ 356651 h 662809"/>
                    <a:gd name="connsiteX18" fmla="*/ 86293 w 391534"/>
                    <a:gd name="connsiteY18" fmla="*/ 394751 h 662809"/>
                    <a:gd name="connsiteX19" fmla="*/ 35493 w 391534"/>
                    <a:gd name="connsiteY19" fmla="*/ 445551 h 662809"/>
                    <a:gd name="connsiteX20" fmla="*/ 35493 w 391534"/>
                    <a:gd name="connsiteY20" fmla="*/ 509051 h 662809"/>
                    <a:gd name="connsiteX21" fmla="*/ 10093 w 391534"/>
                    <a:gd name="connsiteY21" fmla="*/ 585251 h 662809"/>
                    <a:gd name="connsiteX0" fmla="*/ 10093 w 391534"/>
                    <a:gd name="connsiteY0" fmla="*/ 585251 h 662809"/>
                    <a:gd name="connsiteX1" fmla="*/ 225993 w 391534"/>
                    <a:gd name="connsiteY1" fmla="*/ 661451 h 662809"/>
                    <a:gd name="connsiteX2" fmla="*/ 276793 w 391534"/>
                    <a:gd name="connsiteY2" fmla="*/ 636051 h 662809"/>
                    <a:gd name="connsiteX3" fmla="*/ 327593 w 391534"/>
                    <a:gd name="connsiteY3" fmla="*/ 610651 h 662809"/>
                    <a:gd name="connsiteX4" fmla="*/ 340293 w 391534"/>
                    <a:gd name="connsiteY4" fmla="*/ 534451 h 662809"/>
                    <a:gd name="connsiteX5" fmla="*/ 391093 w 391534"/>
                    <a:gd name="connsiteY5" fmla="*/ 496351 h 662809"/>
                    <a:gd name="connsiteX6" fmla="*/ 340293 w 391534"/>
                    <a:gd name="connsiteY6" fmla="*/ 432851 h 662809"/>
                    <a:gd name="connsiteX7" fmla="*/ 391093 w 391534"/>
                    <a:gd name="connsiteY7" fmla="*/ 382051 h 662809"/>
                    <a:gd name="connsiteX8" fmla="*/ 365693 w 391534"/>
                    <a:gd name="connsiteY8" fmla="*/ 280451 h 662809"/>
                    <a:gd name="connsiteX9" fmla="*/ 378393 w 391534"/>
                    <a:gd name="connsiteY9" fmla="*/ 166151 h 662809"/>
                    <a:gd name="connsiteX10" fmla="*/ 378393 w 391534"/>
                    <a:gd name="connsiteY10" fmla="*/ 39151 h 662809"/>
                    <a:gd name="connsiteX11" fmla="*/ 378393 w 391534"/>
                    <a:gd name="connsiteY11" fmla="*/ 13751 h 662809"/>
                    <a:gd name="connsiteX12" fmla="*/ 340293 w 391534"/>
                    <a:gd name="connsiteY12" fmla="*/ 13751 h 662809"/>
                    <a:gd name="connsiteX13" fmla="*/ 177995 w 391534"/>
                    <a:gd name="connsiteY13" fmla="*/ 185962 h 662809"/>
                    <a:gd name="connsiteX14" fmla="*/ 111693 w 391534"/>
                    <a:gd name="connsiteY14" fmla="*/ 280451 h 662809"/>
                    <a:gd name="connsiteX15" fmla="*/ 69299 w 391534"/>
                    <a:gd name="connsiteY15" fmla="*/ 276793 h 662809"/>
                    <a:gd name="connsiteX16" fmla="*/ 102293 w 391534"/>
                    <a:gd name="connsiteY16" fmla="*/ 324140 h 662809"/>
                    <a:gd name="connsiteX17" fmla="*/ 48193 w 391534"/>
                    <a:gd name="connsiteY17" fmla="*/ 356651 h 662809"/>
                    <a:gd name="connsiteX18" fmla="*/ 86293 w 391534"/>
                    <a:gd name="connsiteY18" fmla="*/ 394751 h 662809"/>
                    <a:gd name="connsiteX19" fmla="*/ 35493 w 391534"/>
                    <a:gd name="connsiteY19" fmla="*/ 445551 h 662809"/>
                    <a:gd name="connsiteX20" fmla="*/ 35493 w 391534"/>
                    <a:gd name="connsiteY20" fmla="*/ 509051 h 662809"/>
                    <a:gd name="connsiteX21" fmla="*/ 10093 w 391534"/>
                    <a:gd name="connsiteY21" fmla="*/ 585251 h 662809"/>
                    <a:gd name="connsiteX0" fmla="*/ 10093 w 391534"/>
                    <a:gd name="connsiteY0" fmla="*/ 585251 h 662809"/>
                    <a:gd name="connsiteX1" fmla="*/ 225993 w 391534"/>
                    <a:gd name="connsiteY1" fmla="*/ 661451 h 662809"/>
                    <a:gd name="connsiteX2" fmla="*/ 276793 w 391534"/>
                    <a:gd name="connsiteY2" fmla="*/ 636051 h 662809"/>
                    <a:gd name="connsiteX3" fmla="*/ 327593 w 391534"/>
                    <a:gd name="connsiteY3" fmla="*/ 610651 h 662809"/>
                    <a:gd name="connsiteX4" fmla="*/ 340293 w 391534"/>
                    <a:gd name="connsiteY4" fmla="*/ 534451 h 662809"/>
                    <a:gd name="connsiteX5" fmla="*/ 391093 w 391534"/>
                    <a:gd name="connsiteY5" fmla="*/ 496351 h 662809"/>
                    <a:gd name="connsiteX6" fmla="*/ 340293 w 391534"/>
                    <a:gd name="connsiteY6" fmla="*/ 432851 h 662809"/>
                    <a:gd name="connsiteX7" fmla="*/ 391093 w 391534"/>
                    <a:gd name="connsiteY7" fmla="*/ 382051 h 662809"/>
                    <a:gd name="connsiteX8" fmla="*/ 365693 w 391534"/>
                    <a:gd name="connsiteY8" fmla="*/ 280451 h 662809"/>
                    <a:gd name="connsiteX9" fmla="*/ 378393 w 391534"/>
                    <a:gd name="connsiteY9" fmla="*/ 166151 h 662809"/>
                    <a:gd name="connsiteX10" fmla="*/ 378393 w 391534"/>
                    <a:gd name="connsiteY10" fmla="*/ 39151 h 662809"/>
                    <a:gd name="connsiteX11" fmla="*/ 378393 w 391534"/>
                    <a:gd name="connsiteY11" fmla="*/ 13751 h 662809"/>
                    <a:gd name="connsiteX12" fmla="*/ 340293 w 391534"/>
                    <a:gd name="connsiteY12" fmla="*/ 13751 h 662809"/>
                    <a:gd name="connsiteX13" fmla="*/ 177995 w 391534"/>
                    <a:gd name="connsiteY13" fmla="*/ 185962 h 662809"/>
                    <a:gd name="connsiteX14" fmla="*/ 69299 w 391534"/>
                    <a:gd name="connsiteY14" fmla="*/ 276793 h 662809"/>
                    <a:gd name="connsiteX15" fmla="*/ 102293 w 391534"/>
                    <a:gd name="connsiteY15" fmla="*/ 324140 h 662809"/>
                    <a:gd name="connsiteX16" fmla="*/ 48193 w 391534"/>
                    <a:gd name="connsiteY16" fmla="*/ 356651 h 662809"/>
                    <a:gd name="connsiteX17" fmla="*/ 86293 w 391534"/>
                    <a:gd name="connsiteY17" fmla="*/ 394751 h 662809"/>
                    <a:gd name="connsiteX18" fmla="*/ 35493 w 391534"/>
                    <a:gd name="connsiteY18" fmla="*/ 445551 h 662809"/>
                    <a:gd name="connsiteX19" fmla="*/ 35493 w 391534"/>
                    <a:gd name="connsiteY19" fmla="*/ 509051 h 662809"/>
                    <a:gd name="connsiteX20" fmla="*/ 10093 w 391534"/>
                    <a:gd name="connsiteY20" fmla="*/ 585251 h 662809"/>
                    <a:gd name="connsiteX0" fmla="*/ 10093 w 391534"/>
                    <a:gd name="connsiteY0" fmla="*/ 585251 h 662809"/>
                    <a:gd name="connsiteX1" fmla="*/ 225993 w 391534"/>
                    <a:gd name="connsiteY1" fmla="*/ 661451 h 662809"/>
                    <a:gd name="connsiteX2" fmla="*/ 276793 w 391534"/>
                    <a:gd name="connsiteY2" fmla="*/ 636051 h 662809"/>
                    <a:gd name="connsiteX3" fmla="*/ 327593 w 391534"/>
                    <a:gd name="connsiteY3" fmla="*/ 610651 h 662809"/>
                    <a:gd name="connsiteX4" fmla="*/ 340293 w 391534"/>
                    <a:gd name="connsiteY4" fmla="*/ 534451 h 662809"/>
                    <a:gd name="connsiteX5" fmla="*/ 391093 w 391534"/>
                    <a:gd name="connsiteY5" fmla="*/ 496351 h 662809"/>
                    <a:gd name="connsiteX6" fmla="*/ 340293 w 391534"/>
                    <a:gd name="connsiteY6" fmla="*/ 432851 h 662809"/>
                    <a:gd name="connsiteX7" fmla="*/ 391093 w 391534"/>
                    <a:gd name="connsiteY7" fmla="*/ 382051 h 662809"/>
                    <a:gd name="connsiteX8" fmla="*/ 365693 w 391534"/>
                    <a:gd name="connsiteY8" fmla="*/ 280451 h 662809"/>
                    <a:gd name="connsiteX9" fmla="*/ 378393 w 391534"/>
                    <a:gd name="connsiteY9" fmla="*/ 166151 h 662809"/>
                    <a:gd name="connsiteX10" fmla="*/ 378393 w 391534"/>
                    <a:gd name="connsiteY10" fmla="*/ 39151 h 662809"/>
                    <a:gd name="connsiteX11" fmla="*/ 378393 w 391534"/>
                    <a:gd name="connsiteY11" fmla="*/ 13751 h 662809"/>
                    <a:gd name="connsiteX12" fmla="*/ 340293 w 391534"/>
                    <a:gd name="connsiteY12" fmla="*/ 13751 h 662809"/>
                    <a:gd name="connsiteX13" fmla="*/ 177995 w 391534"/>
                    <a:gd name="connsiteY13" fmla="*/ 185962 h 662809"/>
                    <a:gd name="connsiteX14" fmla="*/ 79197 w 391534"/>
                    <a:gd name="connsiteY14" fmla="*/ 280451 h 662809"/>
                    <a:gd name="connsiteX15" fmla="*/ 102293 w 391534"/>
                    <a:gd name="connsiteY15" fmla="*/ 324140 h 662809"/>
                    <a:gd name="connsiteX16" fmla="*/ 48193 w 391534"/>
                    <a:gd name="connsiteY16" fmla="*/ 356651 h 662809"/>
                    <a:gd name="connsiteX17" fmla="*/ 86293 w 391534"/>
                    <a:gd name="connsiteY17" fmla="*/ 394751 h 662809"/>
                    <a:gd name="connsiteX18" fmla="*/ 35493 w 391534"/>
                    <a:gd name="connsiteY18" fmla="*/ 445551 h 662809"/>
                    <a:gd name="connsiteX19" fmla="*/ 35493 w 391534"/>
                    <a:gd name="connsiteY19" fmla="*/ 509051 h 662809"/>
                    <a:gd name="connsiteX20" fmla="*/ 10093 w 391534"/>
                    <a:gd name="connsiteY20" fmla="*/ 585251 h 662809"/>
                    <a:gd name="connsiteX0" fmla="*/ 10093 w 391534"/>
                    <a:gd name="connsiteY0" fmla="*/ 591807 h 669365"/>
                    <a:gd name="connsiteX1" fmla="*/ 225993 w 391534"/>
                    <a:gd name="connsiteY1" fmla="*/ 668007 h 669365"/>
                    <a:gd name="connsiteX2" fmla="*/ 276793 w 391534"/>
                    <a:gd name="connsiteY2" fmla="*/ 642607 h 669365"/>
                    <a:gd name="connsiteX3" fmla="*/ 327593 w 391534"/>
                    <a:gd name="connsiteY3" fmla="*/ 617207 h 669365"/>
                    <a:gd name="connsiteX4" fmla="*/ 340293 w 391534"/>
                    <a:gd name="connsiteY4" fmla="*/ 541007 h 669365"/>
                    <a:gd name="connsiteX5" fmla="*/ 391093 w 391534"/>
                    <a:gd name="connsiteY5" fmla="*/ 502907 h 669365"/>
                    <a:gd name="connsiteX6" fmla="*/ 340293 w 391534"/>
                    <a:gd name="connsiteY6" fmla="*/ 439407 h 669365"/>
                    <a:gd name="connsiteX7" fmla="*/ 391093 w 391534"/>
                    <a:gd name="connsiteY7" fmla="*/ 388607 h 669365"/>
                    <a:gd name="connsiteX8" fmla="*/ 365693 w 391534"/>
                    <a:gd name="connsiteY8" fmla="*/ 287007 h 669365"/>
                    <a:gd name="connsiteX9" fmla="*/ 378393 w 391534"/>
                    <a:gd name="connsiteY9" fmla="*/ 172707 h 669365"/>
                    <a:gd name="connsiteX10" fmla="*/ 378393 w 391534"/>
                    <a:gd name="connsiteY10" fmla="*/ 20307 h 669365"/>
                    <a:gd name="connsiteX11" fmla="*/ 340293 w 391534"/>
                    <a:gd name="connsiteY11" fmla="*/ 20307 h 669365"/>
                    <a:gd name="connsiteX12" fmla="*/ 177995 w 391534"/>
                    <a:gd name="connsiteY12" fmla="*/ 192518 h 669365"/>
                    <a:gd name="connsiteX13" fmla="*/ 79197 w 391534"/>
                    <a:gd name="connsiteY13" fmla="*/ 287007 h 669365"/>
                    <a:gd name="connsiteX14" fmla="*/ 102293 w 391534"/>
                    <a:gd name="connsiteY14" fmla="*/ 330696 h 669365"/>
                    <a:gd name="connsiteX15" fmla="*/ 48193 w 391534"/>
                    <a:gd name="connsiteY15" fmla="*/ 363207 h 669365"/>
                    <a:gd name="connsiteX16" fmla="*/ 86293 w 391534"/>
                    <a:gd name="connsiteY16" fmla="*/ 401307 h 669365"/>
                    <a:gd name="connsiteX17" fmla="*/ 35493 w 391534"/>
                    <a:gd name="connsiteY17" fmla="*/ 452107 h 669365"/>
                    <a:gd name="connsiteX18" fmla="*/ 35493 w 391534"/>
                    <a:gd name="connsiteY18" fmla="*/ 515607 h 669365"/>
                    <a:gd name="connsiteX19" fmla="*/ 10093 w 391534"/>
                    <a:gd name="connsiteY19" fmla="*/ 591807 h 669365"/>
                    <a:gd name="connsiteX0" fmla="*/ 10093 w 391534"/>
                    <a:gd name="connsiteY0" fmla="*/ 606261 h 683819"/>
                    <a:gd name="connsiteX1" fmla="*/ 225993 w 391534"/>
                    <a:gd name="connsiteY1" fmla="*/ 682461 h 683819"/>
                    <a:gd name="connsiteX2" fmla="*/ 276793 w 391534"/>
                    <a:gd name="connsiteY2" fmla="*/ 657061 h 683819"/>
                    <a:gd name="connsiteX3" fmla="*/ 327593 w 391534"/>
                    <a:gd name="connsiteY3" fmla="*/ 631661 h 683819"/>
                    <a:gd name="connsiteX4" fmla="*/ 340293 w 391534"/>
                    <a:gd name="connsiteY4" fmla="*/ 555461 h 683819"/>
                    <a:gd name="connsiteX5" fmla="*/ 391093 w 391534"/>
                    <a:gd name="connsiteY5" fmla="*/ 517361 h 683819"/>
                    <a:gd name="connsiteX6" fmla="*/ 340293 w 391534"/>
                    <a:gd name="connsiteY6" fmla="*/ 453861 h 683819"/>
                    <a:gd name="connsiteX7" fmla="*/ 391093 w 391534"/>
                    <a:gd name="connsiteY7" fmla="*/ 403061 h 683819"/>
                    <a:gd name="connsiteX8" fmla="*/ 365693 w 391534"/>
                    <a:gd name="connsiteY8" fmla="*/ 301461 h 683819"/>
                    <a:gd name="connsiteX9" fmla="*/ 378393 w 391534"/>
                    <a:gd name="connsiteY9" fmla="*/ 187161 h 683819"/>
                    <a:gd name="connsiteX10" fmla="*/ 375094 w 391534"/>
                    <a:gd name="connsiteY10" fmla="*/ 12814 h 683819"/>
                    <a:gd name="connsiteX11" fmla="*/ 340293 w 391534"/>
                    <a:gd name="connsiteY11" fmla="*/ 34761 h 683819"/>
                    <a:gd name="connsiteX12" fmla="*/ 177995 w 391534"/>
                    <a:gd name="connsiteY12" fmla="*/ 206972 h 683819"/>
                    <a:gd name="connsiteX13" fmla="*/ 79197 w 391534"/>
                    <a:gd name="connsiteY13" fmla="*/ 301461 h 683819"/>
                    <a:gd name="connsiteX14" fmla="*/ 102293 w 391534"/>
                    <a:gd name="connsiteY14" fmla="*/ 345150 h 683819"/>
                    <a:gd name="connsiteX15" fmla="*/ 48193 w 391534"/>
                    <a:gd name="connsiteY15" fmla="*/ 377661 h 683819"/>
                    <a:gd name="connsiteX16" fmla="*/ 86293 w 391534"/>
                    <a:gd name="connsiteY16" fmla="*/ 415761 h 683819"/>
                    <a:gd name="connsiteX17" fmla="*/ 35493 w 391534"/>
                    <a:gd name="connsiteY17" fmla="*/ 466561 h 683819"/>
                    <a:gd name="connsiteX18" fmla="*/ 35493 w 391534"/>
                    <a:gd name="connsiteY18" fmla="*/ 530061 h 683819"/>
                    <a:gd name="connsiteX19" fmla="*/ 10093 w 391534"/>
                    <a:gd name="connsiteY19" fmla="*/ 606261 h 683819"/>
                    <a:gd name="connsiteX0" fmla="*/ 10093 w 391534"/>
                    <a:gd name="connsiteY0" fmla="*/ 613278 h 690836"/>
                    <a:gd name="connsiteX1" fmla="*/ 225993 w 391534"/>
                    <a:gd name="connsiteY1" fmla="*/ 689478 h 690836"/>
                    <a:gd name="connsiteX2" fmla="*/ 276793 w 391534"/>
                    <a:gd name="connsiteY2" fmla="*/ 664078 h 690836"/>
                    <a:gd name="connsiteX3" fmla="*/ 327593 w 391534"/>
                    <a:gd name="connsiteY3" fmla="*/ 638678 h 690836"/>
                    <a:gd name="connsiteX4" fmla="*/ 340293 w 391534"/>
                    <a:gd name="connsiteY4" fmla="*/ 562478 h 690836"/>
                    <a:gd name="connsiteX5" fmla="*/ 391093 w 391534"/>
                    <a:gd name="connsiteY5" fmla="*/ 524378 h 690836"/>
                    <a:gd name="connsiteX6" fmla="*/ 340293 w 391534"/>
                    <a:gd name="connsiteY6" fmla="*/ 460878 h 690836"/>
                    <a:gd name="connsiteX7" fmla="*/ 391093 w 391534"/>
                    <a:gd name="connsiteY7" fmla="*/ 410078 h 690836"/>
                    <a:gd name="connsiteX8" fmla="*/ 365693 w 391534"/>
                    <a:gd name="connsiteY8" fmla="*/ 308478 h 690836"/>
                    <a:gd name="connsiteX9" fmla="*/ 378393 w 391534"/>
                    <a:gd name="connsiteY9" fmla="*/ 194178 h 690836"/>
                    <a:gd name="connsiteX10" fmla="*/ 375094 w 391534"/>
                    <a:gd name="connsiteY10" fmla="*/ 19831 h 690836"/>
                    <a:gd name="connsiteX11" fmla="*/ 327096 w 391534"/>
                    <a:gd name="connsiteY11" fmla="*/ 23489 h 690836"/>
                    <a:gd name="connsiteX12" fmla="*/ 177995 w 391534"/>
                    <a:gd name="connsiteY12" fmla="*/ 213989 h 690836"/>
                    <a:gd name="connsiteX13" fmla="*/ 79197 w 391534"/>
                    <a:gd name="connsiteY13" fmla="*/ 308478 h 690836"/>
                    <a:gd name="connsiteX14" fmla="*/ 102293 w 391534"/>
                    <a:gd name="connsiteY14" fmla="*/ 352167 h 690836"/>
                    <a:gd name="connsiteX15" fmla="*/ 48193 w 391534"/>
                    <a:gd name="connsiteY15" fmla="*/ 384678 h 690836"/>
                    <a:gd name="connsiteX16" fmla="*/ 86293 w 391534"/>
                    <a:gd name="connsiteY16" fmla="*/ 422778 h 690836"/>
                    <a:gd name="connsiteX17" fmla="*/ 35493 w 391534"/>
                    <a:gd name="connsiteY17" fmla="*/ 473578 h 690836"/>
                    <a:gd name="connsiteX18" fmla="*/ 35493 w 391534"/>
                    <a:gd name="connsiteY18" fmla="*/ 537078 h 690836"/>
                    <a:gd name="connsiteX19" fmla="*/ 10093 w 391534"/>
                    <a:gd name="connsiteY19" fmla="*/ 613278 h 690836"/>
                    <a:gd name="connsiteX0" fmla="*/ 10093 w 391534"/>
                    <a:gd name="connsiteY0" fmla="*/ 621875 h 699433"/>
                    <a:gd name="connsiteX1" fmla="*/ 225993 w 391534"/>
                    <a:gd name="connsiteY1" fmla="*/ 698075 h 699433"/>
                    <a:gd name="connsiteX2" fmla="*/ 276793 w 391534"/>
                    <a:gd name="connsiteY2" fmla="*/ 672675 h 699433"/>
                    <a:gd name="connsiteX3" fmla="*/ 327593 w 391534"/>
                    <a:gd name="connsiteY3" fmla="*/ 647275 h 699433"/>
                    <a:gd name="connsiteX4" fmla="*/ 340293 w 391534"/>
                    <a:gd name="connsiteY4" fmla="*/ 571075 h 699433"/>
                    <a:gd name="connsiteX5" fmla="*/ 391093 w 391534"/>
                    <a:gd name="connsiteY5" fmla="*/ 532975 h 699433"/>
                    <a:gd name="connsiteX6" fmla="*/ 340293 w 391534"/>
                    <a:gd name="connsiteY6" fmla="*/ 469475 h 699433"/>
                    <a:gd name="connsiteX7" fmla="*/ 391093 w 391534"/>
                    <a:gd name="connsiteY7" fmla="*/ 418675 h 699433"/>
                    <a:gd name="connsiteX8" fmla="*/ 365693 w 391534"/>
                    <a:gd name="connsiteY8" fmla="*/ 317075 h 699433"/>
                    <a:gd name="connsiteX9" fmla="*/ 378393 w 391534"/>
                    <a:gd name="connsiteY9" fmla="*/ 202775 h 699433"/>
                    <a:gd name="connsiteX10" fmla="*/ 375094 w 391534"/>
                    <a:gd name="connsiteY10" fmla="*/ 28428 h 699433"/>
                    <a:gd name="connsiteX11" fmla="*/ 327096 w 391534"/>
                    <a:gd name="connsiteY11" fmla="*/ 17455 h 699433"/>
                    <a:gd name="connsiteX12" fmla="*/ 177995 w 391534"/>
                    <a:gd name="connsiteY12" fmla="*/ 222586 h 699433"/>
                    <a:gd name="connsiteX13" fmla="*/ 79197 w 391534"/>
                    <a:gd name="connsiteY13" fmla="*/ 317075 h 699433"/>
                    <a:gd name="connsiteX14" fmla="*/ 102293 w 391534"/>
                    <a:gd name="connsiteY14" fmla="*/ 360764 h 699433"/>
                    <a:gd name="connsiteX15" fmla="*/ 48193 w 391534"/>
                    <a:gd name="connsiteY15" fmla="*/ 393275 h 699433"/>
                    <a:gd name="connsiteX16" fmla="*/ 86293 w 391534"/>
                    <a:gd name="connsiteY16" fmla="*/ 431375 h 699433"/>
                    <a:gd name="connsiteX17" fmla="*/ 35493 w 391534"/>
                    <a:gd name="connsiteY17" fmla="*/ 482175 h 699433"/>
                    <a:gd name="connsiteX18" fmla="*/ 35493 w 391534"/>
                    <a:gd name="connsiteY18" fmla="*/ 545675 h 699433"/>
                    <a:gd name="connsiteX19" fmla="*/ 10093 w 391534"/>
                    <a:gd name="connsiteY19" fmla="*/ 621875 h 699433"/>
                    <a:gd name="connsiteX0" fmla="*/ 10093 w 391534"/>
                    <a:gd name="connsiteY0" fmla="*/ 608307 h 685865"/>
                    <a:gd name="connsiteX1" fmla="*/ 225993 w 391534"/>
                    <a:gd name="connsiteY1" fmla="*/ 684507 h 685865"/>
                    <a:gd name="connsiteX2" fmla="*/ 276793 w 391534"/>
                    <a:gd name="connsiteY2" fmla="*/ 659107 h 685865"/>
                    <a:gd name="connsiteX3" fmla="*/ 327593 w 391534"/>
                    <a:gd name="connsiteY3" fmla="*/ 633707 h 685865"/>
                    <a:gd name="connsiteX4" fmla="*/ 340293 w 391534"/>
                    <a:gd name="connsiteY4" fmla="*/ 557507 h 685865"/>
                    <a:gd name="connsiteX5" fmla="*/ 391093 w 391534"/>
                    <a:gd name="connsiteY5" fmla="*/ 519407 h 685865"/>
                    <a:gd name="connsiteX6" fmla="*/ 340293 w 391534"/>
                    <a:gd name="connsiteY6" fmla="*/ 455907 h 685865"/>
                    <a:gd name="connsiteX7" fmla="*/ 391093 w 391534"/>
                    <a:gd name="connsiteY7" fmla="*/ 405107 h 685865"/>
                    <a:gd name="connsiteX8" fmla="*/ 365693 w 391534"/>
                    <a:gd name="connsiteY8" fmla="*/ 303507 h 685865"/>
                    <a:gd name="connsiteX9" fmla="*/ 378393 w 391534"/>
                    <a:gd name="connsiteY9" fmla="*/ 189207 h 685865"/>
                    <a:gd name="connsiteX10" fmla="*/ 375094 w 391534"/>
                    <a:gd name="connsiteY10" fmla="*/ 14860 h 685865"/>
                    <a:gd name="connsiteX11" fmla="*/ 327096 w 391534"/>
                    <a:gd name="connsiteY11" fmla="*/ 3887 h 685865"/>
                    <a:gd name="connsiteX12" fmla="*/ 177995 w 391534"/>
                    <a:gd name="connsiteY12" fmla="*/ 209018 h 685865"/>
                    <a:gd name="connsiteX13" fmla="*/ 79197 w 391534"/>
                    <a:gd name="connsiteY13" fmla="*/ 303507 h 685865"/>
                    <a:gd name="connsiteX14" fmla="*/ 102293 w 391534"/>
                    <a:gd name="connsiteY14" fmla="*/ 347196 h 685865"/>
                    <a:gd name="connsiteX15" fmla="*/ 48193 w 391534"/>
                    <a:gd name="connsiteY15" fmla="*/ 379707 h 685865"/>
                    <a:gd name="connsiteX16" fmla="*/ 86293 w 391534"/>
                    <a:gd name="connsiteY16" fmla="*/ 417807 h 685865"/>
                    <a:gd name="connsiteX17" fmla="*/ 35493 w 391534"/>
                    <a:gd name="connsiteY17" fmla="*/ 468607 h 685865"/>
                    <a:gd name="connsiteX18" fmla="*/ 35493 w 391534"/>
                    <a:gd name="connsiteY18" fmla="*/ 532107 h 685865"/>
                    <a:gd name="connsiteX19" fmla="*/ 10093 w 391534"/>
                    <a:gd name="connsiteY19" fmla="*/ 608307 h 685865"/>
                    <a:gd name="connsiteX0" fmla="*/ 10093 w 391534"/>
                    <a:gd name="connsiteY0" fmla="*/ 605568 h 683126"/>
                    <a:gd name="connsiteX1" fmla="*/ 225993 w 391534"/>
                    <a:gd name="connsiteY1" fmla="*/ 681768 h 683126"/>
                    <a:gd name="connsiteX2" fmla="*/ 276793 w 391534"/>
                    <a:gd name="connsiteY2" fmla="*/ 656368 h 683126"/>
                    <a:gd name="connsiteX3" fmla="*/ 327593 w 391534"/>
                    <a:gd name="connsiteY3" fmla="*/ 630968 h 683126"/>
                    <a:gd name="connsiteX4" fmla="*/ 340293 w 391534"/>
                    <a:gd name="connsiteY4" fmla="*/ 554768 h 683126"/>
                    <a:gd name="connsiteX5" fmla="*/ 391093 w 391534"/>
                    <a:gd name="connsiteY5" fmla="*/ 516668 h 683126"/>
                    <a:gd name="connsiteX6" fmla="*/ 340293 w 391534"/>
                    <a:gd name="connsiteY6" fmla="*/ 453168 h 683126"/>
                    <a:gd name="connsiteX7" fmla="*/ 391093 w 391534"/>
                    <a:gd name="connsiteY7" fmla="*/ 402368 h 683126"/>
                    <a:gd name="connsiteX8" fmla="*/ 365693 w 391534"/>
                    <a:gd name="connsiteY8" fmla="*/ 300768 h 683126"/>
                    <a:gd name="connsiteX9" fmla="*/ 378393 w 391534"/>
                    <a:gd name="connsiteY9" fmla="*/ 186468 h 683126"/>
                    <a:gd name="connsiteX10" fmla="*/ 375094 w 391534"/>
                    <a:gd name="connsiteY10" fmla="*/ 12121 h 683126"/>
                    <a:gd name="connsiteX11" fmla="*/ 327096 w 391534"/>
                    <a:gd name="connsiteY11" fmla="*/ 1148 h 683126"/>
                    <a:gd name="connsiteX12" fmla="*/ 177995 w 391534"/>
                    <a:gd name="connsiteY12" fmla="*/ 206279 h 683126"/>
                    <a:gd name="connsiteX13" fmla="*/ 79197 w 391534"/>
                    <a:gd name="connsiteY13" fmla="*/ 300768 h 683126"/>
                    <a:gd name="connsiteX14" fmla="*/ 102293 w 391534"/>
                    <a:gd name="connsiteY14" fmla="*/ 344457 h 683126"/>
                    <a:gd name="connsiteX15" fmla="*/ 48193 w 391534"/>
                    <a:gd name="connsiteY15" fmla="*/ 376968 h 683126"/>
                    <a:gd name="connsiteX16" fmla="*/ 86293 w 391534"/>
                    <a:gd name="connsiteY16" fmla="*/ 415068 h 683126"/>
                    <a:gd name="connsiteX17" fmla="*/ 35493 w 391534"/>
                    <a:gd name="connsiteY17" fmla="*/ 465868 h 683126"/>
                    <a:gd name="connsiteX18" fmla="*/ 35493 w 391534"/>
                    <a:gd name="connsiteY18" fmla="*/ 529368 h 683126"/>
                    <a:gd name="connsiteX19" fmla="*/ 10093 w 391534"/>
                    <a:gd name="connsiteY19" fmla="*/ 605568 h 683126"/>
                    <a:gd name="connsiteX0" fmla="*/ 10093 w 391577"/>
                    <a:gd name="connsiteY0" fmla="*/ 605568 h 683126"/>
                    <a:gd name="connsiteX1" fmla="*/ 225993 w 391577"/>
                    <a:gd name="connsiteY1" fmla="*/ 681768 h 683126"/>
                    <a:gd name="connsiteX2" fmla="*/ 276793 w 391577"/>
                    <a:gd name="connsiteY2" fmla="*/ 656368 h 683126"/>
                    <a:gd name="connsiteX3" fmla="*/ 327593 w 391577"/>
                    <a:gd name="connsiteY3" fmla="*/ 630968 h 683126"/>
                    <a:gd name="connsiteX4" fmla="*/ 340293 w 391577"/>
                    <a:gd name="connsiteY4" fmla="*/ 554768 h 683126"/>
                    <a:gd name="connsiteX5" fmla="*/ 391093 w 391577"/>
                    <a:gd name="connsiteY5" fmla="*/ 516668 h 683126"/>
                    <a:gd name="connsiteX6" fmla="*/ 340293 w 391577"/>
                    <a:gd name="connsiteY6" fmla="*/ 453168 h 683126"/>
                    <a:gd name="connsiteX7" fmla="*/ 391093 w 391577"/>
                    <a:gd name="connsiteY7" fmla="*/ 402368 h 683126"/>
                    <a:gd name="connsiteX8" fmla="*/ 365693 w 391577"/>
                    <a:gd name="connsiteY8" fmla="*/ 300768 h 683126"/>
                    <a:gd name="connsiteX9" fmla="*/ 361896 w 391577"/>
                    <a:gd name="connsiteY9" fmla="*/ 197442 h 683126"/>
                    <a:gd name="connsiteX10" fmla="*/ 375094 w 391577"/>
                    <a:gd name="connsiteY10" fmla="*/ 12121 h 683126"/>
                    <a:gd name="connsiteX11" fmla="*/ 327096 w 391577"/>
                    <a:gd name="connsiteY11" fmla="*/ 1148 h 683126"/>
                    <a:gd name="connsiteX12" fmla="*/ 177995 w 391577"/>
                    <a:gd name="connsiteY12" fmla="*/ 206279 h 683126"/>
                    <a:gd name="connsiteX13" fmla="*/ 79197 w 391577"/>
                    <a:gd name="connsiteY13" fmla="*/ 300768 h 683126"/>
                    <a:gd name="connsiteX14" fmla="*/ 102293 w 391577"/>
                    <a:gd name="connsiteY14" fmla="*/ 344457 h 683126"/>
                    <a:gd name="connsiteX15" fmla="*/ 48193 w 391577"/>
                    <a:gd name="connsiteY15" fmla="*/ 376968 h 683126"/>
                    <a:gd name="connsiteX16" fmla="*/ 86293 w 391577"/>
                    <a:gd name="connsiteY16" fmla="*/ 415068 h 683126"/>
                    <a:gd name="connsiteX17" fmla="*/ 35493 w 391577"/>
                    <a:gd name="connsiteY17" fmla="*/ 465868 h 683126"/>
                    <a:gd name="connsiteX18" fmla="*/ 35493 w 391577"/>
                    <a:gd name="connsiteY18" fmla="*/ 529368 h 683126"/>
                    <a:gd name="connsiteX19" fmla="*/ 10093 w 391577"/>
                    <a:gd name="connsiteY19" fmla="*/ 605568 h 683126"/>
                    <a:gd name="connsiteX0" fmla="*/ 10093 w 392773"/>
                    <a:gd name="connsiteY0" fmla="*/ 605568 h 683126"/>
                    <a:gd name="connsiteX1" fmla="*/ 225993 w 392773"/>
                    <a:gd name="connsiteY1" fmla="*/ 681768 h 683126"/>
                    <a:gd name="connsiteX2" fmla="*/ 276793 w 392773"/>
                    <a:gd name="connsiteY2" fmla="*/ 656368 h 683126"/>
                    <a:gd name="connsiteX3" fmla="*/ 327593 w 392773"/>
                    <a:gd name="connsiteY3" fmla="*/ 630968 h 683126"/>
                    <a:gd name="connsiteX4" fmla="*/ 340293 w 392773"/>
                    <a:gd name="connsiteY4" fmla="*/ 554768 h 683126"/>
                    <a:gd name="connsiteX5" fmla="*/ 391093 w 392773"/>
                    <a:gd name="connsiteY5" fmla="*/ 516668 h 683126"/>
                    <a:gd name="connsiteX6" fmla="*/ 340293 w 392773"/>
                    <a:gd name="connsiteY6" fmla="*/ 453168 h 683126"/>
                    <a:gd name="connsiteX7" fmla="*/ 391093 w 392773"/>
                    <a:gd name="connsiteY7" fmla="*/ 402368 h 683126"/>
                    <a:gd name="connsiteX8" fmla="*/ 378891 w 392773"/>
                    <a:gd name="connsiteY8" fmla="*/ 304426 h 683126"/>
                    <a:gd name="connsiteX9" fmla="*/ 361896 w 392773"/>
                    <a:gd name="connsiteY9" fmla="*/ 197442 h 683126"/>
                    <a:gd name="connsiteX10" fmla="*/ 375094 w 392773"/>
                    <a:gd name="connsiteY10" fmla="*/ 12121 h 683126"/>
                    <a:gd name="connsiteX11" fmla="*/ 327096 w 392773"/>
                    <a:gd name="connsiteY11" fmla="*/ 1148 h 683126"/>
                    <a:gd name="connsiteX12" fmla="*/ 177995 w 392773"/>
                    <a:gd name="connsiteY12" fmla="*/ 206279 h 683126"/>
                    <a:gd name="connsiteX13" fmla="*/ 79197 w 392773"/>
                    <a:gd name="connsiteY13" fmla="*/ 300768 h 683126"/>
                    <a:gd name="connsiteX14" fmla="*/ 102293 w 392773"/>
                    <a:gd name="connsiteY14" fmla="*/ 344457 h 683126"/>
                    <a:gd name="connsiteX15" fmla="*/ 48193 w 392773"/>
                    <a:gd name="connsiteY15" fmla="*/ 376968 h 683126"/>
                    <a:gd name="connsiteX16" fmla="*/ 86293 w 392773"/>
                    <a:gd name="connsiteY16" fmla="*/ 415068 h 683126"/>
                    <a:gd name="connsiteX17" fmla="*/ 35493 w 392773"/>
                    <a:gd name="connsiteY17" fmla="*/ 465868 h 683126"/>
                    <a:gd name="connsiteX18" fmla="*/ 35493 w 392773"/>
                    <a:gd name="connsiteY18" fmla="*/ 529368 h 683126"/>
                    <a:gd name="connsiteX19" fmla="*/ 10093 w 392773"/>
                    <a:gd name="connsiteY19" fmla="*/ 605568 h 683126"/>
                    <a:gd name="connsiteX0" fmla="*/ 10093 w 392773"/>
                    <a:gd name="connsiteY0" fmla="*/ 605568 h 683126"/>
                    <a:gd name="connsiteX1" fmla="*/ 225993 w 392773"/>
                    <a:gd name="connsiteY1" fmla="*/ 681768 h 683126"/>
                    <a:gd name="connsiteX2" fmla="*/ 276793 w 392773"/>
                    <a:gd name="connsiteY2" fmla="*/ 656368 h 683126"/>
                    <a:gd name="connsiteX3" fmla="*/ 327593 w 392773"/>
                    <a:gd name="connsiteY3" fmla="*/ 630968 h 683126"/>
                    <a:gd name="connsiteX4" fmla="*/ 340293 w 392773"/>
                    <a:gd name="connsiteY4" fmla="*/ 554768 h 683126"/>
                    <a:gd name="connsiteX5" fmla="*/ 391093 w 392773"/>
                    <a:gd name="connsiteY5" fmla="*/ 516668 h 683126"/>
                    <a:gd name="connsiteX6" fmla="*/ 340293 w 392773"/>
                    <a:gd name="connsiteY6" fmla="*/ 453168 h 683126"/>
                    <a:gd name="connsiteX7" fmla="*/ 391093 w 392773"/>
                    <a:gd name="connsiteY7" fmla="*/ 409684 h 683126"/>
                    <a:gd name="connsiteX8" fmla="*/ 378891 w 392773"/>
                    <a:gd name="connsiteY8" fmla="*/ 304426 h 683126"/>
                    <a:gd name="connsiteX9" fmla="*/ 361896 w 392773"/>
                    <a:gd name="connsiteY9" fmla="*/ 197442 h 683126"/>
                    <a:gd name="connsiteX10" fmla="*/ 375094 w 392773"/>
                    <a:gd name="connsiteY10" fmla="*/ 12121 h 683126"/>
                    <a:gd name="connsiteX11" fmla="*/ 327096 w 392773"/>
                    <a:gd name="connsiteY11" fmla="*/ 1148 h 683126"/>
                    <a:gd name="connsiteX12" fmla="*/ 177995 w 392773"/>
                    <a:gd name="connsiteY12" fmla="*/ 206279 h 683126"/>
                    <a:gd name="connsiteX13" fmla="*/ 79197 w 392773"/>
                    <a:gd name="connsiteY13" fmla="*/ 300768 h 683126"/>
                    <a:gd name="connsiteX14" fmla="*/ 102293 w 392773"/>
                    <a:gd name="connsiteY14" fmla="*/ 344457 h 683126"/>
                    <a:gd name="connsiteX15" fmla="*/ 48193 w 392773"/>
                    <a:gd name="connsiteY15" fmla="*/ 376968 h 683126"/>
                    <a:gd name="connsiteX16" fmla="*/ 86293 w 392773"/>
                    <a:gd name="connsiteY16" fmla="*/ 415068 h 683126"/>
                    <a:gd name="connsiteX17" fmla="*/ 35493 w 392773"/>
                    <a:gd name="connsiteY17" fmla="*/ 465868 h 683126"/>
                    <a:gd name="connsiteX18" fmla="*/ 35493 w 392773"/>
                    <a:gd name="connsiteY18" fmla="*/ 529368 h 683126"/>
                    <a:gd name="connsiteX19" fmla="*/ 10093 w 392773"/>
                    <a:gd name="connsiteY19" fmla="*/ 605568 h 683126"/>
                    <a:gd name="connsiteX0" fmla="*/ 10093 w 392773"/>
                    <a:gd name="connsiteY0" fmla="*/ 605568 h 683126"/>
                    <a:gd name="connsiteX1" fmla="*/ 225993 w 392773"/>
                    <a:gd name="connsiteY1" fmla="*/ 681768 h 683126"/>
                    <a:gd name="connsiteX2" fmla="*/ 276793 w 392773"/>
                    <a:gd name="connsiteY2" fmla="*/ 656368 h 683126"/>
                    <a:gd name="connsiteX3" fmla="*/ 327593 w 392773"/>
                    <a:gd name="connsiteY3" fmla="*/ 630968 h 683126"/>
                    <a:gd name="connsiteX4" fmla="*/ 340293 w 392773"/>
                    <a:gd name="connsiteY4" fmla="*/ 554768 h 683126"/>
                    <a:gd name="connsiteX5" fmla="*/ 391093 w 392773"/>
                    <a:gd name="connsiteY5" fmla="*/ 516668 h 683126"/>
                    <a:gd name="connsiteX6" fmla="*/ 340293 w 392773"/>
                    <a:gd name="connsiteY6" fmla="*/ 453168 h 683126"/>
                    <a:gd name="connsiteX7" fmla="*/ 391093 w 392773"/>
                    <a:gd name="connsiteY7" fmla="*/ 409684 h 683126"/>
                    <a:gd name="connsiteX8" fmla="*/ 378891 w 392773"/>
                    <a:gd name="connsiteY8" fmla="*/ 315399 h 683126"/>
                    <a:gd name="connsiteX9" fmla="*/ 361896 w 392773"/>
                    <a:gd name="connsiteY9" fmla="*/ 197442 h 683126"/>
                    <a:gd name="connsiteX10" fmla="*/ 375094 w 392773"/>
                    <a:gd name="connsiteY10" fmla="*/ 12121 h 683126"/>
                    <a:gd name="connsiteX11" fmla="*/ 327096 w 392773"/>
                    <a:gd name="connsiteY11" fmla="*/ 1148 h 683126"/>
                    <a:gd name="connsiteX12" fmla="*/ 177995 w 392773"/>
                    <a:gd name="connsiteY12" fmla="*/ 206279 h 683126"/>
                    <a:gd name="connsiteX13" fmla="*/ 79197 w 392773"/>
                    <a:gd name="connsiteY13" fmla="*/ 300768 h 683126"/>
                    <a:gd name="connsiteX14" fmla="*/ 102293 w 392773"/>
                    <a:gd name="connsiteY14" fmla="*/ 344457 h 683126"/>
                    <a:gd name="connsiteX15" fmla="*/ 48193 w 392773"/>
                    <a:gd name="connsiteY15" fmla="*/ 376968 h 683126"/>
                    <a:gd name="connsiteX16" fmla="*/ 86293 w 392773"/>
                    <a:gd name="connsiteY16" fmla="*/ 415068 h 683126"/>
                    <a:gd name="connsiteX17" fmla="*/ 35493 w 392773"/>
                    <a:gd name="connsiteY17" fmla="*/ 465868 h 683126"/>
                    <a:gd name="connsiteX18" fmla="*/ 35493 w 392773"/>
                    <a:gd name="connsiteY18" fmla="*/ 529368 h 683126"/>
                    <a:gd name="connsiteX19" fmla="*/ 10093 w 392773"/>
                    <a:gd name="connsiteY19" fmla="*/ 605568 h 683126"/>
                    <a:gd name="connsiteX0" fmla="*/ 10093 w 392571"/>
                    <a:gd name="connsiteY0" fmla="*/ 605568 h 683126"/>
                    <a:gd name="connsiteX1" fmla="*/ 225993 w 392571"/>
                    <a:gd name="connsiteY1" fmla="*/ 681768 h 683126"/>
                    <a:gd name="connsiteX2" fmla="*/ 276793 w 392571"/>
                    <a:gd name="connsiteY2" fmla="*/ 656368 h 683126"/>
                    <a:gd name="connsiteX3" fmla="*/ 327593 w 392571"/>
                    <a:gd name="connsiteY3" fmla="*/ 630968 h 683126"/>
                    <a:gd name="connsiteX4" fmla="*/ 340293 w 392571"/>
                    <a:gd name="connsiteY4" fmla="*/ 554768 h 683126"/>
                    <a:gd name="connsiteX5" fmla="*/ 391093 w 392571"/>
                    <a:gd name="connsiteY5" fmla="*/ 516668 h 683126"/>
                    <a:gd name="connsiteX6" fmla="*/ 340293 w 392571"/>
                    <a:gd name="connsiteY6" fmla="*/ 453168 h 683126"/>
                    <a:gd name="connsiteX7" fmla="*/ 391093 w 392571"/>
                    <a:gd name="connsiteY7" fmla="*/ 409684 h 683126"/>
                    <a:gd name="connsiteX8" fmla="*/ 378891 w 392571"/>
                    <a:gd name="connsiteY8" fmla="*/ 315399 h 683126"/>
                    <a:gd name="connsiteX9" fmla="*/ 378393 w 392571"/>
                    <a:gd name="connsiteY9" fmla="*/ 212073 h 683126"/>
                    <a:gd name="connsiteX10" fmla="*/ 375094 w 392571"/>
                    <a:gd name="connsiteY10" fmla="*/ 12121 h 683126"/>
                    <a:gd name="connsiteX11" fmla="*/ 327096 w 392571"/>
                    <a:gd name="connsiteY11" fmla="*/ 1148 h 683126"/>
                    <a:gd name="connsiteX12" fmla="*/ 177995 w 392571"/>
                    <a:gd name="connsiteY12" fmla="*/ 206279 h 683126"/>
                    <a:gd name="connsiteX13" fmla="*/ 79197 w 392571"/>
                    <a:gd name="connsiteY13" fmla="*/ 300768 h 683126"/>
                    <a:gd name="connsiteX14" fmla="*/ 102293 w 392571"/>
                    <a:gd name="connsiteY14" fmla="*/ 344457 h 683126"/>
                    <a:gd name="connsiteX15" fmla="*/ 48193 w 392571"/>
                    <a:gd name="connsiteY15" fmla="*/ 376968 h 683126"/>
                    <a:gd name="connsiteX16" fmla="*/ 86293 w 392571"/>
                    <a:gd name="connsiteY16" fmla="*/ 415068 h 683126"/>
                    <a:gd name="connsiteX17" fmla="*/ 35493 w 392571"/>
                    <a:gd name="connsiteY17" fmla="*/ 465868 h 683126"/>
                    <a:gd name="connsiteX18" fmla="*/ 35493 w 392571"/>
                    <a:gd name="connsiteY18" fmla="*/ 529368 h 683126"/>
                    <a:gd name="connsiteX19" fmla="*/ 10093 w 392571"/>
                    <a:gd name="connsiteY19" fmla="*/ 605568 h 683126"/>
                    <a:gd name="connsiteX0" fmla="*/ 10093 w 391715"/>
                    <a:gd name="connsiteY0" fmla="*/ 605568 h 683126"/>
                    <a:gd name="connsiteX1" fmla="*/ 225993 w 391715"/>
                    <a:gd name="connsiteY1" fmla="*/ 681768 h 683126"/>
                    <a:gd name="connsiteX2" fmla="*/ 276793 w 391715"/>
                    <a:gd name="connsiteY2" fmla="*/ 656368 h 683126"/>
                    <a:gd name="connsiteX3" fmla="*/ 327593 w 391715"/>
                    <a:gd name="connsiteY3" fmla="*/ 630968 h 683126"/>
                    <a:gd name="connsiteX4" fmla="*/ 340293 w 391715"/>
                    <a:gd name="connsiteY4" fmla="*/ 554768 h 683126"/>
                    <a:gd name="connsiteX5" fmla="*/ 391093 w 391715"/>
                    <a:gd name="connsiteY5" fmla="*/ 516668 h 683126"/>
                    <a:gd name="connsiteX6" fmla="*/ 356790 w 391715"/>
                    <a:gd name="connsiteY6" fmla="*/ 453168 h 683126"/>
                    <a:gd name="connsiteX7" fmla="*/ 391093 w 391715"/>
                    <a:gd name="connsiteY7" fmla="*/ 409684 h 683126"/>
                    <a:gd name="connsiteX8" fmla="*/ 378891 w 391715"/>
                    <a:gd name="connsiteY8" fmla="*/ 315399 h 683126"/>
                    <a:gd name="connsiteX9" fmla="*/ 378393 w 391715"/>
                    <a:gd name="connsiteY9" fmla="*/ 212073 h 683126"/>
                    <a:gd name="connsiteX10" fmla="*/ 375094 w 391715"/>
                    <a:gd name="connsiteY10" fmla="*/ 12121 h 683126"/>
                    <a:gd name="connsiteX11" fmla="*/ 327096 w 391715"/>
                    <a:gd name="connsiteY11" fmla="*/ 1148 h 683126"/>
                    <a:gd name="connsiteX12" fmla="*/ 177995 w 391715"/>
                    <a:gd name="connsiteY12" fmla="*/ 206279 h 683126"/>
                    <a:gd name="connsiteX13" fmla="*/ 79197 w 391715"/>
                    <a:gd name="connsiteY13" fmla="*/ 300768 h 683126"/>
                    <a:gd name="connsiteX14" fmla="*/ 102293 w 391715"/>
                    <a:gd name="connsiteY14" fmla="*/ 344457 h 683126"/>
                    <a:gd name="connsiteX15" fmla="*/ 48193 w 391715"/>
                    <a:gd name="connsiteY15" fmla="*/ 376968 h 683126"/>
                    <a:gd name="connsiteX16" fmla="*/ 86293 w 391715"/>
                    <a:gd name="connsiteY16" fmla="*/ 415068 h 683126"/>
                    <a:gd name="connsiteX17" fmla="*/ 35493 w 391715"/>
                    <a:gd name="connsiteY17" fmla="*/ 465868 h 683126"/>
                    <a:gd name="connsiteX18" fmla="*/ 35493 w 391715"/>
                    <a:gd name="connsiteY18" fmla="*/ 529368 h 683126"/>
                    <a:gd name="connsiteX19" fmla="*/ 10093 w 391715"/>
                    <a:gd name="connsiteY19" fmla="*/ 605568 h 683126"/>
                    <a:gd name="connsiteX0" fmla="*/ 10093 w 391715"/>
                    <a:gd name="connsiteY0" fmla="*/ 605568 h 683126"/>
                    <a:gd name="connsiteX1" fmla="*/ 225993 w 391715"/>
                    <a:gd name="connsiteY1" fmla="*/ 681768 h 683126"/>
                    <a:gd name="connsiteX2" fmla="*/ 276793 w 391715"/>
                    <a:gd name="connsiteY2" fmla="*/ 656368 h 683126"/>
                    <a:gd name="connsiteX3" fmla="*/ 327593 w 391715"/>
                    <a:gd name="connsiteY3" fmla="*/ 630968 h 683126"/>
                    <a:gd name="connsiteX4" fmla="*/ 340293 w 391715"/>
                    <a:gd name="connsiteY4" fmla="*/ 554768 h 683126"/>
                    <a:gd name="connsiteX5" fmla="*/ 374596 w 391715"/>
                    <a:gd name="connsiteY5" fmla="*/ 516668 h 683126"/>
                    <a:gd name="connsiteX6" fmla="*/ 356790 w 391715"/>
                    <a:gd name="connsiteY6" fmla="*/ 453168 h 683126"/>
                    <a:gd name="connsiteX7" fmla="*/ 391093 w 391715"/>
                    <a:gd name="connsiteY7" fmla="*/ 409684 h 683126"/>
                    <a:gd name="connsiteX8" fmla="*/ 378891 w 391715"/>
                    <a:gd name="connsiteY8" fmla="*/ 315399 h 683126"/>
                    <a:gd name="connsiteX9" fmla="*/ 378393 w 391715"/>
                    <a:gd name="connsiteY9" fmla="*/ 212073 h 683126"/>
                    <a:gd name="connsiteX10" fmla="*/ 375094 w 391715"/>
                    <a:gd name="connsiteY10" fmla="*/ 12121 h 683126"/>
                    <a:gd name="connsiteX11" fmla="*/ 327096 w 391715"/>
                    <a:gd name="connsiteY11" fmla="*/ 1148 h 683126"/>
                    <a:gd name="connsiteX12" fmla="*/ 177995 w 391715"/>
                    <a:gd name="connsiteY12" fmla="*/ 206279 h 683126"/>
                    <a:gd name="connsiteX13" fmla="*/ 79197 w 391715"/>
                    <a:gd name="connsiteY13" fmla="*/ 300768 h 683126"/>
                    <a:gd name="connsiteX14" fmla="*/ 102293 w 391715"/>
                    <a:gd name="connsiteY14" fmla="*/ 344457 h 683126"/>
                    <a:gd name="connsiteX15" fmla="*/ 48193 w 391715"/>
                    <a:gd name="connsiteY15" fmla="*/ 376968 h 683126"/>
                    <a:gd name="connsiteX16" fmla="*/ 86293 w 391715"/>
                    <a:gd name="connsiteY16" fmla="*/ 415068 h 683126"/>
                    <a:gd name="connsiteX17" fmla="*/ 35493 w 391715"/>
                    <a:gd name="connsiteY17" fmla="*/ 465868 h 683126"/>
                    <a:gd name="connsiteX18" fmla="*/ 35493 w 391715"/>
                    <a:gd name="connsiteY18" fmla="*/ 529368 h 683126"/>
                    <a:gd name="connsiteX19" fmla="*/ 10093 w 391715"/>
                    <a:gd name="connsiteY19" fmla="*/ 605568 h 683126"/>
                    <a:gd name="connsiteX0" fmla="*/ 10093 w 391715"/>
                    <a:gd name="connsiteY0" fmla="*/ 605568 h 683126"/>
                    <a:gd name="connsiteX1" fmla="*/ 225993 w 391715"/>
                    <a:gd name="connsiteY1" fmla="*/ 681768 h 683126"/>
                    <a:gd name="connsiteX2" fmla="*/ 276793 w 391715"/>
                    <a:gd name="connsiteY2" fmla="*/ 656368 h 683126"/>
                    <a:gd name="connsiteX3" fmla="*/ 327593 w 391715"/>
                    <a:gd name="connsiteY3" fmla="*/ 630968 h 683126"/>
                    <a:gd name="connsiteX4" fmla="*/ 336994 w 391715"/>
                    <a:gd name="connsiteY4" fmla="*/ 532821 h 683126"/>
                    <a:gd name="connsiteX5" fmla="*/ 374596 w 391715"/>
                    <a:gd name="connsiteY5" fmla="*/ 516668 h 683126"/>
                    <a:gd name="connsiteX6" fmla="*/ 356790 w 391715"/>
                    <a:gd name="connsiteY6" fmla="*/ 453168 h 683126"/>
                    <a:gd name="connsiteX7" fmla="*/ 391093 w 391715"/>
                    <a:gd name="connsiteY7" fmla="*/ 409684 h 683126"/>
                    <a:gd name="connsiteX8" fmla="*/ 378891 w 391715"/>
                    <a:gd name="connsiteY8" fmla="*/ 315399 h 683126"/>
                    <a:gd name="connsiteX9" fmla="*/ 378393 w 391715"/>
                    <a:gd name="connsiteY9" fmla="*/ 212073 h 683126"/>
                    <a:gd name="connsiteX10" fmla="*/ 375094 w 391715"/>
                    <a:gd name="connsiteY10" fmla="*/ 12121 h 683126"/>
                    <a:gd name="connsiteX11" fmla="*/ 327096 w 391715"/>
                    <a:gd name="connsiteY11" fmla="*/ 1148 h 683126"/>
                    <a:gd name="connsiteX12" fmla="*/ 177995 w 391715"/>
                    <a:gd name="connsiteY12" fmla="*/ 206279 h 683126"/>
                    <a:gd name="connsiteX13" fmla="*/ 79197 w 391715"/>
                    <a:gd name="connsiteY13" fmla="*/ 300768 h 683126"/>
                    <a:gd name="connsiteX14" fmla="*/ 102293 w 391715"/>
                    <a:gd name="connsiteY14" fmla="*/ 344457 h 683126"/>
                    <a:gd name="connsiteX15" fmla="*/ 48193 w 391715"/>
                    <a:gd name="connsiteY15" fmla="*/ 376968 h 683126"/>
                    <a:gd name="connsiteX16" fmla="*/ 86293 w 391715"/>
                    <a:gd name="connsiteY16" fmla="*/ 415068 h 683126"/>
                    <a:gd name="connsiteX17" fmla="*/ 35493 w 391715"/>
                    <a:gd name="connsiteY17" fmla="*/ 465868 h 683126"/>
                    <a:gd name="connsiteX18" fmla="*/ 35493 w 391715"/>
                    <a:gd name="connsiteY18" fmla="*/ 529368 h 683126"/>
                    <a:gd name="connsiteX19" fmla="*/ 10093 w 391715"/>
                    <a:gd name="connsiteY19" fmla="*/ 605568 h 683126"/>
                    <a:gd name="connsiteX0" fmla="*/ 10093 w 391715"/>
                    <a:gd name="connsiteY0" fmla="*/ 605568 h 683503"/>
                    <a:gd name="connsiteX1" fmla="*/ 225993 w 391715"/>
                    <a:gd name="connsiteY1" fmla="*/ 681768 h 683503"/>
                    <a:gd name="connsiteX2" fmla="*/ 276793 w 391715"/>
                    <a:gd name="connsiteY2" fmla="*/ 656368 h 683503"/>
                    <a:gd name="connsiteX3" fmla="*/ 337491 w 391715"/>
                    <a:gd name="connsiteY3" fmla="*/ 627310 h 683503"/>
                    <a:gd name="connsiteX4" fmla="*/ 336994 w 391715"/>
                    <a:gd name="connsiteY4" fmla="*/ 532821 h 683503"/>
                    <a:gd name="connsiteX5" fmla="*/ 374596 w 391715"/>
                    <a:gd name="connsiteY5" fmla="*/ 516668 h 683503"/>
                    <a:gd name="connsiteX6" fmla="*/ 356790 w 391715"/>
                    <a:gd name="connsiteY6" fmla="*/ 453168 h 683503"/>
                    <a:gd name="connsiteX7" fmla="*/ 391093 w 391715"/>
                    <a:gd name="connsiteY7" fmla="*/ 409684 h 683503"/>
                    <a:gd name="connsiteX8" fmla="*/ 378891 w 391715"/>
                    <a:gd name="connsiteY8" fmla="*/ 315399 h 683503"/>
                    <a:gd name="connsiteX9" fmla="*/ 378393 w 391715"/>
                    <a:gd name="connsiteY9" fmla="*/ 212073 h 683503"/>
                    <a:gd name="connsiteX10" fmla="*/ 375094 w 391715"/>
                    <a:gd name="connsiteY10" fmla="*/ 12121 h 683503"/>
                    <a:gd name="connsiteX11" fmla="*/ 327096 w 391715"/>
                    <a:gd name="connsiteY11" fmla="*/ 1148 h 683503"/>
                    <a:gd name="connsiteX12" fmla="*/ 177995 w 391715"/>
                    <a:gd name="connsiteY12" fmla="*/ 206279 h 683503"/>
                    <a:gd name="connsiteX13" fmla="*/ 79197 w 391715"/>
                    <a:gd name="connsiteY13" fmla="*/ 300768 h 683503"/>
                    <a:gd name="connsiteX14" fmla="*/ 102293 w 391715"/>
                    <a:gd name="connsiteY14" fmla="*/ 344457 h 683503"/>
                    <a:gd name="connsiteX15" fmla="*/ 48193 w 391715"/>
                    <a:gd name="connsiteY15" fmla="*/ 376968 h 683503"/>
                    <a:gd name="connsiteX16" fmla="*/ 86293 w 391715"/>
                    <a:gd name="connsiteY16" fmla="*/ 415068 h 683503"/>
                    <a:gd name="connsiteX17" fmla="*/ 35493 w 391715"/>
                    <a:gd name="connsiteY17" fmla="*/ 465868 h 683503"/>
                    <a:gd name="connsiteX18" fmla="*/ 35493 w 391715"/>
                    <a:gd name="connsiteY18" fmla="*/ 529368 h 683503"/>
                    <a:gd name="connsiteX19" fmla="*/ 10093 w 391715"/>
                    <a:gd name="connsiteY19" fmla="*/ 605568 h 683503"/>
                    <a:gd name="connsiteX0" fmla="*/ 10093 w 391715"/>
                    <a:gd name="connsiteY0" fmla="*/ 605568 h 682037"/>
                    <a:gd name="connsiteX1" fmla="*/ 225993 w 391715"/>
                    <a:gd name="connsiteY1" fmla="*/ 681768 h 682037"/>
                    <a:gd name="connsiteX2" fmla="*/ 283392 w 391715"/>
                    <a:gd name="connsiteY2" fmla="*/ 630764 h 682037"/>
                    <a:gd name="connsiteX3" fmla="*/ 337491 w 391715"/>
                    <a:gd name="connsiteY3" fmla="*/ 627310 h 682037"/>
                    <a:gd name="connsiteX4" fmla="*/ 336994 w 391715"/>
                    <a:gd name="connsiteY4" fmla="*/ 532821 h 682037"/>
                    <a:gd name="connsiteX5" fmla="*/ 374596 w 391715"/>
                    <a:gd name="connsiteY5" fmla="*/ 516668 h 682037"/>
                    <a:gd name="connsiteX6" fmla="*/ 356790 w 391715"/>
                    <a:gd name="connsiteY6" fmla="*/ 453168 h 682037"/>
                    <a:gd name="connsiteX7" fmla="*/ 391093 w 391715"/>
                    <a:gd name="connsiteY7" fmla="*/ 409684 h 682037"/>
                    <a:gd name="connsiteX8" fmla="*/ 378891 w 391715"/>
                    <a:gd name="connsiteY8" fmla="*/ 315399 h 682037"/>
                    <a:gd name="connsiteX9" fmla="*/ 378393 w 391715"/>
                    <a:gd name="connsiteY9" fmla="*/ 212073 h 682037"/>
                    <a:gd name="connsiteX10" fmla="*/ 375094 w 391715"/>
                    <a:gd name="connsiteY10" fmla="*/ 12121 h 682037"/>
                    <a:gd name="connsiteX11" fmla="*/ 327096 w 391715"/>
                    <a:gd name="connsiteY11" fmla="*/ 1148 h 682037"/>
                    <a:gd name="connsiteX12" fmla="*/ 177995 w 391715"/>
                    <a:gd name="connsiteY12" fmla="*/ 206279 h 682037"/>
                    <a:gd name="connsiteX13" fmla="*/ 79197 w 391715"/>
                    <a:gd name="connsiteY13" fmla="*/ 300768 h 682037"/>
                    <a:gd name="connsiteX14" fmla="*/ 102293 w 391715"/>
                    <a:gd name="connsiteY14" fmla="*/ 344457 h 682037"/>
                    <a:gd name="connsiteX15" fmla="*/ 48193 w 391715"/>
                    <a:gd name="connsiteY15" fmla="*/ 376968 h 682037"/>
                    <a:gd name="connsiteX16" fmla="*/ 86293 w 391715"/>
                    <a:gd name="connsiteY16" fmla="*/ 415068 h 682037"/>
                    <a:gd name="connsiteX17" fmla="*/ 35493 w 391715"/>
                    <a:gd name="connsiteY17" fmla="*/ 465868 h 682037"/>
                    <a:gd name="connsiteX18" fmla="*/ 35493 w 391715"/>
                    <a:gd name="connsiteY18" fmla="*/ 529368 h 682037"/>
                    <a:gd name="connsiteX19" fmla="*/ 10093 w 391715"/>
                    <a:gd name="connsiteY19" fmla="*/ 605568 h 682037"/>
                    <a:gd name="connsiteX0" fmla="*/ 12359 w 393981"/>
                    <a:gd name="connsiteY0" fmla="*/ 605568 h 696614"/>
                    <a:gd name="connsiteX1" fmla="*/ 261253 w 393981"/>
                    <a:gd name="connsiteY1" fmla="*/ 696399 h 696614"/>
                    <a:gd name="connsiteX2" fmla="*/ 285658 w 393981"/>
                    <a:gd name="connsiteY2" fmla="*/ 630764 h 696614"/>
                    <a:gd name="connsiteX3" fmla="*/ 339757 w 393981"/>
                    <a:gd name="connsiteY3" fmla="*/ 627310 h 696614"/>
                    <a:gd name="connsiteX4" fmla="*/ 339260 w 393981"/>
                    <a:gd name="connsiteY4" fmla="*/ 532821 h 696614"/>
                    <a:gd name="connsiteX5" fmla="*/ 376862 w 393981"/>
                    <a:gd name="connsiteY5" fmla="*/ 516668 h 696614"/>
                    <a:gd name="connsiteX6" fmla="*/ 359056 w 393981"/>
                    <a:gd name="connsiteY6" fmla="*/ 453168 h 696614"/>
                    <a:gd name="connsiteX7" fmla="*/ 393359 w 393981"/>
                    <a:gd name="connsiteY7" fmla="*/ 409684 h 696614"/>
                    <a:gd name="connsiteX8" fmla="*/ 381157 w 393981"/>
                    <a:gd name="connsiteY8" fmla="*/ 315399 h 696614"/>
                    <a:gd name="connsiteX9" fmla="*/ 380659 w 393981"/>
                    <a:gd name="connsiteY9" fmla="*/ 212073 h 696614"/>
                    <a:gd name="connsiteX10" fmla="*/ 377360 w 393981"/>
                    <a:gd name="connsiteY10" fmla="*/ 12121 h 696614"/>
                    <a:gd name="connsiteX11" fmla="*/ 329362 w 393981"/>
                    <a:gd name="connsiteY11" fmla="*/ 1148 h 696614"/>
                    <a:gd name="connsiteX12" fmla="*/ 180261 w 393981"/>
                    <a:gd name="connsiteY12" fmla="*/ 206279 h 696614"/>
                    <a:gd name="connsiteX13" fmla="*/ 81463 w 393981"/>
                    <a:gd name="connsiteY13" fmla="*/ 300768 h 696614"/>
                    <a:gd name="connsiteX14" fmla="*/ 104559 w 393981"/>
                    <a:gd name="connsiteY14" fmla="*/ 344457 h 696614"/>
                    <a:gd name="connsiteX15" fmla="*/ 50459 w 393981"/>
                    <a:gd name="connsiteY15" fmla="*/ 376968 h 696614"/>
                    <a:gd name="connsiteX16" fmla="*/ 88559 w 393981"/>
                    <a:gd name="connsiteY16" fmla="*/ 415068 h 696614"/>
                    <a:gd name="connsiteX17" fmla="*/ 37759 w 393981"/>
                    <a:gd name="connsiteY17" fmla="*/ 465868 h 696614"/>
                    <a:gd name="connsiteX18" fmla="*/ 37759 w 393981"/>
                    <a:gd name="connsiteY18" fmla="*/ 529368 h 696614"/>
                    <a:gd name="connsiteX19" fmla="*/ 12359 w 393981"/>
                    <a:gd name="connsiteY19" fmla="*/ 605568 h 696614"/>
                    <a:gd name="connsiteX0" fmla="*/ 12359 w 393981"/>
                    <a:gd name="connsiteY0" fmla="*/ 605568 h 700824"/>
                    <a:gd name="connsiteX1" fmla="*/ 261253 w 393981"/>
                    <a:gd name="connsiteY1" fmla="*/ 696399 h 700824"/>
                    <a:gd name="connsiteX2" fmla="*/ 285658 w 393981"/>
                    <a:gd name="connsiteY2" fmla="*/ 630764 h 700824"/>
                    <a:gd name="connsiteX3" fmla="*/ 339757 w 393981"/>
                    <a:gd name="connsiteY3" fmla="*/ 627310 h 700824"/>
                    <a:gd name="connsiteX4" fmla="*/ 339260 w 393981"/>
                    <a:gd name="connsiteY4" fmla="*/ 532821 h 700824"/>
                    <a:gd name="connsiteX5" fmla="*/ 376862 w 393981"/>
                    <a:gd name="connsiteY5" fmla="*/ 516668 h 700824"/>
                    <a:gd name="connsiteX6" fmla="*/ 359056 w 393981"/>
                    <a:gd name="connsiteY6" fmla="*/ 453168 h 700824"/>
                    <a:gd name="connsiteX7" fmla="*/ 393359 w 393981"/>
                    <a:gd name="connsiteY7" fmla="*/ 409684 h 700824"/>
                    <a:gd name="connsiteX8" fmla="*/ 381157 w 393981"/>
                    <a:gd name="connsiteY8" fmla="*/ 315399 h 700824"/>
                    <a:gd name="connsiteX9" fmla="*/ 380659 w 393981"/>
                    <a:gd name="connsiteY9" fmla="*/ 212073 h 700824"/>
                    <a:gd name="connsiteX10" fmla="*/ 377360 w 393981"/>
                    <a:gd name="connsiteY10" fmla="*/ 12121 h 700824"/>
                    <a:gd name="connsiteX11" fmla="*/ 329362 w 393981"/>
                    <a:gd name="connsiteY11" fmla="*/ 1148 h 700824"/>
                    <a:gd name="connsiteX12" fmla="*/ 180261 w 393981"/>
                    <a:gd name="connsiteY12" fmla="*/ 206279 h 700824"/>
                    <a:gd name="connsiteX13" fmla="*/ 81463 w 393981"/>
                    <a:gd name="connsiteY13" fmla="*/ 300768 h 700824"/>
                    <a:gd name="connsiteX14" fmla="*/ 104559 w 393981"/>
                    <a:gd name="connsiteY14" fmla="*/ 344457 h 700824"/>
                    <a:gd name="connsiteX15" fmla="*/ 50459 w 393981"/>
                    <a:gd name="connsiteY15" fmla="*/ 376968 h 700824"/>
                    <a:gd name="connsiteX16" fmla="*/ 88559 w 393981"/>
                    <a:gd name="connsiteY16" fmla="*/ 415068 h 700824"/>
                    <a:gd name="connsiteX17" fmla="*/ 37759 w 393981"/>
                    <a:gd name="connsiteY17" fmla="*/ 465868 h 700824"/>
                    <a:gd name="connsiteX18" fmla="*/ 37759 w 393981"/>
                    <a:gd name="connsiteY18" fmla="*/ 529368 h 700824"/>
                    <a:gd name="connsiteX19" fmla="*/ 12359 w 393981"/>
                    <a:gd name="connsiteY19" fmla="*/ 605568 h 700824"/>
                    <a:gd name="connsiteX0" fmla="*/ 12359 w 393981"/>
                    <a:gd name="connsiteY0" fmla="*/ 605568 h 700824"/>
                    <a:gd name="connsiteX1" fmla="*/ 261253 w 393981"/>
                    <a:gd name="connsiteY1" fmla="*/ 696399 h 700824"/>
                    <a:gd name="connsiteX2" fmla="*/ 285658 w 393981"/>
                    <a:gd name="connsiteY2" fmla="*/ 630764 h 700824"/>
                    <a:gd name="connsiteX3" fmla="*/ 339757 w 393981"/>
                    <a:gd name="connsiteY3" fmla="*/ 627310 h 700824"/>
                    <a:gd name="connsiteX4" fmla="*/ 339260 w 393981"/>
                    <a:gd name="connsiteY4" fmla="*/ 532821 h 700824"/>
                    <a:gd name="connsiteX5" fmla="*/ 376862 w 393981"/>
                    <a:gd name="connsiteY5" fmla="*/ 516668 h 700824"/>
                    <a:gd name="connsiteX6" fmla="*/ 359056 w 393981"/>
                    <a:gd name="connsiteY6" fmla="*/ 453168 h 700824"/>
                    <a:gd name="connsiteX7" fmla="*/ 393359 w 393981"/>
                    <a:gd name="connsiteY7" fmla="*/ 409684 h 700824"/>
                    <a:gd name="connsiteX8" fmla="*/ 381157 w 393981"/>
                    <a:gd name="connsiteY8" fmla="*/ 315399 h 700824"/>
                    <a:gd name="connsiteX9" fmla="*/ 380659 w 393981"/>
                    <a:gd name="connsiteY9" fmla="*/ 212073 h 700824"/>
                    <a:gd name="connsiteX10" fmla="*/ 377360 w 393981"/>
                    <a:gd name="connsiteY10" fmla="*/ 12121 h 700824"/>
                    <a:gd name="connsiteX11" fmla="*/ 329362 w 393981"/>
                    <a:gd name="connsiteY11" fmla="*/ 1148 h 700824"/>
                    <a:gd name="connsiteX12" fmla="*/ 180261 w 393981"/>
                    <a:gd name="connsiteY12" fmla="*/ 206279 h 700824"/>
                    <a:gd name="connsiteX13" fmla="*/ 81463 w 393981"/>
                    <a:gd name="connsiteY13" fmla="*/ 300768 h 700824"/>
                    <a:gd name="connsiteX14" fmla="*/ 104559 w 393981"/>
                    <a:gd name="connsiteY14" fmla="*/ 344457 h 700824"/>
                    <a:gd name="connsiteX15" fmla="*/ 50459 w 393981"/>
                    <a:gd name="connsiteY15" fmla="*/ 376968 h 700824"/>
                    <a:gd name="connsiteX16" fmla="*/ 88559 w 393981"/>
                    <a:gd name="connsiteY16" fmla="*/ 415068 h 700824"/>
                    <a:gd name="connsiteX17" fmla="*/ 37759 w 393981"/>
                    <a:gd name="connsiteY17" fmla="*/ 465868 h 700824"/>
                    <a:gd name="connsiteX18" fmla="*/ 37759 w 393981"/>
                    <a:gd name="connsiteY18" fmla="*/ 529368 h 700824"/>
                    <a:gd name="connsiteX19" fmla="*/ 12359 w 393981"/>
                    <a:gd name="connsiteY19" fmla="*/ 605568 h 700824"/>
                    <a:gd name="connsiteX0" fmla="*/ 12359 w 393981"/>
                    <a:gd name="connsiteY0" fmla="*/ 605568 h 697973"/>
                    <a:gd name="connsiteX1" fmla="*/ 261253 w 393981"/>
                    <a:gd name="connsiteY1" fmla="*/ 696399 h 697973"/>
                    <a:gd name="connsiteX2" fmla="*/ 285658 w 393981"/>
                    <a:gd name="connsiteY2" fmla="*/ 630764 h 697973"/>
                    <a:gd name="connsiteX3" fmla="*/ 339757 w 393981"/>
                    <a:gd name="connsiteY3" fmla="*/ 627310 h 697973"/>
                    <a:gd name="connsiteX4" fmla="*/ 339260 w 393981"/>
                    <a:gd name="connsiteY4" fmla="*/ 532821 h 697973"/>
                    <a:gd name="connsiteX5" fmla="*/ 376862 w 393981"/>
                    <a:gd name="connsiteY5" fmla="*/ 516668 h 697973"/>
                    <a:gd name="connsiteX6" fmla="*/ 359056 w 393981"/>
                    <a:gd name="connsiteY6" fmla="*/ 453168 h 697973"/>
                    <a:gd name="connsiteX7" fmla="*/ 393359 w 393981"/>
                    <a:gd name="connsiteY7" fmla="*/ 409684 h 697973"/>
                    <a:gd name="connsiteX8" fmla="*/ 381157 w 393981"/>
                    <a:gd name="connsiteY8" fmla="*/ 315399 h 697973"/>
                    <a:gd name="connsiteX9" fmla="*/ 380659 w 393981"/>
                    <a:gd name="connsiteY9" fmla="*/ 212073 h 697973"/>
                    <a:gd name="connsiteX10" fmla="*/ 377360 w 393981"/>
                    <a:gd name="connsiteY10" fmla="*/ 12121 h 697973"/>
                    <a:gd name="connsiteX11" fmla="*/ 329362 w 393981"/>
                    <a:gd name="connsiteY11" fmla="*/ 1148 h 697973"/>
                    <a:gd name="connsiteX12" fmla="*/ 180261 w 393981"/>
                    <a:gd name="connsiteY12" fmla="*/ 206279 h 697973"/>
                    <a:gd name="connsiteX13" fmla="*/ 81463 w 393981"/>
                    <a:gd name="connsiteY13" fmla="*/ 300768 h 697973"/>
                    <a:gd name="connsiteX14" fmla="*/ 104559 w 393981"/>
                    <a:gd name="connsiteY14" fmla="*/ 344457 h 697973"/>
                    <a:gd name="connsiteX15" fmla="*/ 50459 w 393981"/>
                    <a:gd name="connsiteY15" fmla="*/ 376968 h 697973"/>
                    <a:gd name="connsiteX16" fmla="*/ 88559 w 393981"/>
                    <a:gd name="connsiteY16" fmla="*/ 415068 h 697973"/>
                    <a:gd name="connsiteX17" fmla="*/ 37759 w 393981"/>
                    <a:gd name="connsiteY17" fmla="*/ 465868 h 697973"/>
                    <a:gd name="connsiteX18" fmla="*/ 37759 w 393981"/>
                    <a:gd name="connsiteY18" fmla="*/ 529368 h 697973"/>
                    <a:gd name="connsiteX19" fmla="*/ 12359 w 393981"/>
                    <a:gd name="connsiteY19" fmla="*/ 605568 h 697973"/>
                    <a:gd name="connsiteX0" fmla="*/ 13977 w 385701"/>
                    <a:gd name="connsiteY0" fmla="*/ 601910 h 696677"/>
                    <a:gd name="connsiteX1" fmla="*/ 252973 w 385701"/>
                    <a:gd name="connsiteY1" fmla="*/ 696399 h 696677"/>
                    <a:gd name="connsiteX2" fmla="*/ 277378 w 385701"/>
                    <a:gd name="connsiteY2" fmla="*/ 630764 h 696677"/>
                    <a:gd name="connsiteX3" fmla="*/ 331477 w 385701"/>
                    <a:gd name="connsiteY3" fmla="*/ 627310 h 696677"/>
                    <a:gd name="connsiteX4" fmla="*/ 330980 w 385701"/>
                    <a:gd name="connsiteY4" fmla="*/ 532821 h 696677"/>
                    <a:gd name="connsiteX5" fmla="*/ 368582 w 385701"/>
                    <a:gd name="connsiteY5" fmla="*/ 516668 h 696677"/>
                    <a:gd name="connsiteX6" fmla="*/ 350776 w 385701"/>
                    <a:gd name="connsiteY6" fmla="*/ 453168 h 696677"/>
                    <a:gd name="connsiteX7" fmla="*/ 385079 w 385701"/>
                    <a:gd name="connsiteY7" fmla="*/ 409684 h 696677"/>
                    <a:gd name="connsiteX8" fmla="*/ 372877 w 385701"/>
                    <a:gd name="connsiteY8" fmla="*/ 315399 h 696677"/>
                    <a:gd name="connsiteX9" fmla="*/ 372379 w 385701"/>
                    <a:gd name="connsiteY9" fmla="*/ 212073 h 696677"/>
                    <a:gd name="connsiteX10" fmla="*/ 369080 w 385701"/>
                    <a:gd name="connsiteY10" fmla="*/ 12121 h 696677"/>
                    <a:gd name="connsiteX11" fmla="*/ 321082 w 385701"/>
                    <a:gd name="connsiteY11" fmla="*/ 1148 h 696677"/>
                    <a:gd name="connsiteX12" fmla="*/ 171981 w 385701"/>
                    <a:gd name="connsiteY12" fmla="*/ 206279 h 696677"/>
                    <a:gd name="connsiteX13" fmla="*/ 73183 w 385701"/>
                    <a:gd name="connsiteY13" fmla="*/ 300768 h 696677"/>
                    <a:gd name="connsiteX14" fmla="*/ 96279 w 385701"/>
                    <a:gd name="connsiteY14" fmla="*/ 344457 h 696677"/>
                    <a:gd name="connsiteX15" fmla="*/ 42179 w 385701"/>
                    <a:gd name="connsiteY15" fmla="*/ 376968 h 696677"/>
                    <a:gd name="connsiteX16" fmla="*/ 80279 w 385701"/>
                    <a:gd name="connsiteY16" fmla="*/ 415068 h 696677"/>
                    <a:gd name="connsiteX17" fmla="*/ 29479 w 385701"/>
                    <a:gd name="connsiteY17" fmla="*/ 465868 h 696677"/>
                    <a:gd name="connsiteX18" fmla="*/ 29479 w 385701"/>
                    <a:gd name="connsiteY18" fmla="*/ 529368 h 696677"/>
                    <a:gd name="connsiteX19" fmla="*/ 13977 w 385701"/>
                    <a:gd name="connsiteY19" fmla="*/ 601910 h 696677"/>
                    <a:gd name="connsiteX0" fmla="*/ 5575 w 377299"/>
                    <a:gd name="connsiteY0" fmla="*/ 601910 h 696677"/>
                    <a:gd name="connsiteX1" fmla="*/ 244571 w 377299"/>
                    <a:gd name="connsiteY1" fmla="*/ 696399 h 696677"/>
                    <a:gd name="connsiteX2" fmla="*/ 268976 w 377299"/>
                    <a:gd name="connsiteY2" fmla="*/ 630764 h 696677"/>
                    <a:gd name="connsiteX3" fmla="*/ 323075 w 377299"/>
                    <a:gd name="connsiteY3" fmla="*/ 627310 h 696677"/>
                    <a:gd name="connsiteX4" fmla="*/ 322578 w 377299"/>
                    <a:gd name="connsiteY4" fmla="*/ 532821 h 696677"/>
                    <a:gd name="connsiteX5" fmla="*/ 360180 w 377299"/>
                    <a:gd name="connsiteY5" fmla="*/ 516668 h 696677"/>
                    <a:gd name="connsiteX6" fmla="*/ 342374 w 377299"/>
                    <a:gd name="connsiteY6" fmla="*/ 453168 h 696677"/>
                    <a:gd name="connsiteX7" fmla="*/ 376677 w 377299"/>
                    <a:gd name="connsiteY7" fmla="*/ 409684 h 696677"/>
                    <a:gd name="connsiteX8" fmla="*/ 364475 w 377299"/>
                    <a:gd name="connsiteY8" fmla="*/ 315399 h 696677"/>
                    <a:gd name="connsiteX9" fmla="*/ 363977 w 377299"/>
                    <a:gd name="connsiteY9" fmla="*/ 212073 h 696677"/>
                    <a:gd name="connsiteX10" fmla="*/ 360678 w 377299"/>
                    <a:gd name="connsiteY10" fmla="*/ 12121 h 696677"/>
                    <a:gd name="connsiteX11" fmla="*/ 312680 w 377299"/>
                    <a:gd name="connsiteY11" fmla="*/ 1148 h 696677"/>
                    <a:gd name="connsiteX12" fmla="*/ 163579 w 377299"/>
                    <a:gd name="connsiteY12" fmla="*/ 206279 h 696677"/>
                    <a:gd name="connsiteX13" fmla="*/ 64781 w 377299"/>
                    <a:gd name="connsiteY13" fmla="*/ 300768 h 696677"/>
                    <a:gd name="connsiteX14" fmla="*/ 87877 w 377299"/>
                    <a:gd name="connsiteY14" fmla="*/ 344457 h 696677"/>
                    <a:gd name="connsiteX15" fmla="*/ 33777 w 377299"/>
                    <a:gd name="connsiteY15" fmla="*/ 376968 h 696677"/>
                    <a:gd name="connsiteX16" fmla="*/ 71877 w 377299"/>
                    <a:gd name="connsiteY16" fmla="*/ 415068 h 696677"/>
                    <a:gd name="connsiteX17" fmla="*/ 21077 w 377299"/>
                    <a:gd name="connsiteY17" fmla="*/ 465868 h 696677"/>
                    <a:gd name="connsiteX18" fmla="*/ 21077 w 377299"/>
                    <a:gd name="connsiteY18" fmla="*/ 529368 h 696677"/>
                    <a:gd name="connsiteX19" fmla="*/ 5575 w 377299"/>
                    <a:gd name="connsiteY19" fmla="*/ 601910 h 696677"/>
                    <a:gd name="connsiteX0" fmla="*/ 11675 w 383399"/>
                    <a:gd name="connsiteY0" fmla="*/ 601910 h 696677"/>
                    <a:gd name="connsiteX1" fmla="*/ 250671 w 383399"/>
                    <a:gd name="connsiteY1" fmla="*/ 696399 h 696677"/>
                    <a:gd name="connsiteX2" fmla="*/ 275076 w 383399"/>
                    <a:gd name="connsiteY2" fmla="*/ 630764 h 696677"/>
                    <a:gd name="connsiteX3" fmla="*/ 329175 w 383399"/>
                    <a:gd name="connsiteY3" fmla="*/ 627310 h 696677"/>
                    <a:gd name="connsiteX4" fmla="*/ 328678 w 383399"/>
                    <a:gd name="connsiteY4" fmla="*/ 532821 h 696677"/>
                    <a:gd name="connsiteX5" fmla="*/ 366280 w 383399"/>
                    <a:gd name="connsiteY5" fmla="*/ 516668 h 696677"/>
                    <a:gd name="connsiteX6" fmla="*/ 348474 w 383399"/>
                    <a:gd name="connsiteY6" fmla="*/ 453168 h 696677"/>
                    <a:gd name="connsiteX7" fmla="*/ 382777 w 383399"/>
                    <a:gd name="connsiteY7" fmla="*/ 409684 h 696677"/>
                    <a:gd name="connsiteX8" fmla="*/ 370575 w 383399"/>
                    <a:gd name="connsiteY8" fmla="*/ 315399 h 696677"/>
                    <a:gd name="connsiteX9" fmla="*/ 370077 w 383399"/>
                    <a:gd name="connsiteY9" fmla="*/ 212073 h 696677"/>
                    <a:gd name="connsiteX10" fmla="*/ 366778 w 383399"/>
                    <a:gd name="connsiteY10" fmla="*/ 12121 h 696677"/>
                    <a:gd name="connsiteX11" fmla="*/ 318780 w 383399"/>
                    <a:gd name="connsiteY11" fmla="*/ 1148 h 696677"/>
                    <a:gd name="connsiteX12" fmla="*/ 169679 w 383399"/>
                    <a:gd name="connsiteY12" fmla="*/ 206279 h 696677"/>
                    <a:gd name="connsiteX13" fmla="*/ 70881 w 383399"/>
                    <a:gd name="connsiteY13" fmla="*/ 300768 h 696677"/>
                    <a:gd name="connsiteX14" fmla="*/ 93977 w 383399"/>
                    <a:gd name="connsiteY14" fmla="*/ 344457 h 696677"/>
                    <a:gd name="connsiteX15" fmla="*/ 39877 w 383399"/>
                    <a:gd name="connsiteY15" fmla="*/ 376968 h 696677"/>
                    <a:gd name="connsiteX16" fmla="*/ 77977 w 383399"/>
                    <a:gd name="connsiteY16" fmla="*/ 415068 h 696677"/>
                    <a:gd name="connsiteX17" fmla="*/ 27177 w 383399"/>
                    <a:gd name="connsiteY17" fmla="*/ 465868 h 696677"/>
                    <a:gd name="connsiteX18" fmla="*/ 37075 w 383399"/>
                    <a:gd name="connsiteY18" fmla="*/ 529368 h 696677"/>
                    <a:gd name="connsiteX19" fmla="*/ 11675 w 383399"/>
                    <a:gd name="connsiteY19" fmla="*/ 601910 h 696677"/>
                    <a:gd name="connsiteX0" fmla="*/ 11675 w 383399"/>
                    <a:gd name="connsiteY0" fmla="*/ 601910 h 696677"/>
                    <a:gd name="connsiteX1" fmla="*/ 250671 w 383399"/>
                    <a:gd name="connsiteY1" fmla="*/ 696399 h 696677"/>
                    <a:gd name="connsiteX2" fmla="*/ 275076 w 383399"/>
                    <a:gd name="connsiteY2" fmla="*/ 630764 h 696677"/>
                    <a:gd name="connsiteX3" fmla="*/ 329175 w 383399"/>
                    <a:gd name="connsiteY3" fmla="*/ 627310 h 696677"/>
                    <a:gd name="connsiteX4" fmla="*/ 328678 w 383399"/>
                    <a:gd name="connsiteY4" fmla="*/ 532821 h 696677"/>
                    <a:gd name="connsiteX5" fmla="*/ 366280 w 383399"/>
                    <a:gd name="connsiteY5" fmla="*/ 516668 h 696677"/>
                    <a:gd name="connsiteX6" fmla="*/ 348474 w 383399"/>
                    <a:gd name="connsiteY6" fmla="*/ 453168 h 696677"/>
                    <a:gd name="connsiteX7" fmla="*/ 382777 w 383399"/>
                    <a:gd name="connsiteY7" fmla="*/ 409684 h 696677"/>
                    <a:gd name="connsiteX8" fmla="*/ 370575 w 383399"/>
                    <a:gd name="connsiteY8" fmla="*/ 315399 h 696677"/>
                    <a:gd name="connsiteX9" fmla="*/ 370077 w 383399"/>
                    <a:gd name="connsiteY9" fmla="*/ 212073 h 696677"/>
                    <a:gd name="connsiteX10" fmla="*/ 366778 w 383399"/>
                    <a:gd name="connsiteY10" fmla="*/ 12121 h 696677"/>
                    <a:gd name="connsiteX11" fmla="*/ 318780 w 383399"/>
                    <a:gd name="connsiteY11" fmla="*/ 1148 h 696677"/>
                    <a:gd name="connsiteX12" fmla="*/ 169679 w 383399"/>
                    <a:gd name="connsiteY12" fmla="*/ 206279 h 696677"/>
                    <a:gd name="connsiteX13" fmla="*/ 70881 w 383399"/>
                    <a:gd name="connsiteY13" fmla="*/ 300768 h 696677"/>
                    <a:gd name="connsiteX14" fmla="*/ 93977 w 383399"/>
                    <a:gd name="connsiteY14" fmla="*/ 344457 h 696677"/>
                    <a:gd name="connsiteX15" fmla="*/ 39877 w 383399"/>
                    <a:gd name="connsiteY15" fmla="*/ 376968 h 696677"/>
                    <a:gd name="connsiteX16" fmla="*/ 77977 w 383399"/>
                    <a:gd name="connsiteY16" fmla="*/ 415068 h 696677"/>
                    <a:gd name="connsiteX17" fmla="*/ 7381 w 383399"/>
                    <a:gd name="connsiteY17" fmla="*/ 465868 h 696677"/>
                    <a:gd name="connsiteX18" fmla="*/ 37075 w 383399"/>
                    <a:gd name="connsiteY18" fmla="*/ 529368 h 696677"/>
                    <a:gd name="connsiteX19" fmla="*/ 11675 w 383399"/>
                    <a:gd name="connsiteY19" fmla="*/ 601910 h 696677"/>
                    <a:gd name="connsiteX0" fmla="*/ 11675 w 383399"/>
                    <a:gd name="connsiteY0" fmla="*/ 601910 h 696677"/>
                    <a:gd name="connsiteX1" fmla="*/ 250671 w 383399"/>
                    <a:gd name="connsiteY1" fmla="*/ 696399 h 696677"/>
                    <a:gd name="connsiteX2" fmla="*/ 275076 w 383399"/>
                    <a:gd name="connsiteY2" fmla="*/ 630764 h 696677"/>
                    <a:gd name="connsiteX3" fmla="*/ 329175 w 383399"/>
                    <a:gd name="connsiteY3" fmla="*/ 627310 h 696677"/>
                    <a:gd name="connsiteX4" fmla="*/ 328678 w 383399"/>
                    <a:gd name="connsiteY4" fmla="*/ 532821 h 696677"/>
                    <a:gd name="connsiteX5" fmla="*/ 366280 w 383399"/>
                    <a:gd name="connsiteY5" fmla="*/ 516668 h 696677"/>
                    <a:gd name="connsiteX6" fmla="*/ 348474 w 383399"/>
                    <a:gd name="connsiteY6" fmla="*/ 453168 h 696677"/>
                    <a:gd name="connsiteX7" fmla="*/ 382777 w 383399"/>
                    <a:gd name="connsiteY7" fmla="*/ 409684 h 696677"/>
                    <a:gd name="connsiteX8" fmla="*/ 370575 w 383399"/>
                    <a:gd name="connsiteY8" fmla="*/ 315399 h 696677"/>
                    <a:gd name="connsiteX9" fmla="*/ 370077 w 383399"/>
                    <a:gd name="connsiteY9" fmla="*/ 212073 h 696677"/>
                    <a:gd name="connsiteX10" fmla="*/ 366778 w 383399"/>
                    <a:gd name="connsiteY10" fmla="*/ 12121 h 696677"/>
                    <a:gd name="connsiteX11" fmla="*/ 318780 w 383399"/>
                    <a:gd name="connsiteY11" fmla="*/ 1148 h 696677"/>
                    <a:gd name="connsiteX12" fmla="*/ 169679 w 383399"/>
                    <a:gd name="connsiteY12" fmla="*/ 206279 h 696677"/>
                    <a:gd name="connsiteX13" fmla="*/ 70881 w 383399"/>
                    <a:gd name="connsiteY13" fmla="*/ 300768 h 696677"/>
                    <a:gd name="connsiteX14" fmla="*/ 93977 w 383399"/>
                    <a:gd name="connsiteY14" fmla="*/ 344457 h 696677"/>
                    <a:gd name="connsiteX15" fmla="*/ 39877 w 383399"/>
                    <a:gd name="connsiteY15" fmla="*/ 376968 h 696677"/>
                    <a:gd name="connsiteX16" fmla="*/ 77977 w 383399"/>
                    <a:gd name="connsiteY16" fmla="*/ 415068 h 696677"/>
                    <a:gd name="connsiteX17" fmla="*/ 7381 w 383399"/>
                    <a:gd name="connsiteY17" fmla="*/ 465868 h 696677"/>
                    <a:gd name="connsiteX18" fmla="*/ 37075 w 383399"/>
                    <a:gd name="connsiteY18" fmla="*/ 529368 h 696677"/>
                    <a:gd name="connsiteX19" fmla="*/ 11675 w 383399"/>
                    <a:gd name="connsiteY19" fmla="*/ 601910 h 696677"/>
                    <a:gd name="connsiteX0" fmla="*/ 11675 w 383399"/>
                    <a:gd name="connsiteY0" fmla="*/ 601910 h 696677"/>
                    <a:gd name="connsiteX1" fmla="*/ 250671 w 383399"/>
                    <a:gd name="connsiteY1" fmla="*/ 696399 h 696677"/>
                    <a:gd name="connsiteX2" fmla="*/ 275076 w 383399"/>
                    <a:gd name="connsiteY2" fmla="*/ 630764 h 696677"/>
                    <a:gd name="connsiteX3" fmla="*/ 329175 w 383399"/>
                    <a:gd name="connsiteY3" fmla="*/ 627310 h 696677"/>
                    <a:gd name="connsiteX4" fmla="*/ 328678 w 383399"/>
                    <a:gd name="connsiteY4" fmla="*/ 532821 h 696677"/>
                    <a:gd name="connsiteX5" fmla="*/ 366280 w 383399"/>
                    <a:gd name="connsiteY5" fmla="*/ 516668 h 696677"/>
                    <a:gd name="connsiteX6" fmla="*/ 348474 w 383399"/>
                    <a:gd name="connsiteY6" fmla="*/ 453168 h 696677"/>
                    <a:gd name="connsiteX7" fmla="*/ 382777 w 383399"/>
                    <a:gd name="connsiteY7" fmla="*/ 409684 h 696677"/>
                    <a:gd name="connsiteX8" fmla="*/ 370575 w 383399"/>
                    <a:gd name="connsiteY8" fmla="*/ 315399 h 696677"/>
                    <a:gd name="connsiteX9" fmla="*/ 370077 w 383399"/>
                    <a:gd name="connsiteY9" fmla="*/ 212073 h 696677"/>
                    <a:gd name="connsiteX10" fmla="*/ 366778 w 383399"/>
                    <a:gd name="connsiteY10" fmla="*/ 12121 h 696677"/>
                    <a:gd name="connsiteX11" fmla="*/ 318780 w 383399"/>
                    <a:gd name="connsiteY11" fmla="*/ 1148 h 696677"/>
                    <a:gd name="connsiteX12" fmla="*/ 169679 w 383399"/>
                    <a:gd name="connsiteY12" fmla="*/ 206279 h 696677"/>
                    <a:gd name="connsiteX13" fmla="*/ 70881 w 383399"/>
                    <a:gd name="connsiteY13" fmla="*/ 300768 h 696677"/>
                    <a:gd name="connsiteX14" fmla="*/ 93977 w 383399"/>
                    <a:gd name="connsiteY14" fmla="*/ 344457 h 696677"/>
                    <a:gd name="connsiteX15" fmla="*/ 39877 w 383399"/>
                    <a:gd name="connsiteY15" fmla="*/ 376968 h 696677"/>
                    <a:gd name="connsiteX16" fmla="*/ 68079 w 383399"/>
                    <a:gd name="connsiteY16" fmla="*/ 418726 h 696677"/>
                    <a:gd name="connsiteX17" fmla="*/ 7381 w 383399"/>
                    <a:gd name="connsiteY17" fmla="*/ 465868 h 696677"/>
                    <a:gd name="connsiteX18" fmla="*/ 37075 w 383399"/>
                    <a:gd name="connsiteY18" fmla="*/ 529368 h 696677"/>
                    <a:gd name="connsiteX19" fmla="*/ 11675 w 383399"/>
                    <a:gd name="connsiteY19" fmla="*/ 601910 h 696677"/>
                    <a:gd name="connsiteX0" fmla="*/ 11675 w 383399"/>
                    <a:gd name="connsiteY0" fmla="*/ 601910 h 696677"/>
                    <a:gd name="connsiteX1" fmla="*/ 250671 w 383399"/>
                    <a:gd name="connsiteY1" fmla="*/ 696399 h 696677"/>
                    <a:gd name="connsiteX2" fmla="*/ 275076 w 383399"/>
                    <a:gd name="connsiteY2" fmla="*/ 630764 h 696677"/>
                    <a:gd name="connsiteX3" fmla="*/ 329175 w 383399"/>
                    <a:gd name="connsiteY3" fmla="*/ 627310 h 696677"/>
                    <a:gd name="connsiteX4" fmla="*/ 328678 w 383399"/>
                    <a:gd name="connsiteY4" fmla="*/ 532821 h 696677"/>
                    <a:gd name="connsiteX5" fmla="*/ 366280 w 383399"/>
                    <a:gd name="connsiteY5" fmla="*/ 516668 h 696677"/>
                    <a:gd name="connsiteX6" fmla="*/ 348474 w 383399"/>
                    <a:gd name="connsiteY6" fmla="*/ 453168 h 696677"/>
                    <a:gd name="connsiteX7" fmla="*/ 382777 w 383399"/>
                    <a:gd name="connsiteY7" fmla="*/ 409684 h 696677"/>
                    <a:gd name="connsiteX8" fmla="*/ 370575 w 383399"/>
                    <a:gd name="connsiteY8" fmla="*/ 315399 h 696677"/>
                    <a:gd name="connsiteX9" fmla="*/ 370077 w 383399"/>
                    <a:gd name="connsiteY9" fmla="*/ 212073 h 696677"/>
                    <a:gd name="connsiteX10" fmla="*/ 366778 w 383399"/>
                    <a:gd name="connsiteY10" fmla="*/ 12121 h 696677"/>
                    <a:gd name="connsiteX11" fmla="*/ 318780 w 383399"/>
                    <a:gd name="connsiteY11" fmla="*/ 1148 h 696677"/>
                    <a:gd name="connsiteX12" fmla="*/ 169679 w 383399"/>
                    <a:gd name="connsiteY12" fmla="*/ 206279 h 696677"/>
                    <a:gd name="connsiteX13" fmla="*/ 70881 w 383399"/>
                    <a:gd name="connsiteY13" fmla="*/ 300768 h 696677"/>
                    <a:gd name="connsiteX14" fmla="*/ 93977 w 383399"/>
                    <a:gd name="connsiteY14" fmla="*/ 344457 h 696677"/>
                    <a:gd name="connsiteX15" fmla="*/ 20081 w 383399"/>
                    <a:gd name="connsiteY15" fmla="*/ 376968 h 696677"/>
                    <a:gd name="connsiteX16" fmla="*/ 68079 w 383399"/>
                    <a:gd name="connsiteY16" fmla="*/ 418726 h 696677"/>
                    <a:gd name="connsiteX17" fmla="*/ 7381 w 383399"/>
                    <a:gd name="connsiteY17" fmla="*/ 465868 h 696677"/>
                    <a:gd name="connsiteX18" fmla="*/ 37075 w 383399"/>
                    <a:gd name="connsiteY18" fmla="*/ 529368 h 696677"/>
                    <a:gd name="connsiteX19" fmla="*/ 11675 w 383399"/>
                    <a:gd name="connsiteY19" fmla="*/ 601910 h 696677"/>
                    <a:gd name="connsiteX0" fmla="*/ 11675 w 383399"/>
                    <a:gd name="connsiteY0" fmla="*/ 601910 h 696677"/>
                    <a:gd name="connsiteX1" fmla="*/ 250671 w 383399"/>
                    <a:gd name="connsiteY1" fmla="*/ 696399 h 696677"/>
                    <a:gd name="connsiteX2" fmla="*/ 275076 w 383399"/>
                    <a:gd name="connsiteY2" fmla="*/ 630764 h 696677"/>
                    <a:gd name="connsiteX3" fmla="*/ 329175 w 383399"/>
                    <a:gd name="connsiteY3" fmla="*/ 627310 h 696677"/>
                    <a:gd name="connsiteX4" fmla="*/ 328678 w 383399"/>
                    <a:gd name="connsiteY4" fmla="*/ 532821 h 696677"/>
                    <a:gd name="connsiteX5" fmla="*/ 366280 w 383399"/>
                    <a:gd name="connsiteY5" fmla="*/ 516668 h 696677"/>
                    <a:gd name="connsiteX6" fmla="*/ 348474 w 383399"/>
                    <a:gd name="connsiteY6" fmla="*/ 453168 h 696677"/>
                    <a:gd name="connsiteX7" fmla="*/ 382777 w 383399"/>
                    <a:gd name="connsiteY7" fmla="*/ 409684 h 696677"/>
                    <a:gd name="connsiteX8" fmla="*/ 370575 w 383399"/>
                    <a:gd name="connsiteY8" fmla="*/ 315399 h 696677"/>
                    <a:gd name="connsiteX9" fmla="*/ 370077 w 383399"/>
                    <a:gd name="connsiteY9" fmla="*/ 212073 h 696677"/>
                    <a:gd name="connsiteX10" fmla="*/ 366778 w 383399"/>
                    <a:gd name="connsiteY10" fmla="*/ 12121 h 696677"/>
                    <a:gd name="connsiteX11" fmla="*/ 318780 w 383399"/>
                    <a:gd name="connsiteY11" fmla="*/ 1148 h 696677"/>
                    <a:gd name="connsiteX12" fmla="*/ 169679 w 383399"/>
                    <a:gd name="connsiteY12" fmla="*/ 206279 h 696677"/>
                    <a:gd name="connsiteX13" fmla="*/ 70881 w 383399"/>
                    <a:gd name="connsiteY13" fmla="*/ 300768 h 696677"/>
                    <a:gd name="connsiteX14" fmla="*/ 90678 w 383399"/>
                    <a:gd name="connsiteY14" fmla="*/ 344457 h 696677"/>
                    <a:gd name="connsiteX15" fmla="*/ 20081 w 383399"/>
                    <a:gd name="connsiteY15" fmla="*/ 376968 h 696677"/>
                    <a:gd name="connsiteX16" fmla="*/ 68079 w 383399"/>
                    <a:gd name="connsiteY16" fmla="*/ 418726 h 696677"/>
                    <a:gd name="connsiteX17" fmla="*/ 7381 w 383399"/>
                    <a:gd name="connsiteY17" fmla="*/ 465868 h 696677"/>
                    <a:gd name="connsiteX18" fmla="*/ 37075 w 383399"/>
                    <a:gd name="connsiteY18" fmla="*/ 529368 h 696677"/>
                    <a:gd name="connsiteX19" fmla="*/ 11675 w 383399"/>
                    <a:gd name="connsiteY19" fmla="*/ 601910 h 696677"/>
                    <a:gd name="connsiteX0" fmla="*/ 11675 w 383399"/>
                    <a:gd name="connsiteY0" fmla="*/ 601910 h 696677"/>
                    <a:gd name="connsiteX1" fmla="*/ 250671 w 383399"/>
                    <a:gd name="connsiteY1" fmla="*/ 696399 h 696677"/>
                    <a:gd name="connsiteX2" fmla="*/ 275076 w 383399"/>
                    <a:gd name="connsiteY2" fmla="*/ 630764 h 696677"/>
                    <a:gd name="connsiteX3" fmla="*/ 329175 w 383399"/>
                    <a:gd name="connsiteY3" fmla="*/ 627310 h 696677"/>
                    <a:gd name="connsiteX4" fmla="*/ 328678 w 383399"/>
                    <a:gd name="connsiteY4" fmla="*/ 532821 h 696677"/>
                    <a:gd name="connsiteX5" fmla="*/ 366280 w 383399"/>
                    <a:gd name="connsiteY5" fmla="*/ 516668 h 696677"/>
                    <a:gd name="connsiteX6" fmla="*/ 348474 w 383399"/>
                    <a:gd name="connsiteY6" fmla="*/ 453168 h 696677"/>
                    <a:gd name="connsiteX7" fmla="*/ 382777 w 383399"/>
                    <a:gd name="connsiteY7" fmla="*/ 409684 h 696677"/>
                    <a:gd name="connsiteX8" fmla="*/ 370575 w 383399"/>
                    <a:gd name="connsiteY8" fmla="*/ 315399 h 696677"/>
                    <a:gd name="connsiteX9" fmla="*/ 370077 w 383399"/>
                    <a:gd name="connsiteY9" fmla="*/ 212073 h 696677"/>
                    <a:gd name="connsiteX10" fmla="*/ 366778 w 383399"/>
                    <a:gd name="connsiteY10" fmla="*/ 12121 h 696677"/>
                    <a:gd name="connsiteX11" fmla="*/ 318780 w 383399"/>
                    <a:gd name="connsiteY11" fmla="*/ 1148 h 696677"/>
                    <a:gd name="connsiteX12" fmla="*/ 169679 w 383399"/>
                    <a:gd name="connsiteY12" fmla="*/ 206279 h 696677"/>
                    <a:gd name="connsiteX13" fmla="*/ 57683 w 383399"/>
                    <a:gd name="connsiteY13" fmla="*/ 286137 h 696677"/>
                    <a:gd name="connsiteX14" fmla="*/ 90678 w 383399"/>
                    <a:gd name="connsiteY14" fmla="*/ 344457 h 696677"/>
                    <a:gd name="connsiteX15" fmla="*/ 20081 w 383399"/>
                    <a:gd name="connsiteY15" fmla="*/ 376968 h 696677"/>
                    <a:gd name="connsiteX16" fmla="*/ 68079 w 383399"/>
                    <a:gd name="connsiteY16" fmla="*/ 418726 h 696677"/>
                    <a:gd name="connsiteX17" fmla="*/ 7381 w 383399"/>
                    <a:gd name="connsiteY17" fmla="*/ 465868 h 696677"/>
                    <a:gd name="connsiteX18" fmla="*/ 37075 w 383399"/>
                    <a:gd name="connsiteY18" fmla="*/ 529368 h 696677"/>
                    <a:gd name="connsiteX19" fmla="*/ 11675 w 383399"/>
                    <a:gd name="connsiteY19" fmla="*/ 601910 h 696677"/>
                    <a:gd name="connsiteX0" fmla="*/ 11675 w 383399"/>
                    <a:gd name="connsiteY0" fmla="*/ 614993 h 709760"/>
                    <a:gd name="connsiteX1" fmla="*/ 250671 w 383399"/>
                    <a:gd name="connsiteY1" fmla="*/ 709482 h 709760"/>
                    <a:gd name="connsiteX2" fmla="*/ 275076 w 383399"/>
                    <a:gd name="connsiteY2" fmla="*/ 643847 h 709760"/>
                    <a:gd name="connsiteX3" fmla="*/ 329175 w 383399"/>
                    <a:gd name="connsiteY3" fmla="*/ 640393 h 709760"/>
                    <a:gd name="connsiteX4" fmla="*/ 328678 w 383399"/>
                    <a:gd name="connsiteY4" fmla="*/ 545904 h 709760"/>
                    <a:gd name="connsiteX5" fmla="*/ 366280 w 383399"/>
                    <a:gd name="connsiteY5" fmla="*/ 529751 h 709760"/>
                    <a:gd name="connsiteX6" fmla="*/ 348474 w 383399"/>
                    <a:gd name="connsiteY6" fmla="*/ 466251 h 709760"/>
                    <a:gd name="connsiteX7" fmla="*/ 382777 w 383399"/>
                    <a:gd name="connsiteY7" fmla="*/ 422767 h 709760"/>
                    <a:gd name="connsiteX8" fmla="*/ 370575 w 383399"/>
                    <a:gd name="connsiteY8" fmla="*/ 328482 h 709760"/>
                    <a:gd name="connsiteX9" fmla="*/ 370077 w 383399"/>
                    <a:gd name="connsiteY9" fmla="*/ 225156 h 709760"/>
                    <a:gd name="connsiteX10" fmla="*/ 366778 w 383399"/>
                    <a:gd name="connsiteY10" fmla="*/ 25204 h 709760"/>
                    <a:gd name="connsiteX11" fmla="*/ 318780 w 383399"/>
                    <a:gd name="connsiteY11" fmla="*/ 14231 h 709760"/>
                    <a:gd name="connsiteX12" fmla="*/ 159781 w 383399"/>
                    <a:gd name="connsiteY12" fmla="*/ 201073 h 709760"/>
                    <a:gd name="connsiteX13" fmla="*/ 57683 w 383399"/>
                    <a:gd name="connsiteY13" fmla="*/ 299220 h 709760"/>
                    <a:gd name="connsiteX14" fmla="*/ 90678 w 383399"/>
                    <a:gd name="connsiteY14" fmla="*/ 357540 h 709760"/>
                    <a:gd name="connsiteX15" fmla="*/ 20081 w 383399"/>
                    <a:gd name="connsiteY15" fmla="*/ 390051 h 709760"/>
                    <a:gd name="connsiteX16" fmla="*/ 68079 w 383399"/>
                    <a:gd name="connsiteY16" fmla="*/ 431809 h 709760"/>
                    <a:gd name="connsiteX17" fmla="*/ 7381 w 383399"/>
                    <a:gd name="connsiteY17" fmla="*/ 478951 h 709760"/>
                    <a:gd name="connsiteX18" fmla="*/ 37075 w 383399"/>
                    <a:gd name="connsiteY18" fmla="*/ 542451 h 709760"/>
                    <a:gd name="connsiteX19" fmla="*/ 11675 w 383399"/>
                    <a:gd name="connsiteY19" fmla="*/ 614993 h 709760"/>
                    <a:gd name="connsiteX0" fmla="*/ 21682 w 393406"/>
                    <a:gd name="connsiteY0" fmla="*/ 614993 h 709760"/>
                    <a:gd name="connsiteX1" fmla="*/ 260678 w 393406"/>
                    <a:gd name="connsiteY1" fmla="*/ 709482 h 709760"/>
                    <a:gd name="connsiteX2" fmla="*/ 285083 w 393406"/>
                    <a:gd name="connsiteY2" fmla="*/ 643847 h 709760"/>
                    <a:gd name="connsiteX3" fmla="*/ 339182 w 393406"/>
                    <a:gd name="connsiteY3" fmla="*/ 640393 h 709760"/>
                    <a:gd name="connsiteX4" fmla="*/ 338685 w 393406"/>
                    <a:gd name="connsiteY4" fmla="*/ 545904 h 709760"/>
                    <a:gd name="connsiteX5" fmla="*/ 376287 w 393406"/>
                    <a:gd name="connsiteY5" fmla="*/ 529751 h 709760"/>
                    <a:gd name="connsiteX6" fmla="*/ 358481 w 393406"/>
                    <a:gd name="connsiteY6" fmla="*/ 466251 h 709760"/>
                    <a:gd name="connsiteX7" fmla="*/ 392784 w 393406"/>
                    <a:gd name="connsiteY7" fmla="*/ 422767 h 709760"/>
                    <a:gd name="connsiteX8" fmla="*/ 380582 w 393406"/>
                    <a:gd name="connsiteY8" fmla="*/ 328482 h 709760"/>
                    <a:gd name="connsiteX9" fmla="*/ 380084 w 393406"/>
                    <a:gd name="connsiteY9" fmla="*/ 225156 h 709760"/>
                    <a:gd name="connsiteX10" fmla="*/ 376785 w 393406"/>
                    <a:gd name="connsiteY10" fmla="*/ 25204 h 709760"/>
                    <a:gd name="connsiteX11" fmla="*/ 328787 w 393406"/>
                    <a:gd name="connsiteY11" fmla="*/ 14231 h 709760"/>
                    <a:gd name="connsiteX12" fmla="*/ 169788 w 393406"/>
                    <a:gd name="connsiteY12" fmla="*/ 201073 h 709760"/>
                    <a:gd name="connsiteX13" fmla="*/ 67690 w 393406"/>
                    <a:gd name="connsiteY13" fmla="*/ 299220 h 709760"/>
                    <a:gd name="connsiteX14" fmla="*/ 100685 w 393406"/>
                    <a:gd name="connsiteY14" fmla="*/ 357540 h 709760"/>
                    <a:gd name="connsiteX15" fmla="*/ 30088 w 393406"/>
                    <a:gd name="connsiteY15" fmla="*/ 390051 h 709760"/>
                    <a:gd name="connsiteX16" fmla="*/ 78086 w 393406"/>
                    <a:gd name="connsiteY16" fmla="*/ 431809 h 709760"/>
                    <a:gd name="connsiteX17" fmla="*/ 891 w 393406"/>
                    <a:gd name="connsiteY17" fmla="*/ 511871 h 709760"/>
                    <a:gd name="connsiteX18" fmla="*/ 47082 w 393406"/>
                    <a:gd name="connsiteY18" fmla="*/ 542451 h 709760"/>
                    <a:gd name="connsiteX19" fmla="*/ 21682 w 393406"/>
                    <a:gd name="connsiteY19" fmla="*/ 614993 h 709760"/>
                    <a:gd name="connsiteX0" fmla="*/ 21682 w 393406"/>
                    <a:gd name="connsiteY0" fmla="*/ 614993 h 709760"/>
                    <a:gd name="connsiteX1" fmla="*/ 260678 w 393406"/>
                    <a:gd name="connsiteY1" fmla="*/ 709482 h 709760"/>
                    <a:gd name="connsiteX2" fmla="*/ 285083 w 393406"/>
                    <a:gd name="connsiteY2" fmla="*/ 643847 h 709760"/>
                    <a:gd name="connsiteX3" fmla="*/ 339182 w 393406"/>
                    <a:gd name="connsiteY3" fmla="*/ 640393 h 709760"/>
                    <a:gd name="connsiteX4" fmla="*/ 338685 w 393406"/>
                    <a:gd name="connsiteY4" fmla="*/ 545904 h 709760"/>
                    <a:gd name="connsiteX5" fmla="*/ 376287 w 393406"/>
                    <a:gd name="connsiteY5" fmla="*/ 529751 h 709760"/>
                    <a:gd name="connsiteX6" fmla="*/ 358481 w 393406"/>
                    <a:gd name="connsiteY6" fmla="*/ 466251 h 709760"/>
                    <a:gd name="connsiteX7" fmla="*/ 392784 w 393406"/>
                    <a:gd name="connsiteY7" fmla="*/ 422767 h 709760"/>
                    <a:gd name="connsiteX8" fmla="*/ 380582 w 393406"/>
                    <a:gd name="connsiteY8" fmla="*/ 328482 h 709760"/>
                    <a:gd name="connsiteX9" fmla="*/ 380084 w 393406"/>
                    <a:gd name="connsiteY9" fmla="*/ 225156 h 709760"/>
                    <a:gd name="connsiteX10" fmla="*/ 376785 w 393406"/>
                    <a:gd name="connsiteY10" fmla="*/ 25204 h 709760"/>
                    <a:gd name="connsiteX11" fmla="*/ 328787 w 393406"/>
                    <a:gd name="connsiteY11" fmla="*/ 14231 h 709760"/>
                    <a:gd name="connsiteX12" fmla="*/ 169788 w 393406"/>
                    <a:gd name="connsiteY12" fmla="*/ 201073 h 709760"/>
                    <a:gd name="connsiteX13" fmla="*/ 67690 w 393406"/>
                    <a:gd name="connsiteY13" fmla="*/ 299220 h 709760"/>
                    <a:gd name="connsiteX14" fmla="*/ 100685 w 393406"/>
                    <a:gd name="connsiteY14" fmla="*/ 357540 h 709760"/>
                    <a:gd name="connsiteX15" fmla="*/ 33387 w 393406"/>
                    <a:gd name="connsiteY15" fmla="*/ 415656 h 709760"/>
                    <a:gd name="connsiteX16" fmla="*/ 78086 w 393406"/>
                    <a:gd name="connsiteY16" fmla="*/ 431809 h 709760"/>
                    <a:gd name="connsiteX17" fmla="*/ 891 w 393406"/>
                    <a:gd name="connsiteY17" fmla="*/ 511871 h 709760"/>
                    <a:gd name="connsiteX18" fmla="*/ 47082 w 393406"/>
                    <a:gd name="connsiteY18" fmla="*/ 542451 h 709760"/>
                    <a:gd name="connsiteX19" fmla="*/ 21682 w 393406"/>
                    <a:gd name="connsiteY19" fmla="*/ 614993 h 709760"/>
                    <a:gd name="connsiteX0" fmla="*/ 21682 w 393406"/>
                    <a:gd name="connsiteY0" fmla="*/ 614993 h 709760"/>
                    <a:gd name="connsiteX1" fmla="*/ 260678 w 393406"/>
                    <a:gd name="connsiteY1" fmla="*/ 709482 h 709760"/>
                    <a:gd name="connsiteX2" fmla="*/ 285083 w 393406"/>
                    <a:gd name="connsiteY2" fmla="*/ 643847 h 709760"/>
                    <a:gd name="connsiteX3" fmla="*/ 339182 w 393406"/>
                    <a:gd name="connsiteY3" fmla="*/ 640393 h 709760"/>
                    <a:gd name="connsiteX4" fmla="*/ 338685 w 393406"/>
                    <a:gd name="connsiteY4" fmla="*/ 545904 h 709760"/>
                    <a:gd name="connsiteX5" fmla="*/ 376287 w 393406"/>
                    <a:gd name="connsiteY5" fmla="*/ 529751 h 709760"/>
                    <a:gd name="connsiteX6" fmla="*/ 358481 w 393406"/>
                    <a:gd name="connsiteY6" fmla="*/ 466251 h 709760"/>
                    <a:gd name="connsiteX7" fmla="*/ 392784 w 393406"/>
                    <a:gd name="connsiteY7" fmla="*/ 422767 h 709760"/>
                    <a:gd name="connsiteX8" fmla="*/ 380582 w 393406"/>
                    <a:gd name="connsiteY8" fmla="*/ 328482 h 709760"/>
                    <a:gd name="connsiteX9" fmla="*/ 380084 w 393406"/>
                    <a:gd name="connsiteY9" fmla="*/ 225156 h 709760"/>
                    <a:gd name="connsiteX10" fmla="*/ 376785 w 393406"/>
                    <a:gd name="connsiteY10" fmla="*/ 25204 h 709760"/>
                    <a:gd name="connsiteX11" fmla="*/ 328787 w 393406"/>
                    <a:gd name="connsiteY11" fmla="*/ 14231 h 709760"/>
                    <a:gd name="connsiteX12" fmla="*/ 169788 w 393406"/>
                    <a:gd name="connsiteY12" fmla="*/ 201073 h 709760"/>
                    <a:gd name="connsiteX13" fmla="*/ 77588 w 393406"/>
                    <a:gd name="connsiteY13" fmla="*/ 317509 h 709760"/>
                    <a:gd name="connsiteX14" fmla="*/ 100685 w 393406"/>
                    <a:gd name="connsiteY14" fmla="*/ 357540 h 709760"/>
                    <a:gd name="connsiteX15" fmla="*/ 33387 w 393406"/>
                    <a:gd name="connsiteY15" fmla="*/ 415656 h 709760"/>
                    <a:gd name="connsiteX16" fmla="*/ 78086 w 393406"/>
                    <a:gd name="connsiteY16" fmla="*/ 431809 h 709760"/>
                    <a:gd name="connsiteX17" fmla="*/ 891 w 393406"/>
                    <a:gd name="connsiteY17" fmla="*/ 511871 h 709760"/>
                    <a:gd name="connsiteX18" fmla="*/ 47082 w 393406"/>
                    <a:gd name="connsiteY18" fmla="*/ 542451 h 709760"/>
                    <a:gd name="connsiteX19" fmla="*/ 21682 w 393406"/>
                    <a:gd name="connsiteY19" fmla="*/ 614993 h 709760"/>
                    <a:gd name="connsiteX0" fmla="*/ 21682 w 390234"/>
                    <a:gd name="connsiteY0" fmla="*/ 614993 h 709760"/>
                    <a:gd name="connsiteX1" fmla="*/ 260678 w 390234"/>
                    <a:gd name="connsiteY1" fmla="*/ 709482 h 709760"/>
                    <a:gd name="connsiteX2" fmla="*/ 285083 w 390234"/>
                    <a:gd name="connsiteY2" fmla="*/ 643847 h 709760"/>
                    <a:gd name="connsiteX3" fmla="*/ 339182 w 390234"/>
                    <a:gd name="connsiteY3" fmla="*/ 640393 h 709760"/>
                    <a:gd name="connsiteX4" fmla="*/ 338685 w 390234"/>
                    <a:gd name="connsiteY4" fmla="*/ 545904 h 709760"/>
                    <a:gd name="connsiteX5" fmla="*/ 376287 w 390234"/>
                    <a:gd name="connsiteY5" fmla="*/ 529751 h 709760"/>
                    <a:gd name="connsiteX6" fmla="*/ 358481 w 390234"/>
                    <a:gd name="connsiteY6" fmla="*/ 466251 h 709760"/>
                    <a:gd name="connsiteX7" fmla="*/ 389485 w 390234"/>
                    <a:gd name="connsiteY7" fmla="*/ 444714 h 709760"/>
                    <a:gd name="connsiteX8" fmla="*/ 380582 w 390234"/>
                    <a:gd name="connsiteY8" fmla="*/ 328482 h 709760"/>
                    <a:gd name="connsiteX9" fmla="*/ 380084 w 390234"/>
                    <a:gd name="connsiteY9" fmla="*/ 225156 h 709760"/>
                    <a:gd name="connsiteX10" fmla="*/ 376785 w 390234"/>
                    <a:gd name="connsiteY10" fmla="*/ 25204 h 709760"/>
                    <a:gd name="connsiteX11" fmla="*/ 328787 w 390234"/>
                    <a:gd name="connsiteY11" fmla="*/ 14231 h 709760"/>
                    <a:gd name="connsiteX12" fmla="*/ 169788 w 390234"/>
                    <a:gd name="connsiteY12" fmla="*/ 201073 h 709760"/>
                    <a:gd name="connsiteX13" fmla="*/ 77588 w 390234"/>
                    <a:gd name="connsiteY13" fmla="*/ 317509 h 709760"/>
                    <a:gd name="connsiteX14" fmla="*/ 100685 w 390234"/>
                    <a:gd name="connsiteY14" fmla="*/ 357540 h 709760"/>
                    <a:gd name="connsiteX15" fmla="*/ 33387 w 390234"/>
                    <a:gd name="connsiteY15" fmla="*/ 415656 h 709760"/>
                    <a:gd name="connsiteX16" fmla="*/ 78086 w 390234"/>
                    <a:gd name="connsiteY16" fmla="*/ 431809 h 709760"/>
                    <a:gd name="connsiteX17" fmla="*/ 891 w 390234"/>
                    <a:gd name="connsiteY17" fmla="*/ 511871 h 709760"/>
                    <a:gd name="connsiteX18" fmla="*/ 47082 w 390234"/>
                    <a:gd name="connsiteY18" fmla="*/ 542451 h 709760"/>
                    <a:gd name="connsiteX19" fmla="*/ 21682 w 390234"/>
                    <a:gd name="connsiteY19" fmla="*/ 614993 h 709760"/>
                    <a:gd name="connsiteX0" fmla="*/ 21682 w 390209"/>
                    <a:gd name="connsiteY0" fmla="*/ 614993 h 709760"/>
                    <a:gd name="connsiteX1" fmla="*/ 260678 w 390209"/>
                    <a:gd name="connsiteY1" fmla="*/ 709482 h 709760"/>
                    <a:gd name="connsiteX2" fmla="*/ 285083 w 390209"/>
                    <a:gd name="connsiteY2" fmla="*/ 643847 h 709760"/>
                    <a:gd name="connsiteX3" fmla="*/ 339182 w 390209"/>
                    <a:gd name="connsiteY3" fmla="*/ 640393 h 709760"/>
                    <a:gd name="connsiteX4" fmla="*/ 338685 w 390209"/>
                    <a:gd name="connsiteY4" fmla="*/ 545904 h 709760"/>
                    <a:gd name="connsiteX5" fmla="*/ 376287 w 390209"/>
                    <a:gd name="connsiteY5" fmla="*/ 529751 h 709760"/>
                    <a:gd name="connsiteX6" fmla="*/ 358481 w 390209"/>
                    <a:gd name="connsiteY6" fmla="*/ 466251 h 709760"/>
                    <a:gd name="connsiteX7" fmla="*/ 389485 w 390209"/>
                    <a:gd name="connsiteY7" fmla="*/ 444714 h 709760"/>
                    <a:gd name="connsiteX8" fmla="*/ 380084 w 390209"/>
                    <a:gd name="connsiteY8" fmla="*/ 225156 h 709760"/>
                    <a:gd name="connsiteX9" fmla="*/ 376785 w 390209"/>
                    <a:gd name="connsiteY9" fmla="*/ 25204 h 709760"/>
                    <a:gd name="connsiteX10" fmla="*/ 328787 w 390209"/>
                    <a:gd name="connsiteY10" fmla="*/ 14231 h 709760"/>
                    <a:gd name="connsiteX11" fmla="*/ 169788 w 390209"/>
                    <a:gd name="connsiteY11" fmla="*/ 201073 h 709760"/>
                    <a:gd name="connsiteX12" fmla="*/ 77588 w 390209"/>
                    <a:gd name="connsiteY12" fmla="*/ 317509 h 709760"/>
                    <a:gd name="connsiteX13" fmla="*/ 100685 w 390209"/>
                    <a:gd name="connsiteY13" fmla="*/ 357540 h 709760"/>
                    <a:gd name="connsiteX14" fmla="*/ 33387 w 390209"/>
                    <a:gd name="connsiteY14" fmla="*/ 415656 h 709760"/>
                    <a:gd name="connsiteX15" fmla="*/ 78086 w 390209"/>
                    <a:gd name="connsiteY15" fmla="*/ 431809 h 709760"/>
                    <a:gd name="connsiteX16" fmla="*/ 891 w 390209"/>
                    <a:gd name="connsiteY16" fmla="*/ 511871 h 709760"/>
                    <a:gd name="connsiteX17" fmla="*/ 47082 w 390209"/>
                    <a:gd name="connsiteY17" fmla="*/ 542451 h 709760"/>
                    <a:gd name="connsiteX18" fmla="*/ 21682 w 390209"/>
                    <a:gd name="connsiteY18" fmla="*/ 614993 h 709760"/>
                    <a:gd name="connsiteX0" fmla="*/ 21682 w 390209"/>
                    <a:gd name="connsiteY0" fmla="*/ 614993 h 709760"/>
                    <a:gd name="connsiteX1" fmla="*/ 260678 w 390209"/>
                    <a:gd name="connsiteY1" fmla="*/ 709482 h 709760"/>
                    <a:gd name="connsiteX2" fmla="*/ 285083 w 390209"/>
                    <a:gd name="connsiteY2" fmla="*/ 643847 h 709760"/>
                    <a:gd name="connsiteX3" fmla="*/ 339182 w 390209"/>
                    <a:gd name="connsiteY3" fmla="*/ 640393 h 709760"/>
                    <a:gd name="connsiteX4" fmla="*/ 338685 w 390209"/>
                    <a:gd name="connsiteY4" fmla="*/ 545904 h 709760"/>
                    <a:gd name="connsiteX5" fmla="*/ 376287 w 390209"/>
                    <a:gd name="connsiteY5" fmla="*/ 529751 h 709760"/>
                    <a:gd name="connsiteX6" fmla="*/ 358481 w 390209"/>
                    <a:gd name="connsiteY6" fmla="*/ 466251 h 709760"/>
                    <a:gd name="connsiteX7" fmla="*/ 389485 w 390209"/>
                    <a:gd name="connsiteY7" fmla="*/ 433740 h 709760"/>
                    <a:gd name="connsiteX8" fmla="*/ 380084 w 390209"/>
                    <a:gd name="connsiteY8" fmla="*/ 225156 h 709760"/>
                    <a:gd name="connsiteX9" fmla="*/ 376785 w 390209"/>
                    <a:gd name="connsiteY9" fmla="*/ 25204 h 709760"/>
                    <a:gd name="connsiteX10" fmla="*/ 328787 w 390209"/>
                    <a:gd name="connsiteY10" fmla="*/ 14231 h 709760"/>
                    <a:gd name="connsiteX11" fmla="*/ 169788 w 390209"/>
                    <a:gd name="connsiteY11" fmla="*/ 201073 h 709760"/>
                    <a:gd name="connsiteX12" fmla="*/ 77588 w 390209"/>
                    <a:gd name="connsiteY12" fmla="*/ 317509 h 709760"/>
                    <a:gd name="connsiteX13" fmla="*/ 100685 w 390209"/>
                    <a:gd name="connsiteY13" fmla="*/ 357540 h 709760"/>
                    <a:gd name="connsiteX14" fmla="*/ 33387 w 390209"/>
                    <a:gd name="connsiteY14" fmla="*/ 415656 h 709760"/>
                    <a:gd name="connsiteX15" fmla="*/ 78086 w 390209"/>
                    <a:gd name="connsiteY15" fmla="*/ 431809 h 709760"/>
                    <a:gd name="connsiteX16" fmla="*/ 891 w 390209"/>
                    <a:gd name="connsiteY16" fmla="*/ 511871 h 709760"/>
                    <a:gd name="connsiteX17" fmla="*/ 47082 w 390209"/>
                    <a:gd name="connsiteY17" fmla="*/ 542451 h 709760"/>
                    <a:gd name="connsiteX18" fmla="*/ 21682 w 390209"/>
                    <a:gd name="connsiteY18" fmla="*/ 614993 h 709760"/>
                    <a:gd name="connsiteX0" fmla="*/ 21682 w 390209"/>
                    <a:gd name="connsiteY0" fmla="*/ 614993 h 709760"/>
                    <a:gd name="connsiteX1" fmla="*/ 260678 w 390209"/>
                    <a:gd name="connsiteY1" fmla="*/ 709482 h 709760"/>
                    <a:gd name="connsiteX2" fmla="*/ 285083 w 390209"/>
                    <a:gd name="connsiteY2" fmla="*/ 643847 h 709760"/>
                    <a:gd name="connsiteX3" fmla="*/ 339182 w 390209"/>
                    <a:gd name="connsiteY3" fmla="*/ 640393 h 709760"/>
                    <a:gd name="connsiteX4" fmla="*/ 338685 w 390209"/>
                    <a:gd name="connsiteY4" fmla="*/ 545904 h 709760"/>
                    <a:gd name="connsiteX5" fmla="*/ 376287 w 390209"/>
                    <a:gd name="connsiteY5" fmla="*/ 529751 h 709760"/>
                    <a:gd name="connsiteX6" fmla="*/ 358481 w 390209"/>
                    <a:gd name="connsiteY6" fmla="*/ 440647 h 709760"/>
                    <a:gd name="connsiteX7" fmla="*/ 389485 w 390209"/>
                    <a:gd name="connsiteY7" fmla="*/ 433740 h 709760"/>
                    <a:gd name="connsiteX8" fmla="*/ 380084 w 390209"/>
                    <a:gd name="connsiteY8" fmla="*/ 225156 h 709760"/>
                    <a:gd name="connsiteX9" fmla="*/ 376785 w 390209"/>
                    <a:gd name="connsiteY9" fmla="*/ 25204 h 709760"/>
                    <a:gd name="connsiteX10" fmla="*/ 328787 w 390209"/>
                    <a:gd name="connsiteY10" fmla="*/ 14231 h 709760"/>
                    <a:gd name="connsiteX11" fmla="*/ 169788 w 390209"/>
                    <a:gd name="connsiteY11" fmla="*/ 201073 h 709760"/>
                    <a:gd name="connsiteX12" fmla="*/ 77588 w 390209"/>
                    <a:gd name="connsiteY12" fmla="*/ 317509 h 709760"/>
                    <a:gd name="connsiteX13" fmla="*/ 100685 w 390209"/>
                    <a:gd name="connsiteY13" fmla="*/ 357540 h 709760"/>
                    <a:gd name="connsiteX14" fmla="*/ 33387 w 390209"/>
                    <a:gd name="connsiteY14" fmla="*/ 415656 h 709760"/>
                    <a:gd name="connsiteX15" fmla="*/ 78086 w 390209"/>
                    <a:gd name="connsiteY15" fmla="*/ 431809 h 709760"/>
                    <a:gd name="connsiteX16" fmla="*/ 891 w 390209"/>
                    <a:gd name="connsiteY16" fmla="*/ 511871 h 709760"/>
                    <a:gd name="connsiteX17" fmla="*/ 47082 w 390209"/>
                    <a:gd name="connsiteY17" fmla="*/ 542451 h 709760"/>
                    <a:gd name="connsiteX18" fmla="*/ 21682 w 390209"/>
                    <a:gd name="connsiteY18" fmla="*/ 614993 h 709760"/>
                    <a:gd name="connsiteX0" fmla="*/ 21682 w 390209"/>
                    <a:gd name="connsiteY0" fmla="*/ 614993 h 709760"/>
                    <a:gd name="connsiteX1" fmla="*/ 260678 w 390209"/>
                    <a:gd name="connsiteY1" fmla="*/ 709482 h 709760"/>
                    <a:gd name="connsiteX2" fmla="*/ 285083 w 390209"/>
                    <a:gd name="connsiteY2" fmla="*/ 643847 h 709760"/>
                    <a:gd name="connsiteX3" fmla="*/ 339182 w 390209"/>
                    <a:gd name="connsiteY3" fmla="*/ 640393 h 709760"/>
                    <a:gd name="connsiteX4" fmla="*/ 338685 w 390209"/>
                    <a:gd name="connsiteY4" fmla="*/ 545904 h 709760"/>
                    <a:gd name="connsiteX5" fmla="*/ 376287 w 390209"/>
                    <a:gd name="connsiteY5" fmla="*/ 529751 h 709760"/>
                    <a:gd name="connsiteX6" fmla="*/ 358481 w 390209"/>
                    <a:gd name="connsiteY6" fmla="*/ 440647 h 709760"/>
                    <a:gd name="connsiteX7" fmla="*/ 389485 w 390209"/>
                    <a:gd name="connsiteY7" fmla="*/ 433740 h 709760"/>
                    <a:gd name="connsiteX8" fmla="*/ 380084 w 390209"/>
                    <a:gd name="connsiteY8" fmla="*/ 225156 h 709760"/>
                    <a:gd name="connsiteX9" fmla="*/ 376785 w 390209"/>
                    <a:gd name="connsiteY9" fmla="*/ 25204 h 709760"/>
                    <a:gd name="connsiteX10" fmla="*/ 328787 w 390209"/>
                    <a:gd name="connsiteY10" fmla="*/ 14231 h 709760"/>
                    <a:gd name="connsiteX11" fmla="*/ 169788 w 390209"/>
                    <a:gd name="connsiteY11" fmla="*/ 201073 h 709760"/>
                    <a:gd name="connsiteX12" fmla="*/ 77588 w 390209"/>
                    <a:gd name="connsiteY12" fmla="*/ 317509 h 709760"/>
                    <a:gd name="connsiteX13" fmla="*/ 100685 w 390209"/>
                    <a:gd name="connsiteY13" fmla="*/ 357540 h 709760"/>
                    <a:gd name="connsiteX14" fmla="*/ 33387 w 390209"/>
                    <a:gd name="connsiteY14" fmla="*/ 415656 h 709760"/>
                    <a:gd name="connsiteX15" fmla="*/ 78086 w 390209"/>
                    <a:gd name="connsiteY15" fmla="*/ 431809 h 709760"/>
                    <a:gd name="connsiteX16" fmla="*/ 891 w 390209"/>
                    <a:gd name="connsiteY16" fmla="*/ 511871 h 709760"/>
                    <a:gd name="connsiteX17" fmla="*/ 47082 w 390209"/>
                    <a:gd name="connsiteY17" fmla="*/ 542451 h 709760"/>
                    <a:gd name="connsiteX18" fmla="*/ 21682 w 390209"/>
                    <a:gd name="connsiteY18" fmla="*/ 614993 h 709760"/>
                    <a:gd name="connsiteX0" fmla="*/ 21682 w 390209"/>
                    <a:gd name="connsiteY0" fmla="*/ 614993 h 709760"/>
                    <a:gd name="connsiteX1" fmla="*/ 260678 w 390209"/>
                    <a:gd name="connsiteY1" fmla="*/ 709482 h 709760"/>
                    <a:gd name="connsiteX2" fmla="*/ 285083 w 390209"/>
                    <a:gd name="connsiteY2" fmla="*/ 643847 h 709760"/>
                    <a:gd name="connsiteX3" fmla="*/ 339182 w 390209"/>
                    <a:gd name="connsiteY3" fmla="*/ 640393 h 709760"/>
                    <a:gd name="connsiteX4" fmla="*/ 338685 w 390209"/>
                    <a:gd name="connsiteY4" fmla="*/ 545904 h 709760"/>
                    <a:gd name="connsiteX5" fmla="*/ 376287 w 390209"/>
                    <a:gd name="connsiteY5" fmla="*/ 529751 h 709760"/>
                    <a:gd name="connsiteX6" fmla="*/ 358481 w 390209"/>
                    <a:gd name="connsiteY6" fmla="*/ 440647 h 709760"/>
                    <a:gd name="connsiteX7" fmla="*/ 389485 w 390209"/>
                    <a:gd name="connsiteY7" fmla="*/ 433740 h 709760"/>
                    <a:gd name="connsiteX8" fmla="*/ 380084 w 390209"/>
                    <a:gd name="connsiteY8" fmla="*/ 225156 h 709760"/>
                    <a:gd name="connsiteX9" fmla="*/ 376785 w 390209"/>
                    <a:gd name="connsiteY9" fmla="*/ 25204 h 709760"/>
                    <a:gd name="connsiteX10" fmla="*/ 328787 w 390209"/>
                    <a:gd name="connsiteY10" fmla="*/ 14231 h 709760"/>
                    <a:gd name="connsiteX11" fmla="*/ 169788 w 390209"/>
                    <a:gd name="connsiteY11" fmla="*/ 201073 h 709760"/>
                    <a:gd name="connsiteX12" fmla="*/ 77588 w 390209"/>
                    <a:gd name="connsiteY12" fmla="*/ 317509 h 709760"/>
                    <a:gd name="connsiteX13" fmla="*/ 100685 w 390209"/>
                    <a:gd name="connsiteY13" fmla="*/ 357540 h 709760"/>
                    <a:gd name="connsiteX14" fmla="*/ 33387 w 390209"/>
                    <a:gd name="connsiteY14" fmla="*/ 415656 h 709760"/>
                    <a:gd name="connsiteX15" fmla="*/ 78086 w 390209"/>
                    <a:gd name="connsiteY15" fmla="*/ 431809 h 709760"/>
                    <a:gd name="connsiteX16" fmla="*/ 891 w 390209"/>
                    <a:gd name="connsiteY16" fmla="*/ 511871 h 709760"/>
                    <a:gd name="connsiteX17" fmla="*/ 47082 w 390209"/>
                    <a:gd name="connsiteY17" fmla="*/ 542451 h 709760"/>
                    <a:gd name="connsiteX18" fmla="*/ 21682 w 390209"/>
                    <a:gd name="connsiteY18" fmla="*/ 614993 h 70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390209" h="709760">
                      <a:moveTo>
                        <a:pt x="21682" y="614993"/>
                      </a:moveTo>
                      <a:cubicBezTo>
                        <a:pt x="57281" y="642832"/>
                        <a:pt x="216778" y="704673"/>
                        <a:pt x="260678" y="709482"/>
                      </a:cubicBezTo>
                      <a:cubicBezTo>
                        <a:pt x="304578" y="714291"/>
                        <a:pt x="271999" y="655362"/>
                        <a:pt x="285083" y="643847"/>
                      </a:cubicBezTo>
                      <a:cubicBezTo>
                        <a:pt x="298167" y="632332"/>
                        <a:pt x="330248" y="656717"/>
                        <a:pt x="339182" y="640393"/>
                      </a:cubicBezTo>
                      <a:cubicBezTo>
                        <a:pt x="348116" y="624069"/>
                        <a:pt x="332501" y="564344"/>
                        <a:pt x="338685" y="545904"/>
                      </a:cubicBezTo>
                      <a:cubicBezTo>
                        <a:pt x="344869" y="527464"/>
                        <a:pt x="372988" y="547294"/>
                        <a:pt x="376287" y="529751"/>
                      </a:cubicBezTo>
                      <a:cubicBezTo>
                        <a:pt x="379586" y="512208"/>
                        <a:pt x="356281" y="456649"/>
                        <a:pt x="358481" y="440647"/>
                      </a:cubicBezTo>
                      <a:cubicBezTo>
                        <a:pt x="360681" y="424645"/>
                        <a:pt x="385885" y="469655"/>
                        <a:pt x="389485" y="433740"/>
                      </a:cubicBezTo>
                      <a:cubicBezTo>
                        <a:pt x="393085" y="397825"/>
                        <a:pt x="382201" y="293245"/>
                        <a:pt x="380084" y="225156"/>
                      </a:cubicBezTo>
                      <a:cubicBezTo>
                        <a:pt x="377967" y="157067"/>
                        <a:pt x="383135" y="50604"/>
                        <a:pt x="376785" y="25204"/>
                      </a:cubicBezTo>
                      <a:cubicBezTo>
                        <a:pt x="367136" y="7120"/>
                        <a:pt x="363286" y="-15080"/>
                        <a:pt x="328787" y="14231"/>
                      </a:cubicBezTo>
                      <a:cubicBezTo>
                        <a:pt x="294288" y="43542"/>
                        <a:pt x="211655" y="150527"/>
                        <a:pt x="169788" y="201073"/>
                      </a:cubicBezTo>
                      <a:cubicBezTo>
                        <a:pt x="127921" y="251619"/>
                        <a:pt x="89105" y="291431"/>
                        <a:pt x="77588" y="317509"/>
                      </a:cubicBezTo>
                      <a:cubicBezTo>
                        <a:pt x="66071" y="343587"/>
                        <a:pt x="108052" y="341182"/>
                        <a:pt x="100685" y="357540"/>
                      </a:cubicBezTo>
                      <a:cubicBezTo>
                        <a:pt x="93318" y="373898"/>
                        <a:pt x="37154" y="403278"/>
                        <a:pt x="33387" y="415656"/>
                      </a:cubicBezTo>
                      <a:cubicBezTo>
                        <a:pt x="29621" y="428034"/>
                        <a:pt x="83502" y="415773"/>
                        <a:pt x="78086" y="431809"/>
                      </a:cubicBezTo>
                      <a:cubicBezTo>
                        <a:pt x="72670" y="447845"/>
                        <a:pt x="9358" y="492821"/>
                        <a:pt x="891" y="511871"/>
                      </a:cubicBezTo>
                      <a:cubicBezTo>
                        <a:pt x="-7576" y="530921"/>
                        <a:pt x="47082" y="542451"/>
                        <a:pt x="47082" y="542451"/>
                      </a:cubicBezTo>
                      <a:cubicBezTo>
                        <a:pt x="42849" y="559384"/>
                        <a:pt x="-13917" y="587155"/>
                        <a:pt x="21682" y="614993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37000">
                      <a:schemeClr val="bg2">
                        <a:lumMod val="90000"/>
                      </a:schemeClr>
                    </a:gs>
                    <a:gs pos="81000">
                      <a:schemeClr val="bg1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 w="6350"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74282DB-BCE6-5F2A-1B5B-28E68A97E0CA}"/>
              </a:ext>
            </a:extLst>
          </p:cNvPr>
          <p:cNvGrpSpPr/>
          <p:nvPr/>
        </p:nvGrpSpPr>
        <p:grpSpPr>
          <a:xfrm>
            <a:off x="2663721" y="4666355"/>
            <a:ext cx="3368386" cy="1248584"/>
            <a:chOff x="7869430" y="1208806"/>
            <a:chExt cx="3368386" cy="1248584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ADE3AEF1-3F43-A63E-19D6-0BCF6EDBE3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1176" t="61921" r="22082" b="6236"/>
            <a:stretch/>
          </p:blipFill>
          <p:spPr>
            <a:xfrm>
              <a:off x="9179789" y="1208806"/>
              <a:ext cx="2058027" cy="1248584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6998F22-4A8E-8AD2-20F8-2A1FA98E6E1B}"/>
                </a:ext>
              </a:extLst>
            </p:cNvPr>
            <p:cNvGrpSpPr/>
            <p:nvPr/>
          </p:nvGrpSpPr>
          <p:grpSpPr>
            <a:xfrm>
              <a:off x="7869430" y="1254257"/>
              <a:ext cx="1145628" cy="1172327"/>
              <a:chOff x="7971314" y="1167408"/>
              <a:chExt cx="1145628" cy="1172327"/>
            </a:xfrm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F0401EA8-DB82-E7B9-A3B0-D0B6F6037EB0}"/>
                  </a:ext>
                </a:extLst>
              </p:cNvPr>
              <p:cNvGrpSpPr/>
              <p:nvPr/>
            </p:nvGrpSpPr>
            <p:grpSpPr>
              <a:xfrm>
                <a:off x="8260277" y="1167408"/>
                <a:ext cx="856665" cy="832432"/>
                <a:chOff x="2828230" y="3099114"/>
                <a:chExt cx="1030300" cy="1000412"/>
              </a:xfrm>
            </p:grpSpPr>
            <p:grpSp>
              <p:nvGrpSpPr>
                <p:cNvPr id="128" name="Group 127">
                  <a:extLst>
                    <a:ext uri="{FF2B5EF4-FFF2-40B4-BE49-F238E27FC236}">
                      <a16:creationId xmlns:a16="http://schemas.microsoft.com/office/drawing/2014/main" id="{50275291-C666-FA40-DE70-496BB8D63D0E}"/>
                    </a:ext>
                  </a:extLst>
                </p:cNvPr>
                <p:cNvGrpSpPr/>
                <p:nvPr/>
              </p:nvGrpSpPr>
              <p:grpSpPr>
                <a:xfrm>
                  <a:off x="2828230" y="3099114"/>
                  <a:ext cx="1030300" cy="1000412"/>
                  <a:chOff x="2931867" y="3827005"/>
                  <a:chExt cx="1371600" cy="1325058"/>
                </a:xfrm>
              </p:grpSpPr>
              <p:sp>
                <p:nvSpPr>
                  <p:cNvPr id="133" name="Oval 132">
                    <a:extLst>
                      <a:ext uri="{FF2B5EF4-FFF2-40B4-BE49-F238E27FC236}">
                        <a16:creationId xmlns:a16="http://schemas.microsoft.com/office/drawing/2014/main" id="{67C4C908-9C45-12C4-4C79-8D6182D0A235}"/>
                      </a:ext>
                    </a:extLst>
                  </p:cNvPr>
                  <p:cNvSpPr/>
                  <p:nvPr/>
                </p:nvSpPr>
                <p:spPr>
                  <a:xfrm>
                    <a:off x="2931867" y="3827005"/>
                    <a:ext cx="1371600" cy="1325058"/>
                  </a:xfrm>
                  <a:prstGeom prst="ellipse">
                    <a:avLst/>
                  </a:prstGeom>
                  <a:gradFill flip="none" rotWithShape="1">
                    <a:gsLst>
                      <a:gs pos="96000">
                        <a:srgbClr val="C84D4C"/>
                      </a:gs>
                      <a:gs pos="26000">
                        <a:srgbClr val="FCE5EA"/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34" name="Freeform: Shape 133">
                    <a:extLst>
                      <a:ext uri="{FF2B5EF4-FFF2-40B4-BE49-F238E27FC236}">
                        <a16:creationId xmlns:a16="http://schemas.microsoft.com/office/drawing/2014/main" id="{38443A91-462D-69AD-5F0F-CDAF1A230755}"/>
                      </a:ext>
                    </a:extLst>
                  </p:cNvPr>
                  <p:cNvSpPr/>
                  <p:nvPr/>
                </p:nvSpPr>
                <p:spPr>
                  <a:xfrm>
                    <a:off x="3178148" y="4151651"/>
                    <a:ext cx="897484" cy="741365"/>
                  </a:xfrm>
                  <a:custGeom>
                    <a:avLst/>
                    <a:gdLst>
                      <a:gd name="connsiteX0" fmla="*/ 157790 w 843850"/>
                      <a:gd name="connsiteY0" fmla="*/ 81646 h 716344"/>
                      <a:gd name="connsiteX1" fmla="*/ 5390 w 843850"/>
                      <a:gd name="connsiteY1" fmla="*/ 272146 h 716344"/>
                      <a:gd name="connsiteX2" fmla="*/ 91115 w 843850"/>
                      <a:gd name="connsiteY2" fmla="*/ 643621 h 716344"/>
                      <a:gd name="connsiteX3" fmla="*/ 605465 w 843850"/>
                      <a:gd name="connsiteY3" fmla="*/ 691246 h 716344"/>
                      <a:gd name="connsiteX4" fmla="*/ 843590 w 843850"/>
                      <a:gd name="connsiteY4" fmla="*/ 348346 h 716344"/>
                      <a:gd name="connsiteX5" fmla="*/ 643565 w 843850"/>
                      <a:gd name="connsiteY5" fmla="*/ 34021 h 716344"/>
                      <a:gd name="connsiteX6" fmla="*/ 272090 w 843850"/>
                      <a:gd name="connsiteY6" fmla="*/ 14971 h 716344"/>
                      <a:gd name="connsiteX7" fmla="*/ 157790 w 843850"/>
                      <a:gd name="connsiteY7" fmla="*/ 81646 h 7163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843850" h="716344">
                        <a:moveTo>
                          <a:pt x="157790" y="81646"/>
                        </a:moveTo>
                        <a:cubicBezTo>
                          <a:pt x="113340" y="124508"/>
                          <a:pt x="16502" y="178484"/>
                          <a:pt x="5390" y="272146"/>
                        </a:cubicBezTo>
                        <a:cubicBezTo>
                          <a:pt x="-5722" y="365808"/>
                          <a:pt x="-8897" y="573771"/>
                          <a:pt x="91115" y="643621"/>
                        </a:cubicBezTo>
                        <a:cubicBezTo>
                          <a:pt x="191127" y="713471"/>
                          <a:pt x="480053" y="740458"/>
                          <a:pt x="605465" y="691246"/>
                        </a:cubicBezTo>
                        <a:cubicBezTo>
                          <a:pt x="730877" y="642034"/>
                          <a:pt x="837240" y="457883"/>
                          <a:pt x="843590" y="348346"/>
                        </a:cubicBezTo>
                        <a:cubicBezTo>
                          <a:pt x="849940" y="238809"/>
                          <a:pt x="738815" y="89584"/>
                          <a:pt x="643565" y="34021"/>
                        </a:cubicBezTo>
                        <a:cubicBezTo>
                          <a:pt x="548315" y="-21542"/>
                          <a:pt x="354640" y="5446"/>
                          <a:pt x="272090" y="14971"/>
                        </a:cubicBezTo>
                        <a:cubicBezTo>
                          <a:pt x="189540" y="24496"/>
                          <a:pt x="202240" y="38784"/>
                          <a:pt x="157790" y="81646"/>
                        </a:cubicBezTo>
                        <a:close/>
                      </a:path>
                    </a:pathLst>
                  </a:custGeom>
                  <a:noFill/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5" name="Freeform: Shape 134">
                    <a:extLst>
                      <a:ext uri="{FF2B5EF4-FFF2-40B4-BE49-F238E27FC236}">
                        <a16:creationId xmlns:a16="http://schemas.microsoft.com/office/drawing/2014/main" id="{30BF3CF8-FAA5-8D73-CFAB-512669318798}"/>
                      </a:ext>
                    </a:extLst>
                  </p:cNvPr>
                  <p:cNvSpPr/>
                  <p:nvPr/>
                </p:nvSpPr>
                <p:spPr>
                  <a:xfrm>
                    <a:off x="3284993" y="4325124"/>
                    <a:ext cx="669000" cy="326626"/>
                  </a:xfrm>
                  <a:custGeom>
                    <a:avLst/>
                    <a:gdLst>
                      <a:gd name="connsiteX0" fmla="*/ 4216 w 634011"/>
                      <a:gd name="connsiteY0" fmla="*/ 199593 h 326626"/>
                      <a:gd name="connsiteX1" fmla="*/ 124866 w 634011"/>
                      <a:gd name="connsiteY1" fmla="*/ 123393 h 326626"/>
                      <a:gd name="connsiteX2" fmla="*/ 162966 w 634011"/>
                      <a:gd name="connsiteY2" fmla="*/ 110693 h 326626"/>
                      <a:gd name="connsiteX3" fmla="*/ 264566 w 634011"/>
                      <a:gd name="connsiteY3" fmla="*/ 28143 h 326626"/>
                      <a:gd name="connsiteX4" fmla="*/ 410616 w 634011"/>
                      <a:gd name="connsiteY4" fmla="*/ 2743 h 326626"/>
                      <a:gd name="connsiteX5" fmla="*/ 512216 w 634011"/>
                      <a:gd name="connsiteY5" fmla="*/ 85293 h 326626"/>
                      <a:gd name="connsiteX6" fmla="*/ 632866 w 634011"/>
                      <a:gd name="connsiteY6" fmla="*/ 148793 h 326626"/>
                      <a:gd name="connsiteX7" fmla="*/ 436016 w 634011"/>
                      <a:gd name="connsiteY7" fmla="*/ 231343 h 326626"/>
                      <a:gd name="connsiteX8" fmla="*/ 372516 w 634011"/>
                      <a:gd name="connsiteY8" fmla="*/ 288493 h 326626"/>
                      <a:gd name="connsiteX9" fmla="*/ 302666 w 634011"/>
                      <a:gd name="connsiteY9" fmla="*/ 237693 h 326626"/>
                      <a:gd name="connsiteX10" fmla="*/ 213766 w 634011"/>
                      <a:gd name="connsiteY10" fmla="*/ 288493 h 326626"/>
                      <a:gd name="connsiteX11" fmla="*/ 105816 w 634011"/>
                      <a:gd name="connsiteY11" fmla="*/ 326593 h 326626"/>
                      <a:gd name="connsiteX12" fmla="*/ 35966 w 634011"/>
                      <a:gd name="connsiteY12" fmla="*/ 282143 h 326626"/>
                      <a:gd name="connsiteX13" fmla="*/ 4216 w 634011"/>
                      <a:gd name="connsiteY13" fmla="*/ 199593 h 326626"/>
                      <a:gd name="connsiteX0" fmla="*/ 2279 w 670174"/>
                      <a:gd name="connsiteY0" fmla="*/ 212293 h 326626"/>
                      <a:gd name="connsiteX1" fmla="*/ 161029 w 670174"/>
                      <a:gd name="connsiteY1" fmla="*/ 123393 h 326626"/>
                      <a:gd name="connsiteX2" fmla="*/ 199129 w 670174"/>
                      <a:gd name="connsiteY2" fmla="*/ 110693 h 326626"/>
                      <a:gd name="connsiteX3" fmla="*/ 300729 w 670174"/>
                      <a:gd name="connsiteY3" fmla="*/ 28143 h 326626"/>
                      <a:gd name="connsiteX4" fmla="*/ 446779 w 670174"/>
                      <a:gd name="connsiteY4" fmla="*/ 2743 h 326626"/>
                      <a:gd name="connsiteX5" fmla="*/ 548379 w 670174"/>
                      <a:gd name="connsiteY5" fmla="*/ 85293 h 326626"/>
                      <a:gd name="connsiteX6" fmla="*/ 669029 w 670174"/>
                      <a:gd name="connsiteY6" fmla="*/ 148793 h 326626"/>
                      <a:gd name="connsiteX7" fmla="*/ 472179 w 670174"/>
                      <a:gd name="connsiteY7" fmla="*/ 231343 h 326626"/>
                      <a:gd name="connsiteX8" fmla="*/ 408679 w 670174"/>
                      <a:gd name="connsiteY8" fmla="*/ 288493 h 326626"/>
                      <a:gd name="connsiteX9" fmla="*/ 338829 w 670174"/>
                      <a:gd name="connsiteY9" fmla="*/ 237693 h 326626"/>
                      <a:gd name="connsiteX10" fmla="*/ 249929 w 670174"/>
                      <a:gd name="connsiteY10" fmla="*/ 288493 h 326626"/>
                      <a:gd name="connsiteX11" fmla="*/ 141979 w 670174"/>
                      <a:gd name="connsiteY11" fmla="*/ 326593 h 326626"/>
                      <a:gd name="connsiteX12" fmla="*/ 72129 w 670174"/>
                      <a:gd name="connsiteY12" fmla="*/ 282143 h 326626"/>
                      <a:gd name="connsiteX13" fmla="*/ 2279 w 670174"/>
                      <a:gd name="connsiteY13" fmla="*/ 212293 h 326626"/>
                      <a:gd name="connsiteX0" fmla="*/ 933 w 668828"/>
                      <a:gd name="connsiteY0" fmla="*/ 212293 h 326626"/>
                      <a:gd name="connsiteX1" fmla="*/ 159683 w 668828"/>
                      <a:gd name="connsiteY1" fmla="*/ 123393 h 326626"/>
                      <a:gd name="connsiteX2" fmla="*/ 197783 w 668828"/>
                      <a:gd name="connsiteY2" fmla="*/ 110693 h 326626"/>
                      <a:gd name="connsiteX3" fmla="*/ 299383 w 668828"/>
                      <a:gd name="connsiteY3" fmla="*/ 28143 h 326626"/>
                      <a:gd name="connsiteX4" fmla="*/ 445433 w 668828"/>
                      <a:gd name="connsiteY4" fmla="*/ 2743 h 326626"/>
                      <a:gd name="connsiteX5" fmla="*/ 547033 w 668828"/>
                      <a:gd name="connsiteY5" fmla="*/ 85293 h 326626"/>
                      <a:gd name="connsiteX6" fmla="*/ 667683 w 668828"/>
                      <a:gd name="connsiteY6" fmla="*/ 148793 h 326626"/>
                      <a:gd name="connsiteX7" fmla="*/ 470833 w 668828"/>
                      <a:gd name="connsiteY7" fmla="*/ 231343 h 326626"/>
                      <a:gd name="connsiteX8" fmla="*/ 407333 w 668828"/>
                      <a:gd name="connsiteY8" fmla="*/ 288493 h 326626"/>
                      <a:gd name="connsiteX9" fmla="*/ 337483 w 668828"/>
                      <a:gd name="connsiteY9" fmla="*/ 237693 h 326626"/>
                      <a:gd name="connsiteX10" fmla="*/ 248583 w 668828"/>
                      <a:gd name="connsiteY10" fmla="*/ 288493 h 326626"/>
                      <a:gd name="connsiteX11" fmla="*/ 140633 w 668828"/>
                      <a:gd name="connsiteY11" fmla="*/ 326593 h 326626"/>
                      <a:gd name="connsiteX12" fmla="*/ 96183 w 668828"/>
                      <a:gd name="connsiteY12" fmla="*/ 244043 h 326626"/>
                      <a:gd name="connsiteX13" fmla="*/ 933 w 668828"/>
                      <a:gd name="connsiteY13" fmla="*/ 212293 h 326626"/>
                      <a:gd name="connsiteX0" fmla="*/ 1105 w 669000"/>
                      <a:gd name="connsiteY0" fmla="*/ 212293 h 326626"/>
                      <a:gd name="connsiteX1" fmla="*/ 166205 w 669000"/>
                      <a:gd name="connsiteY1" fmla="*/ 174193 h 326626"/>
                      <a:gd name="connsiteX2" fmla="*/ 197955 w 669000"/>
                      <a:gd name="connsiteY2" fmla="*/ 110693 h 326626"/>
                      <a:gd name="connsiteX3" fmla="*/ 299555 w 669000"/>
                      <a:gd name="connsiteY3" fmla="*/ 28143 h 326626"/>
                      <a:gd name="connsiteX4" fmla="*/ 445605 w 669000"/>
                      <a:gd name="connsiteY4" fmla="*/ 2743 h 326626"/>
                      <a:gd name="connsiteX5" fmla="*/ 547205 w 669000"/>
                      <a:gd name="connsiteY5" fmla="*/ 85293 h 326626"/>
                      <a:gd name="connsiteX6" fmla="*/ 667855 w 669000"/>
                      <a:gd name="connsiteY6" fmla="*/ 148793 h 326626"/>
                      <a:gd name="connsiteX7" fmla="*/ 471005 w 669000"/>
                      <a:gd name="connsiteY7" fmla="*/ 231343 h 326626"/>
                      <a:gd name="connsiteX8" fmla="*/ 407505 w 669000"/>
                      <a:gd name="connsiteY8" fmla="*/ 288493 h 326626"/>
                      <a:gd name="connsiteX9" fmla="*/ 337655 w 669000"/>
                      <a:gd name="connsiteY9" fmla="*/ 237693 h 326626"/>
                      <a:gd name="connsiteX10" fmla="*/ 248755 w 669000"/>
                      <a:gd name="connsiteY10" fmla="*/ 288493 h 326626"/>
                      <a:gd name="connsiteX11" fmla="*/ 140805 w 669000"/>
                      <a:gd name="connsiteY11" fmla="*/ 326593 h 326626"/>
                      <a:gd name="connsiteX12" fmla="*/ 96355 w 669000"/>
                      <a:gd name="connsiteY12" fmla="*/ 244043 h 326626"/>
                      <a:gd name="connsiteX13" fmla="*/ 1105 w 669000"/>
                      <a:gd name="connsiteY13" fmla="*/ 212293 h 3266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669000" h="326626">
                        <a:moveTo>
                          <a:pt x="1105" y="212293"/>
                        </a:moveTo>
                        <a:cubicBezTo>
                          <a:pt x="12747" y="200651"/>
                          <a:pt x="133397" y="191126"/>
                          <a:pt x="166205" y="174193"/>
                        </a:cubicBezTo>
                        <a:cubicBezTo>
                          <a:pt x="199013" y="157260"/>
                          <a:pt x="175730" y="135035"/>
                          <a:pt x="197955" y="110693"/>
                        </a:cubicBezTo>
                        <a:cubicBezTo>
                          <a:pt x="220180" y="86351"/>
                          <a:pt x="258280" y="46135"/>
                          <a:pt x="299555" y="28143"/>
                        </a:cubicBezTo>
                        <a:cubicBezTo>
                          <a:pt x="340830" y="10151"/>
                          <a:pt x="404330" y="-6782"/>
                          <a:pt x="445605" y="2743"/>
                        </a:cubicBezTo>
                        <a:cubicBezTo>
                          <a:pt x="486880" y="12268"/>
                          <a:pt x="510163" y="60951"/>
                          <a:pt x="547205" y="85293"/>
                        </a:cubicBezTo>
                        <a:cubicBezTo>
                          <a:pt x="584247" y="109635"/>
                          <a:pt x="680555" y="124451"/>
                          <a:pt x="667855" y="148793"/>
                        </a:cubicBezTo>
                        <a:cubicBezTo>
                          <a:pt x="655155" y="173135"/>
                          <a:pt x="514397" y="208060"/>
                          <a:pt x="471005" y="231343"/>
                        </a:cubicBezTo>
                        <a:cubicBezTo>
                          <a:pt x="427613" y="254626"/>
                          <a:pt x="429730" y="287435"/>
                          <a:pt x="407505" y="288493"/>
                        </a:cubicBezTo>
                        <a:cubicBezTo>
                          <a:pt x="385280" y="289551"/>
                          <a:pt x="364113" y="237693"/>
                          <a:pt x="337655" y="237693"/>
                        </a:cubicBezTo>
                        <a:cubicBezTo>
                          <a:pt x="311197" y="237693"/>
                          <a:pt x="281563" y="273676"/>
                          <a:pt x="248755" y="288493"/>
                        </a:cubicBezTo>
                        <a:cubicBezTo>
                          <a:pt x="215947" y="303310"/>
                          <a:pt x="170438" y="327651"/>
                          <a:pt x="140805" y="326593"/>
                        </a:cubicBezTo>
                        <a:cubicBezTo>
                          <a:pt x="111172" y="325535"/>
                          <a:pt x="119638" y="263093"/>
                          <a:pt x="96355" y="244043"/>
                        </a:cubicBezTo>
                        <a:cubicBezTo>
                          <a:pt x="73072" y="224993"/>
                          <a:pt x="-10537" y="223935"/>
                          <a:pt x="1105" y="212293"/>
                        </a:cubicBezTo>
                        <a:close/>
                      </a:path>
                    </a:pathLst>
                  </a:custGeom>
                  <a:solidFill>
                    <a:srgbClr val="C84D4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6" name="Freeform: Shape 135">
                    <a:extLst>
                      <a:ext uri="{FF2B5EF4-FFF2-40B4-BE49-F238E27FC236}">
                        <a16:creationId xmlns:a16="http://schemas.microsoft.com/office/drawing/2014/main" id="{01AAAB2C-6A95-8607-4B98-9F74FFF0920C}"/>
                      </a:ext>
                    </a:extLst>
                  </p:cNvPr>
                  <p:cNvSpPr/>
                  <p:nvPr/>
                </p:nvSpPr>
                <p:spPr>
                  <a:xfrm>
                    <a:off x="3447989" y="4424714"/>
                    <a:ext cx="381025" cy="160753"/>
                  </a:xfrm>
                  <a:custGeom>
                    <a:avLst/>
                    <a:gdLst>
                      <a:gd name="connsiteX0" fmla="*/ 30 w 276477"/>
                      <a:gd name="connsiteY0" fmla="*/ 135418 h 136323"/>
                      <a:gd name="connsiteX1" fmla="*/ 85755 w 276477"/>
                      <a:gd name="connsiteY1" fmla="*/ 59218 h 136323"/>
                      <a:gd name="connsiteX2" fmla="*/ 85755 w 276477"/>
                      <a:gd name="connsiteY2" fmla="*/ 2068 h 136323"/>
                      <a:gd name="connsiteX3" fmla="*/ 152430 w 276477"/>
                      <a:gd name="connsiteY3" fmla="*/ 11593 h 136323"/>
                      <a:gd name="connsiteX4" fmla="*/ 276255 w 276477"/>
                      <a:gd name="connsiteY4" fmla="*/ 30643 h 136323"/>
                      <a:gd name="connsiteX5" fmla="*/ 181005 w 276477"/>
                      <a:gd name="connsiteY5" fmla="*/ 40168 h 136323"/>
                      <a:gd name="connsiteX6" fmla="*/ 114330 w 276477"/>
                      <a:gd name="connsiteY6" fmla="*/ 30643 h 136323"/>
                      <a:gd name="connsiteX7" fmla="*/ 76230 w 276477"/>
                      <a:gd name="connsiteY7" fmla="*/ 97318 h 136323"/>
                      <a:gd name="connsiteX8" fmla="*/ 30 w 276477"/>
                      <a:gd name="connsiteY8" fmla="*/ 135418 h 136323"/>
                      <a:gd name="connsiteX0" fmla="*/ 30 w 276477"/>
                      <a:gd name="connsiteY0" fmla="*/ 134273 h 135178"/>
                      <a:gd name="connsiteX1" fmla="*/ 85755 w 276477"/>
                      <a:gd name="connsiteY1" fmla="*/ 58073 h 135178"/>
                      <a:gd name="connsiteX2" fmla="*/ 104761 w 276477"/>
                      <a:gd name="connsiteY2" fmla="*/ 2777 h 135178"/>
                      <a:gd name="connsiteX3" fmla="*/ 152430 w 276477"/>
                      <a:gd name="connsiteY3" fmla="*/ 10448 h 135178"/>
                      <a:gd name="connsiteX4" fmla="*/ 276255 w 276477"/>
                      <a:gd name="connsiteY4" fmla="*/ 29498 h 135178"/>
                      <a:gd name="connsiteX5" fmla="*/ 181005 w 276477"/>
                      <a:gd name="connsiteY5" fmla="*/ 39023 h 135178"/>
                      <a:gd name="connsiteX6" fmla="*/ 114330 w 276477"/>
                      <a:gd name="connsiteY6" fmla="*/ 29498 h 135178"/>
                      <a:gd name="connsiteX7" fmla="*/ 76230 w 276477"/>
                      <a:gd name="connsiteY7" fmla="*/ 96173 h 135178"/>
                      <a:gd name="connsiteX8" fmla="*/ 30 w 276477"/>
                      <a:gd name="connsiteY8" fmla="*/ 134273 h 135178"/>
                      <a:gd name="connsiteX0" fmla="*/ 32 w 276473"/>
                      <a:gd name="connsiteY0" fmla="*/ 134273 h 135148"/>
                      <a:gd name="connsiteX1" fmla="*/ 85757 w 276473"/>
                      <a:gd name="connsiteY1" fmla="*/ 58073 h 135148"/>
                      <a:gd name="connsiteX2" fmla="*/ 104763 w 276473"/>
                      <a:gd name="connsiteY2" fmla="*/ 2777 h 135148"/>
                      <a:gd name="connsiteX3" fmla="*/ 152432 w 276473"/>
                      <a:gd name="connsiteY3" fmla="*/ 10448 h 135148"/>
                      <a:gd name="connsiteX4" fmla="*/ 276257 w 276473"/>
                      <a:gd name="connsiteY4" fmla="*/ 29498 h 135148"/>
                      <a:gd name="connsiteX5" fmla="*/ 181007 w 276473"/>
                      <a:gd name="connsiteY5" fmla="*/ 39023 h 135148"/>
                      <a:gd name="connsiteX6" fmla="*/ 126427 w 276473"/>
                      <a:gd name="connsiteY6" fmla="*/ 46186 h 135148"/>
                      <a:gd name="connsiteX7" fmla="*/ 76232 w 276473"/>
                      <a:gd name="connsiteY7" fmla="*/ 96173 h 135148"/>
                      <a:gd name="connsiteX8" fmla="*/ 32 w 276473"/>
                      <a:gd name="connsiteY8" fmla="*/ 134273 h 135148"/>
                      <a:gd name="connsiteX0" fmla="*/ 32 w 276473"/>
                      <a:gd name="connsiteY0" fmla="*/ 124295 h 125170"/>
                      <a:gd name="connsiteX1" fmla="*/ 85757 w 276473"/>
                      <a:gd name="connsiteY1" fmla="*/ 48095 h 125170"/>
                      <a:gd name="connsiteX2" fmla="*/ 109947 w 276473"/>
                      <a:gd name="connsiteY2" fmla="*/ 9487 h 125170"/>
                      <a:gd name="connsiteX3" fmla="*/ 152432 w 276473"/>
                      <a:gd name="connsiteY3" fmla="*/ 470 h 125170"/>
                      <a:gd name="connsiteX4" fmla="*/ 276257 w 276473"/>
                      <a:gd name="connsiteY4" fmla="*/ 19520 h 125170"/>
                      <a:gd name="connsiteX5" fmla="*/ 181007 w 276473"/>
                      <a:gd name="connsiteY5" fmla="*/ 29045 h 125170"/>
                      <a:gd name="connsiteX6" fmla="*/ 126427 w 276473"/>
                      <a:gd name="connsiteY6" fmla="*/ 36208 h 125170"/>
                      <a:gd name="connsiteX7" fmla="*/ 76232 w 276473"/>
                      <a:gd name="connsiteY7" fmla="*/ 86195 h 125170"/>
                      <a:gd name="connsiteX8" fmla="*/ 32 w 276473"/>
                      <a:gd name="connsiteY8" fmla="*/ 124295 h 125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76473" h="125170">
                        <a:moveTo>
                          <a:pt x="32" y="124295"/>
                        </a:moveTo>
                        <a:cubicBezTo>
                          <a:pt x="1620" y="117945"/>
                          <a:pt x="67438" y="67230"/>
                          <a:pt x="85757" y="48095"/>
                        </a:cubicBezTo>
                        <a:cubicBezTo>
                          <a:pt x="104076" y="28960"/>
                          <a:pt x="98835" y="17424"/>
                          <a:pt x="109947" y="9487"/>
                        </a:cubicBezTo>
                        <a:cubicBezTo>
                          <a:pt x="121060" y="1549"/>
                          <a:pt x="124714" y="-1202"/>
                          <a:pt x="152432" y="470"/>
                        </a:cubicBezTo>
                        <a:cubicBezTo>
                          <a:pt x="180150" y="2142"/>
                          <a:pt x="271495" y="14758"/>
                          <a:pt x="276257" y="19520"/>
                        </a:cubicBezTo>
                        <a:cubicBezTo>
                          <a:pt x="281019" y="24282"/>
                          <a:pt x="205979" y="26264"/>
                          <a:pt x="181007" y="29045"/>
                        </a:cubicBezTo>
                        <a:cubicBezTo>
                          <a:pt x="156035" y="31826"/>
                          <a:pt x="143890" y="26683"/>
                          <a:pt x="126427" y="36208"/>
                        </a:cubicBezTo>
                        <a:cubicBezTo>
                          <a:pt x="108965" y="45733"/>
                          <a:pt x="97298" y="71514"/>
                          <a:pt x="76232" y="86195"/>
                        </a:cubicBezTo>
                        <a:cubicBezTo>
                          <a:pt x="55166" y="100876"/>
                          <a:pt x="-1556" y="130645"/>
                          <a:pt x="32" y="124295"/>
                        </a:cubicBezTo>
                        <a:close/>
                      </a:path>
                    </a:pathLst>
                  </a:custGeom>
                  <a:solidFill>
                    <a:srgbClr val="6B1519"/>
                  </a:solidFill>
                  <a:ln>
                    <a:solidFill>
                      <a:srgbClr val="6B151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E43AF9BC-696D-269C-F7E0-5700006CFA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92795" y="3773676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833CD01A-69ED-D447-4302-3FC166BA2FD1}"/>
                  </a:ext>
                </a:extLst>
              </p:cNvPr>
              <p:cNvGrpSpPr/>
              <p:nvPr/>
            </p:nvGrpSpPr>
            <p:grpSpPr>
              <a:xfrm>
                <a:off x="7971314" y="1766084"/>
                <a:ext cx="656960" cy="573651"/>
                <a:chOff x="7971314" y="1766084"/>
                <a:chExt cx="656960" cy="573651"/>
              </a:xfrm>
            </p:grpSpPr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DD2469BD-B9FF-D363-3691-9765E7FD3D5F}"/>
                    </a:ext>
                  </a:extLst>
                </p:cNvPr>
                <p:cNvSpPr/>
                <p:nvPr/>
              </p:nvSpPr>
              <p:spPr>
                <a:xfrm>
                  <a:off x="8492755" y="1766084"/>
                  <a:ext cx="91440" cy="92341"/>
                </a:xfrm>
                <a:prstGeom prst="ellipse">
                  <a:avLst/>
                </a:prstGeom>
                <a:gradFill flip="none" rotWithShape="1">
                  <a:gsLst>
                    <a:gs pos="90000">
                      <a:srgbClr val="6B1519"/>
                    </a:gs>
                    <a:gs pos="34000">
                      <a:srgbClr val="C84D4C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" name="Freeform: Shape 137">
                  <a:extLst>
                    <a:ext uri="{FF2B5EF4-FFF2-40B4-BE49-F238E27FC236}">
                      <a16:creationId xmlns:a16="http://schemas.microsoft.com/office/drawing/2014/main" id="{A25086E5-6607-6B3C-74D0-19FA4B630A5E}"/>
                    </a:ext>
                  </a:extLst>
                </p:cNvPr>
                <p:cNvSpPr/>
                <p:nvPr/>
              </p:nvSpPr>
              <p:spPr>
                <a:xfrm>
                  <a:off x="8544868" y="1814766"/>
                  <a:ext cx="71144" cy="83818"/>
                </a:xfrm>
                <a:custGeom>
                  <a:avLst/>
                  <a:gdLst>
                    <a:gd name="connsiteX0" fmla="*/ 326 w 71144"/>
                    <a:gd name="connsiteY0" fmla="*/ 83122 h 83818"/>
                    <a:gd name="connsiteX1" fmla="*/ 44776 w 71144"/>
                    <a:gd name="connsiteY1" fmla="*/ 57722 h 83818"/>
                    <a:gd name="connsiteX2" fmla="*/ 63826 w 71144"/>
                    <a:gd name="connsiteY2" fmla="*/ 572 h 83818"/>
                    <a:gd name="connsiteX3" fmla="*/ 70176 w 71144"/>
                    <a:gd name="connsiteY3" fmla="*/ 32322 h 83818"/>
                    <a:gd name="connsiteX4" fmla="*/ 326 w 71144"/>
                    <a:gd name="connsiteY4" fmla="*/ 83122 h 83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1144" h="83818">
                      <a:moveTo>
                        <a:pt x="326" y="83122"/>
                      </a:moveTo>
                      <a:cubicBezTo>
                        <a:pt x="-3907" y="87355"/>
                        <a:pt x="34193" y="71480"/>
                        <a:pt x="44776" y="57722"/>
                      </a:cubicBezTo>
                      <a:cubicBezTo>
                        <a:pt x="55359" y="43964"/>
                        <a:pt x="63826" y="572"/>
                        <a:pt x="63826" y="572"/>
                      </a:cubicBezTo>
                      <a:cubicBezTo>
                        <a:pt x="68059" y="-3661"/>
                        <a:pt x="73351" y="16447"/>
                        <a:pt x="70176" y="32322"/>
                      </a:cubicBezTo>
                      <a:cubicBezTo>
                        <a:pt x="67001" y="48197"/>
                        <a:pt x="4559" y="78889"/>
                        <a:pt x="326" y="83122"/>
                      </a:cubicBezTo>
                      <a:close/>
                    </a:path>
                  </a:pathLst>
                </a:custGeom>
                <a:solidFill>
                  <a:srgbClr val="6B1519">
                    <a:alpha val="79000"/>
                  </a:srgbClr>
                </a:solidFill>
                <a:ln w="6350">
                  <a:solidFill>
                    <a:srgbClr val="6B151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Freeform: Shape 139">
                  <a:extLst>
                    <a:ext uri="{FF2B5EF4-FFF2-40B4-BE49-F238E27FC236}">
                      <a16:creationId xmlns:a16="http://schemas.microsoft.com/office/drawing/2014/main" id="{CAA698D0-91A5-2A2E-686C-FB3D64FC865C}"/>
                    </a:ext>
                  </a:extLst>
                </p:cNvPr>
                <p:cNvSpPr/>
                <p:nvPr/>
              </p:nvSpPr>
              <p:spPr>
                <a:xfrm>
                  <a:off x="8538475" y="1808768"/>
                  <a:ext cx="55235" cy="68523"/>
                </a:xfrm>
                <a:custGeom>
                  <a:avLst/>
                  <a:gdLst>
                    <a:gd name="connsiteX0" fmla="*/ 326 w 71144"/>
                    <a:gd name="connsiteY0" fmla="*/ 83122 h 83818"/>
                    <a:gd name="connsiteX1" fmla="*/ 44776 w 71144"/>
                    <a:gd name="connsiteY1" fmla="*/ 57722 h 83818"/>
                    <a:gd name="connsiteX2" fmla="*/ 63826 w 71144"/>
                    <a:gd name="connsiteY2" fmla="*/ 572 h 83818"/>
                    <a:gd name="connsiteX3" fmla="*/ 70176 w 71144"/>
                    <a:gd name="connsiteY3" fmla="*/ 32322 h 83818"/>
                    <a:gd name="connsiteX4" fmla="*/ 326 w 71144"/>
                    <a:gd name="connsiteY4" fmla="*/ 83122 h 83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1144" h="83818">
                      <a:moveTo>
                        <a:pt x="326" y="83122"/>
                      </a:moveTo>
                      <a:cubicBezTo>
                        <a:pt x="-3907" y="87355"/>
                        <a:pt x="34193" y="71480"/>
                        <a:pt x="44776" y="57722"/>
                      </a:cubicBezTo>
                      <a:cubicBezTo>
                        <a:pt x="55359" y="43964"/>
                        <a:pt x="63826" y="572"/>
                        <a:pt x="63826" y="572"/>
                      </a:cubicBezTo>
                      <a:cubicBezTo>
                        <a:pt x="68059" y="-3661"/>
                        <a:pt x="73351" y="16447"/>
                        <a:pt x="70176" y="32322"/>
                      </a:cubicBezTo>
                      <a:cubicBezTo>
                        <a:pt x="67001" y="48197"/>
                        <a:pt x="4559" y="78889"/>
                        <a:pt x="326" y="83122"/>
                      </a:cubicBezTo>
                      <a:close/>
                    </a:path>
                  </a:pathLst>
                </a:custGeom>
                <a:solidFill>
                  <a:schemeClr val="bg1">
                    <a:alpha val="36000"/>
                  </a:schemeClr>
                </a:solidFill>
                <a:ln w="6350">
                  <a:solidFill>
                    <a:schemeClr val="bg1">
                      <a:alpha val="72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Freeform: Shape 140">
                  <a:extLst>
                    <a:ext uri="{FF2B5EF4-FFF2-40B4-BE49-F238E27FC236}">
                      <a16:creationId xmlns:a16="http://schemas.microsoft.com/office/drawing/2014/main" id="{D0E07BB2-F8A5-C087-16B5-1AB2B05CD8AF}"/>
                    </a:ext>
                  </a:extLst>
                </p:cNvPr>
                <p:cNvSpPr/>
                <p:nvPr/>
              </p:nvSpPr>
              <p:spPr>
                <a:xfrm>
                  <a:off x="8207057" y="1791025"/>
                  <a:ext cx="352805" cy="548710"/>
                </a:xfrm>
                <a:custGeom>
                  <a:avLst/>
                  <a:gdLst>
                    <a:gd name="connsiteX0" fmla="*/ 1529 w 119356"/>
                    <a:gd name="connsiteY0" fmla="*/ 179809 h 179869"/>
                    <a:gd name="connsiteX1" fmla="*/ 20579 w 119356"/>
                    <a:gd name="connsiteY1" fmla="*/ 84559 h 179869"/>
                    <a:gd name="connsiteX2" fmla="*/ 39629 w 119356"/>
                    <a:gd name="connsiteY2" fmla="*/ 3596 h 179869"/>
                    <a:gd name="connsiteX3" fmla="*/ 106304 w 119356"/>
                    <a:gd name="connsiteY3" fmla="*/ 17884 h 179869"/>
                    <a:gd name="connsiteX4" fmla="*/ 115829 w 119356"/>
                    <a:gd name="connsiteY4" fmla="*/ 51221 h 179869"/>
                    <a:gd name="connsiteX5" fmla="*/ 63441 w 119356"/>
                    <a:gd name="connsiteY5" fmla="*/ 70271 h 179869"/>
                    <a:gd name="connsiteX6" fmla="*/ 1529 w 119356"/>
                    <a:gd name="connsiteY6" fmla="*/ 179809 h 179869"/>
                    <a:gd name="connsiteX0" fmla="*/ 43690 w 161517"/>
                    <a:gd name="connsiteY0" fmla="*/ 185197 h 193548"/>
                    <a:gd name="connsiteX1" fmla="*/ 827 w 161517"/>
                    <a:gd name="connsiteY1" fmla="*/ 166147 h 193548"/>
                    <a:gd name="connsiteX2" fmla="*/ 81790 w 161517"/>
                    <a:gd name="connsiteY2" fmla="*/ 8984 h 193548"/>
                    <a:gd name="connsiteX3" fmla="*/ 148465 w 161517"/>
                    <a:gd name="connsiteY3" fmla="*/ 23272 h 193548"/>
                    <a:gd name="connsiteX4" fmla="*/ 157990 w 161517"/>
                    <a:gd name="connsiteY4" fmla="*/ 56609 h 193548"/>
                    <a:gd name="connsiteX5" fmla="*/ 105602 w 161517"/>
                    <a:gd name="connsiteY5" fmla="*/ 75659 h 193548"/>
                    <a:gd name="connsiteX6" fmla="*/ 43690 w 161517"/>
                    <a:gd name="connsiteY6" fmla="*/ 185197 h 193548"/>
                    <a:gd name="connsiteX0" fmla="*/ 43690 w 161517"/>
                    <a:gd name="connsiteY0" fmla="*/ 166287 h 173607"/>
                    <a:gd name="connsiteX1" fmla="*/ 827 w 161517"/>
                    <a:gd name="connsiteY1" fmla="*/ 147237 h 173607"/>
                    <a:gd name="connsiteX2" fmla="*/ 81790 w 161517"/>
                    <a:gd name="connsiteY2" fmla="*/ 16268 h 173607"/>
                    <a:gd name="connsiteX3" fmla="*/ 148465 w 161517"/>
                    <a:gd name="connsiteY3" fmla="*/ 4362 h 173607"/>
                    <a:gd name="connsiteX4" fmla="*/ 157990 w 161517"/>
                    <a:gd name="connsiteY4" fmla="*/ 37699 h 173607"/>
                    <a:gd name="connsiteX5" fmla="*/ 105602 w 161517"/>
                    <a:gd name="connsiteY5" fmla="*/ 56749 h 173607"/>
                    <a:gd name="connsiteX6" fmla="*/ 43690 w 161517"/>
                    <a:gd name="connsiteY6" fmla="*/ 166287 h 173607"/>
                    <a:gd name="connsiteX0" fmla="*/ 43690 w 167085"/>
                    <a:gd name="connsiteY0" fmla="*/ 169471 h 176791"/>
                    <a:gd name="connsiteX1" fmla="*/ 827 w 167085"/>
                    <a:gd name="connsiteY1" fmla="*/ 150421 h 176791"/>
                    <a:gd name="connsiteX2" fmla="*/ 81790 w 167085"/>
                    <a:gd name="connsiteY2" fmla="*/ 19452 h 176791"/>
                    <a:gd name="connsiteX3" fmla="*/ 160371 w 167085"/>
                    <a:gd name="connsiteY3" fmla="*/ 2783 h 176791"/>
                    <a:gd name="connsiteX4" fmla="*/ 157990 w 167085"/>
                    <a:gd name="connsiteY4" fmla="*/ 40883 h 176791"/>
                    <a:gd name="connsiteX5" fmla="*/ 105602 w 167085"/>
                    <a:gd name="connsiteY5" fmla="*/ 59933 h 176791"/>
                    <a:gd name="connsiteX6" fmla="*/ 43690 w 167085"/>
                    <a:gd name="connsiteY6" fmla="*/ 169471 h 176791"/>
                    <a:gd name="connsiteX0" fmla="*/ 73838 w 166277"/>
                    <a:gd name="connsiteY0" fmla="*/ 159946 h 169901"/>
                    <a:gd name="connsiteX1" fmla="*/ 19 w 166277"/>
                    <a:gd name="connsiteY1" fmla="*/ 150421 h 169901"/>
                    <a:gd name="connsiteX2" fmla="*/ 80982 w 166277"/>
                    <a:gd name="connsiteY2" fmla="*/ 19452 h 169901"/>
                    <a:gd name="connsiteX3" fmla="*/ 159563 w 166277"/>
                    <a:gd name="connsiteY3" fmla="*/ 2783 h 169901"/>
                    <a:gd name="connsiteX4" fmla="*/ 157182 w 166277"/>
                    <a:gd name="connsiteY4" fmla="*/ 40883 h 169901"/>
                    <a:gd name="connsiteX5" fmla="*/ 104794 w 166277"/>
                    <a:gd name="connsiteY5" fmla="*/ 59933 h 169901"/>
                    <a:gd name="connsiteX6" fmla="*/ 73838 w 166277"/>
                    <a:gd name="connsiteY6" fmla="*/ 159946 h 169901"/>
                    <a:gd name="connsiteX0" fmla="*/ 73834 w 166273"/>
                    <a:gd name="connsiteY0" fmla="*/ 159946 h 172940"/>
                    <a:gd name="connsiteX1" fmla="*/ 15 w 166273"/>
                    <a:gd name="connsiteY1" fmla="*/ 150421 h 172940"/>
                    <a:gd name="connsiteX2" fmla="*/ 80978 w 166273"/>
                    <a:gd name="connsiteY2" fmla="*/ 19452 h 172940"/>
                    <a:gd name="connsiteX3" fmla="*/ 159559 w 166273"/>
                    <a:gd name="connsiteY3" fmla="*/ 2783 h 172940"/>
                    <a:gd name="connsiteX4" fmla="*/ 157178 w 166273"/>
                    <a:gd name="connsiteY4" fmla="*/ 40883 h 172940"/>
                    <a:gd name="connsiteX5" fmla="*/ 104790 w 166273"/>
                    <a:gd name="connsiteY5" fmla="*/ 59933 h 172940"/>
                    <a:gd name="connsiteX6" fmla="*/ 73834 w 166273"/>
                    <a:gd name="connsiteY6" fmla="*/ 159946 h 172940"/>
                    <a:gd name="connsiteX0" fmla="*/ 73836 w 166275"/>
                    <a:gd name="connsiteY0" fmla="*/ 159946 h 166980"/>
                    <a:gd name="connsiteX1" fmla="*/ 17 w 166275"/>
                    <a:gd name="connsiteY1" fmla="*/ 150421 h 166980"/>
                    <a:gd name="connsiteX2" fmla="*/ 80980 w 166275"/>
                    <a:gd name="connsiteY2" fmla="*/ 19452 h 166980"/>
                    <a:gd name="connsiteX3" fmla="*/ 159561 w 166275"/>
                    <a:gd name="connsiteY3" fmla="*/ 2783 h 166980"/>
                    <a:gd name="connsiteX4" fmla="*/ 157180 w 166275"/>
                    <a:gd name="connsiteY4" fmla="*/ 40883 h 166980"/>
                    <a:gd name="connsiteX5" fmla="*/ 104792 w 166275"/>
                    <a:gd name="connsiteY5" fmla="*/ 59933 h 166980"/>
                    <a:gd name="connsiteX6" fmla="*/ 73836 w 166275"/>
                    <a:gd name="connsiteY6" fmla="*/ 159946 h 166980"/>
                    <a:gd name="connsiteX0" fmla="*/ 73836 w 166275"/>
                    <a:gd name="connsiteY0" fmla="*/ 159946 h 172940"/>
                    <a:gd name="connsiteX1" fmla="*/ 17 w 166275"/>
                    <a:gd name="connsiteY1" fmla="*/ 150421 h 172940"/>
                    <a:gd name="connsiteX2" fmla="*/ 80980 w 166275"/>
                    <a:gd name="connsiteY2" fmla="*/ 19452 h 172940"/>
                    <a:gd name="connsiteX3" fmla="*/ 159561 w 166275"/>
                    <a:gd name="connsiteY3" fmla="*/ 2783 h 172940"/>
                    <a:gd name="connsiteX4" fmla="*/ 157180 w 166275"/>
                    <a:gd name="connsiteY4" fmla="*/ 40883 h 172940"/>
                    <a:gd name="connsiteX5" fmla="*/ 104792 w 166275"/>
                    <a:gd name="connsiteY5" fmla="*/ 59933 h 172940"/>
                    <a:gd name="connsiteX6" fmla="*/ 73836 w 166275"/>
                    <a:gd name="connsiteY6" fmla="*/ 159946 h 172940"/>
                    <a:gd name="connsiteX0" fmla="*/ 73836 w 166275"/>
                    <a:gd name="connsiteY0" fmla="*/ 159946 h 166979"/>
                    <a:gd name="connsiteX1" fmla="*/ 17 w 166275"/>
                    <a:gd name="connsiteY1" fmla="*/ 150421 h 166979"/>
                    <a:gd name="connsiteX2" fmla="*/ 80980 w 166275"/>
                    <a:gd name="connsiteY2" fmla="*/ 19452 h 166979"/>
                    <a:gd name="connsiteX3" fmla="*/ 159561 w 166275"/>
                    <a:gd name="connsiteY3" fmla="*/ 2783 h 166979"/>
                    <a:gd name="connsiteX4" fmla="*/ 157180 w 166275"/>
                    <a:gd name="connsiteY4" fmla="*/ 40883 h 166979"/>
                    <a:gd name="connsiteX5" fmla="*/ 104792 w 166275"/>
                    <a:gd name="connsiteY5" fmla="*/ 59933 h 166979"/>
                    <a:gd name="connsiteX6" fmla="*/ 73836 w 166275"/>
                    <a:gd name="connsiteY6" fmla="*/ 159946 h 166979"/>
                    <a:gd name="connsiteX0" fmla="*/ 211937 w 304376"/>
                    <a:gd name="connsiteY0" fmla="*/ 177232 h 436136"/>
                    <a:gd name="connsiteX1" fmla="*/ 6 w 304376"/>
                    <a:gd name="connsiteY1" fmla="*/ 434407 h 436136"/>
                    <a:gd name="connsiteX2" fmla="*/ 219081 w 304376"/>
                    <a:gd name="connsiteY2" fmla="*/ 36738 h 436136"/>
                    <a:gd name="connsiteX3" fmla="*/ 297662 w 304376"/>
                    <a:gd name="connsiteY3" fmla="*/ 20069 h 436136"/>
                    <a:gd name="connsiteX4" fmla="*/ 295281 w 304376"/>
                    <a:gd name="connsiteY4" fmla="*/ 58169 h 436136"/>
                    <a:gd name="connsiteX5" fmla="*/ 242893 w 304376"/>
                    <a:gd name="connsiteY5" fmla="*/ 77219 h 436136"/>
                    <a:gd name="connsiteX6" fmla="*/ 211937 w 304376"/>
                    <a:gd name="connsiteY6" fmla="*/ 177232 h 436136"/>
                    <a:gd name="connsiteX0" fmla="*/ 120999 w 306307"/>
                    <a:gd name="connsiteY0" fmla="*/ 465363 h 500765"/>
                    <a:gd name="connsiteX1" fmla="*/ 1937 w 306307"/>
                    <a:gd name="connsiteY1" fmla="*/ 434407 h 500765"/>
                    <a:gd name="connsiteX2" fmla="*/ 221012 w 306307"/>
                    <a:gd name="connsiteY2" fmla="*/ 36738 h 500765"/>
                    <a:gd name="connsiteX3" fmla="*/ 299593 w 306307"/>
                    <a:gd name="connsiteY3" fmla="*/ 20069 h 500765"/>
                    <a:gd name="connsiteX4" fmla="*/ 297212 w 306307"/>
                    <a:gd name="connsiteY4" fmla="*/ 58169 h 500765"/>
                    <a:gd name="connsiteX5" fmla="*/ 244824 w 306307"/>
                    <a:gd name="connsiteY5" fmla="*/ 77219 h 500765"/>
                    <a:gd name="connsiteX6" fmla="*/ 120999 w 306307"/>
                    <a:gd name="connsiteY6" fmla="*/ 465363 h 500765"/>
                    <a:gd name="connsiteX0" fmla="*/ 120993 w 306301"/>
                    <a:gd name="connsiteY0" fmla="*/ 465363 h 499743"/>
                    <a:gd name="connsiteX1" fmla="*/ 1931 w 306301"/>
                    <a:gd name="connsiteY1" fmla="*/ 434407 h 499743"/>
                    <a:gd name="connsiteX2" fmla="*/ 221006 w 306301"/>
                    <a:gd name="connsiteY2" fmla="*/ 36738 h 499743"/>
                    <a:gd name="connsiteX3" fmla="*/ 299587 w 306301"/>
                    <a:gd name="connsiteY3" fmla="*/ 20069 h 499743"/>
                    <a:gd name="connsiteX4" fmla="*/ 297206 w 306301"/>
                    <a:gd name="connsiteY4" fmla="*/ 58169 h 499743"/>
                    <a:gd name="connsiteX5" fmla="*/ 242437 w 306301"/>
                    <a:gd name="connsiteY5" fmla="*/ 91507 h 499743"/>
                    <a:gd name="connsiteX6" fmla="*/ 120993 w 306301"/>
                    <a:gd name="connsiteY6" fmla="*/ 465363 h 499743"/>
                    <a:gd name="connsiteX0" fmla="*/ 120993 w 306301"/>
                    <a:gd name="connsiteY0" fmla="*/ 465363 h 499743"/>
                    <a:gd name="connsiteX1" fmla="*/ 1931 w 306301"/>
                    <a:gd name="connsiteY1" fmla="*/ 434407 h 499743"/>
                    <a:gd name="connsiteX2" fmla="*/ 221006 w 306301"/>
                    <a:gd name="connsiteY2" fmla="*/ 36738 h 499743"/>
                    <a:gd name="connsiteX3" fmla="*/ 299587 w 306301"/>
                    <a:gd name="connsiteY3" fmla="*/ 20069 h 499743"/>
                    <a:gd name="connsiteX4" fmla="*/ 297206 w 306301"/>
                    <a:gd name="connsiteY4" fmla="*/ 58169 h 499743"/>
                    <a:gd name="connsiteX5" fmla="*/ 242437 w 306301"/>
                    <a:gd name="connsiteY5" fmla="*/ 91507 h 499743"/>
                    <a:gd name="connsiteX6" fmla="*/ 120993 w 306301"/>
                    <a:gd name="connsiteY6" fmla="*/ 465363 h 499743"/>
                    <a:gd name="connsiteX0" fmla="*/ 120466 w 306992"/>
                    <a:gd name="connsiteY0" fmla="*/ 459104 h 493017"/>
                    <a:gd name="connsiteX1" fmla="*/ 1404 w 306992"/>
                    <a:gd name="connsiteY1" fmla="*/ 428148 h 493017"/>
                    <a:gd name="connsiteX2" fmla="*/ 203810 w 306992"/>
                    <a:gd name="connsiteY2" fmla="*/ 40004 h 493017"/>
                    <a:gd name="connsiteX3" fmla="*/ 299060 w 306992"/>
                    <a:gd name="connsiteY3" fmla="*/ 13810 h 493017"/>
                    <a:gd name="connsiteX4" fmla="*/ 296679 w 306992"/>
                    <a:gd name="connsiteY4" fmla="*/ 51910 h 493017"/>
                    <a:gd name="connsiteX5" fmla="*/ 241910 w 306992"/>
                    <a:gd name="connsiteY5" fmla="*/ 85248 h 493017"/>
                    <a:gd name="connsiteX6" fmla="*/ 120466 w 306992"/>
                    <a:gd name="connsiteY6" fmla="*/ 459104 h 493017"/>
                    <a:gd name="connsiteX0" fmla="*/ 120466 w 306992"/>
                    <a:gd name="connsiteY0" fmla="*/ 450890 h 484803"/>
                    <a:gd name="connsiteX1" fmla="*/ 1404 w 306992"/>
                    <a:gd name="connsiteY1" fmla="*/ 419934 h 484803"/>
                    <a:gd name="connsiteX2" fmla="*/ 203810 w 306992"/>
                    <a:gd name="connsiteY2" fmla="*/ 31790 h 484803"/>
                    <a:gd name="connsiteX3" fmla="*/ 299060 w 306992"/>
                    <a:gd name="connsiteY3" fmla="*/ 5596 h 484803"/>
                    <a:gd name="connsiteX4" fmla="*/ 296679 w 306992"/>
                    <a:gd name="connsiteY4" fmla="*/ 43696 h 484803"/>
                    <a:gd name="connsiteX5" fmla="*/ 241910 w 306992"/>
                    <a:gd name="connsiteY5" fmla="*/ 77034 h 484803"/>
                    <a:gd name="connsiteX6" fmla="*/ 120466 w 306992"/>
                    <a:gd name="connsiteY6" fmla="*/ 450890 h 484803"/>
                    <a:gd name="connsiteX0" fmla="*/ 173142 w 359668"/>
                    <a:gd name="connsiteY0" fmla="*/ 450890 h 547298"/>
                    <a:gd name="connsiteX1" fmla="*/ 6863 w 359668"/>
                    <a:gd name="connsiteY1" fmla="*/ 546601 h 547298"/>
                    <a:gd name="connsiteX2" fmla="*/ 54080 w 359668"/>
                    <a:gd name="connsiteY2" fmla="*/ 419934 h 547298"/>
                    <a:gd name="connsiteX3" fmla="*/ 256486 w 359668"/>
                    <a:gd name="connsiteY3" fmla="*/ 31790 h 547298"/>
                    <a:gd name="connsiteX4" fmla="*/ 351736 w 359668"/>
                    <a:gd name="connsiteY4" fmla="*/ 5596 h 547298"/>
                    <a:gd name="connsiteX5" fmla="*/ 349355 w 359668"/>
                    <a:gd name="connsiteY5" fmla="*/ 43696 h 547298"/>
                    <a:gd name="connsiteX6" fmla="*/ 294586 w 359668"/>
                    <a:gd name="connsiteY6" fmla="*/ 77034 h 547298"/>
                    <a:gd name="connsiteX7" fmla="*/ 173142 w 359668"/>
                    <a:gd name="connsiteY7" fmla="*/ 450890 h 547298"/>
                    <a:gd name="connsiteX0" fmla="*/ 170590 w 357116"/>
                    <a:gd name="connsiteY0" fmla="*/ 450890 h 556038"/>
                    <a:gd name="connsiteX1" fmla="*/ 142423 w 357116"/>
                    <a:gd name="connsiteY1" fmla="*/ 544218 h 556038"/>
                    <a:gd name="connsiteX2" fmla="*/ 4311 w 357116"/>
                    <a:gd name="connsiteY2" fmla="*/ 546601 h 556038"/>
                    <a:gd name="connsiteX3" fmla="*/ 51528 w 357116"/>
                    <a:gd name="connsiteY3" fmla="*/ 419934 h 556038"/>
                    <a:gd name="connsiteX4" fmla="*/ 253934 w 357116"/>
                    <a:gd name="connsiteY4" fmla="*/ 31790 h 556038"/>
                    <a:gd name="connsiteX5" fmla="*/ 349184 w 357116"/>
                    <a:gd name="connsiteY5" fmla="*/ 5596 h 556038"/>
                    <a:gd name="connsiteX6" fmla="*/ 346803 w 357116"/>
                    <a:gd name="connsiteY6" fmla="*/ 43696 h 556038"/>
                    <a:gd name="connsiteX7" fmla="*/ 292034 w 357116"/>
                    <a:gd name="connsiteY7" fmla="*/ 77034 h 556038"/>
                    <a:gd name="connsiteX8" fmla="*/ 170590 w 357116"/>
                    <a:gd name="connsiteY8" fmla="*/ 450890 h 556038"/>
                    <a:gd name="connsiteX0" fmla="*/ 170590 w 357116"/>
                    <a:gd name="connsiteY0" fmla="*/ 450890 h 556038"/>
                    <a:gd name="connsiteX1" fmla="*/ 142423 w 357116"/>
                    <a:gd name="connsiteY1" fmla="*/ 544218 h 556038"/>
                    <a:gd name="connsiteX2" fmla="*/ 4311 w 357116"/>
                    <a:gd name="connsiteY2" fmla="*/ 546601 h 556038"/>
                    <a:gd name="connsiteX3" fmla="*/ 51528 w 357116"/>
                    <a:gd name="connsiteY3" fmla="*/ 419934 h 556038"/>
                    <a:gd name="connsiteX4" fmla="*/ 253934 w 357116"/>
                    <a:gd name="connsiteY4" fmla="*/ 31790 h 556038"/>
                    <a:gd name="connsiteX5" fmla="*/ 349184 w 357116"/>
                    <a:gd name="connsiteY5" fmla="*/ 5596 h 556038"/>
                    <a:gd name="connsiteX6" fmla="*/ 346803 w 357116"/>
                    <a:gd name="connsiteY6" fmla="*/ 43696 h 556038"/>
                    <a:gd name="connsiteX7" fmla="*/ 292034 w 357116"/>
                    <a:gd name="connsiteY7" fmla="*/ 77034 h 556038"/>
                    <a:gd name="connsiteX8" fmla="*/ 170590 w 357116"/>
                    <a:gd name="connsiteY8" fmla="*/ 450890 h 556038"/>
                    <a:gd name="connsiteX0" fmla="*/ 170590 w 357116"/>
                    <a:gd name="connsiteY0" fmla="*/ 450890 h 551869"/>
                    <a:gd name="connsiteX1" fmla="*/ 142423 w 357116"/>
                    <a:gd name="connsiteY1" fmla="*/ 544218 h 551869"/>
                    <a:gd name="connsiteX2" fmla="*/ 4311 w 357116"/>
                    <a:gd name="connsiteY2" fmla="*/ 546601 h 551869"/>
                    <a:gd name="connsiteX3" fmla="*/ 51528 w 357116"/>
                    <a:gd name="connsiteY3" fmla="*/ 419934 h 551869"/>
                    <a:gd name="connsiteX4" fmla="*/ 253934 w 357116"/>
                    <a:gd name="connsiteY4" fmla="*/ 31790 h 551869"/>
                    <a:gd name="connsiteX5" fmla="*/ 349184 w 357116"/>
                    <a:gd name="connsiteY5" fmla="*/ 5596 h 551869"/>
                    <a:gd name="connsiteX6" fmla="*/ 346803 w 357116"/>
                    <a:gd name="connsiteY6" fmla="*/ 43696 h 551869"/>
                    <a:gd name="connsiteX7" fmla="*/ 292034 w 357116"/>
                    <a:gd name="connsiteY7" fmla="*/ 77034 h 551869"/>
                    <a:gd name="connsiteX8" fmla="*/ 170590 w 357116"/>
                    <a:gd name="connsiteY8" fmla="*/ 450890 h 551869"/>
                    <a:gd name="connsiteX0" fmla="*/ 166279 w 352805"/>
                    <a:gd name="connsiteY0" fmla="*/ 450890 h 551869"/>
                    <a:gd name="connsiteX1" fmla="*/ 138112 w 352805"/>
                    <a:gd name="connsiteY1" fmla="*/ 544218 h 551869"/>
                    <a:gd name="connsiteX2" fmla="*/ 0 w 352805"/>
                    <a:gd name="connsiteY2" fmla="*/ 546601 h 551869"/>
                    <a:gd name="connsiteX3" fmla="*/ 47217 w 352805"/>
                    <a:gd name="connsiteY3" fmla="*/ 419934 h 551869"/>
                    <a:gd name="connsiteX4" fmla="*/ 249623 w 352805"/>
                    <a:gd name="connsiteY4" fmla="*/ 31790 h 551869"/>
                    <a:gd name="connsiteX5" fmla="*/ 344873 w 352805"/>
                    <a:gd name="connsiteY5" fmla="*/ 5596 h 551869"/>
                    <a:gd name="connsiteX6" fmla="*/ 342492 w 352805"/>
                    <a:gd name="connsiteY6" fmla="*/ 43696 h 551869"/>
                    <a:gd name="connsiteX7" fmla="*/ 287723 w 352805"/>
                    <a:gd name="connsiteY7" fmla="*/ 77034 h 551869"/>
                    <a:gd name="connsiteX8" fmla="*/ 166279 w 352805"/>
                    <a:gd name="connsiteY8" fmla="*/ 450890 h 551869"/>
                    <a:gd name="connsiteX0" fmla="*/ 166279 w 352805"/>
                    <a:gd name="connsiteY0" fmla="*/ 450890 h 548710"/>
                    <a:gd name="connsiteX1" fmla="*/ 138112 w 352805"/>
                    <a:gd name="connsiteY1" fmla="*/ 544218 h 548710"/>
                    <a:gd name="connsiteX2" fmla="*/ 0 w 352805"/>
                    <a:gd name="connsiteY2" fmla="*/ 546601 h 548710"/>
                    <a:gd name="connsiteX3" fmla="*/ 47217 w 352805"/>
                    <a:gd name="connsiteY3" fmla="*/ 419934 h 548710"/>
                    <a:gd name="connsiteX4" fmla="*/ 249623 w 352805"/>
                    <a:gd name="connsiteY4" fmla="*/ 31790 h 548710"/>
                    <a:gd name="connsiteX5" fmla="*/ 344873 w 352805"/>
                    <a:gd name="connsiteY5" fmla="*/ 5596 h 548710"/>
                    <a:gd name="connsiteX6" fmla="*/ 342492 w 352805"/>
                    <a:gd name="connsiteY6" fmla="*/ 43696 h 548710"/>
                    <a:gd name="connsiteX7" fmla="*/ 287723 w 352805"/>
                    <a:gd name="connsiteY7" fmla="*/ 77034 h 548710"/>
                    <a:gd name="connsiteX8" fmla="*/ 166279 w 352805"/>
                    <a:gd name="connsiteY8" fmla="*/ 450890 h 5487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52805" h="548710">
                      <a:moveTo>
                        <a:pt x="166279" y="450890"/>
                      </a:moveTo>
                      <a:cubicBezTo>
                        <a:pt x="141344" y="528754"/>
                        <a:pt x="158682" y="516359"/>
                        <a:pt x="138112" y="544218"/>
                      </a:cubicBezTo>
                      <a:cubicBezTo>
                        <a:pt x="98492" y="545882"/>
                        <a:pt x="32612" y="551837"/>
                        <a:pt x="0" y="546601"/>
                      </a:cubicBezTo>
                      <a:cubicBezTo>
                        <a:pt x="17394" y="484214"/>
                        <a:pt x="5613" y="505736"/>
                        <a:pt x="47217" y="419934"/>
                      </a:cubicBezTo>
                      <a:cubicBezTo>
                        <a:pt x="88821" y="334132"/>
                        <a:pt x="211920" y="79414"/>
                        <a:pt x="249623" y="31790"/>
                      </a:cubicBezTo>
                      <a:cubicBezTo>
                        <a:pt x="287326" y="-15834"/>
                        <a:pt x="329395" y="3612"/>
                        <a:pt x="344873" y="5596"/>
                      </a:cubicBezTo>
                      <a:cubicBezTo>
                        <a:pt x="360351" y="7580"/>
                        <a:pt x="349636" y="34965"/>
                        <a:pt x="342492" y="43696"/>
                      </a:cubicBezTo>
                      <a:cubicBezTo>
                        <a:pt x="335348" y="52427"/>
                        <a:pt x="305186" y="35361"/>
                        <a:pt x="287723" y="77034"/>
                      </a:cubicBezTo>
                      <a:cubicBezTo>
                        <a:pt x="270260" y="118707"/>
                        <a:pt x="191214" y="373026"/>
                        <a:pt x="166279" y="450890"/>
                      </a:cubicBezTo>
                      <a:close/>
                    </a:path>
                  </a:pathLst>
                </a:custGeom>
                <a:solidFill>
                  <a:srgbClr val="958F8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3FE5CD04-22BD-68E3-B45A-371AB532C0A4}"/>
                    </a:ext>
                  </a:extLst>
                </p:cNvPr>
                <p:cNvSpPr/>
                <p:nvPr/>
              </p:nvSpPr>
              <p:spPr>
                <a:xfrm>
                  <a:off x="7971314" y="1870744"/>
                  <a:ext cx="656960" cy="255010"/>
                </a:xfrm>
                <a:custGeom>
                  <a:avLst/>
                  <a:gdLst>
                    <a:gd name="connsiteX0" fmla="*/ 352619 w 685377"/>
                    <a:gd name="connsiteY0" fmla="*/ 95407 h 268143"/>
                    <a:gd name="connsiteX1" fmla="*/ 543119 w 685377"/>
                    <a:gd name="connsiteY1" fmla="*/ 90644 h 268143"/>
                    <a:gd name="connsiteX2" fmla="*/ 624081 w 685377"/>
                    <a:gd name="connsiteY2" fmla="*/ 64450 h 268143"/>
                    <a:gd name="connsiteX3" fmla="*/ 635988 w 685377"/>
                    <a:gd name="connsiteY3" fmla="*/ 19207 h 268143"/>
                    <a:gd name="connsiteX4" fmla="*/ 657419 w 685377"/>
                    <a:gd name="connsiteY4" fmla="*/ 2538 h 268143"/>
                    <a:gd name="connsiteX5" fmla="*/ 676469 w 685377"/>
                    <a:gd name="connsiteY5" fmla="*/ 9682 h 268143"/>
                    <a:gd name="connsiteX6" fmla="*/ 678850 w 685377"/>
                    <a:gd name="connsiteY6" fmla="*/ 90644 h 268143"/>
                    <a:gd name="connsiteX7" fmla="*/ 590744 w 685377"/>
                    <a:gd name="connsiteY7" fmla="*/ 166844 h 268143"/>
                    <a:gd name="connsiteX8" fmla="*/ 440725 w 685377"/>
                    <a:gd name="connsiteY8" fmla="*/ 197800 h 268143"/>
                    <a:gd name="connsiteX9" fmla="*/ 269275 w 685377"/>
                    <a:gd name="connsiteY9" fmla="*/ 240663 h 268143"/>
                    <a:gd name="connsiteX10" fmla="*/ 16863 w 685377"/>
                    <a:gd name="connsiteY10" fmla="*/ 266857 h 268143"/>
                    <a:gd name="connsiteX11" fmla="*/ 24006 w 685377"/>
                    <a:gd name="connsiteY11" fmla="*/ 200182 h 268143"/>
                    <a:gd name="connsiteX12" fmla="*/ 28769 w 685377"/>
                    <a:gd name="connsiteY12" fmla="*/ 154938 h 268143"/>
                    <a:gd name="connsiteX13" fmla="*/ 66869 w 685377"/>
                    <a:gd name="connsiteY13" fmla="*/ 154938 h 268143"/>
                    <a:gd name="connsiteX14" fmla="*/ 352619 w 685377"/>
                    <a:gd name="connsiteY14" fmla="*/ 95407 h 268143"/>
                    <a:gd name="connsiteX0" fmla="*/ 352619 w 685377"/>
                    <a:gd name="connsiteY0" fmla="*/ 95407 h 268143"/>
                    <a:gd name="connsiteX1" fmla="*/ 543119 w 685377"/>
                    <a:gd name="connsiteY1" fmla="*/ 90644 h 268143"/>
                    <a:gd name="connsiteX2" fmla="*/ 624081 w 685377"/>
                    <a:gd name="connsiteY2" fmla="*/ 64450 h 268143"/>
                    <a:gd name="connsiteX3" fmla="*/ 635988 w 685377"/>
                    <a:gd name="connsiteY3" fmla="*/ 19207 h 268143"/>
                    <a:gd name="connsiteX4" fmla="*/ 657419 w 685377"/>
                    <a:gd name="connsiteY4" fmla="*/ 2538 h 268143"/>
                    <a:gd name="connsiteX5" fmla="*/ 676469 w 685377"/>
                    <a:gd name="connsiteY5" fmla="*/ 9682 h 268143"/>
                    <a:gd name="connsiteX6" fmla="*/ 678850 w 685377"/>
                    <a:gd name="connsiteY6" fmla="*/ 90644 h 268143"/>
                    <a:gd name="connsiteX7" fmla="*/ 590744 w 685377"/>
                    <a:gd name="connsiteY7" fmla="*/ 166844 h 268143"/>
                    <a:gd name="connsiteX8" fmla="*/ 440725 w 685377"/>
                    <a:gd name="connsiteY8" fmla="*/ 197800 h 268143"/>
                    <a:gd name="connsiteX9" fmla="*/ 269275 w 685377"/>
                    <a:gd name="connsiteY9" fmla="*/ 240663 h 268143"/>
                    <a:gd name="connsiteX10" fmla="*/ 16863 w 685377"/>
                    <a:gd name="connsiteY10" fmla="*/ 266857 h 268143"/>
                    <a:gd name="connsiteX11" fmla="*/ 24006 w 685377"/>
                    <a:gd name="connsiteY11" fmla="*/ 200182 h 268143"/>
                    <a:gd name="connsiteX12" fmla="*/ 28769 w 685377"/>
                    <a:gd name="connsiteY12" fmla="*/ 154938 h 268143"/>
                    <a:gd name="connsiteX13" fmla="*/ 74013 w 685377"/>
                    <a:gd name="connsiteY13" fmla="*/ 128744 h 268143"/>
                    <a:gd name="connsiteX14" fmla="*/ 352619 w 685377"/>
                    <a:gd name="connsiteY14" fmla="*/ 95407 h 268143"/>
                    <a:gd name="connsiteX0" fmla="*/ 352619 w 685377"/>
                    <a:gd name="connsiteY0" fmla="*/ 95407 h 268143"/>
                    <a:gd name="connsiteX1" fmla="*/ 543119 w 685377"/>
                    <a:gd name="connsiteY1" fmla="*/ 90644 h 268143"/>
                    <a:gd name="connsiteX2" fmla="*/ 624081 w 685377"/>
                    <a:gd name="connsiteY2" fmla="*/ 64450 h 268143"/>
                    <a:gd name="connsiteX3" fmla="*/ 635988 w 685377"/>
                    <a:gd name="connsiteY3" fmla="*/ 19207 h 268143"/>
                    <a:gd name="connsiteX4" fmla="*/ 657419 w 685377"/>
                    <a:gd name="connsiteY4" fmla="*/ 2538 h 268143"/>
                    <a:gd name="connsiteX5" fmla="*/ 676469 w 685377"/>
                    <a:gd name="connsiteY5" fmla="*/ 9682 h 268143"/>
                    <a:gd name="connsiteX6" fmla="*/ 678850 w 685377"/>
                    <a:gd name="connsiteY6" fmla="*/ 90644 h 268143"/>
                    <a:gd name="connsiteX7" fmla="*/ 590744 w 685377"/>
                    <a:gd name="connsiteY7" fmla="*/ 166844 h 268143"/>
                    <a:gd name="connsiteX8" fmla="*/ 440725 w 685377"/>
                    <a:gd name="connsiteY8" fmla="*/ 197800 h 268143"/>
                    <a:gd name="connsiteX9" fmla="*/ 269275 w 685377"/>
                    <a:gd name="connsiteY9" fmla="*/ 240663 h 268143"/>
                    <a:gd name="connsiteX10" fmla="*/ 16863 w 685377"/>
                    <a:gd name="connsiteY10" fmla="*/ 266857 h 268143"/>
                    <a:gd name="connsiteX11" fmla="*/ 24006 w 685377"/>
                    <a:gd name="connsiteY11" fmla="*/ 200182 h 268143"/>
                    <a:gd name="connsiteX12" fmla="*/ 28769 w 685377"/>
                    <a:gd name="connsiteY12" fmla="*/ 154938 h 268143"/>
                    <a:gd name="connsiteX13" fmla="*/ 76394 w 685377"/>
                    <a:gd name="connsiteY13" fmla="*/ 135888 h 268143"/>
                    <a:gd name="connsiteX14" fmla="*/ 352619 w 685377"/>
                    <a:gd name="connsiteY14" fmla="*/ 95407 h 268143"/>
                    <a:gd name="connsiteX0" fmla="*/ 331443 w 664201"/>
                    <a:gd name="connsiteY0" fmla="*/ 95407 h 247314"/>
                    <a:gd name="connsiteX1" fmla="*/ 521943 w 664201"/>
                    <a:gd name="connsiteY1" fmla="*/ 90644 h 247314"/>
                    <a:gd name="connsiteX2" fmla="*/ 602905 w 664201"/>
                    <a:gd name="connsiteY2" fmla="*/ 64450 h 247314"/>
                    <a:gd name="connsiteX3" fmla="*/ 614812 w 664201"/>
                    <a:gd name="connsiteY3" fmla="*/ 19207 h 247314"/>
                    <a:gd name="connsiteX4" fmla="*/ 636243 w 664201"/>
                    <a:gd name="connsiteY4" fmla="*/ 2538 h 247314"/>
                    <a:gd name="connsiteX5" fmla="*/ 655293 w 664201"/>
                    <a:gd name="connsiteY5" fmla="*/ 9682 h 247314"/>
                    <a:gd name="connsiteX6" fmla="*/ 657674 w 664201"/>
                    <a:gd name="connsiteY6" fmla="*/ 90644 h 247314"/>
                    <a:gd name="connsiteX7" fmla="*/ 569568 w 664201"/>
                    <a:gd name="connsiteY7" fmla="*/ 166844 h 247314"/>
                    <a:gd name="connsiteX8" fmla="*/ 419549 w 664201"/>
                    <a:gd name="connsiteY8" fmla="*/ 197800 h 247314"/>
                    <a:gd name="connsiteX9" fmla="*/ 248099 w 664201"/>
                    <a:gd name="connsiteY9" fmla="*/ 240663 h 247314"/>
                    <a:gd name="connsiteX10" fmla="*/ 40930 w 664201"/>
                    <a:gd name="connsiteY10" fmla="*/ 243044 h 247314"/>
                    <a:gd name="connsiteX11" fmla="*/ 2830 w 664201"/>
                    <a:gd name="connsiteY11" fmla="*/ 200182 h 247314"/>
                    <a:gd name="connsiteX12" fmla="*/ 7593 w 664201"/>
                    <a:gd name="connsiteY12" fmla="*/ 154938 h 247314"/>
                    <a:gd name="connsiteX13" fmla="*/ 55218 w 664201"/>
                    <a:gd name="connsiteY13" fmla="*/ 135888 h 247314"/>
                    <a:gd name="connsiteX14" fmla="*/ 331443 w 664201"/>
                    <a:gd name="connsiteY14" fmla="*/ 95407 h 247314"/>
                    <a:gd name="connsiteX0" fmla="*/ 331443 w 664201"/>
                    <a:gd name="connsiteY0" fmla="*/ 95407 h 247314"/>
                    <a:gd name="connsiteX1" fmla="*/ 521943 w 664201"/>
                    <a:gd name="connsiteY1" fmla="*/ 90644 h 247314"/>
                    <a:gd name="connsiteX2" fmla="*/ 602905 w 664201"/>
                    <a:gd name="connsiteY2" fmla="*/ 64450 h 247314"/>
                    <a:gd name="connsiteX3" fmla="*/ 614812 w 664201"/>
                    <a:gd name="connsiteY3" fmla="*/ 19207 h 247314"/>
                    <a:gd name="connsiteX4" fmla="*/ 636243 w 664201"/>
                    <a:gd name="connsiteY4" fmla="*/ 2538 h 247314"/>
                    <a:gd name="connsiteX5" fmla="*/ 655293 w 664201"/>
                    <a:gd name="connsiteY5" fmla="*/ 9682 h 247314"/>
                    <a:gd name="connsiteX6" fmla="*/ 657674 w 664201"/>
                    <a:gd name="connsiteY6" fmla="*/ 90644 h 247314"/>
                    <a:gd name="connsiteX7" fmla="*/ 569568 w 664201"/>
                    <a:gd name="connsiteY7" fmla="*/ 166844 h 247314"/>
                    <a:gd name="connsiteX8" fmla="*/ 419549 w 664201"/>
                    <a:gd name="connsiteY8" fmla="*/ 197800 h 247314"/>
                    <a:gd name="connsiteX9" fmla="*/ 248099 w 664201"/>
                    <a:gd name="connsiteY9" fmla="*/ 240663 h 247314"/>
                    <a:gd name="connsiteX10" fmla="*/ 40930 w 664201"/>
                    <a:gd name="connsiteY10" fmla="*/ 243044 h 247314"/>
                    <a:gd name="connsiteX11" fmla="*/ 2830 w 664201"/>
                    <a:gd name="connsiteY11" fmla="*/ 200182 h 247314"/>
                    <a:gd name="connsiteX12" fmla="*/ 7593 w 664201"/>
                    <a:gd name="connsiteY12" fmla="*/ 154938 h 247314"/>
                    <a:gd name="connsiteX13" fmla="*/ 55218 w 664201"/>
                    <a:gd name="connsiteY13" fmla="*/ 135888 h 247314"/>
                    <a:gd name="connsiteX14" fmla="*/ 331443 w 664201"/>
                    <a:gd name="connsiteY14" fmla="*/ 95407 h 247314"/>
                    <a:gd name="connsiteX0" fmla="*/ 325300 w 658058"/>
                    <a:gd name="connsiteY0" fmla="*/ 95407 h 250560"/>
                    <a:gd name="connsiteX1" fmla="*/ 515800 w 658058"/>
                    <a:gd name="connsiteY1" fmla="*/ 90644 h 250560"/>
                    <a:gd name="connsiteX2" fmla="*/ 596762 w 658058"/>
                    <a:gd name="connsiteY2" fmla="*/ 64450 h 250560"/>
                    <a:gd name="connsiteX3" fmla="*/ 608669 w 658058"/>
                    <a:gd name="connsiteY3" fmla="*/ 19207 h 250560"/>
                    <a:gd name="connsiteX4" fmla="*/ 630100 w 658058"/>
                    <a:gd name="connsiteY4" fmla="*/ 2538 h 250560"/>
                    <a:gd name="connsiteX5" fmla="*/ 649150 w 658058"/>
                    <a:gd name="connsiteY5" fmla="*/ 9682 h 250560"/>
                    <a:gd name="connsiteX6" fmla="*/ 651531 w 658058"/>
                    <a:gd name="connsiteY6" fmla="*/ 90644 h 250560"/>
                    <a:gd name="connsiteX7" fmla="*/ 563425 w 658058"/>
                    <a:gd name="connsiteY7" fmla="*/ 166844 h 250560"/>
                    <a:gd name="connsiteX8" fmla="*/ 413406 w 658058"/>
                    <a:gd name="connsiteY8" fmla="*/ 197800 h 250560"/>
                    <a:gd name="connsiteX9" fmla="*/ 241956 w 658058"/>
                    <a:gd name="connsiteY9" fmla="*/ 240663 h 250560"/>
                    <a:gd name="connsiteX10" fmla="*/ 34787 w 658058"/>
                    <a:gd name="connsiteY10" fmla="*/ 243044 h 250560"/>
                    <a:gd name="connsiteX11" fmla="*/ 1450 w 658058"/>
                    <a:gd name="connsiteY11" fmla="*/ 154938 h 250560"/>
                    <a:gd name="connsiteX12" fmla="*/ 49075 w 658058"/>
                    <a:gd name="connsiteY12" fmla="*/ 135888 h 250560"/>
                    <a:gd name="connsiteX13" fmla="*/ 325300 w 658058"/>
                    <a:gd name="connsiteY13" fmla="*/ 95407 h 250560"/>
                    <a:gd name="connsiteX0" fmla="*/ 325300 w 658058"/>
                    <a:gd name="connsiteY0" fmla="*/ 95407 h 250560"/>
                    <a:gd name="connsiteX1" fmla="*/ 515800 w 658058"/>
                    <a:gd name="connsiteY1" fmla="*/ 90644 h 250560"/>
                    <a:gd name="connsiteX2" fmla="*/ 596762 w 658058"/>
                    <a:gd name="connsiteY2" fmla="*/ 64450 h 250560"/>
                    <a:gd name="connsiteX3" fmla="*/ 608669 w 658058"/>
                    <a:gd name="connsiteY3" fmla="*/ 19207 h 250560"/>
                    <a:gd name="connsiteX4" fmla="*/ 630100 w 658058"/>
                    <a:gd name="connsiteY4" fmla="*/ 2538 h 250560"/>
                    <a:gd name="connsiteX5" fmla="*/ 649150 w 658058"/>
                    <a:gd name="connsiteY5" fmla="*/ 9682 h 250560"/>
                    <a:gd name="connsiteX6" fmla="*/ 651531 w 658058"/>
                    <a:gd name="connsiteY6" fmla="*/ 90644 h 250560"/>
                    <a:gd name="connsiteX7" fmla="*/ 563425 w 658058"/>
                    <a:gd name="connsiteY7" fmla="*/ 166844 h 250560"/>
                    <a:gd name="connsiteX8" fmla="*/ 413406 w 658058"/>
                    <a:gd name="connsiteY8" fmla="*/ 197800 h 250560"/>
                    <a:gd name="connsiteX9" fmla="*/ 241956 w 658058"/>
                    <a:gd name="connsiteY9" fmla="*/ 240663 h 250560"/>
                    <a:gd name="connsiteX10" fmla="*/ 34787 w 658058"/>
                    <a:gd name="connsiteY10" fmla="*/ 243044 h 250560"/>
                    <a:gd name="connsiteX11" fmla="*/ 1450 w 658058"/>
                    <a:gd name="connsiteY11" fmla="*/ 154938 h 250560"/>
                    <a:gd name="connsiteX12" fmla="*/ 49075 w 658058"/>
                    <a:gd name="connsiteY12" fmla="*/ 135888 h 250560"/>
                    <a:gd name="connsiteX13" fmla="*/ 325300 w 658058"/>
                    <a:gd name="connsiteY13" fmla="*/ 95407 h 250560"/>
                    <a:gd name="connsiteX0" fmla="*/ 323850 w 656608"/>
                    <a:gd name="connsiteY0" fmla="*/ 95407 h 250560"/>
                    <a:gd name="connsiteX1" fmla="*/ 514350 w 656608"/>
                    <a:gd name="connsiteY1" fmla="*/ 90644 h 250560"/>
                    <a:gd name="connsiteX2" fmla="*/ 595312 w 656608"/>
                    <a:gd name="connsiteY2" fmla="*/ 64450 h 250560"/>
                    <a:gd name="connsiteX3" fmla="*/ 607219 w 656608"/>
                    <a:gd name="connsiteY3" fmla="*/ 19207 h 250560"/>
                    <a:gd name="connsiteX4" fmla="*/ 628650 w 656608"/>
                    <a:gd name="connsiteY4" fmla="*/ 2538 h 250560"/>
                    <a:gd name="connsiteX5" fmla="*/ 647700 w 656608"/>
                    <a:gd name="connsiteY5" fmla="*/ 9682 h 250560"/>
                    <a:gd name="connsiteX6" fmla="*/ 650081 w 656608"/>
                    <a:gd name="connsiteY6" fmla="*/ 90644 h 250560"/>
                    <a:gd name="connsiteX7" fmla="*/ 561975 w 656608"/>
                    <a:gd name="connsiteY7" fmla="*/ 166844 h 250560"/>
                    <a:gd name="connsiteX8" fmla="*/ 411956 w 656608"/>
                    <a:gd name="connsiteY8" fmla="*/ 197800 h 250560"/>
                    <a:gd name="connsiteX9" fmla="*/ 240506 w 656608"/>
                    <a:gd name="connsiteY9" fmla="*/ 240663 h 250560"/>
                    <a:gd name="connsiteX10" fmla="*/ 33337 w 656608"/>
                    <a:gd name="connsiteY10" fmla="*/ 243044 h 250560"/>
                    <a:gd name="connsiteX11" fmla="*/ 0 w 656608"/>
                    <a:gd name="connsiteY11" fmla="*/ 154938 h 250560"/>
                    <a:gd name="connsiteX12" fmla="*/ 47625 w 656608"/>
                    <a:gd name="connsiteY12" fmla="*/ 135888 h 250560"/>
                    <a:gd name="connsiteX13" fmla="*/ 323850 w 656608"/>
                    <a:gd name="connsiteY13" fmla="*/ 95407 h 250560"/>
                    <a:gd name="connsiteX0" fmla="*/ 323850 w 656608"/>
                    <a:gd name="connsiteY0" fmla="*/ 95407 h 250560"/>
                    <a:gd name="connsiteX1" fmla="*/ 514350 w 656608"/>
                    <a:gd name="connsiteY1" fmla="*/ 90644 h 250560"/>
                    <a:gd name="connsiteX2" fmla="*/ 595312 w 656608"/>
                    <a:gd name="connsiteY2" fmla="*/ 64450 h 250560"/>
                    <a:gd name="connsiteX3" fmla="*/ 607219 w 656608"/>
                    <a:gd name="connsiteY3" fmla="*/ 19207 h 250560"/>
                    <a:gd name="connsiteX4" fmla="*/ 628650 w 656608"/>
                    <a:gd name="connsiteY4" fmla="*/ 2538 h 250560"/>
                    <a:gd name="connsiteX5" fmla="*/ 647700 w 656608"/>
                    <a:gd name="connsiteY5" fmla="*/ 9682 h 250560"/>
                    <a:gd name="connsiteX6" fmla="*/ 650081 w 656608"/>
                    <a:gd name="connsiteY6" fmla="*/ 90644 h 250560"/>
                    <a:gd name="connsiteX7" fmla="*/ 561975 w 656608"/>
                    <a:gd name="connsiteY7" fmla="*/ 166844 h 250560"/>
                    <a:gd name="connsiteX8" fmla="*/ 411956 w 656608"/>
                    <a:gd name="connsiteY8" fmla="*/ 197800 h 250560"/>
                    <a:gd name="connsiteX9" fmla="*/ 240506 w 656608"/>
                    <a:gd name="connsiteY9" fmla="*/ 240663 h 250560"/>
                    <a:gd name="connsiteX10" fmla="*/ 33337 w 656608"/>
                    <a:gd name="connsiteY10" fmla="*/ 243044 h 250560"/>
                    <a:gd name="connsiteX11" fmla="*/ 0 w 656608"/>
                    <a:gd name="connsiteY11" fmla="*/ 154938 h 250560"/>
                    <a:gd name="connsiteX12" fmla="*/ 323850 w 656608"/>
                    <a:gd name="connsiteY12" fmla="*/ 95407 h 250560"/>
                    <a:gd name="connsiteX0" fmla="*/ 323850 w 656608"/>
                    <a:gd name="connsiteY0" fmla="*/ 95407 h 258059"/>
                    <a:gd name="connsiteX1" fmla="*/ 514350 w 656608"/>
                    <a:gd name="connsiteY1" fmla="*/ 90644 h 258059"/>
                    <a:gd name="connsiteX2" fmla="*/ 595312 w 656608"/>
                    <a:gd name="connsiteY2" fmla="*/ 64450 h 258059"/>
                    <a:gd name="connsiteX3" fmla="*/ 607219 w 656608"/>
                    <a:gd name="connsiteY3" fmla="*/ 19207 h 258059"/>
                    <a:gd name="connsiteX4" fmla="*/ 628650 w 656608"/>
                    <a:gd name="connsiteY4" fmla="*/ 2538 h 258059"/>
                    <a:gd name="connsiteX5" fmla="*/ 647700 w 656608"/>
                    <a:gd name="connsiteY5" fmla="*/ 9682 h 258059"/>
                    <a:gd name="connsiteX6" fmla="*/ 650081 w 656608"/>
                    <a:gd name="connsiteY6" fmla="*/ 90644 h 258059"/>
                    <a:gd name="connsiteX7" fmla="*/ 561975 w 656608"/>
                    <a:gd name="connsiteY7" fmla="*/ 166844 h 258059"/>
                    <a:gd name="connsiteX8" fmla="*/ 411956 w 656608"/>
                    <a:gd name="connsiteY8" fmla="*/ 197800 h 258059"/>
                    <a:gd name="connsiteX9" fmla="*/ 240506 w 656608"/>
                    <a:gd name="connsiteY9" fmla="*/ 240663 h 258059"/>
                    <a:gd name="connsiteX10" fmla="*/ 33337 w 656608"/>
                    <a:gd name="connsiteY10" fmla="*/ 252569 h 258059"/>
                    <a:gd name="connsiteX11" fmla="*/ 0 w 656608"/>
                    <a:gd name="connsiteY11" fmla="*/ 154938 h 258059"/>
                    <a:gd name="connsiteX12" fmla="*/ 323850 w 656608"/>
                    <a:gd name="connsiteY12" fmla="*/ 95407 h 258059"/>
                    <a:gd name="connsiteX0" fmla="*/ 323850 w 656608"/>
                    <a:gd name="connsiteY0" fmla="*/ 95407 h 258059"/>
                    <a:gd name="connsiteX1" fmla="*/ 514350 w 656608"/>
                    <a:gd name="connsiteY1" fmla="*/ 90644 h 258059"/>
                    <a:gd name="connsiteX2" fmla="*/ 595312 w 656608"/>
                    <a:gd name="connsiteY2" fmla="*/ 64450 h 258059"/>
                    <a:gd name="connsiteX3" fmla="*/ 607219 w 656608"/>
                    <a:gd name="connsiteY3" fmla="*/ 19207 h 258059"/>
                    <a:gd name="connsiteX4" fmla="*/ 628650 w 656608"/>
                    <a:gd name="connsiteY4" fmla="*/ 2538 h 258059"/>
                    <a:gd name="connsiteX5" fmla="*/ 647700 w 656608"/>
                    <a:gd name="connsiteY5" fmla="*/ 9682 h 258059"/>
                    <a:gd name="connsiteX6" fmla="*/ 650081 w 656608"/>
                    <a:gd name="connsiteY6" fmla="*/ 90644 h 258059"/>
                    <a:gd name="connsiteX7" fmla="*/ 561975 w 656608"/>
                    <a:gd name="connsiteY7" fmla="*/ 166844 h 258059"/>
                    <a:gd name="connsiteX8" fmla="*/ 411956 w 656608"/>
                    <a:gd name="connsiteY8" fmla="*/ 197800 h 258059"/>
                    <a:gd name="connsiteX9" fmla="*/ 240506 w 656608"/>
                    <a:gd name="connsiteY9" fmla="*/ 240663 h 258059"/>
                    <a:gd name="connsiteX10" fmla="*/ 33337 w 656608"/>
                    <a:gd name="connsiteY10" fmla="*/ 252569 h 258059"/>
                    <a:gd name="connsiteX11" fmla="*/ 0 w 656608"/>
                    <a:gd name="connsiteY11" fmla="*/ 154938 h 258059"/>
                    <a:gd name="connsiteX12" fmla="*/ 323850 w 656608"/>
                    <a:gd name="connsiteY12" fmla="*/ 95407 h 258059"/>
                    <a:gd name="connsiteX0" fmla="*/ 323850 w 656608"/>
                    <a:gd name="connsiteY0" fmla="*/ 95407 h 255010"/>
                    <a:gd name="connsiteX1" fmla="*/ 514350 w 656608"/>
                    <a:gd name="connsiteY1" fmla="*/ 90644 h 255010"/>
                    <a:gd name="connsiteX2" fmla="*/ 595312 w 656608"/>
                    <a:gd name="connsiteY2" fmla="*/ 64450 h 255010"/>
                    <a:gd name="connsiteX3" fmla="*/ 607219 w 656608"/>
                    <a:gd name="connsiteY3" fmla="*/ 19207 h 255010"/>
                    <a:gd name="connsiteX4" fmla="*/ 628650 w 656608"/>
                    <a:gd name="connsiteY4" fmla="*/ 2538 h 255010"/>
                    <a:gd name="connsiteX5" fmla="*/ 647700 w 656608"/>
                    <a:gd name="connsiteY5" fmla="*/ 9682 h 255010"/>
                    <a:gd name="connsiteX6" fmla="*/ 650081 w 656608"/>
                    <a:gd name="connsiteY6" fmla="*/ 90644 h 255010"/>
                    <a:gd name="connsiteX7" fmla="*/ 561975 w 656608"/>
                    <a:gd name="connsiteY7" fmla="*/ 166844 h 255010"/>
                    <a:gd name="connsiteX8" fmla="*/ 411956 w 656608"/>
                    <a:gd name="connsiteY8" fmla="*/ 197800 h 255010"/>
                    <a:gd name="connsiteX9" fmla="*/ 240506 w 656608"/>
                    <a:gd name="connsiteY9" fmla="*/ 240663 h 255010"/>
                    <a:gd name="connsiteX10" fmla="*/ 33337 w 656608"/>
                    <a:gd name="connsiteY10" fmla="*/ 252569 h 255010"/>
                    <a:gd name="connsiteX11" fmla="*/ 0 w 656608"/>
                    <a:gd name="connsiteY11" fmla="*/ 154938 h 255010"/>
                    <a:gd name="connsiteX12" fmla="*/ 323850 w 656608"/>
                    <a:gd name="connsiteY12" fmla="*/ 95407 h 255010"/>
                    <a:gd name="connsiteX0" fmla="*/ 323850 w 656960"/>
                    <a:gd name="connsiteY0" fmla="*/ 95407 h 255010"/>
                    <a:gd name="connsiteX1" fmla="*/ 514350 w 656960"/>
                    <a:gd name="connsiteY1" fmla="*/ 90644 h 255010"/>
                    <a:gd name="connsiteX2" fmla="*/ 595312 w 656960"/>
                    <a:gd name="connsiteY2" fmla="*/ 64450 h 255010"/>
                    <a:gd name="connsiteX3" fmla="*/ 607219 w 656960"/>
                    <a:gd name="connsiteY3" fmla="*/ 19207 h 255010"/>
                    <a:gd name="connsiteX4" fmla="*/ 628650 w 656960"/>
                    <a:gd name="connsiteY4" fmla="*/ 2538 h 255010"/>
                    <a:gd name="connsiteX5" fmla="*/ 647700 w 656960"/>
                    <a:gd name="connsiteY5" fmla="*/ 9682 h 255010"/>
                    <a:gd name="connsiteX6" fmla="*/ 650081 w 656960"/>
                    <a:gd name="connsiteY6" fmla="*/ 90644 h 255010"/>
                    <a:gd name="connsiteX7" fmla="*/ 557212 w 656960"/>
                    <a:gd name="connsiteY7" fmla="*/ 159700 h 255010"/>
                    <a:gd name="connsiteX8" fmla="*/ 411956 w 656960"/>
                    <a:gd name="connsiteY8" fmla="*/ 197800 h 255010"/>
                    <a:gd name="connsiteX9" fmla="*/ 240506 w 656960"/>
                    <a:gd name="connsiteY9" fmla="*/ 240663 h 255010"/>
                    <a:gd name="connsiteX10" fmla="*/ 33337 w 656960"/>
                    <a:gd name="connsiteY10" fmla="*/ 252569 h 255010"/>
                    <a:gd name="connsiteX11" fmla="*/ 0 w 656960"/>
                    <a:gd name="connsiteY11" fmla="*/ 154938 h 255010"/>
                    <a:gd name="connsiteX12" fmla="*/ 323850 w 656960"/>
                    <a:gd name="connsiteY12" fmla="*/ 95407 h 255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56960" h="255010">
                      <a:moveTo>
                        <a:pt x="323850" y="95407"/>
                      </a:moveTo>
                      <a:cubicBezTo>
                        <a:pt x="409575" y="84691"/>
                        <a:pt x="469106" y="95803"/>
                        <a:pt x="514350" y="90644"/>
                      </a:cubicBezTo>
                      <a:cubicBezTo>
                        <a:pt x="559594" y="85485"/>
                        <a:pt x="579834" y="76356"/>
                        <a:pt x="595312" y="64450"/>
                      </a:cubicBezTo>
                      <a:cubicBezTo>
                        <a:pt x="610790" y="52544"/>
                        <a:pt x="601663" y="29526"/>
                        <a:pt x="607219" y="19207"/>
                      </a:cubicBezTo>
                      <a:cubicBezTo>
                        <a:pt x="612775" y="8888"/>
                        <a:pt x="621903" y="4125"/>
                        <a:pt x="628650" y="2538"/>
                      </a:cubicBezTo>
                      <a:cubicBezTo>
                        <a:pt x="635397" y="950"/>
                        <a:pt x="644128" y="-5002"/>
                        <a:pt x="647700" y="9682"/>
                      </a:cubicBezTo>
                      <a:cubicBezTo>
                        <a:pt x="651272" y="24366"/>
                        <a:pt x="665162" y="65641"/>
                        <a:pt x="650081" y="90644"/>
                      </a:cubicBezTo>
                      <a:cubicBezTo>
                        <a:pt x="635000" y="115647"/>
                        <a:pt x="596900" y="141841"/>
                        <a:pt x="557212" y="159700"/>
                      </a:cubicBezTo>
                      <a:cubicBezTo>
                        <a:pt x="517525" y="177559"/>
                        <a:pt x="464740" y="184306"/>
                        <a:pt x="411956" y="197800"/>
                      </a:cubicBezTo>
                      <a:cubicBezTo>
                        <a:pt x="359172" y="211294"/>
                        <a:pt x="303609" y="231535"/>
                        <a:pt x="240506" y="240663"/>
                      </a:cubicBezTo>
                      <a:cubicBezTo>
                        <a:pt x="177403" y="249791"/>
                        <a:pt x="75803" y="259712"/>
                        <a:pt x="33337" y="252569"/>
                      </a:cubicBezTo>
                      <a:cubicBezTo>
                        <a:pt x="24209" y="233519"/>
                        <a:pt x="7144" y="201372"/>
                        <a:pt x="0" y="154938"/>
                      </a:cubicBezTo>
                      <a:cubicBezTo>
                        <a:pt x="48419" y="130332"/>
                        <a:pt x="238125" y="106123"/>
                        <a:pt x="323850" y="95407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257BE571-EE70-D222-AC4D-2568EA5D062C}"/>
                    </a:ext>
                  </a:extLst>
                </p:cNvPr>
                <p:cNvSpPr/>
                <p:nvPr/>
              </p:nvSpPr>
              <p:spPr>
                <a:xfrm>
                  <a:off x="8426643" y="1801818"/>
                  <a:ext cx="111832" cy="96766"/>
                </a:xfrm>
                <a:custGeom>
                  <a:avLst/>
                  <a:gdLst>
                    <a:gd name="connsiteX0" fmla="*/ 1076 w 118586"/>
                    <a:gd name="connsiteY0" fmla="*/ 92895 h 92929"/>
                    <a:gd name="connsiteX1" fmla="*/ 39176 w 118586"/>
                    <a:gd name="connsiteY1" fmla="*/ 26220 h 92929"/>
                    <a:gd name="connsiteX2" fmla="*/ 77276 w 118586"/>
                    <a:gd name="connsiteY2" fmla="*/ 820 h 92929"/>
                    <a:gd name="connsiteX3" fmla="*/ 118551 w 118586"/>
                    <a:gd name="connsiteY3" fmla="*/ 7170 h 92929"/>
                    <a:gd name="connsiteX4" fmla="*/ 83626 w 118586"/>
                    <a:gd name="connsiteY4" fmla="*/ 16695 h 92929"/>
                    <a:gd name="connsiteX5" fmla="*/ 1076 w 118586"/>
                    <a:gd name="connsiteY5" fmla="*/ 92895 h 929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8586" h="92929">
                      <a:moveTo>
                        <a:pt x="1076" y="92895"/>
                      </a:moveTo>
                      <a:cubicBezTo>
                        <a:pt x="-6332" y="94482"/>
                        <a:pt x="26476" y="41566"/>
                        <a:pt x="39176" y="26220"/>
                      </a:cubicBezTo>
                      <a:cubicBezTo>
                        <a:pt x="51876" y="10874"/>
                        <a:pt x="64047" y="3995"/>
                        <a:pt x="77276" y="820"/>
                      </a:cubicBezTo>
                      <a:cubicBezTo>
                        <a:pt x="90505" y="-2355"/>
                        <a:pt x="117493" y="4524"/>
                        <a:pt x="118551" y="7170"/>
                      </a:cubicBezTo>
                      <a:cubicBezTo>
                        <a:pt x="119609" y="9816"/>
                        <a:pt x="96855" y="6641"/>
                        <a:pt x="83626" y="16695"/>
                      </a:cubicBezTo>
                      <a:cubicBezTo>
                        <a:pt x="70397" y="26749"/>
                        <a:pt x="8484" y="91308"/>
                        <a:pt x="1076" y="92895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softEdge rad="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Freeform: Shape 143">
                  <a:extLst>
                    <a:ext uri="{FF2B5EF4-FFF2-40B4-BE49-F238E27FC236}">
                      <a16:creationId xmlns:a16="http://schemas.microsoft.com/office/drawing/2014/main" id="{831AEC43-D47E-B82A-C4B5-EFEB76FA54EF}"/>
                    </a:ext>
                  </a:extLst>
                </p:cNvPr>
                <p:cNvSpPr/>
                <p:nvPr/>
              </p:nvSpPr>
              <p:spPr>
                <a:xfrm>
                  <a:off x="8259349" y="2063373"/>
                  <a:ext cx="116014" cy="259966"/>
                </a:xfrm>
                <a:custGeom>
                  <a:avLst/>
                  <a:gdLst>
                    <a:gd name="connsiteX0" fmla="*/ 95 w 116014"/>
                    <a:gd name="connsiteY0" fmla="*/ 259965 h 259966"/>
                    <a:gd name="connsiteX1" fmla="*/ 92170 w 116014"/>
                    <a:gd name="connsiteY1" fmla="*/ 28190 h 259966"/>
                    <a:gd name="connsiteX2" fmla="*/ 111220 w 116014"/>
                    <a:gd name="connsiteY2" fmla="*/ 31365 h 259966"/>
                    <a:gd name="connsiteX3" fmla="*/ 95 w 116014"/>
                    <a:gd name="connsiteY3" fmla="*/ 259965 h 259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014" h="259966">
                      <a:moveTo>
                        <a:pt x="95" y="259965"/>
                      </a:moveTo>
                      <a:cubicBezTo>
                        <a:pt x="-3080" y="259436"/>
                        <a:pt x="73649" y="66290"/>
                        <a:pt x="92170" y="28190"/>
                      </a:cubicBezTo>
                      <a:cubicBezTo>
                        <a:pt x="110691" y="-9910"/>
                        <a:pt x="123391" y="-9910"/>
                        <a:pt x="111220" y="31365"/>
                      </a:cubicBezTo>
                      <a:cubicBezTo>
                        <a:pt x="99049" y="72640"/>
                        <a:pt x="3270" y="260494"/>
                        <a:pt x="95" y="259965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FC1195FC-A45D-50F4-A4E6-9FB7619C578F}"/>
                    </a:ext>
                  </a:extLst>
                </p:cNvPr>
                <p:cNvSpPr/>
                <p:nvPr/>
              </p:nvSpPr>
              <p:spPr>
                <a:xfrm>
                  <a:off x="8387529" y="1984839"/>
                  <a:ext cx="45719" cy="45719"/>
                </a:xfrm>
                <a:prstGeom prst="ellipse">
                  <a:avLst/>
                </a:prstGeom>
                <a:gradFill flip="none" rotWithShape="1">
                  <a:gsLst>
                    <a:gs pos="98230">
                      <a:schemeClr val="bg2">
                        <a:lumMod val="50000"/>
                      </a:schemeClr>
                    </a:gs>
                    <a:gs pos="15000">
                      <a:schemeClr val="bg2">
                        <a:lumMod val="75000"/>
                      </a:schemeClr>
                    </a:gs>
                    <a:gs pos="34000">
                      <a:schemeClr val="bg2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" name="Freeform: Shape 145">
                  <a:extLst>
                    <a:ext uri="{FF2B5EF4-FFF2-40B4-BE49-F238E27FC236}">
                      <a16:creationId xmlns:a16="http://schemas.microsoft.com/office/drawing/2014/main" id="{1EFA3FA7-5B55-3A66-9DFD-DF62E60611C7}"/>
                    </a:ext>
                  </a:extLst>
                </p:cNvPr>
                <p:cNvSpPr/>
                <p:nvPr/>
              </p:nvSpPr>
              <p:spPr>
                <a:xfrm rot="18903314" flipV="1">
                  <a:off x="8061909" y="1806448"/>
                  <a:ext cx="491099" cy="353727"/>
                </a:xfrm>
                <a:custGeom>
                  <a:avLst/>
                  <a:gdLst>
                    <a:gd name="connsiteX0" fmla="*/ 1076 w 118586"/>
                    <a:gd name="connsiteY0" fmla="*/ 92895 h 92929"/>
                    <a:gd name="connsiteX1" fmla="*/ 39176 w 118586"/>
                    <a:gd name="connsiteY1" fmla="*/ 26220 h 92929"/>
                    <a:gd name="connsiteX2" fmla="*/ 77276 w 118586"/>
                    <a:gd name="connsiteY2" fmla="*/ 820 h 92929"/>
                    <a:gd name="connsiteX3" fmla="*/ 118551 w 118586"/>
                    <a:gd name="connsiteY3" fmla="*/ 7170 h 92929"/>
                    <a:gd name="connsiteX4" fmla="*/ 83626 w 118586"/>
                    <a:gd name="connsiteY4" fmla="*/ 16695 h 92929"/>
                    <a:gd name="connsiteX5" fmla="*/ 1076 w 118586"/>
                    <a:gd name="connsiteY5" fmla="*/ 92895 h 92929"/>
                    <a:gd name="connsiteX0" fmla="*/ 404 w 194303"/>
                    <a:gd name="connsiteY0" fmla="*/ 280545 h 280555"/>
                    <a:gd name="connsiteX1" fmla="*/ 114777 w 194303"/>
                    <a:gd name="connsiteY1" fmla="*/ 31478 h 280555"/>
                    <a:gd name="connsiteX2" fmla="*/ 152877 w 194303"/>
                    <a:gd name="connsiteY2" fmla="*/ 6078 h 280555"/>
                    <a:gd name="connsiteX3" fmla="*/ 194152 w 194303"/>
                    <a:gd name="connsiteY3" fmla="*/ 12428 h 280555"/>
                    <a:gd name="connsiteX4" fmla="*/ 159227 w 194303"/>
                    <a:gd name="connsiteY4" fmla="*/ 21953 h 280555"/>
                    <a:gd name="connsiteX5" fmla="*/ 404 w 194303"/>
                    <a:gd name="connsiteY5" fmla="*/ 280545 h 280555"/>
                    <a:gd name="connsiteX0" fmla="*/ 404 w 194305"/>
                    <a:gd name="connsiteY0" fmla="*/ 280545 h 280555"/>
                    <a:gd name="connsiteX1" fmla="*/ 114778 w 194305"/>
                    <a:gd name="connsiteY1" fmla="*/ 31478 h 280555"/>
                    <a:gd name="connsiteX2" fmla="*/ 152878 w 194305"/>
                    <a:gd name="connsiteY2" fmla="*/ 6078 h 280555"/>
                    <a:gd name="connsiteX3" fmla="*/ 194153 w 194305"/>
                    <a:gd name="connsiteY3" fmla="*/ 12428 h 280555"/>
                    <a:gd name="connsiteX4" fmla="*/ 159228 w 194305"/>
                    <a:gd name="connsiteY4" fmla="*/ 21953 h 280555"/>
                    <a:gd name="connsiteX5" fmla="*/ 404 w 194305"/>
                    <a:gd name="connsiteY5" fmla="*/ 280545 h 280555"/>
                    <a:gd name="connsiteX0" fmla="*/ 350 w 213390"/>
                    <a:gd name="connsiteY0" fmla="*/ 251127 h 251137"/>
                    <a:gd name="connsiteX1" fmla="*/ 133755 w 213390"/>
                    <a:gd name="connsiteY1" fmla="*/ 29476 h 251137"/>
                    <a:gd name="connsiteX2" fmla="*/ 171855 w 213390"/>
                    <a:gd name="connsiteY2" fmla="*/ 4076 h 251137"/>
                    <a:gd name="connsiteX3" fmla="*/ 213130 w 213390"/>
                    <a:gd name="connsiteY3" fmla="*/ 10426 h 251137"/>
                    <a:gd name="connsiteX4" fmla="*/ 178205 w 213390"/>
                    <a:gd name="connsiteY4" fmla="*/ 19951 h 251137"/>
                    <a:gd name="connsiteX5" fmla="*/ 350 w 213390"/>
                    <a:gd name="connsiteY5" fmla="*/ 251127 h 251137"/>
                    <a:gd name="connsiteX0" fmla="*/ 2958 w 215818"/>
                    <a:gd name="connsiteY0" fmla="*/ 249454 h 266904"/>
                    <a:gd name="connsiteX1" fmla="*/ 136363 w 215818"/>
                    <a:gd name="connsiteY1" fmla="*/ 27803 h 266904"/>
                    <a:gd name="connsiteX2" fmla="*/ 174463 w 215818"/>
                    <a:gd name="connsiteY2" fmla="*/ 2403 h 266904"/>
                    <a:gd name="connsiteX3" fmla="*/ 215738 w 215818"/>
                    <a:gd name="connsiteY3" fmla="*/ 8753 h 266904"/>
                    <a:gd name="connsiteX4" fmla="*/ 180813 w 215818"/>
                    <a:gd name="connsiteY4" fmla="*/ 18278 h 266904"/>
                    <a:gd name="connsiteX5" fmla="*/ 54916 w 215818"/>
                    <a:gd name="connsiteY5" fmla="*/ 226479 h 266904"/>
                    <a:gd name="connsiteX6" fmla="*/ 2958 w 215818"/>
                    <a:gd name="connsiteY6" fmla="*/ 249454 h 266904"/>
                    <a:gd name="connsiteX0" fmla="*/ 160 w 213021"/>
                    <a:gd name="connsiteY0" fmla="*/ 249454 h 255103"/>
                    <a:gd name="connsiteX1" fmla="*/ 66419 w 213021"/>
                    <a:gd name="connsiteY1" fmla="*/ 189998 h 255103"/>
                    <a:gd name="connsiteX2" fmla="*/ 133565 w 213021"/>
                    <a:gd name="connsiteY2" fmla="*/ 27803 h 255103"/>
                    <a:gd name="connsiteX3" fmla="*/ 171665 w 213021"/>
                    <a:gd name="connsiteY3" fmla="*/ 2403 h 255103"/>
                    <a:gd name="connsiteX4" fmla="*/ 212940 w 213021"/>
                    <a:gd name="connsiteY4" fmla="*/ 8753 h 255103"/>
                    <a:gd name="connsiteX5" fmla="*/ 178015 w 213021"/>
                    <a:gd name="connsiteY5" fmla="*/ 18278 h 255103"/>
                    <a:gd name="connsiteX6" fmla="*/ 52118 w 213021"/>
                    <a:gd name="connsiteY6" fmla="*/ 226479 h 255103"/>
                    <a:gd name="connsiteX7" fmla="*/ 160 w 213021"/>
                    <a:gd name="connsiteY7" fmla="*/ 249454 h 255103"/>
                    <a:gd name="connsiteX0" fmla="*/ 160 w 229624"/>
                    <a:gd name="connsiteY0" fmla="*/ 248428 h 254077"/>
                    <a:gd name="connsiteX1" fmla="*/ 66419 w 229624"/>
                    <a:gd name="connsiteY1" fmla="*/ 188972 h 254077"/>
                    <a:gd name="connsiteX2" fmla="*/ 133565 w 229624"/>
                    <a:gd name="connsiteY2" fmla="*/ 26777 h 254077"/>
                    <a:gd name="connsiteX3" fmla="*/ 171665 w 229624"/>
                    <a:gd name="connsiteY3" fmla="*/ 1377 h 254077"/>
                    <a:gd name="connsiteX4" fmla="*/ 229589 w 229624"/>
                    <a:gd name="connsiteY4" fmla="*/ 39702 h 254077"/>
                    <a:gd name="connsiteX5" fmla="*/ 178015 w 229624"/>
                    <a:gd name="connsiteY5" fmla="*/ 17252 h 254077"/>
                    <a:gd name="connsiteX6" fmla="*/ 52118 w 229624"/>
                    <a:gd name="connsiteY6" fmla="*/ 225453 h 254077"/>
                    <a:gd name="connsiteX7" fmla="*/ 160 w 229624"/>
                    <a:gd name="connsiteY7" fmla="*/ 248428 h 254077"/>
                    <a:gd name="connsiteX0" fmla="*/ 160 w 229657"/>
                    <a:gd name="connsiteY0" fmla="*/ 248428 h 254077"/>
                    <a:gd name="connsiteX1" fmla="*/ 66419 w 229657"/>
                    <a:gd name="connsiteY1" fmla="*/ 188972 h 254077"/>
                    <a:gd name="connsiteX2" fmla="*/ 133565 w 229657"/>
                    <a:gd name="connsiteY2" fmla="*/ 26777 h 254077"/>
                    <a:gd name="connsiteX3" fmla="*/ 171665 w 229657"/>
                    <a:gd name="connsiteY3" fmla="*/ 1377 h 254077"/>
                    <a:gd name="connsiteX4" fmla="*/ 229589 w 229657"/>
                    <a:gd name="connsiteY4" fmla="*/ 39702 h 254077"/>
                    <a:gd name="connsiteX5" fmla="*/ 189906 w 229657"/>
                    <a:gd name="connsiteY5" fmla="*/ 40093 h 254077"/>
                    <a:gd name="connsiteX6" fmla="*/ 52118 w 229657"/>
                    <a:gd name="connsiteY6" fmla="*/ 225453 h 254077"/>
                    <a:gd name="connsiteX7" fmla="*/ 160 w 229657"/>
                    <a:gd name="connsiteY7" fmla="*/ 248428 h 254077"/>
                    <a:gd name="connsiteX0" fmla="*/ 160 w 229902"/>
                    <a:gd name="connsiteY0" fmla="*/ 248428 h 254077"/>
                    <a:gd name="connsiteX1" fmla="*/ 66419 w 229902"/>
                    <a:gd name="connsiteY1" fmla="*/ 188972 h 254077"/>
                    <a:gd name="connsiteX2" fmla="*/ 133565 w 229902"/>
                    <a:gd name="connsiteY2" fmla="*/ 26777 h 254077"/>
                    <a:gd name="connsiteX3" fmla="*/ 171665 w 229902"/>
                    <a:gd name="connsiteY3" fmla="*/ 1377 h 254077"/>
                    <a:gd name="connsiteX4" fmla="*/ 229589 w 229902"/>
                    <a:gd name="connsiteY4" fmla="*/ 39702 h 254077"/>
                    <a:gd name="connsiteX5" fmla="*/ 189906 w 229902"/>
                    <a:gd name="connsiteY5" fmla="*/ 40093 h 254077"/>
                    <a:gd name="connsiteX6" fmla="*/ 52118 w 229902"/>
                    <a:gd name="connsiteY6" fmla="*/ 225453 h 254077"/>
                    <a:gd name="connsiteX7" fmla="*/ 160 w 229902"/>
                    <a:gd name="connsiteY7" fmla="*/ 248428 h 254077"/>
                    <a:gd name="connsiteX0" fmla="*/ 160 w 229902"/>
                    <a:gd name="connsiteY0" fmla="*/ 251310 h 256959"/>
                    <a:gd name="connsiteX1" fmla="*/ 66419 w 229902"/>
                    <a:gd name="connsiteY1" fmla="*/ 191854 h 256959"/>
                    <a:gd name="connsiteX2" fmla="*/ 133565 w 229902"/>
                    <a:gd name="connsiteY2" fmla="*/ 29659 h 256959"/>
                    <a:gd name="connsiteX3" fmla="*/ 209162 w 229902"/>
                    <a:gd name="connsiteY3" fmla="*/ 906 h 256959"/>
                    <a:gd name="connsiteX4" fmla="*/ 229589 w 229902"/>
                    <a:gd name="connsiteY4" fmla="*/ 42584 h 256959"/>
                    <a:gd name="connsiteX5" fmla="*/ 189906 w 229902"/>
                    <a:gd name="connsiteY5" fmla="*/ 42975 h 256959"/>
                    <a:gd name="connsiteX6" fmla="*/ 52118 w 229902"/>
                    <a:gd name="connsiteY6" fmla="*/ 228335 h 256959"/>
                    <a:gd name="connsiteX7" fmla="*/ 160 w 229902"/>
                    <a:gd name="connsiteY7" fmla="*/ 251310 h 256959"/>
                    <a:gd name="connsiteX0" fmla="*/ 160 w 229902"/>
                    <a:gd name="connsiteY0" fmla="*/ 250414 h 256063"/>
                    <a:gd name="connsiteX1" fmla="*/ 66419 w 229902"/>
                    <a:gd name="connsiteY1" fmla="*/ 190958 h 256063"/>
                    <a:gd name="connsiteX2" fmla="*/ 146055 w 229902"/>
                    <a:gd name="connsiteY2" fmla="*/ 45902 h 256063"/>
                    <a:gd name="connsiteX3" fmla="*/ 209162 w 229902"/>
                    <a:gd name="connsiteY3" fmla="*/ 10 h 256063"/>
                    <a:gd name="connsiteX4" fmla="*/ 229589 w 229902"/>
                    <a:gd name="connsiteY4" fmla="*/ 41688 h 256063"/>
                    <a:gd name="connsiteX5" fmla="*/ 189906 w 229902"/>
                    <a:gd name="connsiteY5" fmla="*/ 42079 h 256063"/>
                    <a:gd name="connsiteX6" fmla="*/ 52118 w 229902"/>
                    <a:gd name="connsiteY6" fmla="*/ 227439 h 256063"/>
                    <a:gd name="connsiteX7" fmla="*/ 160 w 229902"/>
                    <a:gd name="connsiteY7" fmla="*/ 250414 h 256063"/>
                    <a:gd name="connsiteX0" fmla="*/ 13 w 521025"/>
                    <a:gd name="connsiteY0" fmla="*/ 718762 h 718821"/>
                    <a:gd name="connsiteX1" fmla="*/ 357542 w 521025"/>
                    <a:gd name="connsiteY1" fmla="*/ 190958 h 718821"/>
                    <a:gd name="connsiteX2" fmla="*/ 437178 w 521025"/>
                    <a:gd name="connsiteY2" fmla="*/ 45902 h 718821"/>
                    <a:gd name="connsiteX3" fmla="*/ 500285 w 521025"/>
                    <a:gd name="connsiteY3" fmla="*/ 10 h 718821"/>
                    <a:gd name="connsiteX4" fmla="*/ 520712 w 521025"/>
                    <a:gd name="connsiteY4" fmla="*/ 41688 h 718821"/>
                    <a:gd name="connsiteX5" fmla="*/ 481029 w 521025"/>
                    <a:gd name="connsiteY5" fmla="*/ 42079 h 718821"/>
                    <a:gd name="connsiteX6" fmla="*/ 343241 w 521025"/>
                    <a:gd name="connsiteY6" fmla="*/ 227439 h 718821"/>
                    <a:gd name="connsiteX7" fmla="*/ 13 w 521025"/>
                    <a:gd name="connsiteY7" fmla="*/ 718762 h 718821"/>
                    <a:gd name="connsiteX0" fmla="*/ 1234 w 522809"/>
                    <a:gd name="connsiteY0" fmla="*/ 718762 h 721728"/>
                    <a:gd name="connsiteX1" fmla="*/ 358763 w 522809"/>
                    <a:gd name="connsiteY1" fmla="*/ 190958 h 721728"/>
                    <a:gd name="connsiteX2" fmla="*/ 438399 w 522809"/>
                    <a:gd name="connsiteY2" fmla="*/ 45902 h 721728"/>
                    <a:gd name="connsiteX3" fmla="*/ 501506 w 522809"/>
                    <a:gd name="connsiteY3" fmla="*/ 10 h 721728"/>
                    <a:gd name="connsiteX4" fmla="*/ 521933 w 522809"/>
                    <a:gd name="connsiteY4" fmla="*/ 41688 h 721728"/>
                    <a:gd name="connsiteX5" fmla="*/ 482250 w 522809"/>
                    <a:gd name="connsiteY5" fmla="*/ 42079 h 721728"/>
                    <a:gd name="connsiteX6" fmla="*/ 239027 w 522809"/>
                    <a:gd name="connsiteY6" fmla="*/ 408636 h 721728"/>
                    <a:gd name="connsiteX7" fmla="*/ 1234 w 522809"/>
                    <a:gd name="connsiteY7" fmla="*/ 718762 h 721728"/>
                    <a:gd name="connsiteX0" fmla="*/ 1234 w 521968"/>
                    <a:gd name="connsiteY0" fmla="*/ 718762 h 721728"/>
                    <a:gd name="connsiteX1" fmla="*/ 358763 w 521968"/>
                    <a:gd name="connsiteY1" fmla="*/ 190958 h 721728"/>
                    <a:gd name="connsiteX2" fmla="*/ 438399 w 521968"/>
                    <a:gd name="connsiteY2" fmla="*/ 45902 h 721728"/>
                    <a:gd name="connsiteX3" fmla="*/ 501506 w 521968"/>
                    <a:gd name="connsiteY3" fmla="*/ 10 h 721728"/>
                    <a:gd name="connsiteX4" fmla="*/ 521933 w 521968"/>
                    <a:gd name="connsiteY4" fmla="*/ 41688 h 721728"/>
                    <a:gd name="connsiteX5" fmla="*/ 482250 w 521968"/>
                    <a:gd name="connsiteY5" fmla="*/ 42079 h 721728"/>
                    <a:gd name="connsiteX6" fmla="*/ 415344 w 521968"/>
                    <a:gd name="connsiteY6" fmla="*/ 107784 h 721728"/>
                    <a:gd name="connsiteX7" fmla="*/ 239027 w 521968"/>
                    <a:gd name="connsiteY7" fmla="*/ 408636 h 721728"/>
                    <a:gd name="connsiteX8" fmla="*/ 1234 w 521968"/>
                    <a:gd name="connsiteY8" fmla="*/ 718762 h 721728"/>
                    <a:gd name="connsiteX0" fmla="*/ 1464 w 522198"/>
                    <a:gd name="connsiteY0" fmla="*/ 718762 h 722342"/>
                    <a:gd name="connsiteX1" fmla="*/ 358993 w 522198"/>
                    <a:gd name="connsiteY1" fmla="*/ 190958 h 722342"/>
                    <a:gd name="connsiteX2" fmla="*/ 438629 w 522198"/>
                    <a:gd name="connsiteY2" fmla="*/ 45902 h 722342"/>
                    <a:gd name="connsiteX3" fmla="*/ 501736 w 522198"/>
                    <a:gd name="connsiteY3" fmla="*/ 10 h 722342"/>
                    <a:gd name="connsiteX4" fmla="*/ 522163 w 522198"/>
                    <a:gd name="connsiteY4" fmla="*/ 41688 h 722342"/>
                    <a:gd name="connsiteX5" fmla="*/ 482480 w 522198"/>
                    <a:gd name="connsiteY5" fmla="*/ 42079 h 722342"/>
                    <a:gd name="connsiteX6" fmla="*/ 415574 w 522198"/>
                    <a:gd name="connsiteY6" fmla="*/ 107784 h 722342"/>
                    <a:gd name="connsiteX7" fmla="*/ 230321 w 522198"/>
                    <a:gd name="connsiteY7" fmla="*/ 425730 h 722342"/>
                    <a:gd name="connsiteX8" fmla="*/ 1464 w 522198"/>
                    <a:gd name="connsiteY8" fmla="*/ 718762 h 722342"/>
                    <a:gd name="connsiteX0" fmla="*/ 1355 w 522089"/>
                    <a:gd name="connsiteY0" fmla="*/ 718762 h 722629"/>
                    <a:gd name="connsiteX1" fmla="*/ 353532 w 522089"/>
                    <a:gd name="connsiteY1" fmla="*/ 180684 h 722629"/>
                    <a:gd name="connsiteX2" fmla="*/ 438520 w 522089"/>
                    <a:gd name="connsiteY2" fmla="*/ 45902 h 722629"/>
                    <a:gd name="connsiteX3" fmla="*/ 501627 w 522089"/>
                    <a:gd name="connsiteY3" fmla="*/ 10 h 722629"/>
                    <a:gd name="connsiteX4" fmla="*/ 522054 w 522089"/>
                    <a:gd name="connsiteY4" fmla="*/ 41688 h 722629"/>
                    <a:gd name="connsiteX5" fmla="*/ 482371 w 522089"/>
                    <a:gd name="connsiteY5" fmla="*/ 42079 h 722629"/>
                    <a:gd name="connsiteX6" fmla="*/ 415465 w 522089"/>
                    <a:gd name="connsiteY6" fmla="*/ 107784 h 722629"/>
                    <a:gd name="connsiteX7" fmla="*/ 230212 w 522089"/>
                    <a:gd name="connsiteY7" fmla="*/ 425730 h 722629"/>
                    <a:gd name="connsiteX8" fmla="*/ 1355 w 522089"/>
                    <a:gd name="connsiteY8" fmla="*/ 718762 h 722629"/>
                    <a:gd name="connsiteX0" fmla="*/ 25 w 520759"/>
                    <a:gd name="connsiteY0" fmla="*/ 718762 h 718993"/>
                    <a:gd name="connsiteX1" fmla="*/ 244382 w 520759"/>
                    <a:gd name="connsiteY1" fmla="*/ 371001 h 718993"/>
                    <a:gd name="connsiteX2" fmla="*/ 352202 w 520759"/>
                    <a:gd name="connsiteY2" fmla="*/ 180684 h 718993"/>
                    <a:gd name="connsiteX3" fmla="*/ 437190 w 520759"/>
                    <a:gd name="connsiteY3" fmla="*/ 45902 h 718993"/>
                    <a:gd name="connsiteX4" fmla="*/ 500297 w 520759"/>
                    <a:gd name="connsiteY4" fmla="*/ 10 h 718993"/>
                    <a:gd name="connsiteX5" fmla="*/ 520724 w 520759"/>
                    <a:gd name="connsiteY5" fmla="*/ 41688 h 718993"/>
                    <a:gd name="connsiteX6" fmla="*/ 481041 w 520759"/>
                    <a:gd name="connsiteY6" fmla="*/ 42079 h 718993"/>
                    <a:gd name="connsiteX7" fmla="*/ 414135 w 520759"/>
                    <a:gd name="connsiteY7" fmla="*/ 107784 h 718993"/>
                    <a:gd name="connsiteX8" fmla="*/ 228882 w 520759"/>
                    <a:gd name="connsiteY8" fmla="*/ 425730 h 718993"/>
                    <a:gd name="connsiteX9" fmla="*/ 25 w 520759"/>
                    <a:gd name="connsiteY9" fmla="*/ 718762 h 718993"/>
                    <a:gd name="connsiteX0" fmla="*/ 25 w 520759"/>
                    <a:gd name="connsiteY0" fmla="*/ 718762 h 718993"/>
                    <a:gd name="connsiteX1" fmla="*/ 244382 w 520759"/>
                    <a:gd name="connsiteY1" fmla="*/ 371001 h 718993"/>
                    <a:gd name="connsiteX2" fmla="*/ 352202 w 520759"/>
                    <a:gd name="connsiteY2" fmla="*/ 180684 h 718993"/>
                    <a:gd name="connsiteX3" fmla="*/ 437190 w 520759"/>
                    <a:gd name="connsiteY3" fmla="*/ 45902 h 718993"/>
                    <a:gd name="connsiteX4" fmla="*/ 500297 w 520759"/>
                    <a:gd name="connsiteY4" fmla="*/ 10 h 718993"/>
                    <a:gd name="connsiteX5" fmla="*/ 520724 w 520759"/>
                    <a:gd name="connsiteY5" fmla="*/ 41688 h 718993"/>
                    <a:gd name="connsiteX6" fmla="*/ 481041 w 520759"/>
                    <a:gd name="connsiteY6" fmla="*/ 42079 h 718993"/>
                    <a:gd name="connsiteX7" fmla="*/ 414135 w 520759"/>
                    <a:gd name="connsiteY7" fmla="*/ 107784 h 718993"/>
                    <a:gd name="connsiteX8" fmla="*/ 228882 w 520759"/>
                    <a:gd name="connsiteY8" fmla="*/ 425730 h 718993"/>
                    <a:gd name="connsiteX9" fmla="*/ 25 w 520759"/>
                    <a:gd name="connsiteY9" fmla="*/ 718762 h 718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20759" h="718993">
                      <a:moveTo>
                        <a:pt x="25" y="718762"/>
                      </a:moveTo>
                      <a:cubicBezTo>
                        <a:pt x="2608" y="709641"/>
                        <a:pt x="185686" y="460681"/>
                        <a:pt x="244382" y="371001"/>
                      </a:cubicBezTo>
                      <a:cubicBezTo>
                        <a:pt x="281631" y="322352"/>
                        <a:pt x="319473" y="232584"/>
                        <a:pt x="352202" y="180684"/>
                      </a:cubicBezTo>
                      <a:cubicBezTo>
                        <a:pt x="384931" y="128784"/>
                        <a:pt x="412508" y="76014"/>
                        <a:pt x="437190" y="45902"/>
                      </a:cubicBezTo>
                      <a:cubicBezTo>
                        <a:pt x="461872" y="15790"/>
                        <a:pt x="486375" y="712"/>
                        <a:pt x="500297" y="10"/>
                      </a:cubicBezTo>
                      <a:cubicBezTo>
                        <a:pt x="514219" y="-692"/>
                        <a:pt x="519666" y="39042"/>
                        <a:pt x="520724" y="41688"/>
                      </a:cubicBezTo>
                      <a:cubicBezTo>
                        <a:pt x="521782" y="44334"/>
                        <a:pt x="498806" y="31063"/>
                        <a:pt x="481041" y="42079"/>
                      </a:cubicBezTo>
                      <a:cubicBezTo>
                        <a:pt x="463276" y="53095"/>
                        <a:pt x="454672" y="46691"/>
                        <a:pt x="414135" y="107784"/>
                      </a:cubicBezTo>
                      <a:cubicBezTo>
                        <a:pt x="373598" y="168877"/>
                        <a:pt x="298493" y="328465"/>
                        <a:pt x="228882" y="425730"/>
                      </a:cubicBezTo>
                      <a:cubicBezTo>
                        <a:pt x="199240" y="464259"/>
                        <a:pt x="-2558" y="727884"/>
                        <a:pt x="25" y="71876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softEdge rad="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12" name="Pap smear">
            <a:extLst>
              <a:ext uri="{FF2B5EF4-FFF2-40B4-BE49-F238E27FC236}">
                <a16:creationId xmlns:a16="http://schemas.microsoft.com/office/drawing/2014/main" id="{F16BAFAB-9192-9E0C-AC8C-2EB1F2CA588E}"/>
              </a:ext>
            </a:extLst>
          </p:cNvPr>
          <p:cNvSpPr txBox="1"/>
          <p:nvPr/>
        </p:nvSpPr>
        <p:spPr>
          <a:xfrm>
            <a:off x="3420895" y="677528"/>
            <a:ext cx="1737360" cy="715089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Pap smear </a:t>
            </a:r>
            <a:r>
              <a:rPr lang="en-US" b="1" dirty="0">
                <a:solidFill>
                  <a:schemeClr val="tx1"/>
                </a:solidFill>
              </a:rPr>
              <a:t>(cytology) </a:t>
            </a:r>
          </a:p>
        </p:txBody>
      </p:sp>
      <p:sp>
        <p:nvSpPr>
          <p:cNvPr id="13" name="Colposcopy">
            <a:extLst>
              <a:ext uri="{FF2B5EF4-FFF2-40B4-BE49-F238E27FC236}">
                <a16:creationId xmlns:a16="http://schemas.microsoft.com/office/drawing/2014/main" id="{D16932E6-4314-E73F-2EC7-2B87C284ED4F}"/>
              </a:ext>
            </a:extLst>
          </p:cNvPr>
          <p:cNvSpPr txBox="1"/>
          <p:nvPr/>
        </p:nvSpPr>
        <p:spPr>
          <a:xfrm>
            <a:off x="3420895" y="3884182"/>
            <a:ext cx="1737360" cy="715089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Colposcopy </a:t>
            </a:r>
            <a:r>
              <a:rPr lang="en-US" b="1" dirty="0">
                <a:solidFill>
                  <a:schemeClr val="tx1"/>
                </a:solidFill>
              </a:rPr>
              <a:t>(histology)</a:t>
            </a:r>
          </a:p>
        </p:txBody>
      </p:sp>
      <p:pic>
        <p:nvPicPr>
          <p:cNvPr id="14" name="Graphic 13" descr="Cursor with solid fill">
            <a:extLst>
              <a:ext uri="{FF2B5EF4-FFF2-40B4-BE49-F238E27FC236}">
                <a16:creationId xmlns:a16="http://schemas.microsoft.com/office/drawing/2014/main" id="{8D12B287-6F99-EFBB-46A0-CB02B7E200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1308" y="1235499"/>
            <a:ext cx="301752" cy="301752"/>
          </a:xfrm>
          <a:prstGeom prst="rect">
            <a:avLst/>
          </a:prstGeom>
        </p:spPr>
      </p:pic>
      <p:pic>
        <p:nvPicPr>
          <p:cNvPr id="15" name="Graphic 14" descr="Cursor with solid fill">
            <a:extLst>
              <a:ext uri="{FF2B5EF4-FFF2-40B4-BE49-F238E27FC236}">
                <a16:creationId xmlns:a16="http://schemas.microsoft.com/office/drawing/2014/main" id="{08736AD7-DBFC-C062-7229-F233312B62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1308" y="4453674"/>
            <a:ext cx="301752" cy="301752"/>
          </a:xfrm>
          <a:prstGeom prst="rect">
            <a:avLst/>
          </a:prstGeom>
        </p:spPr>
      </p:pic>
      <p:sp>
        <p:nvSpPr>
          <p:cNvPr id="46" name="Rounded Rectangle 4">
            <a:hlinkClick r:id="rId6" action="ppaction://hlinksldjump"/>
            <a:extLst>
              <a:ext uri="{FF2B5EF4-FFF2-40B4-BE49-F238E27FC236}">
                <a16:creationId xmlns:a16="http://schemas.microsoft.com/office/drawing/2014/main" id="{BCD65CCA-B0CA-3A86-E4C9-D52B687EFAD7}"/>
              </a:ext>
            </a:extLst>
          </p:cNvPr>
          <p:cNvSpPr/>
          <p:nvPr/>
        </p:nvSpPr>
        <p:spPr>
          <a:xfrm>
            <a:off x="255852" y="251908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Pathophysiology</a:t>
            </a:r>
          </a:p>
        </p:txBody>
      </p:sp>
      <p:sp>
        <p:nvSpPr>
          <p:cNvPr id="47" name="Rounded Rectangle 3">
            <a:hlinkClick r:id="rId7" action="ppaction://hlinksldjump"/>
            <a:extLst>
              <a:ext uri="{FF2B5EF4-FFF2-40B4-BE49-F238E27FC236}">
                <a16:creationId xmlns:a16="http://schemas.microsoft.com/office/drawing/2014/main" id="{BEC56D27-C0B3-6A4B-BF1C-55A923419BC0}"/>
              </a:ext>
            </a:extLst>
          </p:cNvPr>
          <p:cNvSpPr/>
          <p:nvPr/>
        </p:nvSpPr>
        <p:spPr>
          <a:xfrm>
            <a:off x="255853" y="3885327"/>
            <a:ext cx="1962544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sp>
        <p:nvSpPr>
          <p:cNvPr id="49" name="Rounded Rectangle 9">
            <a:hlinkClick r:id="rId8" action="ppaction://hlinksldjump"/>
            <a:extLst>
              <a:ext uri="{FF2B5EF4-FFF2-40B4-BE49-F238E27FC236}">
                <a16:creationId xmlns:a16="http://schemas.microsoft.com/office/drawing/2014/main" id="{ED5554A9-D884-91EA-C486-E4BCFFAB0B88}"/>
              </a:ext>
            </a:extLst>
          </p:cNvPr>
          <p:cNvSpPr/>
          <p:nvPr/>
        </p:nvSpPr>
        <p:spPr>
          <a:xfrm>
            <a:off x="255852" y="1475616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04D8F9C-63BE-23A2-933F-0A5561687A45}"/>
              </a:ext>
            </a:extLst>
          </p:cNvPr>
          <p:cNvCxnSpPr>
            <a:cxnSpLocks/>
          </p:cNvCxnSpPr>
          <p:nvPr/>
        </p:nvCxnSpPr>
        <p:spPr>
          <a:xfrm>
            <a:off x="2600891" y="3709135"/>
            <a:ext cx="370278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Down Arrow 139">
            <a:extLst>
              <a:ext uri="{FF2B5EF4-FFF2-40B4-BE49-F238E27FC236}">
                <a16:creationId xmlns:a16="http://schemas.microsoft.com/office/drawing/2014/main" id="{7A9EC402-BD62-7014-C248-ACF5E4225014}"/>
              </a:ext>
            </a:extLst>
          </p:cNvPr>
          <p:cNvSpPr/>
          <p:nvPr/>
        </p:nvSpPr>
        <p:spPr>
          <a:xfrm rot="16200000">
            <a:off x="9146106" y="-1553500"/>
            <a:ext cx="153558" cy="519263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90F2BCC6-B09D-0CC5-7969-117A3B1E7E30}"/>
              </a:ext>
            </a:extLst>
          </p:cNvPr>
          <p:cNvSpPr txBox="1"/>
          <p:nvPr/>
        </p:nvSpPr>
        <p:spPr>
          <a:xfrm>
            <a:off x="6735886" y="591475"/>
            <a:ext cx="4954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Prevalence of Abnormal Cells</a:t>
            </a:r>
          </a:p>
        </p:txBody>
      </p:sp>
      <p:sp>
        <p:nvSpPr>
          <p:cNvPr id="613" name="Cytologic findings">
            <a:extLst>
              <a:ext uri="{FF2B5EF4-FFF2-40B4-BE49-F238E27FC236}">
                <a16:creationId xmlns:a16="http://schemas.microsoft.com/office/drawing/2014/main" id="{440BC64A-026E-78D2-AEE5-C48C242C7A77}"/>
              </a:ext>
            </a:extLst>
          </p:cNvPr>
          <p:cNvSpPr txBox="1"/>
          <p:nvPr/>
        </p:nvSpPr>
        <p:spPr>
          <a:xfrm>
            <a:off x="8033882" y="1398755"/>
            <a:ext cx="2325555" cy="408623"/>
          </a:xfrm>
          <a:prstGeom prst="roundRect">
            <a:avLst/>
          </a:prstGeom>
          <a:ln w="38100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i="1" dirty="0"/>
              <a:t>Cytologic</a:t>
            </a:r>
            <a:r>
              <a:rPr lang="en-US" dirty="0"/>
              <a:t> findings</a:t>
            </a:r>
          </a:p>
        </p:txBody>
      </p:sp>
      <p:sp>
        <p:nvSpPr>
          <p:cNvPr id="614" name="HIstologic findings">
            <a:extLst>
              <a:ext uri="{FF2B5EF4-FFF2-40B4-BE49-F238E27FC236}">
                <a16:creationId xmlns:a16="http://schemas.microsoft.com/office/drawing/2014/main" id="{663E076F-CF20-2E7C-B19A-0FE270A5F92D}"/>
              </a:ext>
            </a:extLst>
          </p:cNvPr>
          <p:cNvSpPr txBox="1"/>
          <p:nvPr/>
        </p:nvSpPr>
        <p:spPr>
          <a:xfrm>
            <a:off x="8033882" y="5789832"/>
            <a:ext cx="2325555" cy="408623"/>
          </a:xfrm>
          <a:prstGeom prst="roundRect">
            <a:avLst/>
          </a:prstGeom>
          <a:ln w="38100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i="1" dirty="0"/>
              <a:t>Histologic</a:t>
            </a:r>
            <a:r>
              <a:rPr lang="en-US" dirty="0"/>
              <a:t> findings</a:t>
            </a:r>
          </a:p>
        </p:txBody>
      </p:sp>
      <p:sp>
        <p:nvSpPr>
          <p:cNvPr id="615" name="TextBox 614">
            <a:extLst>
              <a:ext uri="{FF2B5EF4-FFF2-40B4-BE49-F238E27FC236}">
                <a16:creationId xmlns:a16="http://schemas.microsoft.com/office/drawing/2014/main" id="{B7DFA84F-437A-BFBC-5121-C739DBB205B2}"/>
              </a:ext>
            </a:extLst>
          </p:cNvPr>
          <p:cNvSpPr txBox="1"/>
          <p:nvPr/>
        </p:nvSpPr>
        <p:spPr>
          <a:xfrm>
            <a:off x="6350978" y="2163878"/>
            <a:ext cx="7698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NILM</a:t>
            </a:r>
          </a:p>
        </p:txBody>
      </p:sp>
      <p:sp>
        <p:nvSpPr>
          <p:cNvPr id="616" name="TextBox 615">
            <a:extLst>
              <a:ext uri="{FF2B5EF4-FFF2-40B4-BE49-F238E27FC236}">
                <a16:creationId xmlns:a16="http://schemas.microsoft.com/office/drawing/2014/main" id="{97A4687E-06D9-EBA2-92F9-F0ACD572AC24}"/>
              </a:ext>
            </a:extLst>
          </p:cNvPr>
          <p:cNvSpPr txBox="1"/>
          <p:nvPr/>
        </p:nvSpPr>
        <p:spPr>
          <a:xfrm>
            <a:off x="7078156" y="2163878"/>
            <a:ext cx="862742" cy="369332"/>
          </a:xfrm>
          <a:prstGeom prst="rect">
            <a:avLst/>
          </a:prstGeom>
          <a:solidFill>
            <a:srgbClr val="F7A31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ASC-US</a:t>
            </a:r>
          </a:p>
        </p:txBody>
      </p:sp>
      <p:sp>
        <p:nvSpPr>
          <p:cNvPr id="618" name="TextBox 617">
            <a:extLst>
              <a:ext uri="{FF2B5EF4-FFF2-40B4-BE49-F238E27FC236}">
                <a16:creationId xmlns:a16="http://schemas.microsoft.com/office/drawing/2014/main" id="{4578A011-7980-2BBC-77BE-90EAA557A45E}"/>
              </a:ext>
            </a:extLst>
          </p:cNvPr>
          <p:cNvSpPr txBox="1"/>
          <p:nvPr/>
        </p:nvSpPr>
        <p:spPr>
          <a:xfrm>
            <a:off x="7933696" y="2163878"/>
            <a:ext cx="1928872" cy="369332"/>
          </a:xfrm>
          <a:prstGeom prst="rect">
            <a:avLst/>
          </a:prstGeom>
          <a:solidFill>
            <a:srgbClr val="E76E2B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LSIL | ASC-H | AGC</a:t>
            </a:r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22F58898-5B3E-151A-FC7A-03C5762288C7}"/>
              </a:ext>
            </a:extLst>
          </p:cNvPr>
          <p:cNvSpPr txBox="1"/>
          <p:nvPr/>
        </p:nvSpPr>
        <p:spPr>
          <a:xfrm>
            <a:off x="9862568" y="2163878"/>
            <a:ext cx="2083690" cy="369332"/>
          </a:xfrm>
          <a:prstGeom prst="rect">
            <a:avLst/>
          </a:prstGeom>
          <a:solidFill>
            <a:srgbClr val="D9441B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HSIL</a:t>
            </a:r>
          </a:p>
        </p:txBody>
      </p:sp>
      <p:sp>
        <p:nvSpPr>
          <p:cNvPr id="621" name="TextBox 620">
            <a:extLst>
              <a:ext uri="{FF2B5EF4-FFF2-40B4-BE49-F238E27FC236}">
                <a16:creationId xmlns:a16="http://schemas.microsoft.com/office/drawing/2014/main" id="{30B97CCA-D268-D6E8-7EC3-32CEFEC008E2}"/>
              </a:ext>
            </a:extLst>
          </p:cNvPr>
          <p:cNvSpPr txBox="1"/>
          <p:nvPr/>
        </p:nvSpPr>
        <p:spPr>
          <a:xfrm>
            <a:off x="6469185" y="5057945"/>
            <a:ext cx="105438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No CIN</a:t>
            </a:r>
          </a:p>
        </p:txBody>
      </p:sp>
      <p:sp>
        <p:nvSpPr>
          <p:cNvPr id="622" name="TextBox 621">
            <a:extLst>
              <a:ext uri="{FF2B5EF4-FFF2-40B4-BE49-F238E27FC236}">
                <a16:creationId xmlns:a16="http://schemas.microsoft.com/office/drawing/2014/main" id="{5100FFBD-E936-E1A8-D118-30A81B5C0D20}"/>
              </a:ext>
            </a:extLst>
          </p:cNvPr>
          <p:cNvSpPr txBox="1"/>
          <p:nvPr/>
        </p:nvSpPr>
        <p:spPr>
          <a:xfrm>
            <a:off x="7521680" y="4419039"/>
            <a:ext cx="1241048" cy="640080"/>
          </a:xfrm>
          <a:prstGeom prst="rect">
            <a:avLst/>
          </a:prstGeom>
          <a:solidFill>
            <a:srgbClr val="F7A31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Histologic LSIL</a:t>
            </a: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AF38F9A1-7617-1231-E062-86F4F0B22DEF}"/>
              </a:ext>
            </a:extLst>
          </p:cNvPr>
          <p:cNvSpPr txBox="1"/>
          <p:nvPr/>
        </p:nvSpPr>
        <p:spPr>
          <a:xfrm>
            <a:off x="8762728" y="4419039"/>
            <a:ext cx="2459609" cy="640080"/>
          </a:xfrm>
          <a:prstGeom prst="rect">
            <a:avLst/>
          </a:prstGeom>
          <a:solidFill>
            <a:srgbClr val="D9441B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Histologic HSIL | AIS</a:t>
            </a:r>
          </a:p>
        </p:txBody>
      </p:sp>
      <p:sp>
        <p:nvSpPr>
          <p:cNvPr id="624" name="Cytologic findings">
            <a:extLst>
              <a:ext uri="{FF2B5EF4-FFF2-40B4-BE49-F238E27FC236}">
                <a16:creationId xmlns:a16="http://schemas.microsoft.com/office/drawing/2014/main" id="{1A114229-AA72-72C0-459B-1041996CC577}"/>
              </a:ext>
            </a:extLst>
          </p:cNvPr>
          <p:cNvSpPr txBox="1"/>
          <p:nvPr/>
        </p:nvSpPr>
        <p:spPr>
          <a:xfrm>
            <a:off x="8033882" y="1398755"/>
            <a:ext cx="2325555" cy="408623"/>
          </a:xfrm>
          <a:prstGeom prst="roundRect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i="1" dirty="0"/>
              <a:t>Cytologic</a:t>
            </a:r>
            <a:r>
              <a:rPr lang="en-US" dirty="0"/>
              <a:t> findings</a:t>
            </a:r>
          </a:p>
        </p:txBody>
      </p:sp>
      <p:sp>
        <p:nvSpPr>
          <p:cNvPr id="625" name="HIstologic findings">
            <a:extLst>
              <a:ext uri="{FF2B5EF4-FFF2-40B4-BE49-F238E27FC236}">
                <a16:creationId xmlns:a16="http://schemas.microsoft.com/office/drawing/2014/main" id="{EC887704-DAB7-F20E-107C-671D8A32C0E1}"/>
              </a:ext>
            </a:extLst>
          </p:cNvPr>
          <p:cNvSpPr txBox="1"/>
          <p:nvPr/>
        </p:nvSpPr>
        <p:spPr>
          <a:xfrm>
            <a:off x="8033882" y="5789832"/>
            <a:ext cx="2325555" cy="408623"/>
          </a:xfrm>
          <a:prstGeom prst="roundRect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i="1" dirty="0"/>
              <a:t>Histologic</a:t>
            </a:r>
            <a:r>
              <a:rPr lang="en-US" dirty="0"/>
              <a:t> findings</a:t>
            </a:r>
          </a:p>
        </p:txBody>
      </p:sp>
      <p:pic>
        <p:nvPicPr>
          <p:cNvPr id="626" name="Graphic 625" descr="Cursor with solid fill">
            <a:extLst>
              <a:ext uri="{FF2B5EF4-FFF2-40B4-BE49-F238E27FC236}">
                <a16:creationId xmlns:a16="http://schemas.microsoft.com/office/drawing/2014/main" id="{C2389E2E-388D-8E60-C5DB-D5DA82693D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27041" y="1669202"/>
            <a:ext cx="301752" cy="301752"/>
          </a:xfrm>
          <a:prstGeom prst="rect">
            <a:avLst/>
          </a:prstGeom>
        </p:spPr>
      </p:pic>
      <p:pic>
        <p:nvPicPr>
          <p:cNvPr id="627" name="Graphic 626" descr="Cursor with solid fill">
            <a:extLst>
              <a:ext uri="{FF2B5EF4-FFF2-40B4-BE49-F238E27FC236}">
                <a16:creationId xmlns:a16="http://schemas.microsoft.com/office/drawing/2014/main" id="{2A7AB49B-D2CF-50A2-0F6E-7FCFD520D6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27041" y="6060279"/>
            <a:ext cx="301752" cy="301752"/>
          </a:xfrm>
          <a:prstGeom prst="rect">
            <a:avLst/>
          </a:prstGeom>
        </p:spPr>
      </p:pic>
      <p:sp>
        <p:nvSpPr>
          <p:cNvPr id="628" name="TextBox 627">
            <a:extLst>
              <a:ext uri="{FF2B5EF4-FFF2-40B4-BE49-F238E27FC236}">
                <a16:creationId xmlns:a16="http://schemas.microsoft.com/office/drawing/2014/main" id="{A898EE4B-F1C6-323E-DCAF-84E26BCB53D3}"/>
              </a:ext>
            </a:extLst>
          </p:cNvPr>
          <p:cNvSpPr txBox="1"/>
          <p:nvPr/>
        </p:nvSpPr>
        <p:spPr>
          <a:xfrm>
            <a:off x="8762729" y="5057945"/>
            <a:ext cx="1270666" cy="369332"/>
          </a:xfrm>
          <a:prstGeom prst="rect">
            <a:avLst/>
          </a:prstGeom>
          <a:solidFill>
            <a:srgbClr val="E76E2B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CIN2</a:t>
            </a:r>
          </a:p>
        </p:txBody>
      </p:sp>
      <p:sp>
        <p:nvSpPr>
          <p:cNvPr id="629" name="TextBox 628">
            <a:extLst>
              <a:ext uri="{FF2B5EF4-FFF2-40B4-BE49-F238E27FC236}">
                <a16:creationId xmlns:a16="http://schemas.microsoft.com/office/drawing/2014/main" id="{68F3A808-CBED-1F7A-B9B6-97787EF71F56}"/>
              </a:ext>
            </a:extLst>
          </p:cNvPr>
          <p:cNvSpPr txBox="1"/>
          <p:nvPr/>
        </p:nvSpPr>
        <p:spPr>
          <a:xfrm>
            <a:off x="10027705" y="5057945"/>
            <a:ext cx="1194631" cy="369332"/>
          </a:xfrm>
          <a:prstGeom prst="rect">
            <a:avLst/>
          </a:prstGeom>
          <a:solidFill>
            <a:srgbClr val="D9441B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CIN3</a:t>
            </a:r>
          </a:p>
        </p:txBody>
      </p:sp>
      <p:sp>
        <p:nvSpPr>
          <p:cNvPr id="632" name="TextBox 631">
            <a:extLst>
              <a:ext uri="{FF2B5EF4-FFF2-40B4-BE49-F238E27FC236}">
                <a16:creationId xmlns:a16="http://schemas.microsoft.com/office/drawing/2014/main" id="{0EEBAAC8-0150-B615-0834-7849EDF965EF}"/>
              </a:ext>
            </a:extLst>
          </p:cNvPr>
          <p:cNvSpPr txBox="1"/>
          <p:nvPr/>
        </p:nvSpPr>
        <p:spPr>
          <a:xfrm>
            <a:off x="7521680" y="5057945"/>
            <a:ext cx="1241540" cy="369332"/>
          </a:xfrm>
          <a:prstGeom prst="rect">
            <a:avLst/>
          </a:prstGeom>
          <a:solidFill>
            <a:srgbClr val="F7A31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CIN1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A7CD25-C6E2-3692-333A-CBAC53D72C1A}"/>
              </a:ext>
            </a:extLst>
          </p:cNvPr>
          <p:cNvSpPr txBox="1"/>
          <p:nvPr/>
        </p:nvSpPr>
        <p:spPr>
          <a:xfrm>
            <a:off x="11222336" y="4419039"/>
            <a:ext cx="738664" cy="10082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Invasive cancer </a:t>
            </a:r>
          </a:p>
        </p:txBody>
      </p:sp>
      <p:grpSp>
        <p:nvGrpSpPr>
          <p:cNvPr id="612" name="Group 611">
            <a:extLst>
              <a:ext uri="{FF2B5EF4-FFF2-40B4-BE49-F238E27FC236}">
                <a16:creationId xmlns:a16="http://schemas.microsoft.com/office/drawing/2014/main" id="{82FD5E20-9BCB-55D9-FF46-63F40CDDA408}"/>
              </a:ext>
            </a:extLst>
          </p:cNvPr>
          <p:cNvGrpSpPr/>
          <p:nvPr/>
        </p:nvGrpSpPr>
        <p:grpSpPr>
          <a:xfrm>
            <a:off x="6345756" y="2864764"/>
            <a:ext cx="5622836" cy="1632100"/>
            <a:chOff x="6573062" y="2643462"/>
            <a:chExt cx="5622836" cy="1632100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8C7CBB42-037C-66A2-0AE0-EBA70FA5CE3F}"/>
                </a:ext>
              </a:extLst>
            </p:cNvPr>
            <p:cNvGrpSpPr/>
            <p:nvPr/>
          </p:nvGrpSpPr>
          <p:grpSpPr>
            <a:xfrm rot="5400000" flipV="1">
              <a:off x="6689295" y="3650681"/>
              <a:ext cx="129670" cy="362135"/>
              <a:chOff x="10807526" y="2483357"/>
              <a:chExt cx="129670" cy="304638"/>
            </a:xfrm>
          </p:grpSpPr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69D409C7-DE59-A50F-AFC4-DF10B5DBB3B7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9C76E77D-1F8F-D65E-8763-76524D0EC11A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3E21F0AC-1A2F-7EA7-0963-ADD69D5523D9}"/>
                </a:ext>
              </a:extLst>
            </p:cNvPr>
            <p:cNvGrpSpPr/>
            <p:nvPr/>
          </p:nvGrpSpPr>
          <p:grpSpPr>
            <a:xfrm rot="5400000" flipV="1">
              <a:off x="7067879" y="3650681"/>
              <a:ext cx="129670" cy="362135"/>
              <a:chOff x="10807526" y="2483357"/>
              <a:chExt cx="129670" cy="304638"/>
            </a:xfrm>
          </p:grpSpPr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7A365CF3-8673-1B9B-20D5-3BA7A01B5BA9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A4444F33-E9B0-4898-05C2-87F510880434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60CD4F18-A7DD-66F8-6636-0FBE29CEAC88}"/>
                </a:ext>
              </a:extLst>
            </p:cNvPr>
            <p:cNvGrpSpPr/>
            <p:nvPr/>
          </p:nvGrpSpPr>
          <p:grpSpPr>
            <a:xfrm rot="5400000" flipV="1">
              <a:off x="7448270" y="3650681"/>
              <a:ext cx="129670" cy="362135"/>
              <a:chOff x="10807526" y="2483357"/>
              <a:chExt cx="129670" cy="304638"/>
            </a:xfrm>
          </p:grpSpPr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E2573F92-1D14-7407-F97B-E552D3ED41EE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B6E9A7AD-413B-5301-7A83-9D7DFC70DD33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DEEAB7BA-A842-74B4-344A-089B9E3169BA}"/>
                </a:ext>
              </a:extLst>
            </p:cNvPr>
            <p:cNvGrpSpPr/>
            <p:nvPr/>
          </p:nvGrpSpPr>
          <p:grpSpPr>
            <a:xfrm rot="5400000" flipV="1">
              <a:off x="7771935" y="3705603"/>
              <a:ext cx="129670" cy="252291"/>
              <a:chOff x="10807526" y="2483357"/>
              <a:chExt cx="129670" cy="212234"/>
            </a:xfrm>
          </p:grpSpPr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E993B747-CF28-0541-ADF1-168E61EAD0CD}"/>
                  </a:ext>
                </a:extLst>
              </p:cNvPr>
              <p:cNvSpPr/>
              <p:nvPr/>
            </p:nvSpPr>
            <p:spPr>
              <a:xfrm rot="16200000">
                <a:off x="10766244" y="2524639"/>
                <a:ext cx="212234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0C282843-CA6D-27ED-F5E4-00D498093DA4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9F2DB9ED-D7D0-43CE-3DEF-8D4AB195D056}"/>
                </a:ext>
              </a:extLst>
            </p:cNvPr>
            <p:cNvGrpSpPr/>
            <p:nvPr/>
          </p:nvGrpSpPr>
          <p:grpSpPr>
            <a:xfrm rot="5400000" flipV="1">
              <a:off x="6831000" y="3506450"/>
              <a:ext cx="129670" cy="362135"/>
              <a:chOff x="10807526" y="2483357"/>
              <a:chExt cx="129670" cy="304638"/>
            </a:xfrm>
          </p:grpSpPr>
          <p:sp>
            <p:nvSpPr>
              <p:cNvPr id="100" name="Rectangle: Rounded Corners 99">
                <a:extLst>
                  <a:ext uri="{FF2B5EF4-FFF2-40B4-BE49-F238E27FC236}">
                    <a16:creationId xmlns:a16="http://schemas.microsoft.com/office/drawing/2014/main" id="{7CE23064-8D88-AE51-22CC-596EF2ADE4FA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D424BD54-65D3-5AEA-039E-8FA389255D93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8C7D215F-BDDD-D242-99F2-726951BD2A70}"/>
                </a:ext>
              </a:extLst>
            </p:cNvPr>
            <p:cNvGrpSpPr/>
            <p:nvPr/>
          </p:nvGrpSpPr>
          <p:grpSpPr>
            <a:xfrm rot="5400000" flipV="1">
              <a:off x="7204515" y="3506450"/>
              <a:ext cx="129670" cy="362135"/>
              <a:chOff x="10807526" y="2483357"/>
              <a:chExt cx="129670" cy="304638"/>
            </a:xfrm>
          </p:grpSpPr>
          <p:sp>
            <p:nvSpPr>
              <p:cNvPr id="103" name="Rectangle: Rounded Corners 102">
                <a:extLst>
                  <a:ext uri="{FF2B5EF4-FFF2-40B4-BE49-F238E27FC236}">
                    <a16:creationId xmlns:a16="http://schemas.microsoft.com/office/drawing/2014/main" id="{90FEB3FA-C817-7E72-3F8F-41186F798C34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88FCCFCE-A51A-438C-B848-61DDB7684181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3D90E178-E5FD-3B6E-1C8C-81A6D9F6320E}"/>
                </a:ext>
              </a:extLst>
            </p:cNvPr>
            <p:cNvGrpSpPr/>
            <p:nvPr/>
          </p:nvGrpSpPr>
          <p:grpSpPr>
            <a:xfrm rot="5400000" flipV="1">
              <a:off x="6705743" y="3368483"/>
              <a:ext cx="129670" cy="362135"/>
              <a:chOff x="10807526" y="2483357"/>
              <a:chExt cx="129670" cy="304638"/>
            </a:xfrm>
          </p:grpSpPr>
          <p:sp>
            <p:nvSpPr>
              <p:cNvPr id="106" name="Rectangle: Rounded Corners 105">
                <a:extLst>
                  <a:ext uri="{FF2B5EF4-FFF2-40B4-BE49-F238E27FC236}">
                    <a16:creationId xmlns:a16="http://schemas.microsoft.com/office/drawing/2014/main" id="{AB04B33B-BAA9-281C-CA20-4D33FCD7D314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426B4F03-53C7-D61C-A633-4ADC8644B5F0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4035A327-4A00-AA85-86F5-6E67FE0F7A2E}"/>
                </a:ext>
              </a:extLst>
            </p:cNvPr>
            <p:cNvGrpSpPr/>
            <p:nvPr/>
          </p:nvGrpSpPr>
          <p:grpSpPr>
            <a:xfrm rot="5400000" flipV="1">
              <a:off x="7075235" y="3368483"/>
              <a:ext cx="129670" cy="362135"/>
              <a:chOff x="10807526" y="2483357"/>
              <a:chExt cx="129670" cy="304638"/>
            </a:xfrm>
          </p:grpSpPr>
          <p:sp>
            <p:nvSpPr>
              <p:cNvPr id="109" name="Rectangle: Rounded Corners 108">
                <a:extLst>
                  <a:ext uri="{FF2B5EF4-FFF2-40B4-BE49-F238E27FC236}">
                    <a16:creationId xmlns:a16="http://schemas.microsoft.com/office/drawing/2014/main" id="{0561B231-3EA5-E4CB-4E6C-826A01E44B14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9F71DB31-AB90-5DEB-490A-ACC848A4EFE6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800207BC-54E4-4D22-D145-038C287C921F}"/>
                </a:ext>
              </a:extLst>
            </p:cNvPr>
            <p:cNvGrpSpPr/>
            <p:nvPr/>
          </p:nvGrpSpPr>
          <p:grpSpPr>
            <a:xfrm rot="5400000" flipV="1">
              <a:off x="6877259" y="3225619"/>
              <a:ext cx="129670" cy="362135"/>
              <a:chOff x="10807526" y="2483357"/>
              <a:chExt cx="129670" cy="304638"/>
            </a:xfrm>
          </p:grpSpPr>
          <p:sp>
            <p:nvSpPr>
              <p:cNvPr id="112" name="Rectangle: Rounded Corners 111">
                <a:extLst>
                  <a:ext uri="{FF2B5EF4-FFF2-40B4-BE49-F238E27FC236}">
                    <a16:creationId xmlns:a16="http://schemas.microsoft.com/office/drawing/2014/main" id="{7241FCC8-905D-D728-F813-9EA006822229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1D40353E-A2EA-114B-4CA4-BE1E67B5F871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09760B8B-1EF1-D159-0941-280B9607BCE9}"/>
                </a:ext>
              </a:extLst>
            </p:cNvPr>
            <p:cNvGrpSpPr/>
            <p:nvPr/>
          </p:nvGrpSpPr>
          <p:grpSpPr>
            <a:xfrm rot="5400000" flipV="1">
              <a:off x="7246437" y="3225619"/>
              <a:ext cx="129670" cy="362135"/>
              <a:chOff x="10807526" y="2483357"/>
              <a:chExt cx="129670" cy="304638"/>
            </a:xfrm>
          </p:grpSpPr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D8106037-E5BF-B3B4-EAA0-03F2478C35E9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662BDD97-89F7-6360-8A43-5839AD202227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5EEE2249-BE24-4A6E-9E32-585CD4B64E21}"/>
                </a:ext>
              </a:extLst>
            </p:cNvPr>
            <p:cNvGrpSpPr/>
            <p:nvPr/>
          </p:nvGrpSpPr>
          <p:grpSpPr>
            <a:xfrm rot="5400000" flipV="1">
              <a:off x="6705743" y="3083395"/>
              <a:ext cx="129670" cy="362135"/>
              <a:chOff x="10807526" y="2483357"/>
              <a:chExt cx="129670" cy="304638"/>
            </a:xfrm>
          </p:grpSpPr>
          <p:sp>
            <p:nvSpPr>
              <p:cNvPr id="118" name="Rectangle: Rounded Corners 117">
                <a:extLst>
                  <a:ext uri="{FF2B5EF4-FFF2-40B4-BE49-F238E27FC236}">
                    <a16:creationId xmlns:a16="http://schemas.microsoft.com/office/drawing/2014/main" id="{619602D4-F1B2-EE06-3B5A-AD80A42CF098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6D8161DF-9574-9DDA-52B3-262C813C18C3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068A6C38-5EB2-8D87-30C4-E661EA669557}"/>
                </a:ext>
              </a:extLst>
            </p:cNvPr>
            <p:cNvGrpSpPr/>
            <p:nvPr/>
          </p:nvGrpSpPr>
          <p:grpSpPr>
            <a:xfrm rot="5400000" flipV="1">
              <a:off x="7452042" y="2801398"/>
              <a:ext cx="129670" cy="362135"/>
              <a:chOff x="10807526" y="2483357"/>
              <a:chExt cx="129670" cy="304638"/>
            </a:xfrm>
          </p:grpSpPr>
          <p:sp>
            <p:nvSpPr>
              <p:cNvPr id="124" name="Rectangle: Rounded Corners 123">
                <a:extLst>
                  <a:ext uri="{FF2B5EF4-FFF2-40B4-BE49-F238E27FC236}">
                    <a16:creationId xmlns:a16="http://schemas.microsoft.com/office/drawing/2014/main" id="{4C423C52-1525-0B0F-43F9-196A6EFDFE5D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39357734-5049-1BE4-1073-23A8CAAB482C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E231452C-8E96-93E7-7691-9AFF8543A778}"/>
                </a:ext>
              </a:extLst>
            </p:cNvPr>
            <p:cNvGrpSpPr/>
            <p:nvPr/>
          </p:nvGrpSpPr>
          <p:grpSpPr>
            <a:xfrm rot="5400000" flipV="1">
              <a:off x="7079062" y="3083395"/>
              <a:ext cx="129670" cy="362135"/>
              <a:chOff x="10807526" y="2483357"/>
              <a:chExt cx="129670" cy="304638"/>
            </a:xfrm>
          </p:grpSpPr>
          <p:sp>
            <p:nvSpPr>
              <p:cNvPr id="131" name="Rectangle: Rounded Corners 130">
                <a:extLst>
                  <a:ext uri="{FF2B5EF4-FFF2-40B4-BE49-F238E27FC236}">
                    <a16:creationId xmlns:a16="http://schemas.microsoft.com/office/drawing/2014/main" id="{DE37CC5B-8330-48F1-51CC-5E87BABD3A6C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BAB2FEF3-2C7D-7220-D15B-EE51D9DB3B92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8D5A5F48-D896-AE93-9729-A644F80FFD93}"/>
                </a:ext>
              </a:extLst>
            </p:cNvPr>
            <p:cNvGrpSpPr/>
            <p:nvPr/>
          </p:nvGrpSpPr>
          <p:grpSpPr>
            <a:xfrm rot="5400000" flipV="1">
              <a:off x="7453303" y="3083395"/>
              <a:ext cx="129670" cy="362135"/>
              <a:chOff x="10807526" y="2483357"/>
              <a:chExt cx="129670" cy="304638"/>
            </a:xfrm>
          </p:grpSpPr>
          <p:sp>
            <p:nvSpPr>
              <p:cNvPr id="147" name="Rectangle: Rounded Corners 146">
                <a:extLst>
                  <a:ext uri="{FF2B5EF4-FFF2-40B4-BE49-F238E27FC236}">
                    <a16:creationId xmlns:a16="http://schemas.microsoft.com/office/drawing/2014/main" id="{0E8D80ED-1638-CDD3-8C13-76999B854485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CD03D85C-88B7-C67A-21D6-F9A7544EFACA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8F14119-225E-3970-C907-2B2B90ABDAB7}"/>
                </a:ext>
              </a:extLst>
            </p:cNvPr>
            <p:cNvGrpSpPr/>
            <p:nvPr/>
          </p:nvGrpSpPr>
          <p:grpSpPr>
            <a:xfrm rot="5400000" flipV="1">
              <a:off x="6894431" y="2945092"/>
              <a:ext cx="129670" cy="362135"/>
              <a:chOff x="10807526" y="2483357"/>
              <a:chExt cx="129670" cy="304638"/>
            </a:xfrm>
          </p:grpSpPr>
          <p:sp>
            <p:nvSpPr>
              <p:cNvPr id="150" name="Rectangle: Rounded Corners 149">
                <a:extLst>
                  <a:ext uri="{FF2B5EF4-FFF2-40B4-BE49-F238E27FC236}">
                    <a16:creationId xmlns:a16="http://schemas.microsoft.com/office/drawing/2014/main" id="{B1BDF67D-851B-87F2-46FC-C8872C04A0A5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9209690D-513B-A349-C1AE-95659BE6C658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785B176F-7D78-4953-1A26-1673A25E7073}"/>
                </a:ext>
              </a:extLst>
            </p:cNvPr>
            <p:cNvGrpSpPr/>
            <p:nvPr/>
          </p:nvGrpSpPr>
          <p:grpSpPr>
            <a:xfrm rot="5400000" flipV="1">
              <a:off x="7273546" y="2945092"/>
              <a:ext cx="129670" cy="362135"/>
              <a:chOff x="10807526" y="2483357"/>
              <a:chExt cx="129670" cy="304638"/>
            </a:xfrm>
          </p:grpSpPr>
          <p:sp>
            <p:nvSpPr>
              <p:cNvPr id="153" name="Rectangle: Rounded Corners 152">
                <a:extLst>
                  <a:ext uri="{FF2B5EF4-FFF2-40B4-BE49-F238E27FC236}">
                    <a16:creationId xmlns:a16="http://schemas.microsoft.com/office/drawing/2014/main" id="{DCBD0950-CAFC-9266-B33B-213BBE346CB4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003916C4-E34D-10C6-D0AB-EB87B983F5AB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9D8C1383-6BF5-67C9-9F05-43CD6C26C6E4}"/>
                </a:ext>
              </a:extLst>
            </p:cNvPr>
            <p:cNvGrpSpPr/>
            <p:nvPr/>
          </p:nvGrpSpPr>
          <p:grpSpPr>
            <a:xfrm rot="5400000" flipV="1">
              <a:off x="7652661" y="2945092"/>
              <a:ext cx="129670" cy="362135"/>
              <a:chOff x="10807526" y="2483357"/>
              <a:chExt cx="129670" cy="304638"/>
            </a:xfrm>
          </p:grpSpPr>
          <p:sp>
            <p:nvSpPr>
              <p:cNvPr id="156" name="Rectangle: Rounded Corners 155">
                <a:extLst>
                  <a:ext uri="{FF2B5EF4-FFF2-40B4-BE49-F238E27FC236}">
                    <a16:creationId xmlns:a16="http://schemas.microsoft.com/office/drawing/2014/main" id="{B228AC14-422B-1883-DFF8-AF563A158C6E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D880514C-7B0E-B360-17A2-B1A25401A8AA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39BAA652-EF0F-7263-1D54-D3E0E02F9681}"/>
                </a:ext>
              </a:extLst>
            </p:cNvPr>
            <p:cNvGrpSpPr/>
            <p:nvPr/>
          </p:nvGrpSpPr>
          <p:grpSpPr>
            <a:xfrm rot="5400000" flipV="1">
              <a:off x="6712440" y="2801398"/>
              <a:ext cx="129670" cy="362135"/>
              <a:chOff x="10807526" y="2483357"/>
              <a:chExt cx="129670" cy="304638"/>
            </a:xfrm>
          </p:grpSpPr>
          <p:sp>
            <p:nvSpPr>
              <p:cNvPr id="159" name="Rectangle: Rounded Corners 158">
                <a:extLst>
                  <a:ext uri="{FF2B5EF4-FFF2-40B4-BE49-F238E27FC236}">
                    <a16:creationId xmlns:a16="http://schemas.microsoft.com/office/drawing/2014/main" id="{DC937FD5-49CB-6865-835C-9A456572D98A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E7F8D1BA-ADE8-89B0-961F-70F1338633B6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C006550D-6513-0A50-C5D6-16922226FB66}"/>
                </a:ext>
              </a:extLst>
            </p:cNvPr>
            <p:cNvGrpSpPr/>
            <p:nvPr/>
          </p:nvGrpSpPr>
          <p:grpSpPr>
            <a:xfrm rot="5400000" flipV="1">
              <a:off x="7082241" y="2801398"/>
              <a:ext cx="129670" cy="362135"/>
              <a:chOff x="10807526" y="2483357"/>
              <a:chExt cx="129670" cy="304638"/>
            </a:xfrm>
          </p:grpSpPr>
          <p:sp>
            <p:nvSpPr>
              <p:cNvPr id="162" name="Rectangle: Rounded Corners 161">
                <a:extLst>
                  <a:ext uri="{FF2B5EF4-FFF2-40B4-BE49-F238E27FC236}">
                    <a16:creationId xmlns:a16="http://schemas.microsoft.com/office/drawing/2014/main" id="{A82E7508-C949-B6F1-01E1-1CCF5C1E5797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EE4D2606-58B5-54E3-035D-36A408ACC433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D751DC67-9DB3-C46A-53D9-501C5DAD6A12}"/>
                </a:ext>
              </a:extLst>
            </p:cNvPr>
            <p:cNvGrpSpPr/>
            <p:nvPr/>
          </p:nvGrpSpPr>
          <p:grpSpPr>
            <a:xfrm rot="5400000" flipV="1">
              <a:off x="6886811" y="2664495"/>
              <a:ext cx="129670" cy="362135"/>
              <a:chOff x="10807526" y="2483357"/>
              <a:chExt cx="129670" cy="304638"/>
            </a:xfrm>
          </p:grpSpPr>
          <p:sp>
            <p:nvSpPr>
              <p:cNvPr id="165" name="Rectangle: Rounded Corners 164">
                <a:extLst>
                  <a:ext uri="{FF2B5EF4-FFF2-40B4-BE49-F238E27FC236}">
                    <a16:creationId xmlns:a16="http://schemas.microsoft.com/office/drawing/2014/main" id="{360B907B-72E5-9D2A-19DD-A186B30FABE3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7950201C-1035-D63D-BB6C-5FA5A1B4D01A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97773166-446E-6509-975D-FF716359EA7A}"/>
                </a:ext>
              </a:extLst>
            </p:cNvPr>
            <p:cNvGrpSpPr/>
            <p:nvPr/>
          </p:nvGrpSpPr>
          <p:grpSpPr>
            <a:xfrm rot="5400000" flipV="1">
              <a:off x="7267202" y="2664495"/>
              <a:ext cx="129670" cy="362135"/>
              <a:chOff x="10807526" y="2483357"/>
              <a:chExt cx="129670" cy="304638"/>
            </a:xfrm>
          </p:grpSpPr>
          <p:sp>
            <p:nvSpPr>
              <p:cNvPr id="168" name="Rectangle: Rounded Corners 167">
                <a:extLst>
                  <a:ext uri="{FF2B5EF4-FFF2-40B4-BE49-F238E27FC236}">
                    <a16:creationId xmlns:a16="http://schemas.microsoft.com/office/drawing/2014/main" id="{001F5FEB-01CE-10B3-9CCC-EA0775D37BAE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7701F5E0-79B6-C820-8A27-632445056148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E3BF52BC-7B39-60E4-1683-D43D9D52D8EE}"/>
                </a:ext>
              </a:extLst>
            </p:cNvPr>
            <p:cNvGrpSpPr/>
            <p:nvPr/>
          </p:nvGrpSpPr>
          <p:grpSpPr>
            <a:xfrm rot="5400000" flipV="1">
              <a:off x="7641851" y="2664495"/>
              <a:ext cx="129670" cy="362135"/>
              <a:chOff x="10807526" y="2483357"/>
              <a:chExt cx="129670" cy="304638"/>
            </a:xfrm>
          </p:grpSpPr>
          <p:sp>
            <p:nvSpPr>
              <p:cNvPr id="171" name="Rectangle: Rounded Corners 170">
                <a:extLst>
                  <a:ext uri="{FF2B5EF4-FFF2-40B4-BE49-F238E27FC236}">
                    <a16:creationId xmlns:a16="http://schemas.microsoft.com/office/drawing/2014/main" id="{F4BF23BD-E074-D79B-33BC-08E1BF521D50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81828229-E009-8E87-87C5-F5A34863E9C7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0D69A323-2200-70B0-CBC1-5307B06F00AF}"/>
                </a:ext>
              </a:extLst>
            </p:cNvPr>
            <p:cNvGrpSpPr/>
            <p:nvPr/>
          </p:nvGrpSpPr>
          <p:grpSpPr>
            <a:xfrm>
              <a:off x="6683792" y="3906591"/>
              <a:ext cx="4890994" cy="129671"/>
              <a:chOff x="6683792" y="3906591"/>
              <a:chExt cx="4890994" cy="129671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0B4C246-5DA6-FE82-1D3C-5D7D3A82B27A}"/>
                  </a:ext>
                </a:extLst>
              </p:cNvPr>
              <p:cNvGrpSpPr/>
              <p:nvPr/>
            </p:nvGrpSpPr>
            <p:grpSpPr>
              <a:xfrm rot="10800000" flipV="1">
                <a:off x="9819764" y="3906591"/>
                <a:ext cx="428319" cy="129670"/>
                <a:chOff x="10813143" y="1541398"/>
                <a:chExt cx="667657" cy="272534"/>
              </a:xfrm>
            </p:grpSpPr>
            <p:sp>
              <p:nvSpPr>
                <p:cNvPr id="6" name="Rectangle: Rounded Corners 5">
                  <a:extLst>
                    <a:ext uri="{FF2B5EF4-FFF2-40B4-BE49-F238E27FC236}">
                      <a16:creationId xmlns:a16="http://schemas.microsoft.com/office/drawing/2014/main" id="{DAC8C551-27E1-6668-CCD8-FAD2973027D8}"/>
                    </a:ext>
                  </a:extLst>
                </p:cNvPr>
                <p:cNvSpPr/>
                <p:nvPr/>
              </p:nvSpPr>
              <p:spPr>
                <a:xfrm>
                  <a:off x="10813143" y="1541398"/>
                  <a:ext cx="667657" cy="272534"/>
                </a:xfrm>
                <a:prstGeom prst="roundRect">
                  <a:avLst/>
                </a:prstGeom>
                <a:solidFill>
                  <a:srgbClr val="CA4E4D"/>
                </a:solidFill>
                <a:ln>
                  <a:solidFill>
                    <a:srgbClr val="941A0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637C35F9-B1B7-F14D-5EFE-858AE4C1D983}"/>
                    </a:ext>
                  </a:extLst>
                </p:cNvPr>
                <p:cNvSpPr/>
                <p:nvPr/>
              </p:nvSpPr>
              <p:spPr>
                <a:xfrm>
                  <a:off x="11088914" y="1632519"/>
                  <a:ext cx="130629" cy="108980"/>
                </a:xfrm>
                <a:prstGeom prst="ellipse">
                  <a:avLst/>
                </a:prstGeom>
                <a:solidFill>
                  <a:srgbClr val="941A06"/>
                </a:solidFill>
                <a:ln>
                  <a:solidFill>
                    <a:srgbClr val="941A0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06F52282-FCC8-9347-0573-2F5E8B44A12F}"/>
                  </a:ext>
                </a:extLst>
              </p:cNvPr>
              <p:cNvGrpSpPr/>
              <p:nvPr/>
            </p:nvGrpSpPr>
            <p:grpSpPr>
              <a:xfrm rot="10800000" flipV="1">
                <a:off x="9371768" y="3906592"/>
                <a:ext cx="428319" cy="129670"/>
                <a:chOff x="10813143" y="1557597"/>
                <a:chExt cx="667657" cy="272534"/>
              </a:xfrm>
            </p:grpSpPr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F28F6A4E-1165-A8DF-39C9-D236771F68E8}"/>
                    </a:ext>
                  </a:extLst>
                </p:cNvPr>
                <p:cNvSpPr/>
                <p:nvPr/>
              </p:nvSpPr>
              <p:spPr>
                <a:xfrm>
                  <a:off x="10813143" y="1557597"/>
                  <a:ext cx="667657" cy="272534"/>
                </a:xfrm>
                <a:prstGeom prst="roundRect">
                  <a:avLst/>
                </a:prstGeom>
                <a:solidFill>
                  <a:srgbClr val="CA4E4D"/>
                </a:solidFill>
                <a:ln>
                  <a:solidFill>
                    <a:srgbClr val="941A0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B1706064-9AD0-8A73-F09A-ECB15FEB4911}"/>
                    </a:ext>
                  </a:extLst>
                </p:cNvPr>
                <p:cNvSpPr/>
                <p:nvPr/>
              </p:nvSpPr>
              <p:spPr>
                <a:xfrm>
                  <a:off x="11088914" y="1632519"/>
                  <a:ext cx="130629" cy="108980"/>
                </a:xfrm>
                <a:prstGeom prst="ellipse">
                  <a:avLst/>
                </a:prstGeom>
                <a:solidFill>
                  <a:srgbClr val="941A06"/>
                </a:solidFill>
                <a:ln>
                  <a:solidFill>
                    <a:srgbClr val="941A0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5A9585DA-F250-259A-1424-5195C8CCAFCC}"/>
                  </a:ext>
                </a:extLst>
              </p:cNvPr>
              <p:cNvGrpSpPr/>
              <p:nvPr/>
            </p:nvGrpSpPr>
            <p:grpSpPr>
              <a:xfrm rot="10800000" flipV="1">
                <a:off x="8923772" y="3906591"/>
                <a:ext cx="428319" cy="129670"/>
                <a:chOff x="10813143" y="1557597"/>
                <a:chExt cx="667657" cy="272534"/>
              </a:xfrm>
            </p:grpSpPr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C45C03AD-BA4B-E760-E1ED-2E39BCD8BAE0}"/>
                    </a:ext>
                  </a:extLst>
                </p:cNvPr>
                <p:cNvSpPr/>
                <p:nvPr/>
              </p:nvSpPr>
              <p:spPr>
                <a:xfrm>
                  <a:off x="10813143" y="1557597"/>
                  <a:ext cx="667657" cy="272534"/>
                </a:xfrm>
                <a:prstGeom prst="roundRect">
                  <a:avLst/>
                </a:prstGeom>
                <a:solidFill>
                  <a:srgbClr val="CA4E4D"/>
                </a:solidFill>
                <a:ln>
                  <a:solidFill>
                    <a:srgbClr val="941A0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31820740-4A38-D11B-C4D4-F9EB7FC8E103}"/>
                    </a:ext>
                  </a:extLst>
                </p:cNvPr>
                <p:cNvSpPr/>
                <p:nvPr/>
              </p:nvSpPr>
              <p:spPr>
                <a:xfrm>
                  <a:off x="11088914" y="1632519"/>
                  <a:ext cx="130629" cy="108980"/>
                </a:xfrm>
                <a:prstGeom prst="ellipse">
                  <a:avLst/>
                </a:prstGeom>
                <a:solidFill>
                  <a:srgbClr val="941A06"/>
                </a:solidFill>
                <a:ln>
                  <a:solidFill>
                    <a:srgbClr val="941A0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FA3DB571-71B0-5CF2-B7A9-6915165907B1}"/>
                  </a:ext>
                </a:extLst>
              </p:cNvPr>
              <p:cNvGrpSpPr/>
              <p:nvPr/>
            </p:nvGrpSpPr>
            <p:grpSpPr>
              <a:xfrm rot="10800000" flipV="1">
                <a:off x="8475776" y="3906591"/>
                <a:ext cx="428319" cy="129670"/>
                <a:chOff x="10813143" y="1557597"/>
                <a:chExt cx="667657" cy="272534"/>
              </a:xfrm>
            </p:grpSpPr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3BC57356-E6A4-6F45-A39D-99D2BB604F53}"/>
                    </a:ext>
                  </a:extLst>
                </p:cNvPr>
                <p:cNvSpPr/>
                <p:nvPr/>
              </p:nvSpPr>
              <p:spPr>
                <a:xfrm>
                  <a:off x="10813143" y="1557597"/>
                  <a:ext cx="667657" cy="272534"/>
                </a:xfrm>
                <a:prstGeom prst="roundRect">
                  <a:avLst/>
                </a:prstGeom>
                <a:solidFill>
                  <a:srgbClr val="CA4E4D"/>
                </a:solidFill>
                <a:ln>
                  <a:solidFill>
                    <a:srgbClr val="941A0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70041875-1063-9162-B4ED-7C4D475C853D}"/>
                    </a:ext>
                  </a:extLst>
                </p:cNvPr>
                <p:cNvSpPr/>
                <p:nvPr/>
              </p:nvSpPr>
              <p:spPr>
                <a:xfrm>
                  <a:off x="11088914" y="1632519"/>
                  <a:ext cx="130629" cy="108980"/>
                </a:xfrm>
                <a:prstGeom prst="ellipse">
                  <a:avLst/>
                </a:prstGeom>
                <a:solidFill>
                  <a:srgbClr val="941A06"/>
                </a:solidFill>
                <a:ln>
                  <a:solidFill>
                    <a:srgbClr val="941A0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E9763215-2920-5C32-F246-7C8AC9B174E4}"/>
                  </a:ext>
                </a:extLst>
              </p:cNvPr>
              <p:cNvGrpSpPr/>
              <p:nvPr/>
            </p:nvGrpSpPr>
            <p:grpSpPr>
              <a:xfrm rot="10800000" flipV="1">
                <a:off x="8027780" y="3906591"/>
                <a:ext cx="428319" cy="129670"/>
                <a:chOff x="10813143" y="1541398"/>
                <a:chExt cx="667657" cy="272534"/>
              </a:xfrm>
            </p:grpSpPr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6DC565D4-82EB-3E89-F24B-0205FFC15D09}"/>
                    </a:ext>
                  </a:extLst>
                </p:cNvPr>
                <p:cNvSpPr/>
                <p:nvPr/>
              </p:nvSpPr>
              <p:spPr>
                <a:xfrm>
                  <a:off x="10813143" y="1541398"/>
                  <a:ext cx="667657" cy="272534"/>
                </a:xfrm>
                <a:prstGeom prst="roundRect">
                  <a:avLst/>
                </a:prstGeom>
                <a:solidFill>
                  <a:srgbClr val="CA4E4D"/>
                </a:solidFill>
                <a:ln>
                  <a:solidFill>
                    <a:srgbClr val="941A0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877A04CE-C9E3-3230-8A81-30482C598157}"/>
                    </a:ext>
                  </a:extLst>
                </p:cNvPr>
                <p:cNvSpPr/>
                <p:nvPr/>
              </p:nvSpPr>
              <p:spPr>
                <a:xfrm>
                  <a:off x="11088914" y="1632519"/>
                  <a:ext cx="130629" cy="108980"/>
                </a:xfrm>
                <a:prstGeom prst="ellipse">
                  <a:avLst/>
                </a:prstGeom>
                <a:solidFill>
                  <a:srgbClr val="941A06"/>
                </a:solidFill>
                <a:ln>
                  <a:solidFill>
                    <a:srgbClr val="941A0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8F191CFE-87C2-E457-F56C-6B656FA163B3}"/>
                  </a:ext>
                </a:extLst>
              </p:cNvPr>
              <p:cNvGrpSpPr/>
              <p:nvPr/>
            </p:nvGrpSpPr>
            <p:grpSpPr>
              <a:xfrm rot="10800000" flipV="1">
                <a:off x="7579784" y="3906591"/>
                <a:ext cx="428319" cy="129670"/>
                <a:chOff x="10813143" y="1557597"/>
                <a:chExt cx="667657" cy="272534"/>
              </a:xfrm>
            </p:grpSpPr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E4396C25-E69D-67CD-B4A2-047274A789A2}"/>
                    </a:ext>
                  </a:extLst>
                </p:cNvPr>
                <p:cNvSpPr/>
                <p:nvPr/>
              </p:nvSpPr>
              <p:spPr>
                <a:xfrm>
                  <a:off x="10813143" y="1557597"/>
                  <a:ext cx="667657" cy="272534"/>
                </a:xfrm>
                <a:prstGeom prst="roundRect">
                  <a:avLst/>
                </a:prstGeom>
                <a:solidFill>
                  <a:srgbClr val="CA4E4D"/>
                </a:solidFill>
                <a:ln>
                  <a:solidFill>
                    <a:srgbClr val="941A0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83D9014-FA24-8509-8BB5-081E75C9E25E}"/>
                    </a:ext>
                  </a:extLst>
                </p:cNvPr>
                <p:cNvSpPr/>
                <p:nvPr/>
              </p:nvSpPr>
              <p:spPr>
                <a:xfrm>
                  <a:off x="11088914" y="1632519"/>
                  <a:ext cx="130629" cy="108980"/>
                </a:xfrm>
                <a:prstGeom prst="ellipse">
                  <a:avLst/>
                </a:prstGeom>
                <a:solidFill>
                  <a:srgbClr val="941A06"/>
                </a:solidFill>
                <a:ln>
                  <a:solidFill>
                    <a:srgbClr val="941A0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EAADF574-D2DE-F01E-314A-2991C429369B}"/>
                  </a:ext>
                </a:extLst>
              </p:cNvPr>
              <p:cNvGrpSpPr/>
              <p:nvPr/>
            </p:nvGrpSpPr>
            <p:grpSpPr>
              <a:xfrm rot="10800000" flipV="1">
                <a:off x="7131788" y="3906591"/>
                <a:ext cx="428319" cy="129670"/>
                <a:chOff x="10813143" y="1557597"/>
                <a:chExt cx="667657" cy="272534"/>
              </a:xfrm>
            </p:grpSpPr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DA0AE3F2-1FEE-ECA3-BC32-C973955D84AA}"/>
                    </a:ext>
                  </a:extLst>
                </p:cNvPr>
                <p:cNvSpPr/>
                <p:nvPr/>
              </p:nvSpPr>
              <p:spPr>
                <a:xfrm>
                  <a:off x="10813143" y="1557597"/>
                  <a:ext cx="667657" cy="272534"/>
                </a:xfrm>
                <a:prstGeom prst="roundRect">
                  <a:avLst/>
                </a:prstGeom>
                <a:solidFill>
                  <a:srgbClr val="CA4E4D"/>
                </a:solidFill>
                <a:ln>
                  <a:solidFill>
                    <a:srgbClr val="941A0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97CAE18B-E1FF-6BDB-4EC6-467A634CFBB6}"/>
                    </a:ext>
                  </a:extLst>
                </p:cNvPr>
                <p:cNvSpPr/>
                <p:nvPr/>
              </p:nvSpPr>
              <p:spPr>
                <a:xfrm>
                  <a:off x="11088914" y="1632519"/>
                  <a:ext cx="130629" cy="108980"/>
                </a:xfrm>
                <a:prstGeom prst="ellipse">
                  <a:avLst/>
                </a:prstGeom>
                <a:solidFill>
                  <a:srgbClr val="941A06"/>
                </a:solidFill>
                <a:ln>
                  <a:solidFill>
                    <a:srgbClr val="941A0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2B2B630A-DC8E-EC04-F871-D4155F83CECE}"/>
                  </a:ext>
                </a:extLst>
              </p:cNvPr>
              <p:cNvGrpSpPr/>
              <p:nvPr/>
            </p:nvGrpSpPr>
            <p:grpSpPr>
              <a:xfrm rot="10800000" flipV="1">
                <a:off x="6683792" y="3906591"/>
                <a:ext cx="428319" cy="129670"/>
                <a:chOff x="10813143" y="1557597"/>
                <a:chExt cx="667657" cy="272534"/>
              </a:xfrm>
            </p:grpSpPr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040A71A8-62F6-5990-EF88-DB1186260B5A}"/>
                    </a:ext>
                  </a:extLst>
                </p:cNvPr>
                <p:cNvSpPr/>
                <p:nvPr/>
              </p:nvSpPr>
              <p:spPr>
                <a:xfrm>
                  <a:off x="10813143" y="1557597"/>
                  <a:ext cx="667657" cy="272534"/>
                </a:xfrm>
                <a:prstGeom prst="roundRect">
                  <a:avLst/>
                </a:prstGeom>
                <a:solidFill>
                  <a:srgbClr val="CA4E4D"/>
                </a:solidFill>
                <a:ln>
                  <a:solidFill>
                    <a:srgbClr val="941A0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31677D44-B8A7-4092-0D8B-F7EDC665100A}"/>
                    </a:ext>
                  </a:extLst>
                </p:cNvPr>
                <p:cNvSpPr/>
                <p:nvPr/>
              </p:nvSpPr>
              <p:spPr>
                <a:xfrm>
                  <a:off x="11088914" y="1632519"/>
                  <a:ext cx="130629" cy="108980"/>
                </a:xfrm>
                <a:prstGeom prst="ellipse">
                  <a:avLst/>
                </a:prstGeom>
                <a:solidFill>
                  <a:srgbClr val="941A06"/>
                </a:solidFill>
                <a:ln>
                  <a:solidFill>
                    <a:srgbClr val="941A0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5007D9CF-31D8-B0D5-663D-0C5A14977F0A}"/>
                  </a:ext>
                </a:extLst>
              </p:cNvPr>
              <p:cNvGrpSpPr/>
              <p:nvPr/>
            </p:nvGrpSpPr>
            <p:grpSpPr>
              <a:xfrm>
                <a:off x="10267760" y="3906591"/>
                <a:ext cx="1307026" cy="129670"/>
                <a:chOff x="10273788" y="3906592"/>
                <a:chExt cx="1307026" cy="129670"/>
              </a:xfrm>
            </p:grpSpPr>
            <p:sp>
              <p:nvSpPr>
                <p:cNvPr id="191" name="Rectangle: Rounded Corners 190">
                  <a:extLst>
                    <a:ext uri="{FF2B5EF4-FFF2-40B4-BE49-F238E27FC236}">
                      <a16:creationId xmlns:a16="http://schemas.microsoft.com/office/drawing/2014/main" id="{12C88592-15FF-322C-2559-0C213928E368}"/>
                    </a:ext>
                  </a:extLst>
                </p:cNvPr>
                <p:cNvSpPr/>
                <p:nvPr/>
              </p:nvSpPr>
              <p:spPr>
                <a:xfrm rot="10800000" flipV="1">
                  <a:off x="10273788" y="3906592"/>
                  <a:ext cx="428319" cy="129670"/>
                </a:xfrm>
                <a:prstGeom prst="roundRect">
                  <a:avLst/>
                </a:prstGeom>
                <a:solidFill>
                  <a:srgbClr val="CA4E4D"/>
                </a:solidFill>
                <a:ln>
                  <a:solidFill>
                    <a:srgbClr val="941A0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66C2F2B7-E4DD-70DE-93B7-27ED697A055F}"/>
                    </a:ext>
                  </a:extLst>
                </p:cNvPr>
                <p:cNvSpPr/>
                <p:nvPr/>
              </p:nvSpPr>
              <p:spPr>
                <a:xfrm rot="10800000" flipV="1">
                  <a:off x="10441391" y="3949947"/>
                  <a:ext cx="83802" cy="51852"/>
                </a:xfrm>
                <a:prstGeom prst="ellipse">
                  <a:avLst/>
                </a:prstGeom>
                <a:solidFill>
                  <a:srgbClr val="941A06"/>
                </a:solidFill>
                <a:ln>
                  <a:solidFill>
                    <a:srgbClr val="941A0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" name="Rectangle: Rounded Corners 192">
                  <a:extLst>
                    <a:ext uri="{FF2B5EF4-FFF2-40B4-BE49-F238E27FC236}">
                      <a16:creationId xmlns:a16="http://schemas.microsoft.com/office/drawing/2014/main" id="{0949E01F-E1A9-1F01-7868-C58703C6A14D}"/>
                    </a:ext>
                  </a:extLst>
                </p:cNvPr>
                <p:cNvSpPr/>
                <p:nvPr/>
              </p:nvSpPr>
              <p:spPr>
                <a:xfrm rot="10800000" flipV="1">
                  <a:off x="10710758" y="3906592"/>
                  <a:ext cx="428319" cy="129670"/>
                </a:xfrm>
                <a:prstGeom prst="roundRect">
                  <a:avLst/>
                </a:prstGeom>
                <a:solidFill>
                  <a:srgbClr val="CA4E4D"/>
                </a:solidFill>
                <a:ln>
                  <a:solidFill>
                    <a:srgbClr val="941A0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8CC0807F-537E-6BF9-CDB0-DF1AB5E6E99B}"/>
                    </a:ext>
                  </a:extLst>
                </p:cNvPr>
                <p:cNvSpPr/>
                <p:nvPr/>
              </p:nvSpPr>
              <p:spPr>
                <a:xfrm rot="10800000" flipV="1">
                  <a:off x="10878361" y="3949947"/>
                  <a:ext cx="83802" cy="51852"/>
                </a:xfrm>
                <a:prstGeom prst="ellipse">
                  <a:avLst/>
                </a:prstGeom>
                <a:solidFill>
                  <a:srgbClr val="941A06"/>
                </a:solidFill>
                <a:ln>
                  <a:solidFill>
                    <a:srgbClr val="941A0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" name="Rectangle: Rounded Corners 194">
                  <a:extLst>
                    <a:ext uri="{FF2B5EF4-FFF2-40B4-BE49-F238E27FC236}">
                      <a16:creationId xmlns:a16="http://schemas.microsoft.com/office/drawing/2014/main" id="{F250E7F3-1AB7-5FE5-9327-83BCFF74781C}"/>
                    </a:ext>
                  </a:extLst>
                </p:cNvPr>
                <p:cNvSpPr/>
                <p:nvPr/>
              </p:nvSpPr>
              <p:spPr>
                <a:xfrm rot="10800000" flipV="1">
                  <a:off x="11152495" y="3906592"/>
                  <a:ext cx="428319" cy="129670"/>
                </a:xfrm>
                <a:prstGeom prst="roundRect">
                  <a:avLst/>
                </a:prstGeom>
                <a:solidFill>
                  <a:srgbClr val="CA4E4D"/>
                </a:solidFill>
                <a:ln>
                  <a:solidFill>
                    <a:srgbClr val="941A0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44EAF851-ADF8-48B7-B484-9ABC91555C8C}"/>
                    </a:ext>
                  </a:extLst>
                </p:cNvPr>
                <p:cNvSpPr/>
                <p:nvPr/>
              </p:nvSpPr>
              <p:spPr>
                <a:xfrm rot="10800000" flipV="1">
                  <a:off x="11320098" y="3949947"/>
                  <a:ext cx="83802" cy="51852"/>
                </a:xfrm>
                <a:prstGeom prst="ellipse">
                  <a:avLst/>
                </a:prstGeom>
                <a:solidFill>
                  <a:srgbClr val="941A06"/>
                </a:solidFill>
                <a:ln>
                  <a:solidFill>
                    <a:srgbClr val="941A0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3B10E38A-DCA5-0836-A7F6-FB9D04D723B3}"/>
                </a:ext>
              </a:extLst>
            </p:cNvPr>
            <p:cNvGrpSpPr/>
            <p:nvPr/>
          </p:nvGrpSpPr>
          <p:grpSpPr>
            <a:xfrm rot="5400000" flipV="1">
              <a:off x="8016501" y="2662907"/>
              <a:ext cx="129670" cy="362135"/>
              <a:chOff x="10807526" y="2483357"/>
              <a:chExt cx="129670" cy="304638"/>
            </a:xfrm>
          </p:grpSpPr>
          <p:sp>
            <p:nvSpPr>
              <p:cNvPr id="210" name="Rectangle: Rounded Corners 209">
                <a:extLst>
                  <a:ext uri="{FF2B5EF4-FFF2-40B4-BE49-F238E27FC236}">
                    <a16:creationId xmlns:a16="http://schemas.microsoft.com/office/drawing/2014/main" id="{F88D3BB8-FBC8-52E9-4D98-2EFAC7D5F54A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E7E43F7A-61B1-241F-2CE9-DCB5E4896A15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6BDA8279-49C1-E4C9-6726-6D2335B99D01}"/>
                </a:ext>
              </a:extLst>
            </p:cNvPr>
            <p:cNvGrpSpPr/>
            <p:nvPr/>
          </p:nvGrpSpPr>
          <p:grpSpPr>
            <a:xfrm rot="5400000" flipV="1">
              <a:off x="8383285" y="2662907"/>
              <a:ext cx="129670" cy="362135"/>
              <a:chOff x="10807526" y="2483357"/>
              <a:chExt cx="129670" cy="304638"/>
            </a:xfrm>
          </p:grpSpPr>
          <p:sp>
            <p:nvSpPr>
              <p:cNvPr id="213" name="Rectangle: Rounded Corners 212">
                <a:extLst>
                  <a:ext uri="{FF2B5EF4-FFF2-40B4-BE49-F238E27FC236}">
                    <a16:creationId xmlns:a16="http://schemas.microsoft.com/office/drawing/2014/main" id="{DC897876-EC4D-2C7E-AACB-3C082532AC93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B30225B3-1C03-6A84-9029-F18A4DB51F36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48F8B140-44AC-8C52-DF55-BC9CD52124D8}"/>
                </a:ext>
              </a:extLst>
            </p:cNvPr>
            <p:cNvGrpSpPr/>
            <p:nvPr/>
          </p:nvGrpSpPr>
          <p:grpSpPr>
            <a:xfrm rot="5400000" flipV="1">
              <a:off x="8745421" y="2662907"/>
              <a:ext cx="129670" cy="362135"/>
              <a:chOff x="10807526" y="2483357"/>
              <a:chExt cx="129670" cy="304638"/>
            </a:xfrm>
          </p:grpSpPr>
          <p:sp>
            <p:nvSpPr>
              <p:cNvPr id="216" name="Rectangle: Rounded Corners 215">
                <a:extLst>
                  <a:ext uri="{FF2B5EF4-FFF2-40B4-BE49-F238E27FC236}">
                    <a16:creationId xmlns:a16="http://schemas.microsoft.com/office/drawing/2014/main" id="{F9FBC3D7-ED2D-8611-3659-AB26E6E54A87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C6690E0E-6010-F6F7-5705-A16A42C07425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019E9BEC-2CFB-9956-83B2-EE809230A7AB}"/>
                </a:ext>
              </a:extLst>
            </p:cNvPr>
            <p:cNvGrpSpPr/>
            <p:nvPr/>
          </p:nvGrpSpPr>
          <p:grpSpPr>
            <a:xfrm rot="5400000" flipV="1">
              <a:off x="9110342" y="2662907"/>
              <a:ext cx="129670" cy="362135"/>
              <a:chOff x="10807526" y="2483357"/>
              <a:chExt cx="129670" cy="304638"/>
            </a:xfrm>
          </p:grpSpPr>
          <p:sp>
            <p:nvSpPr>
              <p:cNvPr id="219" name="Rectangle: Rounded Corners 218">
                <a:extLst>
                  <a:ext uri="{FF2B5EF4-FFF2-40B4-BE49-F238E27FC236}">
                    <a16:creationId xmlns:a16="http://schemas.microsoft.com/office/drawing/2014/main" id="{8FAB333D-DC22-757B-AFCB-2538C7E9DD02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EDB85F50-F1A9-2AD6-1BB4-25C04C170074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80376A92-C625-7512-685A-B3F9FB9F2A88}"/>
                </a:ext>
              </a:extLst>
            </p:cNvPr>
            <p:cNvGrpSpPr/>
            <p:nvPr/>
          </p:nvGrpSpPr>
          <p:grpSpPr>
            <a:xfrm rot="5400000" flipV="1">
              <a:off x="9488001" y="2659732"/>
              <a:ext cx="129670" cy="362135"/>
              <a:chOff x="10807526" y="2483357"/>
              <a:chExt cx="129670" cy="304638"/>
            </a:xfrm>
          </p:grpSpPr>
          <p:sp>
            <p:nvSpPr>
              <p:cNvPr id="222" name="Rectangle: Rounded Corners 221">
                <a:extLst>
                  <a:ext uri="{FF2B5EF4-FFF2-40B4-BE49-F238E27FC236}">
                    <a16:creationId xmlns:a16="http://schemas.microsoft.com/office/drawing/2014/main" id="{84461165-D856-B385-02BB-F8D64C017065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8A01DF7F-518E-7CD3-A8E5-41FD259BDB98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4" name="Group 223">
              <a:extLst>
                <a:ext uri="{FF2B5EF4-FFF2-40B4-BE49-F238E27FC236}">
                  <a16:creationId xmlns:a16="http://schemas.microsoft.com/office/drawing/2014/main" id="{EE35E0E3-FAB7-D982-0088-3456A41C39C5}"/>
                </a:ext>
              </a:extLst>
            </p:cNvPr>
            <p:cNvGrpSpPr/>
            <p:nvPr/>
          </p:nvGrpSpPr>
          <p:grpSpPr>
            <a:xfrm rot="5400000" flipV="1">
              <a:off x="9854785" y="2659732"/>
              <a:ext cx="129670" cy="362135"/>
              <a:chOff x="10807526" y="2483357"/>
              <a:chExt cx="129670" cy="304638"/>
            </a:xfrm>
          </p:grpSpPr>
          <p:sp>
            <p:nvSpPr>
              <p:cNvPr id="225" name="Rectangle: Rounded Corners 224">
                <a:extLst>
                  <a:ext uri="{FF2B5EF4-FFF2-40B4-BE49-F238E27FC236}">
                    <a16:creationId xmlns:a16="http://schemas.microsoft.com/office/drawing/2014/main" id="{0C631A98-FCBA-0FC6-3D91-5A10C263704F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131C13FB-99C3-D42F-B081-C607BBCE58D6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04096C51-EA5A-B97E-B3CF-5169E96EF728}"/>
                </a:ext>
              </a:extLst>
            </p:cNvPr>
            <p:cNvGrpSpPr/>
            <p:nvPr/>
          </p:nvGrpSpPr>
          <p:grpSpPr>
            <a:xfrm rot="5400000" flipV="1">
              <a:off x="10216921" y="2659732"/>
              <a:ext cx="129670" cy="362135"/>
              <a:chOff x="10807526" y="2483357"/>
              <a:chExt cx="129670" cy="304638"/>
            </a:xfrm>
          </p:grpSpPr>
          <p:sp>
            <p:nvSpPr>
              <p:cNvPr id="228" name="Rectangle: Rounded Corners 227">
                <a:extLst>
                  <a:ext uri="{FF2B5EF4-FFF2-40B4-BE49-F238E27FC236}">
                    <a16:creationId xmlns:a16="http://schemas.microsoft.com/office/drawing/2014/main" id="{0B2E7D5E-7A2D-C04F-78C5-1B572344F88C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6C5A1889-5AB5-5ED3-6DBE-F50A05B88DC0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BB747884-C572-C1AC-7C6E-4CDC67154786}"/>
                </a:ext>
              </a:extLst>
            </p:cNvPr>
            <p:cNvGrpSpPr/>
            <p:nvPr/>
          </p:nvGrpSpPr>
          <p:grpSpPr>
            <a:xfrm rot="5400000" flipV="1">
              <a:off x="7821843" y="2801398"/>
              <a:ext cx="129670" cy="362135"/>
              <a:chOff x="10807526" y="2483357"/>
              <a:chExt cx="129670" cy="304638"/>
            </a:xfrm>
          </p:grpSpPr>
          <p:sp>
            <p:nvSpPr>
              <p:cNvPr id="234" name="Rectangle: Rounded Corners 233">
                <a:extLst>
                  <a:ext uri="{FF2B5EF4-FFF2-40B4-BE49-F238E27FC236}">
                    <a16:creationId xmlns:a16="http://schemas.microsoft.com/office/drawing/2014/main" id="{DAEBD5BC-DF1D-A00A-4B4D-1C4A1450D512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A5B15C7F-51D8-4479-1A4E-37B569C64521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63710C30-4D30-D2E9-9974-F8A20AE0D87D}"/>
                </a:ext>
              </a:extLst>
            </p:cNvPr>
            <p:cNvGrpSpPr/>
            <p:nvPr/>
          </p:nvGrpSpPr>
          <p:grpSpPr>
            <a:xfrm rot="5400000" flipV="1">
              <a:off x="8191644" y="2801398"/>
              <a:ext cx="129670" cy="362135"/>
              <a:chOff x="10807526" y="2483357"/>
              <a:chExt cx="129670" cy="304638"/>
            </a:xfrm>
          </p:grpSpPr>
          <p:sp>
            <p:nvSpPr>
              <p:cNvPr id="237" name="Rectangle: Rounded Corners 236">
                <a:extLst>
                  <a:ext uri="{FF2B5EF4-FFF2-40B4-BE49-F238E27FC236}">
                    <a16:creationId xmlns:a16="http://schemas.microsoft.com/office/drawing/2014/main" id="{E3F2E2A5-FAD9-E00D-7677-132DE91E921E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8D5EF0AB-7392-8A72-2512-B8B46294DB48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198E8EB0-1E5C-68B9-1645-E35414D03B03}"/>
                </a:ext>
              </a:extLst>
            </p:cNvPr>
            <p:cNvGrpSpPr/>
            <p:nvPr/>
          </p:nvGrpSpPr>
          <p:grpSpPr>
            <a:xfrm rot="5400000" flipV="1">
              <a:off x="8561445" y="2801398"/>
              <a:ext cx="129670" cy="362135"/>
              <a:chOff x="10807526" y="2483357"/>
              <a:chExt cx="129670" cy="304638"/>
            </a:xfrm>
          </p:grpSpPr>
          <p:sp>
            <p:nvSpPr>
              <p:cNvPr id="240" name="Rectangle: Rounded Corners 239">
                <a:extLst>
                  <a:ext uri="{FF2B5EF4-FFF2-40B4-BE49-F238E27FC236}">
                    <a16:creationId xmlns:a16="http://schemas.microsoft.com/office/drawing/2014/main" id="{9204A35C-A8AA-CB6E-54D4-004194672841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FEAB42BC-AA2D-E16C-25E8-6F22EF9D44EC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9409BDB7-5877-5BDF-4480-33A4E79F19FB}"/>
                </a:ext>
              </a:extLst>
            </p:cNvPr>
            <p:cNvGrpSpPr/>
            <p:nvPr/>
          </p:nvGrpSpPr>
          <p:grpSpPr>
            <a:xfrm rot="5400000" flipV="1">
              <a:off x="8931246" y="2801398"/>
              <a:ext cx="129670" cy="362135"/>
              <a:chOff x="10807526" y="2483357"/>
              <a:chExt cx="129670" cy="304638"/>
            </a:xfrm>
          </p:grpSpPr>
          <p:sp>
            <p:nvSpPr>
              <p:cNvPr id="243" name="Rectangle: Rounded Corners 242">
                <a:extLst>
                  <a:ext uri="{FF2B5EF4-FFF2-40B4-BE49-F238E27FC236}">
                    <a16:creationId xmlns:a16="http://schemas.microsoft.com/office/drawing/2014/main" id="{E5A03698-C057-2286-581C-0499C7EDB6D3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3E528DD8-D7C4-517D-4670-30AB230D38AF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FA2211FE-EDCD-B72A-39D7-8A486FE63838}"/>
                </a:ext>
              </a:extLst>
            </p:cNvPr>
            <p:cNvGrpSpPr/>
            <p:nvPr/>
          </p:nvGrpSpPr>
          <p:grpSpPr>
            <a:xfrm rot="5400000" flipV="1">
              <a:off x="9301047" y="2801398"/>
              <a:ext cx="129670" cy="362135"/>
              <a:chOff x="10807526" y="2483357"/>
              <a:chExt cx="129670" cy="304638"/>
            </a:xfrm>
          </p:grpSpPr>
          <p:sp>
            <p:nvSpPr>
              <p:cNvPr id="246" name="Rectangle: Rounded Corners 245">
                <a:extLst>
                  <a:ext uri="{FF2B5EF4-FFF2-40B4-BE49-F238E27FC236}">
                    <a16:creationId xmlns:a16="http://schemas.microsoft.com/office/drawing/2014/main" id="{DEE69A62-0640-75EB-3034-A1A2A359AFF3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" name="Oval 246">
                <a:extLst>
                  <a:ext uri="{FF2B5EF4-FFF2-40B4-BE49-F238E27FC236}">
                    <a16:creationId xmlns:a16="http://schemas.microsoft.com/office/drawing/2014/main" id="{319D239A-A12D-2520-4AD3-4341556BB13B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Group 247">
              <a:extLst>
                <a:ext uri="{FF2B5EF4-FFF2-40B4-BE49-F238E27FC236}">
                  <a16:creationId xmlns:a16="http://schemas.microsoft.com/office/drawing/2014/main" id="{DB9D1B27-554F-5239-1BD9-7F2BB5C2F378}"/>
                </a:ext>
              </a:extLst>
            </p:cNvPr>
            <p:cNvGrpSpPr/>
            <p:nvPr/>
          </p:nvGrpSpPr>
          <p:grpSpPr>
            <a:xfrm rot="5400000" flipV="1">
              <a:off x="9670848" y="2801398"/>
              <a:ext cx="129670" cy="362135"/>
              <a:chOff x="10807526" y="2483357"/>
              <a:chExt cx="129670" cy="304638"/>
            </a:xfrm>
          </p:grpSpPr>
          <p:sp>
            <p:nvSpPr>
              <p:cNvPr id="249" name="Rectangle: Rounded Corners 248">
                <a:extLst>
                  <a:ext uri="{FF2B5EF4-FFF2-40B4-BE49-F238E27FC236}">
                    <a16:creationId xmlns:a16="http://schemas.microsoft.com/office/drawing/2014/main" id="{58B89140-5DA2-E956-12A0-A65E77FE1D87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2DA59EA8-4A6C-4E12-385E-3BCB6644EF11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F9388DE4-9B8D-8AB8-9AEC-989BFD716038}"/>
                </a:ext>
              </a:extLst>
            </p:cNvPr>
            <p:cNvGrpSpPr/>
            <p:nvPr/>
          </p:nvGrpSpPr>
          <p:grpSpPr>
            <a:xfrm rot="5400000" flipV="1">
              <a:off x="10040647" y="2801398"/>
              <a:ext cx="129670" cy="362135"/>
              <a:chOff x="10807526" y="2483357"/>
              <a:chExt cx="129670" cy="304638"/>
            </a:xfrm>
          </p:grpSpPr>
          <p:sp>
            <p:nvSpPr>
              <p:cNvPr id="252" name="Rectangle: Rounded Corners 251">
                <a:extLst>
                  <a:ext uri="{FF2B5EF4-FFF2-40B4-BE49-F238E27FC236}">
                    <a16:creationId xmlns:a16="http://schemas.microsoft.com/office/drawing/2014/main" id="{E5972D74-00F4-4BA5-064F-31C848B37DA0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0246243A-545E-DB9B-489B-E875B6946CB5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A4D9F85D-CD94-8551-6A00-01F8192ACB21}"/>
                </a:ext>
              </a:extLst>
            </p:cNvPr>
            <p:cNvGrpSpPr/>
            <p:nvPr/>
          </p:nvGrpSpPr>
          <p:grpSpPr>
            <a:xfrm rot="5400000" flipV="1">
              <a:off x="8031776" y="2945092"/>
              <a:ext cx="129670" cy="362135"/>
              <a:chOff x="10807526" y="2483357"/>
              <a:chExt cx="129670" cy="304638"/>
            </a:xfrm>
          </p:grpSpPr>
          <p:sp>
            <p:nvSpPr>
              <p:cNvPr id="255" name="Rectangle: Rounded Corners 254">
                <a:extLst>
                  <a:ext uri="{FF2B5EF4-FFF2-40B4-BE49-F238E27FC236}">
                    <a16:creationId xmlns:a16="http://schemas.microsoft.com/office/drawing/2014/main" id="{DC8C31A5-5C7D-C533-4C36-D34A6493D719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5740BED6-C591-A8D7-027C-0F93E4B1BD0E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7E3E2126-2995-2614-E33F-805DFBCAE33E}"/>
                </a:ext>
              </a:extLst>
            </p:cNvPr>
            <p:cNvGrpSpPr/>
            <p:nvPr/>
          </p:nvGrpSpPr>
          <p:grpSpPr>
            <a:xfrm rot="5400000" flipV="1">
              <a:off x="8410891" y="2945092"/>
              <a:ext cx="129670" cy="362135"/>
              <a:chOff x="10807526" y="2483357"/>
              <a:chExt cx="129670" cy="304638"/>
            </a:xfrm>
          </p:grpSpPr>
          <p:sp>
            <p:nvSpPr>
              <p:cNvPr id="258" name="Rectangle: Rounded Corners 257">
                <a:extLst>
                  <a:ext uri="{FF2B5EF4-FFF2-40B4-BE49-F238E27FC236}">
                    <a16:creationId xmlns:a16="http://schemas.microsoft.com/office/drawing/2014/main" id="{895CC568-EF8C-A998-51D7-4EB0CDDAEAB1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B1BADAF8-9EC3-BFC0-00D5-418D6549AE1F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E7D4F11B-35F5-BAD5-A24A-911752347CAE}"/>
                </a:ext>
              </a:extLst>
            </p:cNvPr>
            <p:cNvGrpSpPr/>
            <p:nvPr/>
          </p:nvGrpSpPr>
          <p:grpSpPr>
            <a:xfrm rot="5400000" flipV="1">
              <a:off x="8790006" y="2945092"/>
              <a:ext cx="129670" cy="362135"/>
              <a:chOff x="10807526" y="2483357"/>
              <a:chExt cx="129670" cy="304638"/>
            </a:xfrm>
          </p:grpSpPr>
          <p:sp>
            <p:nvSpPr>
              <p:cNvPr id="261" name="Rectangle: Rounded Corners 260">
                <a:extLst>
                  <a:ext uri="{FF2B5EF4-FFF2-40B4-BE49-F238E27FC236}">
                    <a16:creationId xmlns:a16="http://schemas.microsoft.com/office/drawing/2014/main" id="{C195B1D1-8794-1182-E18A-AEB21DA326AF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C2719CDE-7150-4660-C205-404F335E01E2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D1353FFF-8604-6C8A-50E2-27EFFED724BD}"/>
                </a:ext>
              </a:extLst>
            </p:cNvPr>
            <p:cNvGrpSpPr/>
            <p:nvPr/>
          </p:nvGrpSpPr>
          <p:grpSpPr>
            <a:xfrm rot="5400000" flipV="1">
              <a:off x="9169121" y="2945092"/>
              <a:ext cx="129670" cy="362135"/>
              <a:chOff x="10807526" y="2483357"/>
              <a:chExt cx="129670" cy="304638"/>
            </a:xfrm>
          </p:grpSpPr>
          <p:sp>
            <p:nvSpPr>
              <p:cNvPr id="264" name="Rectangle: Rounded Corners 263">
                <a:extLst>
                  <a:ext uri="{FF2B5EF4-FFF2-40B4-BE49-F238E27FC236}">
                    <a16:creationId xmlns:a16="http://schemas.microsoft.com/office/drawing/2014/main" id="{2F69076C-D703-A423-DA7D-0E3F2D0E6E4A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FB40EE16-B875-7A9A-8271-7D3156BB266E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68E792EB-F737-959C-50E9-EB92656D0519}"/>
                </a:ext>
              </a:extLst>
            </p:cNvPr>
            <p:cNvGrpSpPr/>
            <p:nvPr/>
          </p:nvGrpSpPr>
          <p:grpSpPr>
            <a:xfrm rot="5400000" flipV="1">
              <a:off x="9548236" y="2945092"/>
              <a:ext cx="129670" cy="362135"/>
              <a:chOff x="10807526" y="2483357"/>
              <a:chExt cx="129670" cy="304638"/>
            </a:xfrm>
          </p:grpSpPr>
          <p:sp>
            <p:nvSpPr>
              <p:cNvPr id="267" name="Rectangle: Rounded Corners 266">
                <a:extLst>
                  <a:ext uri="{FF2B5EF4-FFF2-40B4-BE49-F238E27FC236}">
                    <a16:creationId xmlns:a16="http://schemas.microsoft.com/office/drawing/2014/main" id="{FD7DB88E-D44C-2A21-379C-E4A86F40C23F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965ECEC5-5E82-CC57-D912-60E798BE2A23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AC1B44C1-28EB-E7CD-7BB6-14B6C8AA139A}"/>
                </a:ext>
              </a:extLst>
            </p:cNvPr>
            <p:cNvGrpSpPr/>
            <p:nvPr/>
          </p:nvGrpSpPr>
          <p:grpSpPr>
            <a:xfrm rot="5400000" flipV="1">
              <a:off x="9927347" y="2945092"/>
              <a:ext cx="129670" cy="362135"/>
              <a:chOff x="10807526" y="2483357"/>
              <a:chExt cx="129670" cy="304638"/>
            </a:xfrm>
          </p:grpSpPr>
          <p:sp>
            <p:nvSpPr>
              <p:cNvPr id="270" name="Rectangle: Rounded Corners 269">
                <a:extLst>
                  <a:ext uri="{FF2B5EF4-FFF2-40B4-BE49-F238E27FC236}">
                    <a16:creationId xmlns:a16="http://schemas.microsoft.com/office/drawing/2014/main" id="{7FD0B26E-3BBB-BC3B-E666-BD7E719B2297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EED054B5-8A4D-DE8A-5A2F-F08E1BB2955F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16C39465-D6D8-6B88-8ED7-99DCF7334236}"/>
                </a:ext>
              </a:extLst>
            </p:cNvPr>
            <p:cNvGrpSpPr/>
            <p:nvPr/>
          </p:nvGrpSpPr>
          <p:grpSpPr>
            <a:xfrm rot="5400000" flipV="1">
              <a:off x="7574163" y="3505895"/>
              <a:ext cx="129670" cy="362135"/>
              <a:chOff x="10807526" y="2483357"/>
              <a:chExt cx="129670" cy="304638"/>
            </a:xfrm>
          </p:grpSpPr>
          <p:sp>
            <p:nvSpPr>
              <p:cNvPr id="273" name="Rectangle: Rounded Corners 272">
                <a:extLst>
                  <a:ext uri="{FF2B5EF4-FFF2-40B4-BE49-F238E27FC236}">
                    <a16:creationId xmlns:a16="http://schemas.microsoft.com/office/drawing/2014/main" id="{1A0B1196-8914-6519-A993-57DC3C8535F3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" name="Oval 273">
                <a:extLst>
                  <a:ext uri="{FF2B5EF4-FFF2-40B4-BE49-F238E27FC236}">
                    <a16:creationId xmlns:a16="http://schemas.microsoft.com/office/drawing/2014/main" id="{C0E8C50E-5F8B-A212-18B4-6EF469692AE3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8542694E-B5AB-2FD0-17C2-D2D7780769CC}"/>
                </a:ext>
              </a:extLst>
            </p:cNvPr>
            <p:cNvGrpSpPr/>
            <p:nvPr/>
          </p:nvGrpSpPr>
          <p:grpSpPr>
            <a:xfrm rot="5400000" flipV="1">
              <a:off x="7447745" y="3365467"/>
              <a:ext cx="129670" cy="362135"/>
              <a:chOff x="10807526" y="2483357"/>
              <a:chExt cx="129670" cy="304638"/>
            </a:xfrm>
          </p:grpSpPr>
          <p:sp>
            <p:nvSpPr>
              <p:cNvPr id="276" name="Rectangle: Rounded Corners 275">
                <a:extLst>
                  <a:ext uri="{FF2B5EF4-FFF2-40B4-BE49-F238E27FC236}">
                    <a16:creationId xmlns:a16="http://schemas.microsoft.com/office/drawing/2014/main" id="{68E788E6-7E7E-1E19-B9FF-6440492A1F8A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F9F5382D-5C00-CF71-C3FA-CD8FEEB535C4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8" name="Group 277">
              <a:extLst>
                <a:ext uri="{FF2B5EF4-FFF2-40B4-BE49-F238E27FC236}">
                  <a16:creationId xmlns:a16="http://schemas.microsoft.com/office/drawing/2014/main" id="{0C630AB2-A22A-3572-4953-F68EC3693070}"/>
                </a:ext>
              </a:extLst>
            </p:cNvPr>
            <p:cNvGrpSpPr/>
            <p:nvPr/>
          </p:nvGrpSpPr>
          <p:grpSpPr>
            <a:xfrm rot="5400000" flipV="1">
              <a:off x="7613273" y="3225620"/>
              <a:ext cx="129670" cy="362135"/>
              <a:chOff x="10807526" y="2483357"/>
              <a:chExt cx="129670" cy="304638"/>
            </a:xfrm>
          </p:grpSpPr>
          <p:sp>
            <p:nvSpPr>
              <p:cNvPr id="279" name="Rectangle: Rounded Corners 278">
                <a:extLst>
                  <a:ext uri="{FF2B5EF4-FFF2-40B4-BE49-F238E27FC236}">
                    <a16:creationId xmlns:a16="http://schemas.microsoft.com/office/drawing/2014/main" id="{B81ADC7A-CCA4-8166-CBA6-0E4DAC4F1EB8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" name="Oval 279">
                <a:extLst>
                  <a:ext uri="{FF2B5EF4-FFF2-40B4-BE49-F238E27FC236}">
                    <a16:creationId xmlns:a16="http://schemas.microsoft.com/office/drawing/2014/main" id="{75971027-BEFF-23A7-C238-6C4F0CD0D2B3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171258CE-1226-5F48-47C8-BB3052332286}"/>
                </a:ext>
              </a:extLst>
            </p:cNvPr>
            <p:cNvGrpSpPr/>
            <p:nvPr/>
          </p:nvGrpSpPr>
          <p:grpSpPr>
            <a:xfrm rot="5400000" flipV="1">
              <a:off x="7819627" y="3083396"/>
              <a:ext cx="129670" cy="362135"/>
              <a:chOff x="10807526" y="2483357"/>
              <a:chExt cx="129670" cy="304638"/>
            </a:xfrm>
          </p:grpSpPr>
          <p:sp>
            <p:nvSpPr>
              <p:cNvPr id="282" name="Rectangle: Rounded Corners 281">
                <a:extLst>
                  <a:ext uri="{FF2B5EF4-FFF2-40B4-BE49-F238E27FC236}">
                    <a16:creationId xmlns:a16="http://schemas.microsoft.com/office/drawing/2014/main" id="{AF1F0469-8E8F-15F2-73D0-43B3B49EE119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94CD44B2-211F-A40D-8ED8-13CD843D388E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D7853C49-F628-92B4-F8D1-5359AFE4652A}"/>
                </a:ext>
              </a:extLst>
            </p:cNvPr>
            <p:cNvGrpSpPr/>
            <p:nvPr/>
          </p:nvGrpSpPr>
          <p:grpSpPr>
            <a:xfrm rot="5400000" flipV="1">
              <a:off x="7765398" y="3421918"/>
              <a:ext cx="129670" cy="249235"/>
              <a:chOff x="10807527" y="2483356"/>
              <a:chExt cx="129670" cy="209663"/>
            </a:xfrm>
          </p:grpSpPr>
          <p:sp>
            <p:nvSpPr>
              <p:cNvPr id="285" name="Rectangle: Rounded Corners 284">
                <a:extLst>
                  <a:ext uri="{FF2B5EF4-FFF2-40B4-BE49-F238E27FC236}">
                    <a16:creationId xmlns:a16="http://schemas.microsoft.com/office/drawing/2014/main" id="{6ED45C7E-8F96-1D06-6233-759D86819676}"/>
                  </a:ext>
                </a:extLst>
              </p:cNvPr>
              <p:cNvSpPr/>
              <p:nvPr/>
            </p:nvSpPr>
            <p:spPr>
              <a:xfrm rot="16200000">
                <a:off x="10767530" y="2523353"/>
                <a:ext cx="209663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0F0FB4CD-37A4-CF5E-79F3-3405CC091156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9" name="Group 288">
              <a:extLst>
                <a:ext uri="{FF2B5EF4-FFF2-40B4-BE49-F238E27FC236}">
                  <a16:creationId xmlns:a16="http://schemas.microsoft.com/office/drawing/2014/main" id="{0369991B-2DC8-E7A2-0AF8-7FC3702E49DB}"/>
                </a:ext>
              </a:extLst>
            </p:cNvPr>
            <p:cNvGrpSpPr/>
            <p:nvPr/>
          </p:nvGrpSpPr>
          <p:grpSpPr>
            <a:xfrm rot="21187833">
              <a:off x="8128116" y="3606676"/>
              <a:ext cx="230443" cy="97521"/>
              <a:chOff x="8174891" y="3489935"/>
              <a:chExt cx="260684" cy="161087"/>
            </a:xfrm>
          </p:grpSpPr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E5FAE160-834E-51B2-1067-50E68434EF3C}"/>
                  </a:ext>
                </a:extLst>
              </p:cNvPr>
              <p:cNvSpPr/>
              <p:nvPr/>
            </p:nvSpPr>
            <p:spPr>
              <a:xfrm>
                <a:off x="8174891" y="3489935"/>
                <a:ext cx="260684" cy="161087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0684" h="161087">
                    <a:moveTo>
                      <a:pt x="47089" y="76225"/>
                    </a:moveTo>
                    <a:cubicBezTo>
                      <a:pt x="75029" y="49555"/>
                      <a:pt x="133449" y="1295"/>
                      <a:pt x="169009" y="25"/>
                    </a:cubicBezTo>
                    <a:cubicBezTo>
                      <a:pt x="204569" y="-1245"/>
                      <a:pt x="256639" y="45745"/>
                      <a:pt x="260449" y="68605"/>
                    </a:cubicBezTo>
                    <a:cubicBezTo>
                      <a:pt x="264259" y="91465"/>
                      <a:pt x="221079" y="129565"/>
                      <a:pt x="191869" y="137185"/>
                    </a:cubicBezTo>
                    <a:cubicBezTo>
                      <a:pt x="162659" y="144805"/>
                      <a:pt x="116939" y="110515"/>
                      <a:pt x="85189" y="114325"/>
                    </a:cubicBezTo>
                    <a:cubicBezTo>
                      <a:pt x="53439" y="118135"/>
                      <a:pt x="8989" y="168935"/>
                      <a:pt x="1369" y="160045"/>
                    </a:cubicBezTo>
                    <a:cubicBezTo>
                      <a:pt x="-6251" y="151155"/>
                      <a:pt x="19149" y="102895"/>
                      <a:pt x="47089" y="76225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D34A14B1-6B1F-3C2B-6052-4498CBD888CC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9F368017-24D6-6822-EDA3-4A0B955159EA}"/>
                </a:ext>
              </a:extLst>
            </p:cNvPr>
            <p:cNvGrpSpPr/>
            <p:nvPr/>
          </p:nvGrpSpPr>
          <p:grpSpPr>
            <a:xfrm>
              <a:off x="8358098" y="3610422"/>
              <a:ext cx="344540" cy="107263"/>
              <a:chOff x="8159485" y="3489939"/>
              <a:chExt cx="344540" cy="142625"/>
            </a:xfrm>
          </p:grpSpPr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999B995D-3004-E253-6227-34ADBCF506F6}"/>
                  </a:ext>
                </a:extLst>
              </p:cNvPr>
              <p:cNvSpPr/>
              <p:nvPr/>
            </p:nvSpPr>
            <p:spPr>
              <a:xfrm>
                <a:off x="8159485" y="3489939"/>
                <a:ext cx="344540" cy="142625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0589 w 344540"/>
                  <a:gd name="connsiteY0" fmla="*/ 47646 h 142625"/>
                  <a:gd name="connsiteX1" fmla="*/ 184415 w 344540"/>
                  <a:gd name="connsiteY1" fmla="*/ 21 h 142625"/>
                  <a:gd name="connsiteX2" fmla="*/ 344435 w 344540"/>
                  <a:gd name="connsiteY2" fmla="*/ 53361 h 142625"/>
                  <a:gd name="connsiteX3" fmla="*/ 207275 w 344540"/>
                  <a:gd name="connsiteY3" fmla="*/ 137181 h 142625"/>
                  <a:gd name="connsiteX4" fmla="*/ 100595 w 344540"/>
                  <a:gd name="connsiteY4" fmla="*/ 137181 h 142625"/>
                  <a:gd name="connsiteX5" fmla="*/ 1535 w 344540"/>
                  <a:gd name="connsiteY5" fmla="*/ 99081 h 142625"/>
                  <a:gd name="connsiteX6" fmla="*/ 50589 w 344540"/>
                  <a:gd name="connsiteY6" fmla="*/ 47646 h 142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44540" h="142625">
                    <a:moveTo>
                      <a:pt x="50589" y="47646"/>
                    </a:moveTo>
                    <a:cubicBezTo>
                      <a:pt x="81069" y="31136"/>
                      <a:pt x="135441" y="-931"/>
                      <a:pt x="184415" y="21"/>
                    </a:cubicBezTo>
                    <a:cubicBezTo>
                      <a:pt x="233389" y="973"/>
                      <a:pt x="340625" y="30501"/>
                      <a:pt x="344435" y="53361"/>
                    </a:cubicBezTo>
                    <a:cubicBezTo>
                      <a:pt x="348245" y="76221"/>
                      <a:pt x="247915" y="123211"/>
                      <a:pt x="207275" y="137181"/>
                    </a:cubicBezTo>
                    <a:cubicBezTo>
                      <a:pt x="166635" y="151151"/>
                      <a:pt x="132345" y="133371"/>
                      <a:pt x="100595" y="137181"/>
                    </a:cubicBezTo>
                    <a:cubicBezTo>
                      <a:pt x="68845" y="140991"/>
                      <a:pt x="9869" y="114004"/>
                      <a:pt x="1535" y="99081"/>
                    </a:cubicBezTo>
                    <a:cubicBezTo>
                      <a:pt x="-6799" y="84159"/>
                      <a:pt x="20109" y="64156"/>
                      <a:pt x="50589" y="47646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322F3281-752B-1701-1F06-B5FD45CBA5CB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3" name="Group 292">
              <a:extLst>
                <a:ext uri="{FF2B5EF4-FFF2-40B4-BE49-F238E27FC236}">
                  <a16:creationId xmlns:a16="http://schemas.microsoft.com/office/drawing/2014/main" id="{BED9C4FC-FD30-EC4E-71B0-B0230DE9514B}"/>
                </a:ext>
              </a:extLst>
            </p:cNvPr>
            <p:cNvGrpSpPr/>
            <p:nvPr/>
          </p:nvGrpSpPr>
          <p:grpSpPr>
            <a:xfrm rot="19275095">
              <a:off x="8055774" y="3745526"/>
              <a:ext cx="259583" cy="96023"/>
              <a:chOff x="8160298" y="3489668"/>
              <a:chExt cx="343727" cy="142896"/>
            </a:xfrm>
          </p:grpSpPr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1D4F9D83-186E-E1E4-D711-CB8A40CCD327}"/>
                  </a:ext>
                </a:extLst>
              </p:cNvPr>
              <p:cNvSpPr/>
              <p:nvPr/>
            </p:nvSpPr>
            <p:spPr>
              <a:xfrm>
                <a:off x="8160298" y="3489668"/>
                <a:ext cx="343727" cy="142896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43727" h="142896">
                    <a:moveTo>
                      <a:pt x="61682" y="76492"/>
                    </a:moveTo>
                    <a:cubicBezTo>
                      <a:pt x="92162" y="59982"/>
                      <a:pt x="136612" y="4102"/>
                      <a:pt x="183602" y="292"/>
                    </a:cubicBezTo>
                    <a:cubicBezTo>
                      <a:pt x="230592" y="-3518"/>
                      <a:pt x="339812" y="30772"/>
                      <a:pt x="343622" y="53632"/>
                    </a:cubicBezTo>
                    <a:cubicBezTo>
                      <a:pt x="347432" y="76492"/>
                      <a:pt x="247102" y="123482"/>
                      <a:pt x="206462" y="137452"/>
                    </a:cubicBezTo>
                    <a:cubicBezTo>
                      <a:pt x="165822" y="151422"/>
                      <a:pt x="131532" y="133642"/>
                      <a:pt x="99782" y="137452"/>
                    </a:cubicBezTo>
                    <a:cubicBezTo>
                      <a:pt x="68032" y="141262"/>
                      <a:pt x="7072" y="109512"/>
                      <a:pt x="722" y="99352"/>
                    </a:cubicBezTo>
                    <a:cubicBezTo>
                      <a:pt x="-5628" y="89192"/>
                      <a:pt x="31202" y="93002"/>
                      <a:pt x="61682" y="76492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" name="Oval 294">
                <a:extLst>
                  <a:ext uri="{FF2B5EF4-FFF2-40B4-BE49-F238E27FC236}">
                    <a16:creationId xmlns:a16="http://schemas.microsoft.com/office/drawing/2014/main" id="{5FC050C7-FA6B-AE89-FA5E-0B99C4DF335F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6" name="Group 295">
              <a:extLst>
                <a:ext uri="{FF2B5EF4-FFF2-40B4-BE49-F238E27FC236}">
                  <a16:creationId xmlns:a16="http://schemas.microsoft.com/office/drawing/2014/main" id="{6992939B-CC31-9824-FF12-35B889DA2503}"/>
                </a:ext>
              </a:extLst>
            </p:cNvPr>
            <p:cNvGrpSpPr/>
            <p:nvPr/>
          </p:nvGrpSpPr>
          <p:grpSpPr>
            <a:xfrm rot="1887532">
              <a:off x="8375792" y="3770693"/>
              <a:ext cx="241424" cy="95831"/>
              <a:chOff x="8184342" y="3489954"/>
              <a:chExt cx="319681" cy="142611"/>
            </a:xfrm>
          </p:grpSpPr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E1C9A4C6-ED9D-A4D9-3874-4C6291A7F6D2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" name="Oval 297">
                <a:extLst>
                  <a:ext uri="{FF2B5EF4-FFF2-40B4-BE49-F238E27FC236}">
                    <a16:creationId xmlns:a16="http://schemas.microsoft.com/office/drawing/2014/main" id="{0B66E882-1365-865C-CD7B-F1EA56352363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BC31B3D6-A228-0256-CC0B-3781709E5D84}"/>
                </a:ext>
              </a:extLst>
            </p:cNvPr>
            <p:cNvGrpSpPr/>
            <p:nvPr/>
          </p:nvGrpSpPr>
          <p:grpSpPr>
            <a:xfrm rot="18081201">
              <a:off x="8279957" y="3736275"/>
              <a:ext cx="154471" cy="212979"/>
              <a:chOff x="8207693" y="3474647"/>
              <a:chExt cx="271975" cy="238361"/>
            </a:xfrm>
          </p:grpSpPr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B2AFF075-5492-AF9E-EC6B-54AF43F70BE9}"/>
                  </a:ext>
                </a:extLst>
              </p:cNvPr>
              <p:cNvSpPr/>
              <p:nvPr/>
            </p:nvSpPr>
            <p:spPr>
              <a:xfrm>
                <a:off x="8207693" y="3474647"/>
                <a:ext cx="271975" cy="23836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65719 w 347751"/>
                  <a:gd name="connsiteY0" fmla="*/ 76492 h 223357"/>
                  <a:gd name="connsiteX1" fmla="*/ 187639 w 347751"/>
                  <a:gd name="connsiteY1" fmla="*/ 292 h 223357"/>
                  <a:gd name="connsiteX2" fmla="*/ 347659 w 347751"/>
                  <a:gd name="connsiteY2" fmla="*/ 53632 h 223357"/>
                  <a:gd name="connsiteX3" fmla="*/ 210499 w 347751"/>
                  <a:gd name="connsiteY3" fmla="*/ 137452 h 223357"/>
                  <a:gd name="connsiteX4" fmla="*/ 189301 w 347751"/>
                  <a:gd name="connsiteY4" fmla="*/ 223255 h 223357"/>
                  <a:gd name="connsiteX5" fmla="*/ 4759 w 347751"/>
                  <a:gd name="connsiteY5" fmla="*/ 99352 h 223357"/>
                  <a:gd name="connsiteX6" fmla="*/ 65719 w 347751"/>
                  <a:gd name="connsiteY6" fmla="*/ 76492 h 223357"/>
                  <a:gd name="connsiteX0" fmla="*/ 62102 w 348301"/>
                  <a:gd name="connsiteY0" fmla="*/ 6833 h 241446"/>
                  <a:gd name="connsiteX1" fmla="*/ 188189 w 348301"/>
                  <a:gd name="connsiteY1" fmla="*/ 18365 h 241446"/>
                  <a:gd name="connsiteX2" fmla="*/ 348209 w 348301"/>
                  <a:gd name="connsiteY2" fmla="*/ 71705 h 241446"/>
                  <a:gd name="connsiteX3" fmla="*/ 211049 w 348301"/>
                  <a:gd name="connsiteY3" fmla="*/ 155525 h 241446"/>
                  <a:gd name="connsiteX4" fmla="*/ 189851 w 348301"/>
                  <a:gd name="connsiteY4" fmla="*/ 241328 h 241446"/>
                  <a:gd name="connsiteX5" fmla="*/ 5309 w 348301"/>
                  <a:gd name="connsiteY5" fmla="*/ 117425 h 241446"/>
                  <a:gd name="connsiteX6" fmla="*/ 62102 w 348301"/>
                  <a:gd name="connsiteY6" fmla="*/ 6833 h 241446"/>
                  <a:gd name="connsiteX0" fmla="*/ 10121 w 296320"/>
                  <a:gd name="connsiteY0" fmla="*/ 4239 h 238819"/>
                  <a:gd name="connsiteX1" fmla="*/ 136208 w 296320"/>
                  <a:gd name="connsiteY1" fmla="*/ 15771 h 238819"/>
                  <a:gd name="connsiteX2" fmla="*/ 296228 w 296320"/>
                  <a:gd name="connsiteY2" fmla="*/ 69111 h 238819"/>
                  <a:gd name="connsiteX3" fmla="*/ 159068 w 296320"/>
                  <a:gd name="connsiteY3" fmla="*/ 152931 h 238819"/>
                  <a:gd name="connsiteX4" fmla="*/ 137870 w 296320"/>
                  <a:gd name="connsiteY4" fmla="*/ 238734 h 238819"/>
                  <a:gd name="connsiteX5" fmla="*/ 22260 w 296320"/>
                  <a:gd name="connsiteY5" fmla="*/ 79333 h 238819"/>
                  <a:gd name="connsiteX6" fmla="*/ 10121 w 296320"/>
                  <a:gd name="connsiteY6" fmla="*/ 4239 h 238819"/>
                  <a:gd name="connsiteX0" fmla="*/ 10121 w 271975"/>
                  <a:gd name="connsiteY0" fmla="*/ 3781 h 238361"/>
                  <a:gd name="connsiteX1" fmla="*/ 136208 w 271975"/>
                  <a:gd name="connsiteY1" fmla="*/ 15313 h 238361"/>
                  <a:gd name="connsiteX2" fmla="*/ 271863 w 271975"/>
                  <a:gd name="connsiteY2" fmla="*/ 51243 h 238361"/>
                  <a:gd name="connsiteX3" fmla="*/ 159068 w 271975"/>
                  <a:gd name="connsiteY3" fmla="*/ 152473 h 238361"/>
                  <a:gd name="connsiteX4" fmla="*/ 137870 w 271975"/>
                  <a:gd name="connsiteY4" fmla="*/ 238276 h 238361"/>
                  <a:gd name="connsiteX5" fmla="*/ 22260 w 271975"/>
                  <a:gd name="connsiteY5" fmla="*/ 78875 h 238361"/>
                  <a:gd name="connsiteX6" fmla="*/ 10121 w 271975"/>
                  <a:gd name="connsiteY6" fmla="*/ 3781 h 238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1975" h="238361">
                    <a:moveTo>
                      <a:pt x="10121" y="3781"/>
                    </a:moveTo>
                    <a:cubicBezTo>
                      <a:pt x="29112" y="-6813"/>
                      <a:pt x="92584" y="7403"/>
                      <a:pt x="136208" y="15313"/>
                    </a:cubicBezTo>
                    <a:cubicBezTo>
                      <a:pt x="179832" y="23223"/>
                      <a:pt x="268053" y="28383"/>
                      <a:pt x="271863" y="51243"/>
                    </a:cubicBezTo>
                    <a:cubicBezTo>
                      <a:pt x="275673" y="74103"/>
                      <a:pt x="181400" y="121301"/>
                      <a:pt x="159068" y="152473"/>
                    </a:cubicBezTo>
                    <a:cubicBezTo>
                      <a:pt x="136736" y="183645"/>
                      <a:pt x="169620" y="234466"/>
                      <a:pt x="137870" y="238276"/>
                    </a:cubicBezTo>
                    <a:cubicBezTo>
                      <a:pt x="106120" y="242086"/>
                      <a:pt x="43552" y="117958"/>
                      <a:pt x="22260" y="78875"/>
                    </a:cubicBezTo>
                    <a:cubicBezTo>
                      <a:pt x="968" y="39793"/>
                      <a:pt x="-8870" y="14375"/>
                      <a:pt x="10121" y="378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" name="Oval 300">
                <a:extLst>
                  <a:ext uri="{FF2B5EF4-FFF2-40B4-BE49-F238E27FC236}">
                    <a16:creationId xmlns:a16="http://schemas.microsoft.com/office/drawing/2014/main" id="{22168CD9-8906-B160-8162-DAD82BD28D40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2" name="Group 301">
              <a:extLst>
                <a:ext uri="{FF2B5EF4-FFF2-40B4-BE49-F238E27FC236}">
                  <a16:creationId xmlns:a16="http://schemas.microsoft.com/office/drawing/2014/main" id="{877E5167-A736-6B81-DE13-05D75E4E1AAB}"/>
                </a:ext>
              </a:extLst>
            </p:cNvPr>
            <p:cNvGrpSpPr/>
            <p:nvPr/>
          </p:nvGrpSpPr>
          <p:grpSpPr>
            <a:xfrm>
              <a:off x="8456099" y="3489601"/>
              <a:ext cx="259423" cy="106867"/>
              <a:chOff x="8176152" y="3486131"/>
              <a:chExt cx="259423" cy="142098"/>
            </a:xfrm>
          </p:grpSpPr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860A5FB-4942-D8E6-DA39-B5164FAEA13B}"/>
                  </a:ext>
                </a:extLst>
              </p:cNvPr>
              <p:cNvSpPr/>
              <p:nvPr/>
            </p:nvSpPr>
            <p:spPr>
              <a:xfrm>
                <a:off x="8176152" y="3486131"/>
                <a:ext cx="259423" cy="142098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54487 w 268082"/>
                  <a:gd name="connsiteY0" fmla="*/ 76225 h 138293"/>
                  <a:gd name="connsiteX1" fmla="*/ 176407 w 268082"/>
                  <a:gd name="connsiteY1" fmla="*/ 25 h 138293"/>
                  <a:gd name="connsiteX2" fmla="*/ 267847 w 268082"/>
                  <a:gd name="connsiteY2" fmla="*/ 68605 h 138293"/>
                  <a:gd name="connsiteX3" fmla="*/ 199267 w 268082"/>
                  <a:gd name="connsiteY3" fmla="*/ 137185 h 138293"/>
                  <a:gd name="connsiteX4" fmla="*/ 92587 w 268082"/>
                  <a:gd name="connsiteY4" fmla="*/ 114325 h 138293"/>
                  <a:gd name="connsiteX5" fmla="*/ 1147 w 268082"/>
                  <a:gd name="connsiteY5" fmla="*/ 76225 h 138293"/>
                  <a:gd name="connsiteX6" fmla="*/ 54487 w 268082"/>
                  <a:gd name="connsiteY6" fmla="*/ 76225 h 138293"/>
                  <a:gd name="connsiteX0" fmla="*/ 76295 w 267030"/>
                  <a:gd name="connsiteY0" fmla="*/ 38665 h 138833"/>
                  <a:gd name="connsiteX1" fmla="*/ 175355 w 267030"/>
                  <a:gd name="connsiteY1" fmla="*/ 565 h 138833"/>
                  <a:gd name="connsiteX2" fmla="*/ 266795 w 267030"/>
                  <a:gd name="connsiteY2" fmla="*/ 69145 h 138833"/>
                  <a:gd name="connsiteX3" fmla="*/ 198215 w 267030"/>
                  <a:gd name="connsiteY3" fmla="*/ 137725 h 138833"/>
                  <a:gd name="connsiteX4" fmla="*/ 91535 w 267030"/>
                  <a:gd name="connsiteY4" fmla="*/ 114865 h 138833"/>
                  <a:gd name="connsiteX5" fmla="*/ 95 w 267030"/>
                  <a:gd name="connsiteY5" fmla="*/ 76765 h 138833"/>
                  <a:gd name="connsiteX6" fmla="*/ 76295 w 267030"/>
                  <a:gd name="connsiteY6" fmla="*/ 38665 h 138833"/>
                  <a:gd name="connsiteX0" fmla="*/ 68688 w 259423"/>
                  <a:gd name="connsiteY0" fmla="*/ 38566 h 138734"/>
                  <a:gd name="connsiteX1" fmla="*/ 167748 w 259423"/>
                  <a:gd name="connsiteY1" fmla="*/ 466 h 138734"/>
                  <a:gd name="connsiteX2" fmla="*/ 259188 w 259423"/>
                  <a:gd name="connsiteY2" fmla="*/ 69046 h 138734"/>
                  <a:gd name="connsiteX3" fmla="*/ 190608 w 259423"/>
                  <a:gd name="connsiteY3" fmla="*/ 137626 h 138734"/>
                  <a:gd name="connsiteX4" fmla="*/ 83928 w 259423"/>
                  <a:gd name="connsiteY4" fmla="*/ 114766 h 138734"/>
                  <a:gd name="connsiteX5" fmla="*/ 108 w 259423"/>
                  <a:gd name="connsiteY5" fmla="*/ 30946 h 138734"/>
                  <a:gd name="connsiteX6" fmla="*/ 68688 w 259423"/>
                  <a:gd name="connsiteY6" fmla="*/ 38566 h 138734"/>
                  <a:gd name="connsiteX0" fmla="*/ 68688 w 259423"/>
                  <a:gd name="connsiteY0" fmla="*/ 11450 h 142098"/>
                  <a:gd name="connsiteX1" fmla="*/ 167748 w 259423"/>
                  <a:gd name="connsiteY1" fmla="*/ 3830 h 142098"/>
                  <a:gd name="connsiteX2" fmla="*/ 259188 w 259423"/>
                  <a:gd name="connsiteY2" fmla="*/ 72410 h 142098"/>
                  <a:gd name="connsiteX3" fmla="*/ 190608 w 259423"/>
                  <a:gd name="connsiteY3" fmla="*/ 140990 h 142098"/>
                  <a:gd name="connsiteX4" fmla="*/ 83928 w 259423"/>
                  <a:gd name="connsiteY4" fmla="*/ 118130 h 142098"/>
                  <a:gd name="connsiteX5" fmla="*/ 108 w 259423"/>
                  <a:gd name="connsiteY5" fmla="*/ 34310 h 142098"/>
                  <a:gd name="connsiteX6" fmla="*/ 68688 w 259423"/>
                  <a:gd name="connsiteY6" fmla="*/ 11450 h 142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9423" h="142098">
                    <a:moveTo>
                      <a:pt x="68688" y="11450"/>
                    </a:moveTo>
                    <a:cubicBezTo>
                      <a:pt x="96628" y="6370"/>
                      <a:pt x="135998" y="-6330"/>
                      <a:pt x="167748" y="3830"/>
                    </a:cubicBezTo>
                    <a:cubicBezTo>
                      <a:pt x="199498" y="13990"/>
                      <a:pt x="255378" y="49550"/>
                      <a:pt x="259188" y="72410"/>
                    </a:cubicBezTo>
                    <a:cubicBezTo>
                      <a:pt x="262998" y="95270"/>
                      <a:pt x="219818" y="133370"/>
                      <a:pt x="190608" y="140990"/>
                    </a:cubicBezTo>
                    <a:cubicBezTo>
                      <a:pt x="161398" y="148610"/>
                      <a:pt x="115678" y="114320"/>
                      <a:pt x="83928" y="118130"/>
                    </a:cubicBezTo>
                    <a:cubicBezTo>
                      <a:pt x="52178" y="121940"/>
                      <a:pt x="2648" y="52090"/>
                      <a:pt x="108" y="34310"/>
                    </a:cubicBezTo>
                    <a:cubicBezTo>
                      <a:pt x="-2432" y="16530"/>
                      <a:pt x="40748" y="16530"/>
                      <a:pt x="68688" y="11450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" name="Oval 303">
                <a:extLst>
                  <a:ext uri="{FF2B5EF4-FFF2-40B4-BE49-F238E27FC236}">
                    <a16:creationId xmlns:a16="http://schemas.microsoft.com/office/drawing/2014/main" id="{B88B0878-55FA-AD0E-F680-FB4E602204C9}"/>
                  </a:ext>
                </a:extLst>
              </p:cNvPr>
              <p:cNvSpPr/>
              <p:nvPr/>
            </p:nvSpPr>
            <p:spPr>
              <a:xfrm rot="14823285" flipV="1">
                <a:off x="8315800" y="3522795"/>
                <a:ext cx="45719" cy="64306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2DBBB09A-85F9-A3AC-6290-1FF29A6B2E78}"/>
                </a:ext>
              </a:extLst>
            </p:cNvPr>
            <p:cNvGrpSpPr/>
            <p:nvPr/>
          </p:nvGrpSpPr>
          <p:grpSpPr>
            <a:xfrm rot="9607925">
              <a:off x="8567724" y="3691758"/>
              <a:ext cx="267030" cy="104412"/>
              <a:chOff x="8168545" y="3489395"/>
              <a:chExt cx="267030" cy="138833"/>
            </a:xfrm>
          </p:grpSpPr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6DCC528A-05EF-4A16-273E-7463BBCA2D58}"/>
                  </a:ext>
                </a:extLst>
              </p:cNvPr>
              <p:cNvSpPr/>
              <p:nvPr/>
            </p:nvSpPr>
            <p:spPr>
              <a:xfrm>
                <a:off x="8168545" y="3489395"/>
                <a:ext cx="267030" cy="138833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54487 w 268082"/>
                  <a:gd name="connsiteY0" fmla="*/ 76225 h 138293"/>
                  <a:gd name="connsiteX1" fmla="*/ 176407 w 268082"/>
                  <a:gd name="connsiteY1" fmla="*/ 25 h 138293"/>
                  <a:gd name="connsiteX2" fmla="*/ 267847 w 268082"/>
                  <a:gd name="connsiteY2" fmla="*/ 68605 h 138293"/>
                  <a:gd name="connsiteX3" fmla="*/ 199267 w 268082"/>
                  <a:gd name="connsiteY3" fmla="*/ 137185 h 138293"/>
                  <a:gd name="connsiteX4" fmla="*/ 92587 w 268082"/>
                  <a:gd name="connsiteY4" fmla="*/ 114325 h 138293"/>
                  <a:gd name="connsiteX5" fmla="*/ 1147 w 268082"/>
                  <a:gd name="connsiteY5" fmla="*/ 76225 h 138293"/>
                  <a:gd name="connsiteX6" fmla="*/ 54487 w 268082"/>
                  <a:gd name="connsiteY6" fmla="*/ 76225 h 138293"/>
                  <a:gd name="connsiteX0" fmla="*/ 76295 w 267030"/>
                  <a:gd name="connsiteY0" fmla="*/ 38665 h 138833"/>
                  <a:gd name="connsiteX1" fmla="*/ 175355 w 267030"/>
                  <a:gd name="connsiteY1" fmla="*/ 565 h 138833"/>
                  <a:gd name="connsiteX2" fmla="*/ 266795 w 267030"/>
                  <a:gd name="connsiteY2" fmla="*/ 69145 h 138833"/>
                  <a:gd name="connsiteX3" fmla="*/ 198215 w 267030"/>
                  <a:gd name="connsiteY3" fmla="*/ 137725 h 138833"/>
                  <a:gd name="connsiteX4" fmla="*/ 91535 w 267030"/>
                  <a:gd name="connsiteY4" fmla="*/ 114865 h 138833"/>
                  <a:gd name="connsiteX5" fmla="*/ 95 w 267030"/>
                  <a:gd name="connsiteY5" fmla="*/ 76765 h 138833"/>
                  <a:gd name="connsiteX6" fmla="*/ 76295 w 267030"/>
                  <a:gd name="connsiteY6" fmla="*/ 38665 h 138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7030" h="138833">
                    <a:moveTo>
                      <a:pt x="76295" y="38665"/>
                    </a:moveTo>
                    <a:cubicBezTo>
                      <a:pt x="105505" y="25965"/>
                      <a:pt x="143605" y="-4515"/>
                      <a:pt x="175355" y="565"/>
                    </a:cubicBezTo>
                    <a:cubicBezTo>
                      <a:pt x="207105" y="5645"/>
                      <a:pt x="262985" y="46285"/>
                      <a:pt x="266795" y="69145"/>
                    </a:cubicBezTo>
                    <a:cubicBezTo>
                      <a:pt x="270605" y="92005"/>
                      <a:pt x="227425" y="130105"/>
                      <a:pt x="198215" y="137725"/>
                    </a:cubicBezTo>
                    <a:cubicBezTo>
                      <a:pt x="169005" y="145345"/>
                      <a:pt x="123285" y="111055"/>
                      <a:pt x="91535" y="114865"/>
                    </a:cubicBezTo>
                    <a:cubicBezTo>
                      <a:pt x="59785" y="118675"/>
                      <a:pt x="2635" y="89465"/>
                      <a:pt x="95" y="76765"/>
                    </a:cubicBezTo>
                    <a:cubicBezTo>
                      <a:pt x="-2445" y="64065"/>
                      <a:pt x="47085" y="51365"/>
                      <a:pt x="76295" y="38665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" name="Oval 306">
                <a:extLst>
                  <a:ext uri="{FF2B5EF4-FFF2-40B4-BE49-F238E27FC236}">
                    <a16:creationId xmlns:a16="http://schemas.microsoft.com/office/drawing/2014/main" id="{0168CC5F-B30A-5702-4B9D-5767438F90A7}"/>
                  </a:ext>
                </a:extLst>
              </p:cNvPr>
              <p:cNvSpPr/>
              <p:nvPr/>
            </p:nvSpPr>
            <p:spPr>
              <a:xfrm rot="14823285" flipV="1">
                <a:off x="8315800" y="3522795"/>
                <a:ext cx="45719" cy="64306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DCA53B3C-23CF-E4DD-0BC5-73A89FB09CB9}"/>
                </a:ext>
              </a:extLst>
            </p:cNvPr>
            <p:cNvGrpSpPr/>
            <p:nvPr/>
          </p:nvGrpSpPr>
          <p:grpSpPr>
            <a:xfrm rot="282048">
              <a:off x="8704273" y="3575017"/>
              <a:ext cx="241424" cy="95831"/>
              <a:chOff x="8184342" y="3489954"/>
              <a:chExt cx="319681" cy="142611"/>
            </a:xfrm>
          </p:grpSpPr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CF9BB264-6BE3-BF56-9447-80F8E53636CB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" name="Oval 312">
                <a:extLst>
                  <a:ext uri="{FF2B5EF4-FFF2-40B4-BE49-F238E27FC236}">
                    <a16:creationId xmlns:a16="http://schemas.microsoft.com/office/drawing/2014/main" id="{2E8418E2-C3AC-0387-5FCE-244C78764280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78AD4617-3802-E2C9-6C2C-E4596A16AF4E}"/>
                </a:ext>
              </a:extLst>
            </p:cNvPr>
            <p:cNvGrpSpPr/>
            <p:nvPr/>
          </p:nvGrpSpPr>
          <p:grpSpPr>
            <a:xfrm rot="18081201">
              <a:off x="8701433" y="3707732"/>
              <a:ext cx="178150" cy="256729"/>
              <a:chOff x="8167921" y="3412389"/>
              <a:chExt cx="313665" cy="287325"/>
            </a:xfrm>
          </p:grpSpPr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736791B3-1F67-EFAD-CD80-BB5B5D1129C8}"/>
                  </a:ext>
                </a:extLst>
              </p:cNvPr>
              <p:cNvSpPr/>
              <p:nvPr/>
            </p:nvSpPr>
            <p:spPr>
              <a:xfrm>
                <a:off x="8167921" y="3412389"/>
                <a:ext cx="313665" cy="287325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65719 w 347751"/>
                  <a:gd name="connsiteY0" fmla="*/ 76492 h 223357"/>
                  <a:gd name="connsiteX1" fmla="*/ 187639 w 347751"/>
                  <a:gd name="connsiteY1" fmla="*/ 292 h 223357"/>
                  <a:gd name="connsiteX2" fmla="*/ 347659 w 347751"/>
                  <a:gd name="connsiteY2" fmla="*/ 53632 h 223357"/>
                  <a:gd name="connsiteX3" fmla="*/ 210499 w 347751"/>
                  <a:gd name="connsiteY3" fmla="*/ 137452 h 223357"/>
                  <a:gd name="connsiteX4" fmla="*/ 189301 w 347751"/>
                  <a:gd name="connsiteY4" fmla="*/ 223255 h 223357"/>
                  <a:gd name="connsiteX5" fmla="*/ 4759 w 347751"/>
                  <a:gd name="connsiteY5" fmla="*/ 99352 h 223357"/>
                  <a:gd name="connsiteX6" fmla="*/ 65719 w 347751"/>
                  <a:gd name="connsiteY6" fmla="*/ 76492 h 223357"/>
                  <a:gd name="connsiteX0" fmla="*/ 62102 w 348301"/>
                  <a:gd name="connsiteY0" fmla="*/ 6833 h 241446"/>
                  <a:gd name="connsiteX1" fmla="*/ 188189 w 348301"/>
                  <a:gd name="connsiteY1" fmla="*/ 18365 h 241446"/>
                  <a:gd name="connsiteX2" fmla="*/ 348209 w 348301"/>
                  <a:gd name="connsiteY2" fmla="*/ 71705 h 241446"/>
                  <a:gd name="connsiteX3" fmla="*/ 211049 w 348301"/>
                  <a:gd name="connsiteY3" fmla="*/ 155525 h 241446"/>
                  <a:gd name="connsiteX4" fmla="*/ 189851 w 348301"/>
                  <a:gd name="connsiteY4" fmla="*/ 241328 h 241446"/>
                  <a:gd name="connsiteX5" fmla="*/ 5309 w 348301"/>
                  <a:gd name="connsiteY5" fmla="*/ 117425 h 241446"/>
                  <a:gd name="connsiteX6" fmla="*/ 62102 w 348301"/>
                  <a:gd name="connsiteY6" fmla="*/ 6833 h 241446"/>
                  <a:gd name="connsiteX0" fmla="*/ 10121 w 296320"/>
                  <a:gd name="connsiteY0" fmla="*/ 4239 h 238819"/>
                  <a:gd name="connsiteX1" fmla="*/ 136208 w 296320"/>
                  <a:gd name="connsiteY1" fmla="*/ 15771 h 238819"/>
                  <a:gd name="connsiteX2" fmla="*/ 296228 w 296320"/>
                  <a:gd name="connsiteY2" fmla="*/ 69111 h 238819"/>
                  <a:gd name="connsiteX3" fmla="*/ 159068 w 296320"/>
                  <a:gd name="connsiteY3" fmla="*/ 152931 h 238819"/>
                  <a:gd name="connsiteX4" fmla="*/ 137870 w 296320"/>
                  <a:gd name="connsiteY4" fmla="*/ 238734 h 238819"/>
                  <a:gd name="connsiteX5" fmla="*/ 22260 w 296320"/>
                  <a:gd name="connsiteY5" fmla="*/ 79333 h 238819"/>
                  <a:gd name="connsiteX6" fmla="*/ 10121 w 296320"/>
                  <a:gd name="connsiteY6" fmla="*/ 4239 h 238819"/>
                  <a:gd name="connsiteX0" fmla="*/ 10121 w 271975"/>
                  <a:gd name="connsiteY0" fmla="*/ 3781 h 238361"/>
                  <a:gd name="connsiteX1" fmla="*/ 136208 w 271975"/>
                  <a:gd name="connsiteY1" fmla="*/ 15313 h 238361"/>
                  <a:gd name="connsiteX2" fmla="*/ 271863 w 271975"/>
                  <a:gd name="connsiteY2" fmla="*/ 51243 h 238361"/>
                  <a:gd name="connsiteX3" fmla="*/ 159068 w 271975"/>
                  <a:gd name="connsiteY3" fmla="*/ 152473 h 238361"/>
                  <a:gd name="connsiteX4" fmla="*/ 137870 w 271975"/>
                  <a:gd name="connsiteY4" fmla="*/ 238276 h 238361"/>
                  <a:gd name="connsiteX5" fmla="*/ 22260 w 271975"/>
                  <a:gd name="connsiteY5" fmla="*/ 78875 h 238361"/>
                  <a:gd name="connsiteX6" fmla="*/ 10121 w 271975"/>
                  <a:gd name="connsiteY6" fmla="*/ 3781 h 238361"/>
                  <a:gd name="connsiteX0" fmla="*/ 4243 w 313348"/>
                  <a:gd name="connsiteY0" fmla="*/ 1101 h 301235"/>
                  <a:gd name="connsiteX1" fmla="*/ 177581 w 313348"/>
                  <a:gd name="connsiteY1" fmla="*/ 78179 h 301235"/>
                  <a:gd name="connsiteX2" fmla="*/ 313236 w 313348"/>
                  <a:gd name="connsiteY2" fmla="*/ 114109 h 301235"/>
                  <a:gd name="connsiteX3" fmla="*/ 200441 w 313348"/>
                  <a:gd name="connsiteY3" fmla="*/ 215339 h 301235"/>
                  <a:gd name="connsiteX4" fmla="*/ 179243 w 313348"/>
                  <a:gd name="connsiteY4" fmla="*/ 301142 h 301235"/>
                  <a:gd name="connsiteX5" fmla="*/ 63633 w 313348"/>
                  <a:gd name="connsiteY5" fmla="*/ 141741 h 301235"/>
                  <a:gd name="connsiteX6" fmla="*/ 4243 w 313348"/>
                  <a:gd name="connsiteY6" fmla="*/ 1101 h 301235"/>
                  <a:gd name="connsiteX0" fmla="*/ 2449 w 312083"/>
                  <a:gd name="connsiteY0" fmla="*/ 492 h 300626"/>
                  <a:gd name="connsiteX1" fmla="*/ 141321 w 312083"/>
                  <a:gd name="connsiteY1" fmla="*/ 95319 h 300626"/>
                  <a:gd name="connsiteX2" fmla="*/ 311442 w 312083"/>
                  <a:gd name="connsiteY2" fmla="*/ 113500 h 300626"/>
                  <a:gd name="connsiteX3" fmla="*/ 198647 w 312083"/>
                  <a:gd name="connsiteY3" fmla="*/ 214730 h 300626"/>
                  <a:gd name="connsiteX4" fmla="*/ 177449 w 312083"/>
                  <a:gd name="connsiteY4" fmla="*/ 300533 h 300626"/>
                  <a:gd name="connsiteX5" fmla="*/ 61839 w 312083"/>
                  <a:gd name="connsiteY5" fmla="*/ 141132 h 300626"/>
                  <a:gd name="connsiteX6" fmla="*/ 2449 w 312083"/>
                  <a:gd name="connsiteY6" fmla="*/ 492 h 300626"/>
                  <a:gd name="connsiteX0" fmla="*/ 2642 w 312251"/>
                  <a:gd name="connsiteY0" fmla="*/ 492 h 287325"/>
                  <a:gd name="connsiteX1" fmla="*/ 141514 w 312251"/>
                  <a:gd name="connsiteY1" fmla="*/ 95319 h 287325"/>
                  <a:gd name="connsiteX2" fmla="*/ 311635 w 312251"/>
                  <a:gd name="connsiteY2" fmla="*/ 113500 h 287325"/>
                  <a:gd name="connsiteX3" fmla="*/ 198840 w 312251"/>
                  <a:gd name="connsiteY3" fmla="*/ 214730 h 287325"/>
                  <a:gd name="connsiteX4" fmla="*/ 203491 w 312251"/>
                  <a:gd name="connsiteY4" fmla="*/ 287222 h 287325"/>
                  <a:gd name="connsiteX5" fmla="*/ 62032 w 312251"/>
                  <a:gd name="connsiteY5" fmla="*/ 141132 h 287325"/>
                  <a:gd name="connsiteX6" fmla="*/ 2642 w 312251"/>
                  <a:gd name="connsiteY6" fmla="*/ 492 h 287325"/>
                  <a:gd name="connsiteX0" fmla="*/ 2642 w 313665"/>
                  <a:gd name="connsiteY0" fmla="*/ 492 h 287325"/>
                  <a:gd name="connsiteX1" fmla="*/ 141514 w 313665"/>
                  <a:gd name="connsiteY1" fmla="*/ 95319 h 287325"/>
                  <a:gd name="connsiteX2" fmla="*/ 311635 w 313665"/>
                  <a:gd name="connsiteY2" fmla="*/ 113500 h 287325"/>
                  <a:gd name="connsiteX3" fmla="*/ 233308 w 313665"/>
                  <a:gd name="connsiteY3" fmla="*/ 196981 h 287325"/>
                  <a:gd name="connsiteX4" fmla="*/ 203491 w 313665"/>
                  <a:gd name="connsiteY4" fmla="*/ 287222 h 287325"/>
                  <a:gd name="connsiteX5" fmla="*/ 62032 w 313665"/>
                  <a:gd name="connsiteY5" fmla="*/ 141132 h 287325"/>
                  <a:gd name="connsiteX6" fmla="*/ 2642 w 313665"/>
                  <a:gd name="connsiteY6" fmla="*/ 492 h 287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3665" h="287325">
                    <a:moveTo>
                      <a:pt x="2642" y="492"/>
                    </a:moveTo>
                    <a:cubicBezTo>
                      <a:pt x="15889" y="-7143"/>
                      <a:pt x="90015" y="76484"/>
                      <a:pt x="141514" y="95319"/>
                    </a:cubicBezTo>
                    <a:cubicBezTo>
                      <a:pt x="193013" y="114154"/>
                      <a:pt x="296336" y="96556"/>
                      <a:pt x="311635" y="113500"/>
                    </a:cubicBezTo>
                    <a:cubicBezTo>
                      <a:pt x="326934" y="130444"/>
                      <a:pt x="251332" y="168027"/>
                      <a:pt x="233308" y="196981"/>
                    </a:cubicBezTo>
                    <a:cubicBezTo>
                      <a:pt x="215284" y="225935"/>
                      <a:pt x="235241" y="283412"/>
                      <a:pt x="203491" y="287222"/>
                    </a:cubicBezTo>
                    <a:cubicBezTo>
                      <a:pt x="171741" y="291032"/>
                      <a:pt x="95507" y="188920"/>
                      <a:pt x="62032" y="141132"/>
                    </a:cubicBezTo>
                    <a:cubicBezTo>
                      <a:pt x="28557" y="93344"/>
                      <a:pt x="-10605" y="8127"/>
                      <a:pt x="2642" y="492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6" name="Oval 315">
                <a:extLst>
                  <a:ext uri="{FF2B5EF4-FFF2-40B4-BE49-F238E27FC236}">
                    <a16:creationId xmlns:a16="http://schemas.microsoft.com/office/drawing/2014/main" id="{0AC0D743-6E57-F312-EDBE-5FA69425F512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4A09D79B-9C7B-29BF-13AC-BF21C73DE7B9}"/>
                </a:ext>
              </a:extLst>
            </p:cNvPr>
            <p:cNvGrpSpPr/>
            <p:nvPr/>
          </p:nvGrpSpPr>
          <p:grpSpPr>
            <a:xfrm rot="1775568">
              <a:off x="8225920" y="3487408"/>
              <a:ext cx="261561" cy="99200"/>
              <a:chOff x="8168545" y="3489395"/>
              <a:chExt cx="267030" cy="138833"/>
            </a:xfrm>
          </p:grpSpPr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78926247-17D7-F5DF-30E4-0E120ACC99D7}"/>
                  </a:ext>
                </a:extLst>
              </p:cNvPr>
              <p:cNvSpPr/>
              <p:nvPr/>
            </p:nvSpPr>
            <p:spPr>
              <a:xfrm>
                <a:off x="8168545" y="3489395"/>
                <a:ext cx="267030" cy="138833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54487 w 268082"/>
                  <a:gd name="connsiteY0" fmla="*/ 76225 h 138293"/>
                  <a:gd name="connsiteX1" fmla="*/ 176407 w 268082"/>
                  <a:gd name="connsiteY1" fmla="*/ 25 h 138293"/>
                  <a:gd name="connsiteX2" fmla="*/ 267847 w 268082"/>
                  <a:gd name="connsiteY2" fmla="*/ 68605 h 138293"/>
                  <a:gd name="connsiteX3" fmla="*/ 199267 w 268082"/>
                  <a:gd name="connsiteY3" fmla="*/ 137185 h 138293"/>
                  <a:gd name="connsiteX4" fmla="*/ 92587 w 268082"/>
                  <a:gd name="connsiteY4" fmla="*/ 114325 h 138293"/>
                  <a:gd name="connsiteX5" fmla="*/ 1147 w 268082"/>
                  <a:gd name="connsiteY5" fmla="*/ 76225 h 138293"/>
                  <a:gd name="connsiteX6" fmla="*/ 54487 w 268082"/>
                  <a:gd name="connsiteY6" fmla="*/ 76225 h 138293"/>
                  <a:gd name="connsiteX0" fmla="*/ 76295 w 267030"/>
                  <a:gd name="connsiteY0" fmla="*/ 38665 h 138833"/>
                  <a:gd name="connsiteX1" fmla="*/ 175355 w 267030"/>
                  <a:gd name="connsiteY1" fmla="*/ 565 h 138833"/>
                  <a:gd name="connsiteX2" fmla="*/ 266795 w 267030"/>
                  <a:gd name="connsiteY2" fmla="*/ 69145 h 138833"/>
                  <a:gd name="connsiteX3" fmla="*/ 198215 w 267030"/>
                  <a:gd name="connsiteY3" fmla="*/ 137725 h 138833"/>
                  <a:gd name="connsiteX4" fmla="*/ 91535 w 267030"/>
                  <a:gd name="connsiteY4" fmla="*/ 114865 h 138833"/>
                  <a:gd name="connsiteX5" fmla="*/ 95 w 267030"/>
                  <a:gd name="connsiteY5" fmla="*/ 76765 h 138833"/>
                  <a:gd name="connsiteX6" fmla="*/ 76295 w 267030"/>
                  <a:gd name="connsiteY6" fmla="*/ 38665 h 138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7030" h="138833">
                    <a:moveTo>
                      <a:pt x="76295" y="38665"/>
                    </a:moveTo>
                    <a:cubicBezTo>
                      <a:pt x="105505" y="25965"/>
                      <a:pt x="143605" y="-4515"/>
                      <a:pt x="175355" y="565"/>
                    </a:cubicBezTo>
                    <a:cubicBezTo>
                      <a:pt x="207105" y="5645"/>
                      <a:pt x="262985" y="46285"/>
                      <a:pt x="266795" y="69145"/>
                    </a:cubicBezTo>
                    <a:cubicBezTo>
                      <a:pt x="270605" y="92005"/>
                      <a:pt x="227425" y="130105"/>
                      <a:pt x="198215" y="137725"/>
                    </a:cubicBezTo>
                    <a:cubicBezTo>
                      <a:pt x="169005" y="145345"/>
                      <a:pt x="123285" y="111055"/>
                      <a:pt x="91535" y="114865"/>
                    </a:cubicBezTo>
                    <a:cubicBezTo>
                      <a:pt x="59785" y="118675"/>
                      <a:pt x="2635" y="89465"/>
                      <a:pt x="95" y="76765"/>
                    </a:cubicBezTo>
                    <a:cubicBezTo>
                      <a:pt x="-2445" y="64065"/>
                      <a:pt x="47085" y="51365"/>
                      <a:pt x="76295" y="38665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" name="Oval 321">
                <a:extLst>
                  <a:ext uri="{FF2B5EF4-FFF2-40B4-BE49-F238E27FC236}">
                    <a16:creationId xmlns:a16="http://schemas.microsoft.com/office/drawing/2014/main" id="{CD978103-BF77-7DC3-5049-E5A97A306D48}"/>
                  </a:ext>
                </a:extLst>
              </p:cNvPr>
              <p:cNvSpPr/>
              <p:nvPr/>
            </p:nvSpPr>
            <p:spPr>
              <a:xfrm rot="14823285" flipV="1">
                <a:off x="8315800" y="3522795"/>
                <a:ext cx="45719" cy="64306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4924B62B-CB72-6DDC-9717-E102EF379782}"/>
                </a:ext>
              </a:extLst>
            </p:cNvPr>
            <p:cNvGrpSpPr/>
            <p:nvPr/>
          </p:nvGrpSpPr>
          <p:grpSpPr>
            <a:xfrm rot="282048">
              <a:off x="8129192" y="3492757"/>
              <a:ext cx="159729" cy="146581"/>
              <a:chOff x="8315762" y="3475109"/>
              <a:chExt cx="211502" cy="218134"/>
            </a:xfrm>
          </p:grpSpPr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E64EDE95-9013-788A-DC9D-31E332EDCD8E}"/>
                  </a:ext>
                </a:extLst>
              </p:cNvPr>
              <p:cNvSpPr/>
              <p:nvPr/>
            </p:nvSpPr>
            <p:spPr>
              <a:xfrm>
                <a:off x="8315762" y="3475109"/>
                <a:ext cx="211502" cy="218134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99618 w 317445"/>
                  <a:gd name="connsiteY0" fmla="*/ 2695 h 194470"/>
                  <a:gd name="connsiteX1" fmla="*/ 157320 w 317445"/>
                  <a:gd name="connsiteY1" fmla="*/ 51866 h 194470"/>
                  <a:gd name="connsiteX2" fmla="*/ 317340 w 317445"/>
                  <a:gd name="connsiteY2" fmla="*/ 105206 h 194470"/>
                  <a:gd name="connsiteX3" fmla="*/ 180180 w 317445"/>
                  <a:gd name="connsiteY3" fmla="*/ 189026 h 194470"/>
                  <a:gd name="connsiteX4" fmla="*/ 73500 w 317445"/>
                  <a:gd name="connsiteY4" fmla="*/ 189026 h 194470"/>
                  <a:gd name="connsiteX5" fmla="*/ 289 w 317445"/>
                  <a:gd name="connsiteY5" fmla="*/ 137613 h 194470"/>
                  <a:gd name="connsiteX6" fmla="*/ 99618 w 317445"/>
                  <a:gd name="connsiteY6" fmla="*/ 2695 h 194470"/>
                  <a:gd name="connsiteX0" fmla="*/ 34680 w 252507"/>
                  <a:gd name="connsiteY0" fmla="*/ 3164 h 194939"/>
                  <a:gd name="connsiteX1" fmla="*/ 92382 w 252507"/>
                  <a:gd name="connsiteY1" fmla="*/ 52335 h 194939"/>
                  <a:gd name="connsiteX2" fmla="*/ 252402 w 252507"/>
                  <a:gd name="connsiteY2" fmla="*/ 105675 h 194939"/>
                  <a:gd name="connsiteX3" fmla="*/ 115242 w 252507"/>
                  <a:gd name="connsiteY3" fmla="*/ 189495 h 194939"/>
                  <a:gd name="connsiteX4" fmla="*/ 8562 w 252507"/>
                  <a:gd name="connsiteY4" fmla="*/ 189495 h 194939"/>
                  <a:gd name="connsiteX5" fmla="*/ 47622 w 252507"/>
                  <a:gd name="connsiteY5" fmla="*/ 147393 h 194939"/>
                  <a:gd name="connsiteX6" fmla="*/ 34680 w 252507"/>
                  <a:gd name="connsiteY6" fmla="*/ 3164 h 194939"/>
                  <a:gd name="connsiteX0" fmla="*/ 34680 w 253117"/>
                  <a:gd name="connsiteY0" fmla="*/ 3164 h 193311"/>
                  <a:gd name="connsiteX1" fmla="*/ 92382 w 253117"/>
                  <a:gd name="connsiteY1" fmla="*/ 52335 h 193311"/>
                  <a:gd name="connsiteX2" fmla="*/ 252402 w 253117"/>
                  <a:gd name="connsiteY2" fmla="*/ 105675 h 193311"/>
                  <a:gd name="connsiteX3" fmla="*/ 145410 w 253117"/>
                  <a:gd name="connsiteY3" fmla="*/ 187399 h 193311"/>
                  <a:gd name="connsiteX4" fmla="*/ 8562 w 253117"/>
                  <a:gd name="connsiteY4" fmla="*/ 189495 h 193311"/>
                  <a:gd name="connsiteX5" fmla="*/ 47622 w 253117"/>
                  <a:gd name="connsiteY5" fmla="*/ 147393 h 193311"/>
                  <a:gd name="connsiteX6" fmla="*/ 34680 w 253117"/>
                  <a:gd name="connsiteY6" fmla="*/ 3164 h 193311"/>
                  <a:gd name="connsiteX0" fmla="*/ 32050 w 250487"/>
                  <a:gd name="connsiteY0" fmla="*/ 2598 h 192745"/>
                  <a:gd name="connsiteX1" fmla="*/ 89752 w 250487"/>
                  <a:gd name="connsiteY1" fmla="*/ 51769 h 192745"/>
                  <a:gd name="connsiteX2" fmla="*/ 249772 w 250487"/>
                  <a:gd name="connsiteY2" fmla="*/ 105109 h 192745"/>
                  <a:gd name="connsiteX3" fmla="*/ 142780 w 250487"/>
                  <a:gd name="connsiteY3" fmla="*/ 186833 h 192745"/>
                  <a:gd name="connsiteX4" fmla="*/ 5932 w 250487"/>
                  <a:gd name="connsiteY4" fmla="*/ 188929 h 192745"/>
                  <a:gd name="connsiteX5" fmla="*/ 84388 w 250487"/>
                  <a:gd name="connsiteY5" fmla="*/ 135532 h 192745"/>
                  <a:gd name="connsiteX6" fmla="*/ 32050 w 250487"/>
                  <a:gd name="connsiteY6" fmla="*/ 2598 h 192745"/>
                  <a:gd name="connsiteX0" fmla="*/ 33089 w 251526"/>
                  <a:gd name="connsiteY0" fmla="*/ 2533 h 192680"/>
                  <a:gd name="connsiteX1" fmla="*/ 90791 w 251526"/>
                  <a:gd name="connsiteY1" fmla="*/ 51704 h 192680"/>
                  <a:gd name="connsiteX2" fmla="*/ 250811 w 251526"/>
                  <a:gd name="connsiteY2" fmla="*/ 105044 h 192680"/>
                  <a:gd name="connsiteX3" fmla="*/ 143819 w 251526"/>
                  <a:gd name="connsiteY3" fmla="*/ 186768 h 192680"/>
                  <a:gd name="connsiteX4" fmla="*/ 6971 w 251526"/>
                  <a:gd name="connsiteY4" fmla="*/ 188864 h 192680"/>
                  <a:gd name="connsiteX5" fmla="*/ 66313 w 251526"/>
                  <a:gd name="connsiteY5" fmla="*/ 134122 h 192680"/>
                  <a:gd name="connsiteX6" fmla="*/ 33089 w 251526"/>
                  <a:gd name="connsiteY6" fmla="*/ 2533 h 192680"/>
                  <a:gd name="connsiteX0" fmla="*/ 466 w 218777"/>
                  <a:gd name="connsiteY0" fmla="*/ 2533 h 253718"/>
                  <a:gd name="connsiteX1" fmla="*/ 58168 w 218777"/>
                  <a:gd name="connsiteY1" fmla="*/ 51704 h 253718"/>
                  <a:gd name="connsiteX2" fmla="*/ 218188 w 218777"/>
                  <a:gd name="connsiteY2" fmla="*/ 105044 h 253718"/>
                  <a:gd name="connsiteX3" fmla="*/ 111196 w 218777"/>
                  <a:gd name="connsiteY3" fmla="*/ 186768 h 253718"/>
                  <a:gd name="connsiteX4" fmla="*/ 81886 w 218777"/>
                  <a:gd name="connsiteY4" fmla="*/ 253589 h 253718"/>
                  <a:gd name="connsiteX5" fmla="*/ 33690 w 218777"/>
                  <a:gd name="connsiteY5" fmla="*/ 134122 h 253718"/>
                  <a:gd name="connsiteX6" fmla="*/ 466 w 218777"/>
                  <a:gd name="connsiteY6" fmla="*/ 2533 h 253718"/>
                  <a:gd name="connsiteX0" fmla="*/ 466 w 219922"/>
                  <a:gd name="connsiteY0" fmla="*/ 2533 h 253718"/>
                  <a:gd name="connsiteX1" fmla="*/ 58168 w 219922"/>
                  <a:gd name="connsiteY1" fmla="*/ 51704 h 253718"/>
                  <a:gd name="connsiteX2" fmla="*/ 218188 w 219922"/>
                  <a:gd name="connsiteY2" fmla="*/ 105044 h 253718"/>
                  <a:gd name="connsiteX3" fmla="*/ 139479 w 219922"/>
                  <a:gd name="connsiteY3" fmla="*/ 184803 h 253718"/>
                  <a:gd name="connsiteX4" fmla="*/ 81886 w 219922"/>
                  <a:gd name="connsiteY4" fmla="*/ 253589 h 253718"/>
                  <a:gd name="connsiteX5" fmla="*/ 33690 w 219922"/>
                  <a:gd name="connsiteY5" fmla="*/ 134122 h 253718"/>
                  <a:gd name="connsiteX6" fmla="*/ 466 w 219922"/>
                  <a:gd name="connsiteY6" fmla="*/ 2533 h 253718"/>
                  <a:gd name="connsiteX0" fmla="*/ 361 w 219819"/>
                  <a:gd name="connsiteY0" fmla="*/ 2533 h 255843"/>
                  <a:gd name="connsiteX1" fmla="*/ 58063 w 219819"/>
                  <a:gd name="connsiteY1" fmla="*/ 51704 h 255843"/>
                  <a:gd name="connsiteX2" fmla="*/ 218083 w 219819"/>
                  <a:gd name="connsiteY2" fmla="*/ 105044 h 255843"/>
                  <a:gd name="connsiteX3" fmla="*/ 139374 w 219819"/>
                  <a:gd name="connsiteY3" fmla="*/ 184803 h 255843"/>
                  <a:gd name="connsiteX4" fmla="*/ 81781 w 219819"/>
                  <a:gd name="connsiteY4" fmla="*/ 253589 h 255843"/>
                  <a:gd name="connsiteX5" fmla="*/ 33399 w 219819"/>
                  <a:gd name="connsiteY5" fmla="*/ 235087 h 255843"/>
                  <a:gd name="connsiteX6" fmla="*/ 33585 w 219819"/>
                  <a:gd name="connsiteY6" fmla="*/ 134122 h 255843"/>
                  <a:gd name="connsiteX7" fmla="*/ 361 w 219819"/>
                  <a:gd name="connsiteY7" fmla="*/ 2533 h 255843"/>
                  <a:gd name="connsiteX0" fmla="*/ 1400 w 220857"/>
                  <a:gd name="connsiteY0" fmla="*/ 2717 h 256027"/>
                  <a:gd name="connsiteX1" fmla="*/ 59102 w 220857"/>
                  <a:gd name="connsiteY1" fmla="*/ 51888 h 256027"/>
                  <a:gd name="connsiteX2" fmla="*/ 219122 w 220857"/>
                  <a:gd name="connsiteY2" fmla="*/ 105228 h 256027"/>
                  <a:gd name="connsiteX3" fmla="*/ 140413 w 220857"/>
                  <a:gd name="connsiteY3" fmla="*/ 184987 h 256027"/>
                  <a:gd name="connsiteX4" fmla="*/ 82820 w 220857"/>
                  <a:gd name="connsiteY4" fmla="*/ 253773 h 256027"/>
                  <a:gd name="connsiteX5" fmla="*/ 34438 w 220857"/>
                  <a:gd name="connsiteY5" fmla="*/ 235271 h 256027"/>
                  <a:gd name="connsiteX6" fmla="*/ 19170 w 220857"/>
                  <a:gd name="connsiteY6" fmla="*/ 138056 h 256027"/>
                  <a:gd name="connsiteX7" fmla="*/ 1400 w 220857"/>
                  <a:gd name="connsiteY7" fmla="*/ 2717 h 256027"/>
                  <a:gd name="connsiteX0" fmla="*/ 2404 w 209849"/>
                  <a:gd name="connsiteY0" fmla="*/ 4335 h 231738"/>
                  <a:gd name="connsiteX1" fmla="*/ 48094 w 209849"/>
                  <a:gd name="connsiteY1" fmla="*/ 27599 h 231738"/>
                  <a:gd name="connsiteX2" fmla="*/ 208114 w 209849"/>
                  <a:gd name="connsiteY2" fmla="*/ 80939 h 231738"/>
                  <a:gd name="connsiteX3" fmla="*/ 129405 w 209849"/>
                  <a:gd name="connsiteY3" fmla="*/ 160698 h 231738"/>
                  <a:gd name="connsiteX4" fmla="*/ 71812 w 209849"/>
                  <a:gd name="connsiteY4" fmla="*/ 229484 h 231738"/>
                  <a:gd name="connsiteX5" fmla="*/ 23430 w 209849"/>
                  <a:gd name="connsiteY5" fmla="*/ 210982 h 231738"/>
                  <a:gd name="connsiteX6" fmla="*/ 8162 w 209849"/>
                  <a:gd name="connsiteY6" fmla="*/ 113767 h 231738"/>
                  <a:gd name="connsiteX7" fmla="*/ 2404 w 209849"/>
                  <a:gd name="connsiteY7" fmla="*/ 4335 h 231738"/>
                  <a:gd name="connsiteX0" fmla="*/ 5857 w 211927"/>
                  <a:gd name="connsiteY0" fmla="*/ 3979 h 231382"/>
                  <a:gd name="connsiteX1" fmla="*/ 99200 w 211927"/>
                  <a:gd name="connsiteY1" fmla="*/ 29279 h 231382"/>
                  <a:gd name="connsiteX2" fmla="*/ 211567 w 211927"/>
                  <a:gd name="connsiteY2" fmla="*/ 80583 h 231382"/>
                  <a:gd name="connsiteX3" fmla="*/ 132858 w 211927"/>
                  <a:gd name="connsiteY3" fmla="*/ 160342 h 231382"/>
                  <a:gd name="connsiteX4" fmla="*/ 75265 w 211927"/>
                  <a:gd name="connsiteY4" fmla="*/ 229128 h 231382"/>
                  <a:gd name="connsiteX5" fmla="*/ 26883 w 211927"/>
                  <a:gd name="connsiteY5" fmla="*/ 210626 h 231382"/>
                  <a:gd name="connsiteX6" fmla="*/ 11615 w 211927"/>
                  <a:gd name="connsiteY6" fmla="*/ 113411 h 231382"/>
                  <a:gd name="connsiteX7" fmla="*/ 5857 w 211927"/>
                  <a:gd name="connsiteY7" fmla="*/ 3979 h 231382"/>
                  <a:gd name="connsiteX0" fmla="*/ 8552 w 214265"/>
                  <a:gd name="connsiteY0" fmla="*/ 6968 h 234371"/>
                  <a:gd name="connsiteX1" fmla="*/ 138572 w 214265"/>
                  <a:gd name="connsiteY1" fmla="*/ 19024 h 234371"/>
                  <a:gd name="connsiteX2" fmla="*/ 214262 w 214265"/>
                  <a:gd name="connsiteY2" fmla="*/ 83572 h 234371"/>
                  <a:gd name="connsiteX3" fmla="*/ 135553 w 214265"/>
                  <a:gd name="connsiteY3" fmla="*/ 163331 h 234371"/>
                  <a:gd name="connsiteX4" fmla="*/ 77960 w 214265"/>
                  <a:gd name="connsiteY4" fmla="*/ 232117 h 234371"/>
                  <a:gd name="connsiteX5" fmla="*/ 29578 w 214265"/>
                  <a:gd name="connsiteY5" fmla="*/ 213615 h 234371"/>
                  <a:gd name="connsiteX6" fmla="*/ 14310 w 214265"/>
                  <a:gd name="connsiteY6" fmla="*/ 116400 h 234371"/>
                  <a:gd name="connsiteX7" fmla="*/ 8552 w 214265"/>
                  <a:gd name="connsiteY7" fmla="*/ 6968 h 234371"/>
                  <a:gd name="connsiteX0" fmla="*/ 8552 w 225243"/>
                  <a:gd name="connsiteY0" fmla="*/ 7492 h 234895"/>
                  <a:gd name="connsiteX1" fmla="*/ 138572 w 225243"/>
                  <a:gd name="connsiteY1" fmla="*/ 19548 h 234895"/>
                  <a:gd name="connsiteX2" fmla="*/ 225240 w 225243"/>
                  <a:gd name="connsiteY2" fmla="*/ 99377 h 234895"/>
                  <a:gd name="connsiteX3" fmla="*/ 135553 w 225243"/>
                  <a:gd name="connsiteY3" fmla="*/ 163855 h 234895"/>
                  <a:gd name="connsiteX4" fmla="*/ 77960 w 225243"/>
                  <a:gd name="connsiteY4" fmla="*/ 232641 h 234895"/>
                  <a:gd name="connsiteX5" fmla="*/ 29578 w 225243"/>
                  <a:gd name="connsiteY5" fmla="*/ 214139 h 234895"/>
                  <a:gd name="connsiteX6" fmla="*/ 14310 w 225243"/>
                  <a:gd name="connsiteY6" fmla="*/ 116924 h 234895"/>
                  <a:gd name="connsiteX7" fmla="*/ 8552 w 225243"/>
                  <a:gd name="connsiteY7" fmla="*/ 7492 h 234895"/>
                  <a:gd name="connsiteX0" fmla="*/ 8148 w 224836"/>
                  <a:gd name="connsiteY0" fmla="*/ 5213 h 232616"/>
                  <a:gd name="connsiteX1" fmla="*/ 132659 w 224836"/>
                  <a:gd name="connsiteY1" fmla="*/ 25674 h 232616"/>
                  <a:gd name="connsiteX2" fmla="*/ 224836 w 224836"/>
                  <a:gd name="connsiteY2" fmla="*/ 97098 h 232616"/>
                  <a:gd name="connsiteX3" fmla="*/ 135149 w 224836"/>
                  <a:gd name="connsiteY3" fmla="*/ 161576 h 232616"/>
                  <a:gd name="connsiteX4" fmla="*/ 77556 w 224836"/>
                  <a:gd name="connsiteY4" fmla="*/ 230362 h 232616"/>
                  <a:gd name="connsiteX5" fmla="*/ 29174 w 224836"/>
                  <a:gd name="connsiteY5" fmla="*/ 211860 h 232616"/>
                  <a:gd name="connsiteX6" fmla="*/ 13906 w 224836"/>
                  <a:gd name="connsiteY6" fmla="*/ 114645 h 232616"/>
                  <a:gd name="connsiteX7" fmla="*/ 8148 w 224836"/>
                  <a:gd name="connsiteY7" fmla="*/ 5213 h 232616"/>
                  <a:gd name="connsiteX0" fmla="*/ 34591 w 211502"/>
                  <a:gd name="connsiteY0" fmla="*/ 9358 h 218134"/>
                  <a:gd name="connsiteX1" fmla="*/ 119324 w 211502"/>
                  <a:gd name="connsiteY1" fmla="*/ 11192 h 218134"/>
                  <a:gd name="connsiteX2" fmla="*/ 211501 w 211502"/>
                  <a:gd name="connsiteY2" fmla="*/ 82616 h 218134"/>
                  <a:gd name="connsiteX3" fmla="*/ 121814 w 211502"/>
                  <a:gd name="connsiteY3" fmla="*/ 147094 h 218134"/>
                  <a:gd name="connsiteX4" fmla="*/ 64221 w 211502"/>
                  <a:gd name="connsiteY4" fmla="*/ 215880 h 218134"/>
                  <a:gd name="connsiteX5" fmla="*/ 15839 w 211502"/>
                  <a:gd name="connsiteY5" fmla="*/ 197378 h 218134"/>
                  <a:gd name="connsiteX6" fmla="*/ 571 w 211502"/>
                  <a:gd name="connsiteY6" fmla="*/ 100163 h 218134"/>
                  <a:gd name="connsiteX7" fmla="*/ 34591 w 211502"/>
                  <a:gd name="connsiteY7" fmla="*/ 9358 h 218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1502" h="218134">
                    <a:moveTo>
                      <a:pt x="34591" y="9358"/>
                    </a:moveTo>
                    <a:cubicBezTo>
                      <a:pt x="54383" y="-5470"/>
                      <a:pt x="89839" y="-1018"/>
                      <a:pt x="119324" y="11192"/>
                    </a:cubicBezTo>
                    <a:cubicBezTo>
                      <a:pt x="148809" y="23402"/>
                      <a:pt x="211086" y="59966"/>
                      <a:pt x="211501" y="82616"/>
                    </a:cubicBezTo>
                    <a:cubicBezTo>
                      <a:pt x="211916" y="105266"/>
                      <a:pt x="146361" y="124883"/>
                      <a:pt x="121814" y="147094"/>
                    </a:cubicBezTo>
                    <a:cubicBezTo>
                      <a:pt x="97267" y="169305"/>
                      <a:pt x="79523" y="210338"/>
                      <a:pt x="64221" y="215880"/>
                    </a:cubicBezTo>
                    <a:cubicBezTo>
                      <a:pt x="48919" y="221423"/>
                      <a:pt x="23872" y="217289"/>
                      <a:pt x="15839" y="197378"/>
                    </a:cubicBezTo>
                    <a:cubicBezTo>
                      <a:pt x="7806" y="177467"/>
                      <a:pt x="-2554" y="131500"/>
                      <a:pt x="571" y="100163"/>
                    </a:cubicBezTo>
                    <a:cubicBezTo>
                      <a:pt x="3696" y="68826"/>
                      <a:pt x="14799" y="24186"/>
                      <a:pt x="34591" y="9358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" name="Oval 324">
                <a:extLst>
                  <a:ext uri="{FF2B5EF4-FFF2-40B4-BE49-F238E27FC236}">
                    <a16:creationId xmlns:a16="http://schemas.microsoft.com/office/drawing/2014/main" id="{03CFF988-A0C7-E2E3-A006-E7378F738708}"/>
                  </a:ext>
                </a:extLst>
              </p:cNvPr>
              <p:cNvSpPr/>
              <p:nvPr/>
            </p:nvSpPr>
            <p:spPr>
              <a:xfrm rot="10800000" flipV="1">
                <a:off x="8353414" y="354153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6" name="Group 325">
              <a:extLst>
                <a:ext uri="{FF2B5EF4-FFF2-40B4-BE49-F238E27FC236}">
                  <a16:creationId xmlns:a16="http://schemas.microsoft.com/office/drawing/2014/main" id="{CC1D76C1-86BC-7AF4-9A6E-FB887C5632EB}"/>
                </a:ext>
              </a:extLst>
            </p:cNvPr>
            <p:cNvGrpSpPr/>
            <p:nvPr/>
          </p:nvGrpSpPr>
          <p:grpSpPr>
            <a:xfrm rot="5400000" flipV="1">
              <a:off x="7966254" y="3236004"/>
              <a:ext cx="129670" cy="340837"/>
              <a:chOff x="10807527" y="2483356"/>
              <a:chExt cx="129670" cy="286722"/>
            </a:xfrm>
          </p:grpSpPr>
          <p:sp>
            <p:nvSpPr>
              <p:cNvPr id="327" name="Rectangle: Rounded Corners 326">
                <a:extLst>
                  <a:ext uri="{FF2B5EF4-FFF2-40B4-BE49-F238E27FC236}">
                    <a16:creationId xmlns:a16="http://schemas.microsoft.com/office/drawing/2014/main" id="{2EBBDD19-7EC3-3FD1-9B55-CDFFEF8F06F3}"/>
                  </a:ext>
                </a:extLst>
              </p:cNvPr>
              <p:cNvSpPr/>
              <p:nvPr/>
            </p:nvSpPr>
            <p:spPr>
              <a:xfrm rot="16200000">
                <a:off x="10729001" y="2561882"/>
                <a:ext cx="286722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" name="Oval 327">
                <a:extLst>
                  <a:ext uri="{FF2B5EF4-FFF2-40B4-BE49-F238E27FC236}">
                    <a16:creationId xmlns:a16="http://schemas.microsoft.com/office/drawing/2014/main" id="{1CBC0F0A-FD59-50F6-F442-EDF5F67FDC53}"/>
                  </a:ext>
                </a:extLst>
              </p:cNvPr>
              <p:cNvSpPr/>
              <p:nvPr/>
            </p:nvSpPr>
            <p:spPr>
              <a:xfrm rot="16200000">
                <a:off x="10841151" y="2590991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520A35BC-CD19-233E-1DE0-85E0A86CC803}"/>
                </a:ext>
              </a:extLst>
            </p:cNvPr>
            <p:cNvGrpSpPr/>
            <p:nvPr/>
          </p:nvGrpSpPr>
          <p:grpSpPr>
            <a:xfrm rot="5400000" flipV="1">
              <a:off x="8188990" y="3081809"/>
              <a:ext cx="129670" cy="362135"/>
              <a:chOff x="10807526" y="2483357"/>
              <a:chExt cx="129670" cy="304638"/>
            </a:xfrm>
          </p:grpSpPr>
          <p:sp>
            <p:nvSpPr>
              <p:cNvPr id="330" name="Rectangle: Rounded Corners 329">
                <a:extLst>
                  <a:ext uri="{FF2B5EF4-FFF2-40B4-BE49-F238E27FC236}">
                    <a16:creationId xmlns:a16="http://schemas.microsoft.com/office/drawing/2014/main" id="{6B9D5112-461E-39BA-643E-38235F9C7C7E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1" name="Oval 330">
                <a:extLst>
                  <a:ext uri="{FF2B5EF4-FFF2-40B4-BE49-F238E27FC236}">
                    <a16:creationId xmlns:a16="http://schemas.microsoft.com/office/drawing/2014/main" id="{44988F09-BEBC-707E-E3FD-FA5A51F8F1D2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F06B7964-1CE7-9136-878C-9D88669A20A2}"/>
                </a:ext>
              </a:extLst>
            </p:cNvPr>
            <p:cNvGrpSpPr/>
            <p:nvPr/>
          </p:nvGrpSpPr>
          <p:grpSpPr>
            <a:xfrm rot="5400000" flipV="1">
              <a:off x="8557973" y="3079637"/>
              <a:ext cx="129670" cy="362135"/>
              <a:chOff x="10807526" y="2483357"/>
              <a:chExt cx="129670" cy="304638"/>
            </a:xfrm>
          </p:grpSpPr>
          <p:sp>
            <p:nvSpPr>
              <p:cNvPr id="333" name="Rectangle: Rounded Corners 332">
                <a:extLst>
                  <a:ext uri="{FF2B5EF4-FFF2-40B4-BE49-F238E27FC236}">
                    <a16:creationId xmlns:a16="http://schemas.microsoft.com/office/drawing/2014/main" id="{EC0BBC36-91E1-A9C4-A376-17104FD25763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" name="Oval 333">
                <a:extLst>
                  <a:ext uri="{FF2B5EF4-FFF2-40B4-BE49-F238E27FC236}">
                    <a16:creationId xmlns:a16="http://schemas.microsoft.com/office/drawing/2014/main" id="{9E30747F-6AC3-81F4-4D4D-D44712BB61CD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5" name="Group 334">
              <a:extLst>
                <a:ext uri="{FF2B5EF4-FFF2-40B4-BE49-F238E27FC236}">
                  <a16:creationId xmlns:a16="http://schemas.microsoft.com/office/drawing/2014/main" id="{3A9762C8-0B4C-3363-3F97-F7CCB105FA5D}"/>
                </a:ext>
              </a:extLst>
            </p:cNvPr>
            <p:cNvGrpSpPr/>
            <p:nvPr/>
          </p:nvGrpSpPr>
          <p:grpSpPr>
            <a:xfrm rot="5400000" flipV="1">
              <a:off x="8326878" y="3223784"/>
              <a:ext cx="129670" cy="362135"/>
              <a:chOff x="10807526" y="2483357"/>
              <a:chExt cx="129670" cy="304638"/>
            </a:xfrm>
          </p:grpSpPr>
          <p:sp>
            <p:nvSpPr>
              <p:cNvPr id="336" name="Rectangle: Rounded Corners 335">
                <a:extLst>
                  <a:ext uri="{FF2B5EF4-FFF2-40B4-BE49-F238E27FC236}">
                    <a16:creationId xmlns:a16="http://schemas.microsoft.com/office/drawing/2014/main" id="{75568530-F442-2ECD-BF9C-37E8688DD581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7" name="Oval 336">
                <a:extLst>
                  <a:ext uri="{FF2B5EF4-FFF2-40B4-BE49-F238E27FC236}">
                    <a16:creationId xmlns:a16="http://schemas.microsoft.com/office/drawing/2014/main" id="{414E00BC-809F-EFB4-18B8-31F4310E9C68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8" name="Group 337">
              <a:extLst>
                <a:ext uri="{FF2B5EF4-FFF2-40B4-BE49-F238E27FC236}">
                  <a16:creationId xmlns:a16="http://schemas.microsoft.com/office/drawing/2014/main" id="{CF1BA482-8563-A252-C7CA-870280E8B57E}"/>
                </a:ext>
              </a:extLst>
            </p:cNvPr>
            <p:cNvGrpSpPr/>
            <p:nvPr/>
          </p:nvGrpSpPr>
          <p:grpSpPr>
            <a:xfrm rot="5400000" flipV="1">
              <a:off x="8698528" y="3219805"/>
              <a:ext cx="129670" cy="362135"/>
              <a:chOff x="10807526" y="2483357"/>
              <a:chExt cx="129670" cy="304638"/>
            </a:xfrm>
          </p:grpSpPr>
          <p:sp>
            <p:nvSpPr>
              <p:cNvPr id="339" name="Rectangle: Rounded Corners 338">
                <a:extLst>
                  <a:ext uri="{FF2B5EF4-FFF2-40B4-BE49-F238E27FC236}">
                    <a16:creationId xmlns:a16="http://schemas.microsoft.com/office/drawing/2014/main" id="{390B9B3B-8802-C23D-D78F-D9C499BAF235}"/>
                  </a:ext>
                </a:extLst>
              </p:cNvPr>
              <p:cNvSpPr/>
              <p:nvPr/>
            </p:nvSpPr>
            <p:spPr>
              <a:xfrm rot="16200000">
                <a:off x="10720042" y="2570841"/>
                <a:ext cx="304638" cy="129670"/>
              </a:xfrm>
              <a:prstGeom prst="roundRect">
                <a:avLst/>
              </a:prstGeom>
              <a:solidFill>
                <a:srgbClr val="FCE5EA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" name="Oval 339">
                <a:extLst>
                  <a:ext uri="{FF2B5EF4-FFF2-40B4-BE49-F238E27FC236}">
                    <a16:creationId xmlns:a16="http://schemas.microsoft.com/office/drawing/2014/main" id="{939D73BE-5AE1-E954-CD98-E2F84E897C5B}"/>
                  </a:ext>
                </a:extLst>
              </p:cNvPr>
              <p:cNvSpPr/>
              <p:nvPr/>
            </p:nvSpPr>
            <p:spPr>
              <a:xfrm rot="16200000">
                <a:off x="10839298" y="2606439"/>
                <a:ext cx="59603" cy="51852"/>
              </a:xfrm>
              <a:prstGeom prst="ellipse">
                <a:avLst/>
              </a:prstGeom>
              <a:solidFill>
                <a:srgbClr val="CA4E4D"/>
              </a:solidFill>
              <a:ln>
                <a:solidFill>
                  <a:srgbClr val="CA4E4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4" name="Group 343">
              <a:extLst>
                <a:ext uri="{FF2B5EF4-FFF2-40B4-BE49-F238E27FC236}">
                  <a16:creationId xmlns:a16="http://schemas.microsoft.com/office/drawing/2014/main" id="{396C1868-798F-4A53-3AF6-C88722FB11DF}"/>
                </a:ext>
              </a:extLst>
            </p:cNvPr>
            <p:cNvGrpSpPr/>
            <p:nvPr/>
          </p:nvGrpSpPr>
          <p:grpSpPr>
            <a:xfrm>
              <a:off x="7840873" y="3620205"/>
              <a:ext cx="286279" cy="109302"/>
              <a:chOff x="8159485" y="3489939"/>
              <a:chExt cx="344540" cy="142625"/>
            </a:xfrm>
          </p:grpSpPr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C2E7EB3C-F6C9-19DD-E104-C88D827846E8}"/>
                  </a:ext>
                </a:extLst>
              </p:cNvPr>
              <p:cNvSpPr/>
              <p:nvPr/>
            </p:nvSpPr>
            <p:spPr>
              <a:xfrm>
                <a:off x="8159485" y="3489939"/>
                <a:ext cx="344540" cy="142625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0589 w 344540"/>
                  <a:gd name="connsiteY0" fmla="*/ 47646 h 142625"/>
                  <a:gd name="connsiteX1" fmla="*/ 184415 w 344540"/>
                  <a:gd name="connsiteY1" fmla="*/ 21 h 142625"/>
                  <a:gd name="connsiteX2" fmla="*/ 344435 w 344540"/>
                  <a:gd name="connsiteY2" fmla="*/ 53361 h 142625"/>
                  <a:gd name="connsiteX3" fmla="*/ 207275 w 344540"/>
                  <a:gd name="connsiteY3" fmla="*/ 137181 h 142625"/>
                  <a:gd name="connsiteX4" fmla="*/ 100595 w 344540"/>
                  <a:gd name="connsiteY4" fmla="*/ 137181 h 142625"/>
                  <a:gd name="connsiteX5" fmla="*/ 1535 w 344540"/>
                  <a:gd name="connsiteY5" fmla="*/ 99081 h 142625"/>
                  <a:gd name="connsiteX6" fmla="*/ 50589 w 344540"/>
                  <a:gd name="connsiteY6" fmla="*/ 47646 h 142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44540" h="142625">
                    <a:moveTo>
                      <a:pt x="50589" y="47646"/>
                    </a:moveTo>
                    <a:cubicBezTo>
                      <a:pt x="81069" y="31136"/>
                      <a:pt x="135441" y="-931"/>
                      <a:pt x="184415" y="21"/>
                    </a:cubicBezTo>
                    <a:cubicBezTo>
                      <a:pt x="233389" y="973"/>
                      <a:pt x="340625" y="30501"/>
                      <a:pt x="344435" y="53361"/>
                    </a:cubicBezTo>
                    <a:cubicBezTo>
                      <a:pt x="348245" y="76221"/>
                      <a:pt x="247915" y="123211"/>
                      <a:pt x="207275" y="137181"/>
                    </a:cubicBezTo>
                    <a:cubicBezTo>
                      <a:pt x="166635" y="151151"/>
                      <a:pt x="132345" y="133371"/>
                      <a:pt x="100595" y="137181"/>
                    </a:cubicBezTo>
                    <a:cubicBezTo>
                      <a:pt x="68845" y="140991"/>
                      <a:pt x="9869" y="114004"/>
                      <a:pt x="1535" y="99081"/>
                    </a:cubicBezTo>
                    <a:cubicBezTo>
                      <a:pt x="-6799" y="84159"/>
                      <a:pt x="20109" y="64156"/>
                      <a:pt x="50589" y="47646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6" name="Oval 345">
                <a:extLst>
                  <a:ext uri="{FF2B5EF4-FFF2-40B4-BE49-F238E27FC236}">
                    <a16:creationId xmlns:a16="http://schemas.microsoft.com/office/drawing/2014/main" id="{34C67FA9-2D72-5D3D-2C38-F068E782A241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7" name="Group 346">
              <a:extLst>
                <a:ext uri="{FF2B5EF4-FFF2-40B4-BE49-F238E27FC236}">
                  <a16:creationId xmlns:a16="http://schemas.microsoft.com/office/drawing/2014/main" id="{334C9108-C724-B718-7BC2-C8E78DB2494D}"/>
                </a:ext>
              </a:extLst>
            </p:cNvPr>
            <p:cNvGrpSpPr/>
            <p:nvPr/>
          </p:nvGrpSpPr>
          <p:grpSpPr>
            <a:xfrm rot="18936370">
              <a:off x="7969820" y="3735720"/>
              <a:ext cx="164705" cy="124141"/>
              <a:chOff x="8204670" y="3453930"/>
              <a:chExt cx="218093" cy="184740"/>
            </a:xfrm>
          </p:grpSpPr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B474FC55-1B06-1B9D-48B9-B99A342D2FBF}"/>
                  </a:ext>
                </a:extLst>
              </p:cNvPr>
              <p:cNvSpPr/>
              <p:nvPr/>
            </p:nvSpPr>
            <p:spPr>
              <a:xfrm>
                <a:off x="8204670" y="3453930"/>
                <a:ext cx="218093" cy="184740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340 w 319612"/>
                  <a:gd name="connsiteY0" fmla="*/ 84653 h 177343"/>
                  <a:gd name="connsiteX1" fmla="*/ 150525 w 319612"/>
                  <a:gd name="connsiteY1" fmla="*/ 3 h 177343"/>
                  <a:gd name="connsiteX2" fmla="*/ 319414 w 319612"/>
                  <a:gd name="connsiteY2" fmla="*/ 88079 h 177343"/>
                  <a:gd name="connsiteX3" fmla="*/ 182254 w 319612"/>
                  <a:gd name="connsiteY3" fmla="*/ 171899 h 177343"/>
                  <a:gd name="connsiteX4" fmla="*/ 75574 w 319612"/>
                  <a:gd name="connsiteY4" fmla="*/ 171899 h 177343"/>
                  <a:gd name="connsiteX5" fmla="*/ 2363 w 319612"/>
                  <a:gd name="connsiteY5" fmla="*/ 120486 h 177343"/>
                  <a:gd name="connsiteX6" fmla="*/ 30340 w 319612"/>
                  <a:gd name="connsiteY6" fmla="*/ 84653 h 177343"/>
                  <a:gd name="connsiteX0" fmla="*/ 28264 w 320120"/>
                  <a:gd name="connsiteY0" fmla="*/ 50102 h 178109"/>
                  <a:gd name="connsiteX1" fmla="*/ 151033 w 320120"/>
                  <a:gd name="connsiteY1" fmla="*/ 769 h 178109"/>
                  <a:gd name="connsiteX2" fmla="*/ 319922 w 320120"/>
                  <a:gd name="connsiteY2" fmla="*/ 88845 h 178109"/>
                  <a:gd name="connsiteX3" fmla="*/ 182762 w 320120"/>
                  <a:gd name="connsiteY3" fmla="*/ 172665 h 178109"/>
                  <a:gd name="connsiteX4" fmla="*/ 76082 w 320120"/>
                  <a:gd name="connsiteY4" fmla="*/ 172665 h 178109"/>
                  <a:gd name="connsiteX5" fmla="*/ 2871 w 320120"/>
                  <a:gd name="connsiteY5" fmla="*/ 121252 h 178109"/>
                  <a:gd name="connsiteX6" fmla="*/ 28264 w 320120"/>
                  <a:gd name="connsiteY6" fmla="*/ 50102 h 178109"/>
                  <a:gd name="connsiteX0" fmla="*/ 7590 w 299446"/>
                  <a:gd name="connsiteY0" fmla="*/ 50304 h 184416"/>
                  <a:gd name="connsiteX1" fmla="*/ 130359 w 299446"/>
                  <a:gd name="connsiteY1" fmla="*/ 971 h 184416"/>
                  <a:gd name="connsiteX2" fmla="*/ 299248 w 299446"/>
                  <a:gd name="connsiteY2" fmla="*/ 89047 h 184416"/>
                  <a:gd name="connsiteX3" fmla="*/ 162088 w 299446"/>
                  <a:gd name="connsiteY3" fmla="*/ 172867 h 184416"/>
                  <a:gd name="connsiteX4" fmla="*/ 55408 w 299446"/>
                  <a:gd name="connsiteY4" fmla="*/ 172867 h 184416"/>
                  <a:gd name="connsiteX5" fmla="*/ 17757 w 299446"/>
                  <a:gd name="connsiteY5" fmla="*/ 175056 h 184416"/>
                  <a:gd name="connsiteX6" fmla="*/ 7590 w 299446"/>
                  <a:gd name="connsiteY6" fmla="*/ 50304 h 184416"/>
                  <a:gd name="connsiteX0" fmla="*/ 7590 w 218093"/>
                  <a:gd name="connsiteY0" fmla="*/ 50628 h 184740"/>
                  <a:gd name="connsiteX1" fmla="*/ 130359 w 218093"/>
                  <a:gd name="connsiteY1" fmla="*/ 1295 h 184740"/>
                  <a:gd name="connsiteX2" fmla="*/ 217541 w 218093"/>
                  <a:gd name="connsiteY2" fmla="*/ 96921 h 184740"/>
                  <a:gd name="connsiteX3" fmla="*/ 162088 w 218093"/>
                  <a:gd name="connsiteY3" fmla="*/ 173191 h 184740"/>
                  <a:gd name="connsiteX4" fmla="*/ 55408 w 218093"/>
                  <a:gd name="connsiteY4" fmla="*/ 173191 h 184740"/>
                  <a:gd name="connsiteX5" fmla="*/ 17757 w 218093"/>
                  <a:gd name="connsiteY5" fmla="*/ 175380 h 184740"/>
                  <a:gd name="connsiteX6" fmla="*/ 7590 w 218093"/>
                  <a:gd name="connsiteY6" fmla="*/ 50628 h 184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8093" h="184740">
                    <a:moveTo>
                      <a:pt x="7590" y="50628"/>
                    </a:moveTo>
                    <a:cubicBezTo>
                      <a:pt x="26357" y="21614"/>
                      <a:pt x="95367" y="-6420"/>
                      <a:pt x="130359" y="1295"/>
                    </a:cubicBezTo>
                    <a:cubicBezTo>
                      <a:pt x="165351" y="9010"/>
                      <a:pt x="212253" y="68272"/>
                      <a:pt x="217541" y="96921"/>
                    </a:cubicBezTo>
                    <a:cubicBezTo>
                      <a:pt x="222829" y="125570"/>
                      <a:pt x="189110" y="160479"/>
                      <a:pt x="162088" y="173191"/>
                    </a:cubicBezTo>
                    <a:cubicBezTo>
                      <a:pt x="135066" y="185903"/>
                      <a:pt x="87158" y="169381"/>
                      <a:pt x="55408" y="173191"/>
                    </a:cubicBezTo>
                    <a:cubicBezTo>
                      <a:pt x="23658" y="177001"/>
                      <a:pt x="25727" y="195807"/>
                      <a:pt x="17757" y="175380"/>
                    </a:cubicBezTo>
                    <a:cubicBezTo>
                      <a:pt x="9787" y="154953"/>
                      <a:pt x="-11177" y="79642"/>
                      <a:pt x="7590" y="50628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9" name="Oval 348">
                <a:extLst>
                  <a:ext uri="{FF2B5EF4-FFF2-40B4-BE49-F238E27FC236}">
                    <a16:creationId xmlns:a16="http://schemas.microsoft.com/office/drawing/2014/main" id="{A27B4A46-64FF-82EB-E410-D0644B8E905E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0" name="Group 349">
              <a:extLst>
                <a:ext uri="{FF2B5EF4-FFF2-40B4-BE49-F238E27FC236}">
                  <a16:creationId xmlns:a16="http://schemas.microsoft.com/office/drawing/2014/main" id="{DE29E15D-8488-E00C-1292-87E8CA407C7C}"/>
                </a:ext>
              </a:extLst>
            </p:cNvPr>
            <p:cNvGrpSpPr/>
            <p:nvPr/>
          </p:nvGrpSpPr>
          <p:grpSpPr>
            <a:xfrm rot="20797205">
              <a:off x="7977194" y="3491329"/>
              <a:ext cx="141969" cy="120585"/>
              <a:chOff x="8234776" y="3448673"/>
              <a:chExt cx="187988" cy="179448"/>
            </a:xfrm>
          </p:grpSpPr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6C0CBDC3-E998-6615-0096-874C2F6AB8FE}"/>
                  </a:ext>
                </a:extLst>
              </p:cNvPr>
              <p:cNvSpPr/>
              <p:nvPr/>
            </p:nvSpPr>
            <p:spPr>
              <a:xfrm>
                <a:off x="8234776" y="3448673"/>
                <a:ext cx="187988" cy="179448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340 w 319612"/>
                  <a:gd name="connsiteY0" fmla="*/ 84653 h 177343"/>
                  <a:gd name="connsiteX1" fmla="*/ 150525 w 319612"/>
                  <a:gd name="connsiteY1" fmla="*/ 3 h 177343"/>
                  <a:gd name="connsiteX2" fmla="*/ 319414 w 319612"/>
                  <a:gd name="connsiteY2" fmla="*/ 88079 h 177343"/>
                  <a:gd name="connsiteX3" fmla="*/ 182254 w 319612"/>
                  <a:gd name="connsiteY3" fmla="*/ 171899 h 177343"/>
                  <a:gd name="connsiteX4" fmla="*/ 75574 w 319612"/>
                  <a:gd name="connsiteY4" fmla="*/ 171899 h 177343"/>
                  <a:gd name="connsiteX5" fmla="*/ 2363 w 319612"/>
                  <a:gd name="connsiteY5" fmla="*/ 120486 h 177343"/>
                  <a:gd name="connsiteX6" fmla="*/ 30340 w 319612"/>
                  <a:gd name="connsiteY6" fmla="*/ 84653 h 177343"/>
                  <a:gd name="connsiteX0" fmla="*/ 28264 w 320120"/>
                  <a:gd name="connsiteY0" fmla="*/ 50102 h 178109"/>
                  <a:gd name="connsiteX1" fmla="*/ 151033 w 320120"/>
                  <a:gd name="connsiteY1" fmla="*/ 769 h 178109"/>
                  <a:gd name="connsiteX2" fmla="*/ 319922 w 320120"/>
                  <a:gd name="connsiteY2" fmla="*/ 88845 h 178109"/>
                  <a:gd name="connsiteX3" fmla="*/ 182762 w 320120"/>
                  <a:gd name="connsiteY3" fmla="*/ 172665 h 178109"/>
                  <a:gd name="connsiteX4" fmla="*/ 76082 w 320120"/>
                  <a:gd name="connsiteY4" fmla="*/ 172665 h 178109"/>
                  <a:gd name="connsiteX5" fmla="*/ 2871 w 320120"/>
                  <a:gd name="connsiteY5" fmla="*/ 121252 h 178109"/>
                  <a:gd name="connsiteX6" fmla="*/ 28264 w 320120"/>
                  <a:gd name="connsiteY6" fmla="*/ 50102 h 178109"/>
                  <a:gd name="connsiteX0" fmla="*/ 7590 w 299446"/>
                  <a:gd name="connsiteY0" fmla="*/ 50304 h 184416"/>
                  <a:gd name="connsiteX1" fmla="*/ 130359 w 299446"/>
                  <a:gd name="connsiteY1" fmla="*/ 971 h 184416"/>
                  <a:gd name="connsiteX2" fmla="*/ 299248 w 299446"/>
                  <a:gd name="connsiteY2" fmla="*/ 89047 h 184416"/>
                  <a:gd name="connsiteX3" fmla="*/ 162088 w 299446"/>
                  <a:gd name="connsiteY3" fmla="*/ 172867 h 184416"/>
                  <a:gd name="connsiteX4" fmla="*/ 55408 w 299446"/>
                  <a:gd name="connsiteY4" fmla="*/ 172867 h 184416"/>
                  <a:gd name="connsiteX5" fmla="*/ 17757 w 299446"/>
                  <a:gd name="connsiteY5" fmla="*/ 175056 h 184416"/>
                  <a:gd name="connsiteX6" fmla="*/ 7590 w 299446"/>
                  <a:gd name="connsiteY6" fmla="*/ 50304 h 184416"/>
                  <a:gd name="connsiteX0" fmla="*/ 7590 w 218093"/>
                  <a:gd name="connsiteY0" fmla="*/ 50628 h 184740"/>
                  <a:gd name="connsiteX1" fmla="*/ 130359 w 218093"/>
                  <a:gd name="connsiteY1" fmla="*/ 1295 h 184740"/>
                  <a:gd name="connsiteX2" fmla="*/ 217541 w 218093"/>
                  <a:gd name="connsiteY2" fmla="*/ 96921 h 184740"/>
                  <a:gd name="connsiteX3" fmla="*/ 162088 w 218093"/>
                  <a:gd name="connsiteY3" fmla="*/ 173191 h 184740"/>
                  <a:gd name="connsiteX4" fmla="*/ 55408 w 218093"/>
                  <a:gd name="connsiteY4" fmla="*/ 173191 h 184740"/>
                  <a:gd name="connsiteX5" fmla="*/ 17757 w 218093"/>
                  <a:gd name="connsiteY5" fmla="*/ 175380 h 184740"/>
                  <a:gd name="connsiteX6" fmla="*/ 7590 w 218093"/>
                  <a:gd name="connsiteY6" fmla="*/ 50628 h 184740"/>
                  <a:gd name="connsiteX0" fmla="*/ 5812 w 216315"/>
                  <a:gd name="connsiteY0" fmla="*/ 50455 h 177911"/>
                  <a:gd name="connsiteX1" fmla="*/ 128581 w 216315"/>
                  <a:gd name="connsiteY1" fmla="*/ 1122 h 177911"/>
                  <a:gd name="connsiteX2" fmla="*/ 215763 w 216315"/>
                  <a:gd name="connsiteY2" fmla="*/ 96748 h 177911"/>
                  <a:gd name="connsiteX3" fmla="*/ 160310 w 216315"/>
                  <a:gd name="connsiteY3" fmla="*/ 173018 h 177911"/>
                  <a:gd name="connsiteX4" fmla="*/ 53630 w 216315"/>
                  <a:gd name="connsiteY4" fmla="*/ 173018 h 177911"/>
                  <a:gd name="connsiteX5" fmla="*/ 23275 w 216315"/>
                  <a:gd name="connsiteY5" fmla="*/ 140730 h 177911"/>
                  <a:gd name="connsiteX6" fmla="*/ 5812 w 216315"/>
                  <a:gd name="connsiteY6" fmla="*/ 50455 h 177911"/>
                  <a:gd name="connsiteX0" fmla="*/ 12853 w 196196"/>
                  <a:gd name="connsiteY0" fmla="*/ 21012 h 184917"/>
                  <a:gd name="connsiteX1" fmla="*/ 108462 w 196196"/>
                  <a:gd name="connsiteY1" fmla="*/ 8130 h 184917"/>
                  <a:gd name="connsiteX2" fmla="*/ 195644 w 196196"/>
                  <a:gd name="connsiteY2" fmla="*/ 103756 h 184917"/>
                  <a:gd name="connsiteX3" fmla="*/ 140191 w 196196"/>
                  <a:gd name="connsiteY3" fmla="*/ 180026 h 184917"/>
                  <a:gd name="connsiteX4" fmla="*/ 33511 w 196196"/>
                  <a:gd name="connsiteY4" fmla="*/ 180026 h 184917"/>
                  <a:gd name="connsiteX5" fmla="*/ 3156 w 196196"/>
                  <a:gd name="connsiteY5" fmla="*/ 147738 h 184917"/>
                  <a:gd name="connsiteX6" fmla="*/ 12853 w 196196"/>
                  <a:gd name="connsiteY6" fmla="*/ 21012 h 184917"/>
                  <a:gd name="connsiteX0" fmla="*/ 4650 w 187993"/>
                  <a:gd name="connsiteY0" fmla="*/ 19432 h 183338"/>
                  <a:gd name="connsiteX1" fmla="*/ 100259 w 187993"/>
                  <a:gd name="connsiteY1" fmla="*/ 6550 h 183338"/>
                  <a:gd name="connsiteX2" fmla="*/ 187441 w 187993"/>
                  <a:gd name="connsiteY2" fmla="*/ 102176 h 183338"/>
                  <a:gd name="connsiteX3" fmla="*/ 131988 w 187993"/>
                  <a:gd name="connsiteY3" fmla="*/ 178446 h 183338"/>
                  <a:gd name="connsiteX4" fmla="*/ 25308 w 187993"/>
                  <a:gd name="connsiteY4" fmla="*/ 178446 h 183338"/>
                  <a:gd name="connsiteX5" fmla="*/ 15978 w 187993"/>
                  <a:gd name="connsiteY5" fmla="*/ 108069 h 183338"/>
                  <a:gd name="connsiteX6" fmla="*/ 4650 w 187993"/>
                  <a:gd name="connsiteY6" fmla="*/ 19432 h 183338"/>
                  <a:gd name="connsiteX0" fmla="*/ 4643 w 187988"/>
                  <a:gd name="connsiteY0" fmla="*/ 19432 h 179448"/>
                  <a:gd name="connsiteX1" fmla="*/ 100252 w 187988"/>
                  <a:gd name="connsiteY1" fmla="*/ 6550 h 179448"/>
                  <a:gd name="connsiteX2" fmla="*/ 187434 w 187988"/>
                  <a:gd name="connsiteY2" fmla="*/ 102176 h 179448"/>
                  <a:gd name="connsiteX3" fmla="*/ 131981 w 187988"/>
                  <a:gd name="connsiteY3" fmla="*/ 178446 h 179448"/>
                  <a:gd name="connsiteX4" fmla="*/ 25004 w 187988"/>
                  <a:gd name="connsiteY4" fmla="*/ 149227 h 179448"/>
                  <a:gd name="connsiteX5" fmla="*/ 15971 w 187988"/>
                  <a:gd name="connsiteY5" fmla="*/ 108069 h 179448"/>
                  <a:gd name="connsiteX6" fmla="*/ 4643 w 187988"/>
                  <a:gd name="connsiteY6" fmla="*/ 19432 h 179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7988" h="179448">
                    <a:moveTo>
                      <a:pt x="4643" y="19432"/>
                    </a:moveTo>
                    <a:cubicBezTo>
                      <a:pt x="18690" y="2512"/>
                      <a:pt x="69787" y="-7241"/>
                      <a:pt x="100252" y="6550"/>
                    </a:cubicBezTo>
                    <a:cubicBezTo>
                      <a:pt x="130717" y="20341"/>
                      <a:pt x="182146" y="73527"/>
                      <a:pt x="187434" y="102176"/>
                    </a:cubicBezTo>
                    <a:cubicBezTo>
                      <a:pt x="192722" y="130825"/>
                      <a:pt x="159053" y="170604"/>
                      <a:pt x="131981" y="178446"/>
                    </a:cubicBezTo>
                    <a:cubicBezTo>
                      <a:pt x="104909" y="186288"/>
                      <a:pt x="56754" y="145417"/>
                      <a:pt x="25004" y="149227"/>
                    </a:cubicBezTo>
                    <a:cubicBezTo>
                      <a:pt x="-6746" y="153037"/>
                      <a:pt x="19364" y="129701"/>
                      <a:pt x="15971" y="108069"/>
                    </a:cubicBezTo>
                    <a:cubicBezTo>
                      <a:pt x="12578" y="86437"/>
                      <a:pt x="-9404" y="36352"/>
                      <a:pt x="4643" y="19432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2" name="Oval 351">
                <a:extLst>
                  <a:ext uri="{FF2B5EF4-FFF2-40B4-BE49-F238E27FC236}">
                    <a16:creationId xmlns:a16="http://schemas.microsoft.com/office/drawing/2014/main" id="{60CF8D2F-3B83-5A32-EB23-ED1A0B549F50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F6CECEE6-7CEC-4460-F9A0-1540485E1229}"/>
                </a:ext>
              </a:extLst>
            </p:cNvPr>
            <p:cNvGrpSpPr/>
            <p:nvPr/>
          </p:nvGrpSpPr>
          <p:grpSpPr>
            <a:xfrm rot="282048">
              <a:off x="8967292" y="3212025"/>
              <a:ext cx="311000" cy="206062"/>
              <a:chOff x="8184342" y="3489954"/>
              <a:chExt cx="319681" cy="142611"/>
            </a:xfrm>
          </p:grpSpPr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2D83C2E4-F26A-19B0-21D2-05B603C70DD9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5" name="Oval 354">
                <a:extLst>
                  <a:ext uri="{FF2B5EF4-FFF2-40B4-BE49-F238E27FC236}">
                    <a16:creationId xmlns:a16="http://schemas.microsoft.com/office/drawing/2014/main" id="{BBA2B15F-D535-12F3-0AAD-889D04DDB5B5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6" name="Group 355">
              <a:extLst>
                <a:ext uri="{FF2B5EF4-FFF2-40B4-BE49-F238E27FC236}">
                  <a16:creationId xmlns:a16="http://schemas.microsoft.com/office/drawing/2014/main" id="{8C38656B-A6C3-1AF3-91FE-51A56B01FB6B}"/>
                </a:ext>
              </a:extLst>
            </p:cNvPr>
            <p:cNvGrpSpPr/>
            <p:nvPr/>
          </p:nvGrpSpPr>
          <p:grpSpPr>
            <a:xfrm rot="13700871">
              <a:off x="8941702" y="3444226"/>
              <a:ext cx="296254" cy="223654"/>
              <a:chOff x="8183792" y="3488711"/>
              <a:chExt cx="304524" cy="154786"/>
            </a:xfrm>
          </p:grpSpPr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D1F1FCC3-7662-0145-9BBB-4AB9EE3A718F}"/>
                  </a:ext>
                </a:extLst>
              </p:cNvPr>
              <p:cNvSpPr/>
              <p:nvPr/>
            </p:nvSpPr>
            <p:spPr>
              <a:xfrm>
                <a:off x="8183792" y="3488711"/>
                <a:ext cx="304524" cy="154786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19591"/>
                  <a:gd name="connsiteY0" fmla="*/ 49921 h 154665"/>
                  <a:gd name="connsiteX1" fmla="*/ 159556 w 319591"/>
                  <a:gd name="connsiteY1" fmla="*/ 7 h 154665"/>
                  <a:gd name="connsiteX2" fmla="*/ 319576 w 319591"/>
                  <a:gd name="connsiteY2" fmla="*/ 53347 h 154665"/>
                  <a:gd name="connsiteX3" fmla="*/ 168774 w 319591"/>
                  <a:gd name="connsiteY3" fmla="*/ 151087 h 154665"/>
                  <a:gd name="connsiteX4" fmla="*/ 75736 w 319591"/>
                  <a:gd name="connsiteY4" fmla="*/ 137167 h 154665"/>
                  <a:gd name="connsiteX5" fmla="*/ 2525 w 319591"/>
                  <a:gd name="connsiteY5" fmla="*/ 85754 h 154665"/>
                  <a:gd name="connsiteX6" fmla="*/ 30502 w 319591"/>
                  <a:gd name="connsiteY6" fmla="*/ 49921 h 154665"/>
                  <a:gd name="connsiteX0" fmla="*/ 30502 w 303927"/>
                  <a:gd name="connsiteY0" fmla="*/ 50163 h 153786"/>
                  <a:gd name="connsiteX1" fmla="*/ 159556 w 303927"/>
                  <a:gd name="connsiteY1" fmla="*/ 249 h 153786"/>
                  <a:gd name="connsiteX2" fmla="*/ 303910 w 303927"/>
                  <a:gd name="connsiteY2" fmla="*/ 72603 h 153786"/>
                  <a:gd name="connsiteX3" fmla="*/ 168774 w 303927"/>
                  <a:gd name="connsiteY3" fmla="*/ 151329 h 153786"/>
                  <a:gd name="connsiteX4" fmla="*/ 75736 w 303927"/>
                  <a:gd name="connsiteY4" fmla="*/ 137409 h 153786"/>
                  <a:gd name="connsiteX5" fmla="*/ 2525 w 303927"/>
                  <a:gd name="connsiteY5" fmla="*/ 85996 h 153786"/>
                  <a:gd name="connsiteX6" fmla="*/ 30502 w 303927"/>
                  <a:gd name="connsiteY6" fmla="*/ 50163 h 153786"/>
                  <a:gd name="connsiteX0" fmla="*/ 31053 w 304524"/>
                  <a:gd name="connsiteY0" fmla="*/ 51163 h 154786"/>
                  <a:gd name="connsiteX1" fmla="*/ 184832 w 304524"/>
                  <a:gd name="connsiteY1" fmla="*/ 244 h 154786"/>
                  <a:gd name="connsiteX2" fmla="*/ 304461 w 304524"/>
                  <a:gd name="connsiteY2" fmla="*/ 73603 h 154786"/>
                  <a:gd name="connsiteX3" fmla="*/ 169325 w 304524"/>
                  <a:gd name="connsiteY3" fmla="*/ 152329 h 154786"/>
                  <a:gd name="connsiteX4" fmla="*/ 76287 w 304524"/>
                  <a:gd name="connsiteY4" fmla="*/ 138409 h 154786"/>
                  <a:gd name="connsiteX5" fmla="*/ 3076 w 304524"/>
                  <a:gd name="connsiteY5" fmla="*/ 86996 h 154786"/>
                  <a:gd name="connsiteX6" fmla="*/ 31053 w 304524"/>
                  <a:gd name="connsiteY6" fmla="*/ 51163 h 154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4524" h="154786">
                    <a:moveTo>
                      <a:pt x="31053" y="51163"/>
                    </a:moveTo>
                    <a:cubicBezTo>
                      <a:pt x="61346" y="36704"/>
                      <a:pt x="139264" y="-3496"/>
                      <a:pt x="184832" y="244"/>
                    </a:cubicBezTo>
                    <a:cubicBezTo>
                      <a:pt x="230400" y="3984"/>
                      <a:pt x="307046" y="48256"/>
                      <a:pt x="304461" y="73603"/>
                    </a:cubicBezTo>
                    <a:cubicBezTo>
                      <a:pt x="301877" y="98951"/>
                      <a:pt x="207354" y="141528"/>
                      <a:pt x="169325" y="152329"/>
                    </a:cubicBezTo>
                    <a:cubicBezTo>
                      <a:pt x="131296" y="163130"/>
                      <a:pt x="108037" y="134599"/>
                      <a:pt x="76287" y="138409"/>
                    </a:cubicBezTo>
                    <a:cubicBezTo>
                      <a:pt x="44537" y="142219"/>
                      <a:pt x="10615" y="101537"/>
                      <a:pt x="3076" y="86996"/>
                    </a:cubicBezTo>
                    <a:cubicBezTo>
                      <a:pt x="-4463" y="72455"/>
                      <a:pt x="760" y="65622"/>
                      <a:pt x="31053" y="51163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8" name="Oval 357">
                <a:extLst>
                  <a:ext uri="{FF2B5EF4-FFF2-40B4-BE49-F238E27FC236}">
                    <a16:creationId xmlns:a16="http://schemas.microsoft.com/office/drawing/2014/main" id="{A93EC087-28BB-91E0-205E-EEAFA6A4D331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9" name="Group 358">
              <a:extLst>
                <a:ext uri="{FF2B5EF4-FFF2-40B4-BE49-F238E27FC236}">
                  <a16:creationId xmlns:a16="http://schemas.microsoft.com/office/drawing/2014/main" id="{3072962C-9555-7D59-DC95-2FF27824FE13}"/>
                </a:ext>
              </a:extLst>
            </p:cNvPr>
            <p:cNvGrpSpPr/>
            <p:nvPr/>
          </p:nvGrpSpPr>
          <p:grpSpPr>
            <a:xfrm rot="5802889">
              <a:off x="9158172" y="3409957"/>
              <a:ext cx="311000" cy="206062"/>
              <a:chOff x="8184342" y="3489954"/>
              <a:chExt cx="319681" cy="142611"/>
            </a:xfrm>
          </p:grpSpPr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52598EA-23F1-FC12-0838-9BED21F76406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" name="Oval 360">
                <a:extLst>
                  <a:ext uri="{FF2B5EF4-FFF2-40B4-BE49-F238E27FC236}">
                    <a16:creationId xmlns:a16="http://schemas.microsoft.com/office/drawing/2014/main" id="{3B66AC39-8D58-B019-0746-13A1E2726A2F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2" name="Group 361">
              <a:extLst>
                <a:ext uri="{FF2B5EF4-FFF2-40B4-BE49-F238E27FC236}">
                  <a16:creationId xmlns:a16="http://schemas.microsoft.com/office/drawing/2014/main" id="{24752009-15CD-3F81-1B74-C07BE2CB33D1}"/>
                </a:ext>
              </a:extLst>
            </p:cNvPr>
            <p:cNvGrpSpPr/>
            <p:nvPr/>
          </p:nvGrpSpPr>
          <p:grpSpPr>
            <a:xfrm rot="2440404">
              <a:off x="8853791" y="3675781"/>
              <a:ext cx="311000" cy="206062"/>
              <a:chOff x="8184342" y="3489954"/>
              <a:chExt cx="319681" cy="142611"/>
            </a:xfrm>
          </p:grpSpPr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E5B00BBB-16C2-7212-3585-1F60A58429F8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4" name="Oval 363">
                <a:extLst>
                  <a:ext uri="{FF2B5EF4-FFF2-40B4-BE49-F238E27FC236}">
                    <a16:creationId xmlns:a16="http://schemas.microsoft.com/office/drawing/2014/main" id="{273947FB-BC2A-F72A-A29F-E2D6D12C0875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5" name="Group 364">
              <a:extLst>
                <a:ext uri="{FF2B5EF4-FFF2-40B4-BE49-F238E27FC236}">
                  <a16:creationId xmlns:a16="http://schemas.microsoft.com/office/drawing/2014/main" id="{979B75B6-DA22-0486-E3CB-23E21FFA7F2B}"/>
                </a:ext>
              </a:extLst>
            </p:cNvPr>
            <p:cNvGrpSpPr/>
            <p:nvPr/>
          </p:nvGrpSpPr>
          <p:grpSpPr>
            <a:xfrm rot="854322">
              <a:off x="9160359" y="3688494"/>
              <a:ext cx="311000" cy="187465"/>
              <a:chOff x="8184342" y="3489954"/>
              <a:chExt cx="319681" cy="142611"/>
            </a:xfrm>
          </p:grpSpPr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69EAAA64-129D-7E1A-C180-B1D0A41D19F3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7" name="Oval 366">
                <a:extLst>
                  <a:ext uri="{FF2B5EF4-FFF2-40B4-BE49-F238E27FC236}">
                    <a16:creationId xmlns:a16="http://schemas.microsoft.com/office/drawing/2014/main" id="{08B3E241-1DDC-F6B3-01DD-886169C02E29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B4B938EA-0FFA-64EE-9507-08F83AD85CD0}"/>
                </a:ext>
              </a:extLst>
            </p:cNvPr>
            <p:cNvGrpSpPr/>
            <p:nvPr/>
          </p:nvGrpSpPr>
          <p:grpSpPr>
            <a:xfrm rot="1508213">
              <a:off x="9320010" y="3213559"/>
              <a:ext cx="311000" cy="187465"/>
              <a:chOff x="8184342" y="3489954"/>
              <a:chExt cx="319681" cy="142611"/>
            </a:xfrm>
          </p:grpSpPr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4157ADBE-CD77-7983-3D9C-7374174A268A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0" name="Oval 369">
                <a:extLst>
                  <a:ext uri="{FF2B5EF4-FFF2-40B4-BE49-F238E27FC236}">
                    <a16:creationId xmlns:a16="http://schemas.microsoft.com/office/drawing/2014/main" id="{6352E6CD-4D17-9B1A-6EFC-C31DD4248B70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1" name="Group 370">
              <a:extLst>
                <a:ext uri="{FF2B5EF4-FFF2-40B4-BE49-F238E27FC236}">
                  <a16:creationId xmlns:a16="http://schemas.microsoft.com/office/drawing/2014/main" id="{4E8D1BFA-FDAF-6875-8E1F-0A9948F33ADB}"/>
                </a:ext>
              </a:extLst>
            </p:cNvPr>
            <p:cNvGrpSpPr/>
            <p:nvPr/>
          </p:nvGrpSpPr>
          <p:grpSpPr>
            <a:xfrm rot="1508213">
              <a:off x="9458268" y="3404844"/>
              <a:ext cx="311000" cy="181934"/>
              <a:chOff x="8184342" y="3489954"/>
              <a:chExt cx="319681" cy="142611"/>
            </a:xfrm>
          </p:grpSpPr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7419847D-F503-BC1A-7174-E0A79B04AEAA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3" name="Oval 372">
                <a:extLst>
                  <a:ext uri="{FF2B5EF4-FFF2-40B4-BE49-F238E27FC236}">
                    <a16:creationId xmlns:a16="http://schemas.microsoft.com/office/drawing/2014/main" id="{C9DFA1EC-6EAB-CBB0-7ADD-4E7BE1BFCA94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8063B4E3-7D50-B48E-43D3-F351BE8C0B25}"/>
                </a:ext>
              </a:extLst>
            </p:cNvPr>
            <p:cNvGrpSpPr/>
            <p:nvPr/>
          </p:nvGrpSpPr>
          <p:grpSpPr>
            <a:xfrm rot="1508213">
              <a:off x="9387547" y="3605764"/>
              <a:ext cx="398298" cy="164043"/>
              <a:chOff x="8184342" y="3489954"/>
              <a:chExt cx="319681" cy="142611"/>
            </a:xfrm>
          </p:grpSpPr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4CC7651F-D956-FB0C-8C04-B227D30D41D5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6" name="Oval 375">
                <a:extLst>
                  <a:ext uri="{FF2B5EF4-FFF2-40B4-BE49-F238E27FC236}">
                    <a16:creationId xmlns:a16="http://schemas.microsoft.com/office/drawing/2014/main" id="{D07D974E-5D2F-3E2E-1DF8-63DB968EEF36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7" name="Group 376">
              <a:extLst>
                <a:ext uri="{FF2B5EF4-FFF2-40B4-BE49-F238E27FC236}">
                  <a16:creationId xmlns:a16="http://schemas.microsoft.com/office/drawing/2014/main" id="{4FC75CA3-5F5B-6106-2C6E-89A2EB5C9A8C}"/>
                </a:ext>
              </a:extLst>
            </p:cNvPr>
            <p:cNvGrpSpPr/>
            <p:nvPr/>
          </p:nvGrpSpPr>
          <p:grpSpPr>
            <a:xfrm rot="16030452">
              <a:off x="9768787" y="3516113"/>
              <a:ext cx="167500" cy="276013"/>
              <a:chOff x="8183792" y="3488711"/>
              <a:chExt cx="304524" cy="154786"/>
            </a:xfrm>
          </p:grpSpPr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7A8FD500-33EF-C409-071F-A8892388B9FF}"/>
                  </a:ext>
                </a:extLst>
              </p:cNvPr>
              <p:cNvSpPr/>
              <p:nvPr/>
            </p:nvSpPr>
            <p:spPr>
              <a:xfrm>
                <a:off x="8183792" y="3488711"/>
                <a:ext cx="304524" cy="154786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19591"/>
                  <a:gd name="connsiteY0" fmla="*/ 49921 h 154665"/>
                  <a:gd name="connsiteX1" fmla="*/ 159556 w 319591"/>
                  <a:gd name="connsiteY1" fmla="*/ 7 h 154665"/>
                  <a:gd name="connsiteX2" fmla="*/ 319576 w 319591"/>
                  <a:gd name="connsiteY2" fmla="*/ 53347 h 154665"/>
                  <a:gd name="connsiteX3" fmla="*/ 168774 w 319591"/>
                  <a:gd name="connsiteY3" fmla="*/ 151087 h 154665"/>
                  <a:gd name="connsiteX4" fmla="*/ 75736 w 319591"/>
                  <a:gd name="connsiteY4" fmla="*/ 137167 h 154665"/>
                  <a:gd name="connsiteX5" fmla="*/ 2525 w 319591"/>
                  <a:gd name="connsiteY5" fmla="*/ 85754 h 154665"/>
                  <a:gd name="connsiteX6" fmla="*/ 30502 w 319591"/>
                  <a:gd name="connsiteY6" fmla="*/ 49921 h 154665"/>
                  <a:gd name="connsiteX0" fmla="*/ 30502 w 303927"/>
                  <a:gd name="connsiteY0" fmla="*/ 50163 h 153786"/>
                  <a:gd name="connsiteX1" fmla="*/ 159556 w 303927"/>
                  <a:gd name="connsiteY1" fmla="*/ 249 h 153786"/>
                  <a:gd name="connsiteX2" fmla="*/ 303910 w 303927"/>
                  <a:gd name="connsiteY2" fmla="*/ 72603 h 153786"/>
                  <a:gd name="connsiteX3" fmla="*/ 168774 w 303927"/>
                  <a:gd name="connsiteY3" fmla="*/ 151329 h 153786"/>
                  <a:gd name="connsiteX4" fmla="*/ 75736 w 303927"/>
                  <a:gd name="connsiteY4" fmla="*/ 137409 h 153786"/>
                  <a:gd name="connsiteX5" fmla="*/ 2525 w 303927"/>
                  <a:gd name="connsiteY5" fmla="*/ 85996 h 153786"/>
                  <a:gd name="connsiteX6" fmla="*/ 30502 w 303927"/>
                  <a:gd name="connsiteY6" fmla="*/ 50163 h 153786"/>
                  <a:gd name="connsiteX0" fmla="*/ 31053 w 304524"/>
                  <a:gd name="connsiteY0" fmla="*/ 51163 h 154786"/>
                  <a:gd name="connsiteX1" fmla="*/ 184832 w 304524"/>
                  <a:gd name="connsiteY1" fmla="*/ 244 h 154786"/>
                  <a:gd name="connsiteX2" fmla="*/ 304461 w 304524"/>
                  <a:gd name="connsiteY2" fmla="*/ 73603 h 154786"/>
                  <a:gd name="connsiteX3" fmla="*/ 169325 w 304524"/>
                  <a:gd name="connsiteY3" fmla="*/ 152329 h 154786"/>
                  <a:gd name="connsiteX4" fmla="*/ 76287 w 304524"/>
                  <a:gd name="connsiteY4" fmla="*/ 138409 h 154786"/>
                  <a:gd name="connsiteX5" fmla="*/ 3076 w 304524"/>
                  <a:gd name="connsiteY5" fmla="*/ 86996 h 154786"/>
                  <a:gd name="connsiteX6" fmla="*/ 31053 w 304524"/>
                  <a:gd name="connsiteY6" fmla="*/ 51163 h 154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4524" h="154786">
                    <a:moveTo>
                      <a:pt x="31053" y="51163"/>
                    </a:moveTo>
                    <a:cubicBezTo>
                      <a:pt x="61346" y="36704"/>
                      <a:pt x="139264" y="-3496"/>
                      <a:pt x="184832" y="244"/>
                    </a:cubicBezTo>
                    <a:cubicBezTo>
                      <a:pt x="230400" y="3984"/>
                      <a:pt x="307046" y="48256"/>
                      <a:pt x="304461" y="73603"/>
                    </a:cubicBezTo>
                    <a:cubicBezTo>
                      <a:pt x="301877" y="98951"/>
                      <a:pt x="207354" y="141528"/>
                      <a:pt x="169325" y="152329"/>
                    </a:cubicBezTo>
                    <a:cubicBezTo>
                      <a:pt x="131296" y="163130"/>
                      <a:pt x="108037" y="134599"/>
                      <a:pt x="76287" y="138409"/>
                    </a:cubicBezTo>
                    <a:cubicBezTo>
                      <a:pt x="44537" y="142219"/>
                      <a:pt x="10615" y="101537"/>
                      <a:pt x="3076" y="86996"/>
                    </a:cubicBezTo>
                    <a:cubicBezTo>
                      <a:pt x="-4463" y="72455"/>
                      <a:pt x="760" y="65622"/>
                      <a:pt x="31053" y="51163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9" name="Oval 378">
                <a:extLst>
                  <a:ext uri="{FF2B5EF4-FFF2-40B4-BE49-F238E27FC236}">
                    <a16:creationId xmlns:a16="http://schemas.microsoft.com/office/drawing/2014/main" id="{D196DAF4-721E-FFE7-1AA9-2170950D8136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5A582835-39E4-2AA3-8267-8B326A8C5AF5}"/>
                </a:ext>
              </a:extLst>
            </p:cNvPr>
            <p:cNvGrpSpPr/>
            <p:nvPr/>
          </p:nvGrpSpPr>
          <p:grpSpPr>
            <a:xfrm rot="158825">
              <a:off x="9481743" y="3794668"/>
              <a:ext cx="347260" cy="82683"/>
              <a:chOff x="8184342" y="3489954"/>
              <a:chExt cx="319681" cy="142611"/>
            </a:xfrm>
          </p:grpSpPr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46EC80DC-D369-FF66-8943-5E2B79FF0040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1BFA1867-E31A-A693-7713-CB4345D1105E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6" name="Group 385">
              <a:extLst>
                <a:ext uri="{FF2B5EF4-FFF2-40B4-BE49-F238E27FC236}">
                  <a16:creationId xmlns:a16="http://schemas.microsoft.com/office/drawing/2014/main" id="{91637A9C-58C5-A710-1F6F-B3EE0EFDB5DA}"/>
                </a:ext>
              </a:extLst>
            </p:cNvPr>
            <p:cNvGrpSpPr/>
            <p:nvPr/>
          </p:nvGrpSpPr>
          <p:grpSpPr>
            <a:xfrm rot="4622229">
              <a:off x="9610856" y="3248966"/>
              <a:ext cx="246094" cy="169281"/>
              <a:chOff x="8184342" y="3489954"/>
              <a:chExt cx="319681" cy="142611"/>
            </a:xfrm>
          </p:grpSpPr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FED0EC1A-7739-44DB-8E61-3C1B0394F0BF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8" name="Oval 387">
                <a:extLst>
                  <a:ext uri="{FF2B5EF4-FFF2-40B4-BE49-F238E27FC236}">
                    <a16:creationId xmlns:a16="http://schemas.microsoft.com/office/drawing/2014/main" id="{8E0312F8-F297-6598-8C9D-4DE766ACEFFA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9" name="Group 388">
              <a:extLst>
                <a:ext uri="{FF2B5EF4-FFF2-40B4-BE49-F238E27FC236}">
                  <a16:creationId xmlns:a16="http://schemas.microsoft.com/office/drawing/2014/main" id="{22A40A78-68F7-EBEF-31B5-B91E0EF0F8F3}"/>
                </a:ext>
              </a:extLst>
            </p:cNvPr>
            <p:cNvGrpSpPr/>
            <p:nvPr/>
          </p:nvGrpSpPr>
          <p:grpSpPr>
            <a:xfrm rot="2440404">
              <a:off x="9813030" y="3370227"/>
              <a:ext cx="311000" cy="206062"/>
              <a:chOff x="8184342" y="3489954"/>
              <a:chExt cx="319681" cy="142611"/>
            </a:xfrm>
          </p:grpSpPr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2CD8CCFA-FEE1-C79D-8198-DCC211456D53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1" name="Oval 390">
                <a:extLst>
                  <a:ext uri="{FF2B5EF4-FFF2-40B4-BE49-F238E27FC236}">
                    <a16:creationId xmlns:a16="http://schemas.microsoft.com/office/drawing/2014/main" id="{98FD45DC-4EEB-5923-3E03-F46BAF016DFE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1E594B6F-D29B-EF9B-01D5-6191A67BABF0}"/>
                </a:ext>
              </a:extLst>
            </p:cNvPr>
            <p:cNvGrpSpPr/>
            <p:nvPr/>
          </p:nvGrpSpPr>
          <p:grpSpPr>
            <a:xfrm rot="2502149">
              <a:off x="9971431" y="3601795"/>
              <a:ext cx="324868" cy="274740"/>
              <a:chOff x="8183792" y="3488115"/>
              <a:chExt cx="333937" cy="190141"/>
            </a:xfrm>
          </p:grpSpPr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0B20BD54-FA29-6B2E-FCB5-91F8AA888FBF}"/>
                  </a:ext>
                </a:extLst>
              </p:cNvPr>
              <p:cNvSpPr/>
              <p:nvPr/>
            </p:nvSpPr>
            <p:spPr>
              <a:xfrm>
                <a:off x="8183792" y="3488115"/>
                <a:ext cx="333937" cy="19014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19591"/>
                  <a:gd name="connsiteY0" fmla="*/ 49921 h 154665"/>
                  <a:gd name="connsiteX1" fmla="*/ 159556 w 319591"/>
                  <a:gd name="connsiteY1" fmla="*/ 7 h 154665"/>
                  <a:gd name="connsiteX2" fmla="*/ 319576 w 319591"/>
                  <a:gd name="connsiteY2" fmla="*/ 53347 h 154665"/>
                  <a:gd name="connsiteX3" fmla="*/ 168774 w 319591"/>
                  <a:gd name="connsiteY3" fmla="*/ 151087 h 154665"/>
                  <a:gd name="connsiteX4" fmla="*/ 75736 w 319591"/>
                  <a:gd name="connsiteY4" fmla="*/ 137167 h 154665"/>
                  <a:gd name="connsiteX5" fmla="*/ 2525 w 319591"/>
                  <a:gd name="connsiteY5" fmla="*/ 85754 h 154665"/>
                  <a:gd name="connsiteX6" fmla="*/ 30502 w 319591"/>
                  <a:gd name="connsiteY6" fmla="*/ 49921 h 154665"/>
                  <a:gd name="connsiteX0" fmla="*/ 30502 w 303927"/>
                  <a:gd name="connsiteY0" fmla="*/ 50163 h 153786"/>
                  <a:gd name="connsiteX1" fmla="*/ 159556 w 303927"/>
                  <a:gd name="connsiteY1" fmla="*/ 249 h 153786"/>
                  <a:gd name="connsiteX2" fmla="*/ 303910 w 303927"/>
                  <a:gd name="connsiteY2" fmla="*/ 72603 h 153786"/>
                  <a:gd name="connsiteX3" fmla="*/ 168774 w 303927"/>
                  <a:gd name="connsiteY3" fmla="*/ 151329 h 153786"/>
                  <a:gd name="connsiteX4" fmla="*/ 75736 w 303927"/>
                  <a:gd name="connsiteY4" fmla="*/ 137409 h 153786"/>
                  <a:gd name="connsiteX5" fmla="*/ 2525 w 303927"/>
                  <a:gd name="connsiteY5" fmla="*/ 85996 h 153786"/>
                  <a:gd name="connsiteX6" fmla="*/ 30502 w 303927"/>
                  <a:gd name="connsiteY6" fmla="*/ 50163 h 153786"/>
                  <a:gd name="connsiteX0" fmla="*/ 31053 w 304524"/>
                  <a:gd name="connsiteY0" fmla="*/ 51163 h 154786"/>
                  <a:gd name="connsiteX1" fmla="*/ 184832 w 304524"/>
                  <a:gd name="connsiteY1" fmla="*/ 244 h 154786"/>
                  <a:gd name="connsiteX2" fmla="*/ 304461 w 304524"/>
                  <a:gd name="connsiteY2" fmla="*/ 73603 h 154786"/>
                  <a:gd name="connsiteX3" fmla="*/ 169325 w 304524"/>
                  <a:gd name="connsiteY3" fmla="*/ 152329 h 154786"/>
                  <a:gd name="connsiteX4" fmla="*/ 76287 w 304524"/>
                  <a:gd name="connsiteY4" fmla="*/ 138409 h 154786"/>
                  <a:gd name="connsiteX5" fmla="*/ 3076 w 304524"/>
                  <a:gd name="connsiteY5" fmla="*/ 86996 h 154786"/>
                  <a:gd name="connsiteX6" fmla="*/ 31053 w 304524"/>
                  <a:gd name="connsiteY6" fmla="*/ 51163 h 154786"/>
                  <a:gd name="connsiteX0" fmla="*/ 31053 w 304692"/>
                  <a:gd name="connsiteY0" fmla="*/ 51163 h 190182"/>
                  <a:gd name="connsiteX1" fmla="*/ 184832 w 304692"/>
                  <a:gd name="connsiteY1" fmla="*/ 244 h 190182"/>
                  <a:gd name="connsiteX2" fmla="*/ 304461 w 304692"/>
                  <a:gd name="connsiteY2" fmla="*/ 73603 h 190182"/>
                  <a:gd name="connsiteX3" fmla="*/ 211265 w 304692"/>
                  <a:gd name="connsiteY3" fmla="*/ 188973 h 190182"/>
                  <a:gd name="connsiteX4" fmla="*/ 76287 w 304692"/>
                  <a:gd name="connsiteY4" fmla="*/ 138409 h 190182"/>
                  <a:gd name="connsiteX5" fmla="*/ 3076 w 304692"/>
                  <a:gd name="connsiteY5" fmla="*/ 86996 h 190182"/>
                  <a:gd name="connsiteX6" fmla="*/ 31053 w 304692"/>
                  <a:gd name="connsiteY6" fmla="*/ 51163 h 190182"/>
                  <a:gd name="connsiteX0" fmla="*/ 31053 w 333937"/>
                  <a:gd name="connsiteY0" fmla="*/ 51759 h 190141"/>
                  <a:gd name="connsiteX1" fmla="*/ 184832 w 333937"/>
                  <a:gd name="connsiteY1" fmla="*/ 840 h 190141"/>
                  <a:gd name="connsiteX2" fmla="*/ 333771 w 333937"/>
                  <a:gd name="connsiteY2" fmla="*/ 96346 h 190141"/>
                  <a:gd name="connsiteX3" fmla="*/ 211265 w 333937"/>
                  <a:gd name="connsiteY3" fmla="*/ 189569 h 190141"/>
                  <a:gd name="connsiteX4" fmla="*/ 76287 w 333937"/>
                  <a:gd name="connsiteY4" fmla="*/ 139005 h 190141"/>
                  <a:gd name="connsiteX5" fmla="*/ 3076 w 333937"/>
                  <a:gd name="connsiteY5" fmla="*/ 87592 h 190141"/>
                  <a:gd name="connsiteX6" fmla="*/ 31053 w 333937"/>
                  <a:gd name="connsiteY6" fmla="*/ 51759 h 190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3937" h="190141">
                    <a:moveTo>
                      <a:pt x="31053" y="51759"/>
                    </a:moveTo>
                    <a:cubicBezTo>
                      <a:pt x="61346" y="37300"/>
                      <a:pt x="134379" y="-6591"/>
                      <a:pt x="184832" y="840"/>
                    </a:cubicBezTo>
                    <a:cubicBezTo>
                      <a:pt x="235285" y="8271"/>
                      <a:pt x="329366" y="64891"/>
                      <a:pt x="333771" y="96346"/>
                    </a:cubicBezTo>
                    <a:cubicBezTo>
                      <a:pt x="338176" y="127801"/>
                      <a:pt x="254179" y="182459"/>
                      <a:pt x="211265" y="189569"/>
                    </a:cubicBezTo>
                    <a:cubicBezTo>
                      <a:pt x="168351" y="196679"/>
                      <a:pt x="108037" y="135195"/>
                      <a:pt x="76287" y="139005"/>
                    </a:cubicBezTo>
                    <a:cubicBezTo>
                      <a:pt x="44537" y="142815"/>
                      <a:pt x="10615" y="102133"/>
                      <a:pt x="3076" y="87592"/>
                    </a:cubicBezTo>
                    <a:cubicBezTo>
                      <a:pt x="-4463" y="73051"/>
                      <a:pt x="760" y="66218"/>
                      <a:pt x="31053" y="51759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4" name="Oval 393">
                <a:extLst>
                  <a:ext uri="{FF2B5EF4-FFF2-40B4-BE49-F238E27FC236}">
                    <a16:creationId xmlns:a16="http://schemas.microsoft.com/office/drawing/2014/main" id="{F488CBDA-89D7-E2BD-6469-8892E03B7F66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5" name="Group 394">
              <a:extLst>
                <a:ext uri="{FF2B5EF4-FFF2-40B4-BE49-F238E27FC236}">
                  <a16:creationId xmlns:a16="http://schemas.microsoft.com/office/drawing/2014/main" id="{3B56C3BD-0589-0F45-0ACD-6406F5FF7FE4}"/>
                </a:ext>
              </a:extLst>
            </p:cNvPr>
            <p:cNvGrpSpPr/>
            <p:nvPr/>
          </p:nvGrpSpPr>
          <p:grpSpPr>
            <a:xfrm rot="16030452">
              <a:off x="9865374" y="3737724"/>
              <a:ext cx="137569" cy="166971"/>
              <a:chOff x="8183792" y="3488711"/>
              <a:chExt cx="304524" cy="154786"/>
            </a:xfrm>
          </p:grpSpPr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566E78C7-2421-F683-235D-167422922B8B}"/>
                  </a:ext>
                </a:extLst>
              </p:cNvPr>
              <p:cNvSpPr/>
              <p:nvPr/>
            </p:nvSpPr>
            <p:spPr>
              <a:xfrm>
                <a:off x="8183792" y="3488711"/>
                <a:ext cx="304524" cy="154786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19591"/>
                  <a:gd name="connsiteY0" fmla="*/ 49921 h 154665"/>
                  <a:gd name="connsiteX1" fmla="*/ 159556 w 319591"/>
                  <a:gd name="connsiteY1" fmla="*/ 7 h 154665"/>
                  <a:gd name="connsiteX2" fmla="*/ 319576 w 319591"/>
                  <a:gd name="connsiteY2" fmla="*/ 53347 h 154665"/>
                  <a:gd name="connsiteX3" fmla="*/ 168774 w 319591"/>
                  <a:gd name="connsiteY3" fmla="*/ 151087 h 154665"/>
                  <a:gd name="connsiteX4" fmla="*/ 75736 w 319591"/>
                  <a:gd name="connsiteY4" fmla="*/ 137167 h 154665"/>
                  <a:gd name="connsiteX5" fmla="*/ 2525 w 319591"/>
                  <a:gd name="connsiteY5" fmla="*/ 85754 h 154665"/>
                  <a:gd name="connsiteX6" fmla="*/ 30502 w 319591"/>
                  <a:gd name="connsiteY6" fmla="*/ 49921 h 154665"/>
                  <a:gd name="connsiteX0" fmla="*/ 30502 w 303927"/>
                  <a:gd name="connsiteY0" fmla="*/ 50163 h 153786"/>
                  <a:gd name="connsiteX1" fmla="*/ 159556 w 303927"/>
                  <a:gd name="connsiteY1" fmla="*/ 249 h 153786"/>
                  <a:gd name="connsiteX2" fmla="*/ 303910 w 303927"/>
                  <a:gd name="connsiteY2" fmla="*/ 72603 h 153786"/>
                  <a:gd name="connsiteX3" fmla="*/ 168774 w 303927"/>
                  <a:gd name="connsiteY3" fmla="*/ 151329 h 153786"/>
                  <a:gd name="connsiteX4" fmla="*/ 75736 w 303927"/>
                  <a:gd name="connsiteY4" fmla="*/ 137409 h 153786"/>
                  <a:gd name="connsiteX5" fmla="*/ 2525 w 303927"/>
                  <a:gd name="connsiteY5" fmla="*/ 85996 h 153786"/>
                  <a:gd name="connsiteX6" fmla="*/ 30502 w 303927"/>
                  <a:gd name="connsiteY6" fmla="*/ 50163 h 153786"/>
                  <a:gd name="connsiteX0" fmla="*/ 31053 w 304524"/>
                  <a:gd name="connsiteY0" fmla="*/ 51163 h 154786"/>
                  <a:gd name="connsiteX1" fmla="*/ 184832 w 304524"/>
                  <a:gd name="connsiteY1" fmla="*/ 244 h 154786"/>
                  <a:gd name="connsiteX2" fmla="*/ 304461 w 304524"/>
                  <a:gd name="connsiteY2" fmla="*/ 73603 h 154786"/>
                  <a:gd name="connsiteX3" fmla="*/ 169325 w 304524"/>
                  <a:gd name="connsiteY3" fmla="*/ 152329 h 154786"/>
                  <a:gd name="connsiteX4" fmla="*/ 76287 w 304524"/>
                  <a:gd name="connsiteY4" fmla="*/ 138409 h 154786"/>
                  <a:gd name="connsiteX5" fmla="*/ 3076 w 304524"/>
                  <a:gd name="connsiteY5" fmla="*/ 86996 h 154786"/>
                  <a:gd name="connsiteX6" fmla="*/ 31053 w 304524"/>
                  <a:gd name="connsiteY6" fmla="*/ 51163 h 154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4524" h="154786">
                    <a:moveTo>
                      <a:pt x="31053" y="51163"/>
                    </a:moveTo>
                    <a:cubicBezTo>
                      <a:pt x="61346" y="36704"/>
                      <a:pt x="139264" y="-3496"/>
                      <a:pt x="184832" y="244"/>
                    </a:cubicBezTo>
                    <a:cubicBezTo>
                      <a:pt x="230400" y="3984"/>
                      <a:pt x="307046" y="48256"/>
                      <a:pt x="304461" y="73603"/>
                    </a:cubicBezTo>
                    <a:cubicBezTo>
                      <a:pt x="301877" y="98951"/>
                      <a:pt x="207354" y="141528"/>
                      <a:pt x="169325" y="152329"/>
                    </a:cubicBezTo>
                    <a:cubicBezTo>
                      <a:pt x="131296" y="163130"/>
                      <a:pt x="108037" y="134599"/>
                      <a:pt x="76287" y="138409"/>
                    </a:cubicBezTo>
                    <a:cubicBezTo>
                      <a:pt x="44537" y="142219"/>
                      <a:pt x="10615" y="101537"/>
                      <a:pt x="3076" y="86996"/>
                    </a:cubicBezTo>
                    <a:cubicBezTo>
                      <a:pt x="-4463" y="72455"/>
                      <a:pt x="760" y="65622"/>
                      <a:pt x="31053" y="51163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7" name="Oval 396">
                <a:extLst>
                  <a:ext uri="{FF2B5EF4-FFF2-40B4-BE49-F238E27FC236}">
                    <a16:creationId xmlns:a16="http://schemas.microsoft.com/office/drawing/2014/main" id="{86AC0C9C-84AD-3CBE-02E0-974753113374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8" name="Group 397">
              <a:extLst>
                <a:ext uri="{FF2B5EF4-FFF2-40B4-BE49-F238E27FC236}">
                  <a16:creationId xmlns:a16="http://schemas.microsoft.com/office/drawing/2014/main" id="{C2C12C45-EB17-3F9E-7160-CF59660366BB}"/>
                </a:ext>
              </a:extLst>
            </p:cNvPr>
            <p:cNvGrpSpPr/>
            <p:nvPr/>
          </p:nvGrpSpPr>
          <p:grpSpPr>
            <a:xfrm rot="158825">
              <a:off x="9825053" y="3223005"/>
              <a:ext cx="347260" cy="127366"/>
              <a:chOff x="8184342" y="3489954"/>
              <a:chExt cx="319681" cy="142611"/>
            </a:xfrm>
          </p:grpSpPr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69C91947-ADB3-8A70-6476-27ABAA88B6B1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0" name="Oval 399">
                <a:extLst>
                  <a:ext uri="{FF2B5EF4-FFF2-40B4-BE49-F238E27FC236}">
                    <a16:creationId xmlns:a16="http://schemas.microsoft.com/office/drawing/2014/main" id="{84C607AB-0070-8380-13D3-18466D5ED3EE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1" name="Group 400">
              <a:extLst>
                <a:ext uri="{FF2B5EF4-FFF2-40B4-BE49-F238E27FC236}">
                  <a16:creationId xmlns:a16="http://schemas.microsoft.com/office/drawing/2014/main" id="{383587A6-AD33-95AE-D532-AA83085AE59E}"/>
                </a:ext>
              </a:extLst>
            </p:cNvPr>
            <p:cNvGrpSpPr/>
            <p:nvPr/>
          </p:nvGrpSpPr>
          <p:grpSpPr>
            <a:xfrm rot="4622229">
              <a:off x="10033890" y="3391835"/>
              <a:ext cx="314637" cy="153504"/>
              <a:chOff x="8184342" y="3489954"/>
              <a:chExt cx="319681" cy="142611"/>
            </a:xfrm>
          </p:grpSpPr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0D167ABA-BD12-28A7-B832-6ECD7E3B2EB9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3" name="Oval 402">
                <a:extLst>
                  <a:ext uri="{FF2B5EF4-FFF2-40B4-BE49-F238E27FC236}">
                    <a16:creationId xmlns:a16="http://schemas.microsoft.com/office/drawing/2014/main" id="{0D3AE3EF-FD96-F094-DA9C-1F7E92EB3FC0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4" name="Group 403">
              <a:extLst>
                <a:ext uri="{FF2B5EF4-FFF2-40B4-BE49-F238E27FC236}">
                  <a16:creationId xmlns:a16="http://schemas.microsoft.com/office/drawing/2014/main" id="{A10D517F-CDCB-C8E3-CE95-687E66CB7724}"/>
                </a:ext>
              </a:extLst>
            </p:cNvPr>
            <p:cNvGrpSpPr/>
            <p:nvPr/>
          </p:nvGrpSpPr>
          <p:grpSpPr>
            <a:xfrm rot="2502149">
              <a:off x="10181010" y="3125774"/>
              <a:ext cx="296254" cy="223654"/>
              <a:chOff x="8183792" y="3488711"/>
              <a:chExt cx="304524" cy="154786"/>
            </a:xfrm>
          </p:grpSpPr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5260C4DA-86A1-434F-2864-7AFC31C9B98F}"/>
                  </a:ext>
                </a:extLst>
              </p:cNvPr>
              <p:cNvSpPr/>
              <p:nvPr/>
            </p:nvSpPr>
            <p:spPr>
              <a:xfrm>
                <a:off x="8183792" y="3488711"/>
                <a:ext cx="304524" cy="154786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19591"/>
                  <a:gd name="connsiteY0" fmla="*/ 49921 h 154665"/>
                  <a:gd name="connsiteX1" fmla="*/ 159556 w 319591"/>
                  <a:gd name="connsiteY1" fmla="*/ 7 h 154665"/>
                  <a:gd name="connsiteX2" fmla="*/ 319576 w 319591"/>
                  <a:gd name="connsiteY2" fmla="*/ 53347 h 154665"/>
                  <a:gd name="connsiteX3" fmla="*/ 168774 w 319591"/>
                  <a:gd name="connsiteY3" fmla="*/ 151087 h 154665"/>
                  <a:gd name="connsiteX4" fmla="*/ 75736 w 319591"/>
                  <a:gd name="connsiteY4" fmla="*/ 137167 h 154665"/>
                  <a:gd name="connsiteX5" fmla="*/ 2525 w 319591"/>
                  <a:gd name="connsiteY5" fmla="*/ 85754 h 154665"/>
                  <a:gd name="connsiteX6" fmla="*/ 30502 w 319591"/>
                  <a:gd name="connsiteY6" fmla="*/ 49921 h 154665"/>
                  <a:gd name="connsiteX0" fmla="*/ 30502 w 303927"/>
                  <a:gd name="connsiteY0" fmla="*/ 50163 h 153786"/>
                  <a:gd name="connsiteX1" fmla="*/ 159556 w 303927"/>
                  <a:gd name="connsiteY1" fmla="*/ 249 h 153786"/>
                  <a:gd name="connsiteX2" fmla="*/ 303910 w 303927"/>
                  <a:gd name="connsiteY2" fmla="*/ 72603 h 153786"/>
                  <a:gd name="connsiteX3" fmla="*/ 168774 w 303927"/>
                  <a:gd name="connsiteY3" fmla="*/ 151329 h 153786"/>
                  <a:gd name="connsiteX4" fmla="*/ 75736 w 303927"/>
                  <a:gd name="connsiteY4" fmla="*/ 137409 h 153786"/>
                  <a:gd name="connsiteX5" fmla="*/ 2525 w 303927"/>
                  <a:gd name="connsiteY5" fmla="*/ 85996 h 153786"/>
                  <a:gd name="connsiteX6" fmla="*/ 30502 w 303927"/>
                  <a:gd name="connsiteY6" fmla="*/ 50163 h 153786"/>
                  <a:gd name="connsiteX0" fmla="*/ 31053 w 304524"/>
                  <a:gd name="connsiteY0" fmla="*/ 51163 h 154786"/>
                  <a:gd name="connsiteX1" fmla="*/ 184832 w 304524"/>
                  <a:gd name="connsiteY1" fmla="*/ 244 h 154786"/>
                  <a:gd name="connsiteX2" fmla="*/ 304461 w 304524"/>
                  <a:gd name="connsiteY2" fmla="*/ 73603 h 154786"/>
                  <a:gd name="connsiteX3" fmla="*/ 169325 w 304524"/>
                  <a:gd name="connsiteY3" fmla="*/ 152329 h 154786"/>
                  <a:gd name="connsiteX4" fmla="*/ 76287 w 304524"/>
                  <a:gd name="connsiteY4" fmla="*/ 138409 h 154786"/>
                  <a:gd name="connsiteX5" fmla="*/ 3076 w 304524"/>
                  <a:gd name="connsiteY5" fmla="*/ 86996 h 154786"/>
                  <a:gd name="connsiteX6" fmla="*/ 31053 w 304524"/>
                  <a:gd name="connsiteY6" fmla="*/ 51163 h 154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4524" h="154786">
                    <a:moveTo>
                      <a:pt x="31053" y="51163"/>
                    </a:moveTo>
                    <a:cubicBezTo>
                      <a:pt x="61346" y="36704"/>
                      <a:pt x="139264" y="-3496"/>
                      <a:pt x="184832" y="244"/>
                    </a:cubicBezTo>
                    <a:cubicBezTo>
                      <a:pt x="230400" y="3984"/>
                      <a:pt x="307046" y="48256"/>
                      <a:pt x="304461" y="73603"/>
                    </a:cubicBezTo>
                    <a:cubicBezTo>
                      <a:pt x="301877" y="98951"/>
                      <a:pt x="207354" y="141528"/>
                      <a:pt x="169325" y="152329"/>
                    </a:cubicBezTo>
                    <a:cubicBezTo>
                      <a:pt x="131296" y="163130"/>
                      <a:pt x="108037" y="134599"/>
                      <a:pt x="76287" y="138409"/>
                    </a:cubicBezTo>
                    <a:cubicBezTo>
                      <a:pt x="44537" y="142219"/>
                      <a:pt x="10615" y="101537"/>
                      <a:pt x="3076" y="86996"/>
                    </a:cubicBezTo>
                    <a:cubicBezTo>
                      <a:pt x="-4463" y="72455"/>
                      <a:pt x="760" y="65622"/>
                      <a:pt x="31053" y="51163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6" name="Oval 405">
                <a:extLst>
                  <a:ext uri="{FF2B5EF4-FFF2-40B4-BE49-F238E27FC236}">
                    <a16:creationId xmlns:a16="http://schemas.microsoft.com/office/drawing/2014/main" id="{5FB31CC4-1073-295F-138A-FA432A722CA5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2C5D4CCF-FEA6-C3D8-C622-269FA519ADF0}"/>
                </a:ext>
              </a:extLst>
            </p:cNvPr>
            <p:cNvGrpSpPr/>
            <p:nvPr/>
          </p:nvGrpSpPr>
          <p:grpSpPr>
            <a:xfrm rot="1508213">
              <a:off x="10320274" y="2970356"/>
              <a:ext cx="311000" cy="181934"/>
              <a:chOff x="8184342" y="3489954"/>
              <a:chExt cx="319681" cy="142611"/>
            </a:xfrm>
          </p:grpSpPr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C99095BA-8B58-0067-3301-5801E38FE89F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9" name="Oval 408">
                <a:extLst>
                  <a:ext uri="{FF2B5EF4-FFF2-40B4-BE49-F238E27FC236}">
                    <a16:creationId xmlns:a16="http://schemas.microsoft.com/office/drawing/2014/main" id="{A6815776-6F8A-DACC-B0A3-63651B6223D8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id="{6033CB0C-5513-12CC-D58D-6333946195C7}"/>
                </a:ext>
              </a:extLst>
            </p:cNvPr>
            <p:cNvGrpSpPr/>
            <p:nvPr/>
          </p:nvGrpSpPr>
          <p:grpSpPr>
            <a:xfrm rot="1347058">
              <a:off x="10593952" y="3021393"/>
              <a:ext cx="347403" cy="109573"/>
              <a:chOff x="8184210" y="3489955"/>
              <a:chExt cx="319813" cy="188991"/>
            </a:xfrm>
          </p:grpSpPr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5000E066-2BFD-293A-A5BE-DA8595CA1C9B}"/>
                  </a:ext>
                </a:extLst>
              </p:cNvPr>
              <p:cNvSpPr/>
              <p:nvPr/>
            </p:nvSpPr>
            <p:spPr>
              <a:xfrm>
                <a:off x="8184210" y="3489955"/>
                <a:ext cx="319813" cy="18899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2156 w 321332"/>
                  <a:gd name="connsiteY0" fmla="*/ 49921 h 160223"/>
                  <a:gd name="connsiteX1" fmla="*/ 161210 w 321332"/>
                  <a:gd name="connsiteY1" fmla="*/ 7 h 160223"/>
                  <a:gd name="connsiteX2" fmla="*/ 321230 w 321332"/>
                  <a:gd name="connsiteY2" fmla="*/ 53347 h 160223"/>
                  <a:gd name="connsiteX3" fmla="*/ 184070 w 321332"/>
                  <a:gd name="connsiteY3" fmla="*/ 137167 h 160223"/>
                  <a:gd name="connsiteX4" fmla="*/ 101412 w 321332"/>
                  <a:gd name="connsiteY4" fmla="*/ 160049 h 160223"/>
                  <a:gd name="connsiteX5" fmla="*/ 4179 w 321332"/>
                  <a:gd name="connsiteY5" fmla="*/ 85754 h 160223"/>
                  <a:gd name="connsiteX6" fmla="*/ 32156 w 321332"/>
                  <a:gd name="connsiteY6" fmla="*/ 49921 h 160223"/>
                  <a:gd name="connsiteX0" fmla="*/ 30634 w 319813"/>
                  <a:gd name="connsiteY0" fmla="*/ 49921 h 189115"/>
                  <a:gd name="connsiteX1" fmla="*/ 159688 w 319813"/>
                  <a:gd name="connsiteY1" fmla="*/ 7 h 189115"/>
                  <a:gd name="connsiteX2" fmla="*/ 319708 w 319813"/>
                  <a:gd name="connsiteY2" fmla="*/ 53347 h 189115"/>
                  <a:gd name="connsiteX3" fmla="*/ 182548 w 319813"/>
                  <a:gd name="connsiteY3" fmla="*/ 137167 h 189115"/>
                  <a:gd name="connsiteX4" fmla="*/ 77811 w 319813"/>
                  <a:gd name="connsiteY4" fmla="*/ 188990 h 189115"/>
                  <a:gd name="connsiteX5" fmla="*/ 2657 w 319813"/>
                  <a:gd name="connsiteY5" fmla="*/ 85754 h 189115"/>
                  <a:gd name="connsiteX6" fmla="*/ 30634 w 319813"/>
                  <a:gd name="connsiteY6" fmla="*/ 49921 h 189115"/>
                  <a:gd name="connsiteX0" fmla="*/ 30634 w 319813"/>
                  <a:gd name="connsiteY0" fmla="*/ 49921 h 188991"/>
                  <a:gd name="connsiteX1" fmla="*/ 159688 w 319813"/>
                  <a:gd name="connsiteY1" fmla="*/ 7 h 188991"/>
                  <a:gd name="connsiteX2" fmla="*/ 319708 w 319813"/>
                  <a:gd name="connsiteY2" fmla="*/ 53347 h 188991"/>
                  <a:gd name="connsiteX3" fmla="*/ 182548 w 319813"/>
                  <a:gd name="connsiteY3" fmla="*/ 137167 h 188991"/>
                  <a:gd name="connsiteX4" fmla="*/ 77811 w 319813"/>
                  <a:gd name="connsiteY4" fmla="*/ 188990 h 188991"/>
                  <a:gd name="connsiteX5" fmla="*/ 2657 w 319813"/>
                  <a:gd name="connsiteY5" fmla="*/ 85754 h 188991"/>
                  <a:gd name="connsiteX6" fmla="*/ 30634 w 319813"/>
                  <a:gd name="connsiteY6" fmla="*/ 49921 h 188991"/>
                  <a:gd name="connsiteX0" fmla="*/ 30634 w 319813"/>
                  <a:gd name="connsiteY0" fmla="*/ 49921 h 188989"/>
                  <a:gd name="connsiteX1" fmla="*/ 159688 w 319813"/>
                  <a:gd name="connsiteY1" fmla="*/ 7 h 188989"/>
                  <a:gd name="connsiteX2" fmla="*/ 319708 w 319813"/>
                  <a:gd name="connsiteY2" fmla="*/ 53347 h 188989"/>
                  <a:gd name="connsiteX3" fmla="*/ 182548 w 319813"/>
                  <a:gd name="connsiteY3" fmla="*/ 137167 h 188989"/>
                  <a:gd name="connsiteX4" fmla="*/ 77811 w 319813"/>
                  <a:gd name="connsiteY4" fmla="*/ 188990 h 188989"/>
                  <a:gd name="connsiteX5" fmla="*/ 2657 w 319813"/>
                  <a:gd name="connsiteY5" fmla="*/ 85754 h 188989"/>
                  <a:gd name="connsiteX6" fmla="*/ 30634 w 319813"/>
                  <a:gd name="connsiteY6" fmla="*/ 49921 h 188989"/>
                  <a:gd name="connsiteX0" fmla="*/ 30634 w 319813"/>
                  <a:gd name="connsiteY0" fmla="*/ 49921 h 188991"/>
                  <a:gd name="connsiteX1" fmla="*/ 159688 w 319813"/>
                  <a:gd name="connsiteY1" fmla="*/ 7 h 188991"/>
                  <a:gd name="connsiteX2" fmla="*/ 319708 w 319813"/>
                  <a:gd name="connsiteY2" fmla="*/ 53347 h 188991"/>
                  <a:gd name="connsiteX3" fmla="*/ 182548 w 319813"/>
                  <a:gd name="connsiteY3" fmla="*/ 137167 h 188991"/>
                  <a:gd name="connsiteX4" fmla="*/ 77811 w 319813"/>
                  <a:gd name="connsiteY4" fmla="*/ 188990 h 188991"/>
                  <a:gd name="connsiteX5" fmla="*/ 2657 w 319813"/>
                  <a:gd name="connsiteY5" fmla="*/ 85754 h 188991"/>
                  <a:gd name="connsiteX6" fmla="*/ 30634 w 319813"/>
                  <a:gd name="connsiteY6" fmla="*/ 49921 h 188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813" h="188991">
                    <a:moveTo>
                      <a:pt x="30634" y="49921"/>
                    </a:moveTo>
                    <a:cubicBezTo>
                      <a:pt x="56806" y="35630"/>
                      <a:pt x="111509" y="-564"/>
                      <a:pt x="159688" y="7"/>
                    </a:cubicBezTo>
                    <a:cubicBezTo>
                      <a:pt x="207867" y="578"/>
                      <a:pt x="315898" y="30487"/>
                      <a:pt x="319708" y="53347"/>
                    </a:cubicBezTo>
                    <a:cubicBezTo>
                      <a:pt x="323518" y="76207"/>
                      <a:pt x="222864" y="114560"/>
                      <a:pt x="182548" y="137167"/>
                    </a:cubicBezTo>
                    <a:cubicBezTo>
                      <a:pt x="142232" y="159774"/>
                      <a:pt x="103981" y="159877"/>
                      <a:pt x="77811" y="188990"/>
                    </a:cubicBezTo>
                    <a:cubicBezTo>
                      <a:pt x="63385" y="185311"/>
                      <a:pt x="10520" y="108932"/>
                      <a:pt x="2657" y="85754"/>
                    </a:cubicBezTo>
                    <a:cubicBezTo>
                      <a:pt x="-5206" y="62576"/>
                      <a:pt x="4462" y="64212"/>
                      <a:pt x="30634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2" name="Oval 411">
                <a:extLst>
                  <a:ext uri="{FF2B5EF4-FFF2-40B4-BE49-F238E27FC236}">
                    <a16:creationId xmlns:a16="http://schemas.microsoft.com/office/drawing/2014/main" id="{0FFD5F6F-F892-4795-B47B-EF671EB2DDD8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3" name="Group 412">
              <a:extLst>
                <a:ext uri="{FF2B5EF4-FFF2-40B4-BE49-F238E27FC236}">
                  <a16:creationId xmlns:a16="http://schemas.microsoft.com/office/drawing/2014/main" id="{BB069EF4-A7B5-A77B-2865-FD58DDEBD19D}"/>
                </a:ext>
              </a:extLst>
            </p:cNvPr>
            <p:cNvGrpSpPr/>
            <p:nvPr/>
          </p:nvGrpSpPr>
          <p:grpSpPr>
            <a:xfrm rot="854322">
              <a:off x="10916483" y="2948638"/>
              <a:ext cx="311000" cy="187465"/>
              <a:chOff x="8184342" y="3489954"/>
              <a:chExt cx="319681" cy="142611"/>
            </a:xfrm>
          </p:grpSpPr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4800F43F-0D71-4E11-44E2-67E0DD1032EA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5" name="Oval 414">
                <a:extLst>
                  <a:ext uri="{FF2B5EF4-FFF2-40B4-BE49-F238E27FC236}">
                    <a16:creationId xmlns:a16="http://schemas.microsoft.com/office/drawing/2014/main" id="{2129EF71-EC7E-06DF-5A17-5EF3CD013DC3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9" name="Group 418">
              <a:extLst>
                <a:ext uri="{FF2B5EF4-FFF2-40B4-BE49-F238E27FC236}">
                  <a16:creationId xmlns:a16="http://schemas.microsoft.com/office/drawing/2014/main" id="{82084DDE-83F8-1466-0333-FDA39951597C}"/>
                </a:ext>
              </a:extLst>
            </p:cNvPr>
            <p:cNvGrpSpPr/>
            <p:nvPr/>
          </p:nvGrpSpPr>
          <p:grpSpPr>
            <a:xfrm rot="16030452">
              <a:off x="11112358" y="2815588"/>
              <a:ext cx="137569" cy="166971"/>
              <a:chOff x="8183792" y="3488711"/>
              <a:chExt cx="304524" cy="154786"/>
            </a:xfrm>
          </p:grpSpPr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C7BF98F0-2F05-4CFB-5014-3D62AE82447F}"/>
                  </a:ext>
                </a:extLst>
              </p:cNvPr>
              <p:cNvSpPr/>
              <p:nvPr/>
            </p:nvSpPr>
            <p:spPr>
              <a:xfrm>
                <a:off x="8183792" y="3488711"/>
                <a:ext cx="304524" cy="154786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19591"/>
                  <a:gd name="connsiteY0" fmla="*/ 49921 h 154665"/>
                  <a:gd name="connsiteX1" fmla="*/ 159556 w 319591"/>
                  <a:gd name="connsiteY1" fmla="*/ 7 h 154665"/>
                  <a:gd name="connsiteX2" fmla="*/ 319576 w 319591"/>
                  <a:gd name="connsiteY2" fmla="*/ 53347 h 154665"/>
                  <a:gd name="connsiteX3" fmla="*/ 168774 w 319591"/>
                  <a:gd name="connsiteY3" fmla="*/ 151087 h 154665"/>
                  <a:gd name="connsiteX4" fmla="*/ 75736 w 319591"/>
                  <a:gd name="connsiteY4" fmla="*/ 137167 h 154665"/>
                  <a:gd name="connsiteX5" fmla="*/ 2525 w 319591"/>
                  <a:gd name="connsiteY5" fmla="*/ 85754 h 154665"/>
                  <a:gd name="connsiteX6" fmla="*/ 30502 w 319591"/>
                  <a:gd name="connsiteY6" fmla="*/ 49921 h 154665"/>
                  <a:gd name="connsiteX0" fmla="*/ 30502 w 303927"/>
                  <a:gd name="connsiteY0" fmla="*/ 50163 h 153786"/>
                  <a:gd name="connsiteX1" fmla="*/ 159556 w 303927"/>
                  <a:gd name="connsiteY1" fmla="*/ 249 h 153786"/>
                  <a:gd name="connsiteX2" fmla="*/ 303910 w 303927"/>
                  <a:gd name="connsiteY2" fmla="*/ 72603 h 153786"/>
                  <a:gd name="connsiteX3" fmla="*/ 168774 w 303927"/>
                  <a:gd name="connsiteY3" fmla="*/ 151329 h 153786"/>
                  <a:gd name="connsiteX4" fmla="*/ 75736 w 303927"/>
                  <a:gd name="connsiteY4" fmla="*/ 137409 h 153786"/>
                  <a:gd name="connsiteX5" fmla="*/ 2525 w 303927"/>
                  <a:gd name="connsiteY5" fmla="*/ 85996 h 153786"/>
                  <a:gd name="connsiteX6" fmla="*/ 30502 w 303927"/>
                  <a:gd name="connsiteY6" fmla="*/ 50163 h 153786"/>
                  <a:gd name="connsiteX0" fmla="*/ 31053 w 304524"/>
                  <a:gd name="connsiteY0" fmla="*/ 51163 h 154786"/>
                  <a:gd name="connsiteX1" fmla="*/ 184832 w 304524"/>
                  <a:gd name="connsiteY1" fmla="*/ 244 h 154786"/>
                  <a:gd name="connsiteX2" fmla="*/ 304461 w 304524"/>
                  <a:gd name="connsiteY2" fmla="*/ 73603 h 154786"/>
                  <a:gd name="connsiteX3" fmla="*/ 169325 w 304524"/>
                  <a:gd name="connsiteY3" fmla="*/ 152329 h 154786"/>
                  <a:gd name="connsiteX4" fmla="*/ 76287 w 304524"/>
                  <a:gd name="connsiteY4" fmla="*/ 138409 h 154786"/>
                  <a:gd name="connsiteX5" fmla="*/ 3076 w 304524"/>
                  <a:gd name="connsiteY5" fmla="*/ 86996 h 154786"/>
                  <a:gd name="connsiteX6" fmla="*/ 31053 w 304524"/>
                  <a:gd name="connsiteY6" fmla="*/ 51163 h 154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4524" h="154786">
                    <a:moveTo>
                      <a:pt x="31053" y="51163"/>
                    </a:moveTo>
                    <a:cubicBezTo>
                      <a:pt x="61346" y="36704"/>
                      <a:pt x="139264" y="-3496"/>
                      <a:pt x="184832" y="244"/>
                    </a:cubicBezTo>
                    <a:cubicBezTo>
                      <a:pt x="230400" y="3984"/>
                      <a:pt x="307046" y="48256"/>
                      <a:pt x="304461" y="73603"/>
                    </a:cubicBezTo>
                    <a:cubicBezTo>
                      <a:pt x="301877" y="98951"/>
                      <a:pt x="207354" y="141528"/>
                      <a:pt x="169325" y="152329"/>
                    </a:cubicBezTo>
                    <a:cubicBezTo>
                      <a:pt x="131296" y="163130"/>
                      <a:pt x="108037" y="134599"/>
                      <a:pt x="76287" y="138409"/>
                    </a:cubicBezTo>
                    <a:cubicBezTo>
                      <a:pt x="44537" y="142219"/>
                      <a:pt x="10615" y="101537"/>
                      <a:pt x="3076" y="86996"/>
                    </a:cubicBezTo>
                    <a:cubicBezTo>
                      <a:pt x="-4463" y="72455"/>
                      <a:pt x="760" y="65622"/>
                      <a:pt x="31053" y="51163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1" name="Oval 420">
                <a:extLst>
                  <a:ext uri="{FF2B5EF4-FFF2-40B4-BE49-F238E27FC236}">
                    <a16:creationId xmlns:a16="http://schemas.microsoft.com/office/drawing/2014/main" id="{65A54E8D-C7C8-3A8A-A25B-BA290FBFA7A7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5" name="Group 424">
              <a:extLst>
                <a:ext uri="{FF2B5EF4-FFF2-40B4-BE49-F238E27FC236}">
                  <a16:creationId xmlns:a16="http://schemas.microsoft.com/office/drawing/2014/main" id="{EF39E96F-A4D4-04FD-EF24-3801714E1F06}"/>
                </a:ext>
              </a:extLst>
            </p:cNvPr>
            <p:cNvGrpSpPr/>
            <p:nvPr/>
          </p:nvGrpSpPr>
          <p:grpSpPr>
            <a:xfrm rot="9622532">
              <a:off x="10474574" y="2753181"/>
              <a:ext cx="311000" cy="206062"/>
              <a:chOff x="8184342" y="3489954"/>
              <a:chExt cx="319681" cy="142611"/>
            </a:xfrm>
          </p:grpSpPr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AD6013BA-222D-1CF1-92F9-A497B07C4F26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7" name="Oval 426">
                <a:extLst>
                  <a:ext uri="{FF2B5EF4-FFF2-40B4-BE49-F238E27FC236}">
                    <a16:creationId xmlns:a16="http://schemas.microsoft.com/office/drawing/2014/main" id="{968FCEC9-3590-72A8-57F2-F1C04608A45B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1" name="Group 430">
              <a:extLst>
                <a:ext uri="{FF2B5EF4-FFF2-40B4-BE49-F238E27FC236}">
                  <a16:creationId xmlns:a16="http://schemas.microsoft.com/office/drawing/2014/main" id="{B0C9DC35-C2B5-83BA-51E7-E179EACA2F54}"/>
                </a:ext>
              </a:extLst>
            </p:cNvPr>
            <p:cNvGrpSpPr/>
            <p:nvPr/>
          </p:nvGrpSpPr>
          <p:grpSpPr>
            <a:xfrm rot="4283942">
              <a:off x="10764961" y="2679762"/>
              <a:ext cx="296254" cy="223654"/>
              <a:chOff x="8183792" y="3488711"/>
              <a:chExt cx="304524" cy="154786"/>
            </a:xfrm>
          </p:grpSpPr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2800CF8E-49CF-0530-B2D4-491D2D4516A4}"/>
                  </a:ext>
                </a:extLst>
              </p:cNvPr>
              <p:cNvSpPr/>
              <p:nvPr/>
            </p:nvSpPr>
            <p:spPr>
              <a:xfrm>
                <a:off x="8183792" y="3488711"/>
                <a:ext cx="304524" cy="154786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19591"/>
                  <a:gd name="connsiteY0" fmla="*/ 49921 h 154665"/>
                  <a:gd name="connsiteX1" fmla="*/ 159556 w 319591"/>
                  <a:gd name="connsiteY1" fmla="*/ 7 h 154665"/>
                  <a:gd name="connsiteX2" fmla="*/ 319576 w 319591"/>
                  <a:gd name="connsiteY2" fmla="*/ 53347 h 154665"/>
                  <a:gd name="connsiteX3" fmla="*/ 168774 w 319591"/>
                  <a:gd name="connsiteY3" fmla="*/ 151087 h 154665"/>
                  <a:gd name="connsiteX4" fmla="*/ 75736 w 319591"/>
                  <a:gd name="connsiteY4" fmla="*/ 137167 h 154665"/>
                  <a:gd name="connsiteX5" fmla="*/ 2525 w 319591"/>
                  <a:gd name="connsiteY5" fmla="*/ 85754 h 154665"/>
                  <a:gd name="connsiteX6" fmla="*/ 30502 w 319591"/>
                  <a:gd name="connsiteY6" fmla="*/ 49921 h 154665"/>
                  <a:gd name="connsiteX0" fmla="*/ 30502 w 303927"/>
                  <a:gd name="connsiteY0" fmla="*/ 50163 h 153786"/>
                  <a:gd name="connsiteX1" fmla="*/ 159556 w 303927"/>
                  <a:gd name="connsiteY1" fmla="*/ 249 h 153786"/>
                  <a:gd name="connsiteX2" fmla="*/ 303910 w 303927"/>
                  <a:gd name="connsiteY2" fmla="*/ 72603 h 153786"/>
                  <a:gd name="connsiteX3" fmla="*/ 168774 w 303927"/>
                  <a:gd name="connsiteY3" fmla="*/ 151329 h 153786"/>
                  <a:gd name="connsiteX4" fmla="*/ 75736 w 303927"/>
                  <a:gd name="connsiteY4" fmla="*/ 137409 h 153786"/>
                  <a:gd name="connsiteX5" fmla="*/ 2525 w 303927"/>
                  <a:gd name="connsiteY5" fmla="*/ 85996 h 153786"/>
                  <a:gd name="connsiteX6" fmla="*/ 30502 w 303927"/>
                  <a:gd name="connsiteY6" fmla="*/ 50163 h 153786"/>
                  <a:gd name="connsiteX0" fmla="*/ 31053 w 304524"/>
                  <a:gd name="connsiteY0" fmla="*/ 51163 h 154786"/>
                  <a:gd name="connsiteX1" fmla="*/ 184832 w 304524"/>
                  <a:gd name="connsiteY1" fmla="*/ 244 h 154786"/>
                  <a:gd name="connsiteX2" fmla="*/ 304461 w 304524"/>
                  <a:gd name="connsiteY2" fmla="*/ 73603 h 154786"/>
                  <a:gd name="connsiteX3" fmla="*/ 169325 w 304524"/>
                  <a:gd name="connsiteY3" fmla="*/ 152329 h 154786"/>
                  <a:gd name="connsiteX4" fmla="*/ 76287 w 304524"/>
                  <a:gd name="connsiteY4" fmla="*/ 138409 h 154786"/>
                  <a:gd name="connsiteX5" fmla="*/ 3076 w 304524"/>
                  <a:gd name="connsiteY5" fmla="*/ 86996 h 154786"/>
                  <a:gd name="connsiteX6" fmla="*/ 31053 w 304524"/>
                  <a:gd name="connsiteY6" fmla="*/ 51163 h 154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4524" h="154786">
                    <a:moveTo>
                      <a:pt x="31053" y="51163"/>
                    </a:moveTo>
                    <a:cubicBezTo>
                      <a:pt x="61346" y="36704"/>
                      <a:pt x="139264" y="-3496"/>
                      <a:pt x="184832" y="244"/>
                    </a:cubicBezTo>
                    <a:cubicBezTo>
                      <a:pt x="230400" y="3984"/>
                      <a:pt x="307046" y="48256"/>
                      <a:pt x="304461" y="73603"/>
                    </a:cubicBezTo>
                    <a:cubicBezTo>
                      <a:pt x="301877" y="98951"/>
                      <a:pt x="207354" y="141528"/>
                      <a:pt x="169325" y="152329"/>
                    </a:cubicBezTo>
                    <a:cubicBezTo>
                      <a:pt x="131296" y="163130"/>
                      <a:pt x="108037" y="134599"/>
                      <a:pt x="76287" y="138409"/>
                    </a:cubicBezTo>
                    <a:cubicBezTo>
                      <a:pt x="44537" y="142219"/>
                      <a:pt x="10615" y="101537"/>
                      <a:pt x="3076" y="86996"/>
                    </a:cubicBezTo>
                    <a:cubicBezTo>
                      <a:pt x="-4463" y="72455"/>
                      <a:pt x="760" y="65622"/>
                      <a:pt x="31053" y="51163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3" name="Oval 432">
                <a:extLst>
                  <a:ext uri="{FF2B5EF4-FFF2-40B4-BE49-F238E27FC236}">
                    <a16:creationId xmlns:a16="http://schemas.microsoft.com/office/drawing/2014/main" id="{576EC765-6515-2066-A4BC-4A9932460BE2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4" name="Group 433">
              <a:extLst>
                <a:ext uri="{FF2B5EF4-FFF2-40B4-BE49-F238E27FC236}">
                  <a16:creationId xmlns:a16="http://schemas.microsoft.com/office/drawing/2014/main" id="{785C75A8-FBFE-D773-DA65-B2904E3B3DE5}"/>
                </a:ext>
              </a:extLst>
            </p:cNvPr>
            <p:cNvGrpSpPr/>
            <p:nvPr/>
          </p:nvGrpSpPr>
          <p:grpSpPr>
            <a:xfrm rot="16030452">
              <a:off x="10749185" y="2855268"/>
              <a:ext cx="127082" cy="199050"/>
              <a:chOff x="8206944" y="3458974"/>
              <a:chExt cx="281310" cy="184524"/>
            </a:xfrm>
          </p:grpSpPr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EE5EC715-ACCC-E117-5D4E-A2B0A746F3A2}"/>
                  </a:ext>
                </a:extLst>
              </p:cNvPr>
              <p:cNvSpPr/>
              <p:nvPr/>
            </p:nvSpPr>
            <p:spPr>
              <a:xfrm>
                <a:off x="8206944" y="3458974"/>
                <a:ext cx="281310" cy="184524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19591"/>
                  <a:gd name="connsiteY0" fmla="*/ 49921 h 154665"/>
                  <a:gd name="connsiteX1" fmla="*/ 159556 w 319591"/>
                  <a:gd name="connsiteY1" fmla="*/ 7 h 154665"/>
                  <a:gd name="connsiteX2" fmla="*/ 319576 w 319591"/>
                  <a:gd name="connsiteY2" fmla="*/ 53347 h 154665"/>
                  <a:gd name="connsiteX3" fmla="*/ 168774 w 319591"/>
                  <a:gd name="connsiteY3" fmla="*/ 151087 h 154665"/>
                  <a:gd name="connsiteX4" fmla="*/ 75736 w 319591"/>
                  <a:gd name="connsiteY4" fmla="*/ 137167 h 154665"/>
                  <a:gd name="connsiteX5" fmla="*/ 2525 w 319591"/>
                  <a:gd name="connsiteY5" fmla="*/ 85754 h 154665"/>
                  <a:gd name="connsiteX6" fmla="*/ 30502 w 319591"/>
                  <a:gd name="connsiteY6" fmla="*/ 49921 h 154665"/>
                  <a:gd name="connsiteX0" fmla="*/ 30502 w 303927"/>
                  <a:gd name="connsiteY0" fmla="*/ 50163 h 153786"/>
                  <a:gd name="connsiteX1" fmla="*/ 159556 w 303927"/>
                  <a:gd name="connsiteY1" fmla="*/ 249 h 153786"/>
                  <a:gd name="connsiteX2" fmla="*/ 303910 w 303927"/>
                  <a:gd name="connsiteY2" fmla="*/ 72603 h 153786"/>
                  <a:gd name="connsiteX3" fmla="*/ 168774 w 303927"/>
                  <a:gd name="connsiteY3" fmla="*/ 151329 h 153786"/>
                  <a:gd name="connsiteX4" fmla="*/ 75736 w 303927"/>
                  <a:gd name="connsiteY4" fmla="*/ 137409 h 153786"/>
                  <a:gd name="connsiteX5" fmla="*/ 2525 w 303927"/>
                  <a:gd name="connsiteY5" fmla="*/ 85996 h 153786"/>
                  <a:gd name="connsiteX6" fmla="*/ 30502 w 303927"/>
                  <a:gd name="connsiteY6" fmla="*/ 50163 h 153786"/>
                  <a:gd name="connsiteX0" fmla="*/ 31053 w 304524"/>
                  <a:gd name="connsiteY0" fmla="*/ 51163 h 154786"/>
                  <a:gd name="connsiteX1" fmla="*/ 184832 w 304524"/>
                  <a:gd name="connsiteY1" fmla="*/ 244 h 154786"/>
                  <a:gd name="connsiteX2" fmla="*/ 304461 w 304524"/>
                  <a:gd name="connsiteY2" fmla="*/ 73603 h 154786"/>
                  <a:gd name="connsiteX3" fmla="*/ 169325 w 304524"/>
                  <a:gd name="connsiteY3" fmla="*/ 152329 h 154786"/>
                  <a:gd name="connsiteX4" fmla="*/ 76287 w 304524"/>
                  <a:gd name="connsiteY4" fmla="*/ 138409 h 154786"/>
                  <a:gd name="connsiteX5" fmla="*/ 3076 w 304524"/>
                  <a:gd name="connsiteY5" fmla="*/ 86996 h 154786"/>
                  <a:gd name="connsiteX6" fmla="*/ 31053 w 304524"/>
                  <a:gd name="connsiteY6" fmla="*/ 51163 h 154786"/>
                  <a:gd name="connsiteX0" fmla="*/ 30648 w 304057"/>
                  <a:gd name="connsiteY0" fmla="*/ 80906 h 184529"/>
                  <a:gd name="connsiteX1" fmla="*/ 166830 w 304057"/>
                  <a:gd name="connsiteY1" fmla="*/ 154 h 184529"/>
                  <a:gd name="connsiteX2" fmla="*/ 304056 w 304057"/>
                  <a:gd name="connsiteY2" fmla="*/ 103346 h 184529"/>
                  <a:gd name="connsiteX3" fmla="*/ 168920 w 304057"/>
                  <a:gd name="connsiteY3" fmla="*/ 182072 h 184529"/>
                  <a:gd name="connsiteX4" fmla="*/ 75882 w 304057"/>
                  <a:gd name="connsiteY4" fmla="*/ 168152 h 184529"/>
                  <a:gd name="connsiteX5" fmla="*/ 2671 w 304057"/>
                  <a:gd name="connsiteY5" fmla="*/ 116739 h 184529"/>
                  <a:gd name="connsiteX6" fmla="*/ 30648 w 304057"/>
                  <a:gd name="connsiteY6" fmla="*/ 80906 h 184529"/>
                  <a:gd name="connsiteX0" fmla="*/ 49455 w 301806"/>
                  <a:gd name="connsiteY0" fmla="*/ 81336 h 184524"/>
                  <a:gd name="connsiteX1" fmla="*/ 164579 w 301806"/>
                  <a:gd name="connsiteY1" fmla="*/ 149 h 184524"/>
                  <a:gd name="connsiteX2" fmla="*/ 301805 w 301806"/>
                  <a:gd name="connsiteY2" fmla="*/ 103341 h 184524"/>
                  <a:gd name="connsiteX3" fmla="*/ 166669 w 301806"/>
                  <a:gd name="connsiteY3" fmla="*/ 182067 h 184524"/>
                  <a:gd name="connsiteX4" fmla="*/ 73631 w 301806"/>
                  <a:gd name="connsiteY4" fmla="*/ 168147 h 184524"/>
                  <a:gd name="connsiteX5" fmla="*/ 420 w 301806"/>
                  <a:gd name="connsiteY5" fmla="*/ 116734 h 184524"/>
                  <a:gd name="connsiteX6" fmla="*/ 49455 w 301806"/>
                  <a:gd name="connsiteY6" fmla="*/ 81336 h 184524"/>
                  <a:gd name="connsiteX0" fmla="*/ 28959 w 281310"/>
                  <a:gd name="connsiteY0" fmla="*/ 81336 h 184524"/>
                  <a:gd name="connsiteX1" fmla="*/ 144083 w 281310"/>
                  <a:gd name="connsiteY1" fmla="*/ 149 h 184524"/>
                  <a:gd name="connsiteX2" fmla="*/ 281309 w 281310"/>
                  <a:gd name="connsiteY2" fmla="*/ 103341 h 184524"/>
                  <a:gd name="connsiteX3" fmla="*/ 146173 w 281310"/>
                  <a:gd name="connsiteY3" fmla="*/ 182067 h 184524"/>
                  <a:gd name="connsiteX4" fmla="*/ 53135 w 281310"/>
                  <a:gd name="connsiteY4" fmla="*/ 168147 h 184524"/>
                  <a:gd name="connsiteX5" fmla="*/ 985 w 281310"/>
                  <a:gd name="connsiteY5" fmla="*/ 117169 h 184524"/>
                  <a:gd name="connsiteX6" fmla="*/ 28959 w 281310"/>
                  <a:gd name="connsiteY6" fmla="*/ 81336 h 184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1310" h="184524">
                    <a:moveTo>
                      <a:pt x="28959" y="81336"/>
                    </a:moveTo>
                    <a:cubicBezTo>
                      <a:pt x="52809" y="61833"/>
                      <a:pt x="102025" y="-3519"/>
                      <a:pt x="144083" y="149"/>
                    </a:cubicBezTo>
                    <a:cubicBezTo>
                      <a:pt x="186141" y="3817"/>
                      <a:pt x="280961" y="73021"/>
                      <a:pt x="281309" y="103341"/>
                    </a:cubicBezTo>
                    <a:cubicBezTo>
                      <a:pt x="281657" y="133661"/>
                      <a:pt x="184202" y="171266"/>
                      <a:pt x="146173" y="182067"/>
                    </a:cubicBezTo>
                    <a:cubicBezTo>
                      <a:pt x="108144" y="192868"/>
                      <a:pt x="84885" y="164337"/>
                      <a:pt x="53135" y="168147"/>
                    </a:cubicBezTo>
                    <a:cubicBezTo>
                      <a:pt x="21385" y="171957"/>
                      <a:pt x="5014" y="131638"/>
                      <a:pt x="985" y="117169"/>
                    </a:cubicBezTo>
                    <a:cubicBezTo>
                      <a:pt x="-3044" y="102700"/>
                      <a:pt x="5109" y="100839"/>
                      <a:pt x="28959" y="81336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6" name="Oval 435">
                <a:extLst>
                  <a:ext uri="{FF2B5EF4-FFF2-40B4-BE49-F238E27FC236}">
                    <a16:creationId xmlns:a16="http://schemas.microsoft.com/office/drawing/2014/main" id="{82B8C314-8339-8D7A-2FCD-CF3E02ED9405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40" name="Group 439">
              <a:extLst>
                <a:ext uri="{FF2B5EF4-FFF2-40B4-BE49-F238E27FC236}">
                  <a16:creationId xmlns:a16="http://schemas.microsoft.com/office/drawing/2014/main" id="{EBC7F448-C852-60F2-8050-2F703486B263}"/>
                </a:ext>
              </a:extLst>
            </p:cNvPr>
            <p:cNvGrpSpPr/>
            <p:nvPr/>
          </p:nvGrpSpPr>
          <p:grpSpPr>
            <a:xfrm rot="158825">
              <a:off x="11190920" y="2738823"/>
              <a:ext cx="256899" cy="84903"/>
              <a:chOff x="8184342" y="3489954"/>
              <a:chExt cx="319681" cy="142611"/>
            </a:xfrm>
          </p:grpSpPr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2DD667AF-F6A3-3E03-DC5E-E88054117E11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2" name="Oval 441">
                <a:extLst>
                  <a:ext uri="{FF2B5EF4-FFF2-40B4-BE49-F238E27FC236}">
                    <a16:creationId xmlns:a16="http://schemas.microsoft.com/office/drawing/2014/main" id="{7AD583AC-B30C-04D8-227C-24BEA5B16D51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43" name="Group 442">
              <a:extLst>
                <a:ext uri="{FF2B5EF4-FFF2-40B4-BE49-F238E27FC236}">
                  <a16:creationId xmlns:a16="http://schemas.microsoft.com/office/drawing/2014/main" id="{D9B35866-C92D-FF1B-F730-90A1F852BB07}"/>
                </a:ext>
              </a:extLst>
            </p:cNvPr>
            <p:cNvGrpSpPr/>
            <p:nvPr/>
          </p:nvGrpSpPr>
          <p:grpSpPr>
            <a:xfrm rot="8276057">
              <a:off x="11259684" y="2851436"/>
              <a:ext cx="398298" cy="164043"/>
              <a:chOff x="8184342" y="3489954"/>
              <a:chExt cx="319681" cy="142611"/>
            </a:xfrm>
          </p:grpSpPr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C0F89755-AF43-14C7-D187-337ABD8A4C3A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5" name="Oval 444">
                <a:extLst>
                  <a:ext uri="{FF2B5EF4-FFF2-40B4-BE49-F238E27FC236}">
                    <a16:creationId xmlns:a16="http://schemas.microsoft.com/office/drawing/2014/main" id="{05F9DD68-6202-5A46-62CA-FF9FB0202347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46" name="Group 445">
              <a:extLst>
                <a:ext uri="{FF2B5EF4-FFF2-40B4-BE49-F238E27FC236}">
                  <a16:creationId xmlns:a16="http://schemas.microsoft.com/office/drawing/2014/main" id="{D19F978D-98F7-A8DF-B335-009CF7E1A64A}"/>
                </a:ext>
              </a:extLst>
            </p:cNvPr>
            <p:cNvGrpSpPr/>
            <p:nvPr/>
          </p:nvGrpSpPr>
          <p:grpSpPr>
            <a:xfrm rot="1764524">
              <a:off x="10453592" y="3144049"/>
              <a:ext cx="312306" cy="238489"/>
              <a:chOff x="8183614" y="3489955"/>
              <a:chExt cx="321023" cy="165053"/>
            </a:xfrm>
          </p:grpSpPr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B1FE305F-AAC7-8A6A-7B28-F9ABD16D7048}"/>
                  </a:ext>
                </a:extLst>
              </p:cNvPr>
              <p:cNvSpPr/>
              <p:nvPr/>
            </p:nvSpPr>
            <p:spPr>
              <a:xfrm>
                <a:off x="8183614" y="3489955"/>
                <a:ext cx="321023" cy="165053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19671"/>
                  <a:gd name="connsiteY0" fmla="*/ 49921 h 140761"/>
                  <a:gd name="connsiteX1" fmla="*/ 159556 w 319671"/>
                  <a:gd name="connsiteY1" fmla="*/ 7 h 140761"/>
                  <a:gd name="connsiteX2" fmla="*/ 319576 w 319671"/>
                  <a:gd name="connsiteY2" fmla="*/ 53347 h 140761"/>
                  <a:gd name="connsiteX3" fmla="*/ 182416 w 319671"/>
                  <a:gd name="connsiteY3" fmla="*/ 137167 h 140761"/>
                  <a:gd name="connsiteX4" fmla="*/ 138036 w 319671"/>
                  <a:gd name="connsiteY4" fmla="*/ 126579 h 140761"/>
                  <a:gd name="connsiteX5" fmla="*/ 75736 w 319671"/>
                  <a:gd name="connsiteY5" fmla="*/ 137167 h 140761"/>
                  <a:gd name="connsiteX6" fmla="*/ 2525 w 319671"/>
                  <a:gd name="connsiteY6" fmla="*/ 85754 h 140761"/>
                  <a:gd name="connsiteX7" fmla="*/ 30502 w 319671"/>
                  <a:gd name="connsiteY7" fmla="*/ 49921 h 140761"/>
                  <a:gd name="connsiteX0" fmla="*/ 31181 w 320350"/>
                  <a:gd name="connsiteY0" fmla="*/ 49921 h 155088"/>
                  <a:gd name="connsiteX1" fmla="*/ 160235 w 320350"/>
                  <a:gd name="connsiteY1" fmla="*/ 7 h 155088"/>
                  <a:gd name="connsiteX2" fmla="*/ 320255 w 320350"/>
                  <a:gd name="connsiteY2" fmla="*/ 53347 h 155088"/>
                  <a:gd name="connsiteX3" fmla="*/ 183095 w 320350"/>
                  <a:gd name="connsiteY3" fmla="*/ 137167 h 155088"/>
                  <a:gd name="connsiteX4" fmla="*/ 138715 w 320350"/>
                  <a:gd name="connsiteY4" fmla="*/ 126579 h 155088"/>
                  <a:gd name="connsiteX5" fmla="*/ 86392 w 320350"/>
                  <a:gd name="connsiteY5" fmla="*/ 153559 h 155088"/>
                  <a:gd name="connsiteX6" fmla="*/ 3204 w 320350"/>
                  <a:gd name="connsiteY6" fmla="*/ 85754 h 155088"/>
                  <a:gd name="connsiteX7" fmla="*/ 31181 w 320350"/>
                  <a:gd name="connsiteY7" fmla="*/ 49921 h 155088"/>
                  <a:gd name="connsiteX0" fmla="*/ 31181 w 320978"/>
                  <a:gd name="connsiteY0" fmla="*/ 49921 h 155088"/>
                  <a:gd name="connsiteX1" fmla="*/ 160235 w 320978"/>
                  <a:gd name="connsiteY1" fmla="*/ 7 h 155088"/>
                  <a:gd name="connsiteX2" fmla="*/ 320255 w 320978"/>
                  <a:gd name="connsiteY2" fmla="*/ 53347 h 155088"/>
                  <a:gd name="connsiteX3" fmla="*/ 216126 w 320978"/>
                  <a:gd name="connsiteY3" fmla="*/ 109497 h 155088"/>
                  <a:gd name="connsiteX4" fmla="*/ 138715 w 320978"/>
                  <a:gd name="connsiteY4" fmla="*/ 126579 h 155088"/>
                  <a:gd name="connsiteX5" fmla="*/ 86392 w 320978"/>
                  <a:gd name="connsiteY5" fmla="*/ 153559 h 155088"/>
                  <a:gd name="connsiteX6" fmla="*/ 3204 w 320978"/>
                  <a:gd name="connsiteY6" fmla="*/ 85754 h 155088"/>
                  <a:gd name="connsiteX7" fmla="*/ 31181 w 320978"/>
                  <a:gd name="connsiteY7" fmla="*/ 49921 h 155088"/>
                  <a:gd name="connsiteX0" fmla="*/ 31181 w 320972"/>
                  <a:gd name="connsiteY0" fmla="*/ 49921 h 155326"/>
                  <a:gd name="connsiteX1" fmla="*/ 160235 w 320972"/>
                  <a:gd name="connsiteY1" fmla="*/ 7 h 155326"/>
                  <a:gd name="connsiteX2" fmla="*/ 320255 w 320972"/>
                  <a:gd name="connsiteY2" fmla="*/ 53347 h 155326"/>
                  <a:gd name="connsiteX3" fmla="*/ 216126 w 320972"/>
                  <a:gd name="connsiteY3" fmla="*/ 109497 h 155326"/>
                  <a:gd name="connsiteX4" fmla="*/ 143522 w 320972"/>
                  <a:gd name="connsiteY4" fmla="*/ 132322 h 155326"/>
                  <a:gd name="connsiteX5" fmla="*/ 86392 w 320972"/>
                  <a:gd name="connsiteY5" fmla="*/ 153559 h 155326"/>
                  <a:gd name="connsiteX6" fmla="*/ 3204 w 320972"/>
                  <a:gd name="connsiteY6" fmla="*/ 85754 h 155326"/>
                  <a:gd name="connsiteX7" fmla="*/ 31181 w 320972"/>
                  <a:gd name="connsiteY7" fmla="*/ 49921 h 155326"/>
                  <a:gd name="connsiteX0" fmla="*/ 31181 w 320973"/>
                  <a:gd name="connsiteY0" fmla="*/ 49921 h 155806"/>
                  <a:gd name="connsiteX1" fmla="*/ 160235 w 320973"/>
                  <a:gd name="connsiteY1" fmla="*/ 7 h 155806"/>
                  <a:gd name="connsiteX2" fmla="*/ 320255 w 320973"/>
                  <a:gd name="connsiteY2" fmla="*/ 53347 h 155806"/>
                  <a:gd name="connsiteX3" fmla="*/ 216126 w 320973"/>
                  <a:gd name="connsiteY3" fmla="*/ 109497 h 155806"/>
                  <a:gd name="connsiteX4" fmla="*/ 142645 w 320973"/>
                  <a:gd name="connsiteY4" fmla="*/ 140223 h 155806"/>
                  <a:gd name="connsiteX5" fmla="*/ 86392 w 320973"/>
                  <a:gd name="connsiteY5" fmla="*/ 153559 h 155806"/>
                  <a:gd name="connsiteX6" fmla="*/ 3204 w 320973"/>
                  <a:gd name="connsiteY6" fmla="*/ 85754 h 155806"/>
                  <a:gd name="connsiteX7" fmla="*/ 31181 w 320973"/>
                  <a:gd name="connsiteY7" fmla="*/ 49921 h 155806"/>
                  <a:gd name="connsiteX0" fmla="*/ 31231 w 321023"/>
                  <a:gd name="connsiteY0" fmla="*/ 49921 h 165053"/>
                  <a:gd name="connsiteX1" fmla="*/ 160285 w 321023"/>
                  <a:gd name="connsiteY1" fmla="*/ 7 h 165053"/>
                  <a:gd name="connsiteX2" fmla="*/ 320305 w 321023"/>
                  <a:gd name="connsiteY2" fmla="*/ 53347 h 165053"/>
                  <a:gd name="connsiteX3" fmla="*/ 216176 w 321023"/>
                  <a:gd name="connsiteY3" fmla="*/ 109497 h 165053"/>
                  <a:gd name="connsiteX4" fmla="*/ 142695 w 321023"/>
                  <a:gd name="connsiteY4" fmla="*/ 140223 h 165053"/>
                  <a:gd name="connsiteX5" fmla="*/ 87167 w 321023"/>
                  <a:gd name="connsiteY5" fmla="*/ 163373 h 165053"/>
                  <a:gd name="connsiteX6" fmla="*/ 3254 w 321023"/>
                  <a:gd name="connsiteY6" fmla="*/ 85754 h 165053"/>
                  <a:gd name="connsiteX7" fmla="*/ 31231 w 321023"/>
                  <a:gd name="connsiteY7" fmla="*/ 49921 h 1650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1023" h="165053">
                    <a:moveTo>
                      <a:pt x="31231" y="49921"/>
                    </a:moveTo>
                    <a:cubicBezTo>
                      <a:pt x="57403" y="35630"/>
                      <a:pt x="112106" y="-564"/>
                      <a:pt x="160285" y="7"/>
                    </a:cubicBezTo>
                    <a:cubicBezTo>
                      <a:pt x="208464" y="578"/>
                      <a:pt x="310990" y="35099"/>
                      <a:pt x="320305" y="53347"/>
                    </a:cubicBezTo>
                    <a:cubicBezTo>
                      <a:pt x="329620" y="71595"/>
                      <a:pt x="245778" y="95018"/>
                      <a:pt x="216176" y="109497"/>
                    </a:cubicBezTo>
                    <a:cubicBezTo>
                      <a:pt x="186574" y="123976"/>
                      <a:pt x="160475" y="140223"/>
                      <a:pt x="142695" y="140223"/>
                    </a:cubicBezTo>
                    <a:cubicBezTo>
                      <a:pt x="124915" y="140223"/>
                      <a:pt x="113104" y="172689"/>
                      <a:pt x="87167" y="163373"/>
                    </a:cubicBezTo>
                    <a:cubicBezTo>
                      <a:pt x="61230" y="154057"/>
                      <a:pt x="12577" y="104663"/>
                      <a:pt x="3254" y="85754"/>
                    </a:cubicBezTo>
                    <a:cubicBezTo>
                      <a:pt x="-6069" y="66845"/>
                      <a:pt x="5059" y="64212"/>
                      <a:pt x="31231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8" name="Oval 447">
                <a:extLst>
                  <a:ext uri="{FF2B5EF4-FFF2-40B4-BE49-F238E27FC236}">
                    <a16:creationId xmlns:a16="http://schemas.microsoft.com/office/drawing/2014/main" id="{6E3679C9-E400-A328-041E-F5FD7C65BDD9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49" name="Group 448">
              <a:extLst>
                <a:ext uri="{FF2B5EF4-FFF2-40B4-BE49-F238E27FC236}">
                  <a16:creationId xmlns:a16="http://schemas.microsoft.com/office/drawing/2014/main" id="{2EA0641A-39C6-5CC8-2B5A-5CC2C30DB5A7}"/>
                </a:ext>
              </a:extLst>
            </p:cNvPr>
            <p:cNvGrpSpPr/>
            <p:nvPr/>
          </p:nvGrpSpPr>
          <p:grpSpPr>
            <a:xfrm rot="5802889">
              <a:off x="10263250" y="3379901"/>
              <a:ext cx="279021" cy="259411"/>
              <a:chOff x="8178393" y="3489939"/>
              <a:chExt cx="286810" cy="179533"/>
            </a:xfrm>
          </p:grpSpPr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67685347-FD4D-0783-1BF7-1DE612C27325}"/>
                  </a:ext>
                </a:extLst>
              </p:cNvPr>
              <p:cNvSpPr/>
              <p:nvPr/>
            </p:nvSpPr>
            <p:spPr>
              <a:xfrm>
                <a:off x="8178393" y="3489939"/>
                <a:ext cx="286810" cy="179533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6450 w 325641"/>
                  <a:gd name="connsiteY0" fmla="*/ 49921 h 179517"/>
                  <a:gd name="connsiteX1" fmla="*/ 165504 w 325641"/>
                  <a:gd name="connsiteY1" fmla="*/ 7 h 179517"/>
                  <a:gd name="connsiteX2" fmla="*/ 325524 w 325641"/>
                  <a:gd name="connsiteY2" fmla="*/ 53347 h 179517"/>
                  <a:gd name="connsiteX3" fmla="*/ 188364 w 325641"/>
                  <a:gd name="connsiteY3" fmla="*/ 137167 h 179517"/>
                  <a:gd name="connsiteX4" fmla="*/ 18084 w 325641"/>
                  <a:gd name="connsiteY4" fmla="*/ 179379 h 179517"/>
                  <a:gd name="connsiteX5" fmla="*/ 8473 w 325641"/>
                  <a:gd name="connsiteY5" fmla="*/ 85754 h 179517"/>
                  <a:gd name="connsiteX6" fmla="*/ 36450 w 325641"/>
                  <a:gd name="connsiteY6" fmla="*/ 49921 h 179517"/>
                  <a:gd name="connsiteX0" fmla="*/ 36450 w 286810"/>
                  <a:gd name="connsiteY0" fmla="*/ 49937 h 179533"/>
                  <a:gd name="connsiteX1" fmla="*/ 165504 w 286810"/>
                  <a:gd name="connsiteY1" fmla="*/ 23 h 179533"/>
                  <a:gd name="connsiteX2" fmla="*/ 286629 w 286810"/>
                  <a:gd name="connsiteY2" fmla="*/ 56446 h 179533"/>
                  <a:gd name="connsiteX3" fmla="*/ 188364 w 286810"/>
                  <a:gd name="connsiteY3" fmla="*/ 137183 h 179533"/>
                  <a:gd name="connsiteX4" fmla="*/ 18084 w 286810"/>
                  <a:gd name="connsiteY4" fmla="*/ 179395 h 179533"/>
                  <a:gd name="connsiteX5" fmla="*/ 8473 w 286810"/>
                  <a:gd name="connsiteY5" fmla="*/ 85770 h 179533"/>
                  <a:gd name="connsiteX6" fmla="*/ 36450 w 286810"/>
                  <a:gd name="connsiteY6" fmla="*/ 49937 h 179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6810" h="179533">
                    <a:moveTo>
                      <a:pt x="36450" y="49937"/>
                    </a:moveTo>
                    <a:cubicBezTo>
                      <a:pt x="62622" y="35646"/>
                      <a:pt x="123808" y="-1062"/>
                      <a:pt x="165504" y="23"/>
                    </a:cubicBezTo>
                    <a:cubicBezTo>
                      <a:pt x="207200" y="1108"/>
                      <a:pt x="282819" y="33586"/>
                      <a:pt x="286629" y="56446"/>
                    </a:cubicBezTo>
                    <a:cubicBezTo>
                      <a:pt x="290439" y="79306"/>
                      <a:pt x="233121" y="116692"/>
                      <a:pt x="188364" y="137183"/>
                    </a:cubicBezTo>
                    <a:cubicBezTo>
                      <a:pt x="143607" y="157674"/>
                      <a:pt x="49834" y="175585"/>
                      <a:pt x="18084" y="179395"/>
                    </a:cubicBezTo>
                    <a:cubicBezTo>
                      <a:pt x="-13666" y="183205"/>
                      <a:pt x="5412" y="107346"/>
                      <a:pt x="8473" y="85770"/>
                    </a:cubicBezTo>
                    <a:cubicBezTo>
                      <a:pt x="11534" y="64194"/>
                      <a:pt x="10278" y="64228"/>
                      <a:pt x="36450" y="49937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1" name="Oval 450">
                <a:extLst>
                  <a:ext uri="{FF2B5EF4-FFF2-40B4-BE49-F238E27FC236}">
                    <a16:creationId xmlns:a16="http://schemas.microsoft.com/office/drawing/2014/main" id="{69756709-6AE3-7CD3-E494-65B9983C2B17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55" name="Group 454">
              <a:extLst>
                <a:ext uri="{FF2B5EF4-FFF2-40B4-BE49-F238E27FC236}">
                  <a16:creationId xmlns:a16="http://schemas.microsoft.com/office/drawing/2014/main" id="{EE7A5232-19BA-F5FF-3113-D7E5896DAD17}"/>
                </a:ext>
              </a:extLst>
            </p:cNvPr>
            <p:cNvGrpSpPr/>
            <p:nvPr/>
          </p:nvGrpSpPr>
          <p:grpSpPr>
            <a:xfrm rot="1911205">
              <a:off x="10439695" y="3431136"/>
              <a:ext cx="344741" cy="127763"/>
              <a:chOff x="8184341" y="3489940"/>
              <a:chExt cx="317362" cy="248301"/>
            </a:xfrm>
          </p:grpSpPr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C6294541-3718-F4C6-2078-D85D6E735D54}"/>
                  </a:ext>
                </a:extLst>
              </p:cNvPr>
              <p:cNvSpPr/>
              <p:nvPr/>
            </p:nvSpPr>
            <p:spPr>
              <a:xfrm>
                <a:off x="8184341" y="3489940"/>
                <a:ext cx="317362" cy="24830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19839"/>
                  <a:gd name="connsiteY0" fmla="*/ 49921 h 248351"/>
                  <a:gd name="connsiteX1" fmla="*/ 159556 w 319839"/>
                  <a:gd name="connsiteY1" fmla="*/ 7 h 248351"/>
                  <a:gd name="connsiteX2" fmla="*/ 319576 w 319839"/>
                  <a:gd name="connsiteY2" fmla="*/ 53347 h 248351"/>
                  <a:gd name="connsiteX3" fmla="*/ 194157 w 319839"/>
                  <a:gd name="connsiteY3" fmla="*/ 247285 h 248351"/>
                  <a:gd name="connsiteX4" fmla="*/ 75736 w 319839"/>
                  <a:gd name="connsiteY4" fmla="*/ 137167 h 248351"/>
                  <a:gd name="connsiteX5" fmla="*/ 2525 w 319839"/>
                  <a:gd name="connsiteY5" fmla="*/ 85754 h 248351"/>
                  <a:gd name="connsiteX6" fmla="*/ 30502 w 319839"/>
                  <a:gd name="connsiteY6" fmla="*/ 49921 h 248351"/>
                  <a:gd name="connsiteX0" fmla="*/ 30502 w 319839"/>
                  <a:gd name="connsiteY0" fmla="*/ 49921 h 248351"/>
                  <a:gd name="connsiteX1" fmla="*/ 159556 w 319839"/>
                  <a:gd name="connsiteY1" fmla="*/ 7 h 248351"/>
                  <a:gd name="connsiteX2" fmla="*/ 319576 w 319839"/>
                  <a:gd name="connsiteY2" fmla="*/ 53347 h 248351"/>
                  <a:gd name="connsiteX3" fmla="*/ 194157 w 319839"/>
                  <a:gd name="connsiteY3" fmla="*/ 247285 h 248351"/>
                  <a:gd name="connsiteX4" fmla="*/ 75736 w 319839"/>
                  <a:gd name="connsiteY4" fmla="*/ 137168 h 248351"/>
                  <a:gd name="connsiteX5" fmla="*/ 2525 w 319839"/>
                  <a:gd name="connsiteY5" fmla="*/ 85754 h 248351"/>
                  <a:gd name="connsiteX6" fmla="*/ 30502 w 319839"/>
                  <a:gd name="connsiteY6" fmla="*/ 49921 h 248351"/>
                  <a:gd name="connsiteX0" fmla="*/ 30502 w 317362"/>
                  <a:gd name="connsiteY0" fmla="*/ 49937 h 248301"/>
                  <a:gd name="connsiteX1" fmla="*/ 159556 w 317362"/>
                  <a:gd name="connsiteY1" fmla="*/ 23 h 248301"/>
                  <a:gd name="connsiteX2" fmla="*/ 317094 w 317362"/>
                  <a:gd name="connsiteY2" fmla="*/ 56254 h 248301"/>
                  <a:gd name="connsiteX3" fmla="*/ 194157 w 317362"/>
                  <a:gd name="connsiteY3" fmla="*/ 247301 h 248301"/>
                  <a:gd name="connsiteX4" fmla="*/ 75736 w 317362"/>
                  <a:gd name="connsiteY4" fmla="*/ 137184 h 248301"/>
                  <a:gd name="connsiteX5" fmla="*/ 2525 w 317362"/>
                  <a:gd name="connsiteY5" fmla="*/ 85770 h 248301"/>
                  <a:gd name="connsiteX6" fmla="*/ 30502 w 317362"/>
                  <a:gd name="connsiteY6" fmla="*/ 49937 h 248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7362" h="248301">
                    <a:moveTo>
                      <a:pt x="30502" y="49937"/>
                    </a:moveTo>
                    <a:cubicBezTo>
                      <a:pt x="56674" y="35646"/>
                      <a:pt x="111791" y="-1030"/>
                      <a:pt x="159556" y="23"/>
                    </a:cubicBezTo>
                    <a:cubicBezTo>
                      <a:pt x="207321" y="1076"/>
                      <a:pt x="311327" y="15041"/>
                      <a:pt x="317094" y="56254"/>
                    </a:cubicBezTo>
                    <a:cubicBezTo>
                      <a:pt x="322861" y="97467"/>
                      <a:pt x="234383" y="233813"/>
                      <a:pt x="194157" y="247301"/>
                    </a:cubicBezTo>
                    <a:cubicBezTo>
                      <a:pt x="153931" y="260789"/>
                      <a:pt x="107486" y="133374"/>
                      <a:pt x="75736" y="137184"/>
                    </a:cubicBezTo>
                    <a:cubicBezTo>
                      <a:pt x="43986" y="140994"/>
                      <a:pt x="10064" y="100311"/>
                      <a:pt x="2525" y="85770"/>
                    </a:cubicBezTo>
                    <a:cubicBezTo>
                      <a:pt x="-5014" y="71229"/>
                      <a:pt x="4330" y="64228"/>
                      <a:pt x="30502" y="49937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7" name="Oval 456">
                <a:extLst>
                  <a:ext uri="{FF2B5EF4-FFF2-40B4-BE49-F238E27FC236}">
                    <a16:creationId xmlns:a16="http://schemas.microsoft.com/office/drawing/2014/main" id="{052B2E95-D368-1BF9-7B20-BA9BF732A9AE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8F6EA6D8-ABFA-B8E1-29DD-138B0A5754CC}"/>
                </a:ext>
              </a:extLst>
            </p:cNvPr>
            <p:cNvGrpSpPr/>
            <p:nvPr/>
          </p:nvGrpSpPr>
          <p:grpSpPr>
            <a:xfrm rot="1911205">
              <a:off x="10669248" y="3176172"/>
              <a:ext cx="306468" cy="124741"/>
              <a:chOff x="8184342" y="3489954"/>
              <a:chExt cx="319839" cy="248351"/>
            </a:xfrm>
          </p:grpSpPr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73859175-AD49-CFA3-57E2-86883CEA3089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839" cy="24835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19839"/>
                  <a:gd name="connsiteY0" fmla="*/ 49921 h 248351"/>
                  <a:gd name="connsiteX1" fmla="*/ 159556 w 319839"/>
                  <a:gd name="connsiteY1" fmla="*/ 7 h 248351"/>
                  <a:gd name="connsiteX2" fmla="*/ 319576 w 319839"/>
                  <a:gd name="connsiteY2" fmla="*/ 53347 h 248351"/>
                  <a:gd name="connsiteX3" fmla="*/ 194157 w 319839"/>
                  <a:gd name="connsiteY3" fmla="*/ 247285 h 248351"/>
                  <a:gd name="connsiteX4" fmla="*/ 75736 w 319839"/>
                  <a:gd name="connsiteY4" fmla="*/ 137167 h 248351"/>
                  <a:gd name="connsiteX5" fmla="*/ 2525 w 319839"/>
                  <a:gd name="connsiteY5" fmla="*/ 85754 h 248351"/>
                  <a:gd name="connsiteX6" fmla="*/ 30502 w 319839"/>
                  <a:gd name="connsiteY6" fmla="*/ 49921 h 248351"/>
                  <a:gd name="connsiteX0" fmla="*/ 30502 w 319839"/>
                  <a:gd name="connsiteY0" fmla="*/ 49921 h 248351"/>
                  <a:gd name="connsiteX1" fmla="*/ 159556 w 319839"/>
                  <a:gd name="connsiteY1" fmla="*/ 7 h 248351"/>
                  <a:gd name="connsiteX2" fmla="*/ 319576 w 319839"/>
                  <a:gd name="connsiteY2" fmla="*/ 53347 h 248351"/>
                  <a:gd name="connsiteX3" fmla="*/ 194157 w 319839"/>
                  <a:gd name="connsiteY3" fmla="*/ 247285 h 248351"/>
                  <a:gd name="connsiteX4" fmla="*/ 75736 w 319839"/>
                  <a:gd name="connsiteY4" fmla="*/ 137168 h 248351"/>
                  <a:gd name="connsiteX5" fmla="*/ 2525 w 319839"/>
                  <a:gd name="connsiteY5" fmla="*/ 85754 h 248351"/>
                  <a:gd name="connsiteX6" fmla="*/ 30502 w 319839"/>
                  <a:gd name="connsiteY6" fmla="*/ 49921 h 248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839" h="24835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3809" y="12134"/>
                      <a:pt x="319576" y="53347"/>
                    </a:cubicBezTo>
                    <a:cubicBezTo>
                      <a:pt x="325343" y="94560"/>
                      <a:pt x="234797" y="233315"/>
                      <a:pt x="194157" y="247285"/>
                    </a:cubicBezTo>
                    <a:cubicBezTo>
                      <a:pt x="153517" y="261255"/>
                      <a:pt x="107486" y="133358"/>
                      <a:pt x="75736" y="137168"/>
                    </a:cubicBezTo>
                    <a:cubicBezTo>
                      <a:pt x="43986" y="140978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0" name="Oval 459">
                <a:extLst>
                  <a:ext uri="{FF2B5EF4-FFF2-40B4-BE49-F238E27FC236}">
                    <a16:creationId xmlns:a16="http://schemas.microsoft.com/office/drawing/2014/main" id="{EE4FBCB3-5BAC-5FA1-220E-6CFC1D1DE49B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4" name="Group 463">
              <a:extLst>
                <a:ext uri="{FF2B5EF4-FFF2-40B4-BE49-F238E27FC236}">
                  <a16:creationId xmlns:a16="http://schemas.microsoft.com/office/drawing/2014/main" id="{EBA23F08-05C0-D61D-A1C4-614CBB0D41F8}"/>
                </a:ext>
              </a:extLst>
            </p:cNvPr>
            <p:cNvGrpSpPr/>
            <p:nvPr/>
          </p:nvGrpSpPr>
          <p:grpSpPr>
            <a:xfrm rot="158825">
              <a:off x="10892314" y="3126625"/>
              <a:ext cx="283072" cy="126561"/>
              <a:chOff x="8184083" y="3480370"/>
              <a:chExt cx="260591" cy="218293"/>
            </a:xfrm>
          </p:grpSpPr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59805305-A883-7376-300B-9D9CE1EAAC01}"/>
                  </a:ext>
                </a:extLst>
              </p:cNvPr>
              <p:cNvSpPr/>
              <p:nvPr/>
            </p:nvSpPr>
            <p:spPr>
              <a:xfrm>
                <a:off x="8184083" y="3480370"/>
                <a:ext cx="260591" cy="218293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19601"/>
                  <a:gd name="connsiteY0" fmla="*/ 49921 h 162995"/>
                  <a:gd name="connsiteX1" fmla="*/ 159556 w 319601"/>
                  <a:gd name="connsiteY1" fmla="*/ 7 h 162995"/>
                  <a:gd name="connsiteX2" fmla="*/ 319576 w 319601"/>
                  <a:gd name="connsiteY2" fmla="*/ 53347 h 162995"/>
                  <a:gd name="connsiteX3" fmla="*/ 171277 w 319601"/>
                  <a:gd name="connsiteY3" fmla="*/ 160061 h 162995"/>
                  <a:gd name="connsiteX4" fmla="*/ 75736 w 319601"/>
                  <a:gd name="connsiteY4" fmla="*/ 137167 h 162995"/>
                  <a:gd name="connsiteX5" fmla="*/ 2525 w 319601"/>
                  <a:gd name="connsiteY5" fmla="*/ 85754 h 162995"/>
                  <a:gd name="connsiteX6" fmla="*/ 30502 w 319601"/>
                  <a:gd name="connsiteY6" fmla="*/ 49921 h 162995"/>
                  <a:gd name="connsiteX0" fmla="*/ 30502 w 319601"/>
                  <a:gd name="connsiteY0" fmla="*/ 49921 h 162993"/>
                  <a:gd name="connsiteX1" fmla="*/ 159556 w 319601"/>
                  <a:gd name="connsiteY1" fmla="*/ 7 h 162993"/>
                  <a:gd name="connsiteX2" fmla="*/ 319576 w 319601"/>
                  <a:gd name="connsiteY2" fmla="*/ 53347 h 162993"/>
                  <a:gd name="connsiteX3" fmla="*/ 171277 w 319601"/>
                  <a:gd name="connsiteY3" fmla="*/ 160061 h 162993"/>
                  <a:gd name="connsiteX4" fmla="*/ 75736 w 319601"/>
                  <a:gd name="connsiteY4" fmla="*/ 137166 h 162993"/>
                  <a:gd name="connsiteX5" fmla="*/ 2525 w 319601"/>
                  <a:gd name="connsiteY5" fmla="*/ 85754 h 162993"/>
                  <a:gd name="connsiteX6" fmla="*/ 30502 w 319601"/>
                  <a:gd name="connsiteY6" fmla="*/ 49921 h 162993"/>
                  <a:gd name="connsiteX0" fmla="*/ 30502 w 319772"/>
                  <a:gd name="connsiteY0" fmla="*/ 49921 h 209368"/>
                  <a:gd name="connsiteX1" fmla="*/ 159556 w 319772"/>
                  <a:gd name="connsiteY1" fmla="*/ 7 h 209368"/>
                  <a:gd name="connsiteX2" fmla="*/ 319576 w 319772"/>
                  <a:gd name="connsiteY2" fmla="*/ 53347 h 209368"/>
                  <a:gd name="connsiteX3" fmla="*/ 125642 w 319772"/>
                  <a:gd name="connsiteY3" fmla="*/ 207870 h 209368"/>
                  <a:gd name="connsiteX4" fmla="*/ 75736 w 319772"/>
                  <a:gd name="connsiteY4" fmla="*/ 137166 h 209368"/>
                  <a:gd name="connsiteX5" fmla="*/ 2525 w 319772"/>
                  <a:gd name="connsiteY5" fmla="*/ 85754 h 209368"/>
                  <a:gd name="connsiteX6" fmla="*/ 30502 w 319772"/>
                  <a:gd name="connsiteY6" fmla="*/ 49921 h 209368"/>
                  <a:gd name="connsiteX0" fmla="*/ 30745 w 320015"/>
                  <a:gd name="connsiteY0" fmla="*/ 49921 h 211148"/>
                  <a:gd name="connsiteX1" fmla="*/ 159799 w 320015"/>
                  <a:gd name="connsiteY1" fmla="*/ 7 h 211148"/>
                  <a:gd name="connsiteX2" fmla="*/ 319819 w 320015"/>
                  <a:gd name="connsiteY2" fmla="*/ 53347 h 211148"/>
                  <a:gd name="connsiteX3" fmla="*/ 125885 w 320015"/>
                  <a:gd name="connsiteY3" fmla="*/ 207870 h 211148"/>
                  <a:gd name="connsiteX4" fmla="*/ 79574 w 320015"/>
                  <a:gd name="connsiteY4" fmla="*/ 164265 h 211148"/>
                  <a:gd name="connsiteX5" fmla="*/ 2768 w 320015"/>
                  <a:gd name="connsiteY5" fmla="*/ 85754 h 211148"/>
                  <a:gd name="connsiteX6" fmla="*/ 30745 w 320015"/>
                  <a:gd name="connsiteY6" fmla="*/ 49921 h 211148"/>
                  <a:gd name="connsiteX0" fmla="*/ 30761 w 320042"/>
                  <a:gd name="connsiteY0" fmla="*/ 18042 h 179269"/>
                  <a:gd name="connsiteX1" fmla="*/ 160625 w 320042"/>
                  <a:gd name="connsiteY1" fmla="*/ 950 h 179269"/>
                  <a:gd name="connsiteX2" fmla="*/ 319835 w 320042"/>
                  <a:gd name="connsiteY2" fmla="*/ 21468 h 179269"/>
                  <a:gd name="connsiteX3" fmla="*/ 125901 w 320042"/>
                  <a:gd name="connsiteY3" fmla="*/ 175991 h 179269"/>
                  <a:gd name="connsiteX4" fmla="*/ 79590 w 320042"/>
                  <a:gd name="connsiteY4" fmla="*/ 132386 h 179269"/>
                  <a:gd name="connsiteX5" fmla="*/ 2784 w 320042"/>
                  <a:gd name="connsiteY5" fmla="*/ 53875 h 179269"/>
                  <a:gd name="connsiteX6" fmla="*/ 30761 w 320042"/>
                  <a:gd name="connsiteY6" fmla="*/ 18042 h 179269"/>
                  <a:gd name="connsiteX0" fmla="*/ 30761 w 257669"/>
                  <a:gd name="connsiteY0" fmla="*/ 50118 h 213589"/>
                  <a:gd name="connsiteX1" fmla="*/ 160625 w 257669"/>
                  <a:gd name="connsiteY1" fmla="*/ 33026 h 213589"/>
                  <a:gd name="connsiteX2" fmla="*/ 257306 w 257669"/>
                  <a:gd name="connsiteY2" fmla="*/ 9623 h 213589"/>
                  <a:gd name="connsiteX3" fmla="*/ 125901 w 257669"/>
                  <a:gd name="connsiteY3" fmla="*/ 208067 h 213589"/>
                  <a:gd name="connsiteX4" fmla="*/ 79590 w 257669"/>
                  <a:gd name="connsiteY4" fmla="*/ 164462 h 213589"/>
                  <a:gd name="connsiteX5" fmla="*/ 2784 w 257669"/>
                  <a:gd name="connsiteY5" fmla="*/ 85951 h 213589"/>
                  <a:gd name="connsiteX6" fmla="*/ 30761 w 257669"/>
                  <a:gd name="connsiteY6" fmla="*/ 50118 h 213589"/>
                  <a:gd name="connsiteX0" fmla="*/ 30761 w 257377"/>
                  <a:gd name="connsiteY0" fmla="*/ 56952 h 220423"/>
                  <a:gd name="connsiteX1" fmla="*/ 160625 w 257377"/>
                  <a:gd name="connsiteY1" fmla="*/ 39860 h 220423"/>
                  <a:gd name="connsiteX2" fmla="*/ 257306 w 257377"/>
                  <a:gd name="connsiteY2" fmla="*/ 16457 h 220423"/>
                  <a:gd name="connsiteX3" fmla="*/ 125901 w 257377"/>
                  <a:gd name="connsiteY3" fmla="*/ 214901 h 220423"/>
                  <a:gd name="connsiteX4" fmla="*/ 79590 w 257377"/>
                  <a:gd name="connsiteY4" fmla="*/ 171296 h 220423"/>
                  <a:gd name="connsiteX5" fmla="*/ 2784 w 257377"/>
                  <a:gd name="connsiteY5" fmla="*/ 92785 h 220423"/>
                  <a:gd name="connsiteX6" fmla="*/ 30761 w 257377"/>
                  <a:gd name="connsiteY6" fmla="*/ 56952 h 220423"/>
                  <a:gd name="connsiteX0" fmla="*/ 30761 w 260945"/>
                  <a:gd name="connsiteY0" fmla="*/ 43978 h 202768"/>
                  <a:gd name="connsiteX1" fmla="*/ 160625 w 260945"/>
                  <a:gd name="connsiteY1" fmla="*/ 26886 h 202768"/>
                  <a:gd name="connsiteX2" fmla="*/ 257306 w 260945"/>
                  <a:gd name="connsiteY2" fmla="*/ 3483 h 202768"/>
                  <a:gd name="connsiteX3" fmla="*/ 229474 w 260945"/>
                  <a:gd name="connsiteY3" fmla="*/ 108628 h 202768"/>
                  <a:gd name="connsiteX4" fmla="*/ 125901 w 260945"/>
                  <a:gd name="connsiteY4" fmla="*/ 201927 h 202768"/>
                  <a:gd name="connsiteX5" fmla="*/ 79590 w 260945"/>
                  <a:gd name="connsiteY5" fmla="*/ 158322 h 202768"/>
                  <a:gd name="connsiteX6" fmla="*/ 2784 w 260945"/>
                  <a:gd name="connsiteY6" fmla="*/ 79811 h 202768"/>
                  <a:gd name="connsiteX7" fmla="*/ 30761 w 260945"/>
                  <a:gd name="connsiteY7" fmla="*/ 43978 h 202768"/>
                  <a:gd name="connsiteX0" fmla="*/ 30761 w 260591"/>
                  <a:gd name="connsiteY0" fmla="*/ 59503 h 218293"/>
                  <a:gd name="connsiteX1" fmla="*/ 160625 w 260591"/>
                  <a:gd name="connsiteY1" fmla="*/ 42411 h 218293"/>
                  <a:gd name="connsiteX2" fmla="*/ 256901 w 260591"/>
                  <a:gd name="connsiteY2" fmla="*/ 2597 h 218293"/>
                  <a:gd name="connsiteX3" fmla="*/ 229474 w 260591"/>
                  <a:gd name="connsiteY3" fmla="*/ 124153 h 218293"/>
                  <a:gd name="connsiteX4" fmla="*/ 125901 w 260591"/>
                  <a:gd name="connsiteY4" fmla="*/ 217452 h 218293"/>
                  <a:gd name="connsiteX5" fmla="*/ 79590 w 260591"/>
                  <a:gd name="connsiteY5" fmla="*/ 173847 h 218293"/>
                  <a:gd name="connsiteX6" fmla="*/ 2784 w 260591"/>
                  <a:gd name="connsiteY6" fmla="*/ 95336 h 218293"/>
                  <a:gd name="connsiteX7" fmla="*/ 30761 w 260591"/>
                  <a:gd name="connsiteY7" fmla="*/ 59503 h 218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0591" h="218293">
                    <a:moveTo>
                      <a:pt x="30761" y="59503"/>
                    </a:moveTo>
                    <a:cubicBezTo>
                      <a:pt x="57068" y="50682"/>
                      <a:pt x="122935" y="51895"/>
                      <a:pt x="160625" y="42411"/>
                    </a:cubicBezTo>
                    <a:cubicBezTo>
                      <a:pt x="198315" y="32927"/>
                      <a:pt x="245426" y="-11027"/>
                      <a:pt x="256901" y="2597"/>
                    </a:cubicBezTo>
                    <a:cubicBezTo>
                      <a:pt x="268376" y="16221"/>
                      <a:pt x="251375" y="91079"/>
                      <a:pt x="229474" y="124153"/>
                    </a:cubicBezTo>
                    <a:cubicBezTo>
                      <a:pt x="207573" y="157227"/>
                      <a:pt x="150882" y="209170"/>
                      <a:pt x="125901" y="217452"/>
                    </a:cubicBezTo>
                    <a:cubicBezTo>
                      <a:pt x="100920" y="225734"/>
                      <a:pt x="111340" y="170037"/>
                      <a:pt x="79590" y="173847"/>
                    </a:cubicBezTo>
                    <a:cubicBezTo>
                      <a:pt x="47840" y="177657"/>
                      <a:pt x="10922" y="114393"/>
                      <a:pt x="2784" y="95336"/>
                    </a:cubicBezTo>
                    <a:cubicBezTo>
                      <a:pt x="-5354" y="76279"/>
                      <a:pt x="4454" y="68324"/>
                      <a:pt x="30761" y="59503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6" name="Oval 465">
                <a:extLst>
                  <a:ext uri="{FF2B5EF4-FFF2-40B4-BE49-F238E27FC236}">
                    <a16:creationId xmlns:a16="http://schemas.microsoft.com/office/drawing/2014/main" id="{0218F57B-F800-7438-0C62-549BA7683ABE}"/>
                  </a:ext>
                </a:extLst>
              </p:cNvPr>
              <p:cNvSpPr/>
              <p:nvPr/>
            </p:nvSpPr>
            <p:spPr>
              <a:xfrm rot="10800000" flipV="1">
                <a:off x="8299609" y="3558282"/>
                <a:ext cx="70852" cy="51853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7" name="Group 466">
              <a:extLst>
                <a:ext uri="{FF2B5EF4-FFF2-40B4-BE49-F238E27FC236}">
                  <a16:creationId xmlns:a16="http://schemas.microsoft.com/office/drawing/2014/main" id="{E87A4577-1295-AFCF-7C8B-02D62E989631}"/>
                </a:ext>
              </a:extLst>
            </p:cNvPr>
            <p:cNvGrpSpPr/>
            <p:nvPr/>
          </p:nvGrpSpPr>
          <p:grpSpPr>
            <a:xfrm rot="2440404">
              <a:off x="10757646" y="3320348"/>
              <a:ext cx="311204" cy="256540"/>
              <a:chOff x="8184440" y="3455019"/>
              <a:chExt cx="319891" cy="177546"/>
            </a:xfrm>
          </p:grpSpPr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FA26183D-63DE-DB5F-B8BE-77DA6608428A}"/>
                  </a:ext>
                </a:extLst>
              </p:cNvPr>
              <p:cNvSpPr/>
              <p:nvPr/>
            </p:nvSpPr>
            <p:spPr>
              <a:xfrm>
                <a:off x="8184440" y="3455019"/>
                <a:ext cx="319891" cy="177546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666 w 319786"/>
                  <a:gd name="connsiteY0" fmla="*/ 80670 h 173360"/>
                  <a:gd name="connsiteX1" fmla="*/ 167804 w 319786"/>
                  <a:gd name="connsiteY1" fmla="*/ 3 h 173360"/>
                  <a:gd name="connsiteX2" fmla="*/ 319740 w 319786"/>
                  <a:gd name="connsiteY2" fmla="*/ 84096 h 173360"/>
                  <a:gd name="connsiteX3" fmla="*/ 182580 w 319786"/>
                  <a:gd name="connsiteY3" fmla="*/ 167916 h 173360"/>
                  <a:gd name="connsiteX4" fmla="*/ 75900 w 319786"/>
                  <a:gd name="connsiteY4" fmla="*/ 167916 h 173360"/>
                  <a:gd name="connsiteX5" fmla="*/ 2689 w 319786"/>
                  <a:gd name="connsiteY5" fmla="*/ 116503 h 173360"/>
                  <a:gd name="connsiteX6" fmla="*/ 30666 w 319786"/>
                  <a:gd name="connsiteY6" fmla="*/ 80670 h 173360"/>
                  <a:gd name="connsiteX0" fmla="*/ 30666 w 319785"/>
                  <a:gd name="connsiteY0" fmla="*/ 83842 h 176532"/>
                  <a:gd name="connsiteX1" fmla="*/ 167804 w 319785"/>
                  <a:gd name="connsiteY1" fmla="*/ 3175 h 176532"/>
                  <a:gd name="connsiteX2" fmla="*/ 319740 w 319785"/>
                  <a:gd name="connsiteY2" fmla="*/ 87268 h 176532"/>
                  <a:gd name="connsiteX3" fmla="*/ 182580 w 319785"/>
                  <a:gd name="connsiteY3" fmla="*/ 171088 h 176532"/>
                  <a:gd name="connsiteX4" fmla="*/ 75900 w 319785"/>
                  <a:gd name="connsiteY4" fmla="*/ 171088 h 176532"/>
                  <a:gd name="connsiteX5" fmla="*/ 2689 w 319785"/>
                  <a:gd name="connsiteY5" fmla="*/ 119675 h 176532"/>
                  <a:gd name="connsiteX6" fmla="*/ 30666 w 319785"/>
                  <a:gd name="connsiteY6" fmla="*/ 83842 h 176532"/>
                  <a:gd name="connsiteX0" fmla="*/ 30666 w 320316"/>
                  <a:gd name="connsiteY0" fmla="*/ 81687 h 174377"/>
                  <a:gd name="connsiteX1" fmla="*/ 167804 w 320316"/>
                  <a:gd name="connsiteY1" fmla="*/ 1020 h 174377"/>
                  <a:gd name="connsiteX2" fmla="*/ 229227 w 320316"/>
                  <a:gd name="connsiteY2" fmla="*/ 39355 h 174377"/>
                  <a:gd name="connsiteX3" fmla="*/ 319740 w 320316"/>
                  <a:gd name="connsiteY3" fmla="*/ 85113 h 174377"/>
                  <a:gd name="connsiteX4" fmla="*/ 182580 w 320316"/>
                  <a:gd name="connsiteY4" fmla="*/ 168933 h 174377"/>
                  <a:gd name="connsiteX5" fmla="*/ 75900 w 320316"/>
                  <a:gd name="connsiteY5" fmla="*/ 168933 h 174377"/>
                  <a:gd name="connsiteX6" fmla="*/ 2689 w 320316"/>
                  <a:gd name="connsiteY6" fmla="*/ 117520 h 174377"/>
                  <a:gd name="connsiteX7" fmla="*/ 30666 w 320316"/>
                  <a:gd name="connsiteY7" fmla="*/ 81687 h 174377"/>
                  <a:gd name="connsiteX0" fmla="*/ 30666 w 319931"/>
                  <a:gd name="connsiteY0" fmla="*/ 81055 h 173745"/>
                  <a:gd name="connsiteX1" fmla="*/ 167804 w 319931"/>
                  <a:gd name="connsiteY1" fmla="*/ 388 h 173745"/>
                  <a:gd name="connsiteX2" fmla="*/ 211552 w 319931"/>
                  <a:gd name="connsiteY2" fmla="*/ 51847 h 173745"/>
                  <a:gd name="connsiteX3" fmla="*/ 319740 w 319931"/>
                  <a:gd name="connsiteY3" fmla="*/ 84481 h 173745"/>
                  <a:gd name="connsiteX4" fmla="*/ 182580 w 319931"/>
                  <a:gd name="connsiteY4" fmla="*/ 168301 h 173745"/>
                  <a:gd name="connsiteX5" fmla="*/ 75900 w 319931"/>
                  <a:gd name="connsiteY5" fmla="*/ 168301 h 173745"/>
                  <a:gd name="connsiteX6" fmla="*/ 2689 w 319931"/>
                  <a:gd name="connsiteY6" fmla="*/ 116888 h 173745"/>
                  <a:gd name="connsiteX7" fmla="*/ 30666 w 319931"/>
                  <a:gd name="connsiteY7" fmla="*/ 81055 h 173745"/>
                  <a:gd name="connsiteX0" fmla="*/ 30402 w 319667"/>
                  <a:gd name="connsiteY0" fmla="*/ 84827 h 177517"/>
                  <a:gd name="connsiteX1" fmla="*/ 154082 w 319667"/>
                  <a:gd name="connsiteY1" fmla="*/ 358 h 177517"/>
                  <a:gd name="connsiteX2" fmla="*/ 211288 w 319667"/>
                  <a:gd name="connsiteY2" fmla="*/ 55619 h 177517"/>
                  <a:gd name="connsiteX3" fmla="*/ 319476 w 319667"/>
                  <a:gd name="connsiteY3" fmla="*/ 88253 h 177517"/>
                  <a:gd name="connsiteX4" fmla="*/ 182316 w 319667"/>
                  <a:gd name="connsiteY4" fmla="*/ 172073 h 177517"/>
                  <a:gd name="connsiteX5" fmla="*/ 75636 w 319667"/>
                  <a:gd name="connsiteY5" fmla="*/ 172073 h 177517"/>
                  <a:gd name="connsiteX6" fmla="*/ 2425 w 319667"/>
                  <a:gd name="connsiteY6" fmla="*/ 120660 h 177517"/>
                  <a:gd name="connsiteX7" fmla="*/ 30402 w 319667"/>
                  <a:gd name="connsiteY7" fmla="*/ 84827 h 177517"/>
                  <a:gd name="connsiteX0" fmla="*/ 30402 w 319667"/>
                  <a:gd name="connsiteY0" fmla="*/ 84827 h 177517"/>
                  <a:gd name="connsiteX1" fmla="*/ 154082 w 319667"/>
                  <a:gd name="connsiteY1" fmla="*/ 358 h 177517"/>
                  <a:gd name="connsiteX2" fmla="*/ 211288 w 319667"/>
                  <a:gd name="connsiteY2" fmla="*/ 55619 h 177517"/>
                  <a:gd name="connsiteX3" fmla="*/ 319476 w 319667"/>
                  <a:gd name="connsiteY3" fmla="*/ 88253 h 177517"/>
                  <a:gd name="connsiteX4" fmla="*/ 182316 w 319667"/>
                  <a:gd name="connsiteY4" fmla="*/ 172073 h 177517"/>
                  <a:gd name="connsiteX5" fmla="*/ 75636 w 319667"/>
                  <a:gd name="connsiteY5" fmla="*/ 172073 h 177517"/>
                  <a:gd name="connsiteX6" fmla="*/ 2425 w 319667"/>
                  <a:gd name="connsiteY6" fmla="*/ 120660 h 177517"/>
                  <a:gd name="connsiteX7" fmla="*/ 30402 w 319667"/>
                  <a:gd name="connsiteY7" fmla="*/ 84827 h 177517"/>
                  <a:gd name="connsiteX0" fmla="*/ 30402 w 319891"/>
                  <a:gd name="connsiteY0" fmla="*/ 84856 h 177546"/>
                  <a:gd name="connsiteX1" fmla="*/ 154082 w 319891"/>
                  <a:gd name="connsiteY1" fmla="*/ 387 h 177546"/>
                  <a:gd name="connsiteX2" fmla="*/ 222969 w 319891"/>
                  <a:gd name="connsiteY2" fmla="*/ 54685 h 177546"/>
                  <a:gd name="connsiteX3" fmla="*/ 319476 w 319891"/>
                  <a:gd name="connsiteY3" fmla="*/ 88282 h 177546"/>
                  <a:gd name="connsiteX4" fmla="*/ 182316 w 319891"/>
                  <a:gd name="connsiteY4" fmla="*/ 172102 h 177546"/>
                  <a:gd name="connsiteX5" fmla="*/ 75636 w 319891"/>
                  <a:gd name="connsiteY5" fmla="*/ 172102 h 177546"/>
                  <a:gd name="connsiteX6" fmla="*/ 2425 w 319891"/>
                  <a:gd name="connsiteY6" fmla="*/ 120689 h 177546"/>
                  <a:gd name="connsiteX7" fmla="*/ 30402 w 319891"/>
                  <a:gd name="connsiteY7" fmla="*/ 84856 h 1775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9891" h="177546">
                    <a:moveTo>
                      <a:pt x="30402" y="84856"/>
                    </a:moveTo>
                    <a:cubicBezTo>
                      <a:pt x="55678" y="64806"/>
                      <a:pt x="121988" y="5416"/>
                      <a:pt x="154082" y="387"/>
                    </a:cubicBezTo>
                    <a:cubicBezTo>
                      <a:pt x="186177" y="-4642"/>
                      <a:pt x="197646" y="40669"/>
                      <a:pt x="222969" y="54685"/>
                    </a:cubicBezTo>
                    <a:cubicBezTo>
                      <a:pt x="248292" y="68701"/>
                      <a:pt x="326251" y="68713"/>
                      <a:pt x="319476" y="88282"/>
                    </a:cubicBezTo>
                    <a:cubicBezTo>
                      <a:pt x="312701" y="107851"/>
                      <a:pt x="222956" y="158132"/>
                      <a:pt x="182316" y="172102"/>
                    </a:cubicBezTo>
                    <a:cubicBezTo>
                      <a:pt x="141676" y="186072"/>
                      <a:pt x="107386" y="168292"/>
                      <a:pt x="75636" y="172102"/>
                    </a:cubicBezTo>
                    <a:cubicBezTo>
                      <a:pt x="43886" y="175912"/>
                      <a:pt x="9964" y="135230"/>
                      <a:pt x="2425" y="120689"/>
                    </a:cubicBezTo>
                    <a:cubicBezTo>
                      <a:pt x="-5114" y="106148"/>
                      <a:pt x="5126" y="104906"/>
                      <a:pt x="30402" y="84856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9" name="Oval 468">
                <a:extLst>
                  <a:ext uri="{FF2B5EF4-FFF2-40B4-BE49-F238E27FC236}">
                    <a16:creationId xmlns:a16="http://schemas.microsoft.com/office/drawing/2014/main" id="{D60ADBBF-8006-1B24-8BC3-FFF4FC67099B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0" name="Group 469">
              <a:extLst>
                <a:ext uri="{FF2B5EF4-FFF2-40B4-BE49-F238E27FC236}">
                  <a16:creationId xmlns:a16="http://schemas.microsoft.com/office/drawing/2014/main" id="{3090ECAD-A6F5-3CDC-7207-BE4A00EB1CF2}"/>
                </a:ext>
              </a:extLst>
            </p:cNvPr>
            <p:cNvGrpSpPr/>
            <p:nvPr/>
          </p:nvGrpSpPr>
          <p:grpSpPr>
            <a:xfrm rot="6257598">
              <a:off x="10958725" y="3315371"/>
              <a:ext cx="311000" cy="187465"/>
              <a:chOff x="8184342" y="3489954"/>
              <a:chExt cx="319681" cy="142611"/>
            </a:xfrm>
          </p:grpSpPr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F6EE3312-1B47-96F6-A89C-36FFD62CD9CB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2" name="Oval 471">
                <a:extLst>
                  <a:ext uri="{FF2B5EF4-FFF2-40B4-BE49-F238E27FC236}">
                    <a16:creationId xmlns:a16="http://schemas.microsoft.com/office/drawing/2014/main" id="{5142CA01-7CB1-E7E3-F2B6-A072787E8EEE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3" name="Group 472">
              <a:extLst>
                <a:ext uri="{FF2B5EF4-FFF2-40B4-BE49-F238E27FC236}">
                  <a16:creationId xmlns:a16="http://schemas.microsoft.com/office/drawing/2014/main" id="{EE5B494C-52E7-6DE7-5372-3B46EDFB8DE8}"/>
                </a:ext>
              </a:extLst>
            </p:cNvPr>
            <p:cNvGrpSpPr/>
            <p:nvPr/>
          </p:nvGrpSpPr>
          <p:grpSpPr>
            <a:xfrm rot="7791550">
              <a:off x="11241696" y="3118288"/>
              <a:ext cx="336023" cy="230801"/>
              <a:chOff x="8164629" y="3489955"/>
              <a:chExt cx="345403" cy="129894"/>
            </a:xfrm>
          </p:grpSpPr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0A08E168-C9FF-92EF-ACEF-4D3180AFAF4D}"/>
                  </a:ext>
                </a:extLst>
              </p:cNvPr>
              <p:cNvSpPr/>
              <p:nvPr/>
            </p:nvSpPr>
            <p:spPr>
              <a:xfrm>
                <a:off x="8164629" y="3489955"/>
                <a:ext cx="345403" cy="129894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19877"/>
                  <a:gd name="connsiteY0" fmla="*/ 49921 h 137417"/>
                  <a:gd name="connsiteX1" fmla="*/ 159556 w 319877"/>
                  <a:gd name="connsiteY1" fmla="*/ 7 h 137417"/>
                  <a:gd name="connsiteX2" fmla="*/ 319576 w 319877"/>
                  <a:gd name="connsiteY2" fmla="*/ 53347 h 137417"/>
                  <a:gd name="connsiteX3" fmla="*/ 196310 w 319877"/>
                  <a:gd name="connsiteY3" fmla="*/ 85375 h 137417"/>
                  <a:gd name="connsiteX4" fmla="*/ 75736 w 319877"/>
                  <a:gd name="connsiteY4" fmla="*/ 137167 h 137417"/>
                  <a:gd name="connsiteX5" fmla="*/ 2525 w 319877"/>
                  <a:gd name="connsiteY5" fmla="*/ 85754 h 137417"/>
                  <a:gd name="connsiteX6" fmla="*/ 30502 w 319877"/>
                  <a:gd name="connsiteY6" fmla="*/ 49921 h 137417"/>
                  <a:gd name="connsiteX0" fmla="*/ 30502 w 323705"/>
                  <a:gd name="connsiteY0" fmla="*/ 49921 h 137417"/>
                  <a:gd name="connsiteX1" fmla="*/ 159556 w 323705"/>
                  <a:gd name="connsiteY1" fmla="*/ 7 h 137417"/>
                  <a:gd name="connsiteX2" fmla="*/ 319576 w 323705"/>
                  <a:gd name="connsiteY2" fmla="*/ 53347 h 137417"/>
                  <a:gd name="connsiteX3" fmla="*/ 259284 w 323705"/>
                  <a:gd name="connsiteY3" fmla="*/ 123818 h 137417"/>
                  <a:gd name="connsiteX4" fmla="*/ 75736 w 323705"/>
                  <a:gd name="connsiteY4" fmla="*/ 137167 h 137417"/>
                  <a:gd name="connsiteX5" fmla="*/ 2525 w 323705"/>
                  <a:gd name="connsiteY5" fmla="*/ 85754 h 137417"/>
                  <a:gd name="connsiteX6" fmla="*/ 30502 w 323705"/>
                  <a:gd name="connsiteY6" fmla="*/ 49921 h 137417"/>
                  <a:gd name="connsiteX0" fmla="*/ 30502 w 324397"/>
                  <a:gd name="connsiteY0" fmla="*/ 49921 h 137417"/>
                  <a:gd name="connsiteX1" fmla="*/ 159556 w 324397"/>
                  <a:gd name="connsiteY1" fmla="*/ 7 h 137417"/>
                  <a:gd name="connsiteX2" fmla="*/ 319576 w 324397"/>
                  <a:gd name="connsiteY2" fmla="*/ 53347 h 137417"/>
                  <a:gd name="connsiteX3" fmla="*/ 264022 w 324397"/>
                  <a:gd name="connsiteY3" fmla="*/ 108575 h 137417"/>
                  <a:gd name="connsiteX4" fmla="*/ 75736 w 324397"/>
                  <a:gd name="connsiteY4" fmla="*/ 137167 h 137417"/>
                  <a:gd name="connsiteX5" fmla="*/ 2525 w 324397"/>
                  <a:gd name="connsiteY5" fmla="*/ 85754 h 137417"/>
                  <a:gd name="connsiteX6" fmla="*/ 30502 w 324397"/>
                  <a:gd name="connsiteY6" fmla="*/ 49921 h 137417"/>
                  <a:gd name="connsiteX0" fmla="*/ 30502 w 323304"/>
                  <a:gd name="connsiteY0" fmla="*/ 49921 h 137635"/>
                  <a:gd name="connsiteX1" fmla="*/ 159556 w 323304"/>
                  <a:gd name="connsiteY1" fmla="*/ 7 h 137635"/>
                  <a:gd name="connsiteX2" fmla="*/ 319576 w 323304"/>
                  <a:gd name="connsiteY2" fmla="*/ 53347 h 137635"/>
                  <a:gd name="connsiteX3" fmla="*/ 264022 w 323304"/>
                  <a:gd name="connsiteY3" fmla="*/ 108575 h 137635"/>
                  <a:gd name="connsiteX4" fmla="*/ 168808 w 323304"/>
                  <a:gd name="connsiteY4" fmla="*/ 83305 h 137635"/>
                  <a:gd name="connsiteX5" fmla="*/ 75736 w 323304"/>
                  <a:gd name="connsiteY5" fmla="*/ 137167 h 137635"/>
                  <a:gd name="connsiteX6" fmla="*/ 2525 w 323304"/>
                  <a:gd name="connsiteY6" fmla="*/ 85754 h 137635"/>
                  <a:gd name="connsiteX7" fmla="*/ 30502 w 323304"/>
                  <a:gd name="connsiteY7" fmla="*/ 49921 h 137635"/>
                  <a:gd name="connsiteX0" fmla="*/ 31740 w 324542"/>
                  <a:gd name="connsiteY0" fmla="*/ 49921 h 129836"/>
                  <a:gd name="connsiteX1" fmla="*/ 160794 w 324542"/>
                  <a:gd name="connsiteY1" fmla="*/ 7 h 129836"/>
                  <a:gd name="connsiteX2" fmla="*/ 320814 w 324542"/>
                  <a:gd name="connsiteY2" fmla="*/ 53347 h 129836"/>
                  <a:gd name="connsiteX3" fmla="*/ 265260 w 324542"/>
                  <a:gd name="connsiteY3" fmla="*/ 108575 h 129836"/>
                  <a:gd name="connsiteX4" fmla="*/ 170046 w 324542"/>
                  <a:gd name="connsiteY4" fmla="*/ 83305 h 129836"/>
                  <a:gd name="connsiteX5" fmla="*/ 95029 w 324542"/>
                  <a:gd name="connsiteY5" fmla="*/ 129297 h 129836"/>
                  <a:gd name="connsiteX6" fmla="*/ 3763 w 324542"/>
                  <a:gd name="connsiteY6" fmla="*/ 85754 h 129836"/>
                  <a:gd name="connsiteX7" fmla="*/ 31740 w 324542"/>
                  <a:gd name="connsiteY7" fmla="*/ 49921 h 129836"/>
                  <a:gd name="connsiteX0" fmla="*/ 50216 w 343018"/>
                  <a:gd name="connsiteY0" fmla="*/ 49921 h 129836"/>
                  <a:gd name="connsiteX1" fmla="*/ 179270 w 343018"/>
                  <a:gd name="connsiteY1" fmla="*/ 7 h 129836"/>
                  <a:gd name="connsiteX2" fmla="*/ 339290 w 343018"/>
                  <a:gd name="connsiteY2" fmla="*/ 53347 h 129836"/>
                  <a:gd name="connsiteX3" fmla="*/ 283736 w 343018"/>
                  <a:gd name="connsiteY3" fmla="*/ 108575 h 129836"/>
                  <a:gd name="connsiteX4" fmla="*/ 188522 w 343018"/>
                  <a:gd name="connsiteY4" fmla="*/ 83305 h 129836"/>
                  <a:gd name="connsiteX5" fmla="*/ 113505 w 343018"/>
                  <a:gd name="connsiteY5" fmla="*/ 129297 h 129836"/>
                  <a:gd name="connsiteX6" fmla="*/ 2210 w 343018"/>
                  <a:gd name="connsiteY6" fmla="*/ 99975 h 129836"/>
                  <a:gd name="connsiteX7" fmla="*/ 50216 w 343018"/>
                  <a:gd name="connsiteY7" fmla="*/ 49921 h 129836"/>
                  <a:gd name="connsiteX0" fmla="*/ 50216 w 342972"/>
                  <a:gd name="connsiteY0" fmla="*/ 49921 h 129894"/>
                  <a:gd name="connsiteX1" fmla="*/ 179270 w 342972"/>
                  <a:gd name="connsiteY1" fmla="*/ 7 h 129894"/>
                  <a:gd name="connsiteX2" fmla="*/ 339290 w 342972"/>
                  <a:gd name="connsiteY2" fmla="*/ 53347 h 129894"/>
                  <a:gd name="connsiteX3" fmla="*/ 283736 w 342972"/>
                  <a:gd name="connsiteY3" fmla="*/ 108575 h 129894"/>
                  <a:gd name="connsiteX4" fmla="*/ 193402 w 342972"/>
                  <a:gd name="connsiteY4" fmla="*/ 88285 h 129894"/>
                  <a:gd name="connsiteX5" fmla="*/ 113505 w 342972"/>
                  <a:gd name="connsiteY5" fmla="*/ 129297 h 129894"/>
                  <a:gd name="connsiteX6" fmla="*/ 2210 w 342972"/>
                  <a:gd name="connsiteY6" fmla="*/ 99975 h 129894"/>
                  <a:gd name="connsiteX7" fmla="*/ 50216 w 342972"/>
                  <a:gd name="connsiteY7" fmla="*/ 49921 h 129894"/>
                  <a:gd name="connsiteX0" fmla="*/ 50216 w 342516"/>
                  <a:gd name="connsiteY0" fmla="*/ 49921 h 129894"/>
                  <a:gd name="connsiteX1" fmla="*/ 179270 w 342516"/>
                  <a:gd name="connsiteY1" fmla="*/ 7 h 129894"/>
                  <a:gd name="connsiteX2" fmla="*/ 339290 w 342516"/>
                  <a:gd name="connsiteY2" fmla="*/ 53347 h 129894"/>
                  <a:gd name="connsiteX3" fmla="*/ 279389 w 342516"/>
                  <a:gd name="connsiteY3" fmla="*/ 113700 h 129894"/>
                  <a:gd name="connsiteX4" fmla="*/ 193402 w 342516"/>
                  <a:gd name="connsiteY4" fmla="*/ 88285 h 129894"/>
                  <a:gd name="connsiteX5" fmla="*/ 113505 w 342516"/>
                  <a:gd name="connsiteY5" fmla="*/ 129297 h 129894"/>
                  <a:gd name="connsiteX6" fmla="*/ 2210 w 342516"/>
                  <a:gd name="connsiteY6" fmla="*/ 99975 h 129894"/>
                  <a:gd name="connsiteX7" fmla="*/ 50216 w 342516"/>
                  <a:gd name="connsiteY7" fmla="*/ 49921 h 129894"/>
                  <a:gd name="connsiteX0" fmla="*/ 50216 w 345403"/>
                  <a:gd name="connsiteY0" fmla="*/ 49921 h 129894"/>
                  <a:gd name="connsiteX1" fmla="*/ 179270 w 345403"/>
                  <a:gd name="connsiteY1" fmla="*/ 7 h 129894"/>
                  <a:gd name="connsiteX2" fmla="*/ 339290 w 345403"/>
                  <a:gd name="connsiteY2" fmla="*/ 53347 h 129894"/>
                  <a:gd name="connsiteX3" fmla="*/ 300728 w 345403"/>
                  <a:gd name="connsiteY3" fmla="*/ 80498 h 129894"/>
                  <a:gd name="connsiteX4" fmla="*/ 193402 w 345403"/>
                  <a:gd name="connsiteY4" fmla="*/ 88285 h 129894"/>
                  <a:gd name="connsiteX5" fmla="*/ 113505 w 345403"/>
                  <a:gd name="connsiteY5" fmla="*/ 129297 h 129894"/>
                  <a:gd name="connsiteX6" fmla="*/ 2210 w 345403"/>
                  <a:gd name="connsiteY6" fmla="*/ 99975 h 129894"/>
                  <a:gd name="connsiteX7" fmla="*/ 50216 w 345403"/>
                  <a:gd name="connsiteY7" fmla="*/ 49921 h 129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5403" h="129894">
                    <a:moveTo>
                      <a:pt x="50216" y="49921"/>
                    </a:moveTo>
                    <a:cubicBezTo>
                      <a:pt x="79726" y="33260"/>
                      <a:pt x="131091" y="-564"/>
                      <a:pt x="179270" y="7"/>
                    </a:cubicBezTo>
                    <a:cubicBezTo>
                      <a:pt x="227449" y="578"/>
                      <a:pt x="319047" y="39932"/>
                      <a:pt x="339290" y="53347"/>
                    </a:cubicBezTo>
                    <a:cubicBezTo>
                      <a:pt x="359533" y="66762"/>
                      <a:pt x="325043" y="74675"/>
                      <a:pt x="300728" y="80498"/>
                    </a:cubicBezTo>
                    <a:cubicBezTo>
                      <a:pt x="276413" y="86321"/>
                      <a:pt x="224783" y="83520"/>
                      <a:pt x="193402" y="88285"/>
                    </a:cubicBezTo>
                    <a:cubicBezTo>
                      <a:pt x="162021" y="93050"/>
                      <a:pt x="146178" y="135383"/>
                      <a:pt x="113505" y="129297"/>
                    </a:cubicBezTo>
                    <a:cubicBezTo>
                      <a:pt x="80832" y="123211"/>
                      <a:pt x="12758" y="113204"/>
                      <a:pt x="2210" y="99975"/>
                    </a:cubicBezTo>
                    <a:cubicBezTo>
                      <a:pt x="-8338" y="86746"/>
                      <a:pt x="20706" y="66582"/>
                      <a:pt x="50216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5" name="Oval 474">
                <a:extLst>
                  <a:ext uri="{FF2B5EF4-FFF2-40B4-BE49-F238E27FC236}">
                    <a16:creationId xmlns:a16="http://schemas.microsoft.com/office/drawing/2014/main" id="{403CAFC7-8F78-186C-3533-4A7A643528F5}"/>
                  </a:ext>
                </a:extLst>
              </p:cNvPr>
              <p:cNvSpPr/>
              <p:nvPr/>
            </p:nvSpPr>
            <p:spPr>
              <a:xfrm rot="10800000" flipV="1">
                <a:off x="8296525" y="3525078"/>
                <a:ext cx="86753" cy="25730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6" name="Group 475">
              <a:extLst>
                <a:ext uri="{FF2B5EF4-FFF2-40B4-BE49-F238E27FC236}">
                  <a16:creationId xmlns:a16="http://schemas.microsoft.com/office/drawing/2014/main" id="{75F1D19F-136F-D2A8-DC46-32FCA5545F40}"/>
                </a:ext>
              </a:extLst>
            </p:cNvPr>
            <p:cNvGrpSpPr/>
            <p:nvPr/>
          </p:nvGrpSpPr>
          <p:grpSpPr>
            <a:xfrm rot="2502149">
              <a:off x="10605849" y="3581069"/>
              <a:ext cx="262523" cy="248414"/>
              <a:chOff x="8185002" y="3471575"/>
              <a:chExt cx="303385" cy="171922"/>
            </a:xfrm>
          </p:grpSpPr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9C19461E-2B6D-C5FE-41E8-C6A3DC4CE149}"/>
                  </a:ext>
                </a:extLst>
              </p:cNvPr>
              <p:cNvSpPr/>
              <p:nvPr/>
            </p:nvSpPr>
            <p:spPr>
              <a:xfrm>
                <a:off x="8185002" y="3471575"/>
                <a:ext cx="303385" cy="171922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19591"/>
                  <a:gd name="connsiteY0" fmla="*/ 49921 h 154665"/>
                  <a:gd name="connsiteX1" fmla="*/ 159556 w 319591"/>
                  <a:gd name="connsiteY1" fmla="*/ 7 h 154665"/>
                  <a:gd name="connsiteX2" fmla="*/ 319576 w 319591"/>
                  <a:gd name="connsiteY2" fmla="*/ 53347 h 154665"/>
                  <a:gd name="connsiteX3" fmla="*/ 168774 w 319591"/>
                  <a:gd name="connsiteY3" fmla="*/ 151087 h 154665"/>
                  <a:gd name="connsiteX4" fmla="*/ 75736 w 319591"/>
                  <a:gd name="connsiteY4" fmla="*/ 137167 h 154665"/>
                  <a:gd name="connsiteX5" fmla="*/ 2525 w 319591"/>
                  <a:gd name="connsiteY5" fmla="*/ 85754 h 154665"/>
                  <a:gd name="connsiteX6" fmla="*/ 30502 w 319591"/>
                  <a:gd name="connsiteY6" fmla="*/ 49921 h 154665"/>
                  <a:gd name="connsiteX0" fmla="*/ 30502 w 303927"/>
                  <a:gd name="connsiteY0" fmla="*/ 50163 h 153786"/>
                  <a:gd name="connsiteX1" fmla="*/ 159556 w 303927"/>
                  <a:gd name="connsiteY1" fmla="*/ 249 h 153786"/>
                  <a:gd name="connsiteX2" fmla="*/ 303910 w 303927"/>
                  <a:gd name="connsiteY2" fmla="*/ 72603 h 153786"/>
                  <a:gd name="connsiteX3" fmla="*/ 168774 w 303927"/>
                  <a:gd name="connsiteY3" fmla="*/ 151329 h 153786"/>
                  <a:gd name="connsiteX4" fmla="*/ 75736 w 303927"/>
                  <a:gd name="connsiteY4" fmla="*/ 137409 h 153786"/>
                  <a:gd name="connsiteX5" fmla="*/ 2525 w 303927"/>
                  <a:gd name="connsiteY5" fmla="*/ 85996 h 153786"/>
                  <a:gd name="connsiteX6" fmla="*/ 30502 w 303927"/>
                  <a:gd name="connsiteY6" fmla="*/ 50163 h 153786"/>
                  <a:gd name="connsiteX0" fmla="*/ 31053 w 304524"/>
                  <a:gd name="connsiteY0" fmla="*/ 51163 h 154786"/>
                  <a:gd name="connsiteX1" fmla="*/ 184832 w 304524"/>
                  <a:gd name="connsiteY1" fmla="*/ 244 h 154786"/>
                  <a:gd name="connsiteX2" fmla="*/ 304461 w 304524"/>
                  <a:gd name="connsiteY2" fmla="*/ 73603 h 154786"/>
                  <a:gd name="connsiteX3" fmla="*/ 169325 w 304524"/>
                  <a:gd name="connsiteY3" fmla="*/ 152329 h 154786"/>
                  <a:gd name="connsiteX4" fmla="*/ 76287 w 304524"/>
                  <a:gd name="connsiteY4" fmla="*/ 138409 h 154786"/>
                  <a:gd name="connsiteX5" fmla="*/ 3076 w 304524"/>
                  <a:gd name="connsiteY5" fmla="*/ 86996 h 154786"/>
                  <a:gd name="connsiteX6" fmla="*/ 31053 w 304524"/>
                  <a:gd name="connsiteY6" fmla="*/ 51163 h 154786"/>
                  <a:gd name="connsiteX0" fmla="*/ 29843 w 303304"/>
                  <a:gd name="connsiteY0" fmla="*/ 67100 h 170723"/>
                  <a:gd name="connsiteX1" fmla="*/ 115856 w 303304"/>
                  <a:gd name="connsiteY1" fmla="*/ 3762 h 170723"/>
                  <a:gd name="connsiteX2" fmla="*/ 183622 w 303304"/>
                  <a:gd name="connsiteY2" fmla="*/ 16181 h 170723"/>
                  <a:gd name="connsiteX3" fmla="*/ 303251 w 303304"/>
                  <a:gd name="connsiteY3" fmla="*/ 89540 h 170723"/>
                  <a:gd name="connsiteX4" fmla="*/ 168115 w 303304"/>
                  <a:gd name="connsiteY4" fmla="*/ 168266 h 170723"/>
                  <a:gd name="connsiteX5" fmla="*/ 75077 w 303304"/>
                  <a:gd name="connsiteY5" fmla="*/ 154346 h 170723"/>
                  <a:gd name="connsiteX6" fmla="*/ 1866 w 303304"/>
                  <a:gd name="connsiteY6" fmla="*/ 102933 h 170723"/>
                  <a:gd name="connsiteX7" fmla="*/ 29843 w 303304"/>
                  <a:gd name="connsiteY7" fmla="*/ 67100 h 170723"/>
                  <a:gd name="connsiteX0" fmla="*/ 29843 w 303385"/>
                  <a:gd name="connsiteY0" fmla="*/ 68299 h 171922"/>
                  <a:gd name="connsiteX1" fmla="*/ 115856 w 303385"/>
                  <a:gd name="connsiteY1" fmla="*/ 4961 h 171922"/>
                  <a:gd name="connsiteX2" fmla="*/ 191841 w 303385"/>
                  <a:gd name="connsiteY2" fmla="*/ 12994 h 171922"/>
                  <a:gd name="connsiteX3" fmla="*/ 303251 w 303385"/>
                  <a:gd name="connsiteY3" fmla="*/ 90739 h 171922"/>
                  <a:gd name="connsiteX4" fmla="*/ 168115 w 303385"/>
                  <a:gd name="connsiteY4" fmla="*/ 169465 h 171922"/>
                  <a:gd name="connsiteX5" fmla="*/ 75077 w 303385"/>
                  <a:gd name="connsiteY5" fmla="*/ 155545 h 171922"/>
                  <a:gd name="connsiteX6" fmla="*/ 1866 w 303385"/>
                  <a:gd name="connsiteY6" fmla="*/ 104132 h 171922"/>
                  <a:gd name="connsiteX7" fmla="*/ 29843 w 303385"/>
                  <a:gd name="connsiteY7" fmla="*/ 68299 h 171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3385" h="171922">
                    <a:moveTo>
                      <a:pt x="29843" y="68299"/>
                    </a:moveTo>
                    <a:cubicBezTo>
                      <a:pt x="48841" y="51771"/>
                      <a:pt x="90226" y="13448"/>
                      <a:pt x="115856" y="4961"/>
                    </a:cubicBezTo>
                    <a:cubicBezTo>
                      <a:pt x="141486" y="-3526"/>
                      <a:pt x="160609" y="-1302"/>
                      <a:pt x="191841" y="12994"/>
                    </a:cubicBezTo>
                    <a:cubicBezTo>
                      <a:pt x="223073" y="27290"/>
                      <a:pt x="307205" y="64661"/>
                      <a:pt x="303251" y="90739"/>
                    </a:cubicBezTo>
                    <a:cubicBezTo>
                      <a:pt x="299297" y="116817"/>
                      <a:pt x="206144" y="158664"/>
                      <a:pt x="168115" y="169465"/>
                    </a:cubicBezTo>
                    <a:cubicBezTo>
                      <a:pt x="130086" y="180266"/>
                      <a:pt x="106827" y="151735"/>
                      <a:pt x="75077" y="155545"/>
                    </a:cubicBezTo>
                    <a:cubicBezTo>
                      <a:pt x="43327" y="159355"/>
                      <a:pt x="9405" y="118673"/>
                      <a:pt x="1866" y="104132"/>
                    </a:cubicBezTo>
                    <a:cubicBezTo>
                      <a:pt x="-5673" y="89591"/>
                      <a:pt x="10845" y="84827"/>
                      <a:pt x="29843" y="68299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8" name="Oval 477">
                <a:extLst>
                  <a:ext uri="{FF2B5EF4-FFF2-40B4-BE49-F238E27FC236}">
                    <a16:creationId xmlns:a16="http://schemas.microsoft.com/office/drawing/2014/main" id="{7507C9F8-6831-C916-B976-F378F31A3E07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9" name="Group 478">
              <a:extLst>
                <a:ext uri="{FF2B5EF4-FFF2-40B4-BE49-F238E27FC236}">
                  <a16:creationId xmlns:a16="http://schemas.microsoft.com/office/drawing/2014/main" id="{4A9EFCAD-E130-E31B-2EC4-2150E9628650}"/>
                </a:ext>
              </a:extLst>
            </p:cNvPr>
            <p:cNvGrpSpPr/>
            <p:nvPr/>
          </p:nvGrpSpPr>
          <p:grpSpPr>
            <a:xfrm rot="739305">
              <a:off x="10289740" y="3697577"/>
              <a:ext cx="318671" cy="202947"/>
              <a:chOff x="8186229" y="3489954"/>
              <a:chExt cx="323779" cy="188545"/>
            </a:xfrm>
          </p:grpSpPr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46F9167E-D87B-A0AB-B86D-707A4E571027}"/>
                  </a:ext>
                </a:extLst>
              </p:cNvPr>
              <p:cNvSpPr/>
              <p:nvPr/>
            </p:nvSpPr>
            <p:spPr>
              <a:xfrm>
                <a:off x="8186229" y="3489954"/>
                <a:ext cx="323779" cy="188545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28615 w 317799"/>
                  <a:gd name="connsiteY0" fmla="*/ 49921 h 188545"/>
                  <a:gd name="connsiteX1" fmla="*/ 157669 w 317799"/>
                  <a:gd name="connsiteY1" fmla="*/ 7 h 188545"/>
                  <a:gd name="connsiteX2" fmla="*/ 317689 w 317799"/>
                  <a:gd name="connsiteY2" fmla="*/ 53347 h 188545"/>
                  <a:gd name="connsiteX3" fmla="*/ 180529 w 317799"/>
                  <a:gd name="connsiteY3" fmla="*/ 137167 h 188545"/>
                  <a:gd name="connsiteX4" fmla="*/ 43995 w 317799"/>
                  <a:gd name="connsiteY4" fmla="*/ 188419 h 188545"/>
                  <a:gd name="connsiteX5" fmla="*/ 638 w 317799"/>
                  <a:gd name="connsiteY5" fmla="*/ 85754 h 188545"/>
                  <a:gd name="connsiteX6" fmla="*/ 28615 w 317799"/>
                  <a:gd name="connsiteY6" fmla="*/ 49921 h 188545"/>
                  <a:gd name="connsiteX0" fmla="*/ 28615 w 318007"/>
                  <a:gd name="connsiteY0" fmla="*/ 49921 h 188545"/>
                  <a:gd name="connsiteX1" fmla="*/ 157669 w 318007"/>
                  <a:gd name="connsiteY1" fmla="*/ 7 h 188545"/>
                  <a:gd name="connsiteX2" fmla="*/ 317689 w 318007"/>
                  <a:gd name="connsiteY2" fmla="*/ 53347 h 188545"/>
                  <a:gd name="connsiteX3" fmla="*/ 194412 w 318007"/>
                  <a:gd name="connsiteY3" fmla="*/ 143452 h 188545"/>
                  <a:gd name="connsiteX4" fmla="*/ 43995 w 318007"/>
                  <a:gd name="connsiteY4" fmla="*/ 188419 h 188545"/>
                  <a:gd name="connsiteX5" fmla="*/ 638 w 318007"/>
                  <a:gd name="connsiteY5" fmla="*/ 85754 h 188545"/>
                  <a:gd name="connsiteX6" fmla="*/ 28615 w 318007"/>
                  <a:gd name="connsiteY6" fmla="*/ 49921 h 188545"/>
                  <a:gd name="connsiteX0" fmla="*/ 28615 w 318777"/>
                  <a:gd name="connsiteY0" fmla="*/ 49921 h 188545"/>
                  <a:gd name="connsiteX1" fmla="*/ 157669 w 318777"/>
                  <a:gd name="connsiteY1" fmla="*/ 7 h 188545"/>
                  <a:gd name="connsiteX2" fmla="*/ 317689 w 318777"/>
                  <a:gd name="connsiteY2" fmla="*/ 53347 h 188545"/>
                  <a:gd name="connsiteX3" fmla="*/ 218783 w 318777"/>
                  <a:gd name="connsiteY3" fmla="*/ 152170 h 188545"/>
                  <a:gd name="connsiteX4" fmla="*/ 43995 w 318777"/>
                  <a:gd name="connsiteY4" fmla="*/ 188419 h 188545"/>
                  <a:gd name="connsiteX5" fmla="*/ 638 w 318777"/>
                  <a:gd name="connsiteY5" fmla="*/ 85754 h 188545"/>
                  <a:gd name="connsiteX6" fmla="*/ 28615 w 318777"/>
                  <a:gd name="connsiteY6" fmla="*/ 49921 h 188545"/>
                  <a:gd name="connsiteX0" fmla="*/ 28615 w 323779"/>
                  <a:gd name="connsiteY0" fmla="*/ 49921 h 188545"/>
                  <a:gd name="connsiteX1" fmla="*/ 157669 w 323779"/>
                  <a:gd name="connsiteY1" fmla="*/ 7 h 188545"/>
                  <a:gd name="connsiteX2" fmla="*/ 317689 w 323779"/>
                  <a:gd name="connsiteY2" fmla="*/ 53347 h 188545"/>
                  <a:gd name="connsiteX3" fmla="*/ 283546 w 323779"/>
                  <a:gd name="connsiteY3" fmla="*/ 96237 h 188545"/>
                  <a:gd name="connsiteX4" fmla="*/ 218783 w 323779"/>
                  <a:gd name="connsiteY4" fmla="*/ 152170 h 188545"/>
                  <a:gd name="connsiteX5" fmla="*/ 43995 w 323779"/>
                  <a:gd name="connsiteY5" fmla="*/ 188419 h 188545"/>
                  <a:gd name="connsiteX6" fmla="*/ 638 w 323779"/>
                  <a:gd name="connsiteY6" fmla="*/ 85754 h 188545"/>
                  <a:gd name="connsiteX7" fmla="*/ 28615 w 323779"/>
                  <a:gd name="connsiteY7" fmla="*/ 49921 h 188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3779" h="188545">
                    <a:moveTo>
                      <a:pt x="28615" y="49921"/>
                    </a:moveTo>
                    <a:cubicBezTo>
                      <a:pt x="54787" y="35630"/>
                      <a:pt x="109490" y="-564"/>
                      <a:pt x="157669" y="7"/>
                    </a:cubicBezTo>
                    <a:cubicBezTo>
                      <a:pt x="205848" y="578"/>
                      <a:pt x="296710" y="37309"/>
                      <a:pt x="317689" y="53347"/>
                    </a:cubicBezTo>
                    <a:cubicBezTo>
                      <a:pt x="338668" y="69385"/>
                      <a:pt x="300030" y="79766"/>
                      <a:pt x="283546" y="96237"/>
                    </a:cubicBezTo>
                    <a:cubicBezTo>
                      <a:pt x="267062" y="112708"/>
                      <a:pt x="258708" y="136806"/>
                      <a:pt x="218783" y="152170"/>
                    </a:cubicBezTo>
                    <a:cubicBezTo>
                      <a:pt x="178858" y="167534"/>
                      <a:pt x="75745" y="184609"/>
                      <a:pt x="43995" y="188419"/>
                    </a:cubicBezTo>
                    <a:cubicBezTo>
                      <a:pt x="12245" y="192229"/>
                      <a:pt x="3201" y="108837"/>
                      <a:pt x="638" y="85754"/>
                    </a:cubicBezTo>
                    <a:cubicBezTo>
                      <a:pt x="-1925" y="62671"/>
                      <a:pt x="2443" y="64212"/>
                      <a:pt x="28615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1" name="Oval 480">
                <a:extLst>
                  <a:ext uri="{FF2B5EF4-FFF2-40B4-BE49-F238E27FC236}">
                    <a16:creationId xmlns:a16="http://schemas.microsoft.com/office/drawing/2014/main" id="{7FB44FC4-1390-E976-367A-7F5F6C4A6F2D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73DCDE8-AF9F-03ED-667E-D0F1E2AD81E2}"/>
                </a:ext>
              </a:extLst>
            </p:cNvPr>
            <p:cNvGrpSpPr/>
            <p:nvPr/>
          </p:nvGrpSpPr>
          <p:grpSpPr>
            <a:xfrm rot="158825">
              <a:off x="10860872" y="3594163"/>
              <a:ext cx="242142" cy="65785"/>
              <a:chOff x="8184342" y="3489954"/>
              <a:chExt cx="319681" cy="142611"/>
            </a:xfrm>
          </p:grpSpPr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E1A2B415-00E1-65C6-BEEA-6945F6E5AD17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4" name="Oval 483">
                <a:extLst>
                  <a:ext uri="{FF2B5EF4-FFF2-40B4-BE49-F238E27FC236}">
                    <a16:creationId xmlns:a16="http://schemas.microsoft.com/office/drawing/2014/main" id="{23A8DC7C-E82F-0798-8075-598912C3DBEA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5" name="Group 484">
              <a:extLst>
                <a:ext uri="{FF2B5EF4-FFF2-40B4-BE49-F238E27FC236}">
                  <a16:creationId xmlns:a16="http://schemas.microsoft.com/office/drawing/2014/main" id="{74C29F9F-9579-DB25-1056-277DF1937D79}"/>
                </a:ext>
              </a:extLst>
            </p:cNvPr>
            <p:cNvGrpSpPr/>
            <p:nvPr/>
          </p:nvGrpSpPr>
          <p:grpSpPr>
            <a:xfrm rot="854322">
              <a:off x="10860493" y="3662072"/>
              <a:ext cx="273017" cy="219043"/>
              <a:chOff x="8171597" y="3465931"/>
              <a:chExt cx="334058" cy="166633"/>
            </a:xfrm>
          </p:grpSpPr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485CEE35-58C0-717C-AC08-7350E05D31A5}"/>
                  </a:ext>
                </a:extLst>
              </p:cNvPr>
              <p:cNvSpPr/>
              <p:nvPr/>
            </p:nvSpPr>
            <p:spPr>
              <a:xfrm>
                <a:off x="8171597" y="3465931"/>
                <a:ext cx="334058" cy="166633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14635 w 332426"/>
                  <a:gd name="connsiteY0" fmla="*/ 26218 h 143437"/>
                  <a:gd name="connsiteX1" fmla="*/ 172301 w 332426"/>
                  <a:gd name="connsiteY1" fmla="*/ 833 h 143437"/>
                  <a:gd name="connsiteX2" fmla="*/ 332321 w 332426"/>
                  <a:gd name="connsiteY2" fmla="*/ 54173 h 143437"/>
                  <a:gd name="connsiteX3" fmla="*/ 195161 w 332426"/>
                  <a:gd name="connsiteY3" fmla="*/ 137993 h 143437"/>
                  <a:gd name="connsiteX4" fmla="*/ 88481 w 332426"/>
                  <a:gd name="connsiteY4" fmla="*/ 137993 h 143437"/>
                  <a:gd name="connsiteX5" fmla="*/ 15270 w 332426"/>
                  <a:gd name="connsiteY5" fmla="*/ 86580 h 143437"/>
                  <a:gd name="connsiteX6" fmla="*/ 14635 w 332426"/>
                  <a:gd name="connsiteY6" fmla="*/ 26218 h 143437"/>
                  <a:gd name="connsiteX0" fmla="*/ 14635 w 334058"/>
                  <a:gd name="connsiteY0" fmla="*/ 49414 h 166633"/>
                  <a:gd name="connsiteX1" fmla="*/ 172301 w 334058"/>
                  <a:gd name="connsiteY1" fmla="*/ 24029 h 166633"/>
                  <a:gd name="connsiteX2" fmla="*/ 266078 w 334058"/>
                  <a:gd name="connsiteY2" fmla="*/ 2010 h 166633"/>
                  <a:gd name="connsiteX3" fmla="*/ 332321 w 334058"/>
                  <a:gd name="connsiteY3" fmla="*/ 77369 h 166633"/>
                  <a:gd name="connsiteX4" fmla="*/ 195161 w 334058"/>
                  <a:gd name="connsiteY4" fmla="*/ 161189 h 166633"/>
                  <a:gd name="connsiteX5" fmla="*/ 88481 w 334058"/>
                  <a:gd name="connsiteY5" fmla="*/ 161189 h 166633"/>
                  <a:gd name="connsiteX6" fmla="*/ 15270 w 334058"/>
                  <a:gd name="connsiteY6" fmla="*/ 109776 h 166633"/>
                  <a:gd name="connsiteX7" fmla="*/ 14635 w 334058"/>
                  <a:gd name="connsiteY7" fmla="*/ 49414 h 166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4058" h="166633">
                    <a:moveTo>
                      <a:pt x="14635" y="49414"/>
                    </a:moveTo>
                    <a:cubicBezTo>
                      <a:pt x="40807" y="35123"/>
                      <a:pt x="130394" y="31930"/>
                      <a:pt x="172301" y="24029"/>
                    </a:cubicBezTo>
                    <a:cubicBezTo>
                      <a:pt x="214208" y="16128"/>
                      <a:pt x="239408" y="-6880"/>
                      <a:pt x="266078" y="2010"/>
                    </a:cubicBezTo>
                    <a:cubicBezTo>
                      <a:pt x="292748" y="10900"/>
                      <a:pt x="344140" y="50839"/>
                      <a:pt x="332321" y="77369"/>
                    </a:cubicBezTo>
                    <a:cubicBezTo>
                      <a:pt x="320502" y="103899"/>
                      <a:pt x="235801" y="147219"/>
                      <a:pt x="195161" y="161189"/>
                    </a:cubicBezTo>
                    <a:cubicBezTo>
                      <a:pt x="154521" y="175159"/>
                      <a:pt x="120231" y="157379"/>
                      <a:pt x="88481" y="161189"/>
                    </a:cubicBezTo>
                    <a:cubicBezTo>
                      <a:pt x="56731" y="164999"/>
                      <a:pt x="27578" y="128405"/>
                      <a:pt x="15270" y="109776"/>
                    </a:cubicBezTo>
                    <a:cubicBezTo>
                      <a:pt x="2962" y="91147"/>
                      <a:pt x="-11537" y="63705"/>
                      <a:pt x="14635" y="49414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7" name="Oval 486">
                <a:extLst>
                  <a:ext uri="{FF2B5EF4-FFF2-40B4-BE49-F238E27FC236}">
                    <a16:creationId xmlns:a16="http://schemas.microsoft.com/office/drawing/2014/main" id="{0BEE34CC-6A46-214D-9CB0-FFDB6CAB729B}"/>
                  </a:ext>
                </a:extLst>
              </p:cNvPr>
              <p:cNvSpPr/>
              <p:nvPr/>
            </p:nvSpPr>
            <p:spPr>
              <a:xfrm rot="10800000" flipV="1">
                <a:off x="8306197" y="3536763"/>
                <a:ext cx="72502" cy="47814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8" name="Group 487">
              <a:extLst>
                <a:ext uri="{FF2B5EF4-FFF2-40B4-BE49-F238E27FC236}">
                  <a16:creationId xmlns:a16="http://schemas.microsoft.com/office/drawing/2014/main" id="{2A413404-D024-74BB-7660-F1650E087C9A}"/>
                </a:ext>
              </a:extLst>
            </p:cNvPr>
            <p:cNvGrpSpPr/>
            <p:nvPr/>
          </p:nvGrpSpPr>
          <p:grpSpPr>
            <a:xfrm rot="5802889">
              <a:off x="11221113" y="3397703"/>
              <a:ext cx="267386" cy="264566"/>
              <a:chOff x="8190174" y="3489939"/>
              <a:chExt cx="274850" cy="183101"/>
            </a:xfrm>
          </p:grpSpPr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0FE5256C-CE89-A31B-6F51-D69F8460473A}"/>
                  </a:ext>
                </a:extLst>
              </p:cNvPr>
              <p:cNvSpPr/>
              <p:nvPr/>
            </p:nvSpPr>
            <p:spPr>
              <a:xfrm>
                <a:off x="8190174" y="3489939"/>
                <a:ext cx="274850" cy="18310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6450 w 325641"/>
                  <a:gd name="connsiteY0" fmla="*/ 49921 h 179517"/>
                  <a:gd name="connsiteX1" fmla="*/ 165504 w 325641"/>
                  <a:gd name="connsiteY1" fmla="*/ 7 h 179517"/>
                  <a:gd name="connsiteX2" fmla="*/ 325524 w 325641"/>
                  <a:gd name="connsiteY2" fmla="*/ 53347 h 179517"/>
                  <a:gd name="connsiteX3" fmla="*/ 188364 w 325641"/>
                  <a:gd name="connsiteY3" fmla="*/ 137167 h 179517"/>
                  <a:gd name="connsiteX4" fmla="*/ 18084 w 325641"/>
                  <a:gd name="connsiteY4" fmla="*/ 179379 h 179517"/>
                  <a:gd name="connsiteX5" fmla="*/ 8473 w 325641"/>
                  <a:gd name="connsiteY5" fmla="*/ 85754 h 179517"/>
                  <a:gd name="connsiteX6" fmla="*/ 36450 w 325641"/>
                  <a:gd name="connsiteY6" fmla="*/ 49921 h 179517"/>
                  <a:gd name="connsiteX0" fmla="*/ 36450 w 286810"/>
                  <a:gd name="connsiteY0" fmla="*/ 49937 h 179533"/>
                  <a:gd name="connsiteX1" fmla="*/ 165504 w 286810"/>
                  <a:gd name="connsiteY1" fmla="*/ 23 h 179533"/>
                  <a:gd name="connsiteX2" fmla="*/ 286629 w 286810"/>
                  <a:gd name="connsiteY2" fmla="*/ 56446 h 179533"/>
                  <a:gd name="connsiteX3" fmla="*/ 188364 w 286810"/>
                  <a:gd name="connsiteY3" fmla="*/ 137183 h 179533"/>
                  <a:gd name="connsiteX4" fmla="*/ 18084 w 286810"/>
                  <a:gd name="connsiteY4" fmla="*/ 179395 h 179533"/>
                  <a:gd name="connsiteX5" fmla="*/ 8473 w 286810"/>
                  <a:gd name="connsiteY5" fmla="*/ 85770 h 179533"/>
                  <a:gd name="connsiteX6" fmla="*/ 36450 w 286810"/>
                  <a:gd name="connsiteY6" fmla="*/ 49937 h 179533"/>
                  <a:gd name="connsiteX0" fmla="*/ 36450 w 286658"/>
                  <a:gd name="connsiteY0" fmla="*/ 49937 h 179533"/>
                  <a:gd name="connsiteX1" fmla="*/ 165504 w 286658"/>
                  <a:gd name="connsiteY1" fmla="*/ 23 h 179533"/>
                  <a:gd name="connsiteX2" fmla="*/ 286629 w 286658"/>
                  <a:gd name="connsiteY2" fmla="*/ 56446 h 179533"/>
                  <a:gd name="connsiteX3" fmla="*/ 175399 w 286658"/>
                  <a:gd name="connsiteY3" fmla="*/ 138210 h 179533"/>
                  <a:gd name="connsiteX4" fmla="*/ 18084 w 286658"/>
                  <a:gd name="connsiteY4" fmla="*/ 179395 h 179533"/>
                  <a:gd name="connsiteX5" fmla="*/ 8473 w 286658"/>
                  <a:gd name="connsiteY5" fmla="*/ 85770 h 179533"/>
                  <a:gd name="connsiteX6" fmla="*/ 36450 w 286658"/>
                  <a:gd name="connsiteY6" fmla="*/ 49937 h 179533"/>
                  <a:gd name="connsiteX0" fmla="*/ 30128 w 280331"/>
                  <a:gd name="connsiteY0" fmla="*/ 49937 h 185782"/>
                  <a:gd name="connsiteX1" fmla="*/ 159182 w 280331"/>
                  <a:gd name="connsiteY1" fmla="*/ 23 h 185782"/>
                  <a:gd name="connsiteX2" fmla="*/ 280307 w 280331"/>
                  <a:gd name="connsiteY2" fmla="*/ 56446 h 185782"/>
                  <a:gd name="connsiteX3" fmla="*/ 169077 w 280331"/>
                  <a:gd name="connsiteY3" fmla="*/ 138210 h 185782"/>
                  <a:gd name="connsiteX4" fmla="*/ 91959 w 280331"/>
                  <a:gd name="connsiteY4" fmla="*/ 175987 h 185782"/>
                  <a:gd name="connsiteX5" fmla="*/ 11762 w 280331"/>
                  <a:gd name="connsiteY5" fmla="*/ 179395 h 185782"/>
                  <a:gd name="connsiteX6" fmla="*/ 2151 w 280331"/>
                  <a:gd name="connsiteY6" fmla="*/ 85770 h 185782"/>
                  <a:gd name="connsiteX7" fmla="*/ 30128 w 280331"/>
                  <a:gd name="connsiteY7" fmla="*/ 49937 h 185782"/>
                  <a:gd name="connsiteX0" fmla="*/ 30128 w 280332"/>
                  <a:gd name="connsiteY0" fmla="*/ 49937 h 183101"/>
                  <a:gd name="connsiteX1" fmla="*/ 159182 w 280332"/>
                  <a:gd name="connsiteY1" fmla="*/ 23 h 183101"/>
                  <a:gd name="connsiteX2" fmla="*/ 280307 w 280332"/>
                  <a:gd name="connsiteY2" fmla="*/ 56446 h 183101"/>
                  <a:gd name="connsiteX3" fmla="*/ 169077 w 280332"/>
                  <a:gd name="connsiteY3" fmla="*/ 138210 h 183101"/>
                  <a:gd name="connsiteX4" fmla="*/ 82806 w 280332"/>
                  <a:gd name="connsiteY4" fmla="*/ 161225 h 183101"/>
                  <a:gd name="connsiteX5" fmla="*/ 11762 w 280332"/>
                  <a:gd name="connsiteY5" fmla="*/ 179395 h 183101"/>
                  <a:gd name="connsiteX6" fmla="*/ 2151 w 280332"/>
                  <a:gd name="connsiteY6" fmla="*/ 85770 h 183101"/>
                  <a:gd name="connsiteX7" fmla="*/ 30128 w 280332"/>
                  <a:gd name="connsiteY7" fmla="*/ 49937 h 183101"/>
                  <a:gd name="connsiteX0" fmla="*/ 30128 w 280308"/>
                  <a:gd name="connsiteY0" fmla="*/ 49937 h 183101"/>
                  <a:gd name="connsiteX1" fmla="*/ 159182 w 280308"/>
                  <a:gd name="connsiteY1" fmla="*/ 23 h 183101"/>
                  <a:gd name="connsiteX2" fmla="*/ 280307 w 280308"/>
                  <a:gd name="connsiteY2" fmla="*/ 56446 h 183101"/>
                  <a:gd name="connsiteX3" fmla="*/ 161450 w 280308"/>
                  <a:gd name="connsiteY3" fmla="*/ 132177 h 183101"/>
                  <a:gd name="connsiteX4" fmla="*/ 82806 w 280308"/>
                  <a:gd name="connsiteY4" fmla="*/ 161225 h 183101"/>
                  <a:gd name="connsiteX5" fmla="*/ 11762 w 280308"/>
                  <a:gd name="connsiteY5" fmla="*/ 179395 h 183101"/>
                  <a:gd name="connsiteX6" fmla="*/ 2151 w 280308"/>
                  <a:gd name="connsiteY6" fmla="*/ 85770 h 183101"/>
                  <a:gd name="connsiteX7" fmla="*/ 30128 w 280308"/>
                  <a:gd name="connsiteY7" fmla="*/ 49937 h 183101"/>
                  <a:gd name="connsiteX0" fmla="*/ 30128 w 280308"/>
                  <a:gd name="connsiteY0" fmla="*/ 49937 h 183101"/>
                  <a:gd name="connsiteX1" fmla="*/ 159182 w 280308"/>
                  <a:gd name="connsiteY1" fmla="*/ 23 h 183101"/>
                  <a:gd name="connsiteX2" fmla="*/ 280307 w 280308"/>
                  <a:gd name="connsiteY2" fmla="*/ 56446 h 183101"/>
                  <a:gd name="connsiteX3" fmla="*/ 161450 w 280308"/>
                  <a:gd name="connsiteY3" fmla="*/ 132177 h 183101"/>
                  <a:gd name="connsiteX4" fmla="*/ 82806 w 280308"/>
                  <a:gd name="connsiteY4" fmla="*/ 161225 h 183101"/>
                  <a:gd name="connsiteX5" fmla="*/ 11762 w 280308"/>
                  <a:gd name="connsiteY5" fmla="*/ 179395 h 183101"/>
                  <a:gd name="connsiteX6" fmla="*/ 2151 w 280308"/>
                  <a:gd name="connsiteY6" fmla="*/ 85770 h 183101"/>
                  <a:gd name="connsiteX7" fmla="*/ 30128 w 280308"/>
                  <a:gd name="connsiteY7" fmla="*/ 49937 h 183101"/>
                  <a:gd name="connsiteX0" fmla="*/ 24670 w 274850"/>
                  <a:gd name="connsiteY0" fmla="*/ 49937 h 183101"/>
                  <a:gd name="connsiteX1" fmla="*/ 153724 w 274850"/>
                  <a:gd name="connsiteY1" fmla="*/ 23 h 183101"/>
                  <a:gd name="connsiteX2" fmla="*/ 274849 w 274850"/>
                  <a:gd name="connsiteY2" fmla="*/ 56446 h 183101"/>
                  <a:gd name="connsiteX3" fmla="*/ 155992 w 274850"/>
                  <a:gd name="connsiteY3" fmla="*/ 132177 h 183101"/>
                  <a:gd name="connsiteX4" fmla="*/ 77348 w 274850"/>
                  <a:gd name="connsiteY4" fmla="*/ 161225 h 183101"/>
                  <a:gd name="connsiteX5" fmla="*/ 6304 w 274850"/>
                  <a:gd name="connsiteY5" fmla="*/ 179395 h 183101"/>
                  <a:gd name="connsiteX6" fmla="*/ 9659 w 274850"/>
                  <a:gd name="connsiteY6" fmla="*/ 84742 h 183101"/>
                  <a:gd name="connsiteX7" fmla="*/ 24670 w 274850"/>
                  <a:gd name="connsiteY7" fmla="*/ 49937 h 183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4850" h="183101">
                    <a:moveTo>
                      <a:pt x="24670" y="49937"/>
                    </a:moveTo>
                    <a:cubicBezTo>
                      <a:pt x="48681" y="35817"/>
                      <a:pt x="112028" y="-1062"/>
                      <a:pt x="153724" y="23"/>
                    </a:cubicBezTo>
                    <a:cubicBezTo>
                      <a:pt x="195420" y="1108"/>
                      <a:pt x="274471" y="34420"/>
                      <a:pt x="274849" y="56446"/>
                    </a:cubicBezTo>
                    <a:cubicBezTo>
                      <a:pt x="275227" y="78472"/>
                      <a:pt x="188909" y="114714"/>
                      <a:pt x="155992" y="132177"/>
                    </a:cubicBezTo>
                    <a:cubicBezTo>
                      <a:pt x="123075" y="149640"/>
                      <a:pt x="103567" y="154361"/>
                      <a:pt x="77348" y="161225"/>
                    </a:cubicBezTo>
                    <a:cubicBezTo>
                      <a:pt x="51129" y="168089"/>
                      <a:pt x="20890" y="192249"/>
                      <a:pt x="6304" y="179395"/>
                    </a:cubicBezTo>
                    <a:cubicBezTo>
                      <a:pt x="-8282" y="166541"/>
                      <a:pt x="6598" y="106318"/>
                      <a:pt x="9659" y="84742"/>
                    </a:cubicBezTo>
                    <a:cubicBezTo>
                      <a:pt x="12720" y="63166"/>
                      <a:pt x="659" y="64057"/>
                      <a:pt x="24670" y="49937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0" name="Oval 489">
                <a:extLst>
                  <a:ext uri="{FF2B5EF4-FFF2-40B4-BE49-F238E27FC236}">
                    <a16:creationId xmlns:a16="http://schemas.microsoft.com/office/drawing/2014/main" id="{48C0F42A-54CF-165B-98FF-1B9479271E76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92" name="Group 491">
              <a:extLst>
                <a:ext uri="{FF2B5EF4-FFF2-40B4-BE49-F238E27FC236}">
                  <a16:creationId xmlns:a16="http://schemas.microsoft.com/office/drawing/2014/main" id="{C59184D8-1468-AD10-01A2-8EF1AF529FCF}"/>
                </a:ext>
              </a:extLst>
            </p:cNvPr>
            <p:cNvGrpSpPr/>
            <p:nvPr/>
          </p:nvGrpSpPr>
          <p:grpSpPr>
            <a:xfrm rot="5711465">
              <a:off x="11070248" y="3579280"/>
              <a:ext cx="319762" cy="149043"/>
              <a:chOff x="8184342" y="3489692"/>
              <a:chExt cx="324888" cy="138466"/>
            </a:xfrm>
          </p:grpSpPr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398CFB9C-6E35-C776-4EF6-1D92042029BE}"/>
                  </a:ext>
                </a:extLst>
              </p:cNvPr>
              <p:cNvSpPr/>
              <p:nvPr/>
            </p:nvSpPr>
            <p:spPr>
              <a:xfrm>
                <a:off x="8184342" y="3489692"/>
                <a:ext cx="324888" cy="138466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21024"/>
                  <a:gd name="connsiteY0" fmla="*/ 49921 h 138206"/>
                  <a:gd name="connsiteX1" fmla="*/ 159556 w 321024"/>
                  <a:gd name="connsiteY1" fmla="*/ 7 h 138206"/>
                  <a:gd name="connsiteX2" fmla="*/ 319576 w 321024"/>
                  <a:gd name="connsiteY2" fmla="*/ 53347 h 138206"/>
                  <a:gd name="connsiteX3" fmla="*/ 235521 w 321024"/>
                  <a:gd name="connsiteY3" fmla="*/ 129700 h 138206"/>
                  <a:gd name="connsiteX4" fmla="*/ 182416 w 321024"/>
                  <a:gd name="connsiteY4" fmla="*/ 137167 h 138206"/>
                  <a:gd name="connsiteX5" fmla="*/ 75736 w 321024"/>
                  <a:gd name="connsiteY5" fmla="*/ 137167 h 138206"/>
                  <a:gd name="connsiteX6" fmla="*/ 2525 w 321024"/>
                  <a:gd name="connsiteY6" fmla="*/ 85754 h 138206"/>
                  <a:gd name="connsiteX7" fmla="*/ 30502 w 321024"/>
                  <a:gd name="connsiteY7" fmla="*/ 49921 h 138206"/>
                  <a:gd name="connsiteX0" fmla="*/ 30502 w 322315"/>
                  <a:gd name="connsiteY0" fmla="*/ 50056 h 138341"/>
                  <a:gd name="connsiteX1" fmla="*/ 159556 w 322315"/>
                  <a:gd name="connsiteY1" fmla="*/ 142 h 138341"/>
                  <a:gd name="connsiteX2" fmla="*/ 320889 w 322315"/>
                  <a:gd name="connsiteY2" fmla="*/ 66701 h 138341"/>
                  <a:gd name="connsiteX3" fmla="*/ 235521 w 322315"/>
                  <a:gd name="connsiteY3" fmla="*/ 129835 h 138341"/>
                  <a:gd name="connsiteX4" fmla="*/ 182416 w 322315"/>
                  <a:gd name="connsiteY4" fmla="*/ 137302 h 138341"/>
                  <a:gd name="connsiteX5" fmla="*/ 75736 w 322315"/>
                  <a:gd name="connsiteY5" fmla="*/ 137302 h 138341"/>
                  <a:gd name="connsiteX6" fmla="*/ 2525 w 322315"/>
                  <a:gd name="connsiteY6" fmla="*/ 85889 h 138341"/>
                  <a:gd name="connsiteX7" fmla="*/ 30502 w 322315"/>
                  <a:gd name="connsiteY7" fmla="*/ 50056 h 138341"/>
                  <a:gd name="connsiteX0" fmla="*/ 30502 w 322315"/>
                  <a:gd name="connsiteY0" fmla="*/ 50056 h 138341"/>
                  <a:gd name="connsiteX1" fmla="*/ 159556 w 322315"/>
                  <a:gd name="connsiteY1" fmla="*/ 142 h 138341"/>
                  <a:gd name="connsiteX2" fmla="*/ 320889 w 322315"/>
                  <a:gd name="connsiteY2" fmla="*/ 66701 h 138341"/>
                  <a:gd name="connsiteX3" fmla="*/ 235521 w 322315"/>
                  <a:gd name="connsiteY3" fmla="*/ 129835 h 138341"/>
                  <a:gd name="connsiteX4" fmla="*/ 182416 w 322315"/>
                  <a:gd name="connsiteY4" fmla="*/ 137302 h 138341"/>
                  <a:gd name="connsiteX5" fmla="*/ 75736 w 322315"/>
                  <a:gd name="connsiteY5" fmla="*/ 137302 h 138341"/>
                  <a:gd name="connsiteX6" fmla="*/ 2525 w 322315"/>
                  <a:gd name="connsiteY6" fmla="*/ 85889 h 138341"/>
                  <a:gd name="connsiteX7" fmla="*/ 30502 w 322315"/>
                  <a:gd name="connsiteY7" fmla="*/ 50056 h 138341"/>
                  <a:gd name="connsiteX0" fmla="*/ 30502 w 325329"/>
                  <a:gd name="connsiteY0" fmla="*/ 50867 h 139152"/>
                  <a:gd name="connsiteX1" fmla="*/ 159556 w 325329"/>
                  <a:gd name="connsiteY1" fmla="*/ 953 h 139152"/>
                  <a:gd name="connsiteX2" fmla="*/ 323953 w 325329"/>
                  <a:gd name="connsiteY2" fmla="*/ 98356 h 139152"/>
                  <a:gd name="connsiteX3" fmla="*/ 235521 w 325329"/>
                  <a:gd name="connsiteY3" fmla="*/ 130646 h 139152"/>
                  <a:gd name="connsiteX4" fmla="*/ 182416 w 325329"/>
                  <a:gd name="connsiteY4" fmla="*/ 138113 h 139152"/>
                  <a:gd name="connsiteX5" fmla="*/ 75736 w 325329"/>
                  <a:gd name="connsiteY5" fmla="*/ 138113 h 139152"/>
                  <a:gd name="connsiteX6" fmla="*/ 2525 w 325329"/>
                  <a:gd name="connsiteY6" fmla="*/ 86700 h 139152"/>
                  <a:gd name="connsiteX7" fmla="*/ 30502 w 325329"/>
                  <a:gd name="connsiteY7" fmla="*/ 50867 h 139152"/>
                  <a:gd name="connsiteX0" fmla="*/ 30502 w 324888"/>
                  <a:gd name="connsiteY0" fmla="*/ 50181 h 138466"/>
                  <a:gd name="connsiteX1" fmla="*/ 159556 w 324888"/>
                  <a:gd name="connsiteY1" fmla="*/ 267 h 138466"/>
                  <a:gd name="connsiteX2" fmla="*/ 274514 w 324888"/>
                  <a:gd name="connsiteY2" fmla="*/ 33419 h 138466"/>
                  <a:gd name="connsiteX3" fmla="*/ 323953 w 324888"/>
                  <a:gd name="connsiteY3" fmla="*/ 97670 h 138466"/>
                  <a:gd name="connsiteX4" fmla="*/ 235521 w 324888"/>
                  <a:gd name="connsiteY4" fmla="*/ 129960 h 138466"/>
                  <a:gd name="connsiteX5" fmla="*/ 182416 w 324888"/>
                  <a:gd name="connsiteY5" fmla="*/ 137427 h 138466"/>
                  <a:gd name="connsiteX6" fmla="*/ 75736 w 324888"/>
                  <a:gd name="connsiteY6" fmla="*/ 137427 h 138466"/>
                  <a:gd name="connsiteX7" fmla="*/ 2525 w 324888"/>
                  <a:gd name="connsiteY7" fmla="*/ 86014 h 138466"/>
                  <a:gd name="connsiteX8" fmla="*/ 30502 w 324888"/>
                  <a:gd name="connsiteY8" fmla="*/ 50181 h 138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4888" h="138466">
                    <a:moveTo>
                      <a:pt x="30502" y="50181"/>
                    </a:moveTo>
                    <a:cubicBezTo>
                      <a:pt x="56674" y="35890"/>
                      <a:pt x="118887" y="3061"/>
                      <a:pt x="159556" y="267"/>
                    </a:cubicBezTo>
                    <a:cubicBezTo>
                      <a:pt x="200225" y="-2527"/>
                      <a:pt x="247115" y="17185"/>
                      <a:pt x="274514" y="33419"/>
                    </a:cubicBezTo>
                    <a:cubicBezTo>
                      <a:pt x="301913" y="49653"/>
                      <a:pt x="330452" y="81580"/>
                      <a:pt x="323953" y="97670"/>
                    </a:cubicBezTo>
                    <a:cubicBezTo>
                      <a:pt x="317454" y="113760"/>
                      <a:pt x="258381" y="115990"/>
                      <a:pt x="235521" y="129960"/>
                    </a:cubicBezTo>
                    <a:cubicBezTo>
                      <a:pt x="212661" y="143930"/>
                      <a:pt x="209047" y="136183"/>
                      <a:pt x="182416" y="137427"/>
                    </a:cubicBezTo>
                    <a:cubicBezTo>
                      <a:pt x="155785" y="138671"/>
                      <a:pt x="107486" y="133617"/>
                      <a:pt x="75736" y="137427"/>
                    </a:cubicBezTo>
                    <a:cubicBezTo>
                      <a:pt x="43986" y="141237"/>
                      <a:pt x="10064" y="100555"/>
                      <a:pt x="2525" y="86014"/>
                    </a:cubicBezTo>
                    <a:cubicBezTo>
                      <a:pt x="-5014" y="71473"/>
                      <a:pt x="4330" y="64472"/>
                      <a:pt x="30502" y="5018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4" name="Oval 493">
                <a:extLst>
                  <a:ext uri="{FF2B5EF4-FFF2-40B4-BE49-F238E27FC236}">
                    <a16:creationId xmlns:a16="http://schemas.microsoft.com/office/drawing/2014/main" id="{D25A937C-3771-F9C2-298A-1B974DBC9590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5" name="Group 494">
              <a:extLst>
                <a:ext uri="{FF2B5EF4-FFF2-40B4-BE49-F238E27FC236}">
                  <a16:creationId xmlns:a16="http://schemas.microsoft.com/office/drawing/2014/main" id="{A3A3666E-5BF5-D541-944C-36705B232A4B}"/>
                </a:ext>
              </a:extLst>
            </p:cNvPr>
            <p:cNvGrpSpPr/>
            <p:nvPr/>
          </p:nvGrpSpPr>
          <p:grpSpPr>
            <a:xfrm rot="16030452">
              <a:off x="10691495" y="3709328"/>
              <a:ext cx="52246" cy="300219"/>
              <a:chOff x="8183792" y="3488711"/>
              <a:chExt cx="304524" cy="154786"/>
            </a:xfrm>
          </p:grpSpPr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EA4A8811-FBDE-6C4A-FA9D-9AA48F727730}"/>
                  </a:ext>
                </a:extLst>
              </p:cNvPr>
              <p:cNvSpPr/>
              <p:nvPr/>
            </p:nvSpPr>
            <p:spPr>
              <a:xfrm>
                <a:off x="8183792" y="3488711"/>
                <a:ext cx="304524" cy="154786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19591"/>
                  <a:gd name="connsiteY0" fmla="*/ 49921 h 154665"/>
                  <a:gd name="connsiteX1" fmla="*/ 159556 w 319591"/>
                  <a:gd name="connsiteY1" fmla="*/ 7 h 154665"/>
                  <a:gd name="connsiteX2" fmla="*/ 319576 w 319591"/>
                  <a:gd name="connsiteY2" fmla="*/ 53347 h 154665"/>
                  <a:gd name="connsiteX3" fmla="*/ 168774 w 319591"/>
                  <a:gd name="connsiteY3" fmla="*/ 151087 h 154665"/>
                  <a:gd name="connsiteX4" fmla="*/ 75736 w 319591"/>
                  <a:gd name="connsiteY4" fmla="*/ 137167 h 154665"/>
                  <a:gd name="connsiteX5" fmla="*/ 2525 w 319591"/>
                  <a:gd name="connsiteY5" fmla="*/ 85754 h 154665"/>
                  <a:gd name="connsiteX6" fmla="*/ 30502 w 319591"/>
                  <a:gd name="connsiteY6" fmla="*/ 49921 h 154665"/>
                  <a:gd name="connsiteX0" fmla="*/ 30502 w 303927"/>
                  <a:gd name="connsiteY0" fmla="*/ 50163 h 153786"/>
                  <a:gd name="connsiteX1" fmla="*/ 159556 w 303927"/>
                  <a:gd name="connsiteY1" fmla="*/ 249 h 153786"/>
                  <a:gd name="connsiteX2" fmla="*/ 303910 w 303927"/>
                  <a:gd name="connsiteY2" fmla="*/ 72603 h 153786"/>
                  <a:gd name="connsiteX3" fmla="*/ 168774 w 303927"/>
                  <a:gd name="connsiteY3" fmla="*/ 151329 h 153786"/>
                  <a:gd name="connsiteX4" fmla="*/ 75736 w 303927"/>
                  <a:gd name="connsiteY4" fmla="*/ 137409 h 153786"/>
                  <a:gd name="connsiteX5" fmla="*/ 2525 w 303927"/>
                  <a:gd name="connsiteY5" fmla="*/ 85996 h 153786"/>
                  <a:gd name="connsiteX6" fmla="*/ 30502 w 303927"/>
                  <a:gd name="connsiteY6" fmla="*/ 50163 h 153786"/>
                  <a:gd name="connsiteX0" fmla="*/ 31053 w 304524"/>
                  <a:gd name="connsiteY0" fmla="*/ 51163 h 154786"/>
                  <a:gd name="connsiteX1" fmla="*/ 184832 w 304524"/>
                  <a:gd name="connsiteY1" fmla="*/ 244 h 154786"/>
                  <a:gd name="connsiteX2" fmla="*/ 304461 w 304524"/>
                  <a:gd name="connsiteY2" fmla="*/ 73603 h 154786"/>
                  <a:gd name="connsiteX3" fmla="*/ 169325 w 304524"/>
                  <a:gd name="connsiteY3" fmla="*/ 152329 h 154786"/>
                  <a:gd name="connsiteX4" fmla="*/ 76287 w 304524"/>
                  <a:gd name="connsiteY4" fmla="*/ 138409 h 154786"/>
                  <a:gd name="connsiteX5" fmla="*/ 3076 w 304524"/>
                  <a:gd name="connsiteY5" fmla="*/ 86996 h 154786"/>
                  <a:gd name="connsiteX6" fmla="*/ 31053 w 304524"/>
                  <a:gd name="connsiteY6" fmla="*/ 51163 h 154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4524" h="154786">
                    <a:moveTo>
                      <a:pt x="31053" y="51163"/>
                    </a:moveTo>
                    <a:cubicBezTo>
                      <a:pt x="61346" y="36704"/>
                      <a:pt x="139264" y="-3496"/>
                      <a:pt x="184832" y="244"/>
                    </a:cubicBezTo>
                    <a:cubicBezTo>
                      <a:pt x="230400" y="3984"/>
                      <a:pt x="307046" y="48256"/>
                      <a:pt x="304461" y="73603"/>
                    </a:cubicBezTo>
                    <a:cubicBezTo>
                      <a:pt x="301877" y="98951"/>
                      <a:pt x="207354" y="141528"/>
                      <a:pt x="169325" y="152329"/>
                    </a:cubicBezTo>
                    <a:cubicBezTo>
                      <a:pt x="131296" y="163130"/>
                      <a:pt x="108037" y="134599"/>
                      <a:pt x="76287" y="138409"/>
                    </a:cubicBezTo>
                    <a:cubicBezTo>
                      <a:pt x="44537" y="142219"/>
                      <a:pt x="10615" y="101537"/>
                      <a:pt x="3076" y="86996"/>
                    </a:cubicBezTo>
                    <a:cubicBezTo>
                      <a:pt x="-4463" y="72455"/>
                      <a:pt x="760" y="65622"/>
                      <a:pt x="31053" y="51163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7" name="Oval 496">
                <a:extLst>
                  <a:ext uri="{FF2B5EF4-FFF2-40B4-BE49-F238E27FC236}">
                    <a16:creationId xmlns:a16="http://schemas.microsoft.com/office/drawing/2014/main" id="{96FF7A4F-24B4-5623-0DE2-3866C89E2B1E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8" name="Group 497">
              <a:extLst>
                <a:ext uri="{FF2B5EF4-FFF2-40B4-BE49-F238E27FC236}">
                  <a16:creationId xmlns:a16="http://schemas.microsoft.com/office/drawing/2014/main" id="{9121764F-7267-9256-582C-C11FBB1E76C3}"/>
                </a:ext>
              </a:extLst>
            </p:cNvPr>
            <p:cNvGrpSpPr/>
            <p:nvPr/>
          </p:nvGrpSpPr>
          <p:grpSpPr>
            <a:xfrm rot="4499701">
              <a:off x="10253231" y="3592338"/>
              <a:ext cx="129651" cy="100217"/>
              <a:chOff x="8184346" y="3462059"/>
              <a:chExt cx="344164" cy="217254"/>
            </a:xfrm>
          </p:grpSpPr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4D0C9044-96E4-DCF8-2634-45F62E4D408D}"/>
                  </a:ext>
                </a:extLst>
              </p:cNvPr>
              <p:cNvSpPr/>
              <p:nvPr/>
            </p:nvSpPr>
            <p:spPr>
              <a:xfrm>
                <a:off x="8184346" y="3462059"/>
                <a:ext cx="344164" cy="217254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22399"/>
                  <a:gd name="connsiteY0" fmla="*/ 49921 h 139234"/>
                  <a:gd name="connsiteX1" fmla="*/ 159556 w 322399"/>
                  <a:gd name="connsiteY1" fmla="*/ 7 h 139234"/>
                  <a:gd name="connsiteX2" fmla="*/ 319576 w 322399"/>
                  <a:gd name="connsiteY2" fmla="*/ 53347 h 139234"/>
                  <a:gd name="connsiteX3" fmla="*/ 256000 w 322399"/>
                  <a:gd name="connsiteY3" fmla="*/ 131393 h 139234"/>
                  <a:gd name="connsiteX4" fmla="*/ 182416 w 322399"/>
                  <a:gd name="connsiteY4" fmla="*/ 137167 h 139234"/>
                  <a:gd name="connsiteX5" fmla="*/ 75736 w 322399"/>
                  <a:gd name="connsiteY5" fmla="*/ 137167 h 139234"/>
                  <a:gd name="connsiteX6" fmla="*/ 2525 w 322399"/>
                  <a:gd name="connsiteY6" fmla="*/ 85754 h 139234"/>
                  <a:gd name="connsiteX7" fmla="*/ 30502 w 322399"/>
                  <a:gd name="connsiteY7" fmla="*/ 49921 h 139234"/>
                  <a:gd name="connsiteX0" fmla="*/ 30502 w 348698"/>
                  <a:gd name="connsiteY0" fmla="*/ 49921 h 188604"/>
                  <a:gd name="connsiteX1" fmla="*/ 159556 w 348698"/>
                  <a:gd name="connsiteY1" fmla="*/ 7 h 188604"/>
                  <a:gd name="connsiteX2" fmla="*/ 319576 w 348698"/>
                  <a:gd name="connsiteY2" fmla="*/ 53347 h 188604"/>
                  <a:gd name="connsiteX3" fmla="*/ 336131 w 348698"/>
                  <a:gd name="connsiteY3" fmla="*/ 186343 h 188604"/>
                  <a:gd name="connsiteX4" fmla="*/ 182416 w 348698"/>
                  <a:gd name="connsiteY4" fmla="*/ 137167 h 188604"/>
                  <a:gd name="connsiteX5" fmla="*/ 75736 w 348698"/>
                  <a:gd name="connsiteY5" fmla="*/ 137167 h 188604"/>
                  <a:gd name="connsiteX6" fmla="*/ 2525 w 348698"/>
                  <a:gd name="connsiteY6" fmla="*/ 85754 h 188604"/>
                  <a:gd name="connsiteX7" fmla="*/ 30502 w 348698"/>
                  <a:gd name="connsiteY7" fmla="*/ 49921 h 188604"/>
                  <a:gd name="connsiteX0" fmla="*/ 30502 w 344812"/>
                  <a:gd name="connsiteY0" fmla="*/ 52104 h 190787"/>
                  <a:gd name="connsiteX1" fmla="*/ 159556 w 344812"/>
                  <a:gd name="connsiteY1" fmla="*/ 2190 h 190787"/>
                  <a:gd name="connsiteX2" fmla="*/ 269222 w 344812"/>
                  <a:gd name="connsiteY2" fmla="*/ 13551 h 190787"/>
                  <a:gd name="connsiteX3" fmla="*/ 319576 w 344812"/>
                  <a:gd name="connsiteY3" fmla="*/ 55530 h 190787"/>
                  <a:gd name="connsiteX4" fmla="*/ 336131 w 344812"/>
                  <a:gd name="connsiteY4" fmla="*/ 188526 h 190787"/>
                  <a:gd name="connsiteX5" fmla="*/ 182416 w 344812"/>
                  <a:gd name="connsiteY5" fmla="*/ 139350 h 190787"/>
                  <a:gd name="connsiteX6" fmla="*/ 75736 w 344812"/>
                  <a:gd name="connsiteY6" fmla="*/ 139350 h 190787"/>
                  <a:gd name="connsiteX7" fmla="*/ 2525 w 344812"/>
                  <a:gd name="connsiteY7" fmla="*/ 87937 h 190787"/>
                  <a:gd name="connsiteX8" fmla="*/ 30502 w 344812"/>
                  <a:gd name="connsiteY8" fmla="*/ 52104 h 190787"/>
                  <a:gd name="connsiteX0" fmla="*/ 30502 w 344679"/>
                  <a:gd name="connsiteY0" fmla="*/ 58653 h 197336"/>
                  <a:gd name="connsiteX1" fmla="*/ 159556 w 344679"/>
                  <a:gd name="connsiteY1" fmla="*/ 8739 h 197336"/>
                  <a:gd name="connsiteX2" fmla="*/ 274129 w 344679"/>
                  <a:gd name="connsiteY2" fmla="*/ 5143 h 197336"/>
                  <a:gd name="connsiteX3" fmla="*/ 319576 w 344679"/>
                  <a:gd name="connsiteY3" fmla="*/ 62079 h 197336"/>
                  <a:gd name="connsiteX4" fmla="*/ 336131 w 344679"/>
                  <a:gd name="connsiteY4" fmla="*/ 195075 h 197336"/>
                  <a:gd name="connsiteX5" fmla="*/ 182416 w 344679"/>
                  <a:gd name="connsiteY5" fmla="*/ 145899 h 197336"/>
                  <a:gd name="connsiteX6" fmla="*/ 75736 w 344679"/>
                  <a:gd name="connsiteY6" fmla="*/ 145899 h 197336"/>
                  <a:gd name="connsiteX7" fmla="*/ 2525 w 344679"/>
                  <a:gd name="connsiteY7" fmla="*/ 94486 h 197336"/>
                  <a:gd name="connsiteX8" fmla="*/ 30502 w 344679"/>
                  <a:gd name="connsiteY8" fmla="*/ 58653 h 197336"/>
                  <a:gd name="connsiteX0" fmla="*/ 30502 w 344164"/>
                  <a:gd name="connsiteY0" fmla="*/ 77819 h 216502"/>
                  <a:gd name="connsiteX1" fmla="*/ 159556 w 344164"/>
                  <a:gd name="connsiteY1" fmla="*/ 27905 h 216502"/>
                  <a:gd name="connsiteX2" fmla="*/ 294525 w 344164"/>
                  <a:gd name="connsiteY2" fmla="*/ 2051 h 216502"/>
                  <a:gd name="connsiteX3" fmla="*/ 319576 w 344164"/>
                  <a:gd name="connsiteY3" fmla="*/ 81245 h 216502"/>
                  <a:gd name="connsiteX4" fmla="*/ 336131 w 344164"/>
                  <a:gd name="connsiteY4" fmla="*/ 214241 h 216502"/>
                  <a:gd name="connsiteX5" fmla="*/ 182416 w 344164"/>
                  <a:gd name="connsiteY5" fmla="*/ 165065 h 216502"/>
                  <a:gd name="connsiteX6" fmla="*/ 75736 w 344164"/>
                  <a:gd name="connsiteY6" fmla="*/ 165065 h 216502"/>
                  <a:gd name="connsiteX7" fmla="*/ 2525 w 344164"/>
                  <a:gd name="connsiteY7" fmla="*/ 113652 h 216502"/>
                  <a:gd name="connsiteX8" fmla="*/ 30502 w 344164"/>
                  <a:gd name="connsiteY8" fmla="*/ 77819 h 216502"/>
                  <a:gd name="connsiteX0" fmla="*/ 30502 w 344164"/>
                  <a:gd name="connsiteY0" fmla="*/ 77819 h 217254"/>
                  <a:gd name="connsiteX1" fmla="*/ 159556 w 344164"/>
                  <a:gd name="connsiteY1" fmla="*/ 27905 h 217254"/>
                  <a:gd name="connsiteX2" fmla="*/ 294525 w 344164"/>
                  <a:gd name="connsiteY2" fmla="*/ 2051 h 217254"/>
                  <a:gd name="connsiteX3" fmla="*/ 319576 w 344164"/>
                  <a:gd name="connsiteY3" fmla="*/ 81245 h 217254"/>
                  <a:gd name="connsiteX4" fmla="*/ 336131 w 344164"/>
                  <a:gd name="connsiteY4" fmla="*/ 214241 h 217254"/>
                  <a:gd name="connsiteX5" fmla="*/ 183610 w 344164"/>
                  <a:gd name="connsiteY5" fmla="*/ 181361 h 217254"/>
                  <a:gd name="connsiteX6" fmla="*/ 75736 w 344164"/>
                  <a:gd name="connsiteY6" fmla="*/ 165065 h 217254"/>
                  <a:gd name="connsiteX7" fmla="*/ 2525 w 344164"/>
                  <a:gd name="connsiteY7" fmla="*/ 113652 h 217254"/>
                  <a:gd name="connsiteX8" fmla="*/ 30502 w 344164"/>
                  <a:gd name="connsiteY8" fmla="*/ 77819 h 217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4164" h="217254">
                    <a:moveTo>
                      <a:pt x="30502" y="77819"/>
                    </a:moveTo>
                    <a:cubicBezTo>
                      <a:pt x="56674" y="63528"/>
                      <a:pt x="115552" y="40533"/>
                      <a:pt x="159556" y="27905"/>
                    </a:cubicBezTo>
                    <a:cubicBezTo>
                      <a:pt x="203560" y="15277"/>
                      <a:pt x="267855" y="-6839"/>
                      <a:pt x="294525" y="2051"/>
                    </a:cubicBezTo>
                    <a:cubicBezTo>
                      <a:pt x="321195" y="10941"/>
                      <a:pt x="312642" y="45880"/>
                      <a:pt x="319576" y="81245"/>
                    </a:cubicBezTo>
                    <a:cubicBezTo>
                      <a:pt x="326510" y="116610"/>
                      <a:pt x="358991" y="200271"/>
                      <a:pt x="336131" y="214241"/>
                    </a:cubicBezTo>
                    <a:cubicBezTo>
                      <a:pt x="313271" y="228211"/>
                      <a:pt x="227009" y="189557"/>
                      <a:pt x="183610" y="181361"/>
                    </a:cubicBezTo>
                    <a:cubicBezTo>
                      <a:pt x="140211" y="173165"/>
                      <a:pt x="107486" y="161255"/>
                      <a:pt x="75736" y="165065"/>
                    </a:cubicBezTo>
                    <a:cubicBezTo>
                      <a:pt x="43986" y="168875"/>
                      <a:pt x="10064" y="128193"/>
                      <a:pt x="2525" y="113652"/>
                    </a:cubicBezTo>
                    <a:cubicBezTo>
                      <a:pt x="-5014" y="99111"/>
                      <a:pt x="4330" y="92110"/>
                      <a:pt x="30502" y="77819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0" name="Oval 499">
                <a:extLst>
                  <a:ext uri="{FF2B5EF4-FFF2-40B4-BE49-F238E27FC236}">
                    <a16:creationId xmlns:a16="http://schemas.microsoft.com/office/drawing/2014/main" id="{AD55CDA7-3189-BAA6-B9EB-97643C413503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01" name="Group 500">
              <a:extLst>
                <a:ext uri="{FF2B5EF4-FFF2-40B4-BE49-F238E27FC236}">
                  <a16:creationId xmlns:a16="http://schemas.microsoft.com/office/drawing/2014/main" id="{3D8CFB71-0850-EE32-19CB-7D2A102BE6EC}"/>
                </a:ext>
              </a:extLst>
            </p:cNvPr>
            <p:cNvGrpSpPr/>
            <p:nvPr/>
          </p:nvGrpSpPr>
          <p:grpSpPr>
            <a:xfrm rot="19276478">
              <a:off x="10486170" y="3596282"/>
              <a:ext cx="141606" cy="90213"/>
              <a:chOff x="8184342" y="3489954"/>
              <a:chExt cx="319681" cy="142611"/>
            </a:xfrm>
          </p:grpSpPr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38C885BB-4043-814F-D00A-B8D7DA900E34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3" name="Oval 502">
                <a:extLst>
                  <a:ext uri="{FF2B5EF4-FFF2-40B4-BE49-F238E27FC236}">
                    <a16:creationId xmlns:a16="http://schemas.microsoft.com/office/drawing/2014/main" id="{5C6AD681-FE74-AC46-DD18-A1CD78C6698E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04" name="Group 503">
              <a:extLst>
                <a:ext uri="{FF2B5EF4-FFF2-40B4-BE49-F238E27FC236}">
                  <a16:creationId xmlns:a16="http://schemas.microsoft.com/office/drawing/2014/main" id="{3D91DFBF-9E50-9160-32B8-248855DB3C80}"/>
                </a:ext>
              </a:extLst>
            </p:cNvPr>
            <p:cNvGrpSpPr/>
            <p:nvPr/>
          </p:nvGrpSpPr>
          <p:grpSpPr>
            <a:xfrm rot="19276478">
              <a:off x="10561994" y="3280888"/>
              <a:ext cx="182881" cy="186032"/>
              <a:chOff x="8091153" y="3341353"/>
              <a:chExt cx="412862" cy="294085"/>
            </a:xfrm>
          </p:grpSpPr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8BCC21B7-D4D8-1778-E698-5CE975753039}"/>
                  </a:ext>
                </a:extLst>
              </p:cNvPr>
              <p:cNvSpPr/>
              <p:nvPr/>
            </p:nvSpPr>
            <p:spPr>
              <a:xfrm>
                <a:off x="8091153" y="3341353"/>
                <a:ext cx="412862" cy="294085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73977 w 317157"/>
                  <a:gd name="connsiteY0" fmla="*/ 5401 h 162329"/>
                  <a:gd name="connsiteX1" fmla="*/ 157032 w 317157"/>
                  <a:gd name="connsiteY1" fmla="*/ 19725 h 162329"/>
                  <a:gd name="connsiteX2" fmla="*/ 317052 w 317157"/>
                  <a:gd name="connsiteY2" fmla="*/ 73065 h 162329"/>
                  <a:gd name="connsiteX3" fmla="*/ 179892 w 317157"/>
                  <a:gd name="connsiteY3" fmla="*/ 156885 h 162329"/>
                  <a:gd name="connsiteX4" fmla="*/ 73212 w 317157"/>
                  <a:gd name="connsiteY4" fmla="*/ 156885 h 162329"/>
                  <a:gd name="connsiteX5" fmla="*/ 1 w 317157"/>
                  <a:gd name="connsiteY5" fmla="*/ 105472 h 162329"/>
                  <a:gd name="connsiteX6" fmla="*/ 73977 w 317157"/>
                  <a:gd name="connsiteY6" fmla="*/ 5401 h 162329"/>
                  <a:gd name="connsiteX0" fmla="*/ 74442 w 317615"/>
                  <a:gd name="connsiteY0" fmla="*/ 5401 h 165201"/>
                  <a:gd name="connsiteX1" fmla="*/ 157497 w 317615"/>
                  <a:gd name="connsiteY1" fmla="*/ 19725 h 165201"/>
                  <a:gd name="connsiteX2" fmla="*/ 317517 w 317615"/>
                  <a:gd name="connsiteY2" fmla="*/ 73065 h 165201"/>
                  <a:gd name="connsiteX3" fmla="*/ 180357 w 317615"/>
                  <a:gd name="connsiteY3" fmla="*/ 156885 h 165201"/>
                  <a:gd name="connsiteX4" fmla="*/ 110605 w 317615"/>
                  <a:gd name="connsiteY4" fmla="*/ 164754 h 165201"/>
                  <a:gd name="connsiteX5" fmla="*/ 466 w 317615"/>
                  <a:gd name="connsiteY5" fmla="*/ 105472 h 165201"/>
                  <a:gd name="connsiteX6" fmla="*/ 74442 w 317615"/>
                  <a:gd name="connsiteY6" fmla="*/ 5401 h 165201"/>
                  <a:gd name="connsiteX0" fmla="*/ 1797 w 244970"/>
                  <a:gd name="connsiteY0" fmla="*/ 4845 h 164645"/>
                  <a:gd name="connsiteX1" fmla="*/ 84852 w 244970"/>
                  <a:gd name="connsiteY1" fmla="*/ 19169 h 164645"/>
                  <a:gd name="connsiteX2" fmla="*/ 244872 w 244970"/>
                  <a:gd name="connsiteY2" fmla="*/ 72509 h 164645"/>
                  <a:gd name="connsiteX3" fmla="*/ 107712 w 244970"/>
                  <a:gd name="connsiteY3" fmla="*/ 156329 h 164645"/>
                  <a:gd name="connsiteX4" fmla="*/ 37960 w 244970"/>
                  <a:gd name="connsiteY4" fmla="*/ 164198 h 164645"/>
                  <a:gd name="connsiteX5" fmla="*/ 28579 w 244970"/>
                  <a:gd name="connsiteY5" fmla="*/ 97158 h 164645"/>
                  <a:gd name="connsiteX6" fmla="*/ 1797 w 244970"/>
                  <a:gd name="connsiteY6" fmla="*/ 4845 h 164645"/>
                  <a:gd name="connsiteX0" fmla="*/ 430 w 383346"/>
                  <a:gd name="connsiteY0" fmla="*/ 1078 h 271514"/>
                  <a:gd name="connsiteX1" fmla="*/ 223228 w 383346"/>
                  <a:gd name="connsiteY1" fmla="*/ 126038 h 271514"/>
                  <a:gd name="connsiteX2" fmla="*/ 383248 w 383346"/>
                  <a:gd name="connsiteY2" fmla="*/ 179378 h 271514"/>
                  <a:gd name="connsiteX3" fmla="*/ 246088 w 383346"/>
                  <a:gd name="connsiteY3" fmla="*/ 263198 h 271514"/>
                  <a:gd name="connsiteX4" fmla="*/ 176336 w 383346"/>
                  <a:gd name="connsiteY4" fmla="*/ 271067 h 271514"/>
                  <a:gd name="connsiteX5" fmla="*/ 166955 w 383346"/>
                  <a:gd name="connsiteY5" fmla="*/ 204027 h 271514"/>
                  <a:gd name="connsiteX6" fmla="*/ 430 w 383346"/>
                  <a:gd name="connsiteY6" fmla="*/ 1078 h 271514"/>
                  <a:gd name="connsiteX0" fmla="*/ 1040 w 383956"/>
                  <a:gd name="connsiteY0" fmla="*/ 1038 h 271474"/>
                  <a:gd name="connsiteX1" fmla="*/ 223838 w 383956"/>
                  <a:gd name="connsiteY1" fmla="*/ 125998 h 271474"/>
                  <a:gd name="connsiteX2" fmla="*/ 383858 w 383956"/>
                  <a:gd name="connsiteY2" fmla="*/ 179338 h 271474"/>
                  <a:gd name="connsiteX3" fmla="*/ 246698 w 383956"/>
                  <a:gd name="connsiteY3" fmla="*/ 263158 h 271474"/>
                  <a:gd name="connsiteX4" fmla="*/ 176946 w 383956"/>
                  <a:gd name="connsiteY4" fmla="*/ 271027 h 271474"/>
                  <a:gd name="connsiteX5" fmla="*/ 141821 w 383956"/>
                  <a:gd name="connsiteY5" fmla="*/ 202398 h 271474"/>
                  <a:gd name="connsiteX6" fmla="*/ 1040 w 383956"/>
                  <a:gd name="connsiteY6" fmla="*/ 1038 h 271474"/>
                  <a:gd name="connsiteX0" fmla="*/ 881 w 412862"/>
                  <a:gd name="connsiteY0" fmla="*/ 895 h 294085"/>
                  <a:gd name="connsiteX1" fmla="*/ 252744 w 412862"/>
                  <a:gd name="connsiteY1" fmla="*/ 148609 h 294085"/>
                  <a:gd name="connsiteX2" fmla="*/ 412764 w 412862"/>
                  <a:gd name="connsiteY2" fmla="*/ 201949 h 294085"/>
                  <a:gd name="connsiteX3" fmla="*/ 275604 w 412862"/>
                  <a:gd name="connsiteY3" fmla="*/ 285769 h 294085"/>
                  <a:gd name="connsiteX4" fmla="*/ 205852 w 412862"/>
                  <a:gd name="connsiteY4" fmla="*/ 293638 h 294085"/>
                  <a:gd name="connsiteX5" fmla="*/ 170727 w 412862"/>
                  <a:gd name="connsiteY5" fmla="*/ 225009 h 294085"/>
                  <a:gd name="connsiteX6" fmla="*/ 881 w 412862"/>
                  <a:gd name="connsiteY6" fmla="*/ 895 h 294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2862" h="294085">
                    <a:moveTo>
                      <a:pt x="881" y="895"/>
                    </a:moveTo>
                    <a:cubicBezTo>
                      <a:pt x="14551" y="-11838"/>
                      <a:pt x="184097" y="115100"/>
                      <a:pt x="252744" y="148609"/>
                    </a:cubicBezTo>
                    <a:cubicBezTo>
                      <a:pt x="321391" y="182118"/>
                      <a:pt x="408954" y="179089"/>
                      <a:pt x="412764" y="201949"/>
                    </a:cubicBezTo>
                    <a:cubicBezTo>
                      <a:pt x="416574" y="224809"/>
                      <a:pt x="310089" y="270488"/>
                      <a:pt x="275604" y="285769"/>
                    </a:cubicBezTo>
                    <a:cubicBezTo>
                      <a:pt x="241119" y="301050"/>
                      <a:pt x="237602" y="289828"/>
                      <a:pt x="205852" y="293638"/>
                    </a:cubicBezTo>
                    <a:cubicBezTo>
                      <a:pt x="174102" y="297448"/>
                      <a:pt x="204889" y="273799"/>
                      <a:pt x="170727" y="225009"/>
                    </a:cubicBezTo>
                    <a:cubicBezTo>
                      <a:pt x="136565" y="176219"/>
                      <a:pt x="-12789" y="13628"/>
                      <a:pt x="881" y="895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6" name="Oval 505">
                <a:extLst>
                  <a:ext uri="{FF2B5EF4-FFF2-40B4-BE49-F238E27FC236}">
                    <a16:creationId xmlns:a16="http://schemas.microsoft.com/office/drawing/2014/main" id="{7C6927B1-E80C-E558-A9E2-E332D9DB1295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07" name="Group 506">
              <a:extLst>
                <a:ext uri="{FF2B5EF4-FFF2-40B4-BE49-F238E27FC236}">
                  <a16:creationId xmlns:a16="http://schemas.microsoft.com/office/drawing/2014/main" id="{802FB393-D510-4D44-14EF-B79E8A5B5178}"/>
                </a:ext>
              </a:extLst>
            </p:cNvPr>
            <p:cNvGrpSpPr/>
            <p:nvPr/>
          </p:nvGrpSpPr>
          <p:grpSpPr>
            <a:xfrm rot="14506082">
              <a:off x="10981921" y="2718595"/>
              <a:ext cx="182881" cy="186032"/>
              <a:chOff x="8091153" y="3341353"/>
              <a:chExt cx="412862" cy="294085"/>
            </a:xfrm>
          </p:grpSpPr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D7EA9304-6477-95D8-481B-B0DAD3DA9908}"/>
                  </a:ext>
                </a:extLst>
              </p:cNvPr>
              <p:cNvSpPr/>
              <p:nvPr/>
            </p:nvSpPr>
            <p:spPr>
              <a:xfrm>
                <a:off x="8091153" y="3341353"/>
                <a:ext cx="412862" cy="294085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73977 w 317157"/>
                  <a:gd name="connsiteY0" fmla="*/ 5401 h 162329"/>
                  <a:gd name="connsiteX1" fmla="*/ 157032 w 317157"/>
                  <a:gd name="connsiteY1" fmla="*/ 19725 h 162329"/>
                  <a:gd name="connsiteX2" fmla="*/ 317052 w 317157"/>
                  <a:gd name="connsiteY2" fmla="*/ 73065 h 162329"/>
                  <a:gd name="connsiteX3" fmla="*/ 179892 w 317157"/>
                  <a:gd name="connsiteY3" fmla="*/ 156885 h 162329"/>
                  <a:gd name="connsiteX4" fmla="*/ 73212 w 317157"/>
                  <a:gd name="connsiteY4" fmla="*/ 156885 h 162329"/>
                  <a:gd name="connsiteX5" fmla="*/ 1 w 317157"/>
                  <a:gd name="connsiteY5" fmla="*/ 105472 h 162329"/>
                  <a:gd name="connsiteX6" fmla="*/ 73977 w 317157"/>
                  <a:gd name="connsiteY6" fmla="*/ 5401 h 162329"/>
                  <a:gd name="connsiteX0" fmla="*/ 74442 w 317615"/>
                  <a:gd name="connsiteY0" fmla="*/ 5401 h 165201"/>
                  <a:gd name="connsiteX1" fmla="*/ 157497 w 317615"/>
                  <a:gd name="connsiteY1" fmla="*/ 19725 h 165201"/>
                  <a:gd name="connsiteX2" fmla="*/ 317517 w 317615"/>
                  <a:gd name="connsiteY2" fmla="*/ 73065 h 165201"/>
                  <a:gd name="connsiteX3" fmla="*/ 180357 w 317615"/>
                  <a:gd name="connsiteY3" fmla="*/ 156885 h 165201"/>
                  <a:gd name="connsiteX4" fmla="*/ 110605 w 317615"/>
                  <a:gd name="connsiteY4" fmla="*/ 164754 h 165201"/>
                  <a:gd name="connsiteX5" fmla="*/ 466 w 317615"/>
                  <a:gd name="connsiteY5" fmla="*/ 105472 h 165201"/>
                  <a:gd name="connsiteX6" fmla="*/ 74442 w 317615"/>
                  <a:gd name="connsiteY6" fmla="*/ 5401 h 165201"/>
                  <a:gd name="connsiteX0" fmla="*/ 1797 w 244970"/>
                  <a:gd name="connsiteY0" fmla="*/ 4845 h 164645"/>
                  <a:gd name="connsiteX1" fmla="*/ 84852 w 244970"/>
                  <a:gd name="connsiteY1" fmla="*/ 19169 h 164645"/>
                  <a:gd name="connsiteX2" fmla="*/ 244872 w 244970"/>
                  <a:gd name="connsiteY2" fmla="*/ 72509 h 164645"/>
                  <a:gd name="connsiteX3" fmla="*/ 107712 w 244970"/>
                  <a:gd name="connsiteY3" fmla="*/ 156329 h 164645"/>
                  <a:gd name="connsiteX4" fmla="*/ 37960 w 244970"/>
                  <a:gd name="connsiteY4" fmla="*/ 164198 h 164645"/>
                  <a:gd name="connsiteX5" fmla="*/ 28579 w 244970"/>
                  <a:gd name="connsiteY5" fmla="*/ 97158 h 164645"/>
                  <a:gd name="connsiteX6" fmla="*/ 1797 w 244970"/>
                  <a:gd name="connsiteY6" fmla="*/ 4845 h 164645"/>
                  <a:gd name="connsiteX0" fmla="*/ 430 w 383346"/>
                  <a:gd name="connsiteY0" fmla="*/ 1078 h 271514"/>
                  <a:gd name="connsiteX1" fmla="*/ 223228 w 383346"/>
                  <a:gd name="connsiteY1" fmla="*/ 126038 h 271514"/>
                  <a:gd name="connsiteX2" fmla="*/ 383248 w 383346"/>
                  <a:gd name="connsiteY2" fmla="*/ 179378 h 271514"/>
                  <a:gd name="connsiteX3" fmla="*/ 246088 w 383346"/>
                  <a:gd name="connsiteY3" fmla="*/ 263198 h 271514"/>
                  <a:gd name="connsiteX4" fmla="*/ 176336 w 383346"/>
                  <a:gd name="connsiteY4" fmla="*/ 271067 h 271514"/>
                  <a:gd name="connsiteX5" fmla="*/ 166955 w 383346"/>
                  <a:gd name="connsiteY5" fmla="*/ 204027 h 271514"/>
                  <a:gd name="connsiteX6" fmla="*/ 430 w 383346"/>
                  <a:gd name="connsiteY6" fmla="*/ 1078 h 271514"/>
                  <a:gd name="connsiteX0" fmla="*/ 1040 w 383956"/>
                  <a:gd name="connsiteY0" fmla="*/ 1038 h 271474"/>
                  <a:gd name="connsiteX1" fmla="*/ 223838 w 383956"/>
                  <a:gd name="connsiteY1" fmla="*/ 125998 h 271474"/>
                  <a:gd name="connsiteX2" fmla="*/ 383858 w 383956"/>
                  <a:gd name="connsiteY2" fmla="*/ 179338 h 271474"/>
                  <a:gd name="connsiteX3" fmla="*/ 246698 w 383956"/>
                  <a:gd name="connsiteY3" fmla="*/ 263158 h 271474"/>
                  <a:gd name="connsiteX4" fmla="*/ 176946 w 383956"/>
                  <a:gd name="connsiteY4" fmla="*/ 271027 h 271474"/>
                  <a:gd name="connsiteX5" fmla="*/ 141821 w 383956"/>
                  <a:gd name="connsiteY5" fmla="*/ 202398 h 271474"/>
                  <a:gd name="connsiteX6" fmla="*/ 1040 w 383956"/>
                  <a:gd name="connsiteY6" fmla="*/ 1038 h 271474"/>
                  <a:gd name="connsiteX0" fmla="*/ 881 w 412862"/>
                  <a:gd name="connsiteY0" fmla="*/ 895 h 294085"/>
                  <a:gd name="connsiteX1" fmla="*/ 252744 w 412862"/>
                  <a:gd name="connsiteY1" fmla="*/ 148609 h 294085"/>
                  <a:gd name="connsiteX2" fmla="*/ 412764 w 412862"/>
                  <a:gd name="connsiteY2" fmla="*/ 201949 h 294085"/>
                  <a:gd name="connsiteX3" fmla="*/ 275604 w 412862"/>
                  <a:gd name="connsiteY3" fmla="*/ 285769 h 294085"/>
                  <a:gd name="connsiteX4" fmla="*/ 205852 w 412862"/>
                  <a:gd name="connsiteY4" fmla="*/ 293638 h 294085"/>
                  <a:gd name="connsiteX5" fmla="*/ 170727 w 412862"/>
                  <a:gd name="connsiteY5" fmla="*/ 225009 h 294085"/>
                  <a:gd name="connsiteX6" fmla="*/ 881 w 412862"/>
                  <a:gd name="connsiteY6" fmla="*/ 895 h 294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2862" h="294085">
                    <a:moveTo>
                      <a:pt x="881" y="895"/>
                    </a:moveTo>
                    <a:cubicBezTo>
                      <a:pt x="14551" y="-11838"/>
                      <a:pt x="184097" y="115100"/>
                      <a:pt x="252744" y="148609"/>
                    </a:cubicBezTo>
                    <a:cubicBezTo>
                      <a:pt x="321391" y="182118"/>
                      <a:pt x="408954" y="179089"/>
                      <a:pt x="412764" y="201949"/>
                    </a:cubicBezTo>
                    <a:cubicBezTo>
                      <a:pt x="416574" y="224809"/>
                      <a:pt x="310089" y="270488"/>
                      <a:pt x="275604" y="285769"/>
                    </a:cubicBezTo>
                    <a:cubicBezTo>
                      <a:pt x="241119" y="301050"/>
                      <a:pt x="237602" y="289828"/>
                      <a:pt x="205852" y="293638"/>
                    </a:cubicBezTo>
                    <a:cubicBezTo>
                      <a:pt x="174102" y="297448"/>
                      <a:pt x="204889" y="273799"/>
                      <a:pt x="170727" y="225009"/>
                    </a:cubicBezTo>
                    <a:cubicBezTo>
                      <a:pt x="136565" y="176219"/>
                      <a:pt x="-12789" y="13628"/>
                      <a:pt x="881" y="895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9" name="Oval 508">
                <a:extLst>
                  <a:ext uri="{FF2B5EF4-FFF2-40B4-BE49-F238E27FC236}">
                    <a16:creationId xmlns:a16="http://schemas.microsoft.com/office/drawing/2014/main" id="{C8604E0D-B1F3-02E9-64F0-F49FF3DC99AD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10" name="Group 509">
              <a:extLst>
                <a:ext uri="{FF2B5EF4-FFF2-40B4-BE49-F238E27FC236}">
                  <a16:creationId xmlns:a16="http://schemas.microsoft.com/office/drawing/2014/main" id="{798DB762-4E69-137B-17DD-8A53E37A191C}"/>
                </a:ext>
              </a:extLst>
            </p:cNvPr>
            <p:cNvGrpSpPr/>
            <p:nvPr/>
          </p:nvGrpSpPr>
          <p:grpSpPr>
            <a:xfrm rot="7153525">
              <a:off x="11192688" y="2883011"/>
              <a:ext cx="211729" cy="100569"/>
              <a:chOff x="8156002" y="3422441"/>
              <a:chExt cx="362715" cy="272676"/>
            </a:xfrm>
          </p:grpSpPr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EC34A74F-F6D6-158F-A9BB-EFE386B9458D}"/>
                  </a:ext>
                </a:extLst>
              </p:cNvPr>
              <p:cNvSpPr/>
              <p:nvPr/>
            </p:nvSpPr>
            <p:spPr>
              <a:xfrm>
                <a:off x="8156002" y="3422441"/>
                <a:ext cx="362715" cy="272676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9924 w 348828"/>
                  <a:gd name="connsiteY0" fmla="*/ 17386 h 144959"/>
                  <a:gd name="connsiteX1" fmla="*/ 188703 w 348828"/>
                  <a:gd name="connsiteY1" fmla="*/ 2355 h 144959"/>
                  <a:gd name="connsiteX2" fmla="*/ 348723 w 348828"/>
                  <a:gd name="connsiteY2" fmla="*/ 55695 h 144959"/>
                  <a:gd name="connsiteX3" fmla="*/ 211563 w 348828"/>
                  <a:gd name="connsiteY3" fmla="*/ 139515 h 144959"/>
                  <a:gd name="connsiteX4" fmla="*/ 104883 w 348828"/>
                  <a:gd name="connsiteY4" fmla="*/ 139515 h 144959"/>
                  <a:gd name="connsiteX5" fmla="*/ 31672 w 348828"/>
                  <a:gd name="connsiteY5" fmla="*/ 88102 h 144959"/>
                  <a:gd name="connsiteX6" fmla="*/ 9924 w 348828"/>
                  <a:gd name="connsiteY6" fmla="*/ 17386 h 144959"/>
                  <a:gd name="connsiteX0" fmla="*/ 10099 w 349001"/>
                  <a:gd name="connsiteY0" fmla="*/ 17386 h 193131"/>
                  <a:gd name="connsiteX1" fmla="*/ 188878 w 349001"/>
                  <a:gd name="connsiteY1" fmla="*/ 2355 h 193131"/>
                  <a:gd name="connsiteX2" fmla="*/ 348898 w 349001"/>
                  <a:gd name="connsiteY2" fmla="*/ 55695 h 193131"/>
                  <a:gd name="connsiteX3" fmla="*/ 211738 w 349001"/>
                  <a:gd name="connsiteY3" fmla="*/ 139515 h 193131"/>
                  <a:gd name="connsiteX4" fmla="*/ 111500 w 349001"/>
                  <a:gd name="connsiteY4" fmla="*/ 192999 h 193131"/>
                  <a:gd name="connsiteX5" fmla="*/ 31847 w 349001"/>
                  <a:gd name="connsiteY5" fmla="*/ 88102 h 193131"/>
                  <a:gd name="connsiteX6" fmla="*/ 10099 w 349001"/>
                  <a:gd name="connsiteY6" fmla="*/ 17386 h 193131"/>
                  <a:gd name="connsiteX0" fmla="*/ 9117 w 348028"/>
                  <a:gd name="connsiteY0" fmla="*/ 17386 h 207509"/>
                  <a:gd name="connsiteX1" fmla="*/ 187896 w 348028"/>
                  <a:gd name="connsiteY1" fmla="*/ 2355 h 207509"/>
                  <a:gd name="connsiteX2" fmla="*/ 347916 w 348028"/>
                  <a:gd name="connsiteY2" fmla="*/ 55695 h 207509"/>
                  <a:gd name="connsiteX3" fmla="*/ 210756 w 348028"/>
                  <a:gd name="connsiteY3" fmla="*/ 139515 h 207509"/>
                  <a:gd name="connsiteX4" fmla="*/ 71980 w 348028"/>
                  <a:gd name="connsiteY4" fmla="*/ 207393 h 207509"/>
                  <a:gd name="connsiteX5" fmla="*/ 30865 w 348028"/>
                  <a:gd name="connsiteY5" fmla="*/ 88102 h 207509"/>
                  <a:gd name="connsiteX6" fmla="*/ 9117 w 348028"/>
                  <a:gd name="connsiteY6" fmla="*/ 17386 h 207509"/>
                  <a:gd name="connsiteX0" fmla="*/ 9117 w 348043"/>
                  <a:gd name="connsiteY0" fmla="*/ 17386 h 207509"/>
                  <a:gd name="connsiteX1" fmla="*/ 187896 w 348043"/>
                  <a:gd name="connsiteY1" fmla="*/ 2355 h 207509"/>
                  <a:gd name="connsiteX2" fmla="*/ 347916 w 348043"/>
                  <a:gd name="connsiteY2" fmla="*/ 55695 h 207509"/>
                  <a:gd name="connsiteX3" fmla="*/ 212283 w 348043"/>
                  <a:gd name="connsiteY3" fmla="*/ 108569 h 207509"/>
                  <a:gd name="connsiteX4" fmla="*/ 71980 w 348043"/>
                  <a:gd name="connsiteY4" fmla="*/ 207393 h 207509"/>
                  <a:gd name="connsiteX5" fmla="*/ 30865 w 348043"/>
                  <a:gd name="connsiteY5" fmla="*/ 88102 h 207509"/>
                  <a:gd name="connsiteX6" fmla="*/ 9117 w 348043"/>
                  <a:gd name="connsiteY6" fmla="*/ 17386 h 207509"/>
                  <a:gd name="connsiteX0" fmla="*/ 9117 w 364593"/>
                  <a:gd name="connsiteY0" fmla="*/ 17386 h 207509"/>
                  <a:gd name="connsiteX1" fmla="*/ 187896 w 364593"/>
                  <a:gd name="connsiteY1" fmla="*/ 2355 h 207509"/>
                  <a:gd name="connsiteX2" fmla="*/ 347916 w 364593"/>
                  <a:gd name="connsiteY2" fmla="*/ 55695 h 207509"/>
                  <a:gd name="connsiteX3" fmla="*/ 344335 w 364593"/>
                  <a:gd name="connsiteY3" fmla="*/ 159664 h 207509"/>
                  <a:gd name="connsiteX4" fmla="*/ 212283 w 364593"/>
                  <a:gd name="connsiteY4" fmla="*/ 108569 h 207509"/>
                  <a:gd name="connsiteX5" fmla="*/ 71980 w 364593"/>
                  <a:gd name="connsiteY5" fmla="*/ 207393 h 207509"/>
                  <a:gd name="connsiteX6" fmla="*/ 30865 w 364593"/>
                  <a:gd name="connsiteY6" fmla="*/ 88102 h 207509"/>
                  <a:gd name="connsiteX7" fmla="*/ 9117 w 364593"/>
                  <a:gd name="connsiteY7" fmla="*/ 17386 h 207509"/>
                  <a:gd name="connsiteX0" fmla="*/ 9117 w 357264"/>
                  <a:gd name="connsiteY0" fmla="*/ 21380 h 211503"/>
                  <a:gd name="connsiteX1" fmla="*/ 187896 w 357264"/>
                  <a:gd name="connsiteY1" fmla="*/ 6349 h 211503"/>
                  <a:gd name="connsiteX2" fmla="*/ 331982 w 357264"/>
                  <a:gd name="connsiteY2" fmla="*/ 14614 h 211503"/>
                  <a:gd name="connsiteX3" fmla="*/ 344335 w 357264"/>
                  <a:gd name="connsiteY3" fmla="*/ 163658 h 211503"/>
                  <a:gd name="connsiteX4" fmla="*/ 212283 w 357264"/>
                  <a:gd name="connsiteY4" fmla="*/ 112563 h 211503"/>
                  <a:gd name="connsiteX5" fmla="*/ 71980 w 357264"/>
                  <a:gd name="connsiteY5" fmla="*/ 211387 h 211503"/>
                  <a:gd name="connsiteX6" fmla="*/ 30865 w 357264"/>
                  <a:gd name="connsiteY6" fmla="*/ 92096 h 211503"/>
                  <a:gd name="connsiteX7" fmla="*/ 9117 w 357264"/>
                  <a:gd name="connsiteY7" fmla="*/ 21380 h 211503"/>
                  <a:gd name="connsiteX0" fmla="*/ 9117 w 362715"/>
                  <a:gd name="connsiteY0" fmla="*/ 82553 h 272676"/>
                  <a:gd name="connsiteX1" fmla="*/ 187896 w 362715"/>
                  <a:gd name="connsiteY1" fmla="*/ 67522 h 272676"/>
                  <a:gd name="connsiteX2" fmla="*/ 344529 w 362715"/>
                  <a:gd name="connsiteY2" fmla="*/ 5494 h 272676"/>
                  <a:gd name="connsiteX3" fmla="*/ 344335 w 362715"/>
                  <a:gd name="connsiteY3" fmla="*/ 224831 h 272676"/>
                  <a:gd name="connsiteX4" fmla="*/ 212283 w 362715"/>
                  <a:gd name="connsiteY4" fmla="*/ 173736 h 272676"/>
                  <a:gd name="connsiteX5" fmla="*/ 71980 w 362715"/>
                  <a:gd name="connsiteY5" fmla="*/ 272560 h 272676"/>
                  <a:gd name="connsiteX6" fmla="*/ 30865 w 362715"/>
                  <a:gd name="connsiteY6" fmla="*/ 153269 h 272676"/>
                  <a:gd name="connsiteX7" fmla="*/ 9117 w 362715"/>
                  <a:gd name="connsiteY7" fmla="*/ 82553 h 272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62715" h="272676">
                    <a:moveTo>
                      <a:pt x="9117" y="82553"/>
                    </a:moveTo>
                    <a:cubicBezTo>
                      <a:pt x="35289" y="68262"/>
                      <a:pt x="131994" y="80365"/>
                      <a:pt x="187896" y="67522"/>
                    </a:cubicBezTo>
                    <a:cubicBezTo>
                      <a:pt x="243798" y="54679"/>
                      <a:pt x="318456" y="-20724"/>
                      <a:pt x="344529" y="5494"/>
                    </a:cubicBezTo>
                    <a:cubicBezTo>
                      <a:pt x="370602" y="31712"/>
                      <a:pt x="366941" y="216019"/>
                      <a:pt x="344335" y="224831"/>
                    </a:cubicBezTo>
                    <a:cubicBezTo>
                      <a:pt x="321730" y="233643"/>
                      <a:pt x="257675" y="165781"/>
                      <a:pt x="212283" y="173736"/>
                    </a:cubicBezTo>
                    <a:cubicBezTo>
                      <a:pt x="166891" y="181691"/>
                      <a:pt x="103730" y="268750"/>
                      <a:pt x="71980" y="272560"/>
                    </a:cubicBezTo>
                    <a:cubicBezTo>
                      <a:pt x="40230" y="276370"/>
                      <a:pt x="41342" y="184937"/>
                      <a:pt x="30865" y="153269"/>
                    </a:cubicBezTo>
                    <a:cubicBezTo>
                      <a:pt x="20388" y="121601"/>
                      <a:pt x="-17055" y="96844"/>
                      <a:pt x="9117" y="82553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2" name="Oval 511">
                <a:extLst>
                  <a:ext uri="{FF2B5EF4-FFF2-40B4-BE49-F238E27FC236}">
                    <a16:creationId xmlns:a16="http://schemas.microsoft.com/office/drawing/2014/main" id="{0A971F5B-0E7B-2A98-9D74-570D08D9A106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A6DFCC07-F6DD-26F9-D05B-01EDB769CEDE}"/>
                </a:ext>
              </a:extLst>
            </p:cNvPr>
            <p:cNvGrpSpPr/>
            <p:nvPr/>
          </p:nvGrpSpPr>
          <p:grpSpPr>
            <a:xfrm rot="1597082">
              <a:off x="11194405" y="3066753"/>
              <a:ext cx="114858" cy="133708"/>
              <a:chOff x="8125549" y="3489955"/>
              <a:chExt cx="378477" cy="211369"/>
            </a:xfrm>
          </p:grpSpPr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AC1EE65B-BDC4-734B-36FD-E438EB025B2D}"/>
                  </a:ext>
                </a:extLst>
              </p:cNvPr>
              <p:cNvSpPr/>
              <p:nvPr/>
            </p:nvSpPr>
            <p:spPr>
              <a:xfrm>
                <a:off x="8125549" y="3489955"/>
                <a:ext cx="378477" cy="211369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89410 w 378589"/>
                  <a:gd name="connsiteY0" fmla="*/ 49921 h 142611"/>
                  <a:gd name="connsiteX1" fmla="*/ 218464 w 378589"/>
                  <a:gd name="connsiteY1" fmla="*/ 7 h 142611"/>
                  <a:gd name="connsiteX2" fmla="*/ 378484 w 378589"/>
                  <a:gd name="connsiteY2" fmla="*/ 53347 h 142611"/>
                  <a:gd name="connsiteX3" fmla="*/ 241324 w 378589"/>
                  <a:gd name="connsiteY3" fmla="*/ 137167 h 142611"/>
                  <a:gd name="connsiteX4" fmla="*/ 134644 w 378589"/>
                  <a:gd name="connsiteY4" fmla="*/ 137167 h 142611"/>
                  <a:gd name="connsiteX5" fmla="*/ 647 w 378589"/>
                  <a:gd name="connsiteY5" fmla="*/ 105983 h 142611"/>
                  <a:gd name="connsiteX6" fmla="*/ 89410 w 378589"/>
                  <a:gd name="connsiteY6" fmla="*/ 49921 h 142611"/>
                  <a:gd name="connsiteX0" fmla="*/ 89298 w 378477"/>
                  <a:gd name="connsiteY0" fmla="*/ 49921 h 211369"/>
                  <a:gd name="connsiteX1" fmla="*/ 218352 w 378477"/>
                  <a:gd name="connsiteY1" fmla="*/ 7 h 211369"/>
                  <a:gd name="connsiteX2" fmla="*/ 378372 w 378477"/>
                  <a:gd name="connsiteY2" fmla="*/ 53347 h 211369"/>
                  <a:gd name="connsiteX3" fmla="*/ 241212 w 378477"/>
                  <a:gd name="connsiteY3" fmla="*/ 137167 h 211369"/>
                  <a:gd name="connsiteX4" fmla="*/ 129994 w 378477"/>
                  <a:gd name="connsiteY4" fmla="*/ 211241 h 211369"/>
                  <a:gd name="connsiteX5" fmla="*/ 535 w 378477"/>
                  <a:gd name="connsiteY5" fmla="*/ 105983 h 211369"/>
                  <a:gd name="connsiteX6" fmla="*/ 89298 w 378477"/>
                  <a:gd name="connsiteY6" fmla="*/ 49921 h 21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8477" h="211369">
                    <a:moveTo>
                      <a:pt x="89298" y="49921"/>
                    </a:moveTo>
                    <a:cubicBezTo>
                      <a:pt x="125601" y="32258"/>
                      <a:pt x="170173" y="-564"/>
                      <a:pt x="218352" y="7"/>
                    </a:cubicBezTo>
                    <a:cubicBezTo>
                      <a:pt x="266531" y="578"/>
                      <a:pt x="374562" y="30487"/>
                      <a:pt x="378372" y="53347"/>
                    </a:cubicBezTo>
                    <a:cubicBezTo>
                      <a:pt x="382182" y="76207"/>
                      <a:pt x="282608" y="110851"/>
                      <a:pt x="241212" y="137167"/>
                    </a:cubicBezTo>
                    <a:cubicBezTo>
                      <a:pt x="199816" y="163483"/>
                      <a:pt x="161744" y="207431"/>
                      <a:pt x="129994" y="211241"/>
                    </a:cubicBezTo>
                    <a:cubicBezTo>
                      <a:pt x="98244" y="215051"/>
                      <a:pt x="7318" y="132870"/>
                      <a:pt x="535" y="105983"/>
                    </a:cubicBezTo>
                    <a:cubicBezTo>
                      <a:pt x="-6248" y="79096"/>
                      <a:pt x="52995" y="67584"/>
                      <a:pt x="89298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5" name="Oval 514">
                <a:extLst>
                  <a:ext uri="{FF2B5EF4-FFF2-40B4-BE49-F238E27FC236}">
                    <a16:creationId xmlns:a16="http://schemas.microsoft.com/office/drawing/2014/main" id="{F17E01E0-6762-560C-5417-6AED82466C61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16" name="Group 515">
              <a:extLst>
                <a:ext uri="{FF2B5EF4-FFF2-40B4-BE49-F238E27FC236}">
                  <a16:creationId xmlns:a16="http://schemas.microsoft.com/office/drawing/2014/main" id="{6275C517-E253-4A37-9784-5A2557743181}"/>
                </a:ext>
              </a:extLst>
            </p:cNvPr>
            <p:cNvGrpSpPr/>
            <p:nvPr/>
          </p:nvGrpSpPr>
          <p:grpSpPr>
            <a:xfrm rot="17421663">
              <a:off x="11149423" y="3191685"/>
              <a:ext cx="189001" cy="127243"/>
              <a:chOff x="8184797" y="3388942"/>
              <a:chExt cx="249523" cy="275841"/>
            </a:xfrm>
          </p:grpSpPr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FF02C2AB-676F-0417-5D3F-3D5D1518C3EB}"/>
                  </a:ext>
                </a:extLst>
              </p:cNvPr>
              <p:cNvSpPr/>
              <p:nvPr/>
            </p:nvSpPr>
            <p:spPr>
              <a:xfrm>
                <a:off x="8184797" y="3388942"/>
                <a:ext cx="249523" cy="27584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236922"/>
                  <a:gd name="connsiteY0" fmla="*/ 50387 h 141002"/>
                  <a:gd name="connsiteX1" fmla="*/ 159556 w 236922"/>
                  <a:gd name="connsiteY1" fmla="*/ 473 h 141002"/>
                  <a:gd name="connsiteX2" fmla="*/ 236604 w 236922"/>
                  <a:gd name="connsiteY2" fmla="*/ 82349 h 141002"/>
                  <a:gd name="connsiteX3" fmla="*/ 182416 w 236922"/>
                  <a:gd name="connsiteY3" fmla="*/ 137633 h 141002"/>
                  <a:gd name="connsiteX4" fmla="*/ 75736 w 236922"/>
                  <a:gd name="connsiteY4" fmla="*/ 137633 h 141002"/>
                  <a:gd name="connsiteX5" fmla="*/ 2525 w 236922"/>
                  <a:gd name="connsiteY5" fmla="*/ 86220 h 141002"/>
                  <a:gd name="connsiteX6" fmla="*/ 30502 w 236922"/>
                  <a:gd name="connsiteY6" fmla="*/ 50387 h 141002"/>
                  <a:gd name="connsiteX0" fmla="*/ 30048 w 237385"/>
                  <a:gd name="connsiteY0" fmla="*/ 150931 h 241546"/>
                  <a:gd name="connsiteX1" fmla="*/ 131836 w 237385"/>
                  <a:gd name="connsiteY1" fmla="*/ 165 h 241546"/>
                  <a:gd name="connsiteX2" fmla="*/ 236150 w 237385"/>
                  <a:gd name="connsiteY2" fmla="*/ 182893 h 241546"/>
                  <a:gd name="connsiteX3" fmla="*/ 181962 w 237385"/>
                  <a:gd name="connsiteY3" fmla="*/ 238177 h 241546"/>
                  <a:gd name="connsiteX4" fmla="*/ 75282 w 237385"/>
                  <a:gd name="connsiteY4" fmla="*/ 238177 h 241546"/>
                  <a:gd name="connsiteX5" fmla="*/ 2071 w 237385"/>
                  <a:gd name="connsiteY5" fmla="*/ 186764 h 241546"/>
                  <a:gd name="connsiteX6" fmla="*/ 30048 w 237385"/>
                  <a:gd name="connsiteY6" fmla="*/ 150931 h 241546"/>
                  <a:gd name="connsiteX0" fmla="*/ 30048 w 249523"/>
                  <a:gd name="connsiteY0" fmla="*/ 150931 h 275841"/>
                  <a:gd name="connsiteX1" fmla="*/ 131836 w 249523"/>
                  <a:gd name="connsiteY1" fmla="*/ 165 h 275841"/>
                  <a:gd name="connsiteX2" fmla="*/ 236150 w 249523"/>
                  <a:gd name="connsiteY2" fmla="*/ 182893 h 275841"/>
                  <a:gd name="connsiteX3" fmla="*/ 230457 w 249523"/>
                  <a:gd name="connsiteY3" fmla="*/ 274698 h 275841"/>
                  <a:gd name="connsiteX4" fmla="*/ 75282 w 249523"/>
                  <a:gd name="connsiteY4" fmla="*/ 238177 h 275841"/>
                  <a:gd name="connsiteX5" fmla="*/ 2071 w 249523"/>
                  <a:gd name="connsiteY5" fmla="*/ 186764 h 275841"/>
                  <a:gd name="connsiteX6" fmla="*/ 30048 w 249523"/>
                  <a:gd name="connsiteY6" fmla="*/ 150931 h 275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9523" h="275841">
                    <a:moveTo>
                      <a:pt x="30048" y="150931"/>
                    </a:moveTo>
                    <a:cubicBezTo>
                      <a:pt x="51676" y="119831"/>
                      <a:pt x="97486" y="-5162"/>
                      <a:pt x="131836" y="165"/>
                    </a:cubicBezTo>
                    <a:cubicBezTo>
                      <a:pt x="166186" y="5492"/>
                      <a:pt x="219713" y="137137"/>
                      <a:pt x="236150" y="182893"/>
                    </a:cubicBezTo>
                    <a:cubicBezTo>
                      <a:pt x="252587" y="228649"/>
                      <a:pt x="257268" y="265484"/>
                      <a:pt x="230457" y="274698"/>
                    </a:cubicBezTo>
                    <a:cubicBezTo>
                      <a:pt x="203646" y="283912"/>
                      <a:pt x="107032" y="234367"/>
                      <a:pt x="75282" y="238177"/>
                    </a:cubicBezTo>
                    <a:cubicBezTo>
                      <a:pt x="43532" y="241987"/>
                      <a:pt x="9610" y="201305"/>
                      <a:pt x="2071" y="186764"/>
                    </a:cubicBezTo>
                    <a:cubicBezTo>
                      <a:pt x="-5468" y="172223"/>
                      <a:pt x="8421" y="182031"/>
                      <a:pt x="30048" y="15093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8" name="Oval 517">
                <a:extLst>
                  <a:ext uri="{FF2B5EF4-FFF2-40B4-BE49-F238E27FC236}">
                    <a16:creationId xmlns:a16="http://schemas.microsoft.com/office/drawing/2014/main" id="{6A7322C3-110A-54D0-ACB2-D6BECEFF2A54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19" name="Group 518">
              <a:extLst>
                <a:ext uri="{FF2B5EF4-FFF2-40B4-BE49-F238E27FC236}">
                  <a16:creationId xmlns:a16="http://schemas.microsoft.com/office/drawing/2014/main" id="{10A1DF2E-81F4-A67C-3CCD-184CEDE21D06}"/>
                </a:ext>
              </a:extLst>
            </p:cNvPr>
            <p:cNvGrpSpPr/>
            <p:nvPr/>
          </p:nvGrpSpPr>
          <p:grpSpPr>
            <a:xfrm rot="158825">
              <a:off x="8716646" y="3479072"/>
              <a:ext cx="216591" cy="77871"/>
              <a:chOff x="8184342" y="3489954"/>
              <a:chExt cx="319681" cy="142611"/>
            </a:xfrm>
          </p:grpSpPr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3287C8F8-7877-B4B0-7303-13AD38DFE58F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1" name="Oval 520">
                <a:extLst>
                  <a:ext uri="{FF2B5EF4-FFF2-40B4-BE49-F238E27FC236}">
                    <a16:creationId xmlns:a16="http://schemas.microsoft.com/office/drawing/2014/main" id="{DC24CC8A-2D14-807F-4BCE-C7B9234B3A2E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22" name="Group 521">
              <a:extLst>
                <a:ext uri="{FF2B5EF4-FFF2-40B4-BE49-F238E27FC236}">
                  <a16:creationId xmlns:a16="http://schemas.microsoft.com/office/drawing/2014/main" id="{539323EA-27D5-488A-5D57-E44FE688E636}"/>
                </a:ext>
              </a:extLst>
            </p:cNvPr>
            <p:cNvGrpSpPr/>
            <p:nvPr/>
          </p:nvGrpSpPr>
          <p:grpSpPr>
            <a:xfrm rot="1452526">
              <a:off x="11311207" y="3687508"/>
              <a:ext cx="141606" cy="90213"/>
              <a:chOff x="8184342" y="3489954"/>
              <a:chExt cx="319681" cy="142611"/>
            </a:xfrm>
          </p:grpSpPr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2DC2DC60-E41B-C251-E1F1-881E36026D8B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4" name="Oval 523">
                <a:extLst>
                  <a:ext uri="{FF2B5EF4-FFF2-40B4-BE49-F238E27FC236}">
                    <a16:creationId xmlns:a16="http://schemas.microsoft.com/office/drawing/2014/main" id="{424C3BD8-0F2D-C924-18C9-B867EC584FB8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25" name="Group 524">
              <a:extLst>
                <a:ext uri="{FF2B5EF4-FFF2-40B4-BE49-F238E27FC236}">
                  <a16:creationId xmlns:a16="http://schemas.microsoft.com/office/drawing/2014/main" id="{BA7B6E8D-F624-8294-2AD1-0FC4C42CA758}"/>
                </a:ext>
              </a:extLst>
            </p:cNvPr>
            <p:cNvGrpSpPr/>
            <p:nvPr/>
          </p:nvGrpSpPr>
          <p:grpSpPr>
            <a:xfrm flipH="1" flipV="1">
              <a:off x="11094367" y="3778401"/>
              <a:ext cx="393714" cy="100451"/>
              <a:chOff x="8183273" y="3489955"/>
              <a:chExt cx="322975" cy="204859"/>
            </a:xfrm>
          </p:grpSpPr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C68443DA-2E62-52EF-CCDB-BE9BA61F11DA}"/>
                  </a:ext>
                </a:extLst>
              </p:cNvPr>
              <p:cNvSpPr/>
              <p:nvPr/>
            </p:nvSpPr>
            <p:spPr>
              <a:xfrm>
                <a:off x="8183273" y="3489955"/>
                <a:ext cx="322975" cy="204859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2156 w 321332"/>
                  <a:gd name="connsiteY0" fmla="*/ 49921 h 160223"/>
                  <a:gd name="connsiteX1" fmla="*/ 161210 w 321332"/>
                  <a:gd name="connsiteY1" fmla="*/ 7 h 160223"/>
                  <a:gd name="connsiteX2" fmla="*/ 321230 w 321332"/>
                  <a:gd name="connsiteY2" fmla="*/ 53347 h 160223"/>
                  <a:gd name="connsiteX3" fmla="*/ 184070 w 321332"/>
                  <a:gd name="connsiteY3" fmla="*/ 137167 h 160223"/>
                  <a:gd name="connsiteX4" fmla="*/ 101412 w 321332"/>
                  <a:gd name="connsiteY4" fmla="*/ 160049 h 160223"/>
                  <a:gd name="connsiteX5" fmla="*/ 4179 w 321332"/>
                  <a:gd name="connsiteY5" fmla="*/ 85754 h 160223"/>
                  <a:gd name="connsiteX6" fmla="*/ 32156 w 321332"/>
                  <a:gd name="connsiteY6" fmla="*/ 49921 h 160223"/>
                  <a:gd name="connsiteX0" fmla="*/ 30634 w 319813"/>
                  <a:gd name="connsiteY0" fmla="*/ 49921 h 189115"/>
                  <a:gd name="connsiteX1" fmla="*/ 159688 w 319813"/>
                  <a:gd name="connsiteY1" fmla="*/ 7 h 189115"/>
                  <a:gd name="connsiteX2" fmla="*/ 319708 w 319813"/>
                  <a:gd name="connsiteY2" fmla="*/ 53347 h 189115"/>
                  <a:gd name="connsiteX3" fmla="*/ 182548 w 319813"/>
                  <a:gd name="connsiteY3" fmla="*/ 137167 h 189115"/>
                  <a:gd name="connsiteX4" fmla="*/ 77811 w 319813"/>
                  <a:gd name="connsiteY4" fmla="*/ 188990 h 189115"/>
                  <a:gd name="connsiteX5" fmla="*/ 2657 w 319813"/>
                  <a:gd name="connsiteY5" fmla="*/ 85754 h 189115"/>
                  <a:gd name="connsiteX6" fmla="*/ 30634 w 319813"/>
                  <a:gd name="connsiteY6" fmla="*/ 49921 h 189115"/>
                  <a:gd name="connsiteX0" fmla="*/ 30634 w 319813"/>
                  <a:gd name="connsiteY0" fmla="*/ 49921 h 188991"/>
                  <a:gd name="connsiteX1" fmla="*/ 159688 w 319813"/>
                  <a:gd name="connsiteY1" fmla="*/ 7 h 188991"/>
                  <a:gd name="connsiteX2" fmla="*/ 319708 w 319813"/>
                  <a:gd name="connsiteY2" fmla="*/ 53347 h 188991"/>
                  <a:gd name="connsiteX3" fmla="*/ 182548 w 319813"/>
                  <a:gd name="connsiteY3" fmla="*/ 137167 h 188991"/>
                  <a:gd name="connsiteX4" fmla="*/ 77811 w 319813"/>
                  <a:gd name="connsiteY4" fmla="*/ 188990 h 188991"/>
                  <a:gd name="connsiteX5" fmla="*/ 2657 w 319813"/>
                  <a:gd name="connsiteY5" fmla="*/ 85754 h 188991"/>
                  <a:gd name="connsiteX6" fmla="*/ 30634 w 319813"/>
                  <a:gd name="connsiteY6" fmla="*/ 49921 h 188991"/>
                  <a:gd name="connsiteX0" fmla="*/ 30634 w 319813"/>
                  <a:gd name="connsiteY0" fmla="*/ 49921 h 188989"/>
                  <a:gd name="connsiteX1" fmla="*/ 159688 w 319813"/>
                  <a:gd name="connsiteY1" fmla="*/ 7 h 188989"/>
                  <a:gd name="connsiteX2" fmla="*/ 319708 w 319813"/>
                  <a:gd name="connsiteY2" fmla="*/ 53347 h 188989"/>
                  <a:gd name="connsiteX3" fmla="*/ 182548 w 319813"/>
                  <a:gd name="connsiteY3" fmla="*/ 137167 h 188989"/>
                  <a:gd name="connsiteX4" fmla="*/ 77811 w 319813"/>
                  <a:gd name="connsiteY4" fmla="*/ 188990 h 188989"/>
                  <a:gd name="connsiteX5" fmla="*/ 2657 w 319813"/>
                  <a:gd name="connsiteY5" fmla="*/ 85754 h 188989"/>
                  <a:gd name="connsiteX6" fmla="*/ 30634 w 319813"/>
                  <a:gd name="connsiteY6" fmla="*/ 49921 h 188989"/>
                  <a:gd name="connsiteX0" fmla="*/ 30634 w 319813"/>
                  <a:gd name="connsiteY0" fmla="*/ 49921 h 188991"/>
                  <a:gd name="connsiteX1" fmla="*/ 159688 w 319813"/>
                  <a:gd name="connsiteY1" fmla="*/ 7 h 188991"/>
                  <a:gd name="connsiteX2" fmla="*/ 319708 w 319813"/>
                  <a:gd name="connsiteY2" fmla="*/ 53347 h 188991"/>
                  <a:gd name="connsiteX3" fmla="*/ 182548 w 319813"/>
                  <a:gd name="connsiteY3" fmla="*/ 137167 h 188991"/>
                  <a:gd name="connsiteX4" fmla="*/ 77811 w 319813"/>
                  <a:gd name="connsiteY4" fmla="*/ 188990 h 188991"/>
                  <a:gd name="connsiteX5" fmla="*/ 2657 w 319813"/>
                  <a:gd name="connsiteY5" fmla="*/ 85754 h 188991"/>
                  <a:gd name="connsiteX6" fmla="*/ 30634 w 319813"/>
                  <a:gd name="connsiteY6" fmla="*/ 49921 h 188991"/>
                  <a:gd name="connsiteX0" fmla="*/ 30634 w 319813"/>
                  <a:gd name="connsiteY0" fmla="*/ 49921 h 159852"/>
                  <a:gd name="connsiteX1" fmla="*/ 159688 w 319813"/>
                  <a:gd name="connsiteY1" fmla="*/ 7 h 159852"/>
                  <a:gd name="connsiteX2" fmla="*/ 319708 w 319813"/>
                  <a:gd name="connsiteY2" fmla="*/ 53347 h 159852"/>
                  <a:gd name="connsiteX3" fmla="*/ 182548 w 319813"/>
                  <a:gd name="connsiteY3" fmla="*/ 137167 h 159852"/>
                  <a:gd name="connsiteX4" fmla="*/ 77811 w 319813"/>
                  <a:gd name="connsiteY4" fmla="*/ 159852 h 159852"/>
                  <a:gd name="connsiteX5" fmla="*/ 2657 w 319813"/>
                  <a:gd name="connsiteY5" fmla="*/ 85754 h 159852"/>
                  <a:gd name="connsiteX6" fmla="*/ 30634 w 319813"/>
                  <a:gd name="connsiteY6" fmla="*/ 49921 h 159852"/>
                  <a:gd name="connsiteX0" fmla="*/ 30634 w 322039"/>
                  <a:gd name="connsiteY0" fmla="*/ 49921 h 159852"/>
                  <a:gd name="connsiteX1" fmla="*/ 159688 w 322039"/>
                  <a:gd name="connsiteY1" fmla="*/ 7 h 159852"/>
                  <a:gd name="connsiteX2" fmla="*/ 319708 w 322039"/>
                  <a:gd name="connsiteY2" fmla="*/ 53347 h 159852"/>
                  <a:gd name="connsiteX3" fmla="*/ 250011 w 322039"/>
                  <a:gd name="connsiteY3" fmla="*/ 92952 h 159852"/>
                  <a:gd name="connsiteX4" fmla="*/ 182548 w 322039"/>
                  <a:gd name="connsiteY4" fmla="*/ 137167 h 159852"/>
                  <a:gd name="connsiteX5" fmla="*/ 77811 w 322039"/>
                  <a:gd name="connsiteY5" fmla="*/ 159852 h 159852"/>
                  <a:gd name="connsiteX6" fmla="*/ 2657 w 322039"/>
                  <a:gd name="connsiteY6" fmla="*/ 85754 h 159852"/>
                  <a:gd name="connsiteX7" fmla="*/ 30634 w 322039"/>
                  <a:gd name="connsiteY7" fmla="*/ 49921 h 159852"/>
                  <a:gd name="connsiteX0" fmla="*/ 30634 w 322039"/>
                  <a:gd name="connsiteY0" fmla="*/ 49921 h 204910"/>
                  <a:gd name="connsiteX1" fmla="*/ 159688 w 322039"/>
                  <a:gd name="connsiteY1" fmla="*/ 7 h 204910"/>
                  <a:gd name="connsiteX2" fmla="*/ 319708 w 322039"/>
                  <a:gd name="connsiteY2" fmla="*/ 53347 h 204910"/>
                  <a:gd name="connsiteX3" fmla="*/ 250011 w 322039"/>
                  <a:gd name="connsiteY3" fmla="*/ 92952 h 204910"/>
                  <a:gd name="connsiteX4" fmla="*/ 182548 w 322039"/>
                  <a:gd name="connsiteY4" fmla="*/ 137167 h 204910"/>
                  <a:gd name="connsiteX5" fmla="*/ 148424 w 322039"/>
                  <a:gd name="connsiteY5" fmla="*/ 204645 h 204910"/>
                  <a:gd name="connsiteX6" fmla="*/ 77811 w 322039"/>
                  <a:gd name="connsiteY6" fmla="*/ 159852 h 204910"/>
                  <a:gd name="connsiteX7" fmla="*/ 2657 w 322039"/>
                  <a:gd name="connsiteY7" fmla="*/ 85754 h 204910"/>
                  <a:gd name="connsiteX8" fmla="*/ 30634 w 322039"/>
                  <a:gd name="connsiteY8" fmla="*/ 49921 h 204910"/>
                  <a:gd name="connsiteX0" fmla="*/ 31570 w 322975"/>
                  <a:gd name="connsiteY0" fmla="*/ 49921 h 204859"/>
                  <a:gd name="connsiteX1" fmla="*/ 160624 w 322975"/>
                  <a:gd name="connsiteY1" fmla="*/ 7 h 204859"/>
                  <a:gd name="connsiteX2" fmla="*/ 320644 w 322975"/>
                  <a:gd name="connsiteY2" fmla="*/ 53347 h 204859"/>
                  <a:gd name="connsiteX3" fmla="*/ 250947 w 322975"/>
                  <a:gd name="connsiteY3" fmla="*/ 92952 h 204859"/>
                  <a:gd name="connsiteX4" fmla="*/ 183484 w 322975"/>
                  <a:gd name="connsiteY4" fmla="*/ 137167 h 204859"/>
                  <a:gd name="connsiteX5" fmla="*/ 149360 w 322975"/>
                  <a:gd name="connsiteY5" fmla="*/ 204645 h 204859"/>
                  <a:gd name="connsiteX6" fmla="*/ 92421 w 322975"/>
                  <a:gd name="connsiteY6" fmla="*/ 150140 h 204859"/>
                  <a:gd name="connsiteX7" fmla="*/ 3593 w 322975"/>
                  <a:gd name="connsiteY7" fmla="*/ 85754 h 204859"/>
                  <a:gd name="connsiteX8" fmla="*/ 31570 w 322975"/>
                  <a:gd name="connsiteY8" fmla="*/ 49921 h 204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2975" h="204859">
                    <a:moveTo>
                      <a:pt x="31570" y="49921"/>
                    </a:moveTo>
                    <a:cubicBezTo>
                      <a:pt x="57742" y="35630"/>
                      <a:pt x="112445" y="-564"/>
                      <a:pt x="160624" y="7"/>
                    </a:cubicBezTo>
                    <a:cubicBezTo>
                      <a:pt x="208803" y="578"/>
                      <a:pt x="305590" y="37856"/>
                      <a:pt x="320644" y="53347"/>
                    </a:cubicBezTo>
                    <a:cubicBezTo>
                      <a:pt x="335698" y="68838"/>
                      <a:pt x="273807" y="78982"/>
                      <a:pt x="250947" y="92952"/>
                    </a:cubicBezTo>
                    <a:cubicBezTo>
                      <a:pt x="228087" y="106922"/>
                      <a:pt x="200415" y="118552"/>
                      <a:pt x="183484" y="137167"/>
                    </a:cubicBezTo>
                    <a:cubicBezTo>
                      <a:pt x="166553" y="155782"/>
                      <a:pt x="166816" y="200864"/>
                      <a:pt x="149360" y="204645"/>
                    </a:cubicBezTo>
                    <a:cubicBezTo>
                      <a:pt x="131904" y="208426"/>
                      <a:pt x="115088" y="161052"/>
                      <a:pt x="92421" y="150140"/>
                    </a:cubicBezTo>
                    <a:cubicBezTo>
                      <a:pt x="77995" y="146461"/>
                      <a:pt x="13735" y="102457"/>
                      <a:pt x="3593" y="85754"/>
                    </a:cubicBezTo>
                    <a:cubicBezTo>
                      <a:pt x="-6549" y="69051"/>
                      <a:pt x="5398" y="64212"/>
                      <a:pt x="31570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7" name="Oval 526">
                <a:extLst>
                  <a:ext uri="{FF2B5EF4-FFF2-40B4-BE49-F238E27FC236}">
                    <a16:creationId xmlns:a16="http://schemas.microsoft.com/office/drawing/2014/main" id="{BCC94EBC-6E73-E4E0-ACC8-E65B4E68720F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28" name="Group 527">
              <a:extLst>
                <a:ext uri="{FF2B5EF4-FFF2-40B4-BE49-F238E27FC236}">
                  <a16:creationId xmlns:a16="http://schemas.microsoft.com/office/drawing/2014/main" id="{4EB9DE84-CCA6-DFE4-BCFE-EF493AE6C18B}"/>
                </a:ext>
              </a:extLst>
            </p:cNvPr>
            <p:cNvGrpSpPr/>
            <p:nvPr/>
          </p:nvGrpSpPr>
          <p:grpSpPr>
            <a:xfrm rot="6565374">
              <a:off x="11440449" y="2967826"/>
              <a:ext cx="316678" cy="149089"/>
              <a:chOff x="8182263" y="3489954"/>
              <a:chExt cx="321755" cy="138509"/>
            </a:xfrm>
          </p:grpSpPr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E072BE86-CB19-29C7-74FD-75CC67574BAF}"/>
                  </a:ext>
                </a:extLst>
              </p:cNvPr>
              <p:cNvSpPr/>
              <p:nvPr/>
            </p:nvSpPr>
            <p:spPr>
              <a:xfrm>
                <a:off x="8182263" y="3489954"/>
                <a:ext cx="321755" cy="138509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2581 w 321755"/>
                  <a:gd name="connsiteY0" fmla="*/ 49921 h 138509"/>
                  <a:gd name="connsiteX1" fmla="*/ 161635 w 321755"/>
                  <a:gd name="connsiteY1" fmla="*/ 7 h 138509"/>
                  <a:gd name="connsiteX2" fmla="*/ 321655 w 321755"/>
                  <a:gd name="connsiteY2" fmla="*/ 53347 h 138509"/>
                  <a:gd name="connsiteX3" fmla="*/ 184495 w 321755"/>
                  <a:gd name="connsiteY3" fmla="*/ 137167 h 138509"/>
                  <a:gd name="connsiteX4" fmla="*/ 107886 w 321755"/>
                  <a:gd name="connsiteY4" fmla="*/ 108706 h 138509"/>
                  <a:gd name="connsiteX5" fmla="*/ 4604 w 321755"/>
                  <a:gd name="connsiteY5" fmla="*/ 85754 h 138509"/>
                  <a:gd name="connsiteX6" fmla="*/ 32581 w 321755"/>
                  <a:gd name="connsiteY6" fmla="*/ 49921 h 138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1755" h="138509">
                    <a:moveTo>
                      <a:pt x="32581" y="49921"/>
                    </a:moveTo>
                    <a:cubicBezTo>
                      <a:pt x="58753" y="35630"/>
                      <a:pt x="113456" y="-564"/>
                      <a:pt x="161635" y="7"/>
                    </a:cubicBezTo>
                    <a:cubicBezTo>
                      <a:pt x="209814" y="578"/>
                      <a:pt x="317845" y="30487"/>
                      <a:pt x="321655" y="53347"/>
                    </a:cubicBezTo>
                    <a:cubicBezTo>
                      <a:pt x="325465" y="76207"/>
                      <a:pt x="220123" y="127941"/>
                      <a:pt x="184495" y="137167"/>
                    </a:cubicBezTo>
                    <a:cubicBezTo>
                      <a:pt x="148867" y="146393"/>
                      <a:pt x="139636" y="104896"/>
                      <a:pt x="107886" y="108706"/>
                    </a:cubicBezTo>
                    <a:cubicBezTo>
                      <a:pt x="76136" y="112516"/>
                      <a:pt x="17155" y="95552"/>
                      <a:pt x="4604" y="85754"/>
                    </a:cubicBezTo>
                    <a:cubicBezTo>
                      <a:pt x="-7947" y="75957"/>
                      <a:pt x="6409" y="64212"/>
                      <a:pt x="32581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0" name="Oval 529">
                <a:extLst>
                  <a:ext uri="{FF2B5EF4-FFF2-40B4-BE49-F238E27FC236}">
                    <a16:creationId xmlns:a16="http://schemas.microsoft.com/office/drawing/2014/main" id="{1A07487E-BE37-C2A6-40F5-50EB88B2EDC5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385E6443-8EA6-33BF-822A-6CB0B4A14E54}"/>
                </a:ext>
              </a:extLst>
            </p:cNvPr>
            <p:cNvGrpSpPr/>
            <p:nvPr/>
          </p:nvGrpSpPr>
          <p:grpSpPr>
            <a:xfrm rot="2043144" flipH="1">
              <a:off x="11430908" y="3350301"/>
              <a:ext cx="287757" cy="159352"/>
              <a:chOff x="8184342" y="3489692"/>
              <a:chExt cx="324888" cy="138466"/>
            </a:xfrm>
          </p:grpSpPr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BEEC0E3E-A063-C92A-4AC0-70009C8616F8}"/>
                  </a:ext>
                </a:extLst>
              </p:cNvPr>
              <p:cNvSpPr/>
              <p:nvPr/>
            </p:nvSpPr>
            <p:spPr>
              <a:xfrm>
                <a:off x="8184342" y="3489692"/>
                <a:ext cx="324888" cy="138466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21024"/>
                  <a:gd name="connsiteY0" fmla="*/ 49921 h 138206"/>
                  <a:gd name="connsiteX1" fmla="*/ 159556 w 321024"/>
                  <a:gd name="connsiteY1" fmla="*/ 7 h 138206"/>
                  <a:gd name="connsiteX2" fmla="*/ 319576 w 321024"/>
                  <a:gd name="connsiteY2" fmla="*/ 53347 h 138206"/>
                  <a:gd name="connsiteX3" fmla="*/ 235521 w 321024"/>
                  <a:gd name="connsiteY3" fmla="*/ 129700 h 138206"/>
                  <a:gd name="connsiteX4" fmla="*/ 182416 w 321024"/>
                  <a:gd name="connsiteY4" fmla="*/ 137167 h 138206"/>
                  <a:gd name="connsiteX5" fmla="*/ 75736 w 321024"/>
                  <a:gd name="connsiteY5" fmla="*/ 137167 h 138206"/>
                  <a:gd name="connsiteX6" fmla="*/ 2525 w 321024"/>
                  <a:gd name="connsiteY6" fmla="*/ 85754 h 138206"/>
                  <a:gd name="connsiteX7" fmla="*/ 30502 w 321024"/>
                  <a:gd name="connsiteY7" fmla="*/ 49921 h 138206"/>
                  <a:gd name="connsiteX0" fmla="*/ 30502 w 322315"/>
                  <a:gd name="connsiteY0" fmla="*/ 50056 h 138341"/>
                  <a:gd name="connsiteX1" fmla="*/ 159556 w 322315"/>
                  <a:gd name="connsiteY1" fmla="*/ 142 h 138341"/>
                  <a:gd name="connsiteX2" fmla="*/ 320889 w 322315"/>
                  <a:gd name="connsiteY2" fmla="*/ 66701 h 138341"/>
                  <a:gd name="connsiteX3" fmla="*/ 235521 w 322315"/>
                  <a:gd name="connsiteY3" fmla="*/ 129835 h 138341"/>
                  <a:gd name="connsiteX4" fmla="*/ 182416 w 322315"/>
                  <a:gd name="connsiteY4" fmla="*/ 137302 h 138341"/>
                  <a:gd name="connsiteX5" fmla="*/ 75736 w 322315"/>
                  <a:gd name="connsiteY5" fmla="*/ 137302 h 138341"/>
                  <a:gd name="connsiteX6" fmla="*/ 2525 w 322315"/>
                  <a:gd name="connsiteY6" fmla="*/ 85889 h 138341"/>
                  <a:gd name="connsiteX7" fmla="*/ 30502 w 322315"/>
                  <a:gd name="connsiteY7" fmla="*/ 50056 h 138341"/>
                  <a:gd name="connsiteX0" fmla="*/ 30502 w 322315"/>
                  <a:gd name="connsiteY0" fmla="*/ 50056 h 138341"/>
                  <a:gd name="connsiteX1" fmla="*/ 159556 w 322315"/>
                  <a:gd name="connsiteY1" fmla="*/ 142 h 138341"/>
                  <a:gd name="connsiteX2" fmla="*/ 320889 w 322315"/>
                  <a:gd name="connsiteY2" fmla="*/ 66701 h 138341"/>
                  <a:gd name="connsiteX3" fmla="*/ 235521 w 322315"/>
                  <a:gd name="connsiteY3" fmla="*/ 129835 h 138341"/>
                  <a:gd name="connsiteX4" fmla="*/ 182416 w 322315"/>
                  <a:gd name="connsiteY4" fmla="*/ 137302 h 138341"/>
                  <a:gd name="connsiteX5" fmla="*/ 75736 w 322315"/>
                  <a:gd name="connsiteY5" fmla="*/ 137302 h 138341"/>
                  <a:gd name="connsiteX6" fmla="*/ 2525 w 322315"/>
                  <a:gd name="connsiteY6" fmla="*/ 85889 h 138341"/>
                  <a:gd name="connsiteX7" fmla="*/ 30502 w 322315"/>
                  <a:gd name="connsiteY7" fmla="*/ 50056 h 138341"/>
                  <a:gd name="connsiteX0" fmla="*/ 30502 w 325329"/>
                  <a:gd name="connsiteY0" fmla="*/ 50867 h 139152"/>
                  <a:gd name="connsiteX1" fmla="*/ 159556 w 325329"/>
                  <a:gd name="connsiteY1" fmla="*/ 953 h 139152"/>
                  <a:gd name="connsiteX2" fmla="*/ 323953 w 325329"/>
                  <a:gd name="connsiteY2" fmla="*/ 98356 h 139152"/>
                  <a:gd name="connsiteX3" fmla="*/ 235521 w 325329"/>
                  <a:gd name="connsiteY3" fmla="*/ 130646 h 139152"/>
                  <a:gd name="connsiteX4" fmla="*/ 182416 w 325329"/>
                  <a:gd name="connsiteY4" fmla="*/ 138113 h 139152"/>
                  <a:gd name="connsiteX5" fmla="*/ 75736 w 325329"/>
                  <a:gd name="connsiteY5" fmla="*/ 138113 h 139152"/>
                  <a:gd name="connsiteX6" fmla="*/ 2525 w 325329"/>
                  <a:gd name="connsiteY6" fmla="*/ 86700 h 139152"/>
                  <a:gd name="connsiteX7" fmla="*/ 30502 w 325329"/>
                  <a:gd name="connsiteY7" fmla="*/ 50867 h 139152"/>
                  <a:gd name="connsiteX0" fmla="*/ 30502 w 324888"/>
                  <a:gd name="connsiteY0" fmla="*/ 50181 h 138466"/>
                  <a:gd name="connsiteX1" fmla="*/ 159556 w 324888"/>
                  <a:gd name="connsiteY1" fmla="*/ 267 h 138466"/>
                  <a:gd name="connsiteX2" fmla="*/ 274514 w 324888"/>
                  <a:gd name="connsiteY2" fmla="*/ 33419 h 138466"/>
                  <a:gd name="connsiteX3" fmla="*/ 323953 w 324888"/>
                  <a:gd name="connsiteY3" fmla="*/ 97670 h 138466"/>
                  <a:gd name="connsiteX4" fmla="*/ 235521 w 324888"/>
                  <a:gd name="connsiteY4" fmla="*/ 129960 h 138466"/>
                  <a:gd name="connsiteX5" fmla="*/ 182416 w 324888"/>
                  <a:gd name="connsiteY5" fmla="*/ 137427 h 138466"/>
                  <a:gd name="connsiteX6" fmla="*/ 75736 w 324888"/>
                  <a:gd name="connsiteY6" fmla="*/ 137427 h 138466"/>
                  <a:gd name="connsiteX7" fmla="*/ 2525 w 324888"/>
                  <a:gd name="connsiteY7" fmla="*/ 86014 h 138466"/>
                  <a:gd name="connsiteX8" fmla="*/ 30502 w 324888"/>
                  <a:gd name="connsiteY8" fmla="*/ 50181 h 138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4888" h="138466">
                    <a:moveTo>
                      <a:pt x="30502" y="50181"/>
                    </a:moveTo>
                    <a:cubicBezTo>
                      <a:pt x="56674" y="35890"/>
                      <a:pt x="118887" y="3061"/>
                      <a:pt x="159556" y="267"/>
                    </a:cubicBezTo>
                    <a:cubicBezTo>
                      <a:pt x="200225" y="-2527"/>
                      <a:pt x="247115" y="17185"/>
                      <a:pt x="274514" y="33419"/>
                    </a:cubicBezTo>
                    <a:cubicBezTo>
                      <a:pt x="301913" y="49653"/>
                      <a:pt x="330452" y="81580"/>
                      <a:pt x="323953" y="97670"/>
                    </a:cubicBezTo>
                    <a:cubicBezTo>
                      <a:pt x="317454" y="113760"/>
                      <a:pt x="258381" y="115990"/>
                      <a:pt x="235521" y="129960"/>
                    </a:cubicBezTo>
                    <a:cubicBezTo>
                      <a:pt x="212661" y="143930"/>
                      <a:pt x="209047" y="136183"/>
                      <a:pt x="182416" y="137427"/>
                    </a:cubicBezTo>
                    <a:cubicBezTo>
                      <a:pt x="155785" y="138671"/>
                      <a:pt x="107486" y="133617"/>
                      <a:pt x="75736" y="137427"/>
                    </a:cubicBezTo>
                    <a:cubicBezTo>
                      <a:pt x="43986" y="141237"/>
                      <a:pt x="10064" y="100555"/>
                      <a:pt x="2525" y="86014"/>
                    </a:cubicBezTo>
                    <a:cubicBezTo>
                      <a:pt x="-5014" y="71473"/>
                      <a:pt x="4330" y="64472"/>
                      <a:pt x="30502" y="5018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3" name="Oval 532">
                <a:extLst>
                  <a:ext uri="{FF2B5EF4-FFF2-40B4-BE49-F238E27FC236}">
                    <a16:creationId xmlns:a16="http://schemas.microsoft.com/office/drawing/2014/main" id="{C71AAF81-5F95-94C8-3828-D813A9589C71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34" name="Group 533">
              <a:extLst>
                <a:ext uri="{FF2B5EF4-FFF2-40B4-BE49-F238E27FC236}">
                  <a16:creationId xmlns:a16="http://schemas.microsoft.com/office/drawing/2014/main" id="{5EAC0B34-EC40-367B-F47B-A85AD5227F73}"/>
                </a:ext>
              </a:extLst>
            </p:cNvPr>
            <p:cNvGrpSpPr/>
            <p:nvPr/>
          </p:nvGrpSpPr>
          <p:grpSpPr>
            <a:xfrm rot="19276478">
              <a:off x="11539245" y="3205747"/>
              <a:ext cx="141606" cy="90213"/>
              <a:chOff x="8184342" y="3489954"/>
              <a:chExt cx="319681" cy="142611"/>
            </a:xfrm>
          </p:grpSpPr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7A3DD84E-7D26-0C0A-3CB4-65728D62E70E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6" name="Oval 535">
                <a:extLst>
                  <a:ext uri="{FF2B5EF4-FFF2-40B4-BE49-F238E27FC236}">
                    <a16:creationId xmlns:a16="http://schemas.microsoft.com/office/drawing/2014/main" id="{70E75068-6F42-452F-231F-5E3B00278C49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37" name="Group 536">
              <a:extLst>
                <a:ext uri="{FF2B5EF4-FFF2-40B4-BE49-F238E27FC236}">
                  <a16:creationId xmlns:a16="http://schemas.microsoft.com/office/drawing/2014/main" id="{9BF997A8-493A-C12C-FE98-BAE9C65FA2D4}"/>
                </a:ext>
              </a:extLst>
            </p:cNvPr>
            <p:cNvGrpSpPr/>
            <p:nvPr/>
          </p:nvGrpSpPr>
          <p:grpSpPr>
            <a:xfrm rot="4980393">
              <a:off x="11524192" y="2819840"/>
              <a:ext cx="347403" cy="109573"/>
              <a:chOff x="8184210" y="3489955"/>
              <a:chExt cx="319813" cy="188991"/>
            </a:xfrm>
          </p:grpSpPr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9C5AD2CE-CC2D-9F2B-72D3-E927C2BACDC0}"/>
                  </a:ext>
                </a:extLst>
              </p:cNvPr>
              <p:cNvSpPr/>
              <p:nvPr/>
            </p:nvSpPr>
            <p:spPr>
              <a:xfrm>
                <a:off x="8184210" y="3489955"/>
                <a:ext cx="319813" cy="18899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2156 w 321332"/>
                  <a:gd name="connsiteY0" fmla="*/ 49921 h 160223"/>
                  <a:gd name="connsiteX1" fmla="*/ 161210 w 321332"/>
                  <a:gd name="connsiteY1" fmla="*/ 7 h 160223"/>
                  <a:gd name="connsiteX2" fmla="*/ 321230 w 321332"/>
                  <a:gd name="connsiteY2" fmla="*/ 53347 h 160223"/>
                  <a:gd name="connsiteX3" fmla="*/ 184070 w 321332"/>
                  <a:gd name="connsiteY3" fmla="*/ 137167 h 160223"/>
                  <a:gd name="connsiteX4" fmla="*/ 101412 w 321332"/>
                  <a:gd name="connsiteY4" fmla="*/ 160049 h 160223"/>
                  <a:gd name="connsiteX5" fmla="*/ 4179 w 321332"/>
                  <a:gd name="connsiteY5" fmla="*/ 85754 h 160223"/>
                  <a:gd name="connsiteX6" fmla="*/ 32156 w 321332"/>
                  <a:gd name="connsiteY6" fmla="*/ 49921 h 160223"/>
                  <a:gd name="connsiteX0" fmla="*/ 30634 w 319813"/>
                  <a:gd name="connsiteY0" fmla="*/ 49921 h 189115"/>
                  <a:gd name="connsiteX1" fmla="*/ 159688 w 319813"/>
                  <a:gd name="connsiteY1" fmla="*/ 7 h 189115"/>
                  <a:gd name="connsiteX2" fmla="*/ 319708 w 319813"/>
                  <a:gd name="connsiteY2" fmla="*/ 53347 h 189115"/>
                  <a:gd name="connsiteX3" fmla="*/ 182548 w 319813"/>
                  <a:gd name="connsiteY3" fmla="*/ 137167 h 189115"/>
                  <a:gd name="connsiteX4" fmla="*/ 77811 w 319813"/>
                  <a:gd name="connsiteY4" fmla="*/ 188990 h 189115"/>
                  <a:gd name="connsiteX5" fmla="*/ 2657 w 319813"/>
                  <a:gd name="connsiteY5" fmla="*/ 85754 h 189115"/>
                  <a:gd name="connsiteX6" fmla="*/ 30634 w 319813"/>
                  <a:gd name="connsiteY6" fmla="*/ 49921 h 189115"/>
                  <a:gd name="connsiteX0" fmla="*/ 30634 w 319813"/>
                  <a:gd name="connsiteY0" fmla="*/ 49921 h 188991"/>
                  <a:gd name="connsiteX1" fmla="*/ 159688 w 319813"/>
                  <a:gd name="connsiteY1" fmla="*/ 7 h 188991"/>
                  <a:gd name="connsiteX2" fmla="*/ 319708 w 319813"/>
                  <a:gd name="connsiteY2" fmla="*/ 53347 h 188991"/>
                  <a:gd name="connsiteX3" fmla="*/ 182548 w 319813"/>
                  <a:gd name="connsiteY3" fmla="*/ 137167 h 188991"/>
                  <a:gd name="connsiteX4" fmla="*/ 77811 w 319813"/>
                  <a:gd name="connsiteY4" fmla="*/ 188990 h 188991"/>
                  <a:gd name="connsiteX5" fmla="*/ 2657 w 319813"/>
                  <a:gd name="connsiteY5" fmla="*/ 85754 h 188991"/>
                  <a:gd name="connsiteX6" fmla="*/ 30634 w 319813"/>
                  <a:gd name="connsiteY6" fmla="*/ 49921 h 188991"/>
                  <a:gd name="connsiteX0" fmla="*/ 30634 w 319813"/>
                  <a:gd name="connsiteY0" fmla="*/ 49921 h 188989"/>
                  <a:gd name="connsiteX1" fmla="*/ 159688 w 319813"/>
                  <a:gd name="connsiteY1" fmla="*/ 7 h 188989"/>
                  <a:gd name="connsiteX2" fmla="*/ 319708 w 319813"/>
                  <a:gd name="connsiteY2" fmla="*/ 53347 h 188989"/>
                  <a:gd name="connsiteX3" fmla="*/ 182548 w 319813"/>
                  <a:gd name="connsiteY3" fmla="*/ 137167 h 188989"/>
                  <a:gd name="connsiteX4" fmla="*/ 77811 w 319813"/>
                  <a:gd name="connsiteY4" fmla="*/ 188990 h 188989"/>
                  <a:gd name="connsiteX5" fmla="*/ 2657 w 319813"/>
                  <a:gd name="connsiteY5" fmla="*/ 85754 h 188989"/>
                  <a:gd name="connsiteX6" fmla="*/ 30634 w 319813"/>
                  <a:gd name="connsiteY6" fmla="*/ 49921 h 188989"/>
                  <a:gd name="connsiteX0" fmla="*/ 30634 w 319813"/>
                  <a:gd name="connsiteY0" fmla="*/ 49921 h 188991"/>
                  <a:gd name="connsiteX1" fmla="*/ 159688 w 319813"/>
                  <a:gd name="connsiteY1" fmla="*/ 7 h 188991"/>
                  <a:gd name="connsiteX2" fmla="*/ 319708 w 319813"/>
                  <a:gd name="connsiteY2" fmla="*/ 53347 h 188991"/>
                  <a:gd name="connsiteX3" fmla="*/ 182548 w 319813"/>
                  <a:gd name="connsiteY3" fmla="*/ 137167 h 188991"/>
                  <a:gd name="connsiteX4" fmla="*/ 77811 w 319813"/>
                  <a:gd name="connsiteY4" fmla="*/ 188990 h 188991"/>
                  <a:gd name="connsiteX5" fmla="*/ 2657 w 319813"/>
                  <a:gd name="connsiteY5" fmla="*/ 85754 h 188991"/>
                  <a:gd name="connsiteX6" fmla="*/ 30634 w 319813"/>
                  <a:gd name="connsiteY6" fmla="*/ 49921 h 188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813" h="188991">
                    <a:moveTo>
                      <a:pt x="30634" y="49921"/>
                    </a:moveTo>
                    <a:cubicBezTo>
                      <a:pt x="56806" y="35630"/>
                      <a:pt x="111509" y="-564"/>
                      <a:pt x="159688" y="7"/>
                    </a:cubicBezTo>
                    <a:cubicBezTo>
                      <a:pt x="207867" y="578"/>
                      <a:pt x="315898" y="30487"/>
                      <a:pt x="319708" y="53347"/>
                    </a:cubicBezTo>
                    <a:cubicBezTo>
                      <a:pt x="323518" y="76207"/>
                      <a:pt x="222864" y="114560"/>
                      <a:pt x="182548" y="137167"/>
                    </a:cubicBezTo>
                    <a:cubicBezTo>
                      <a:pt x="142232" y="159774"/>
                      <a:pt x="103981" y="159877"/>
                      <a:pt x="77811" y="188990"/>
                    </a:cubicBezTo>
                    <a:cubicBezTo>
                      <a:pt x="63385" y="185311"/>
                      <a:pt x="10520" y="108932"/>
                      <a:pt x="2657" y="85754"/>
                    </a:cubicBezTo>
                    <a:cubicBezTo>
                      <a:pt x="-5206" y="62576"/>
                      <a:pt x="4462" y="64212"/>
                      <a:pt x="30634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9" name="Oval 538">
                <a:extLst>
                  <a:ext uri="{FF2B5EF4-FFF2-40B4-BE49-F238E27FC236}">
                    <a16:creationId xmlns:a16="http://schemas.microsoft.com/office/drawing/2014/main" id="{7C928C61-B528-9706-B2AB-8561639F1DB7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40" name="Group 539">
              <a:extLst>
                <a:ext uri="{FF2B5EF4-FFF2-40B4-BE49-F238E27FC236}">
                  <a16:creationId xmlns:a16="http://schemas.microsoft.com/office/drawing/2014/main" id="{A788946B-C2F2-0F3B-7768-A6D84F5335DD}"/>
                </a:ext>
              </a:extLst>
            </p:cNvPr>
            <p:cNvGrpSpPr/>
            <p:nvPr/>
          </p:nvGrpSpPr>
          <p:grpSpPr>
            <a:xfrm rot="1508213">
              <a:off x="11756114" y="2680321"/>
              <a:ext cx="255570" cy="181596"/>
              <a:chOff x="8184341" y="3489932"/>
              <a:chExt cx="262704" cy="142346"/>
            </a:xfrm>
          </p:grpSpPr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FAE77C65-6082-AFB6-CD90-ECA1CA923636}"/>
                  </a:ext>
                </a:extLst>
              </p:cNvPr>
              <p:cNvSpPr/>
              <p:nvPr/>
            </p:nvSpPr>
            <p:spPr>
              <a:xfrm>
                <a:off x="8184341" y="3489932"/>
                <a:ext cx="262704" cy="142346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262704"/>
                  <a:gd name="connsiteY0" fmla="*/ 49943 h 142346"/>
                  <a:gd name="connsiteX1" fmla="*/ 159556 w 262704"/>
                  <a:gd name="connsiteY1" fmla="*/ 29 h 142346"/>
                  <a:gd name="connsiteX2" fmla="*/ 262509 w 262704"/>
                  <a:gd name="connsiteY2" fmla="*/ 57294 h 142346"/>
                  <a:gd name="connsiteX3" fmla="*/ 182416 w 262704"/>
                  <a:gd name="connsiteY3" fmla="*/ 137189 h 142346"/>
                  <a:gd name="connsiteX4" fmla="*/ 75736 w 262704"/>
                  <a:gd name="connsiteY4" fmla="*/ 137189 h 142346"/>
                  <a:gd name="connsiteX5" fmla="*/ 2525 w 262704"/>
                  <a:gd name="connsiteY5" fmla="*/ 85776 h 142346"/>
                  <a:gd name="connsiteX6" fmla="*/ 30502 w 262704"/>
                  <a:gd name="connsiteY6" fmla="*/ 49943 h 14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2704" h="142346">
                    <a:moveTo>
                      <a:pt x="30502" y="49943"/>
                    </a:moveTo>
                    <a:cubicBezTo>
                      <a:pt x="56674" y="35652"/>
                      <a:pt x="120888" y="-1196"/>
                      <a:pt x="159556" y="29"/>
                    </a:cubicBezTo>
                    <a:cubicBezTo>
                      <a:pt x="198224" y="1254"/>
                      <a:pt x="258699" y="34434"/>
                      <a:pt x="262509" y="57294"/>
                    </a:cubicBezTo>
                    <a:cubicBezTo>
                      <a:pt x="266319" y="80154"/>
                      <a:pt x="213545" y="123873"/>
                      <a:pt x="182416" y="137189"/>
                    </a:cubicBezTo>
                    <a:cubicBezTo>
                      <a:pt x="151287" y="150505"/>
                      <a:pt x="107486" y="133379"/>
                      <a:pt x="75736" y="137189"/>
                    </a:cubicBezTo>
                    <a:cubicBezTo>
                      <a:pt x="43986" y="140999"/>
                      <a:pt x="10064" y="100317"/>
                      <a:pt x="2525" y="85776"/>
                    </a:cubicBezTo>
                    <a:cubicBezTo>
                      <a:pt x="-5014" y="71235"/>
                      <a:pt x="4330" y="64234"/>
                      <a:pt x="30502" y="49943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2" name="Oval 541">
                <a:extLst>
                  <a:ext uri="{FF2B5EF4-FFF2-40B4-BE49-F238E27FC236}">
                    <a16:creationId xmlns:a16="http://schemas.microsoft.com/office/drawing/2014/main" id="{5FB8FAC7-4979-5ADC-0677-1C53B234538D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43" name="Group 542">
              <a:extLst>
                <a:ext uri="{FF2B5EF4-FFF2-40B4-BE49-F238E27FC236}">
                  <a16:creationId xmlns:a16="http://schemas.microsoft.com/office/drawing/2014/main" id="{1DEF98A7-9260-ADBE-EF6D-085E58031926}"/>
                </a:ext>
              </a:extLst>
            </p:cNvPr>
            <p:cNvGrpSpPr/>
            <p:nvPr/>
          </p:nvGrpSpPr>
          <p:grpSpPr>
            <a:xfrm rot="14647020">
              <a:off x="11954613" y="2714093"/>
              <a:ext cx="182881" cy="186032"/>
              <a:chOff x="8091153" y="3341353"/>
              <a:chExt cx="412862" cy="294085"/>
            </a:xfrm>
          </p:grpSpPr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AE2FF839-96D4-EBBD-4988-568FC3F8DD4F}"/>
                  </a:ext>
                </a:extLst>
              </p:cNvPr>
              <p:cNvSpPr/>
              <p:nvPr/>
            </p:nvSpPr>
            <p:spPr>
              <a:xfrm>
                <a:off x="8091153" y="3341353"/>
                <a:ext cx="412862" cy="294085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73977 w 317157"/>
                  <a:gd name="connsiteY0" fmla="*/ 5401 h 162329"/>
                  <a:gd name="connsiteX1" fmla="*/ 157032 w 317157"/>
                  <a:gd name="connsiteY1" fmla="*/ 19725 h 162329"/>
                  <a:gd name="connsiteX2" fmla="*/ 317052 w 317157"/>
                  <a:gd name="connsiteY2" fmla="*/ 73065 h 162329"/>
                  <a:gd name="connsiteX3" fmla="*/ 179892 w 317157"/>
                  <a:gd name="connsiteY3" fmla="*/ 156885 h 162329"/>
                  <a:gd name="connsiteX4" fmla="*/ 73212 w 317157"/>
                  <a:gd name="connsiteY4" fmla="*/ 156885 h 162329"/>
                  <a:gd name="connsiteX5" fmla="*/ 1 w 317157"/>
                  <a:gd name="connsiteY5" fmla="*/ 105472 h 162329"/>
                  <a:gd name="connsiteX6" fmla="*/ 73977 w 317157"/>
                  <a:gd name="connsiteY6" fmla="*/ 5401 h 162329"/>
                  <a:gd name="connsiteX0" fmla="*/ 74442 w 317615"/>
                  <a:gd name="connsiteY0" fmla="*/ 5401 h 165201"/>
                  <a:gd name="connsiteX1" fmla="*/ 157497 w 317615"/>
                  <a:gd name="connsiteY1" fmla="*/ 19725 h 165201"/>
                  <a:gd name="connsiteX2" fmla="*/ 317517 w 317615"/>
                  <a:gd name="connsiteY2" fmla="*/ 73065 h 165201"/>
                  <a:gd name="connsiteX3" fmla="*/ 180357 w 317615"/>
                  <a:gd name="connsiteY3" fmla="*/ 156885 h 165201"/>
                  <a:gd name="connsiteX4" fmla="*/ 110605 w 317615"/>
                  <a:gd name="connsiteY4" fmla="*/ 164754 h 165201"/>
                  <a:gd name="connsiteX5" fmla="*/ 466 w 317615"/>
                  <a:gd name="connsiteY5" fmla="*/ 105472 h 165201"/>
                  <a:gd name="connsiteX6" fmla="*/ 74442 w 317615"/>
                  <a:gd name="connsiteY6" fmla="*/ 5401 h 165201"/>
                  <a:gd name="connsiteX0" fmla="*/ 1797 w 244970"/>
                  <a:gd name="connsiteY0" fmla="*/ 4845 h 164645"/>
                  <a:gd name="connsiteX1" fmla="*/ 84852 w 244970"/>
                  <a:gd name="connsiteY1" fmla="*/ 19169 h 164645"/>
                  <a:gd name="connsiteX2" fmla="*/ 244872 w 244970"/>
                  <a:gd name="connsiteY2" fmla="*/ 72509 h 164645"/>
                  <a:gd name="connsiteX3" fmla="*/ 107712 w 244970"/>
                  <a:gd name="connsiteY3" fmla="*/ 156329 h 164645"/>
                  <a:gd name="connsiteX4" fmla="*/ 37960 w 244970"/>
                  <a:gd name="connsiteY4" fmla="*/ 164198 h 164645"/>
                  <a:gd name="connsiteX5" fmla="*/ 28579 w 244970"/>
                  <a:gd name="connsiteY5" fmla="*/ 97158 h 164645"/>
                  <a:gd name="connsiteX6" fmla="*/ 1797 w 244970"/>
                  <a:gd name="connsiteY6" fmla="*/ 4845 h 164645"/>
                  <a:gd name="connsiteX0" fmla="*/ 430 w 383346"/>
                  <a:gd name="connsiteY0" fmla="*/ 1078 h 271514"/>
                  <a:gd name="connsiteX1" fmla="*/ 223228 w 383346"/>
                  <a:gd name="connsiteY1" fmla="*/ 126038 h 271514"/>
                  <a:gd name="connsiteX2" fmla="*/ 383248 w 383346"/>
                  <a:gd name="connsiteY2" fmla="*/ 179378 h 271514"/>
                  <a:gd name="connsiteX3" fmla="*/ 246088 w 383346"/>
                  <a:gd name="connsiteY3" fmla="*/ 263198 h 271514"/>
                  <a:gd name="connsiteX4" fmla="*/ 176336 w 383346"/>
                  <a:gd name="connsiteY4" fmla="*/ 271067 h 271514"/>
                  <a:gd name="connsiteX5" fmla="*/ 166955 w 383346"/>
                  <a:gd name="connsiteY5" fmla="*/ 204027 h 271514"/>
                  <a:gd name="connsiteX6" fmla="*/ 430 w 383346"/>
                  <a:gd name="connsiteY6" fmla="*/ 1078 h 271514"/>
                  <a:gd name="connsiteX0" fmla="*/ 1040 w 383956"/>
                  <a:gd name="connsiteY0" fmla="*/ 1038 h 271474"/>
                  <a:gd name="connsiteX1" fmla="*/ 223838 w 383956"/>
                  <a:gd name="connsiteY1" fmla="*/ 125998 h 271474"/>
                  <a:gd name="connsiteX2" fmla="*/ 383858 w 383956"/>
                  <a:gd name="connsiteY2" fmla="*/ 179338 h 271474"/>
                  <a:gd name="connsiteX3" fmla="*/ 246698 w 383956"/>
                  <a:gd name="connsiteY3" fmla="*/ 263158 h 271474"/>
                  <a:gd name="connsiteX4" fmla="*/ 176946 w 383956"/>
                  <a:gd name="connsiteY4" fmla="*/ 271027 h 271474"/>
                  <a:gd name="connsiteX5" fmla="*/ 141821 w 383956"/>
                  <a:gd name="connsiteY5" fmla="*/ 202398 h 271474"/>
                  <a:gd name="connsiteX6" fmla="*/ 1040 w 383956"/>
                  <a:gd name="connsiteY6" fmla="*/ 1038 h 271474"/>
                  <a:gd name="connsiteX0" fmla="*/ 881 w 412862"/>
                  <a:gd name="connsiteY0" fmla="*/ 895 h 294085"/>
                  <a:gd name="connsiteX1" fmla="*/ 252744 w 412862"/>
                  <a:gd name="connsiteY1" fmla="*/ 148609 h 294085"/>
                  <a:gd name="connsiteX2" fmla="*/ 412764 w 412862"/>
                  <a:gd name="connsiteY2" fmla="*/ 201949 h 294085"/>
                  <a:gd name="connsiteX3" fmla="*/ 275604 w 412862"/>
                  <a:gd name="connsiteY3" fmla="*/ 285769 h 294085"/>
                  <a:gd name="connsiteX4" fmla="*/ 205852 w 412862"/>
                  <a:gd name="connsiteY4" fmla="*/ 293638 h 294085"/>
                  <a:gd name="connsiteX5" fmla="*/ 170727 w 412862"/>
                  <a:gd name="connsiteY5" fmla="*/ 225009 h 294085"/>
                  <a:gd name="connsiteX6" fmla="*/ 881 w 412862"/>
                  <a:gd name="connsiteY6" fmla="*/ 895 h 294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2862" h="294085">
                    <a:moveTo>
                      <a:pt x="881" y="895"/>
                    </a:moveTo>
                    <a:cubicBezTo>
                      <a:pt x="14551" y="-11838"/>
                      <a:pt x="184097" y="115100"/>
                      <a:pt x="252744" y="148609"/>
                    </a:cubicBezTo>
                    <a:cubicBezTo>
                      <a:pt x="321391" y="182118"/>
                      <a:pt x="408954" y="179089"/>
                      <a:pt x="412764" y="201949"/>
                    </a:cubicBezTo>
                    <a:cubicBezTo>
                      <a:pt x="416574" y="224809"/>
                      <a:pt x="310089" y="270488"/>
                      <a:pt x="275604" y="285769"/>
                    </a:cubicBezTo>
                    <a:cubicBezTo>
                      <a:pt x="241119" y="301050"/>
                      <a:pt x="237602" y="289828"/>
                      <a:pt x="205852" y="293638"/>
                    </a:cubicBezTo>
                    <a:cubicBezTo>
                      <a:pt x="174102" y="297448"/>
                      <a:pt x="204889" y="273799"/>
                      <a:pt x="170727" y="225009"/>
                    </a:cubicBezTo>
                    <a:cubicBezTo>
                      <a:pt x="136565" y="176219"/>
                      <a:pt x="-12789" y="13628"/>
                      <a:pt x="881" y="895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5" name="Oval 544">
                <a:extLst>
                  <a:ext uri="{FF2B5EF4-FFF2-40B4-BE49-F238E27FC236}">
                    <a16:creationId xmlns:a16="http://schemas.microsoft.com/office/drawing/2014/main" id="{E4E91A59-C0C3-2DD4-6165-EEC80AB9EA13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B3BB71E8-D0B1-42BB-CC5A-E3E0A9CDAA4A}"/>
                </a:ext>
              </a:extLst>
            </p:cNvPr>
            <p:cNvGrpSpPr/>
            <p:nvPr/>
          </p:nvGrpSpPr>
          <p:grpSpPr>
            <a:xfrm rot="17420563">
              <a:off x="11725261" y="2915908"/>
              <a:ext cx="277977" cy="238598"/>
              <a:chOff x="8170179" y="3475982"/>
              <a:chExt cx="285737" cy="165127"/>
            </a:xfrm>
          </p:grpSpPr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AFE7AD98-45F9-32D4-E1A9-E853686044A1}"/>
                  </a:ext>
                </a:extLst>
              </p:cNvPr>
              <p:cNvSpPr/>
              <p:nvPr/>
            </p:nvSpPr>
            <p:spPr>
              <a:xfrm>
                <a:off x="8170179" y="3475982"/>
                <a:ext cx="285737" cy="165127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19591"/>
                  <a:gd name="connsiteY0" fmla="*/ 49921 h 154665"/>
                  <a:gd name="connsiteX1" fmla="*/ 159556 w 319591"/>
                  <a:gd name="connsiteY1" fmla="*/ 7 h 154665"/>
                  <a:gd name="connsiteX2" fmla="*/ 319576 w 319591"/>
                  <a:gd name="connsiteY2" fmla="*/ 53347 h 154665"/>
                  <a:gd name="connsiteX3" fmla="*/ 168774 w 319591"/>
                  <a:gd name="connsiteY3" fmla="*/ 151087 h 154665"/>
                  <a:gd name="connsiteX4" fmla="*/ 75736 w 319591"/>
                  <a:gd name="connsiteY4" fmla="*/ 137167 h 154665"/>
                  <a:gd name="connsiteX5" fmla="*/ 2525 w 319591"/>
                  <a:gd name="connsiteY5" fmla="*/ 85754 h 154665"/>
                  <a:gd name="connsiteX6" fmla="*/ 30502 w 319591"/>
                  <a:gd name="connsiteY6" fmla="*/ 49921 h 154665"/>
                  <a:gd name="connsiteX0" fmla="*/ 30502 w 303927"/>
                  <a:gd name="connsiteY0" fmla="*/ 50163 h 153786"/>
                  <a:gd name="connsiteX1" fmla="*/ 159556 w 303927"/>
                  <a:gd name="connsiteY1" fmla="*/ 249 h 153786"/>
                  <a:gd name="connsiteX2" fmla="*/ 303910 w 303927"/>
                  <a:gd name="connsiteY2" fmla="*/ 72603 h 153786"/>
                  <a:gd name="connsiteX3" fmla="*/ 168774 w 303927"/>
                  <a:gd name="connsiteY3" fmla="*/ 151329 h 153786"/>
                  <a:gd name="connsiteX4" fmla="*/ 75736 w 303927"/>
                  <a:gd name="connsiteY4" fmla="*/ 137409 h 153786"/>
                  <a:gd name="connsiteX5" fmla="*/ 2525 w 303927"/>
                  <a:gd name="connsiteY5" fmla="*/ 85996 h 153786"/>
                  <a:gd name="connsiteX6" fmla="*/ 30502 w 303927"/>
                  <a:gd name="connsiteY6" fmla="*/ 50163 h 153786"/>
                  <a:gd name="connsiteX0" fmla="*/ 31053 w 304524"/>
                  <a:gd name="connsiteY0" fmla="*/ 51163 h 154786"/>
                  <a:gd name="connsiteX1" fmla="*/ 184832 w 304524"/>
                  <a:gd name="connsiteY1" fmla="*/ 244 h 154786"/>
                  <a:gd name="connsiteX2" fmla="*/ 304461 w 304524"/>
                  <a:gd name="connsiteY2" fmla="*/ 73603 h 154786"/>
                  <a:gd name="connsiteX3" fmla="*/ 169325 w 304524"/>
                  <a:gd name="connsiteY3" fmla="*/ 152329 h 154786"/>
                  <a:gd name="connsiteX4" fmla="*/ 76287 w 304524"/>
                  <a:gd name="connsiteY4" fmla="*/ 138409 h 154786"/>
                  <a:gd name="connsiteX5" fmla="*/ 3076 w 304524"/>
                  <a:gd name="connsiteY5" fmla="*/ 86996 h 154786"/>
                  <a:gd name="connsiteX6" fmla="*/ 31053 w 304524"/>
                  <a:gd name="connsiteY6" fmla="*/ 51163 h 154786"/>
                  <a:gd name="connsiteX0" fmla="*/ 33008 w 309337"/>
                  <a:gd name="connsiteY0" fmla="*/ 58700 h 162323"/>
                  <a:gd name="connsiteX1" fmla="*/ 245271 w 309337"/>
                  <a:gd name="connsiteY1" fmla="*/ 213 h 162323"/>
                  <a:gd name="connsiteX2" fmla="*/ 306416 w 309337"/>
                  <a:gd name="connsiteY2" fmla="*/ 81140 h 162323"/>
                  <a:gd name="connsiteX3" fmla="*/ 171280 w 309337"/>
                  <a:gd name="connsiteY3" fmla="*/ 159866 h 162323"/>
                  <a:gd name="connsiteX4" fmla="*/ 78242 w 309337"/>
                  <a:gd name="connsiteY4" fmla="*/ 145946 h 162323"/>
                  <a:gd name="connsiteX5" fmla="*/ 5031 w 309337"/>
                  <a:gd name="connsiteY5" fmla="*/ 94533 h 162323"/>
                  <a:gd name="connsiteX6" fmla="*/ 33008 w 309337"/>
                  <a:gd name="connsiteY6" fmla="*/ 58700 h 162323"/>
                  <a:gd name="connsiteX0" fmla="*/ 33008 w 291074"/>
                  <a:gd name="connsiteY0" fmla="*/ 58727 h 162266"/>
                  <a:gd name="connsiteX1" fmla="*/ 245271 w 291074"/>
                  <a:gd name="connsiteY1" fmla="*/ 240 h 162266"/>
                  <a:gd name="connsiteX2" fmla="*/ 286353 w 291074"/>
                  <a:gd name="connsiteY2" fmla="*/ 82659 h 162266"/>
                  <a:gd name="connsiteX3" fmla="*/ 171280 w 291074"/>
                  <a:gd name="connsiteY3" fmla="*/ 159893 h 162266"/>
                  <a:gd name="connsiteX4" fmla="*/ 78242 w 291074"/>
                  <a:gd name="connsiteY4" fmla="*/ 145973 h 162266"/>
                  <a:gd name="connsiteX5" fmla="*/ 5031 w 291074"/>
                  <a:gd name="connsiteY5" fmla="*/ 94560 h 162266"/>
                  <a:gd name="connsiteX6" fmla="*/ 33008 w 291074"/>
                  <a:gd name="connsiteY6" fmla="*/ 58727 h 162266"/>
                  <a:gd name="connsiteX0" fmla="*/ 33008 w 289705"/>
                  <a:gd name="connsiteY0" fmla="*/ 58727 h 162266"/>
                  <a:gd name="connsiteX1" fmla="*/ 245271 w 289705"/>
                  <a:gd name="connsiteY1" fmla="*/ 240 h 162266"/>
                  <a:gd name="connsiteX2" fmla="*/ 286353 w 289705"/>
                  <a:gd name="connsiteY2" fmla="*/ 82659 h 162266"/>
                  <a:gd name="connsiteX3" fmla="*/ 171280 w 289705"/>
                  <a:gd name="connsiteY3" fmla="*/ 159893 h 162266"/>
                  <a:gd name="connsiteX4" fmla="*/ 78242 w 289705"/>
                  <a:gd name="connsiteY4" fmla="*/ 145973 h 162266"/>
                  <a:gd name="connsiteX5" fmla="*/ 5031 w 289705"/>
                  <a:gd name="connsiteY5" fmla="*/ 94560 h 162266"/>
                  <a:gd name="connsiteX6" fmla="*/ 33008 w 289705"/>
                  <a:gd name="connsiteY6" fmla="*/ 58727 h 162266"/>
                  <a:gd name="connsiteX0" fmla="*/ 29125 w 285822"/>
                  <a:gd name="connsiteY0" fmla="*/ 59630 h 163169"/>
                  <a:gd name="connsiteX1" fmla="*/ 22690 w 285822"/>
                  <a:gd name="connsiteY1" fmla="*/ 37026 h 163169"/>
                  <a:gd name="connsiteX2" fmla="*/ 241388 w 285822"/>
                  <a:gd name="connsiteY2" fmla="*/ 1143 h 163169"/>
                  <a:gd name="connsiteX3" fmla="*/ 282470 w 285822"/>
                  <a:gd name="connsiteY3" fmla="*/ 83562 h 163169"/>
                  <a:gd name="connsiteX4" fmla="*/ 167397 w 285822"/>
                  <a:gd name="connsiteY4" fmla="*/ 160796 h 163169"/>
                  <a:gd name="connsiteX5" fmla="*/ 74359 w 285822"/>
                  <a:gd name="connsiteY5" fmla="*/ 146876 h 163169"/>
                  <a:gd name="connsiteX6" fmla="*/ 1148 w 285822"/>
                  <a:gd name="connsiteY6" fmla="*/ 95463 h 163169"/>
                  <a:gd name="connsiteX7" fmla="*/ 29125 w 285822"/>
                  <a:gd name="connsiteY7" fmla="*/ 59630 h 163169"/>
                  <a:gd name="connsiteX0" fmla="*/ 29125 w 285822"/>
                  <a:gd name="connsiteY0" fmla="*/ 59094 h 162633"/>
                  <a:gd name="connsiteX1" fmla="*/ 22690 w 285822"/>
                  <a:gd name="connsiteY1" fmla="*/ 36490 h 162633"/>
                  <a:gd name="connsiteX2" fmla="*/ 100579 w 285822"/>
                  <a:gd name="connsiteY2" fmla="*/ 45169 h 162633"/>
                  <a:gd name="connsiteX3" fmla="*/ 241388 w 285822"/>
                  <a:gd name="connsiteY3" fmla="*/ 607 h 162633"/>
                  <a:gd name="connsiteX4" fmla="*/ 282470 w 285822"/>
                  <a:gd name="connsiteY4" fmla="*/ 83026 h 162633"/>
                  <a:gd name="connsiteX5" fmla="*/ 167397 w 285822"/>
                  <a:gd name="connsiteY5" fmla="*/ 160260 h 162633"/>
                  <a:gd name="connsiteX6" fmla="*/ 74359 w 285822"/>
                  <a:gd name="connsiteY6" fmla="*/ 146340 h 162633"/>
                  <a:gd name="connsiteX7" fmla="*/ 1148 w 285822"/>
                  <a:gd name="connsiteY7" fmla="*/ 94927 h 162633"/>
                  <a:gd name="connsiteX8" fmla="*/ 29125 w 285822"/>
                  <a:gd name="connsiteY8" fmla="*/ 59094 h 162633"/>
                  <a:gd name="connsiteX0" fmla="*/ 29223 w 285920"/>
                  <a:gd name="connsiteY0" fmla="*/ 59094 h 162633"/>
                  <a:gd name="connsiteX1" fmla="*/ 41228 w 285920"/>
                  <a:gd name="connsiteY1" fmla="*/ 17826 h 162633"/>
                  <a:gd name="connsiteX2" fmla="*/ 100677 w 285920"/>
                  <a:gd name="connsiteY2" fmla="*/ 45169 h 162633"/>
                  <a:gd name="connsiteX3" fmla="*/ 241486 w 285920"/>
                  <a:gd name="connsiteY3" fmla="*/ 607 h 162633"/>
                  <a:gd name="connsiteX4" fmla="*/ 282568 w 285920"/>
                  <a:gd name="connsiteY4" fmla="*/ 83026 h 162633"/>
                  <a:gd name="connsiteX5" fmla="*/ 167495 w 285920"/>
                  <a:gd name="connsiteY5" fmla="*/ 160260 h 162633"/>
                  <a:gd name="connsiteX6" fmla="*/ 74457 w 285920"/>
                  <a:gd name="connsiteY6" fmla="*/ 146340 h 162633"/>
                  <a:gd name="connsiteX7" fmla="*/ 1246 w 285920"/>
                  <a:gd name="connsiteY7" fmla="*/ 94927 h 162633"/>
                  <a:gd name="connsiteX8" fmla="*/ 29223 w 285920"/>
                  <a:gd name="connsiteY8" fmla="*/ 59094 h 162633"/>
                  <a:gd name="connsiteX0" fmla="*/ 29223 w 285920"/>
                  <a:gd name="connsiteY0" fmla="*/ 60359 h 163898"/>
                  <a:gd name="connsiteX1" fmla="*/ 41228 w 285920"/>
                  <a:gd name="connsiteY1" fmla="*/ 19091 h 163898"/>
                  <a:gd name="connsiteX2" fmla="*/ 105939 w 285920"/>
                  <a:gd name="connsiteY2" fmla="*/ 27544 h 163898"/>
                  <a:gd name="connsiteX3" fmla="*/ 241486 w 285920"/>
                  <a:gd name="connsiteY3" fmla="*/ 1872 h 163898"/>
                  <a:gd name="connsiteX4" fmla="*/ 282568 w 285920"/>
                  <a:gd name="connsiteY4" fmla="*/ 84291 h 163898"/>
                  <a:gd name="connsiteX5" fmla="*/ 167495 w 285920"/>
                  <a:gd name="connsiteY5" fmla="*/ 161525 h 163898"/>
                  <a:gd name="connsiteX6" fmla="*/ 74457 w 285920"/>
                  <a:gd name="connsiteY6" fmla="*/ 147605 h 163898"/>
                  <a:gd name="connsiteX7" fmla="*/ 1246 w 285920"/>
                  <a:gd name="connsiteY7" fmla="*/ 96192 h 163898"/>
                  <a:gd name="connsiteX8" fmla="*/ 29223 w 285920"/>
                  <a:gd name="connsiteY8" fmla="*/ 60359 h 163898"/>
                  <a:gd name="connsiteX0" fmla="*/ 5076 w 294419"/>
                  <a:gd name="connsiteY0" fmla="*/ 57963 h 163898"/>
                  <a:gd name="connsiteX1" fmla="*/ 49727 w 294419"/>
                  <a:gd name="connsiteY1" fmla="*/ 19091 h 163898"/>
                  <a:gd name="connsiteX2" fmla="*/ 114438 w 294419"/>
                  <a:gd name="connsiteY2" fmla="*/ 27544 h 163898"/>
                  <a:gd name="connsiteX3" fmla="*/ 249985 w 294419"/>
                  <a:gd name="connsiteY3" fmla="*/ 1872 h 163898"/>
                  <a:gd name="connsiteX4" fmla="*/ 291067 w 294419"/>
                  <a:gd name="connsiteY4" fmla="*/ 84291 h 163898"/>
                  <a:gd name="connsiteX5" fmla="*/ 175994 w 294419"/>
                  <a:gd name="connsiteY5" fmla="*/ 161525 h 163898"/>
                  <a:gd name="connsiteX6" fmla="*/ 82956 w 294419"/>
                  <a:gd name="connsiteY6" fmla="*/ 147605 h 163898"/>
                  <a:gd name="connsiteX7" fmla="*/ 9745 w 294419"/>
                  <a:gd name="connsiteY7" fmla="*/ 96192 h 163898"/>
                  <a:gd name="connsiteX8" fmla="*/ 5076 w 294419"/>
                  <a:gd name="connsiteY8" fmla="*/ 57963 h 163898"/>
                  <a:gd name="connsiteX0" fmla="*/ 14552 w 303895"/>
                  <a:gd name="connsiteY0" fmla="*/ 57963 h 163898"/>
                  <a:gd name="connsiteX1" fmla="*/ 59203 w 303895"/>
                  <a:gd name="connsiteY1" fmla="*/ 19091 h 163898"/>
                  <a:gd name="connsiteX2" fmla="*/ 123914 w 303895"/>
                  <a:gd name="connsiteY2" fmla="*/ 27544 h 163898"/>
                  <a:gd name="connsiteX3" fmla="*/ 259461 w 303895"/>
                  <a:gd name="connsiteY3" fmla="*/ 1872 h 163898"/>
                  <a:gd name="connsiteX4" fmla="*/ 300543 w 303895"/>
                  <a:gd name="connsiteY4" fmla="*/ 84291 h 163898"/>
                  <a:gd name="connsiteX5" fmla="*/ 185470 w 303895"/>
                  <a:gd name="connsiteY5" fmla="*/ 161525 h 163898"/>
                  <a:gd name="connsiteX6" fmla="*/ 92432 w 303895"/>
                  <a:gd name="connsiteY6" fmla="*/ 147605 h 163898"/>
                  <a:gd name="connsiteX7" fmla="*/ 5451 w 303895"/>
                  <a:gd name="connsiteY7" fmla="*/ 99630 h 163898"/>
                  <a:gd name="connsiteX8" fmla="*/ 14552 w 303895"/>
                  <a:gd name="connsiteY8" fmla="*/ 57963 h 163898"/>
                  <a:gd name="connsiteX0" fmla="*/ 11269 w 300612"/>
                  <a:gd name="connsiteY0" fmla="*/ 57963 h 163898"/>
                  <a:gd name="connsiteX1" fmla="*/ 55920 w 300612"/>
                  <a:gd name="connsiteY1" fmla="*/ 19091 h 163898"/>
                  <a:gd name="connsiteX2" fmla="*/ 120631 w 300612"/>
                  <a:gd name="connsiteY2" fmla="*/ 27544 h 163898"/>
                  <a:gd name="connsiteX3" fmla="*/ 256178 w 300612"/>
                  <a:gd name="connsiteY3" fmla="*/ 1872 h 163898"/>
                  <a:gd name="connsiteX4" fmla="*/ 297260 w 300612"/>
                  <a:gd name="connsiteY4" fmla="*/ 84291 h 163898"/>
                  <a:gd name="connsiteX5" fmla="*/ 182187 w 300612"/>
                  <a:gd name="connsiteY5" fmla="*/ 161525 h 163898"/>
                  <a:gd name="connsiteX6" fmla="*/ 89149 w 300612"/>
                  <a:gd name="connsiteY6" fmla="*/ 147605 h 163898"/>
                  <a:gd name="connsiteX7" fmla="*/ 6345 w 300612"/>
                  <a:gd name="connsiteY7" fmla="*/ 121436 h 163898"/>
                  <a:gd name="connsiteX8" fmla="*/ 11269 w 300612"/>
                  <a:gd name="connsiteY8" fmla="*/ 57963 h 163898"/>
                  <a:gd name="connsiteX0" fmla="*/ 12029 w 301326"/>
                  <a:gd name="connsiteY0" fmla="*/ 57963 h 164520"/>
                  <a:gd name="connsiteX1" fmla="*/ 56680 w 301326"/>
                  <a:gd name="connsiteY1" fmla="*/ 19091 h 164520"/>
                  <a:gd name="connsiteX2" fmla="*/ 121391 w 301326"/>
                  <a:gd name="connsiteY2" fmla="*/ 27544 h 164520"/>
                  <a:gd name="connsiteX3" fmla="*/ 256938 w 301326"/>
                  <a:gd name="connsiteY3" fmla="*/ 1872 h 164520"/>
                  <a:gd name="connsiteX4" fmla="*/ 298020 w 301326"/>
                  <a:gd name="connsiteY4" fmla="*/ 84291 h 164520"/>
                  <a:gd name="connsiteX5" fmla="*/ 182947 w 301326"/>
                  <a:gd name="connsiteY5" fmla="*/ 161525 h 164520"/>
                  <a:gd name="connsiteX6" fmla="*/ 100199 w 301326"/>
                  <a:gd name="connsiteY6" fmla="*/ 152068 h 164520"/>
                  <a:gd name="connsiteX7" fmla="*/ 7105 w 301326"/>
                  <a:gd name="connsiteY7" fmla="*/ 121436 h 164520"/>
                  <a:gd name="connsiteX8" fmla="*/ 12029 w 301326"/>
                  <a:gd name="connsiteY8" fmla="*/ 57963 h 164520"/>
                  <a:gd name="connsiteX0" fmla="*/ 12029 w 298163"/>
                  <a:gd name="connsiteY0" fmla="*/ 57963 h 161594"/>
                  <a:gd name="connsiteX1" fmla="*/ 56680 w 298163"/>
                  <a:gd name="connsiteY1" fmla="*/ 19091 h 161594"/>
                  <a:gd name="connsiteX2" fmla="*/ 121391 w 298163"/>
                  <a:gd name="connsiteY2" fmla="*/ 27544 h 161594"/>
                  <a:gd name="connsiteX3" fmla="*/ 256938 w 298163"/>
                  <a:gd name="connsiteY3" fmla="*/ 1872 h 161594"/>
                  <a:gd name="connsiteX4" fmla="*/ 298020 w 298163"/>
                  <a:gd name="connsiteY4" fmla="*/ 84291 h 161594"/>
                  <a:gd name="connsiteX5" fmla="*/ 246752 w 298163"/>
                  <a:gd name="connsiteY5" fmla="*/ 150906 h 161594"/>
                  <a:gd name="connsiteX6" fmla="*/ 182947 w 298163"/>
                  <a:gd name="connsiteY6" fmla="*/ 161525 h 161594"/>
                  <a:gd name="connsiteX7" fmla="*/ 100199 w 298163"/>
                  <a:gd name="connsiteY7" fmla="*/ 152068 h 161594"/>
                  <a:gd name="connsiteX8" fmla="*/ 7105 w 298163"/>
                  <a:gd name="connsiteY8" fmla="*/ 121436 h 161594"/>
                  <a:gd name="connsiteX9" fmla="*/ 12029 w 298163"/>
                  <a:gd name="connsiteY9" fmla="*/ 57963 h 161594"/>
                  <a:gd name="connsiteX0" fmla="*/ 12029 w 299411"/>
                  <a:gd name="connsiteY0" fmla="*/ 62718 h 166349"/>
                  <a:gd name="connsiteX1" fmla="*/ 56680 w 299411"/>
                  <a:gd name="connsiteY1" fmla="*/ 23846 h 166349"/>
                  <a:gd name="connsiteX2" fmla="*/ 121391 w 299411"/>
                  <a:gd name="connsiteY2" fmla="*/ 32299 h 166349"/>
                  <a:gd name="connsiteX3" fmla="*/ 269858 w 299411"/>
                  <a:gd name="connsiteY3" fmla="*/ 1645 h 166349"/>
                  <a:gd name="connsiteX4" fmla="*/ 298020 w 299411"/>
                  <a:gd name="connsiteY4" fmla="*/ 89046 h 166349"/>
                  <a:gd name="connsiteX5" fmla="*/ 246752 w 299411"/>
                  <a:gd name="connsiteY5" fmla="*/ 155661 h 166349"/>
                  <a:gd name="connsiteX6" fmla="*/ 182947 w 299411"/>
                  <a:gd name="connsiteY6" fmla="*/ 166280 h 166349"/>
                  <a:gd name="connsiteX7" fmla="*/ 100199 w 299411"/>
                  <a:gd name="connsiteY7" fmla="*/ 156823 h 166349"/>
                  <a:gd name="connsiteX8" fmla="*/ 7105 w 299411"/>
                  <a:gd name="connsiteY8" fmla="*/ 126191 h 166349"/>
                  <a:gd name="connsiteX9" fmla="*/ 12029 w 299411"/>
                  <a:gd name="connsiteY9" fmla="*/ 62718 h 166349"/>
                  <a:gd name="connsiteX0" fmla="*/ 12029 w 298043"/>
                  <a:gd name="connsiteY0" fmla="*/ 61535 h 165166"/>
                  <a:gd name="connsiteX1" fmla="*/ 56680 w 298043"/>
                  <a:gd name="connsiteY1" fmla="*/ 22663 h 165166"/>
                  <a:gd name="connsiteX2" fmla="*/ 121391 w 298043"/>
                  <a:gd name="connsiteY2" fmla="*/ 31116 h 165166"/>
                  <a:gd name="connsiteX3" fmla="*/ 269858 w 298043"/>
                  <a:gd name="connsiteY3" fmla="*/ 462 h 165166"/>
                  <a:gd name="connsiteX4" fmla="*/ 253590 w 298043"/>
                  <a:gd name="connsiteY4" fmla="*/ 57857 h 165166"/>
                  <a:gd name="connsiteX5" fmla="*/ 298020 w 298043"/>
                  <a:gd name="connsiteY5" fmla="*/ 87863 h 165166"/>
                  <a:gd name="connsiteX6" fmla="*/ 246752 w 298043"/>
                  <a:gd name="connsiteY6" fmla="*/ 154478 h 165166"/>
                  <a:gd name="connsiteX7" fmla="*/ 182947 w 298043"/>
                  <a:gd name="connsiteY7" fmla="*/ 165097 h 165166"/>
                  <a:gd name="connsiteX8" fmla="*/ 100199 w 298043"/>
                  <a:gd name="connsiteY8" fmla="*/ 155640 h 165166"/>
                  <a:gd name="connsiteX9" fmla="*/ 7105 w 298043"/>
                  <a:gd name="connsiteY9" fmla="*/ 125008 h 165166"/>
                  <a:gd name="connsiteX10" fmla="*/ 12029 w 298043"/>
                  <a:gd name="connsiteY10" fmla="*/ 61535 h 165166"/>
                  <a:gd name="connsiteX0" fmla="*/ 12029 w 285392"/>
                  <a:gd name="connsiteY0" fmla="*/ 61535 h 165166"/>
                  <a:gd name="connsiteX1" fmla="*/ 56680 w 285392"/>
                  <a:gd name="connsiteY1" fmla="*/ 22663 h 165166"/>
                  <a:gd name="connsiteX2" fmla="*/ 121391 w 285392"/>
                  <a:gd name="connsiteY2" fmla="*/ 31116 h 165166"/>
                  <a:gd name="connsiteX3" fmla="*/ 269858 w 285392"/>
                  <a:gd name="connsiteY3" fmla="*/ 462 h 165166"/>
                  <a:gd name="connsiteX4" fmla="*/ 253590 w 285392"/>
                  <a:gd name="connsiteY4" fmla="*/ 57857 h 165166"/>
                  <a:gd name="connsiteX5" fmla="*/ 285359 w 285392"/>
                  <a:gd name="connsiteY5" fmla="*/ 98054 h 165166"/>
                  <a:gd name="connsiteX6" fmla="*/ 246752 w 285392"/>
                  <a:gd name="connsiteY6" fmla="*/ 154478 h 165166"/>
                  <a:gd name="connsiteX7" fmla="*/ 182947 w 285392"/>
                  <a:gd name="connsiteY7" fmla="*/ 165097 h 165166"/>
                  <a:gd name="connsiteX8" fmla="*/ 100199 w 285392"/>
                  <a:gd name="connsiteY8" fmla="*/ 155640 h 165166"/>
                  <a:gd name="connsiteX9" fmla="*/ 7105 w 285392"/>
                  <a:gd name="connsiteY9" fmla="*/ 125008 h 165166"/>
                  <a:gd name="connsiteX10" fmla="*/ 12029 w 285392"/>
                  <a:gd name="connsiteY10" fmla="*/ 61535 h 165166"/>
                  <a:gd name="connsiteX0" fmla="*/ 12029 w 285737"/>
                  <a:gd name="connsiteY0" fmla="*/ 61496 h 165127"/>
                  <a:gd name="connsiteX1" fmla="*/ 56680 w 285737"/>
                  <a:gd name="connsiteY1" fmla="*/ 22624 h 165127"/>
                  <a:gd name="connsiteX2" fmla="*/ 121391 w 285737"/>
                  <a:gd name="connsiteY2" fmla="*/ 31077 h 165127"/>
                  <a:gd name="connsiteX3" fmla="*/ 269858 w 285737"/>
                  <a:gd name="connsiteY3" fmla="*/ 423 h 165127"/>
                  <a:gd name="connsiteX4" fmla="*/ 265916 w 285737"/>
                  <a:gd name="connsiteY4" fmla="*/ 56499 h 165127"/>
                  <a:gd name="connsiteX5" fmla="*/ 285359 w 285737"/>
                  <a:gd name="connsiteY5" fmla="*/ 98015 h 165127"/>
                  <a:gd name="connsiteX6" fmla="*/ 246752 w 285737"/>
                  <a:gd name="connsiteY6" fmla="*/ 154439 h 165127"/>
                  <a:gd name="connsiteX7" fmla="*/ 182947 w 285737"/>
                  <a:gd name="connsiteY7" fmla="*/ 165058 h 165127"/>
                  <a:gd name="connsiteX8" fmla="*/ 100199 w 285737"/>
                  <a:gd name="connsiteY8" fmla="*/ 155601 h 165127"/>
                  <a:gd name="connsiteX9" fmla="*/ 7105 w 285737"/>
                  <a:gd name="connsiteY9" fmla="*/ 124969 h 165127"/>
                  <a:gd name="connsiteX10" fmla="*/ 12029 w 285737"/>
                  <a:gd name="connsiteY10" fmla="*/ 61496 h 165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5737" h="165127">
                    <a:moveTo>
                      <a:pt x="12029" y="61496"/>
                    </a:moveTo>
                    <a:cubicBezTo>
                      <a:pt x="20292" y="44439"/>
                      <a:pt x="21303" y="32372"/>
                      <a:pt x="56680" y="22624"/>
                    </a:cubicBezTo>
                    <a:cubicBezTo>
                      <a:pt x="74254" y="14788"/>
                      <a:pt x="84941" y="37057"/>
                      <a:pt x="121391" y="31077"/>
                    </a:cubicBezTo>
                    <a:cubicBezTo>
                      <a:pt x="157841" y="25097"/>
                      <a:pt x="245770" y="-3814"/>
                      <a:pt x="269858" y="423"/>
                    </a:cubicBezTo>
                    <a:cubicBezTo>
                      <a:pt x="293946" y="4660"/>
                      <a:pt x="261222" y="41932"/>
                      <a:pt x="265916" y="56499"/>
                    </a:cubicBezTo>
                    <a:cubicBezTo>
                      <a:pt x="270610" y="71066"/>
                      <a:pt x="288553" y="81692"/>
                      <a:pt x="285359" y="98015"/>
                    </a:cubicBezTo>
                    <a:cubicBezTo>
                      <a:pt x="282165" y="114338"/>
                      <a:pt x="265931" y="141567"/>
                      <a:pt x="246752" y="154439"/>
                    </a:cubicBezTo>
                    <a:cubicBezTo>
                      <a:pt x="227573" y="167311"/>
                      <a:pt x="207372" y="164864"/>
                      <a:pt x="182947" y="165058"/>
                    </a:cubicBezTo>
                    <a:cubicBezTo>
                      <a:pt x="158522" y="165252"/>
                      <a:pt x="131949" y="151791"/>
                      <a:pt x="100199" y="155601"/>
                    </a:cubicBezTo>
                    <a:cubicBezTo>
                      <a:pt x="68449" y="159411"/>
                      <a:pt x="21800" y="140653"/>
                      <a:pt x="7105" y="124969"/>
                    </a:cubicBezTo>
                    <a:cubicBezTo>
                      <a:pt x="-7590" y="109285"/>
                      <a:pt x="3767" y="78554"/>
                      <a:pt x="12029" y="61496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48" name="Oval 547">
                <a:extLst>
                  <a:ext uri="{FF2B5EF4-FFF2-40B4-BE49-F238E27FC236}">
                    <a16:creationId xmlns:a16="http://schemas.microsoft.com/office/drawing/2014/main" id="{37CAFCA4-C9B8-5B8D-EA8C-B1446EC69904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70C26A8D-3FC6-15B0-F8F5-6E87236D33AB}"/>
                </a:ext>
              </a:extLst>
            </p:cNvPr>
            <p:cNvGrpSpPr/>
            <p:nvPr/>
          </p:nvGrpSpPr>
          <p:grpSpPr>
            <a:xfrm rot="4217289" flipV="1">
              <a:off x="11614487" y="3152575"/>
              <a:ext cx="306468" cy="159961"/>
              <a:chOff x="8184342" y="3489954"/>
              <a:chExt cx="319839" cy="248351"/>
            </a:xfrm>
          </p:grpSpPr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440BDFA6-7C51-F62C-1301-4700AE678D80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839" cy="24835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19839"/>
                  <a:gd name="connsiteY0" fmla="*/ 49921 h 248351"/>
                  <a:gd name="connsiteX1" fmla="*/ 159556 w 319839"/>
                  <a:gd name="connsiteY1" fmla="*/ 7 h 248351"/>
                  <a:gd name="connsiteX2" fmla="*/ 319576 w 319839"/>
                  <a:gd name="connsiteY2" fmla="*/ 53347 h 248351"/>
                  <a:gd name="connsiteX3" fmla="*/ 194157 w 319839"/>
                  <a:gd name="connsiteY3" fmla="*/ 247285 h 248351"/>
                  <a:gd name="connsiteX4" fmla="*/ 75736 w 319839"/>
                  <a:gd name="connsiteY4" fmla="*/ 137167 h 248351"/>
                  <a:gd name="connsiteX5" fmla="*/ 2525 w 319839"/>
                  <a:gd name="connsiteY5" fmla="*/ 85754 h 248351"/>
                  <a:gd name="connsiteX6" fmla="*/ 30502 w 319839"/>
                  <a:gd name="connsiteY6" fmla="*/ 49921 h 248351"/>
                  <a:gd name="connsiteX0" fmla="*/ 30502 w 319839"/>
                  <a:gd name="connsiteY0" fmla="*/ 49921 h 248351"/>
                  <a:gd name="connsiteX1" fmla="*/ 159556 w 319839"/>
                  <a:gd name="connsiteY1" fmla="*/ 7 h 248351"/>
                  <a:gd name="connsiteX2" fmla="*/ 319576 w 319839"/>
                  <a:gd name="connsiteY2" fmla="*/ 53347 h 248351"/>
                  <a:gd name="connsiteX3" fmla="*/ 194157 w 319839"/>
                  <a:gd name="connsiteY3" fmla="*/ 247285 h 248351"/>
                  <a:gd name="connsiteX4" fmla="*/ 75736 w 319839"/>
                  <a:gd name="connsiteY4" fmla="*/ 137168 h 248351"/>
                  <a:gd name="connsiteX5" fmla="*/ 2525 w 319839"/>
                  <a:gd name="connsiteY5" fmla="*/ 85754 h 248351"/>
                  <a:gd name="connsiteX6" fmla="*/ 30502 w 319839"/>
                  <a:gd name="connsiteY6" fmla="*/ 49921 h 248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839" h="24835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3809" y="12134"/>
                      <a:pt x="319576" y="53347"/>
                    </a:cubicBezTo>
                    <a:cubicBezTo>
                      <a:pt x="325343" y="94560"/>
                      <a:pt x="234797" y="233315"/>
                      <a:pt x="194157" y="247285"/>
                    </a:cubicBezTo>
                    <a:cubicBezTo>
                      <a:pt x="153517" y="261255"/>
                      <a:pt x="107486" y="133358"/>
                      <a:pt x="75736" y="137168"/>
                    </a:cubicBezTo>
                    <a:cubicBezTo>
                      <a:pt x="43986" y="140978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F228E9C3-6266-98D3-CCDD-FD5462022FD7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55" name="Group 554">
              <a:extLst>
                <a:ext uri="{FF2B5EF4-FFF2-40B4-BE49-F238E27FC236}">
                  <a16:creationId xmlns:a16="http://schemas.microsoft.com/office/drawing/2014/main" id="{57515607-8F1C-C4A9-AB1A-9E5617368CF8}"/>
                </a:ext>
              </a:extLst>
            </p:cNvPr>
            <p:cNvGrpSpPr/>
            <p:nvPr/>
          </p:nvGrpSpPr>
          <p:grpSpPr>
            <a:xfrm rot="5711465">
              <a:off x="11911926" y="2916673"/>
              <a:ext cx="331771" cy="156413"/>
              <a:chOff x="8156986" y="3509744"/>
              <a:chExt cx="337090" cy="145312"/>
            </a:xfrm>
          </p:grpSpPr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0D1FDFAD-67C9-EE61-EF4E-B39896D6AF70}"/>
                  </a:ext>
                </a:extLst>
              </p:cNvPr>
              <p:cNvSpPr/>
              <p:nvPr/>
            </p:nvSpPr>
            <p:spPr>
              <a:xfrm>
                <a:off x="8156986" y="3509744"/>
                <a:ext cx="337090" cy="145312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21024"/>
                  <a:gd name="connsiteY0" fmla="*/ 49921 h 138206"/>
                  <a:gd name="connsiteX1" fmla="*/ 159556 w 321024"/>
                  <a:gd name="connsiteY1" fmla="*/ 7 h 138206"/>
                  <a:gd name="connsiteX2" fmla="*/ 319576 w 321024"/>
                  <a:gd name="connsiteY2" fmla="*/ 53347 h 138206"/>
                  <a:gd name="connsiteX3" fmla="*/ 235521 w 321024"/>
                  <a:gd name="connsiteY3" fmla="*/ 129700 h 138206"/>
                  <a:gd name="connsiteX4" fmla="*/ 182416 w 321024"/>
                  <a:gd name="connsiteY4" fmla="*/ 137167 h 138206"/>
                  <a:gd name="connsiteX5" fmla="*/ 75736 w 321024"/>
                  <a:gd name="connsiteY5" fmla="*/ 137167 h 138206"/>
                  <a:gd name="connsiteX6" fmla="*/ 2525 w 321024"/>
                  <a:gd name="connsiteY6" fmla="*/ 85754 h 138206"/>
                  <a:gd name="connsiteX7" fmla="*/ 30502 w 321024"/>
                  <a:gd name="connsiteY7" fmla="*/ 49921 h 138206"/>
                  <a:gd name="connsiteX0" fmla="*/ 30502 w 322315"/>
                  <a:gd name="connsiteY0" fmla="*/ 50056 h 138341"/>
                  <a:gd name="connsiteX1" fmla="*/ 159556 w 322315"/>
                  <a:gd name="connsiteY1" fmla="*/ 142 h 138341"/>
                  <a:gd name="connsiteX2" fmla="*/ 320889 w 322315"/>
                  <a:gd name="connsiteY2" fmla="*/ 66701 h 138341"/>
                  <a:gd name="connsiteX3" fmla="*/ 235521 w 322315"/>
                  <a:gd name="connsiteY3" fmla="*/ 129835 h 138341"/>
                  <a:gd name="connsiteX4" fmla="*/ 182416 w 322315"/>
                  <a:gd name="connsiteY4" fmla="*/ 137302 h 138341"/>
                  <a:gd name="connsiteX5" fmla="*/ 75736 w 322315"/>
                  <a:gd name="connsiteY5" fmla="*/ 137302 h 138341"/>
                  <a:gd name="connsiteX6" fmla="*/ 2525 w 322315"/>
                  <a:gd name="connsiteY6" fmla="*/ 85889 h 138341"/>
                  <a:gd name="connsiteX7" fmla="*/ 30502 w 322315"/>
                  <a:gd name="connsiteY7" fmla="*/ 50056 h 138341"/>
                  <a:gd name="connsiteX0" fmla="*/ 30502 w 322315"/>
                  <a:gd name="connsiteY0" fmla="*/ 50056 h 138341"/>
                  <a:gd name="connsiteX1" fmla="*/ 159556 w 322315"/>
                  <a:gd name="connsiteY1" fmla="*/ 142 h 138341"/>
                  <a:gd name="connsiteX2" fmla="*/ 320889 w 322315"/>
                  <a:gd name="connsiteY2" fmla="*/ 66701 h 138341"/>
                  <a:gd name="connsiteX3" fmla="*/ 235521 w 322315"/>
                  <a:gd name="connsiteY3" fmla="*/ 129835 h 138341"/>
                  <a:gd name="connsiteX4" fmla="*/ 182416 w 322315"/>
                  <a:gd name="connsiteY4" fmla="*/ 137302 h 138341"/>
                  <a:gd name="connsiteX5" fmla="*/ 75736 w 322315"/>
                  <a:gd name="connsiteY5" fmla="*/ 137302 h 138341"/>
                  <a:gd name="connsiteX6" fmla="*/ 2525 w 322315"/>
                  <a:gd name="connsiteY6" fmla="*/ 85889 h 138341"/>
                  <a:gd name="connsiteX7" fmla="*/ 30502 w 322315"/>
                  <a:gd name="connsiteY7" fmla="*/ 50056 h 138341"/>
                  <a:gd name="connsiteX0" fmla="*/ 30502 w 325329"/>
                  <a:gd name="connsiteY0" fmla="*/ 50867 h 139152"/>
                  <a:gd name="connsiteX1" fmla="*/ 159556 w 325329"/>
                  <a:gd name="connsiteY1" fmla="*/ 953 h 139152"/>
                  <a:gd name="connsiteX2" fmla="*/ 323953 w 325329"/>
                  <a:gd name="connsiteY2" fmla="*/ 98356 h 139152"/>
                  <a:gd name="connsiteX3" fmla="*/ 235521 w 325329"/>
                  <a:gd name="connsiteY3" fmla="*/ 130646 h 139152"/>
                  <a:gd name="connsiteX4" fmla="*/ 182416 w 325329"/>
                  <a:gd name="connsiteY4" fmla="*/ 138113 h 139152"/>
                  <a:gd name="connsiteX5" fmla="*/ 75736 w 325329"/>
                  <a:gd name="connsiteY5" fmla="*/ 138113 h 139152"/>
                  <a:gd name="connsiteX6" fmla="*/ 2525 w 325329"/>
                  <a:gd name="connsiteY6" fmla="*/ 86700 h 139152"/>
                  <a:gd name="connsiteX7" fmla="*/ 30502 w 325329"/>
                  <a:gd name="connsiteY7" fmla="*/ 50867 h 139152"/>
                  <a:gd name="connsiteX0" fmla="*/ 30502 w 324888"/>
                  <a:gd name="connsiteY0" fmla="*/ 50181 h 138466"/>
                  <a:gd name="connsiteX1" fmla="*/ 159556 w 324888"/>
                  <a:gd name="connsiteY1" fmla="*/ 267 h 138466"/>
                  <a:gd name="connsiteX2" fmla="*/ 274514 w 324888"/>
                  <a:gd name="connsiteY2" fmla="*/ 33419 h 138466"/>
                  <a:gd name="connsiteX3" fmla="*/ 323953 w 324888"/>
                  <a:gd name="connsiteY3" fmla="*/ 97670 h 138466"/>
                  <a:gd name="connsiteX4" fmla="*/ 235521 w 324888"/>
                  <a:gd name="connsiteY4" fmla="*/ 129960 h 138466"/>
                  <a:gd name="connsiteX5" fmla="*/ 182416 w 324888"/>
                  <a:gd name="connsiteY5" fmla="*/ 137427 h 138466"/>
                  <a:gd name="connsiteX6" fmla="*/ 75736 w 324888"/>
                  <a:gd name="connsiteY6" fmla="*/ 137427 h 138466"/>
                  <a:gd name="connsiteX7" fmla="*/ 2525 w 324888"/>
                  <a:gd name="connsiteY7" fmla="*/ 86014 h 138466"/>
                  <a:gd name="connsiteX8" fmla="*/ 30502 w 324888"/>
                  <a:gd name="connsiteY8" fmla="*/ 50181 h 138466"/>
                  <a:gd name="connsiteX0" fmla="*/ 30314 w 324700"/>
                  <a:gd name="connsiteY0" fmla="*/ 50181 h 138466"/>
                  <a:gd name="connsiteX1" fmla="*/ 159368 w 324700"/>
                  <a:gd name="connsiteY1" fmla="*/ 267 h 138466"/>
                  <a:gd name="connsiteX2" fmla="*/ 274326 w 324700"/>
                  <a:gd name="connsiteY2" fmla="*/ 33419 h 138466"/>
                  <a:gd name="connsiteX3" fmla="*/ 323765 w 324700"/>
                  <a:gd name="connsiteY3" fmla="*/ 97670 h 138466"/>
                  <a:gd name="connsiteX4" fmla="*/ 235333 w 324700"/>
                  <a:gd name="connsiteY4" fmla="*/ 129960 h 138466"/>
                  <a:gd name="connsiteX5" fmla="*/ 182228 w 324700"/>
                  <a:gd name="connsiteY5" fmla="*/ 137427 h 138466"/>
                  <a:gd name="connsiteX6" fmla="*/ 75548 w 324700"/>
                  <a:gd name="connsiteY6" fmla="*/ 137427 h 138466"/>
                  <a:gd name="connsiteX7" fmla="*/ 72740 w 324700"/>
                  <a:gd name="connsiteY7" fmla="*/ 131826 h 138466"/>
                  <a:gd name="connsiteX8" fmla="*/ 2337 w 324700"/>
                  <a:gd name="connsiteY8" fmla="*/ 86014 h 138466"/>
                  <a:gd name="connsiteX9" fmla="*/ 30314 w 324700"/>
                  <a:gd name="connsiteY9" fmla="*/ 50181 h 138466"/>
                  <a:gd name="connsiteX0" fmla="*/ 30786 w 325172"/>
                  <a:gd name="connsiteY0" fmla="*/ 50181 h 138466"/>
                  <a:gd name="connsiteX1" fmla="*/ 159840 w 325172"/>
                  <a:gd name="connsiteY1" fmla="*/ 267 h 138466"/>
                  <a:gd name="connsiteX2" fmla="*/ 274798 w 325172"/>
                  <a:gd name="connsiteY2" fmla="*/ 33419 h 138466"/>
                  <a:gd name="connsiteX3" fmla="*/ 324237 w 325172"/>
                  <a:gd name="connsiteY3" fmla="*/ 97670 h 138466"/>
                  <a:gd name="connsiteX4" fmla="*/ 235805 w 325172"/>
                  <a:gd name="connsiteY4" fmla="*/ 129960 h 138466"/>
                  <a:gd name="connsiteX5" fmla="*/ 182700 w 325172"/>
                  <a:gd name="connsiteY5" fmla="*/ 137427 h 138466"/>
                  <a:gd name="connsiteX6" fmla="*/ 76020 w 325172"/>
                  <a:gd name="connsiteY6" fmla="*/ 137427 h 138466"/>
                  <a:gd name="connsiteX7" fmla="*/ 80223 w 325172"/>
                  <a:gd name="connsiteY7" fmla="*/ 129023 h 138466"/>
                  <a:gd name="connsiteX8" fmla="*/ 2809 w 325172"/>
                  <a:gd name="connsiteY8" fmla="*/ 86014 h 138466"/>
                  <a:gd name="connsiteX9" fmla="*/ 30786 w 325172"/>
                  <a:gd name="connsiteY9" fmla="*/ 50181 h 138466"/>
                  <a:gd name="connsiteX0" fmla="*/ 30786 w 324243"/>
                  <a:gd name="connsiteY0" fmla="*/ 50181 h 157537"/>
                  <a:gd name="connsiteX1" fmla="*/ 159840 w 324243"/>
                  <a:gd name="connsiteY1" fmla="*/ 267 h 157537"/>
                  <a:gd name="connsiteX2" fmla="*/ 274798 w 324243"/>
                  <a:gd name="connsiteY2" fmla="*/ 33419 h 157537"/>
                  <a:gd name="connsiteX3" fmla="*/ 324237 w 324243"/>
                  <a:gd name="connsiteY3" fmla="*/ 97670 h 157537"/>
                  <a:gd name="connsiteX4" fmla="*/ 272165 w 324243"/>
                  <a:gd name="connsiteY4" fmla="*/ 153596 h 157537"/>
                  <a:gd name="connsiteX5" fmla="*/ 182700 w 324243"/>
                  <a:gd name="connsiteY5" fmla="*/ 137427 h 157537"/>
                  <a:gd name="connsiteX6" fmla="*/ 76020 w 324243"/>
                  <a:gd name="connsiteY6" fmla="*/ 137427 h 157537"/>
                  <a:gd name="connsiteX7" fmla="*/ 80223 w 324243"/>
                  <a:gd name="connsiteY7" fmla="*/ 129023 h 157537"/>
                  <a:gd name="connsiteX8" fmla="*/ 2809 w 324243"/>
                  <a:gd name="connsiteY8" fmla="*/ 86014 h 157537"/>
                  <a:gd name="connsiteX9" fmla="*/ 30786 w 324243"/>
                  <a:gd name="connsiteY9" fmla="*/ 50181 h 157537"/>
                  <a:gd name="connsiteX0" fmla="*/ 30786 w 317018"/>
                  <a:gd name="connsiteY0" fmla="*/ 50181 h 157537"/>
                  <a:gd name="connsiteX1" fmla="*/ 159840 w 317018"/>
                  <a:gd name="connsiteY1" fmla="*/ 267 h 157537"/>
                  <a:gd name="connsiteX2" fmla="*/ 274798 w 317018"/>
                  <a:gd name="connsiteY2" fmla="*/ 33419 h 157537"/>
                  <a:gd name="connsiteX3" fmla="*/ 317009 w 317018"/>
                  <a:gd name="connsiteY3" fmla="*/ 98270 h 157537"/>
                  <a:gd name="connsiteX4" fmla="*/ 272165 w 317018"/>
                  <a:gd name="connsiteY4" fmla="*/ 153596 h 157537"/>
                  <a:gd name="connsiteX5" fmla="*/ 182700 w 317018"/>
                  <a:gd name="connsiteY5" fmla="*/ 137427 h 157537"/>
                  <a:gd name="connsiteX6" fmla="*/ 76020 w 317018"/>
                  <a:gd name="connsiteY6" fmla="*/ 137427 h 157537"/>
                  <a:gd name="connsiteX7" fmla="*/ 80223 w 317018"/>
                  <a:gd name="connsiteY7" fmla="*/ 129023 h 157537"/>
                  <a:gd name="connsiteX8" fmla="*/ 2809 w 317018"/>
                  <a:gd name="connsiteY8" fmla="*/ 86014 h 157537"/>
                  <a:gd name="connsiteX9" fmla="*/ 30786 w 317018"/>
                  <a:gd name="connsiteY9" fmla="*/ 50181 h 157537"/>
                  <a:gd name="connsiteX0" fmla="*/ 30786 w 317020"/>
                  <a:gd name="connsiteY0" fmla="*/ 50181 h 165323"/>
                  <a:gd name="connsiteX1" fmla="*/ 159840 w 317020"/>
                  <a:gd name="connsiteY1" fmla="*/ 267 h 165323"/>
                  <a:gd name="connsiteX2" fmla="*/ 274798 w 317020"/>
                  <a:gd name="connsiteY2" fmla="*/ 33419 h 165323"/>
                  <a:gd name="connsiteX3" fmla="*/ 317009 w 317020"/>
                  <a:gd name="connsiteY3" fmla="*/ 98270 h 165323"/>
                  <a:gd name="connsiteX4" fmla="*/ 277860 w 317020"/>
                  <a:gd name="connsiteY4" fmla="*/ 162009 h 165323"/>
                  <a:gd name="connsiteX5" fmla="*/ 182700 w 317020"/>
                  <a:gd name="connsiteY5" fmla="*/ 137427 h 165323"/>
                  <a:gd name="connsiteX6" fmla="*/ 76020 w 317020"/>
                  <a:gd name="connsiteY6" fmla="*/ 137427 h 165323"/>
                  <a:gd name="connsiteX7" fmla="*/ 80223 w 317020"/>
                  <a:gd name="connsiteY7" fmla="*/ 129023 h 165323"/>
                  <a:gd name="connsiteX8" fmla="*/ 2809 w 317020"/>
                  <a:gd name="connsiteY8" fmla="*/ 86014 h 165323"/>
                  <a:gd name="connsiteX9" fmla="*/ 30786 w 317020"/>
                  <a:gd name="connsiteY9" fmla="*/ 50181 h 165323"/>
                  <a:gd name="connsiteX0" fmla="*/ 30786 w 310017"/>
                  <a:gd name="connsiteY0" fmla="*/ 50181 h 165323"/>
                  <a:gd name="connsiteX1" fmla="*/ 159840 w 310017"/>
                  <a:gd name="connsiteY1" fmla="*/ 267 h 165323"/>
                  <a:gd name="connsiteX2" fmla="*/ 274798 w 310017"/>
                  <a:gd name="connsiteY2" fmla="*/ 33419 h 165323"/>
                  <a:gd name="connsiteX3" fmla="*/ 309999 w 310017"/>
                  <a:gd name="connsiteY3" fmla="*/ 101074 h 165323"/>
                  <a:gd name="connsiteX4" fmla="*/ 277860 w 310017"/>
                  <a:gd name="connsiteY4" fmla="*/ 162009 h 165323"/>
                  <a:gd name="connsiteX5" fmla="*/ 182700 w 310017"/>
                  <a:gd name="connsiteY5" fmla="*/ 137427 h 165323"/>
                  <a:gd name="connsiteX6" fmla="*/ 76020 w 310017"/>
                  <a:gd name="connsiteY6" fmla="*/ 137427 h 165323"/>
                  <a:gd name="connsiteX7" fmla="*/ 80223 w 310017"/>
                  <a:gd name="connsiteY7" fmla="*/ 129023 h 165323"/>
                  <a:gd name="connsiteX8" fmla="*/ 2809 w 310017"/>
                  <a:gd name="connsiteY8" fmla="*/ 86014 h 165323"/>
                  <a:gd name="connsiteX9" fmla="*/ 30786 w 310017"/>
                  <a:gd name="connsiteY9" fmla="*/ 50181 h 165323"/>
                  <a:gd name="connsiteX0" fmla="*/ 30503 w 309734"/>
                  <a:gd name="connsiteY0" fmla="*/ 50181 h 165323"/>
                  <a:gd name="connsiteX1" fmla="*/ 159557 w 309734"/>
                  <a:gd name="connsiteY1" fmla="*/ 267 h 165323"/>
                  <a:gd name="connsiteX2" fmla="*/ 274515 w 309734"/>
                  <a:gd name="connsiteY2" fmla="*/ 33419 h 165323"/>
                  <a:gd name="connsiteX3" fmla="*/ 309716 w 309734"/>
                  <a:gd name="connsiteY3" fmla="*/ 101074 h 165323"/>
                  <a:gd name="connsiteX4" fmla="*/ 277577 w 309734"/>
                  <a:gd name="connsiteY4" fmla="*/ 162009 h 165323"/>
                  <a:gd name="connsiteX5" fmla="*/ 182417 w 309734"/>
                  <a:gd name="connsiteY5" fmla="*/ 137427 h 165323"/>
                  <a:gd name="connsiteX6" fmla="*/ 75737 w 309734"/>
                  <a:gd name="connsiteY6" fmla="*/ 137427 h 165323"/>
                  <a:gd name="connsiteX7" fmla="*/ 2526 w 309734"/>
                  <a:gd name="connsiteY7" fmla="*/ 86014 h 165323"/>
                  <a:gd name="connsiteX8" fmla="*/ 30503 w 309734"/>
                  <a:gd name="connsiteY8" fmla="*/ 50181 h 165323"/>
                  <a:gd name="connsiteX0" fmla="*/ 31642 w 310873"/>
                  <a:gd name="connsiteY0" fmla="*/ 50181 h 165365"/>
                  <a:gd name="connsiteX1" fmla="*/ 160696 w 310873"/>
                  <a:gd name="connsiteY1" fmla="*/ 267 h 165365"/>
                  <a:gd name="connsiteX2" fmla="*/ 275654 w 310873"/>
                  <a:gd name="connsiteY2" fmla="*/ 33419 h 165365"/>
                  <a:gd name="connsiteX3" fmla="*/ 310855 w 310873"/>
                  <a:gd name="connsiteY3" fmla="*/ 101074 h 165365"/>
                  <a:gd name="connsiteX4" fmla="*/ 278716 w 310873"/>
                  <a:gd name="connsiteY4" fmla="*/ 162009 h 165365"/>
                  <a:gd name="connsiteX5" fmla="*/ 183556 w 310873"/>
                  <a:gd name="connsiteY5" fmla="*/ 137427 h 165365"/>
                  <a:gd name="connsiteX6" fmla="*/ 93524 w 310873"/>
                  <a:gd name="connsiteY6" fmla="*/ 133824 h 165365"/>
                  <a:gd name="connsiteX7" fmla="*/ 3665 w 310873"/>
                  <a:gd name="connsiteY7" fmla="*/ 86014 h 165365"/>
                  <a:gd name="connsiteX8" fmla="*/ 31642 w 310873"/>
                  <a:gd name="connsiteY8" fmla="*/ 50181 h 165365"/>
                  <a:gd name="connsiteX0" fmla="*/ 58257 w 337488"/>
                  <a:gd name="connsiteY0" fmla="*/ 50181 h 165365"/>
                  <a:gd name="connsiteX1" fmla="*/ 187311 w 337488"/>
                  <a:gd name="connsiteY1" fmla="*/ 267 h 165365"/>
                  <a:gd name="connsiteX2" fmla="*/ 302269 w 337488"/>
                  <a:gd name="connsiteY2" fmla="*/ 33419 h 165365"/>
                  <a:gd name="connsiteX3" fmla="*/ 337470 w 337488"/>
                  <a:gd name="connsiteY3" fmla="*/ 101074 h 165365"/>
                  <a:gd name="connsiteX4" fmla="*/ 305331 w 337488"/>
                  <a:gd name="connsiteY4" fmla="*/ 162009 h 165365"/>
                  <a:gd name="connsiteX5" fmla="*/ 210171 w 337488"/>
                  <a:gd name="connsiteY5" fmla="*/ 137427 h 165365"/>
                  <a:gd name="connsiteX6" fmla="*/ 120139 w 337488"/>
                  <a:gd name="connsiteY6" fmla="*/ 133824 h 165365"/>
                  <a:gd name="connsiteX7" fmla="*/ 1807 w 337488"/>
                  <a:gd name="connsiteY7" fmla="*/ 43951 h 165365"/>
                  <a:gd name="connsiteX8" fmla="*/ 58257 w 337488"/>
                  <a:gd name="connsiteY8" fmla="*/ 50181 h 165365"/>
                  <a:gd name="connsiteX0" fmla="*/ 63109 w 337082"/>
                  <a:gd name="connsiteY0" fmla="*/ 29497 h 165111"/>
                  <a:gd name="connsiteX1" fmla="*/ 186905 w 337082"/>
                  <a:gd name="connsiteY1" fmla="*/ 13 h 165111"/>
                  <a:gd name="connsiteX2" fmla="*/ 301863 w 337082"/>
                  <a:gd name="connsiteY2" fmla="*/ 33165 h 165111"/>
                  <a:gd name="connsiteX3" fmla="*/ 337064 w 337082"/>
                  <a:gd name="connsiteY3" fmla="*/ 100820 h 165111"/>
                  <a:gd name="connsiteX4" fmla="*/ 304925 w 337082"/>
                  <a:gd name="connsiteY4" fmla="*/ 161755 h 165111"/>
                  <a:gd name="connsiteX5" fmla="*/ 209765 w 337082"/>
                  <a:gd name="connsiteY5" fmla="*/ 137173 h 165111"/>
                  <a:gd name="connsiteX6" fmla="*/ 119733 w 337082"/>
                  <a:gd name="connsiteY6" fmla="*/ 133570 h 165111"/>
                  <a:gd name="connsiteX7" fmla="*/ 1401 w 337082"/>
                  <a:gd name="connsiteY7" fmla="*/ 43697 h 165111"/>
                  <a:gd name="connsiteX8" fmla="*/ 63109 w 337082"/>
                  <a:gd name="connsiteY8" fmla="*/ 29497 h 165111"/>
                  <a:gd name="connsiteX0" fmla="*/ 63109 w 337082"/>
                  <a:gd name="connsiteY0" fmla="*/ 29497 h 165111"/>
                  <a:gd name="connsiteX1" fmla="*/ 186905 w 337082"/>
                  <a:gd name="connsiteY1" fmla="*/ 13 h 165111"/>
                  <a:gd name="connsiteX2" fmla="*/ 301863 w 337082"/>
                  <a:gd name="connsiteY2" fmla="*/ 33165 h 165111"/>
                  <a:gd name="connsiteX3" fmla="*/ 337064 w 337082"/>
                  <a:gd name="connsiteY3" fmla="*/ 100820 h 165111"/>
                  <a:gd name="connsiteX4" fmla="*/ 304925 w 337082"/>
                  <a:gd name="connsiteY4" fmla="*/ 161755 h 165111"/>
                  <a:gd name="connsiteX5" fmla="*/ 209765 w 337082"/>
                  <a:gd name="connsiteY5" fmla="*/ 137173 h 165111"/>
                  <a:gd name="connsiteX6" fmla="*/ 119733 w 337082"/>
                  <a:gd name="connsiteY6" fmla="*/ 133570 h 165111"/>
                  <a:gd name="connsiteX7" fmla="*/ 1401 w 337082"/>
                  <a:gd name="connsiteY7" fmla="*/ 43697 h 165111"/>
                  <a:gd name="connsiteX8" fmla="*/ 63109 w 337082"/>
                  <a:gd name="connsiteY8" fmla="*/ 29497 h 165111"/>
                  <a:gd name="connsiteX0" fmla="*/ 63117 w 337090"/>
                  <a:gd name="connsiteY0" fmla="*/ 9698 h 145312"/>
                  <a:gd name="connsiteX1" fmla="*/ 188883 w 337090"/>
                  <a:gd name="connsiteY1" fmla="*/ 42 h 145312"/>
                  <a:gd name="connsiteX2" fmla="*/ 301871 w 337090"/>
                  <a:gd name="connsiteY2" fmla="*/ 13366 h 145312"/>
                  <a:gd name="connsiteX3" fmla="*/ 337072 w 337090"/>
                  <a:gd name="connsiteY3" fmla="*/ 81021 h 145312"/>
                  <a:gd name="connsiteX4" fmla="*/ 304933 w 337090"/>
                  <a:gd name="connsiteY4" fmla="*/ 141956 h 145312"/>
                  <a:gd name="connsiteX5" fmla="*/ 209773 w 337090"/>
                  <a:gd name="connsiteY5" fmla="*/ 117374 h 145312"/>
                  <a:gd name="connsiteX6" fmla="*/ 119741 w 337090"/>
                  <a:gd name="connsiteY6" fmla="*/ 113771 h 145312"/>
                  <a:gd name="connsiteX7" fmla="*/ 1409 w 337090"/>
                  <a:gd name="connsiteY7" fmla="*/ 23898 h 145312"/>
                  <a:gd name="connsiteX8" fmla="*/ 63117 w 337090"/>
                  <a:gd name="connsiteY8" fmla="*/ 9698 h 145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7090" h="145312">
                    <a:moveTo>
                      <a:pt x="63117" y="9698"/>
                    </a:moveTo>
                    <a:cubicBezTo>
                      <a:pt x="94363" y="5722"/>
                      <a:pt x="149091" y="-569"/>
                      <a:pt x="188883" y="42"/>
                    </a:cubicBezTo>
                    <a:cubicBezTo>
                      <a:pt x="228675" y="653"/>
                      <a:pt x="274472" y="-2868"/>
                      <a:pt x="301871" y="13366"/>
                    </a:cubicBezTo>
                    <a:cubicBezTo>
                      <a:pt x="329270" y="29600"/>
                      <a:pt x="336562" y="59589"/>
                      <a:pt x="337072" y="81021"/>
                    </a:cubicBezTo>
                    <a:cubicBezTo>
                      <a:pt x="337582" y="102453"/>
                      <a:pt x="327793" y="127986"/>
                      <a:pt x="304933" y="141956"/>
                    </a:cubicBezTo>
                    <a:cubicBezTo>
                      <a:pt x="282073" y="155926"/>
                      <a:pt x="240638" y="122072"/>
                      <a:pt x="209773" y="117374"/>
                    </a:cubicBezTo>
                    <a:cubicBezTo>
                      <a:pt x="178908" y="112677"/>
                      <a:pt x="149723" y="122340"/>
                      <a:pt x="119741" y="113771"/>
                    </a:cubicBezTo>
                    <a:cubicBezTo>
                      <a:pt x="89759" y="105202"/>
                      <a:pt x="10846" y="41244"/>
                      <a:pt x="1409" y="23898"/>
                    </a:cubicBezTo>
                    <a:cubicBezTo>
                      <a:pt x="-8028" y="6553"/>
                      <a:pt x="31871" y="13674"/>
                      <a:pt x="63117" y="9698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7" name="Oval 556">
                <a:extLst>
                  <a:ext uri="{FF2B5EF4-FFF2-40B4-BE49-F238E27FC236}">
                    <a16:creationId xmlns:a16="http://schemas.microsoft.com/office/drawing/2014/main" id="{8C071EC2-5E8F-0F24-C381-3CB6DD81C0C3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58" name="Group 557">
              <a:extLst>
                <a:ext uri="{FF2B5EF4-FFF2-40B4-BE49-F238E27FC236}">
                  <a16:creationId xmlns:a16="http://schemas.microsoft.com/office/drawing/2014/main" id="{2147F39D-FC51-87E0-27AC-94195EE3B1A9}"/>
                </a:ext>
              </a:extLst>
            </p:cNvPr>
            <p:cNvGrpSpPr/>
            <p:nvPr/>
          </p:nvGrpSpPr>
          <p:grpSpPr>
            <a:xfrm rot="6641988">
              <a:off x="11801121" y="3219484"/>
              <a:ext cx="311000" cy="206062"/>
              <a:chOff x="8184342" y="3489954"/>
              <a:chExt cx="319681" cy="142611"/>
            </a:xfrm>
          </p:grpSpPr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F0499F58-C072-5592-E592-36C1E38B2231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0" name="Oval 559">
                <a:extLst>
                  <a:ext uri="{FF2B5EF4-FFF2-40B4-BE49-F238E27FC236}">
                    <a16:creationId xmlns:a16="http://schemas.microsoft.com/office/drawing/2014/main" id="{06435374-8CA5-421B-E3E0-54316B731061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61" name="Group 560">
              <a:extLst>
                <a:ext uri="{FF2B5EF4-FFF2-40B4-BE49-F238E27FC236}">
                  <a16:creationId xmlns:a16="http://schemas.microsoft.com/office/drawing/2014/main" id="{261A2567-DACF-15C0-ABA0-AE8E5EA74B4C}"/>
                </a:ext>
              </a:extLst>
            </p:cNvPr>
            <p:cNvGrpSpPr/>
            <p:nvPr/>
          </p:nvGrpSpPr>
          <p:grpSpPr>
            <a:xfrm rot="3987169">
              <a:off x="11591274" y="3377649"/>
              <a:ext cx="242142" cy="65785"/>
              <a:chOff x="8184342" y="3489954"/>
              <a:chExt cx="319681" cy="142611"/>
            </a:xfrm>
          </p:grpSpPr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F8410001-74EA-DAC5-1886-E125C14DC6D4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3" name="Oval 562">
                <a:extLst>
                  <a:ext uri="{FF2B5EF4-FFF2-40B4-BE49-F238E27FC236}">
                    <a16:creationId xmlns:a16="http://schemas.microsoft.com/office/drawing/2014/main" id="{CE405658-A5BB-9D68-C6DB-11F7C6B36517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64" name="Group 563">
              <a:extLst>
                <a:ext uri="{FF2B5EF4-FFF2-40B4-BE49-F238E27FC236}">
                  <a16:creationId xmlns:a16="http://schemas.microsoft.com/office/drawing/2014/main" id="{D8E966DC-12FF-C963-D23F-2A2E4D9BA25F}"/>
                </a:ext>
              </a:extLst>
            </p:cNvPr>
            <p:cNvGrpSpPr/>
            <p:nvPr/>
          </p:nvGrpSpPr>
          <p:grpSpPr>
            <a:xfrm rot="4499701">
              <a:off x="11771188" y="3402275"/>
              <a:ext cx="129651" cy="100217"/>
              <a:chOff x="8184346" y="3462059"/>
              <a:chExt cx="344164" cy="217254"/>
            </a:xfrm>
          </p:grpSpPr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277A1135-3628-5180-6D97-072074EFE230}"/>
                  </a:ext>
                </a:extLst>
              </p:cNvPr>
              <p:cNvSpPr/>
              <p:nvPr/>
            </p:nvSpPr>
            <p:spPr>
              <a:xfrm>
                <a:off x="8184346" y="3462059"/>
                <a:ext cx="344164" cy="217254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22399"/>
                  <a:gd name="connsiteY0" fmla="*/ 49921 h 139234"/>
                  <a:gd name="connsiteX1" fmla="*/ 159556 w 322399"/>
                  <a:gd name="connsiteY1" fmla="*/ 7 h 139234"/>
                  <a:gd name="connsiteX2" fmla="*/ 319576 w 322399"/>
                  <a:gd name="connsiteY2" fmla="*/ 53347 h 139234"/>
                  <a:gd name="connsiteX3" fmla="*/ 256000 w 322399"/>
                  <a:gd name="connsiteY3" fmla="*/ 131393 h 139234"/>
                  <a:gd name="connsiteX4" fmla="*/ 182416 w 322399"/>
                  <a:gd name="connsiteY4" fmla="*/ 137167 h 139234"/>
                  <a:gd name="connsiteX5" fmla="*/ 75736 w 322399"/>
                  <a:gd name="connsiteY5" fmla="*/ 137167 h 139234"/>
                  <a:gd name="connsiteX6" fmla="*/ 2525 w 322399"/>
                  <a:gd name="connsiteY6" fmla="*/ 85754 h 139234"/>
                  <a:gd name="connsiteX7" fmla="*/ 30502 w 322399"/>
                  <a:gd name="connsiteY7" fmla="*/ 49921 h 139234"/>
                  <a:gd name="connsiteX0" fmla="*/ 30502 w 348698"/>
                  <a:gd name="connsiteY0" fmla="*/ 49921 h 188604"/>
                  <a:gd name="connsiteX1" fmla="*/ 159556 w 348698"/>
                  <a:gd name="connsiteY1" fmla="*/ 7 h 188604"/>
                  <a:gd name="connsiteX2" fmla="*/ 319576 w 348698"/>
                  <a:gd name="connsiteY2" fmla="*/ 53347 h 188604"/>
                  <a:gd name="connsiteX3" fmla="*/ 336131 w 348698"/>
                  <a:gd name="connsiteY3" fmla="*/ 186343 h 188604"/>
                  <a:gd name="connsiteX4" fmla="*/ 182416 w 348698"/>
                  <a:gd name="connsiteY4" fmla="*/ 137167 h 188604"/>
                  <a:gd name="connsiteX5" fmla="*/ 75736 w 348698"/>
                  <a:gd name="connsiteY5" fmla="*/ 137167 h 188604"/>
                  <a:gd name="connsiteX6" fmla="*/ 2525 w 348698"/>
                  <a:gd name="connsiteY6" fmla="*/ 85754 h 188604"/>
                  <a:gd name="connsiteX7" fmla="*/ 30502 w 348698"/>
                  <a:gd name="connsiteY7" fmla="*/ 49921 h 188604"/>
                  <a:gd name="connsiteX0" fmla="*/ 30502 w 344812"/>
                  <a:gd name="connsiteY0" fmla="*/ 52104 h 190787"/>
                  <a:gd name="connsiteX1" fmla="*/ 159556 w 344812"/>
                  <a:gd name="connsiteY1" fmla="*/ 2190 h 190787"/>
                  <a:gd name="connsiteX2" fmla="*/ 269222 w 344812"/>
                  <a:gd name="connsiteY2" fmla="*/ 13551 h 190787"/>
                  <a:gd name="connsiteX3" fmla="*/ 319576 w 344812"/>
                  <a:gd name="connsiteY3" fmla="*/ 55530 h 190787"/>
                  <a:gd name="connsiteX4" fmla="*/ 336131 w 344812"/>
                  <a:gd name="connsiteY4" fmla="*/ 188526 h 190787"/>
                  <a:gd name="connsiteX5" fmla="*/ 182416 w 344812"/>
                  <a:gd name="connsiteY5" fmla="*/ 139350 h 190787"/>
                  <a:gd name="connsiteX6" fmla="*/ 75736 w 344812"/>
                  <a:gd name="connsiteY6" fmla="*/ 139350 h 190787"/>
                  <a:gd name="connsiteX7" fmla="*/ 2525 w 344812"/>
                  <a:gd name="connsiteY7" fmla="*/ 87937 h 190787"/>
                  <a:gd name="connsiteX8" fmla="*/ 30502 w 344812"/>
                  <a:gd name="connsiteY8" fmla="*/ 52104 h 190787"/>
                  <a:gd name="connsiteX0" fmla="*/ 30502 w 344679"/>
                  <a:gd name="connsiteY0" fmla="*/ 58653 h 197336"/>
                  <a:gd name="connsiteX1" fmla="*/ 159556 w 344679"/>
                  <a:gd name="connsiteY1" fmla="*/ 8739 h 197336"/>
                  <a:gd name="connsiteX2" fmla="*/ 274129 w 344679"/>
                  <a:gd name="connsiteY2" fmla="*/ 5143 h 197336"/>
                  <a:gd name="connsiteX3" fmla="*/ 319576 w 344679"/>
                  <a:gd name="connsiteY3" fmla="*/ 62079 h 197336"/>
                  <a:gd name="connsiteX4" fmla="*/ 336131 w 344679"/>
                  <a:gd name="connsiteY4" fmla="*/ 195075 h 197336"/>
                  <a:gd name="connsiteX5" fmla="*/ 182416 w 344679"/>
                  <a:gd name="connsiteY5" fmla="*/ 145899 h 197336"/>
                  <a:gd name="connsiteX6" fmla="*/ 75736 w 344679"/>
                  <a:gd name="connsiteY6" fmla="*/ 145899 h 197336"/>
                  <a:gd name="connsiteX7" fmla="*/ 2525 w 344679"/>
                  <a:gd name="connsiteY7" fmla="*/ 94486 h 197336"/>
                  <a:gd name="connsiteX8" fmla="*/ 30502 w 344679"/>
                  <a:gd name="connsiteY8" fmla="*/ 58653 h 197336"/>
                  <a:gd name="connsiteX0" fmla="*/ 30502 w 344164"/>
                  <a:gd name="connsiteY0" fmla="*/ 77819 h 216502"/>
                  <a:gd name="connsiteX1" fmla="*/ 159556 w 344164"/>
                  <a:gd name="connsiteY1" fmla="*/ 27905 h 216502"/>
                  <a:gd name="connsiteX2" fmla="*/ 294525 w 344164"/>
                  <a:gd name="connsiteY2" fmla="*/ 2051 h 216502"/>
                  <a:gd name="connsiteX3" fmla="*/ 319576 w 344164"/>
                  <a:gd name="connsiteY3" fmla="*/ 81245 h 216502"/>
                  <a:gd name="connsiteX4" fmla="*/ 336131 w 344164"/>
                  <a:gd name="connsiteY4" fmla="*/ 214241 h 216502"/>
                  <a:gd name="connsiteX5" fmla="*/ 182416 w 344164"/>
                  <a:gd name="connsiteY5" fmla="*/ 165065 h 216502"/>
                  <a:gd name="connsiteX6" fmla="*/ 75736 w 344164"/>
                  <a:gd name="connsiteY6" fmla="*/ 165065 h 216502"/>
                  <a:gd name="connsiteX7" fmla="*/ 2525 w 344164"/>
                  <a:gd name="connsiteY7" fmla="*/ 113652 h 216502"/>
                  <a:gd name="connsiteX8" fmla="*/ 30502 w 344164"/>
                  <a:gd name="connsiteY8" fmla="*/ 77819 h 216502"/>
                  <a:gd name="connsiteX0" fmla="*/ 30502 w 344164"/>
                  <a:gd name="connsiteY0" fmla="*/ 77819 h 217254"/>
                  <a:gd name="connsiteX1" fmla="*/ 159556 w 344164"/>
                  <a:gd name="connsiteY1" fmla="*/ 27905 h 217254"/>
                  <a:gd name="connsiteX2" fmla="*/ 294525 w 344164"/>
                  <a:gd name="connsiteY2" fmla="*/ 2051 h 217254"/>
                  <a:gd name="connsiteX3" fmla="*/ 319576 w 344164"/>
                  <a:gd name="connsiteY3" fmla="*/ 81245 h 217254"/>
                  <a:gd name="connsiteX4" fmla="*/ 336131 w 344164"/>
                  <a:gd name="connsiteY4" fmla="*/ 214241 h 217254"/>
                  <a:gd name="connsiteX5" fmla="*/ 183610 w 344164"/>
                  <a:gd name="connsiteY5" fmla="*/ 181361 h 217254"/>
                  <a:gd name="connsiteX6" fmla="*/ 75736 w 344164"/>
                  <a:gd name="connsiteY6" fmla="*/ 165065 h 217254"/>
                  <a:gd name="connsiteX7" fmla="*/ 2525 w 344164"/>
                  <a:gd name="connsiteY7" fmla="*/ 113652 h 217254"/>
                  <a:gd name="connsiteX8" fmla="*/ 30502 w 344164"/>
                  <a:gd name="connsiteY8" fmla="*/ 77819 h 217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4164" h="217254">
                    <a:moveTo>
                      <a:pt x="30502" y="77819"/>
                    </a:moveTo>
                    <a:cubicBezTo>
                      <a:pt x="56674" y="63528"/>
                      <a:pt x="115552" y="40533"/>
                      <a:pt x="159556" y="27905"/>
                    </a:cubicBezTo>
                    <a:cubicBezTo>
                      <a:pt x="203560" y="15277"/>
                      <a:pt x="267855" y="-6839"/>
                      <a:pt x="294525" y="2051"/>
                    </a:cubicBezTo>
                    <a:cubicBezTo>
                      <a:pt x="321195" y="10941"/>
                      <a:pt x="312642" y="45880"/>
                      <a:pt x="319576" y="81245"/>
                    </a:cubicBezTo>
                    <a:cubicBezTo>
                      <a:pt x="326510" y="116610"/>
                      <a:pt x="358991" y="200271"/>
                      <a:pt x="336131" y="214241"/>
                    </a:cubicBezTo>
                    <a:cubicBezTo>
                      <a:pt x="313271" y="228211"/>
                      <a:pt x="227009" y="189557"/>
                      <a:pt x="183610" y="181361"/>
                    </a:cubicBezTo>
                    <a:cubicBezTo>
                      <a:pt x="140211" y="173165"/>
                      <a:pt x="107486" y="161255"/>
                      <a:pt x="75736" y="165065"/>
                    </a:cubicBezTo>
                    <a:cubicBezTo>
                      <a:pt x="43986" y="168875"/>
                      <a:pt x="10064" y="128193"/>
                      <a:pt x="2525" y="113652"/>
                    </a:cubicBezTo>
                    <a:cubicBezTo>
                      <a:pt x="-5014" y="99111"/>
                      <a:pt x="4330" y="92110"/>
                      <a:pt x="30502" y="77819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6" name="Oval 565">
                <a:extLst>
                  <a:ext uri="{FF2B5EF4-FFF2-40B4-BE49-F238E27FC236}">
                    <a16:creationId xmlns:a16="http://schemas.microsoft.com/office/drawing/2014/main" id="{26AF5879-9D1B-B943-BEE8-B4A4107F8984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67" name="Group 566">
              <a:extLst>
                <a:ext uri="{FF2B5EF4-FFF2-40B4-BE49-F238E27FC236}">
                  <a16:creationId xmlns:a16="http://schemas.microsoft.com/office/drawing/2014/main" id="{C9437C14-6BA0-4C92-5EA9-4D963223365D}"/>
                </a:ext>
              </a:extLst>
            </p:cNvPr>
            <p:cNvGrpSpPr/>
            <p:nvPr/>
          </p:nvGrpSpPr>
          <p:grpSpPr>
            <a:xfrm rot="3766766">
              <a:off x="12041724" y="3202240"/>
              <a:ext cx="141606" cy="90213"/>
              <a:chOff x="8184342" y="3489954"/>
              <a:chExt cx="319681" cy="142611"/>
            </a:xfrm>
          </p:grpSpPr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ADE95345-818C-82A3-DDFC-C658A09E1330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9" name="Oval 568">
                <a:extLst>
                  <a:ext uri="{FF2B5EF4-FFF2-40B4-BE49-F238E27FC236}">
                    <a16:creationId xmlns:a16="http://schemas.microsoft.com/office/drawing/2014/main" id="{BD05EA5D-F707-73ED-FAF1-E9CF17BA6405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70" name="Group 569">
              <a:extLst>
                <a:ext uri="{FF2B5EF4-FFF2-40B4-BE49-F238E27FC236}">
                  <a16:creationId xmlns:a16="http://schemas.microsoft.com/office/drawing/2014/main" id="{BD5117A9-6537-D5C0-8758-3F325AFECC2B}"/>
                </a:ext>
              </a:extLst>
            </p:cNvPr>
            <p:cNvGrpSpPr/>
            <p:nvPr/>
          </p:nvGrpSpPr>
          <p:grpSpPr>
            <a:xfrm rot="6257598">
              <a:off x="11408755" y="3611012"/>
              <a:ext cx="304844" cy="189065"/>
              <a:chOff x="8190662" y="3489951"/>
              <a:chExt cx="313353" cy="143828"/>
            </a:xfrm>
          </p:grpSpPr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E6C8882F-D16D-5B77-F886-98B42476FB62}"/>
                  </a:ext>
                </a:extLst>
              </p:cNvPr>
              <p:cNvSpPr/>
              <p:nvPr/>
            </p:nvSpPr>
            <p:spPr>
              <a:xfrm>
                <a:off x="8190668" y="3489948"/>
                <a:ext cx="313353" cy="143828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359 w 319538"/>
                  <a:gd name="connsiteY0" fmla="*/ 49921 h 143822"/>
                  <a:gd name="connsiteX1" fmla="*/ 159413 w 319538"/>
                  <a:gd name="connsiteY1" fmla="*/ 7 h 143822"/>
                  <a:gd name="connsiteX2" fmla="*/ 319433 w 319538"/>
                  <a:gd name="connsiteY2" fmla="*/ 53347 h 143822"/>
                  <a:gd name="connsiteX3" fmla="*/ 182273 w 319538"/>
                  <a:gd name="connsiteY3" fmla="*/ 137167 h 143822"/>
                  <a:gd name="connsiteX4" fmla="*/ 75593 w 319538"/>
                  <a:gd name="connsiteY4" fmla="*/ 137167 h 143822"/>
                  <a:gd name="connsiteX5" fmla="*/ 9806 w 319538"/>
                  <a:gd name="connsiteY5" fmla="*/ 134586 h 143822"/>
                  <a:gd name="connsiteX6" fmla="*/ 2382 w 319538"/>
                  <a:gd name="connsiteY6" fmla="*/ 85754 h 143822"/>
                  <a:gd name="connsiteX7" fmla="*/ 30359 w 319538"/>
                  <a:gd name="connsiteY7" fmla="*/ 49921 h 143822"/>
                  <a:gd name="connsiteX0" fmla="*/ 24054 w 313233"/>
                  <a:gd name="connsiteY0" fmla="*/ 49921 h 143822"/>
                  <a:gd name="connsiteX1" fmla="*/ 153108 w 313233"/>
                  <a:gd name="connsiteY1" fmla="*/ 7 h 143822"/>
                  <a:gd name="connsiteX2" fmla="*/ 313128 w 313233"/>
                  <a:gd name="connsiteY2" fmla="*/ 53347 h 143822"/>
                  <a:gd name="connsiteX3" fmla="*/ 175968 w 313233"/>
                  <a:gd name="connsiteY3" fmla="*/ 137167 h 143822"/>
                  <a:gd name="connsiteX4" fmla="*/ 69288 w 313233"/>
                  <a:gd name="connsiteY4" fmla="*/ 137167 h 143822"/>
                  <a:gd name="connsiteX5" fmla="*/ 3501 w 313233"/>
                  <a:gd name="connsiteY5" fmla="*/ 134586 h 143822"/>
                  <a:gd name="connsiteX6" fmla="*/ 18074 w 313233"/>
                  <a:gd name="connsiteY6" fmla="*/ 90953 h 143822"/>
                  <a:gd name="connsiteX7" fmla="*/ 24054 w 313233"/>
                  <a:gd name="connsiteY7" fmla="*/ 49921 h 143822"/>
                  <a:gd name="connsiteX0" fmla="*/ 31291 w 313353"/>
                  <a:gd name="connsiteY0" fmla="*/ 48585 h 143828"/>
                  <a:gd name="connsiteX1" fmla="*/ 153228 w 313353"/>
                  <a:gd name="connsiteY1" fmla="*/ 13 h 143828"/>
                  <a:gd name="connsiteX2" fmla="*/ 313248 w 313353"/>
                  <a:gd name="connsiteY2" fmla="*/ 53353 h 143828"/>
                  <a:gd name="connsiteX3" fmla="*/ 176088 w 313353"/>
                  <a:gd name="connsiteY3" fmla="*/ 137173 h 143828"/>
                  <a:gd name="connsiteX4" fmla="*/ 69408 w 313353"/>
                  <a:gd name="connsiteY4" fmla="*/ 137173 h 143828"/>
                  <a:gd name="connsiteX5" fmla="*/ 3621 w 313353"/>
                  <a:gd name="connsiteY5" fmla="*/ 134592 h 143828"/>
                  <a:gd name="connsiteX6" fmla="*/ 18194 w 313353"/>
                  <a:gd name="connsiteY6" fmla="*/ 90959 h 143828"/>
                  <a:gd name="connsiteX7" fmla="*/ 31291 w 313353"/>
                  <a:gd name="connsiteY7" fmla="*/ 48585 h 143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3353" h="143828">
                    <a:moveTo>
                      <a:pt x="31291" y="48585"/>
                    </a:moveTo>
                    <a:cubicBezTo>
                      <a:pt x="53797" y="33427"/>
                      <a:pt x="106235" y="-782"/>
                      <a:pt x="153228" y="13"/>
                    </a:cubicBezTo>
                    <a:cubicBezTo>
                      <a:pt x="200221" y="808"/>
                      <a:pt x="309438" y="30493"/>
                      <a:pt x="313248" y="53353"/>
                    </a:cubicBezTo>
                    <a:cubicBezTo>
                      <a:pt x="317058" y="76213"/>
                      <a:pt x="216728" y="123203"/>
                      <a:pt x="176088" y="137173"/>
                    </a:cubicBezTo>
                    <a:cubicBezTo>
                      <a:pt x="135448" y="151143"/>
                      <a:pt x="93610" y="139083"/>
                      <a:pt x="69408" y="137173"/>
                    </a:cubicBezTo>
                    <a:cubicBezTo>
                      <a:pt x="45206" y="135263"/>
                      <a:pt x="15823" y="143161"/>
                      <a:pt x="3621" y="134592"/>
                    </a:cubicBezTo>
                    <a:cubicBezTo>
                      <a:pt x="-8581" y="126023"/>
                      <a:pt x="13582" y="105293"/>
                      <a:pt x="18194" y="90959"/>
                    </a:cubicBezTo>
                    <a:cubicBezTo>
                      <a:pt x="22806" y="76625"/>
                      <a:pt x="8785" y="63743"/>
                      <a:pt x="31291" y="48585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2" name="Oval 571">
                <a:extLst>
                  <a:ext uri="{FF2B5EF4-FFF2-40B4-BE49-F238E27FC236}">
                    <a16:creationId xmlns:a16="http://schemas.microsoft.com/office/drawing/2014/main" id="{791CA43E-C044-F161-CB01-9A37E395F4B2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73" name="Group 572">
              <a:extLst>
                <a:ext uri="{FF2B5EF4-FFF2-40B4-BE49-F238E27FC236}">
                  <a16:creationId xmlns:a16="http://schemas.microsoft.com/office/drawing/2014/main" id="{E8BAE148-CCE4-9547-B150-FA294EC27BB7}"/>
                </a:ext>
              </a:extLst>
            </p:cNvPr>
            <p:cNvGrpSpPr/>
            <p:nvPr/>
          </p:nvGrpSpPr>
          <p:grpSpPr>
            <a:xfrm rot="2440404">
              <a:off x="11697699" y="3520022"/>
              <a:ext cx="311204" cy="256540"/>
              <a:chOff x="8184440" y="3455019"/>
              <a:chExt cx="319891" cy="177546"/>
            </a:xfrm>
          </p:grpSpPr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B0BA8467-55CA-4559-2AA6-76C73FFB87C5}"/>
                  </a:ext>
                </a:extLst>
              </p:cNvPr>
              <p:cNvSpPr/>
              <p:nvPr/>
            </p:nvSpPr>
            <p:spPr>
              <a:xfrm>
                <a:off x="8184440" y="3455019"/>
                <a:ext cx="319891" cy="177546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666 w 319786"/>
                  <a:gd name="connsiteY0" fmla="*/ 80670 h 173360"/>
                  <a:gd name="connsiteX1" fmla="*/ 167804 w 319786"/>
                  <a:gd name="connsiteY1" fmla="*/ 3 h 173360"/>
                  <a:gd name="connsiteX2" fmla="*/ 319740 w 319786"/>
                  <a:gd name="connsiteY2" fmla="*/ 84096 h 173360"/>
                  <a:gd name="connsiteX3" fmla="*/ 182580 w 319786"/>
                  <a:gd name="connsiteY3" fmla="*/ 167916 h 173360"/>
                  <a:gd name="connsiteX4" fmla="*/ 75900 w 319786"/>
                  <a:gd name="connsiteY4" fmla="*/ 167916 h 173360"/>
                  <a:gd name="connsiteX5" fmla="*/ 2689 w 319786"/>
                  <a:gd name="connsiteY5" fmla="*/ 116503 h 173360"/>
                  <a:gd name="connsiteX6" fmla="*/ 30666 w 319786"/>
                  <a:gd name="connsiteY6" fmla="*/ 80670 h 173360"/>
                  <a:gd name="connsiteX0" fmla="*/ 30666 w 319785"/>
                  <a:gd name="connsiteY0" fmla="*/ 83842 h 176532"/>
                  <a:gd name="connsiteX1" fmla="*/ 167804 w 319785"/>
                  <a:gd name="connsiteY1" fmla="*/ 3175 h 176532"/>
                  <a:gd name="connsiteX2" fmla="*/ 319740 w 319785"/>
                  <a:gd name="connsiteY2" fmla="*/ 87268 h 176532"/>
                  <a:gd name="connsiteX3" fmla="*/ 182580 w 319785"/>
                  <a:gd name="connsiteY3" fmla="*/ 171088 h 176532"/>
                  <a:gd name="connsiteX4" fmla="*/ 75900 w 319785"/>
                  <a:gd name="connsiteY4" fmla="*/ 171088 h 176532"/>
                  <a:gd name="connsiteX5" fmla="*/ 2689 w 319785"/>
                  <a:gd name="connsiteY5" fmla="*/ 119675 h 176532"/>
                  <a:gd name="connsiteX6" fmla="*/ 30666 w 319785"/>
                  <a:gd name="connsiteY6" fmla="*/ 83842 h 176532"/>
                  <a:gd name="connsiteX0" fmla="*/ 30666 w 320316"/>
                  <a:gd name="connsiteY0" fmla="*/ 81687 h 174377"/>
                  <a:gd name="connsiteX1" fmla="*/ 167804 w 320316"/>
                  <a:gd name="connsiteY1" fmla="*/ 1020 h 174377"/>
                  <a:gd name="connsiteX2" fmla="*/ 229227 w 320316"/>
                  <a:gd name="connsiteY2" fmla="*/ 39355 h 174377"/>
                  <a:gd name="connsiteX3" fmla="*/ 319740 w 320316"/>
                  <a:gd name="connsiteY3" fmla="*/ 85113 h 174377"/>
                  <a:gd name="connsiteX4" fmla="*/ 182580 w 320316"/>
                  <a:gd name="connsiteY4" fmla="*/ 168933 h 174377"/>
                  <a:gd name="connsiteX5" fmla="*/ 75900 w 320316"/>
                  <a:gd name="connsiteY5" fmla="*/ 168933 h 174377"/>
                  <a:gd name="connsiteX6" fmla="*/ 2689 w 320316"/>
                  <a:gd name="connsiteY6" fmla="*/ 117520 h 174377"/>
                  <a:gd name="connsiteX7" fmla="*/ 30666 w 320316"/>
                  <a:gd name="connsiteY7" fmla="*/ 81687 h 174377"/>
                  <a:gd name="connsiteX0" fmla="*/ 30666 w 319931"/>
                  <a:gd name="connsiteY0" fmla="*/ 81055 h 173745"/>
                  <a:gd name="connsiteX1" fmla="*/ 167804 w 319931"/>
                  <a:gd name="connsiteY1" fmla="*/ 388 h 173745"/>
                  <a:gd name="connsiteX2" fmla="*/ 211552 w 319931"/>
                  <a:gd name="connsiteY2" fmla="*/ 51847 h 173745"/>
                  <a:gd name="connsiteX3" fmla="*/ 319740 w 319931"/>
                  <a:gd name="connsiteY3" fmla="*/ 84481 h 173745"/>
                  <a:gd name="connsiteX4" fmla="*/ 182580 w 319931"/>
                  <a:gd name="connsiteY4" fmla="*/ 168301 h 173745"/>
                  <a:gd name="connsiteX5" fmla="*/ 75900 w 319931"/>
                  <a:gd name="connsiteY5" fmla="*/ 168301 h 173745"/>
                  <a:gd name="connsiteX6" fmla="*/ 2689 w 319931"/>
                  <a:gd name="connsiteY6" fmla="*/ 116888 h 173745"/>
                  <a:gd name="connsiteX7" fmla="*/ 30666 w 319931"/>
                  <a:gd name="connsiteY7" fmla="*/ 81055 h 173745"/>
                  <a:gd name="connsiteX0" fmla="*/ 30402 w 319667"/>
                  <a:gd name="connsiteY0" fmla="*/ 84827 h 177517"/>
                  <a:gd name="connsiteX1" fmla="*/ 154082 w 319667"/>
                  <a:gd name="connsiteY1" fmla="*/ 358 h 177517"/>
                  <a:gd name="connsiteX2" fmla="*/ 211288 w 319667"/>
                  <a:gd name="connsiteY2" fmla="*/ 55619 h 177517"/>
                  <a:gd name="connsiteX3" fmla="*/ 319476 w 319667"/>
                  <a:gd name="connsiteY3" fmla="*/ 88253 h 177517"/>
                  <a:gd name="connsiteX4" fmla="*/ 182316 w 319667"/>
                  <a:gd name="connsiteY4" fmla="*/ 172073 h 177517"/>
                  <a:gd name="connsiteX5" fmla="*/ 75636 w 319667"/>
                  <a:gd name="connsiteY5" fmla="*/ 172073 h 177517"/>
                  <a:gd name="connsiteX6" fmla="*/ 2425 w 319667"/>
                  <a:gd name="connsiteY6" fmla="*/ 120660 h 177517"/>
                  <a:gd name="connsiteX7" fmla="*/ 30402 w 319667"/>
                  <a:gd name="connsiteY7" fmla="*/ 84827 h 177517"/>
                  <a:gd name="connsiteX0" fmla="*/ 30402 w 319667"/>
                  <a:gd name="connsiteY0" fmla="*/ 84827 h 177517"/>
                  <a:gd name="connsiteX1" fmla="*/ 154082 w 319667"/>
                  <a:gd name="connsiteY1" fmla="*/ 358 h 177517"/>
                  <a:gd name="connsiteX2" fmla="*/ 211288 w 319667"/>
                  <a:gd name="connsiteY2" fmla="*/ 55619 h 177517"/>
                  <a:gd name="connsiteX3" fmla="*/ 319476 w 319667"/>
                  <a:gd name="connsiteY3" fmla="*/ 88253 h 177517"/>
                  <a:gd name="connsiteX4" fmla="*/ 182316 w 319667"/>
                  <a:gd name="connsiteY4" fmla="*/ 172073 h 177517"/>
                  <a:gd name="connsiteX5" fmla="*/ 75636 w 319667"/>
                  <a:gd name="connsiteY5" fmla="*/ 172073 h 177517"/>
                  <a:gd name="connsiteX6" fmla="*/ 2425 w 319667"/>
                  <a:gd name="connsiteY6" fmla="*/ 120660 h 177517"/>
                  <a:gd name="connsiteX7" fmla="*/ 30402 w 319667"/>
                  <a:gd name="connsiteY7" fmla="*/ 84827 h 177517"/>
                  <a:gd name="connsiteX0" fmla="*/ 30402 w 319891"/>
                  <a:gd name="connsiteY0" fmla="*/ 84856 h 177546"/>
                  <a:gd name="connsiteX1" fmla="*/ 154082 w 319891"/>
                  <a:gd name="connsiteY1" fmla="*/ 387 h 177546"/>
                  <a:gd name="connsiteX2" fmla="*/ 222969 w 319891"/>
                  <a:gd name="connsiteY2" fmla="*/ 54685 h 177546"/>
                  <a:gd name="connsiteX3" fmla="*/ 319476 w 319891"/>
                  <a:gd name="connsiteY3" fmla="*/ 88282 h 177546"/>
                  <a:gd name="connsiteX4" fmla="*/ 182316 w 319891"/>
                  <a:gd name="connsiteY4" fmla="*/ 172102 h 177546"/>
                  <a:gd name="connsiteX5" fmla="*/ 75636 w 319891"/>
                  <a:gd name="connsiteY5" fmla="*/ 172102 h 177546"/>
                  <a:gd name="connsiteX6" fmla="*/ 2425 w 319891"/>
                  <a:gd name="connsiteY6" fmla="*/ 120689 h 177546"/>
                  <a:gd name="connsiteX7" fmla="*/ 30402 w 319891"/>
                  <a:gd name="connsiteY7" fmla="*/ 84856 h 1775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9891" h="177546">
                    <a:moveTo>
                      <a:pt x="30402" y="84856"/>
                    </a:moveTo>
                    <a:cubicBezTo>
                      <a:pt x="55678" y="64806"/>
                      <a:pt x="121988" y="5416"/>
                      <a:pt x="154082" y="387"/>
                    </a:cubicBezTo>
                    <a:cubicBezTo>
                      <a:pt x="186177" y="-4642"/>
                      <a:pt x="197646" y="40669"/>
                      <a:pt x="222969" y="54685"/>
                    </a:cubicBezTo>
                    <a:cubicBezTo>
                      <a:pt x="248292" y="68701"/>
                      <a:pt x="326251" y="68713"/>
                      <a:pt x="319476" y="88282"/>
                    </a:cubicBezTo>
                    <a:cubicBezTo>
                      <a:pt x="312701" y="107851"/>
                      <a:pt x="222956" y="158132"/>
                      <a:pt x="182316" y="172102"/>
                    </a:cubicBezTo>
                    <a:cubicBezTo>
                      <a:pt x="141676" y="186072"/>
                      <a:pt x="107386" y="168292"/>
                      <a:pt x="75636" y="172102"/>
                    </a:cubicBezTo>
                    <a:cubicBezTo>
                      <a:pt x="43886" y="175912"/>
                      <a:pt x="9964" y="135230"/>
                      <a:pt x="2425" y="120689"/>
                    </a:cubicBezTo>
                    <a:cubicBezTo>
                      <a:pt x="-5114" y="106148"/>
                      <a:pt x="5126" y="104906"/>
                      <a:pt x="30402" y="84856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5" name="Oval 574">
                <a:extLst>
                  <a:ext uri="{FF2B5EF4-FFF2-40B4-BE49-F238E27FC236}">
                    <a16:creationId xmlns:a16="http://schemas.microsoft.com/office/drawing/2014/main" id="{1DE93AE9-3939-FBF6-968B-4DAF12FA6D0B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76" name="Group 575">
              <a:extLst>
                <a:ext uri="{FF2B5EF4-FFF2-40B4-BE49-F238E27FC236}">
                  <a16:creationId xmlns:a16="http://schemas.microsoft.com/office/drawing/2014/main" id="{CC01F342-23CB-EC78-3D96-6DB1295E0631}"/>
                </a:ext>
              </a:extLst>
            </p:cNvPr>
            <p:cNvGrpSpPr/>
            <p:nvPr/>
          </p:nvGrpSpPr>
          <p:grpSpPr>
            <a:xfrm>
              <a:off x="11972875" y="3429009"/>
              <a:ext cx="179765" cy="256540"/>
              <a:chOff x="8184440" y="3455019"/>
              <a:chExt cx="319891" cy="177546"/>
            </a:xfrm>
          </p:grpSpPr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1718C236-072B-2A53-0806-DB6E2595FECD}"/>
                  </a:ext>
                </a:extLst>
              </p:cNvPr>
              <p:cNvSpPr/>
              <p:nvPr/>
            </p:nvSpPr>
            <p:spPr>
              <a:xfrm>
                <a:off x="8184440" y="3455019"/>
                <a:ext cx="319891" cy="177546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666 w 319786"/>
                  <a:gd name="connsiteY0" fmla="*/ 80670 h 173360"/>
                  <a:gd name="connsiteX1" fmla="*/ 167804 w 319786"/>
                  <a:gd name="connsiteY1" fmla="*/ 3 h 173360"/>
                  <a:gd name="connsiteX2" fmla="*/ 319740 w 319786"/>
                  <a:gd name="connsiteY2" fmla="*/ 84096 h 173360"/>
                  <a:gd name="connsiteX3" fmla="*/ 182580 w 319786"/>
                  <a:gd name="connsiteY3" fmla="*/ 167916 h 173360"/>
                  <a:gd name="connsiteX4" fmla="*/ 75900 w 319786"/>
                  <a:gd name="connsiteY4" fmla="*/ 167916 h 173360"/>
                  <a:gd name="connsiteX5" fmla="*/ 2689 w 319786"/>
                  <a:gd name="connsiteY5" fmla="*/ 116503 h 173360"/>
                  <a:gd name="connsiteX6" fmla="*/ 30666 w 319786"/>
                  <a:gd name="connsiteY6" fmla="*/ 80670 h 173360"/>
                  <a:gd name="connsiteX0" fmla="*/ 30666 w 319785"/>
                  <a:gd name="connsiteY0" fmla="*/ 83842 h 176532"/>
                  <a:gd name="connsiteX1" fmla="*/ 167804 w 319785"/>
                  <a:gd name="connsiteY1" fmla="*/ 3175 h 176532"/>
                  <a:gd name="connsiteX2" fmla="*/ 319740 w 319785"/>
                  <a:gd name="connsiteY2" fmla="*/ 87268 h 176532"/>
                  <a:gd name="connsiteX3" fmla="*/ 182580 w 319785"/>
                  <a:gd name="connsiteY3" fmla="*/ 171088 h 176532"/>
                  <a:gd name="connsiteX4" fmla="*/ 75900 w 319785"/>
                  <a:gd name="connsiteY4" fmla="*/ 171088 h 176532"/>
                  <a:gd name="connsiteX5" fmla="*/ 2689 w 319785"/>
                  <a:gd name="connsiteY5" fmla="*/ 119675 h 176532"/>
                  <a:gd name="connsiteX6" fmla="*/ 30666 w 319785"/>
                  <a:gd name="connsiteY6" fmla="*/ 83842 h 176532"/>
                  <a:gd name="connsiteX0" fmla="*/ 30666 w 320316"/>
                  <a:gd name="connsiteY0" fmla="*/ 81687 h 174377"/>
                  <a:gd name="connsiteX1" fmla="*/ 167804 w 320316"/>
                  <a:gd name="connsiteY1" fmla="*/ 1020 h 174377"/>
                  <a:gd name="connsiteX2" fmla="*/ 229227 w 320316"/>
                  <a:gd name="connsiteY2" fmla="*/ 39355 h 174377"/>
                  <a:gd name="connsiteX3" fmla="*/ 319740 w 320316"/>
                  <a:gd name="connsiteY3" fmla="*/ 85113 h 174377"/>
                  <a:gd name="connsiteX4" fmla="*/ 182580 w 320316"/>
                  <a:gd name="connsiteY4" fmla="*/ 168933 h 174377"/>
                  <a:gd name="connsiteX5" fmla="*/ 75900 w 320316"/>
                  <a:gd name="connsiteY5" fmla="*/ 168933 h 174377"/>
                  <a:gd name="connsiteX6" fmla="*/ 2689 w 320316"/>
                  <a:gd name="connsiteY6" fmla="*/ 117520 h 174377"/>
                  <a:gd name="connsiteX7" fmla="*/ 30666 w 320316"/>
                  <a:gd name="connsiteY7" fmla="*/ 81687 h 174377"/>
                  <a:gd name="connsiteX0" fmla="*/ 30666 w 319931"/>
                  <a:gd name="connsiteY0" fmla="*/ 81055 h 173745"/>
                  <a:gd name="connsiteX1" fmla="*/ 167804 w 319931"/>
                  <a:gd name="connsiteY1" fmla="*/ 388 h 173745"/>
                  <a:gd name="connsiteX2" fmla="*/ 211552 w 319931"/>
                  <a:gd name="connsiteY2" fmla="*/ 51847 h 173745"/>
                  <a:gd name="connsiteX3" fmla="*/ 319740 w 319931"/>
                  <a:gd name="connsiteY3" fmla="*/ 84481 h 173745"/>
                  <a:gd name="connsiteX4" fmla="*/ 182580 w 319931"/>
                  <a:gd name="connsiteY4" fmla="*/ 168301 h 173745"/>
                  <a:gd name="connsiteX5" fmla="*/ 75900 w 319931"/>
                  <a:gd name="connsiteY5" fmla="*/ 168301 h 173745"/>
                  <a:gd name="connsiteX6" fmla="*/ 2689 w 319931"/>
                  <a:gd name="connsiteY6" fmla="*/ 116888 h 173745"/>
                  <a:gd name="connsiteX7" fmla="*/ 30666 w 319931"/>
                  <a:gd name="connsiteY7" fmla="*/ 81055 h 173745"/>
                  <a:gd name="connsiteX0" fmla="*/ 30402 w 319667"/>
                  <a:gd name="connsiteY0" fmla="*/ 84827 h 177517"/>
                  <a:gd name="connsiteX1" fmla="*/ 154082 w 319667"/>
                  <a:gd name="connsiteY1" fmla="*/ 358 h 177517"/>
                  <a:gd name="connsiteX2" fmla="*/ 211288 w 319667"/>
                  <a:gd name="connsiteY2" fmla="*/ 55619 h 177517"/>
                  <a:gd name="connsiteX3" fmla="*/ 319476 w 319667"/>
                  <a:gd name="connsiteY3" fmla="*/ 88253 h 177517"/>
                  <a:gd name="connsiteX4" fmla="*/ 182316 w 319667"/>
                  <a:gd name="connsiteY4" fmla="*/ 172073 h 177517"/>
                  <a:gd name="connsiteX5" fmla="*/ 75636 w 319667"/>
                  <a:gd name="connsiteY5" fmla="*/ 172073 h 177517"/>
                  <a:gd name="connsiteX6" fmla="*/ 2425 w 319667"/>
                  <a:gd name="connsiteY6" fmla="*/ 120660 h 177517"/>
                  <a:gd name="connsiteX7" fmla="*/ 30402 w 319667"/>
                  <a:gd name="connsiteY7" fmla="*/ 84827 h 177517"/>
                  <a:gd name="connsiteX0" fmla="*/ 30402 w 319667"/>
                  <a:gd name="connsiteY0" fmla="*/ 84827 h 177517"/>
                  <a:gd name="connsiteX1" fmla="*/ 154082 w 319667"/>
                  <a:gd name="connsiteY1" fmla="*/ 358 h 177517"/>
                  <a:gd name="connsiteX2" fmla="*/ 211288 w 319667"/>
                  <a:gd name="connsiteY2" fmla="*/ 55619 h 177517"/>
                  <a:gd name="connsiteX3" fmla="*/ 319476 w 319667"/>
                  <a:gd name="connsiteY3" fmla="*/ 88253 h 177517"/>
                  <a:gd name="connsiteX4" fmla="*/ 182316 w 319667"/>
                  <a:gd name="connsiteY4" fmla="*/ 172073 h 177517"/>
                  <a:gd name="connsiteX5" fmla="*/ 75636 w 319667"/>
                  <a:gd name="connsiteY5" fmla="*/ 172073 h 177517"/>
                  <a:gd name="connsiteX6" fmla="*/ 2425 w 319667"/>
                  <a:gd name="connsiteY6" fmla="*/ 120660 h 177517"/>
                  <a:gd name="connsiteX7" fmla="*/ 30402 w 319667"/>
                  <a:gd name="connsiteY7" fmla="*/ 84827 h 177517"/>
                  <a:gd name="connsiteX0" fmla="*/ 30402 w 319891"/>
                  <a:gd name="connsiteY0" fmla="*/ 84856 h 177546"/>
                  <a:gd name="connsiteX1" fmla="*/ 154082 w 319891"/>
                  <a:gd name="connsiteY1" fmla="*/ 387 h 177546"/>
                  <a:gd name="connsiteX2" fmla="*/ 222969 w 319891"/>
                  <a:gd name="connsiteY2" fmla="*/ 54685 h 177546"/>
                  <a:gd name="connsiteX3" fmla="*/ 319476 w 319891"/>
                  <a:gd name="connsiteY3" fmla="*/ 88282 h 177546"/>
                  <a:gd name="connsiteX4" fmla="*/ 182316 w 319891"/>
                  <a:gd name="connsiteY4" fmla="*/ 172102 h 177546"/>
                  <a:gd name="connsiteX5" fmla="*/ 75636 w 319891"/>
                  <a:gd name="connsiteY5" fmla="*/ 172102 h 177546"/>
                  <a:gd name="connsiteX6" fmla="*/ 2425 w 319891"/>
                  <a:gd name="connsiteY6" fmla="*/ 120689 h 177546"/>
                  <a:gd name="connsiteX7" fmla="*/ 30402 w 319891"/>
                  <a:gd name="connsiteY7" fmla="*/ 84856 h 1775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9891" h="177546">
                    <a:moveTo>
                      <a:pt x="30402" y="84856"/>
                    </a:moveTo>
                    <a:cubicBezTo>
                      <a:pt x="55678" y="64806"/>
                      <a:pt x="121988" y="5416"/>
                      <a:pt x="154082" y="387"/>
                    </a:cubicBezTo>
                    <a:cubicBezTo>
                      <a:pt x="186177" y="-4642"/>
                      <a:pt x="197646" y="40669"/>
                      <a:pt x="222969" y="54685"/>
                    </a:cubicBezTo>
                    <a:cubicBezTo>
                      <a:pt x="248292" y="68701"/>
                      <a:pt x="326251" y="68713"/>
                      <a:pt x="319476" y="88282"/>
                    </a:cubicBezTo>
                    <a:cubicBezTo>
                      <a:pt x="312701" y="107851"/>
                      <a:pt x="222956" y="158132"/>
                      <a:pt x="182316" y="172102"/>
                    </a:cubicBezTo>
                    <a:cubicBezTo>
                      <a:pt x="141676" y="186072"/>
                      <a:pt x="107386" y="168292"/>
                      <a:pt x="75636" y="172102"/>
                    </a:cubicBezTo>
                    <a:cubicBezTo>
                      <a:pt x="43886" y="175912"/>
                      <a:pt x="9964" y="135230"/>
                      <a:pt x="2425" y="120689"/>
                    </a:cubicBezTo>
                    <a:cubicBezTo>
                      <a:pt x="-5114" y="106148"/>
                      <a:pt x="5126" y="104906"/>
                      <a:pt x="30402" y="84856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8" name="Oval 577">
                <a:extLst>
                  <a:ext uri="{FF2B5EF4-FFF2-40B4-BE49-F238E27FC236}">
                    <a16:creationId xmlns:a16="http://schemas.microsoft.com/office/drawing/2014/main" id="{018B9DAE-8295-9FEF-BC6D-C85E6A83217E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79" name="Group 578">
              <a:extLst>
                <a:ext uri="{FF2B5EF4-FFF2-40B4-BE49-F238E27FC236}">
                  <a16:creationId xmlns:a16="http://schemas.microsoft.com/office/drawing/2014/main" id="{F22340B6-C824-8FCC-3DD8-99728DC97601}"/>
                </a:ext>
              </a:extLst>
            </p:cNvPr>
            <p:cNvGrpSpPr/>
            <p:nvPr/>
          </p:nvGrpSpPr>
          <p:grpSpPr>
            <a:xfrm rot="17116423">
              <a:off x="11511010" y="3834745"/>
              <a:ext cx="344741" cy="127763"/>
              <a:chOff x="8184341" y="3489940"/>
              <a:chExt cx="317362" cy="248301"/>
            </a:xfrm>
          </p:grpSpPr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933291AC-7025-41F8-976B-69CC2B070A0A}"/>
                  </a:ext>
                </a:extLst>
              </p:cNvPr>
              <p:cNvSpPr/>
              <p:nvPr/>
            </p:nvSpPr>
            <p:spPr>
              <a:xfrm>
                <a:off x="8184341" y="3489940"/>
                <a:ext cx="317362" cy="24830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19839"/>
                  <a:gd name="connsiteY0" fmla="*/ 49921 h 248351"/>
                  <a:gd name="connsiteX1" fmla="*/ 159556 w 319839"/>
                  <a:gd name="connsiteY1" fmla="*/ 7 h 248351"/>
                  <a:gd name="connsiteX2" fmla="*/ 319576 w 319839"/>
                  <a:gd name="connsiteY2" fmla="*/ 53347 h 248351"/>
                  <a:gd name="connsiteX3" fmla="*/ 194157 w 319839"/>
                  <a:gd name="connsiteY3" fmla="*/ 247285 h 248351"/>
                  <a:gd name="connsiteX4" fmla="*/ 75736 w 319839"/>
                  <a:gd name="connsiteY4" fmla="*/ 137167 h 248351"/>
                  <a:gd name="connsiteX5" fmla="*/ 2525 w 319839"/>
                  <a:gd name="connsiteY5" fmla="*/ 85754 h 248351"/>
                  <a:gd name="connsiteX6" fmla="*/ 30502 w 319839"/>
                  <a:gd name="connsiteY6" fmla="*/ 49921 h 248351"/>
                  <a:gd name="connsiteX0" fmla="*/ 30502 w 319839"/>
                  <a:gd name="connsiteY0" fmla="*/ 49921 h 248351"/>
                  <a:gd name="connsiteX1" fmla="*/ 159556 w 319839"/>
                  <a:gd name="connsiteY1" fmla="*/ 7 h 248351"/>
                  <a:gd name="connsiteX2" fmla="*/ 319576 w 319839"/>
                  <a:gd name="connsiteY2" fmla="*/ 53347 h 248351"/>
                  <a:gd name="connsiteX3" fmla="*/ 194157 w 319839"/>
                  <a:gd name="connsiteY3" fmla="*/ 247285 h 248351"/>
                  <a:gd name="connsiteX4" fmla="*/ 75736 w 319839"/>
                  <a:gd name="connsiteY4" fmla="*/ 137168 h 248351"/>
                  <a:gd name="connsiteX5" fmla="*/ 2525 w 319839"/>
                  <a:gd name="connsiteY5" fmla="*/ 85754 h 248351"/>
                  <a:gd name="connsiteX6" fmla="*/ 30502 w 319839"/>
                  <a:gd name="connsiteY6" fmla="*/ 49921 h 248351"/>
                  <a:gd name="connsiteX0" fmla="*/ 30502 w 317362"/>
                  <a:gd name="connsiteY0" fmla="*/ 49937 h 248301"/>
                  <a:gd name="connsiteX1" fmla="*/ 159556 w 317362"/>
                  <a:gd name="connsiteY1" fmla="*/ 23 h 248301"/>
                  <a:gd name="connsiteX2" fmla="*/ 317094 w 317362"/>
                  <a:gd name="connsiteY2" fmla="*/ 56254 h 248301"/>
                  <a:gd name="connsiteX3" fmla="*/ 194157 w 317362"/>
                  <a:gd name="connsiteY3" fmla="*/ 247301 h 248301"/>
                  <a:gd name="connsiteX4" fmla="*/ 75736 w 317362"/>
                  <a:gd name="connsiteY4" fmla="*/ 137184 h 248301"/>
                  <a:gd name="connsiteX5" fmla="*/ 2525 w 317362"/>
                  <a:gd name="connsiteY5" fmla="*/ 85770 h 248301"/>
                  <a:gd name="connsiteX6" fmla="*/ 30502 w 317362"/>
                  <a:gd name="connsiteY6" fmla="*/ 49937 h 248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7362" h="248301">
                    <a:moveTo>
                      <a:pt x="30502" y="49937"/>
                    </a:moveTo>
                    <a:cubicBezTo>
                      <a:pt x="56674" y="35646"/>
                      <a:pt x="111791" y="-1030"/>
                      <a:pt x="159556" y="23"/>
                    </a:cubicBezTo>
                    <a:cubicBezTo>
                      <a:pt x="207321" y="1076"/>
                      <a:pt x="311327" y="15041"/>
                      <a:pt x="317094" y="56254"/>
                    </a:cubicBezTo>
                    <a:cubicBezTo>
                      <a:pt x="322861" y="97467"/>
                      <a:pt x="234383" y="233813"/>
                      <a:pt x="194157" y="247301"/>
                    </a:cubicBezTo>
                    <a:cubicBezTo>
                      <a:pt x="153931" y="260789"/>
                      <a:pt x="107486" y="133374"/>
                      <a:pt x="75736" y="137184"/>
                    </a:cubicBezTo>
                    <a:cubicBezTo>
                      <a:pt x="43986" y="140994"/>
                      <a:pt x="10064" y="100311"/>
                      <a:pt x="2525" y="85770"/>
                    </a:cubicBezTo>
                    <a:cubicBezTo>
                      <a:pt x="-5014" y="71229"/>
                      <a:pt x="4330" y="64228"/>
                      <a:pt x="30502" y="49937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81" name="Oval 580">
                <a:extLst>
                  <a:ext uri="{FF2B5EF4-FFF2-40B4-BE49-F238E27FC236}">
                    <a16:creationId xmlns:a16="http://schemas.microsoft.com/office/drawing/2014/main" id="{8262F4AD-BFFE-AFB0-4B43-DA0DD51A499F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2" name="Group 581">
              <a:extLst>
                <a:ext uri="{FF2B5EF4-FFF2-40B4-BE49-F238E27FC236}">
                  <a16:creationId xmlns:a16="http://schemas.microsoft.com/office/drawing/2014/main" id="{3755545B-2DD3-5EBB-86D7-FFF461D02AC8}"/>
                </a:ext>
              </a:extLst>
            </p:cNvPr>
            <p:cNvGrpSpPr/>
            <p:nvPr/>
          </p:nvGrpSpPr>
          <p:grpSpPr>
            <a:xfrm rot="1270541">
              <a:off x="11764891" y="3788360"/>
              <a:ext cx="292674" cy="153504"/>
              <a:chOff x="8184342" y="3489954"/>
              <a:chExt cx="319681" cy="142611"/>
            </a:xfrm>
          </p:grpSpPr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CF4F2130-35EA-6AD0-8BA3-23C260B33F0C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4" name="Oval 583">
                <a:extLst>
                  <a:ext uri="{FF2B5EF4-FFF2-40B4-BE49-F238E27FC236}">
                    <a16:creationId xmlns:a16="http://schemas.microsoft.com/office/drawing/2014/main" id="{A70C63DD-92F9-274E-7D78-C7772833B186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5" name="Group 584">
              <a:extLst>
                <a:ext uri="{FF2B5EF4-FFF2-40B4-BE49-F238E27FC236}">
                  <a16:creationId xmlns:a16="http://schemas.microsoft.com/office/drawing/2014/main" id="{F4BED879-FD2B-E6FF-5475-FEFBAAD42F3A}"/>
                </a:ext>
              </a:extLst>
            </p:cNvPr>
            <p:cNvGrpSpPr/>
            <p:nvPr/>
          </p:nvGrpSpPr>
          <p:grpSpPr>
            <a:xfrm rot="14703236">
              <a:off x="11970844" y="3710427"/>
              <a:ext cx="152963" cy="122102"/>
              <a:chOff x="8183792" y="3488711"/>
              <a:chExt cx="304524" cy="154786"/>
            </a:xfrm>
          </p:grpSpPr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AA2902A9-43AD-2246-54FE-044856D7475C}"/>
                  </a:ext>
                </a:extLst>
              </p:cNvPr>
              <p:cNvSpPr/>
              <p:nvPr/>
            </p:nvSpPr>
            <p:spPr>
              <a:xfrm>
                <a:off x="8183792" y="3488711"/>
                <a:ext cx="304524" cy="154786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19591"/>
                  <a:gd name="connsiteY0" fmla="*/ 49921 h 154665"/>
                  <a:gd name="connsiteX1" fmla="*/ 159556 w 319591"/>
                  <a:gd name="connsiteY1" fmla="*/ 7 h 154665"/>
                  <a:gd name="connsiteX2" fmla="*/ 319576 w 319591"/>
                  <a:gd name="connsiteY2" fmla="*/ 53347 h 154665"/>
                  <a:gd name="connsiteX3" fmla="*/ 168774 w 319591"/>
                  <a:gd name="connsiteY3" fmla="*/ 151087 h 154665"/>
                  <a:gd name="connsiteX4" fmla="*/ 75736 w 319591"/>
                  <a:gd name="connsiteY4" fmla="*/ 137167 h 154665"/>
                  <a:gd name="connsiteX5" fmla="*/ 2525 w 319591"/>
                  <a:gd name="connsiteY5" fmla="*/ 85754 h 154665"/>
                  <a:gd name="connsiteX6" fmla="*/ 30502 w 319591"/>
                  <a:gd name="connsiteY6" fmla="*/ 49921 h 154665"/>
                  <a:gd name="connsiteX0" fmla="*/ 30502 w 303927"/>
                  <a:gd name="connsiteY0" fmla="*/ 50163 h 153786"/>
                  <a:gd name="connsiteX1" fmla="*/ 159556 w 303927"/>
                  <a:gd name="connsiteY1" fmla="*/ 249 h 153786"/>
                  <a:gd name="connsiteX2" fmla="*/ 303910 w 303927"/>
                  <a:gd name="connsiteY2" fmla="*/ 72603 h 153786"/>
                  <a:gd name="connsiteX3" fmla="*/ 168774 w 303927"/>
                  <a:gd name="connsiteY3" fmla="*/ 151329 h 153786"/>
                  <a:gd name="connsiteX4" fmla="*/ 75736 w 303927"/>
                  <a:gd name="connsiteY4" fmla="*/ 137409 h 153786"/>
                  <a:gd name="connsiteX5" fmla="*/ 2525 w 303927"/>
                  <a:gd name="connsiteY5" fmla="*/ 85996 h 153786"/>
                  <a:gd name="connsiteX6" fmla="*/ 30502 w 303927"/>
                  <a:gd name="connsiteY6" fmla="*/ 50163 h 153786"/>
                  <a:gd name="connsiteX0" fmla="*/ 31053 w 304524"/>
                  <a:gd name="connsiteY0" fmla="*/ 51163 h 154786"/>
                  <a:gd name="connsiteX1" fmla="*/ 184832 w 304524"/>
                  <a:gd name="connsiteY1" fmla="*/ 244 h 154786"/>
                  <a:gd name="connsiteX2" fmla="*/ 304461 w 304524"/>
                  <a:gd name="connsiteY2" fmla="*/ 73603 h 154786"/>
                  <a:gd name="connsiteX3" fmla="*/ 169325 w 304524"/>
                  <a:gd name="connsiteY3" fmla="*/ 152329 h 154786"/>
                  <a:gd name="connsiteX4" fmla="*/ 76287 w 304524"/>
                  <a:gd name="connsiteY4" fmla="*/ 138409 h 154786"/>
                  <a:gd name="connsiteX5" fmla="*/ 3076 w 304524"/>
                  <a:gd name="connsiteY5" fmla="*/ 86996 h 154786"/>
                  <a:gd name="connsiteX6" fmla="*/ 31053 w 304524"/>
                  <a:gd name="connsiteY6" fmla="*/ 51163 h 154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4524" h="154786">
                    <a:moveTo>
                      <a:pt x="31053" y="51163"/>
                    </a:moveTo>
                    <a:cubicBezTo>
                      <a:pt x="61346" y="36704"/>
                      <a:pt x="139264" y="-3496"/>
                      <a:pt x="184832" y="244"/>
                    </a:cubicBezTo>
                    <a:cubicBezTo>
                      <a:pt x="230400" y="3984"/>
                      <a:pt x="307046" y="48256"/>
                      <a:pt x="304461" y="73603"/>
                    </a:cubicBezTo>
                    <a:cubicBezTo>
                      <a:pt x="301877" y="98951"/>
                      <a:pt x="207354" y="141528"/>
                      <a:pt x="169325" y="152329"/>
                    </a:cubicBezTo>
                    <a:cubicBezTo>
                      <a:pt x="131296" y="163130"/>
                      <a:pt x="108037" y="134599"/>
                      <a:pt x="76287" y="138409"/>
                    </a:cubicBezTo>
                    <a:cubicBezTo>
                      <a:pt x="44537" y="142219"/>
                      <a:pt x="10615" y="101537"/>
                      <a:pt x="3076" y="86996"/>
                    </a:cubicBezTo>
                    <a:cubicBezTo>
                      <a:pt x="-4463" y="72455"/>
                      <a:pt x="760" y="65622"/>
                      <a:pt x="31053" y="51163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87" name="Oval 586">
                <a:extLst>
                  <a:ext uri="{FF2B5EF4-FFF2-40B4-BE49-F238E27FC236}">
                    <a16:creationId xmlns:a16="http://schemas.microsoft.com/office/drawing/2014/main" id="{BC103365-6199-703A-DF1F-DDEFCB42D0F1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3279696F-9D00-B0E2-687A-62900FC4820F}"/>
                </a:ext>
              </a:extLst>
            </p:cNvPr>
            <p:cNvGrpSpPr/>
            <p:nvPr/>
          </p:nvGrpSpPr>
          <p:grpSpPr>
            <a:xfrm rot="6257598">
              <a:off x="11596225" y="4002280"/>
              <a:ext cx="349759" cy="196806"/>
              <a:chOff x="8184342" y="3489954"/>
              <a:chExt cx="319681" cy="142611"/>
            </a:xfrm>
          </p:grpSpPr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DF4F98CE-9129-D0F9-FF36-1E3466CACA04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0" name="Oval 589">
                <a:extLst>
                  <a:ext uri="{FF2B5EF4-FFF2-40B4-BE49-F238E27FC236}">
                    <a16:creationId xmlns:a16="http://schemas.microsoft.com/office/drawing/2014/main" id="{1D99C877-81F4-229D-4881-9A8103331B3E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91" name="Group 590">
              <a:extLst>
                <a:ext uri="{FF2B5EF4-FFF2-40B4-BE49-F238E27FC236}">
                  <a16:creationId xmlns:a16="http://schemas.microsoft.com/office/drawing/2014/main" id="{871DB6AE-FA9E-10CE-709D-E0315EA34A85}"/>
                </a:ext>
              </a:extLst>
            </p:cNvPr>
            <p:cNvGrpSpPr/>
            <p:nvPr/>
          </p:nvGrpSpPr>
          <p:grpSpPr>
            <a:xfrm rot="2323244">
              <a:off x="11806479" y="4011994"/>
              <a:ext cx="306468" cy="124741"/>
              <a:chOff x="8184342" y="3489954"/>
              <a:chExt cx="319839" cy="248351"/>
            </a:xfrm>
          </p:grpSpPr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DC90D2DE-6132-D6BF-C01B-609CBCA5638C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839" cy="24835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19839"/>
                  <a:gd name="connsiteY0" fmla="*/ 49921 h 248351"/>
                  <a:gd name="connsiteX1" fmla="*/ 159556 w 319839"/>
                  <a:gd name="connsiteY1" fmla="*/ 7 h 248351"/>
                  <a:gd name="connsiteX2" fmla="*/ 319576 w 319839"/>
                  <a:gd name="connsiteY2" fmla="*/ 53347 h 248351"/>
                  <a:gd name="connsiteX3" fmla="*/ 194157 w 319839"/>
                  <a:gd name="connsiteY3" fmla="*/ 247285 h 248351"/>
                  <a:gd name="connsiteX4" fmla="*/ 75736 w 319839"/>
                  <a:gd name="connsiteY4" fmla="*/ 137167 h 248351"/>
                  <a:gd name="connsiteX5" fmla="*/ 2525 w 319839"/>
                  <a:gd name="connsiteY5" fmla="*/ 85754 h 248351"/>
                  <a:gd name="connsiteX6" fmla="*/ 30502 w 319839"/>
                  <a:gd name="connsiteY6" fmla="*/ 49921 h 248351"/>
                  <a:gd name="connsiteX0" fmla="*/ 30502 w 319839"/>
                  <a:gd name="connsiteY0" fmla="*/ 49921 h 248351"/>
                  <a:gd name="connsiteX1" fmla="*/ 159556 w 319839"/>
                  <a:gd name="connsiteY1" fmla="*/ 7 h 248351"/>
                  <a:gd name="connsiteX2" fmla="*/ 319576 w 319839"/>
                  <a:gd name="connsiteY2" fmla="*/ 53347 h 248351"/>
                  <a:gd name="connsiteX3" fmla="*/ 194157 w 319839"/>
                  <a:gd name="connsiteY3" fmla="*/ 247285 h 248351"/>
                  <a:gd name="connsiteX4" fmla="*/ 75736 w 319839"/>
                  <a:gd name="connsiteY4" fmla="*/ 137168 h 248351"/>
                  <a:gd name="connsiteX5" fmla="*/ 2525 w 319839"/>
                  <a:gd name="connsiteY5" fmla="*/ 85754 h 248351"/>
                  <a:gd name="connsiteX6" fmla="*/ 30502 w 319839"/>
                  <a:gd name="connsiteY6" fmla="*/ 49921 h 248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839" h="24835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3809" y="12134"/>
                      <a:pt x="319576" y="53347"/>
                    </a:cubicBezTo>
                    <a:cubicBezTo>
                      <a:pt x="325343" y="94560"/>
                      <a:pt x="234797" y="233315"/>
                      <a:pt x="194157" y="247285"/>
                    </a:cubicBezTo>
                    <a:cubicBezTo>
                      <a:pt x="153517" y="261255"/>
                      <a:pt x="107486" y="133358"/>
                      <a:pt x="75736" y="137168"/>
                    </a:cubicBezTo>
                    <a:cubicBezTo>
                      <a:pt x="43986" y="140978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93" name="Oval 592">
                <a:extLst>
                  <a:ext uri="{FF2B5EF4-FFF2-40B4-BE49-F238E27FC236}">
                    <a16:creationId xmlns:a16="http://schemas.microsoft.com/office/drawing/2014/main" id="{C5C407EA-DCC6-A788-D13A-F63C542DCE5D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94" name="Group 593">
              <a:extLst>
                <a:ext uri="{FF2B5EF4-FFF2-40B4-BE49-F238E27FC236}">
                  <a16:creationId xmlns:a16="http://schemas.microsoft.com/office/drawing/2014/main" id="{DA1A6BF5-B2AE-3336-B07D-909E154F327F}"/>
                </a:ext>
              </a:extLst>
            </p:cNvPr>
            <p:cNvGrpSpPr/>
            <p:nvPr/>
          </p:nvGrpSpPr>
          <p:grpSpPr>
            <a:xfrm rot="158825">
              <a:off x="11991381" y="3945980"/>
              <a:ext cx="164723" cy="116141"/>
              <a:chOff x="8184342" y="3489953"/>
              <a:chExt cx="319817" cy="233861"/>
            </a:xfrm>
          </p:grpSpPr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EB195533-6991-F0FD-B734-C1DD5F381093}"/>
                  </a:ext>
                </a:extLst>
              </p:cNvPr>
              <p:cNvSpPr/>
              <p:nvPr/>
            </p:nvSpPr>
            <p:spPr>
              <a:xfrm>
                <a:off x="8184343" y="3489953"/>
                <a:ext cx="319817" cy="23386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19817"/>
                  <a:gd name="connsiteY0" fmla="*/ 49921 h 233861"/>
                  <a:gd name="connsiteX1" fmla="*/ 159556 w 319817"/>
                  <a:gd name="connsiteY1" fmla="*/ 7 h 233861"/>
                  <a:gd name="connsiteX2" fmla="*/ 319576 w 319817"/>
                  <a:gd name="connsiteY2" fmla="*/ 53347 h 233861"/>
                  <a:gd name="connsiteX3" fmla="*/ 192844 w 319817"/>
                  <a:gd name="connsiteY3" fmla="*/ 232668 h 233861"/>
                  <a:gd name="connsiteX4" fmla="*/ 75736 w 319817"/>
                  <a:gd name="connsiteY4" fmla="*/ 137167 h 233861"/>
                  <a:gd name="connsiteX5" fmla="*/ 2525 w 319817"/>
                  <a:gd name="connsiteY5" fmla="*/ 85754 h 233861"/>
                  <a:gd name="connsiteX6" fmla="*/ 30502 w 319817"/>
                  <a:gd name="connsiteY6" fmla="*/ 49921 h 233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817" h="23386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4028" y="14570"/>
                      <a:pt x="319576" y="53347"/>
                    </a:cubicBezTo>
                    <a:cubicBezTo>
                      <a:pt x="325124" y="92124"/>
                      <a:pt x="233484" y="218698"/>
                      <a:pt x="192844" y="232668"/>
                    </a:cubicBezTo>
                    <a:cubicBezTo>
                      <a:pt x="152204" y="246638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6" name="Oval 595">
                <a:extLst>
                  <a:ext uri="{FF2B5EF4-FFF2-40B4-BE49-F238E27FC236}">
                    <a16:creationId xmlns:a16="http://schemas.microsoft.com/office/drawing/2014/main" id="{6F698A61-5ABB-83FF-DF3F-A4C2402C6C7E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00" name="Group 599">
              <a:extLst>
                <a:ext uri="{FF2B5EF4-FFF2-40B4-BE49-F238E27FC236}">
                  <a16:creationId xmlns:a16="http://schemas.microsoft.com/office/drawing/2014/main" id="{DBAD4A88-EA72-3C0B-16E2-C087C3B6D9C6}"/>
                </a:ext>
              </a:extLst>
            </p:cNvPr>
            <p:cNvGrpSpPr/>
            <p:nvPr/>
          </p:nvGrpSpPr>
          <p:grpSpPr>
            <a:xfrm rot="5400000">
              <a:off x="12043009" y="3371012"/>
              <a:ext cx="165933" cy="74979"/>
              <a:chOff x="8184342" y="3489954"/>
              <a:chExt cx="319681" cy="142611"/>
            </a:xfrm>
          </p:grpSpPr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C480972A-7323-4FFC-5B58-6EFA917FF588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2" name="Oval 601">
                <a:extLst>
                  <a:ext uri="{FF2B5EF4-FFF2-40B4-BE49-F238E27FC236}">
                    <a16:creationId xmlns:a16="http://schemas.microsoft.com/office/drawing/2014/main" id="{4D46EAB0-2AE7-BDA9-0929-E1F5A42FF322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03" name="Group 602">
              <a:extLst>
                <a:ext uri="{FF2B5EF4-FFF2-40B4-BE49-F238E27FC236}">
                  <a16:creationId xmlns:a16="http://schemas.microsoft.com/office/drawing/2014/main" id="{28FC376F-D30C-D22A-4032-11B9216B3B99}"/>
                </a:ext>
              </a:extLst>
            </p:cNvPr>
            <p:cNvGrpSpPr/>
            <p:nvPr/>
          </p:nvGrpSpPr>
          <p:grpSpPr>
            <a:xfrm rot="5834681">
              <a:off x="12075442" y="3659973"/>
              <a:ext cx="165933" cy="74979"/>
              <a:chOff x="8184342" y="3489954"/>
              <a:chExt cx="319681" cy="142611"/>
            </a:xfrm>
          </p:grpSpPr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064D8C4A-5451-4046-405F-331BB2483919}"/>
                  </a:ext>
                </a:extLst>
              </p:cNvPr>
              <p:cNvSpPr/>
              <p:nvPr/>
            </p:nvSpPr>
            <p:spPr>
              <a:xfrm>
                <a:off x="8184342" y="3489954"/>
                <a:ext cx="319681" cy="142611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9681" h="142611">
                    <a:moveTo>
                      <a:pt x="30502" y="49921"/>
                    </a:moveTo>
                    <a:cubicBezTo>
                      <a:pt x="56674" y="35630"/>
                      <a:pt x="111377" y="-564"/>
                      <a:pt x="159556" y="7"/>
                    </a:cubicBezTo>
                    <a:cubicBezTo>
                      <a:pt x="207735" y="578"/>
                      <a:pt x="315766" y="30487"/>
                      <a:pt x="319576" y="53347"/>
                    </a:cubicBezTo>
                    <a:cubicBezTo>
                      <a:pt x="323386" y="76207"/>
                      <a:pt x="223056" y="123197"/>
                      <a:pt x="182416" y="137167"/>
                    </a:cubicBezTo>
                    <a:cubicBezTo>
                      <a:pt x="141776" y="151137"/>
                      <a:pt x="107486" y="133357"/>
                      <a:pt x="75736" y="137167"/>
                    </a:cubicBezTo>
                    <a:cubicBezTo>
                      <a:pt x="43986" y="140977"/>
                      <a:pt x="10064" y="100295"/>
                      <a:pt x="2525" y="85754"/>
                    </a:cubicBezTo>
                    <a:cubicBezTo>
                      <a:pt x="-5014" y="71213"/>
                      <a:pt x="4330" y="64212"/>
                      <a:pt x="30502" y="49921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5" name="Oval 604">
                <a:extLst>
                  <a:ext uri="{FF2B5EF4-FFF2-40B4-BE49-F238E27FC236}">
                    <a16:creationId xmlns:a16="http://schemas.microsoft.com/office/drawing/2014/main" id="{6B747534-D0FF-140D-A706-6D5DCDA7E59E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09" name="Group 608">
              <a:extLst>
                <a:ext uri="{FF2B5EF4-FFF2-40B4-BE49-F238E27FC236}">
                  <a16:creationId xmlns:a16="http://schemas.microsoft.com/office/drawing/2014/main" id="{764D86CE-94B8-A429-1700-BD0A3FF41479}"/>
                </a:ext>
              </a:extLst>
            </p:cNvPr>
            <p:cNvGrpSpPr/>
            <p:nvPr/>
          </p:nvGrpSpPr>
          <p:grpSpPr>
            <a:xfrm rot="6459887">
              <a:off x="12077055" y="3824767"/>
              <a:ext cx="129651" cy="100217"/>
              <a:chOff x="8184346" y="3462059"/>
              <a:chExt cx="344164" cy="217254"/>
            </a:xfrm>
          </p:grpSpPr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930AD28D-5212-5BA6-6439-BDCD06FC48DE}"/>
                  </a:ext>
                </a:extLst>
              </p:cNvPr>
              <p:cNvSpPr/>
              <p:nvPr/>
            </p:nvSpPr>
            <p:spPr>
              <a:xfrm>
                <a:off x="8184346" y="3462059"/>
                <a:ext cx="344164" cy="217254"/>
              </a:xfrm>
              <a:custGeom>
                <a:avLst/>
                <a:gdLst>
                  <a:gd name="connsiteX0" fmla="*/ 47089 w 260684"/>
                  <a:gd name="connsiteY0" fmla="*/ 76225 h 161087"/>
                  <a:gd name="connsiteX1" fmla="*/ 169009 w 260684"/>
                  <a:gd name="connsiteY1" fmla="*/ 25 h 161087"/>
                  <a:gd name="connsiteX2" fmla="*/ 260449 w 260684"/>
                  <a:gd name="connsiteY2" fmla="*/ 68605 h 161087"/>
                  <a:gd name="connsiteX3" fmla="*/ 191869 w 260684"/>
                  <a:gd name="connsiteY3" fmla="*/ 137185 h 161087"/>
                  <a:gd name="connsiteX4" fmla="*/ 85189 w 260684"/>
                  <a:gd name="connsiteY4" fmla="*/ 114325 h 161087"/>
                  <a:gd name="connsiteX5" fmla="*/ 1369 w 260684"/>
                  <a:gd name="connsiteY5" fmla="*/ 160045 h 161087"/>
                  <a:gd name="connsiteX6" fmla="*/ 47089 w 260684"/>
                  <a:gd name="connsiteY6" fmla="*/ 76225 h 161087"/>
                  <a:gd name="connsiteX0" fmla="*/ 47089 w 329134"/>
                  <a:gd name="connsiteY0" fmla="*/ 76492 h 161354"/>
                  <a:gd name="connsiteX1" fmla="*/ 169009 w 329134"/>
                  <a:gd name="connsiteY1" fmla="*/ 292 h 161354"/>
                  <a:gd name="connsiteX2" fmla="*/ 329029 w 329134"/>
                  <a:gd name="connsiteY2" fmla="*/ 53632 h 161354"/>
                  <a:gd name="connsiteX3" fmla="*/ 191869 w 329134"/>
                  <a:gd name="connsiteY3" fmla="*/ 137452 h 161354"/>
                  <a:gd name="connsiteX4" fmla="*/ 85189 w 329134"/>
                  <a:gd name="connsiteY4" fmla="*/ 114592 h 161354"/>
                  <a:gd name="connsiteX5" fmla="*/ 1369 w 329134"/>
                  <a:gd name="connsiteY5" fmla="*/ 160312 h 161354"/>
                  <a:gd name="connsiteX6" fmla="*/ 47089 w 329134"/>
                  <a:gd name="connsiteY6" fmla="*/ 76492 h 161354"/>
                  <a:gd name="connsiteX0" fmla="*/ 61945 w 343990"/>
                  <a:gd name="connsiteY0" fmla="*/ 76492 h 139231"/>
                  <a:gd name="connsiteX1" fmla="*/ 183865 w 343990"/>
                  <a:gd name="connsiteY1" fmla="*/ 292 h 139231"/>
                  <a:gd name="connsiteX2" fmla="*/ 343885 w 343990"/>
                  <a:gd name="connsiteY2" fmla="*/ 53632 h 139231"/>
                  <a:gd name="connsiteX3" fmla="*/ 206725 w 343990"/>
                  <a:gd name="connsiteY3" fmla="*/ 137452 h 139231"/>
                  <a:gd name="connsiteX4" fmla="*/ 100045 w 343990"/>
                  <a:gd name="connsiteY4" fmla="*/ 114592 h 139231"/>
                  <a:gd name="connsiteX5" fmla="*/ 985 w 343990"/>
                  <a:gd name="connsiteY5" fmla="*/ 99352 h 139231"/>
                  <a:gd name="connsiteX6" fmla="*/ 61945 w 343990"/>
                  <a:gd name="connsiteY6" fmla="*/ 76492 h 139231"/>
                  <a:gd name="connsiteX0" fmla="*/ 61682 w 343727"/>
                  <a:gd name="connsiteY0" fmla="*/ 76492 h 142896"/>
                  <a:gd name="connsiteX1" fmla="*/ 183602 w 343727"/>
                  <a:gd name="connsiteY1" fmla="*/ 292 h 142896"/>
                  <a:gd name="connsiteX2" fmla="*/ 343622 w 343727"/>
                  <a:gd name="connsiteY2" fmla="*/ 53632 h 142896"/>
                  <a:gd name="connsiteX3" fmla="*/ 206462 w 343727"/>
                  <a:gd name="connsiteY3" fmla="*/ 137452 h 142896"/>
                  <a:gd name="connsiteX4" fmla="*/ 99782 w 343727"/>
                  <a:gd name="connsiteY4" fmla="*/ 137452 h 142896"/>
                  <a:gd name="connsiteX5" fmla="*/ 722 w 343727"/>
                  <a:gd name="connsiteY5" fmla="*/ 99352 h 142896"/>
                  <a:gd name="connsiteX6" fmla="*/ 61682 w 343727"/>
                  <a:gd name="connsiteY6" fmla="*/ 76492 h 142896"/>
                  <a:gd name="connsiteX0" fmla="*/ 54974 w 344153"/>
                  <a:gd name="connsiteY0" fmla="*/ 49922 h 142612"/>
                  <a:gd name="connsiteX1" fmla="*/ 184028 w 344153"/>
                  <a:gd name="connsiteY1" fmla="*/ 8 h 142612"/>
                  <a:gd name="connsiteX2" fmla="*/ 344048 w 344153"/>
                  <a:gd name="connsiteY2" fmla="*/ 53348 h 142612"/>
                  <a:gd name="connsiteX3" fmla="*/ 206888 w 344153"/>
                  <a:gd name="connsiteY3" fmla="*/ 137168 h 142612"/>
                  <a:gd name="connsiteX4" fmla="*/ 100208 w 344153"/>
                  <a:gd name="connsiteY4" fmla="*/ 137168 h 142612"/>
                  <a:gd name="connsiteX5" fmla="*/ 1148 w 344153"/>
                  <a:gd name="connsiteY5" fmla="*/ 99068 h 142612"/>
                  <a:gd name="connsiteX6" fmla="*/ 54974 w 344153"/>
                  <a:gd name="connsiteY6" fmla="*/ 49922 h 142612"/>
                  <a:gd name="connsiteX0" fmla="*/ 30502 w 319681"/>
                  <a:gd name="connsiteY0" fmla="*/ 49921 h 142611"/>
                  <a:gd name="connsiteX1" fmla="*/ 159556 w 319681"/>
                  <a:gd name="connsiteY1" fmla="*/ 7 h 142611"/>
                  <a:gd name="connsiteX2" fmla="*/ 319576 w 319681"/>
                  <a:gd name="connsiteY2" fmla="*/ 53347 h 142611"/>
                  <a:gd name="connsiteX3" fmla="*/ 182416 w 319681"/>
                  <a:gd name="connsiteY3" fmla="*/ 137167 h 142611"/>
                  <a:gd name="connsiteX4" fmla="*/ 75736 w 319681"/>
                  <a:gd name="connsiteY4" fmla="*/ 137167 h 142611"/>
                  <a:gd name="connsiteX5" fmla="*/ 2525 w 319681"/>
                  <a:gd name="connsiteY5" fmla="*/ 85754 h 142611"/>
                  <a:gd name="connsiteX6" fmla="*/ 30502 w 319681"/>
                  <a:gd name="connsiteY6" fmla="*/ 49921 h 142611"/>
                  <a:gd name="connsiteX0" fmla="*/ 30502 w 322399"/>
                  <a:gd name="connsiteY0" fmla="*/ 49921 h 139234"/>
                  <a:gd name="connsiteX1" fmla="*/ 159556 w 322399"/>
                  <a:gd name="connsiteY1" fmla="*/ 7 h 139234"/>
                  <a:gd name="connsiteX2" fmla="*/ 319576 w 322399"/>
                  <a:gd name="connsiteY2" fmla="*/ 53347 h 139234"/>
                  <a:gd name="connsiteX3" fmla="*/ 256000 w 322399"/>
                  <a:gd name="connsiteY3" fmla="*/ 131393 h 139234"/>
                  <a:gd name="connsiteX4" fmla="*/ 182416 w 322399"/>
                  <a:gd name="connsiteY4" fmla="*/ 137167 h 139234"/>
                  <a:gd name="connsiteX5" fmla="*/ 75736 w 322399"/>
                  <a:gd name="connsiteY5" fmla="*/ 137167 h 139234"/>
                  <a:gd name="connsiteX6" fmla="*/ 2525 w 322399"/>
                  <a:gd name="connsiteY6" fmla="*/ 85754 h 139234"/>
                  <a:gd name="connsiteX7" fmla="*/ 30502 w 322399"/>
                  <a:gd name="connsiteY7" fmla="*/ 49921 h 139234"/>
                  <a:gd name="connsiteX0" fmla="*/ 30502 w 348698"/>
                  <a:gd name="connsiteY0" fmla="*/ 49921 h 188604"/>
                  <a:gd name="connsiteX1" fmla="*/ 159556 w 348698"/>
                  <a:gd name="connsiteY1" fmla="*/ 7 h 188604"/>
                  <a:gd name="connsiteX2" fmla="*/ 319576 w 348698"/>
                  <a:gd name="connsiteY2" fmla="*/ 53347 h 188604"/>
                  <a:gd name="connsiteX3" fmla="*/ 336131 w 348698"/>
                  <a:gd name="connsiteY3" fmla="*/ 186343 h 188604"/>
                  <a:gd name="connsiteX4" fmla="*/ 182416 w 348698"/>
                  <a:gd name="connsiteY4" fmla="*/ 137167 h 188604"/>
                  <a:gd name="connsiteX5" fmla="*/ 75736 w 348698"/>
                  <a:gd name="connsiteY5" fmla="*/ 137167 h 188604"/>
                  <a:gd name="connsiteX6" fmla="*/ 2525 w 348698"/>
                  <a:gd name="connsiteY6" fmla="*/ 85754 h 188604"/>
                  <a:gd name="connsiteX7" fmla="*/ 30502 w 348698"/>
                  <a:gd name="connsiteY7" fmla="*/ 49921 h 188604"/>
                  <a:gd name="connsiteX0" fmla="*/ 30502 w 344812"/>
                  <a:gd name="connsiteY0" fmla="*/ 52104 h 190787"/>
                  <a:gd name="connsiteX1" fmla="*/ 159556 w 344812"/>
                  <a:gd name="connsiteY1" fmla="*/ 2190 h 190787"/>
                  <a:gd name="connsiteX2" fmla="*/ 269222 w 344812"/>
                  <a:gd name="connsiteY2" fmla="*/ 13551 h 190787"/>
                  <a:gd name="connsiteX3" fmla="*/ 319576 w 344812"/>
                  <a:gd name="connsiteY3" fmla="*/ 55530 h 190787"/>
                  <a:gd name="connsiteX4" fmla="*/ 336131 w 344812"/>
                  <a:gd name="connsiteY4" fmla="*/ 188526 h 190787"/>
                  <a:gd name="connsiteX5" fmla="*/ 182416 w 344812"/>
                  <a:gd name="connsiteY5" fmla="*/ 139350 h 190787"/>
                  <a:gd name="connsiteX6" fmla="*/ 75736 w 344812"/>
                  <a:gd name="connsiteY6" fmla="*/ 139350 h 190787"/>
                  <a:gd name="connsiteX7" fmla="*/ 2525 w 344812"/>
                  <a:gd name="connsiteY7" fmla="*/ 87937 h 190787"/>
                  <a:gd name="connsiteX8" fmla="*/ 30502 w 344812"/>
                  <a:gd name="connsiteY8" fmla="*/ 52104 h 190787"/>
                  <a:gd name="connsiteX0" fmla="*/ 30502 w 344679"/>
                  <a:gd name="connsiteY0" fmla="*/ 58653 h 197336"/>
                  <a:gd name="connsiteX1" fmla="*/ 159556 w 344679"/>
                  <a:gd name="connsiteY1" fmla="*/ 8739 h 197336"/>
                  <a:gd name="connsiteX2" fmla="*/ 274129 w 344679"/>
                  <a:gd name="connsiteY2" fmla="*/ 5143 h 197336"/>
                  <a:gd name="connsiteX3" fmla="*/ 319576 w 344679"/>
                  <a:gd name="connsiteY3" fmla="*/ 62079 h 197336"/>
                  <a:gd name="connsiteX4" fmla="*/ 336131 w 344679"/>
                  <a:gd name="connsiteY4" fmla="*/ 195075 h 197336"/>
                  <a:gd name="connsiteX5" fmla="*/ 182416 w 344679"/>
                  <a:gd name="connsiteY5" fmla="*/ 145899 h 197336"/>
                  <a:gd name="connsiteX6" fmla="*/ 75736 w 344679"/>
                  <a:gd name="connsiteY6" fmla="*/ 145899 h 197336"/>
                  <a:gd name="connsiteX7" fmla="*/ 2525 w 344679"/>
                  <a:gd name="connsiteY7" fmla="*/ 94486 h 197336"/>
                  <a:gd name="connsiteX8" fmla="*/ 30502 w 344679"/>
                  <a:gd name="connsiteY8" fmla="*/ 58653 h 197336"/>
                  <a:gd name="connsiteX0" fmla="*/ 30502 w 344164"/>
                  <a:gd name="connsiteY0" fmla="*/ 77819 h 216502"/>
                  <a:gd name="connsiteX1" fmla="*/ 159556 w 344164"/>
                  <a:gd name="connsiteY1" fmla="*/ 27905 h 216502"/>
                  <a:gd name="connsiteX2" fmla="*/ 294525 w 344164"/>
                  <a:gd name="connsiteY2" fmla="*/ 2051 h 216502"/>
                  <a:gd name="connsiteX3" fmla="*/ 319576 w 344164"/>
                  <a:gd name="connsiteY3" fmla="*/ 81245 h 216502"/>
                  <a:gd name="connsiteX4" fmla="*/ 336131 w 344164"/>
                  <a:gd name="connsiteY4" fmla="*/ 214241 h 216502"/>
                  <a:gd name="connsiteX5" fmla="*/ 182416 w 344164"/>
                  <a:gd name="connsiteY5" fmla="*/ 165065 h 216502"/>
                  <a:gd name="connsiteX6" fmla="*/ 75736 w 344164"/>
                  <a:gd name="connsiteY6" fmla="*/ 165065 h 216502"/>
                  <a:gd name="connsiteX7" fmla="*/ 2525 w 344164"/>
                  <a:gd name="connsiteY7" fmla="*/ 113652 h 216502"/>
                  <a:gd name="connsiteX8" fmla="*/ 30502 w 344164"/>
                  <a:gd name="connsiteY8" fmla="*/ 77819 h 216502"/>
                  <a:gd name="connsiteX0" fmla="*/ 30502 w 344164"/>
                  <a:gd name="connsiteY0" fmla="*/ 77819 h 217254"/>
                  <a:gd name="connsiteX1" fmla="*/ 159556 w 344164"/>
                  <a:gd name="connsiteY1" fmla="*/ 27905 h 217254"/>
                  <a:gd name="connsiteX2" fmla="*/ 294525 w 344164"/>
                  <a:gd name="connsiteY2" fmla="*/ 2051 h 217254"/>
                  <a:gd name="connsiteX3" fmla="*/ 319576 w 344164"/>
                  <a:gd name="connsiteY3" fmla="*/ 81245 h 217254"/>
                  <a:gd name="connsiteX4" fmla="*/ 336131 w 344164"/>
                  <a:gd name="connsiteY4" fmla="*/ 214241 h 217254"/>
                  <a:gd name="connsiteX5" fmla="*/ 183610 w 344164"/>
                  <a:gd name="connsiteY5" fmla="*/ 181361 h 217254"/>
                  <a:gd name="connsiteX6" fmla="*/ 75736 w 344164"/>
                  <a:gd name="connsiteY6" fmla="*/ 165065 h 217254"/>
                  <a:gd name="connsiteX7" fmla="*/ 2525 w 344164"/>
                  <a:gd name="connsiteY7" fmla="*/ 113652 h 217254"/>
                  <a:gd name="connsiteX8" fmla="*/ 30502 w 344164"/>
                  <a:gd name="connsiteY8" fmla="*/ 77819 h 217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4164" h="217254">
                    <a:moveTo>
                      <a:pt x="30502" y="77819"/>
                    </a:moveTo>
                    <a:cubicBezTo>
                      <a:pt x="56674" y="63528"/>
                      <a:pt x="115552" y="40533"/>
                      <a:pt x="159556" y="27905"/>
                    </a:cubicBezTo>
                    <a:cubicBezTo>
                      <a:pt x="203560" y="15277"/>
                      <a:pt x="267855" y="-6839"/>
                      <a:pt x="294525" y="2051"/>
                    </a:cubicBezTo>
                    <a:cubicBezTo>
                      <a:pt x="321195" y="10941"/>
                      <a:pt x="312642" y="45880"/>
                      <a:pt x="319576" y="81245"/>
                    </a:cubicBezTo>
                    <a:cubicBezTo>
                      <a:pt x="326510" y="116610"/>
                      <a:pt x="358991" y="200271"/>
                      <a:pt x="336131" y="214241"/>
                    </a:cubicBezTo>
                    <a:cubicBezTo>
                      <a:pt x="313271" y="228211"/>
                      <a:pt x="227009" y="189557"/>
                      <a:pt x="183610" y="181361"/>
                    </a:cubicBezTo>
                    <a:cubicBezTo>
                      <a:pt x="140211" y="173165"/>
                      <a:pt x="107486" y="161255"/>
                      <a:pt x="75736" y="165065"/>
                    </a:cubicBezTo>
                    <a:cubicBezTo>
                      <a:pt x="43986" y="168875"/>
                      <a:pt x="10064" y="128193"/>
                      <a:pt x="2525" y="113652"/>
                    </a:cubicBezTo>
                    <a:cubicBezTo>
                      <a:pt x="-5014" y="99111"/>
                      <a:pt x="4330" y="92110"/>
                      <a:pt x="30502" y="77819"/>
                    </a:cubicBezTo>
                    <a:close/>
                  </a:path>
                </a:pathLst>
              </a:custGeom>
              <a:solidFill>
                <a:srgbClr val="C579E7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1" name="Oval 610">
                <a:extLst>
                  <a:ext uri="{FF2B5EF4-FFF2-40B4-BE49-F238E27FC236}">
                    <a16:creationId xmlns:a16="http://schemas.microsoft.com/office/drawing/2014/main" id="{EFCD3E40-C396-7055-C97C-CB6B8C9BCF9F}"/>
                  </a:ext>
                </a:extLst>
              </p:cNvPr>
              <p:cNvSpPr/>
              <p:nvPr/>
            </p:nvSpPr>
            <p:spPr>
              <a:xfrm rot="10800000" flipV="1">
                <a:off x="8307846" y="3536763"/>
                <a:ext cx="70852" cy="51852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1" name="Graphic 20" descr="Cursor with solid fill">
            <a:extLst>
              <a:ext uri="{FF2B5EF4-FFF2-40B4-BE49-F238E27FC236}">
                <a16:creationId xmlns:a16="http://schemas.microsoft.com/office/drawing/2014/main" id="{686A0B36-EEBC-750D-FFFD-09BDD19EA9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5532" y="526227"/>
            <a:ext cx="301752" cy="301752"/>
          </a:xfrm>
          <a:prstGeom prst="rect">
            <a:avLst/>
          </a:prstGeom>
        </p:spPr>
      </p:pic>
      <p:pic>
        <p:nvPicPr>
          <p:cNvPr id="26" name="Graphic 25" descr="Cursor with solid fill">
            <a:extLst>
              <a:ext uri="{FF2B5EF4-FFF2-40B4-BE49-F238E27FC236}">
                <a16:creationId xmlns:a16="http://schemas.microsoft.com/office/drawing/2014/main" id="{3D32A66E-3B5E-AF61-C7C7-B6DC37B715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5532" y="1746517"/>
            <a:ext cx="301752" cy="301752"/>
          </a:xfrm>
          <a:prstGeom prst="rect">
            <a:avLst/>
          </a:prstGeom>
        </p:spPr>
      </p:pic>
      <p:pic>
        <p:nvPicPr>
          <p:cNvPr id="35" name="Graphic 34" descr="Cursor with solid fill">
            <a:extLst>
              <a:ext uri="{FF2B5EF4-FFF2-40B4-BE49-F238E27FC236}">
                <a16:creationId xmlns:a16="http://schemas.microsoft.com/office/drawing/2014/main" id="{F0B650FB-7F57-39FF-34EC-E5A1621947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5532" y="4168791"/>
            <a:ext cx="301752" cy="301752"/>
          </a:xfrm>
          <a:prstGeom prst="rect">
            <a:avLst/>
          </a:prstGeom>
        </p:spPr>
      </p:pic>
      <p:sp>
        <p:nvSpPr>
          <p:cNvPr id="59" name="Rounded Rectangle 6">
            <a:hlinkClick r:id="rId9" action="ppaction://hlinksldjump"/>
            <a:extLst>
              <a:ext uri="{FF2B5EF4-FFF2-40B4-BE49-F238E27FC236}">
                <a16:creationId xmlns:a16="http://schemas.microsoft.com/office/drawing/2014/main" id="{B805F404-98C1-91D8-2050-4FADF93F34C4}"/>
              </a:ext>
            </a:extLst>
          </p:cNvPr>
          <p:cNvSpPr/>
          <p:nvPr/>
        </p:nvSpPr>
        <p:spPr>
          <a:xfrm>
            <a:off x="253999" y="857478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Screening</a:t>
            </a:r>
          </a:p>
        </p:txBody>
      </p:sp>
      <p:pic>
        <p:nvPicPr>
          <p:cNvPr id="61" name="Graphic 60" descr="Cursor with solid fill">
            <a:extLst>
              <a:ext uri="{FF2B5EF4-FFF2-40B4-BE49-F238E27FC236}">
                <a16:creationId xmlns:a16="http://schemas.microsoft.com/office/drawing/2014/main" id="{0ABBE385-EB86-2FAF-89A4-ADA67D8A4A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5532" y="1138649"/>
            <a:ext cx="301752" cy="301752"/>
          </a:xfrm>
          <a:prstGeom prst="rect">
            <a:avLst/>
          </a:prstGeom>
        </p:spPr>
      </p:pic>
      <p:sp>
        <p:nvSpPr>
          <p:cNvPr id="62" name="Rounded Rectangle 11">
            <a:hlinkClick r:id="rId10" action="ppaction://hlinksldjump"/>
            <a:extLst>
              <a:ext uri="{FF2B5EF4-FFF2-40B4-BE49-F238E27FC236}">
                <a16:creationId xmlns:a16="http://schemas.microsoft.com/office/drawing/2014/main" id="{5E9CC9C8-AEC8-7B52-08B2-12538DEDE12F}"/>
              </a:ext>
            </a:extLst>
          </p:cNvPr>
          <p:cNvSpPr/>
          <p:nvPr/>
        </p:nvSpPr>
        <p:spPr>
          <a:xfrm>
            <a:off x="577861" y="3279758"/>
            <a:ext cx="1640533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High risk</a:t>
            </a: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6A31894D-9A2B-B0FA-62DE-C0EC851202E6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3444" y="1983054"/>
            <a:ext cx="436042" cy="222036"/>
          </a:xfrm>
          <a:prstGeom prst="bentConnector3">
            <a:avLst>
              <a:gd name="adj1" fmla="val 10024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: Elbow 452">
            <a:extLst>
              <a:ext uri="{FF2B5EF4-FFF2-40B4-BE49-F238E27FC236}">
                <a16:creationId xmlns:a16="http://schemas.microsoft.com/office/drawing/2014/main" id="{746A736D-B8C8-70D1-B515-7265C651EB3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2926" y="2464993"/>
            <a:ext cx="622456" cy="20741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Rounded Rectangle 11">
            <a:hlinkClick r:id="rId11" action="ppaction://hlinksldjump"/>
            <a:extLst>
              <a:ext uri="{FF2B5EF4-FFF2-40B4-BE49-F238E27FC236}">
                <a16:creationId xmlns:a16="http://schemas.microsoft.com/office/drawing/2014/main" id="{D963DF26-EB32-6481-5729-9E8612972EC3}"/>
              </a:ext>
            </a:extLst>
          </p:cNvPr>
          <p:cNvSpPr/>
          <p:nvPr/>
        </p:nvSpPr>
        <p:spPr>
          <a:xfrm>
            <a:off x="577859" y="2068618"/>
            <a:ext cx="164053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Surveillance</a:t>
            </a:r>
          </a:p>
        </p:txBody>
      </p:sp>
      <p:pic>
        <p:nvPicPr>
          <p:cNvPr id="461" name="Graphic 460" descr="Cursor with solid fill">
            <a:extLst>
              <a:ext uri="{FF2B5EF4-FFF2-40B4-BE49-F238E27FC236}">
                <a16:creationId xmlns:a16="http://schemas.microsoft.com/office/drawing/2014/main" id="{56E44783-ABE9-B802-B0E2-8062399B56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5532" y="2340633"/>
            <a:ext cx="301752" cy="301752"/>
          </a:xfrm>
          <a:prstGeom prst="rect">
            <a:avLst/>
          </a:prstGeom>
        </p:spPr>
      </p:pic>
      <p:pic>
        <p:nvPicPr>
          <p:cNvPr id="462" name="Graphic 461" descr="Cursor with solid fill">
            <a:extLst>
              <a:ext uri="{FF2B5EF4-FFF2-40B4-BE49-F238E27FC236}">
                <a16:creationId xmlns:a16="http://schemas.microsoft.com/office/drawing/2014/main" id="{3DD185E2-1797-469D-5C46-09F79C496F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5532" y="3556370"/>
            <a:ext cx="301752" cy="301752"/>
          </a:xfrm>
          <a:prstGeom prst="rect">
            <a:avLst/>
          </a:prstGeom>
        </p:spPr>
      </p:pic>
      <p:cxnSp>
        <p:nvCxnSpPr>
          <p:cNvPr id="463" name="Connector: Elbow 462">
            <a:extLst>
              <a:ext uri="{FF2B5EF4-FFF2-40B4-BE49-F238E27FC236}">
                <a16:creationId xmlns:a16="http://schemas.microsoft.com/office/drawing/2014/main" id="{80A5C952-B338-F848-C22F-9985D524CF5D}"/>
              </a:ext>
            </a:extLst>
          </p:cNvPr>
          <p:cNvCxnSpPr>
            <a:cxnSpLocks/>
            <a:endCxn id="62" idx="1"/>
          </p:cNvCxnSpPr>
          <p:nvPr/>
        </p:nvCxnSpPr>
        <p:spPr>
          <a:xfrm rot="16200000" flipH="1">
            <a:off x="134535" y="3042172"/>
            <a:ext cx="679236" cy="20741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1" name="Rounded Rectangle 11">
            <a:hlinkClick r:id="rId12" action="ppaction://hlinksldjump"/>
            <a:extLst>
              <a:ext uri="{FF2B5EF4-FFF2-40B4-BE49-F238E27FC236}">
                <a16:creationId xmlns:a16="http://schemas.microsoft.com/office/drawing/2014/main" id="{683A3688-E340-3199-78C5-EE70EA8E2EA8}"/>
              </a:ext>
            </a:extLst>
          </p:cNvPr>
          <p:cNvSpPr/>
          <p:nvPr/>
        </p:nvSpPr>
        <p:spPr>
          <a:xfrm>
            <a:off x="577861" y="2674188"/>
            <a:ext cx="1640533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Further Tx</a:t>
            </a:r>
          </a:p>
        </p:txBody>
      </p:sp>
      <p:pic>
        <p:nvPicPr>
          <p:cNvPr id="65" name="Graphic 64" descr="Cursor with solid fill">
            <a:extLst>
              <a:ext uri="{FF2B5EF4-FFF2-40B4-BE49-F238E27FC236}">
                <a16:creationId xmlns:a16="http://schemas.microsoft.com/office/drawing/2014/main" id="{AE4FBF2A-752B-1ADD-AFF4-A68AAAE508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5532" y="2953054"/>
            <a:ext cx="301752" cy="3017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696E675-898D-31CC-654C-2AF873B8BB68}"/>
              </a:ext>
            </a:extLst>
          </p:cNvPr>
          <p:cNvSpPr/>
          <p:nvPr/>
        </p:nvSpPr>
        <p:spPr>
          <a:xfrm>
            <a:off x="0" y="6600110"/>
            <a:ext cx="20714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/>
              <a:t>Images created with </a:t>
            </a:r>
            <a:r>
              <a:rPr lang="en-US" sz="1000" dirty="0" err="1"/>
              <a:t>BioRender.com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0694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4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6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5"/>
                  </p:tgtEl>
                </p:cond>
              </p:nextCondLst>
            </p:seq>
          </p:childTnLst>
        </p:cTn>
      </p:par>
    </p:tnLst>
    <p:bldLst>
      <p:bldP spid="55" grpId="0"/>
      <p:bldP spid="57" grpId="0"/>
      <p:bldP spid="12" grpId="0" animBg="1"/>
      <p:bldP spid="13" grpId="0" animBg="1"/>
      <p:bldP spid="75" grpId="0" animBg="1"/>
      <p:bldP spid="75" grpId="1" animBg="1"/>
      <p:bldP spid="185" grpId="0"/>
      <p:bldP spid="185" grpId="1"/>
      <p:bldP spid="613" grpId="0" animBg="1"/>
      <p:bldP spid="614" grpId="0" animBg="1"/>
      <p:bldP spid="615" grpId="0" animBg="1"/>
      <p:bldP spid="616" grpId="0" animBg="1"/>
      <p:bldP spid="618" grpId="0" animBg="1"/>
      <p:bldP spid="620" grpId="0" animBg="1"/>
      <p:bldP spid="621" grpId="0" animBg="1"/>
      <p:bldP spid="622" grpId="0" animBg="1"/>
      <p:bldP spid="623" grpId="0" animBg="1"/>
      <p:bldP spid="624" grpId="0" animBg="1"/>
      <p:bldP spid="624" grpId="1" animBg="1"/>
      <p:bldP spid="625" grpId="0" animBg="1"/>
      <p:bldP spid="625" grpId="1" animBg="1"/>
      <p:bldP spid="628" grpId="0" animBg="1"/>
      <p:bldP spid="629" grpId="0" animBg="1"/>
      <p:bldP spid="632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Management">
            <a:extLst>
              <a:ext uri="{FF2B5EF4-FFF2-40B4-BE49-F238E27FC236}">
                <a16:creationId xmlns:a16="http://schemas.microsoft.com/office/drawing/2014/main" id="{704581C4-66EC-CA10-D446-5B03B84DF37F}"/>
              </a:ext>
            </a:extLst>
          </p:cNvPr>
          <p:cNvSpPr/>
          <p:nvPr/>
        </p:nvSpPr>
        <p:spPr>
          <a:xfrm>
            <a:off x="4625077" y="2312093"/>
            <a:ext cx="1624235" cy="41311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Management</a:t>
            </a:r>
          </a:p>
        </p:txBody>
      </p:sp>
      <p:sp>
        <p:nvSpPr>
          <p:cNvPr id="21" name="TAH">
            <a:extLst>
              <a:ext uri="{FF2B5EF4-FFF2-40B4-BE49-F238E27FC236}">
                <a16:creationId xmlns:a16="http://schemas.microsoft.com/office/drawing/2014/main" id="{C0ED376E-CAA1-DEA9-7115-2E60040AF99B}"/>
              </a:ext>
            </a:extLst>
          </p:cNvPr>
          <p:cNvSpPr txBox="1"/>
          <p:nvPr/>
        </p:nvSpPr>
        <p:spPr>
          <a:xfrm>
            <a:off x="8075971" y="2166323"/>
            <a:ext cx="1820283" cy="646986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Total hysterectomy (no cervix)</a:t>
            </a:r>
          </a:p>
        </p:txBody>
      </p:sp>
      <p:sp>
        <p:nvSpPr>
          <p:cNvPr id="22" name="Excision or ablation">
            <a:extLst>
              <a:ext uri="{FF2B5EF4-FFF2-40B4-BE49-F238E27FC236}">
                <a16:creationId xmlns:a16="http://schemas.microsoft.com/office/drawing/2014/main" id="{C0AEB923-5839-63EB-A3B9-A91AB8995931}"/>
              </a:ext>
            </a:extLst>
          </p:cNvPr>
          <p:cNvSpPr txBox="1"/>
          <p:nvPr/>
        </p:nvSpPr>
        <p:spPr>
          <a:xfrm>
            <a:off x="10234419" y="2165555"/>
            <a:ext cx="1308817" cy="646986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b">
            <a:spAutoFit/>
          </a:bodyPr>
          <a:lstStyle/>
          <a:p>
            <a:pPr algn="ctr"/>
            <a:r>
              <a:rPr lang="en-US" sz="1600" dirty="0"/>
              <a:t>Excision or ablation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740CCB-C82A-C10D-2E4D-F55A61152F74}"/>
              </a:ext>
            </a:extLst>
          </p:cNvPr>
          <p:cNvSpPr txBox="1"/>
          <p:nvPr/>
        </p:nvSpPr>
        <p:spPr>
          <a:xfrm>
            <a:off x="8140783" y="4842528"/>
            <a:ext cx="3417456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3 consecutive annual negative HPV-based tests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B1CB19-D8B9-4819-0F6C-1D34C2FCBACA}"/>
              </a:ext>
            </a:extLst>
          </p:cNvPr>
          <p:cNvSpPr/>
          <p:nvPr/>
        </p:nvSpPr>
        <p:spPr>
          <a:xfrm>
            <a:off x="10111096" y="3903154"/>
            <a:ext cx="1533124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/>
              <a:t>HPV-based test at 6 months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7A96AE70-F316-3A61-4CB4-D490DD1A1F08}"/>
              </a:ext>
            </a:extLst>
          </p:cNvPr>
          <p:cNvCxnSpPr>
            <a:cxnSpLocks/>
            <a:stCxn id="257" idx="2"/>
            <a:endCxn id="33" idx="0"/>
          </p:cNvCxnSpPr>
          <p:nvPr/>
        </p:nvCxnSpPr>
        <p:spPr>
          <a:xfrm>
            <a:off x="10875312" y="3485271"/>
            <a:ext cx="2346" cy="4178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06E26B24-82F5-B2DB-8D36-BFA0768A255A}"/>
              </a:ext>
            </a:extLst>
          </p:cNvPr>
          <p:cNvCxnSpPr>
            <a:cxnSpLocks/>
            <a:stCxn id="247" idx="2"/>
          </p:cNvCxnSpPr>
          <p:nvPr/>
        </p:nvCxnSpPr>
        <p:spPr>
          <a:xfrm>
            <a:off x="8985131" y="3483204"/>
            <a:ext cx="982" cy="135932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CB6DDFC9-6A9B-9316-EF82-BC8A4CE65AF0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10875312" y="4487929"/>
            <a:ext cx="2346" cy="3545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5723807C-E6CB-BD63-0F4F-91C835B94EF3}"/>
              </a:ext>
            </a:extLst>
          </p:cNvPr>
          <p:cNvSpPr txBox="1"/>
          <p:nvPr/>
        </p:nvSpPr>
        <p:spPr>
          <a:xfrm>
            <a:off x="8113965" y="5819969"/>
            <a:ext cx="3471091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/>
              <a:t>q3yr HPV-based test for ≥25 years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C6732AF8-54CF-D1CC-86D1-50E873836C36}"/>
              </a:ext>
            </a:extLst>
          </p:cNvPr>
          <p:cNvCxnSpPr>
            <a:cxnSpLocks/>
            <a:stCxn id="31" idx="2"/>
            <a:endCxn id="111" idx="0"/>
          </p:cNvCxnSpPr>
          <p:nvPr/>
        </p:nvCxnSpPr>
        <p:spPr>
          <a:xfrm>
            <a:off x="9849511" y="5427303"/>
            <a:ext cx="0" cy="3926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90F1F97-2E50-FF37-13E8-4EE34BA2EEE4}"/>
              </a:ext>
            </a:extLst>
          </p:cNvPr>
          <p:cNvSpPr txBox="1"/>
          <p:nvPr/>
        </p:nvSpPr>
        <p:spPr>
          <a:xfrm>
            <a:off x="3595958" y="138900"/>
            <a:ext cx="6094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Management – High Risk Patients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89260EC-1E64-7DA2-BC92-8DDDC7BF6661}"/>
              </a:ext>
            </a:extLst>
          </p:cNvPr>
          <p:cNvSpPr txBox="1"/>
          <p:nvPr/>
        </p:nvSpPr>
        <p:spPr>
          <a:xfrm>
            <a:off x="3698499" y="1081758"/>
            <a:ext cx="3477390" cy="107721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600" dirty="0"/>
              <a:t>HIV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600" dirty="0"/>
              <a:t>Solid organ or stem cell transplant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600" dirty="0"/>
              <a:t>SLE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600" dirty="0"/>
              <a:t>IBD or RA on immunosuppression</a:t>
            </a:r>
          </a:p>
        </p:txBody>
      </p:sp>
      <p:sp>
        <p:nvSpPr>
          <p:cNvPr id="179" name="Management">
            <a:extLst>
              <a:ext uri="{FF2B5EF4-FFF2-40B4-BE49-F238E27FC236}">
                <a16:creationId xmlns:a16="http://schemas.microsoft.com/office/drawing/2014/main" id="{2BC3B179-DB54-7CED-F24B-FBD00E4E5AA3}"/>
              </a:ext>
            </a:extLst>
          </p:cNvPr>
          <p:cNvSpPr/>
          <p:nvPr/>
        </p:nvSpPr>
        <p:spPr>
          <a:xfrm>
            <a:off x="4625077" y="2312093"/>
            <a:ext cx="1624235" cy="413119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Management</a:t>
            </a:r>
          </a:p>
        </p:txBody>
      </p:sp>
      <p:pic>
        <p:nvPicPr>
          <p:cNvPr id="180" name="Graphic 179" descr="Cursor with solid fill">
            <a:extLst>
              <a:ext uri="{FF2B5EF4-FFF2-40B4-BE49-F238E27FC236}">
                <a16:creationId xmlns:a16="http://schemas.microsoft.com/office/drawing/2014/main" id="{B886F315-2152-A5F6-DEA7-004E822289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03642" y="2583991"/>
            <a:ext cx="301752" cy="301752"/>
          </a:xfrm>
          <a:prstGeom prst="rect">
            <a:avLst/>
          </a:prstGeom>
        </p:spPr>
      </p:pic>
      <p:sp>
        <p:nvSpPr>
          <p:cNvPr id="191" name="TextBox 190">
            <a:extLst>
              <a:ext uri="{FF2B5EF4-FFF2-40B4-BE49-F238E27FC236}">
                <a16:creationId xmlns:a16="http://schemas.microsoft.com/office/drawing/2014/main" id="{88BE9A37-4E21-842C-EC13-EEBB63688A86}"/>
              </a:ext>
            </a:extLst>
          </p:cNvPr>
          <p:cNvSpPr txBox="1"/>
          <p:nvPr/>
        </p:nvSpPr>
        <p:spPr>
          <a:xfrm>
            <a:off x="3619113" y="2835498"/>
            <a:ext cx="36361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Colposcopy indicated for:</a:t>
            </a:r>
          </a:p>
          <a:p>
            <a:pPr marL="285750" indent="-285750">
              <a:buFontTx/>
              <a:buChar char="-"/>
            </a:pPr>
            <a:r>
              <a:rPr lang="en-US" dirty="0"/>
              <a:t>ASC-US and HPV +</a:t>
            </a:r>
          </a:p>
          <a:p>
            <a:pPr marL="285750" indent="-285750">
              <a:buFontTx/>
              <a:buChar char="-"/>
            </a:pPr>
            <a:r>
              <a:rPr lang="en-US" dirty="0"/>
              <a:t>LSIL | ASC-H | AGC or HSIL regardless of HPV status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4E10C043-128E-484D-2C23-81BD42A870B6}"/>
              </a:ext>
            </a:extLst>
          </p:cNvPr>
          <p:cNvSpPr txBox="1"/>
          <p:nvPr/>
        </p:nvSpPr>
        <p:spPr>
          <a:xfrm>
            <a:off x="8445210" y="729861"/>
            <a:ext cx="2665361" cy="40862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History of CIN2 or CIN3</a:t>
            </a:r>
          </a:p>
        </p:txBody>
      </p:sp>
      <p:sp>
        <p:nvSpPr>
          <p:cNvPr id="203" name="Hx of CIN 2 or 3">
            <a:extLst>
              <a:ext uri="{FF2B5EF4-FFF2-40B4-BE49-F238E27FC236}">
                <a16:creationId xmlns:a16="http://schemas.microsoft.com/office/drawing/2014/main" id="{E8E20A1F-8919-3A77-28A8-2B400099B5A6}"/>
              </a:ext>
            </a:extLst>
          </p:cNvPr>
          <p:cNvSpPr txBox="1"/>
          <p:nvPr/>
        </p:nvSpPr>
        <p:spPr>
          <a:xfrm>
            <a:off x="8445210" y="717879"/>
            <a:ext cx="2665361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History of CIN2 or CIN3</a:t>
            </a:r>
          </a:p>
        </p:txBody>
      </p:sp>
      <p:pic>
        <p:nvPicPr>
          <p:cNvPr id="204" name="Graphic 203" descr="Cursor with solid fill">
            <a:extLst>
              <a:ext uri="{FF2B5EF4-FFF2-40B4-BE49-F238E27FC236}">
                <a16:creationId xmlns:a16="http://schemas.microsoft.com/office/drawing/2014/main" id="{DA733AA8-F672-734D-4CD8-E731D4E23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62457" y="975928"/>
            <a:ext cx="301752" cy="301752"/>
          </a:xfrm>
          <a:prstGeom prst="rect">
            <a:avLst/>
          </a:prstGeom>
        </p:spPr>
      </p:pic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A57C3D5A-E8E2-BA53-BB32-FAC703BC8DE2}"/>
              </a:ext>
            </a:extLst>
          </p:cNvPr>
          <p:cNvCxnSpPr>
            <a:cxnSpLocks/>
          </p:cNvCxnSpPr>
          <p:nvPr/>
        </p:nvCxnSpPr>
        <p:spPr>
          <a:xfrm flipV="1">
            <a:off x="7615996" y="720944"/>
            <a:ext cx="0" cy="5970189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1" name="Rectangle 210">
            <a:extLst>
              <a:ext uri="{FF2B5EF4-FFF2-40B4-BE49-F238E27FC236}">
                <a16:creationId xmlns:a16="http://schemas.microsoft.com/office/drawing/2014/main" id="{22B1E930-6BAE-A693-BDD2-4912989AE08E}"/>
              </a:ext>
            </a:extLst>
          </p:cNvPr>
          <p:cNvSpPr/>
          <p:nvPr/>
        </p:nvSpPr>
        <p:spPr>
          <a:xfrm>
            <a:off x="9194677" y="1355311"/>
            <a:ext cx="1435983" cy="3829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Surveillance</a:t>
            </a:r>
          </a:p>
        </p:txBody>
      </p:sp>
      <p:cxnSp>
        <p:nvCxnSpPr>
          <p:cNvPr id="213" name="Connector: Elbow 212">
            <a:extLst>
              <a:ext uri="{FF2B5EF4-FFF2-40B4-BE49-F238E27FC236}">
                <a16:creationId xmlns:a16="http://schemas.microsoft.com/office/drawing/2014/main" id="{98E73C76-5B01-494D-1A07-9979550545A5}"/>
              </a:ext>
            </a:extLst>
          </p:cNvPr>
          <p:cNvCxnSpPr>
            <a:cxnSpLocks/>
            <a:stCxn id="211" idx="2"/>
            <a:endCxn id="21" idx="0"/>
          </p:cNvCxnSpPr>
          <p:nvPr/>
        </p:nvCxnSpPr>
        <p:spPr>
          <a:xfrm rot="5400000">
            <a:off x="9235367" y="1489021"/>
            <a:ext cx="428048" cy="92655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5" name="Connector: Elbow 214">
            <a:extLst>
              <a:ext uri="{FF2B5EF4-FFF2-40B4-BE49-F238E27FC236}">
                <a16:creationId xmlns:a16="http://schemas.microsoft.com/office/drawing/2014/main" id="{3020E337-1B86-DB77-70D7-9657961B1AB6}"/>
              </a:ext>
            </a:extLst>
          </p:cNvPr>
          <p:cNvCxnSpPr>
            <a:cxnSpLocks/>
            <a:stCxn id="211" idx="2"/>
            <a:endCxn id="22" idx="0"/>
          </p:cNvCxnSpPr>
          <p:nvPr/>
        </p:nvCxnSpPr>
        <p:spPr>
          <a:xfrm rot="16200000" flipH="1">
            <a:off x="10187108" y="1463835"/>
            <a:ext cx="427280" cy="9761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2" name="Graphic 241" descr="Cursor with solid fill">
            <a:extLst>
              <a:ext uri="{FF2B5EF4-FFF2-40B4-BE49-F238E27FC236}">
                <a16:creationId xmlns:a16="http://schemas.microsoft.com/office/drawing/2014/main" id="{F9DAAB33-53AA-D4E3-E905-507D02ECDD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40772" y="2665941"/>
            <a:ext cx="301752" cy="301752"/>
          </a:xfrm>
          <a:prstGeom prst="rect">
            <a:avLst/>
          </a:prstGeom>
        </p:spPr>
      </p:pic>
      <p:pic>
        <p:nvPicPr>
          <p:cNvPr id="243" name="Graphic 242" descr="Cursor with solid fill">
            <a:extLst>
              <a:ext uri="{FF2B5EF4-FFF2-40B4-BE49-F238E27FC236}">
                <a16:creationId xmlns:a16="http://schemas.microsoft.com/office/drawing/2014/main" id="{06F93052-4D1B-C53E-D026-C3E53A029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85978" y="2674429"/>
            <a:ext cx="301752" cy="301752"/>
          </a:xfrm>
          <a:prstGeom prst="rect">
            <a:avLst/>
          </a:prstGeom>
        </p:spPr>
      </p:pic>
      <p:grpSp>
        <p:nvGrpSpPr>
          <p:cNvPr id="248" name="Group 247">
            <a:extLst>
              <a:ext uri="{FF2B5EF4-FFF2-40B4-BE49-F238E27FC236}">
                <a16:creationId xmlns:a16="http://schemas.microsoft.com/office/drawing/2014/main" id="{1E8FB99C-E082-AADD-525F-EE88762449FF}"/>
              </a:ext>
            </a:extLst>
          </p:cNvPr>
          <p:cNvGrpSpPr/>
          <p:nvPr/>
        </p:nvGrpSpPr>
        <p:grpSpPr>
          <a:xfrm>
            <a:off x="8074989" y="2159765"/>
            <a:ext cx="1820283" cy="1323439"/>
            <a:chOff x="8780022" y="1643187"/>
            <a:chExt cx="1820283" cy="1323439"/>
          </a:xfrm>
        </p:grpSpPr>
        <p:sp>
          <p:nvSpPr>
            <p:cNvPr id="247" name="TAH">
              <a:extLst>
                <a:ext uri="{FF2B5EF4-FFF2-40B4-BE49-F238E27FC236}">
                  <a16:creationId xmlns:a16="http://schemas.microsoft.com/office/drawing/2014/main" id="{5710C5D9-20F4-75F0-B711-7D46CE6ECEA5}"/>
                </a:ext>
              </a:extLst>
            </p:cNvPr>
            <p:cNvSpPr txBox="1"/>
            <p:nvPr/>
          </p:nvSpPr>
          <p:spPr>
            <a:xfrm>
              <a:off x="8780022" y="1643187"/>
              <a:ext cx="1820283" cy="1323439"/>
            </a:xfrm>
            <a:prstGeom prst="roundRect">
              <a:avLst>
                <a:gd name="adj" fmla="val 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Total hysterectomy (no cervix)</a:t>
              </a:r>
            </a:p>
            <a:p>
              <a:pPr algn="ctr"/>
              <a:endParaRPr lang="en-US" sz="1600" dirty="0"/>
            </a:p>
            <a:p>
              <a:pPr algn="ctr"/>
              <a:endParaRPr lang="en-US" sz="1600" dirty="0"/>
            </a:p>
            <a:p>
              <a:pPr algn="ctr"/>
              <a:endParaRPr lang="en-US" sz="1600" dirty="0"/>
            </a:p>
          </p:txBody>
        </p:sp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8A548694-FAB9-61DE-8A54-FF6AE0585895}"/>
                </a:ext>
              </a:extLst>
            </p:cNvPr>
            <p:cNvGrpSpPr/>
            <p:nvPr/>
          </p:nvGrpSpPr>
          <p:grpSpPr>
            <a:xfrm>
              <a:off x="9224872" y="2211222"/>
              <a:ext cx="897641" cy="740403"/>
              <a:chOff x="8790098" y="2606047"/>
              <a:chExt cx="897641" cy="740403"/>
            </a:xfrm>
          </p:grpSpPr>
          <p:grpSp>
            <p:nvGrpSpPr>
              <p:cNvPr id="227" name="Group 226">
                <a:extLst>
                  <a:ext uri="{FF2B5EF4-FFF2-40B4-BE49-F238E27FC236}">
                    <a16:creationId xmlns:a16="http://schemas.microsoft.com/office/drawing/2014/main" id="{4CB83F92-3DBE-1AA3-C152-765644556189}"/>
                  </a:ext>
                </a:extLst>
              </p:cNvPr>
              <p:cNvGrpSpPr/>
              <p:nvPr/>
            </p:nvGrpSpPr>
            <p:grpSpPr>
              <a:xfrm>
                <a:off x="8907190" y="2653754"/>
                <a:ext cx="643896" cy="630193"/>
                <a:chOff x="8907190" y="2547406"/>
                <a:chExt cx="1371600" cy="1325058"/>
              </a:xfrm>
            </p:grpSpPr>
            <p:sp>
              <p:nvSpPr>
                <p:cNvPr id="224" name="Oval 223">
                  <a:extLst>
                    <a:ext uri="{FF2B5EF4-FFF2-40B4-BE49-F238E27FC236}">
                      <a16:creationId xmlns:a16="http://schemas.microsoft.com/office/drawing/2014/main" id="{B66778EE-862C-6EDC-EA9B-F08375F9B1E8}"/>
                    </a:ext>
                  </a:extLst>
                </p:cNvPr>
                <p:cNvSpPr/>
                <p:nvPr/>
              </p:nvSpPr>
              <p:spPr>
                <a:xfrm>
                  <a:off x="8907190" y="2547406"/>
                  <a:ext cx="1371600" cy="1325058"/>
                </a:xfrm>
                <a:prstGeom prst="ellipse">
                  <a:avLst/>
                </a:prstGeom>
                <a:gradFill>
                  <a:gsLst>
                    <a:gs pos="93000">
                      <a:srgbClr val="A53839"/>
                    </a:gs>
                    <a:gs pos="34000">
                      <a:srgbClr val="FCE5EA"/>
                    </a:gs>
                  </a:gsLst>
                  <a:path path="circle">
                    <a:fillToRect l="50000" t="50000" r="50000" b="50000"/>
                  </a:path>
                </a:gra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5" name="Freeform: Shape 224">
                  <a:extLst>
                    <a:ext uri="{FF2B5EF4-FFF2-40B4-BE49-F238E27FC236}">
                      <a16:creationId xmlns:a16="http://schemas.microsoft.com/office/drawing/2014/main" id="{E790F78A-3437-5AE7-BC1C-9B854F233930}"/>
                    </a:ext>
                  </a:extLst>
                </p:cNvPr>
                <p:cNvSpPr/>
                <p:nvPr/>
              </p:nvSpPr>
              <p:spPr>
                <a:xfrm>
                  <a:off x="9260316" y="3045525"/>
                  <a:ext cx="669000" cy="326626"/>
                </a:xfrm>
                <a:custGeom>
                  <a:avLst/>
                  <a:gdLst>
                    <a:gd name="connsiteX0" fmla="*/ 4216 w 634011"/>
                    <a:gd name="connsiteY0" fmla="*/ 199593 h 326626"/>
                    <a:gd name="connsiteX1" fmla="*/ 124866 w 634011"/>
                    <a:gd name="connsiteY1" fmla="*/ 123393 h 326626"/>
                    <a:gd name="connsiteX2" fmla="*/ 162966 w 634011"/>
                    <a:gd name="connsiteY2" fmla="*/ 110693 h 326626"/>
                    <a:gd name="connsiteX3" fmla="*/ 264566 w 634011"/>
                    <a:gd name="connsiteY3" fmla="*/ 28143 h 326626"/>
                    <a:gd name="connsiteX4" fmla="*/ 410616 w 634011"/>
                    <a:gd name="connsiteY4" fmla="*/ 2743 h 326626"/>
                    <a:gd name="connsiteX5" fmla="*/ 512216 w 634011"/>
                    <a:gd name="connsiteY5" fmla="*/ 85293 h 326626"/>
                    <a:gd name="connsiteX6" fmla="*/ 632866 w 634011"/>
                    <a:gd name="connsiteY6" fmla="*/ 148793 h 326626"/>
                    <a:gd name="connsiteX7" fmla="*/ 436016 w 634011"/>
                    <a:gd name="connsiteY7" fmla="*/ 231343 h 326626"/>
                    <a:gd name="connsiteX8" fmla="*/ 372516 w 634011"/>
                    <a:gd name="connsiteY8" fmla="*/ 288493 h 326626"/>
                    <a:gd name="connsiteX9" fmla="*/ 302666 w 634011"/>
                    <a:gd name="connsiteY9" fmla="*/ 237693 h 326626"/>
                    <a:gd name="connsiteX10" fmla="*/ 213766 w 634011"/>
                    <a:gd name="connsiteY10" fmla="*/ 288493 h 326626"/>
                    <a:gd name="connsiteX11" fmla="*/ 105816 w 634011"/>
                    <a:gd name="connsiteY11" fmla="*/ 326593 h 326626"/>
                    <a:gd name="connsiteX12" fmla="*/ 35966 w 634011"/>
                    <a:gd name="connsiteY12" fmla="*/ 282143 h 326626"/>
                    <a:gd name="connsiteX13" fmla="*/ 4216 w 634011"/>
                    <a:gd name="connsiteY13" fmla="*/ 199593 h 326626"/>
                    <a:gd name="connsiteX0" fmla="*/ 2279 w 670174"/>
                    <a:gd name="connsiteY0" fmla="*/ 212293 h 326626"/>
                    <a:gd name="connsiteX1" fmla="*/ 161029 w 670174"/>
                    <a:gd name="connsiteY1" fmla="*/ 123393 h 326626"/>
                    <a:gd name="connsiteX2" fmla="*/ 199129 w 670174"/>
                    <a:gd name="connsiteY2" fmla="*/ 110693 h 326626"/>
                    <a:gd name="connsiteX3" fmla="*/ 300729 w 670174"/>
                    <a:gd name="connsiteY3" fmla="*/ 28143 h 326626"/>
                    <a:gd name="connsiteX4" fmla="*/ 446779 w 670174"/>
                    <a:gd name="connsiteY4" fmla="*/ 2743 h 326626"/>
                    <a:gd name="connsiteX5" fmla="*/ 548379 w 670174"/>
                    <a:gd name="connsiteY5" fmla="*/ 85293 h 326626"/>
                    <a:gd name="connsiteX6" fmla="*/ 669029 w 670174"/>
                    <a:gd name="connsiteY6" fmla="*/ 148793 h 326626"/>
                    <a:gd name="connsiteX7" fmla="*/ 472179 w 670174"/>
                    <a:gd name="connsiteY7" fmla="*/ 231343 h 326626"/>
                    <a:gd name="connsiteX8" fmla="*/ 408679 w 670174"/>
                    <a:gd name="connsiteY8" fmla="*/ 288493 h 326626"/>
                    <a:gd name="connsiteX9" fmla="*/ 338829 w 670174"/>
                    <a:gd name="connsiteY9" fmla="*/ 237693 h 326626"/>
                    <a:gd name="connsiteX10" fmla="*/ 249929 w 670174"/>
                    <a:gd name="connsiteY10" fmla="*/ 288493 h 326626"/>
                    <a:gd name="connsiteX11" fmla="*/ 141979 w 670174"/>
                    <a:gd name="connsiteY11" fmla="*/ 326593 h 326626"/>
                    <a:gd name="connsiteX12" fmla="*/ 72129 w 670174"/>
                    <a:gd name="connsiteY12" fmla="*/ 282143 h 326626"/>
                    <a:gd name="connsiteX13" fmla="*/ 2279 w 670174"/>
                    <a:gd name="connsiteY13" fmla="*/ 212293 h 326626"/>
                    <a:gd name="connsiteX0" fmla="*/ 933 w 668828"/>
                    <a:gd name="connsiteY0" fmla="*/ 212293 h 326626"/>
                    <a:gd name="connsiteX1" fmla="*/ 159683 w 668828"/>
                    <a:gd name="connsiteY1" fmla="*/ 123393 h 326626"/>
                    <a:gd name="connsiteX2" fmla="*/ 197783 w 668828"/>
                    <a:gd name="connsiteY2" fmla="*/ 110693 h 326626"/>
                    <a:gd name="connsiteX3" fmla="*/ 299383 w 668828"/>
                    <a:gd name="connsiteY3" fmla="*/ 28143 h 326626"/>
                    <a:gd name="connsiteX4" fmla="*/ 445433 w 668828"/>
                    <a:gd name="connsiteY4" fmla="*/ 2743 h 326626"/>
                    <a:gd name="connsiteX5" fmla="*/ 547033 w 668828"/>
                    <a:gd name="connsiteY5" fmla="*/ 85293 h 326626"/>
                    <a:gd name="connsiteX6" fmla="*/ 667683 w 668828"/>
                    <a:gd name="connsiteY6" fmla="*/ 148793 h 326626"/>
                    <a:gd name="connsiteX7" fmla="*/ 470833 w 668828"/>
                    <a:gd name="connsiteY7" fmla="*/ 231343 h 326626"/>
                    <a:gd name="connsiteX8" fmla="*/ 407333 w 668828"/>
                    <a:gd name="connsiteY8" fmla="*/ 288493 h 326626"/>
                    <a:gd name="connsiteX9" fmla="*/ 337483 w 668828"/>
                    <a:gd name="connsiteY9" fmla="*/ 237693 h 326626"/>
                    <a:gd name="connsiteX10" fmla="*/ 248583 w 668828"/>
                    <a:gd name="connsiteY10" fmla="*/ 288493 h 326626"/>
                    <a:gd name="connsiteX11" fmla="*/ 140633 w 668828"/>
                    <a:gd name="connsiteY11" fmla="*/ 326593 h 326626"/>
                    <a:gd name="connsiteX12" fmla="*/ 96183 w 668828"/>
                    <a:gd name="connsiteY12" fmla="*/ 244043 h 326626"/>
                    <a:gd name="connsiteX13" fmla="*/ 933 w 668828"/>
                    <a:gd name="connsiteY13" fmla="*/ 212293 h 326626"/>
                    <a:gd name="connsiteX0" fmla="*/ 1105 w 669000"/>
                    <a:gd name="connsiteY0" fmla="*/ 212293 h 326626"/>
                    <a:gd name="connsiteX1" fmla="*/ 166205 w 669000"/>
                    <a:gd name="connsiteY1" fmla="*/ 174193 h 326626"/>
                    <a:gd name="connsiteX2" fmla="*/ 197955 w 669000"/>
                    <a:gd name="connsiteY2" fmla="*/ 110693 h 326626"/>
                    <a:gd name="connsiteX3" fmla="*/ 299555 w 669000"/>
                    <a:gd name="connsiteY3" fmla="*/ 28143 h 326626"/>
                    <a:gd name="connsiteX4" fmla="*/ 445605 w 669000"/>
                    <a:gd name="connsiteY4" fmla="*/ 2743 h 326626"/>
                    <a:gd name="connsiteX5" fmla="*/ 547205 w 669000"/>
                    <a:gd name="connsiteY5" fmla="*/ 85293 h 326626"/>
                    <a:gd name="connsiteX6" fmla="*/ 667855 w 669000"/>
                    <a:gd name="connsiteY6" fmla="*/ 148793 h 326626"/>
                    <a:gd name="connsiteX7" fmla="*/ 471005 w 669000"/>
                    <a:gd name="connsiteY7" fmla="*/ 231343 h 326626"/>
                    <a:gd name="connsiteX8" fmla="*/ 407505 w 669000"/>
                    <a:gd name="connsiteY8" fmla="*/ 288493 h 326626"/>
                    <a:gd name="connsiteX9" fmla="*/ 337655 w 669000"/>
                    <a:gd name="connsiteY9" fmla="*/ 237693 h 326626"/>
                    <a:gd name="connsiteX10" fmla="*/ 248755 w 669000"/>
                    <a:gd name="connsiteY10" fmla="*/ 288493 h 326626"/>
                    <a:gd name="connsiteX11" fmla="*/ 140805 w 669000"/>
                    <a:gd name="connsiteY11" fmla="*/ 326593 h 326626"/>
                    <a:gd name="connsiteX12" fmla="*/ 96355 w 669000"/>
                    <a:gd name="connsiteY12" fmla="*/ 244043 h 326626"/>
                    <a:gd name="connsiteX13" fmla="*/ 1105 w 669000"/>
                    <a:gd name="connsiteY13" fmla="*/ 212293 h 326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9000" h="326626">
                      <a:moveTo>
                        <a:pt x="1105" y="212293"/>
                      </a:moveTo>
                      <a:cubicBezTo>
                        <a:pt x="12747" y="200651"/>
                        <a:pt x="133397" y="191126"/>
                        <a:pt x="166205" y="174193"/>
                      </a:cubicBezTo>
                      <a:cubicBezTo>
                        <a:pt x="199013" y="157260"/>
                        <a:pt x="175730" y="135035"/>
                        <a:pt x="197955" y="110693"/>
                      </a:cubicBezTo>
                      <a:cubicBezTo>
                        <a:pt x="220180" y="86351"/>
                        <a:pt x="258280" y="46135"/>
                        <a:pt x="299555" y="28143"/>
                      </a:cubicBezTo>
                      <a:cubicBezTo>
                        <a:pt x="340830" y="10151"/>
                        <a:pt x="404330" y="-6782"/>
                        <a:pt x="445605" y="2743"/>
                      </a:cubicBezTo>
                      <a:cubicBezTo>
                        <a:pt x="486880" y="12268"/>
                        <a:pt x="510163" y="60951"/>
                        <a:pt x="547205" y="85293"/>
                      </a:cubicBezTo>
                      <a:cubicBezTo>
                        <a:pt x="584247" y="109635"/>
                        <a:pt x="680555" y="124451"/>
                        <a:pt x="667855" y="148793"/>
                      </a:cubicBezTo>
                      <a:cubicBezTo>
                        <a:pt x="655155" y="173135"/>
                        <a:pt x="514397" y="208060"/>
                        <a:pt x="471005" y="231343"/>
                      </a:cubicBezTo>
                      <a:cubicBezTo>
                        <a:pt x="427613" y="254626"/>
                        <a:pt x="429730" y="287435"/>
                        <a:pt x="407505" y="288493"/>
                      </a:cubicBezTo>
                      <a:cubicBezTo>
                        <a:pt x="385280" y="289551"/>
                        <a:pt x="364113" y="237693"/>
                        <a:pt x="337655" y="237693"/>
                      </a:cubicBezTo>
                      <a:cubicBezTo>
                        <a:pt x="311197" y="237693"/>
                        <a:pt x="281563" y="273676"/>
                        <a:pt x="248755" y="288493"/>
                      </a:cubicBezTo>
                      <a:cubicBezTo>
                        <a:pt x="215947" y="303310"/>
                        <a:pt x="170438" y="327651"/>
                        <a:pt x="140805" y="326593"/>
                      </a:cubicBezTo>
                      <a:cubicBezTo>
                        <a:pt x="111172" y="325535"/>
                        <a:pt x="119638" y="263093"/>
                        <a:pt x="96355" y="244043"/>
                      </a:cubicBezTo>
                      <a:cubicBezTo>
                        <a:pt x="73072" y="224993"/>
                        <a:pt x="-10537" y="223935"/>
                        <a:pt x="1105" y="212293"/>
                      </a:cubicBezTo>
                      <a:close/>
                    </a:path>
                  </a:pathLst>
                </a:custGeom>
                <a:solidFill>
                  <a:srgbClr val="C84D4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6" name="Freeform: Shape 225">
                  <a:extLst>
                    <a:ext uri="{FF2B5EF4-FFF2-40B4-BE49-F238E27FC236}">
                      <a16:creationId xmlns:a16="http://schemas.microsoft.com/office/drawing/2014/main" id="{2D6B4687-65C6-0BBC-75C7-5835D2AEC760}"/>
                    </a:ext>
                  </a:extLst>
                </p:cNvPr>
                <p:cNvSpPr/>
                <p:nvPr/>
              </p:nvSpPr>
              <p:spPr>
                <a:xfrm>
                  <a:off x="9423312" y="3145115"/>
                  <a:ext cx="381025" cy="160753"/>
                </a:xfrm>
                <a:custGeom>
                  <a:avLst/>
                  <a:gdLst>
                    <a:gd name="connsiteX0" fmla="*/ 30 w 276477"/>
                    <a:gd name="connsiteY0" fmla="*/ 135418 h 136323"/>
                    <a:gd name="connsiteX1" fmla="*/ 85755 w 276477"/>
                    <a:gd name="connsiteY1" fmla="*/ 59218 h 136323"/>
                    <a:gd name="connsiteX2" fmla="*/ 85755 w 276477"/>
                    <a:gd name="connsiteY2" fmla="*/ 2068 h 136323"/>
                    <a:gd name="connsiteX3" fmla="*/ 152430 w 276477"/>
                    <a:gd name="connsiteY3" fmla="*/ 11593 h 136323"/>
                    <a:gd name="connsiteX4" fmla="*/ 276255 w 276477"/>
                    <a:gd name="connsiteY4" fmla="*/ 30643 h 136323"/>
                    <a:gd name="connsiteX5" fmla="*/ 181005 w 276477"/>
                    <a:gd name="connsiteY5" fmla="*/ 40168 h 136323"/>
                    <a:gd name="connsiteX6" fmla="*/ 114330 w 276477"/>
                    <a:gd name="connsiteY6" fmla="*/ 30643 h 136323"/>
                    <a:gd name="connsiteX7" fmla="*/ 76230 w 276477"/>
                    <a:gd name="connsiteY7" fmla="*/ 97318 h 136323"/>
                    <a:gd name="connsiteX8" fmla="*/ 30 w 276477"/>
                    <a:gd name="connsiteY8" fmla="*/ 135418 h 136323"/>
                    <a:gd name="connsiteX0" fmla="*/ 30 w 276477"/>
                    <a:gd name="connsiteY0" fmla="*/ 134273 h 135178"/>
                    <a:gd name="connsiteX1" fmla="*/ 85755 w 276477"/>
                    <a:gd name="connsiteY1" fmla="*/ 58073 h 135178"/>
                    <a:gd name="connsiteX2" fmla="*/ 104761 w 276477"/>
                    <a:gd name="connsiteY2" fmla="*/ 2777 h 135178"/>
                    <a:gd name="connsiteX3" fmla="*/ 152430 w 276477"/>
                    <a:gd name="connsiteY3" fmla="*/ 10448 h 135178"/>
                    <a:gd name="connsiteX4" fmla="*/ 276255 w 276477"/>
                    <a:gd name="connsiteY4" fmla="*/ 29498 h 135178"/>
                    <a:gd name="connsiteX5" fmla="*/ 181005 w 276477"/>
                    <a:gd name="connsiteY5" fmla="*/ 39023 h 135178"/>
                    <a:gd name="connsiteX6" fmla="*/ 114330 w 276477"/>
                    <a:gd name="connsiteY6" fmla="*/ 29498 h 135178"/>
                    <a:gd name="connsiteX7" fmla="*/ 76230 w 276477"/>
                    <a:gd name="connsiteY7" fmla="*/ 96173 h 135178"/>
                    <a:gd name="connsiteX8" fmla="*/ 30 w 276477"/>
                    <a:gd name="connsiteY8" fmla="*/ 134273 h 135178"/>
                    <a:gd name="connsiteX0" fmla="*/ 32 w 276473"/>
                    <a:gd name="connsiteY0" fmla="*/ 134273 h 135148"/>
                    <a:gd name="connsiteX1" fmla="*/ 85757 w 276473"/>
                    <a:gd name="connsiteY1" fmla="*/ 58073 h 135148"/>
                    <a:gd name="connsiteX2" fmla="*/ 104763 w 276473"/>
                    <a:gd name="connsiteY2" fmla="*/ 2777 h 135148"/>
                    <a:gd name="connsiteX3" fmla="*/ 152432 w 276473"/>
                    <a:gd name="connsiteY3" fmla="*/ 10448 h 135148"/>
                    <a:gd name="connsiteX4" fmla="*/ 276257 w 276473"/>
                    <a:gd name="connsiteY4" fmla="*/ 29498 h 135148"/>
                    <a:gd name="connsiteX5" fmla="*/ 181007 w 276473"/>
                    <a:gd name="connsiteY5" fmla="*/ 39023 h 135148"/>
                    <a:gd name="connsiteX6" fmla="*/ 126427 w 276473"/>
                    <a:gd name="connsiteY6" fmla="*/ 46186 h 135148"/>
                    <a:gd name="connsiteX7" fmla="*/ 76232 w 276473"/>
                    <a:gd name="connsiteY7" fmla="*/ 96173 h 135148"/>
                    <a:gd name="connsiteX8" fmla="*/ 32 w 276473"/>
                    <a:gd name="connsiteY8" fmla="*/ 134273 h 135148"/>
                    <a:gd name="connsiteX0" fmla="*/ 32 w 276473"/>
                    <a:gd name="connsiteY0" fmla="*/ 124295 h 125170"/>
                    <a:gd name="connsiteX1" fmla="*/ 85757 w 276473"/>
                    <a:gd name="connsiteY1" fmla="*/ 48095 h 125170"/>
                    <a:gd name="connsiteX2" fmla="*/ 109947 w 276473"/>
                    <a:gd name="connsiteY2" fmla="*/ 9487 h 125170"/>
                    <a:gd name="connsiteX3" fmla="*/ 152432 w 276473"/>
                    <a:gd name="connsiteY3" fmla="*/ 470 h 125170"/>
                    <a:gd name="connsiteX4" fmla="*/ 276257 w 276473"/>
                    <a:gd name="connsiteY4" fmla="*/ 19520 h 125170"/>
                    <a:gd name="connsiteX5" fmla="*/ 181007 w 276473"/>
                    <a:gd name="connsiteY5" fmla="*/ 29045 h 125170"/>
                    <a:gd name="connsiteX6" fmla="*/ 126427 w 276473"/>
                    <a:gd name="connsiteY6" fmla="*/ 36208 h 125170"/>
                    <a:gd name="connsiteX7" fmla="*/ 76232 w 276473"/>
                    <a:gd name="connsiteY7" fmla="*/ 86195 h 125170"/>
                    <a:gd name="connsiteX8" fmla="*/ 32 w 276473"/>
                    <a:gd name="connsiteY8" fmla="*/ 124295 h 1251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76473" h="125170">
                      <a:moveTo>
                        <a:pt x="32" y="124295"/>
                      </a:moveTo>
                      <a:cubicBezTo>
                        <a:pt x="1620" y="117945"/>
                        <a:pt x="67438" y="67230"/>
                        <a:pt x="85757" y="48095"/>
                      </a:cubicBezTo>
                      <a:cubicBezTo>
                        <a:pt x="104076" y="28960"/>
                        <a:pt x="98835" y="17424"/>
                        <a:pt x="109947" y="9487"/>
                      </a:cubicBezTo>
                      <a:cubicBezTo>
                        <a:pt x="121060" y="1549"/>
                        <a:pt x="124714" y="-1202"/>
                        <a:pt x="152432" y="470"/>
                      </a:cubicBezTo>
                      <a:cubicBezTo>
                        <a:pt x="180150" y="2142"/>
                        <a:pt x="271495" y="14758"/>
                        <a:pt x="276257" y="19520"/>
                      </a:cubicBezTo>
                      <a:cubicBezTo>
                        <a:pt x="281019" y="24282"/>
                        <a:pt x="205979" y="26264"/>
                        <a:pt x="181007" y="29045"/>
                      </a:cubicBezTo>
                      <a:cubicBezTo>
                        <a:pt x="156035" y="31826"/>
                        <a:pt x="143890" y="26683"/>
                        <a:pt x="126427" y="36208"/>
                      </a:cubicBezTo>
                      <a:cubicBezTo>
                        <a:pt x="108965" y="45733"/>
                        <a:pt x="97298" y="71514"/>
                        <a:pt x="76232" y="86195"/>
                      </a:cubicBezTo>
                      <a:cubicBezTo>
                        <a:pt x="55166" y="100876"/>
                        <a:pt x="-1556" y="130645"/>
                        <a:pt x="32" y="124295"/>
                      </a:cubicBezTo>
                      <a:close/>
                    </a:path>
                  </a:pathLst>
                </a:custGeom>
                <a:solidFill>
                  <a:srgbClr val="6B1519"/>
                </a:solidFill>
                <a:ln>
                  <a:solidFill>
                    <a:srgbClr val="6B151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0" name="Multiply 29">
                <a:extLst>
                  <a:ext uri="{FF2B5EF4-FFF2-40B4-BE49-F238E27FC236}">
                    <a16:creationId xmlns:a16="http://schemas.microsoft.com/office/drawing/2014/main" id="{081C8564-61CA-88AB-71B9-9487534BBA48}"/>
                  </a:ext>
                </a:extLst>
              </p:cNvPr>
              <p:cNvSpPr/>
              <p:nvPr/>
            </p:nvSpPr>
            <p:spPr>
              <a:xfrm>
                <a:off x="8790098" y="2606047"/>
                <a:ext cx="897641" cy="740403"/>
              </a:xfrm>
              <a:prstGeom prst="mathMultiply">
                <a:avLst>
                  <a:gd name="adj1" fmla="val 4761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C3353D4F-CCD2-26FB-4B82-0DE2074DC6F9}"/>
              </a:ext>
            </a:extLst>
          </p:cNvPr>
          <p:cNvGrpSpPr/>
          <p:nvPr/>
        </p:nvGrpSpPr>
        <p:grpSpPr>
          <a:xfrm>
            <a:off x="10229438" y="2161832"/>
            <a:ext cx="1291747" cy="1323439"/>
            <a:chOff x="10639797" y="1807921"/>
            <a:chExt cx="1291747" cy="1323439"/>
          </a:xfrm>
        </p:grpSpPr>
        <p:sp>
          <p:nvSpPr>
            <p:cNvPr id="257" name="TAH">
              <a:extLst>
                <a:ext uri="{FF2B5EF4-FFF2-40B4-BE49-F238E27FC236}">
                  <a16:creationId xmlns:a16="http://schemas.microsoft.com/office/drawing/2014/main" id="{0B7F09DA-FFE4-9620-C776-FCCEFE94A695}"/>
                </a:ext>
              </a:extLst>
            </p:cNvPr>
            <p:cNvSpPr txBox="1"/>
            <p:nvPr/>
          </p:nvSpPr>
          <p:spPr>
            <a:xfrm>
              <a:off x="10639797" y="1807921"/>
              <a:ext cx="1291747" cy="1323439"/>
            </a:xfrm>
            <a:prstGeom prst="roundRect">
              <a:avLst>
                <a:gd name="adj" fmla="val 0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Excision or ablation</a:t>
              </a:r>
            </a:p>
            <a:p>
              <a:pPr algn="ctr"/>
              <a:endParaRPr lang="en-US" sz="1600" dirty="0"/>
            </a:p>
            <a:p>
              <a:pPr algn="ctr"/>
              <a:endParaRPr lang="en-US" sz="1600" dirty="0"/>
            </a:p>
            <a:p>
              <a:pPr algn="ctr"/>
              <a:endParaRPr lang="en-US" sz="1600" dirty="0"/>
            </a:p>
          </p:txBody>
        </p: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1C4A5457-46F2-04E5-F94A-6F8502AD0BEF}"/>
                </a:ext>
              </a:extLst>
            </p:cNvPr>
            <p:cNvGrpSpPr/>
            <p:nvPr/>
          </p:nvGrpSpPr>
          <p:grpSpPr>
            <a:xfrm>
              <a:off x="10969712" y="2396839"/>
              <a:ext cx="643896" cy="630193"/>
              <a:chOff x="8907190" y="2547406"/>
              <a:chExt cx="1371600" cy="1325058"/>
            </a:xfrm>
          </p:grpSpPr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96A51508-C378-6E13-1517-B57CF6FE7D12}"/>
                  </a:ext>
                </a:extLst>
              </p:cNvPr>
              <p:cNvSpPr/>
              <p:nvPr/>
            </p:nvSpPr>
            <p:spPr>
              <a:xfrm>
                <a:off x="8907190" y="2547406"/>
                <a:ext cx="1371600" cy="1325058"/>
              </a:xfrm>
              <a:prstGeom prst="ellipse">
                <a:avLst/>
              </a:prstGeom>
              <a:gradFill>
                <a:gsLst>
                  <a:gs pos="93000">
                    <a:srgbClr val="A53839"/>
                  </a:gs>
                  <a:gs pos="34000">
                    <a:srgbClr val="FCE5EA"/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F22D72B0-6F50-40D3-C239-D2E7533F5881}"/>
                  </a:ext>
                </a:extLst>
              </p:cNvPr>
              <p:cNvSpPr/>
              <p:nvPr/>
            </p:nvSpPr>
            <p:spPr>
              <a:xfrm>
                <a:off x="9260316" y="3045525"/>
                <a:ext cx="669000" cy="326626"/>
              </a:xfrm>
              <a:custGeom>
                <a:avLst/>
                <a:gdLst>
                  <a:gd name="connsiteX0" fmla="*/ 4216 w 634011"/>
                  <a:gd name="connsiteY0" fmla="*/ 199593 h 326626"/>
                  <a:gd name="connsiteX1" fmla="*/ 124866 w 634011"/>
                  <a:gd name="connsiteY1" fmla="*/ 123393 h 326626"/>
                  <a:gd name="connsiteX2" fmla="*/ 162966 w 634011"/>
                  <a:gd name="connsiteY2" fmla="*/ 110693 h 326626"/>
                  <a:gd name="connsiteX3" fmla="*/ 264566 w 634011"/>
                  <a:gd name="connsiteY3" fmla="*/ 28143 h 326626"/>
                  <a:gd name="connsiteX4" fmla="*/ 410616 w 634011"/>
                  <a:gd name="connsiteY4" fmla="*/ 2743 h 326626"/>
                  <a:gd name="connsiteX5" fmla="*/ 512216 w 634011"/>
                  <a:gd name="connsiteY5" fmla="*/ 85293 h 326626"/>
                  <a:gd name="connsiteX6" fmla="*/ 632866 w 634011"/>
                  <a:gd name="connsiteY6" fmla="*/ 148793 h 326626"/>
                  <a:gd name="connsiteX7" fmla="*/ 436016 w 634011"/>
                  <a:gd name="connsiteY7" fmla="*/ 231343 h 326626"/>
                  <a:gd name="connsiteX8" fmla="*/ 372516 w 634011"/>
                  <a:gd name="connsiteY8" fmla="*/ 288493 h 326626"/>
                  <a:gd name="connsiteX9" fmla="*/ 302666 w 634011"/>
                  <a:gd name="connsiteY9" fmla="*/ 237693 h 326626"/>
                  <a:gd name="connsiteX10" fmla="*/ 213766 w 634011"/>
                  <a:gd name="connsiteY10" fmla="*/ 288493 h 326626"/>
                  <a:gd name="connsiteX11" fmla="*/ 105816 w 634011"/>
                  <a:gd name="connsiteY11" fmla="*/ 326593 h 326626"/>
                  <a:gd name="connsiteX12" fmla="*/ 35966 w 634011"/>
                  <a:gd name="connsiteY12" fmla="*/ 282143 h 326626"/>
                  <a:gd name="connsiteX13" fmla="*/ 4216 w 634011"/>
                  <a:gd name="connsiteY13" fmla="*/ 199593 h 326626"/>
                  <a:gd name="connsiteX0" fmla="*/ 2279 w 670174"/>
                  <a:gd name="connsiteY0" fmla="*/ 212293 h 326626"/>
                  <a:gd name="connsiteX1" fmla="*/ 161029 w 670174"/>
                  <a:gd name="connsiteY1" fmla="*/ 123393 h 326626"/>
                  <a:gd name="connsiteX2" fmla="*/ 199129 w 670174"/>
                  <a:gd name="connsiteY2" fmla="*/ 110693 h 326626"/>
                  <a:gd name="connsiteX3" fmla="*/ 300729 w 670174"/>
                  <a:gd name="connsiteY3" fmla="*/ 28143 h 326626"/>
                  <a:gd name="connsiteX4" fmla="*/ 446779 w 670174"/>
                  <a:gd name="connsiteY4" fmla="*/ 2743 h 326626"/>
                  <a:gd name="connsiteX5" fmla="*/ 548379 w 670174"/>
                  <a:gd name="connsiteY5" fmla="*/ 85293 h 326626"/>
                  <a:gd name="connsiteX6" fmla="*/ 669029 w 670174"/>
                  <a:gd name="connsiteY6" fmla="*/ 148793 h 326626"/>
                  <a:gd name="connsiteX7" fmla="*/ 472179 w 670174"/>
                  <a:gd name="connsiteY7" fmla="*/ 231343 h 326626"/>
                  <a:gd name="connsiteX8" fmla="*/ 408679 w 670174"/>
                  <a:gd name="connsiteY8" fmla="*/ 288493 h 326626"/>
                  <a:gd name="connsiteX9" fmla="*/ 338829 w 670174"/>
                  <a:gd name="connsiteY9" fmla="*/ 237693 h 326626"/>
                  <a:gd name="connsiteX10" fmla="*/ 249929 w 670174"/>
                  <a:gd name="connsiteY10" fmla="*/ 288493 h 326626"/>
                  <a:gd name="connsiteX11" fmla="*/ 141979 w 670174"/>
                  <a:gd name="connsiteY11" fmla="*/ 326593 h 326626"/>
                  <a:gd name="connsiteX12" fmla="*/ 72129 w 670174"/>
                  <a:gd name="connsiteY12" fmla="*/ 282143 h 326626"/>
                  <a:gd name="connsiteX13" fmla="*/ 2279 w 670174"/>
                  <a:gd name="connsiteY13" fmla="*/ 212293 h 326626"/>
                  <a:gd name="connsiteX0" fmla="*/ 933 w 668828"/>
                  <a:gd name="connsiteY0" fmla="*/ 212293 h 326626"/>
                  <a:gd name="connsiteX1" fmla="*/ 159683 w 668828"/>
                  <a:gd name="connsiteY1" fmla="*/ 123393 h 326626"/>
                  <a:gd name="connsiteX2" fmla="*/ 197783 w 668828"/>
                  <a:gd name="connsiteY2" fmla="*/ 110693 h 326626"/>
                  <a:gd name="connsiteX3" fmla="*/ 299383 w 668828"/>
                  <a:gd name="connsiteY3" fmla="*/ 28143 h 326626"/>
                  <a:gd name="connsiteX4" fmla="*/ 445433 w 668828"/>
                  <a:gd name="connsiteY4" fmla="*/ 2743 h 326626"/>
                  <a:gd name="connsiteX5" fmla="*/ 547033 w 668828"/>
                  <a:gd name="connsiteY5" fmla="*/ 85293 h 326626"/>
                  <a:gd name="connsiteX6" fmla="*/ 667683 w 668828"/>
                  <a:gd name="connsiteY6" fmla="*/ 148793 h 326626"/>
                  <a:gd name="connsiteX7" fmla="*/ 470833 w 668828"/>
                  <a:gd name="connsiteY7" fmla="*/ 231343 h 326626"/>
                  <a:gd name="connsiteX8" fmla="*/ 407333 w 668828"/>
                  <a:gd name="connsiteY8" fmla="*/ 288493 h 326626"/>
                  <a:gd name="connsiteX9" fmla="*/ 337483 w 668828"/>
                  <a:gd name="connsiteY9" fmla="*/ 237693 h 326626"/>
                  <a:gd name="connsiteX10" fmla="*/ 248583 w 668828"/>
                  <a:gd name="connsiteY10" fmla="*/ 288493 h 326626"/>
                  <a:gd name="connsiteX11" fmla="*/ 140633 w 668828"/>
                  <a:gd name="connsiteY11" fmla="*/ 326593 h 326626"/>
                  <a:gd name="connsiteX12" fmla="*/ 96183 w 668828"/>
                  <a:gd name="connsiteY12" fmla="*/ 244043 h 326626"/>
                  <a:gd name="connsiteX13" fmla="*/ 933 w 668828"/>
                  <a:gd name="connsiteY13" fmla="*/ 212293 h 326626"/>
                  <a:gd name="connsiteX0" fmla="*/ 1105 w 669000"/>
                  <a:gd name="connsiteY0" fmla="*/ 212293 h 326626"/>
                  <a:gd name="connsiteX1" fmla="*/ 166205 w 669000"/>
                  <a:gd name="connsiteY1" fmla="*/ 174193 h 326626"/>
                  <a:gd name="connsiteX2" fmla="*/ 197955 w 669000"/>
                  <a:gd name="connsiteY2" fmla="*/ 110693 h 326626"/>
                  <a:gd name="connsiteX3" fmla="*/ 299555 w 669000"/>
                  <a:gd name="connsiteY3" fmla="*/ 28143 h 326626"/>
                  <a:gd name="connsiteX4" fmla="*/ 445605 w 669000"/>
                  <a:gd name="connsiteY4" fmla="*/ 2743 h 326626"/>
                  <a:gd name="connsiteX5" fmla="*/ 547205 w 669000"/>
                  <a:gd name="connsiteY5" fmla="*/ 85293 h 326626"/>
                  <a:gd name="connsiteX6" fmla="*/ 667855 w 669000"/>
                  <a:gd name="connsiteY6" fmla="*/ 148793 h 326626"/>
                  <a:gd name="connsiteX7" fmla="*/ 471005 w 669000"/>
                  <a:gd name="connsiteY7" fmla="*/ 231343 h 326626"/>
                  <a:gd name="connsiteX8" fmla="*/ 407505 w 669000"/>
                  <a:gd name="connsiteY8" fmla="*/ 288493 h 326626"/>
                  <a:gd name="connsiteX9" fmla="*/ 337655 w 669000"/>
                  <a:gd name="connsiteY9" fmla="*/ 237693 h 326626"/>
                  <a:gd name="connsiteX10" fmla="*/ 248755 w 669000"/>
                  <a:gd name="connsiteY10" fmla="*/ 288493 h 326626"/>
                  <a:gd name="connsiteX11" fmla="*/ 140805 w 669000"/>
                  <a:gd name="connsiteY11" fmla="*/ 326593 h 326626"/>
                  <a:gd name="connsiteX12" fmla="*/ 96355 w 669000"/>
                  <a:gd name="connsiteY12" fmla="*/ 244043 h 326626"/>
                  <a:gd name="connsiteX13" fmla="*/ 1105 w 669000"/>
                  <a:gd name="connsiteY13" fmla="*/ 212293 h 326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69000" h="326626">
                    <a:moveTo>
                      <a:pt x="1105" y="212293"/>
                    </a:moveTo>
                    <a:cubicBezTo>
                      <a:pt x="12747" y="200651"/>
                      <a:pt x="133397" y="191126"/>
                      <a:pt x="166205" y="174193"/>
                    </a:cubicBezTo>
                    <a:cubicBezTo>
                      <a:pt x="199013" y="157260"/>
                      <a:pt x="175730" y="135035"/>
                      <a:pt x="197955" y="110693"/>
                    </a:cubicBezTo>
                    <a:cubicBezTo>
                      <a:pt x="220180" y="86351"/>
                      <a:pt x="258280" y="46135"/>
                      <a:pt x="299555" y="28143"/>
                    </a:cubicBezTo>
                    <a:cubicBezTo>
                      <a:pt x="340830" y="10151"/>
                      <a:pt x="404330" y="-6782"/>
                      <a:pt x="445605" y="2743"/>
                    </a:cubicBezTo>
                    <a:cubicBezTo>
                      <a:pt x="486880" y="12268"/>
                      <a:pt x="510163" y="60951"/>
                      <a:pt x="547205" y="85293"/>
                    </a:cubicBezTo>
                    <a:cubicBezTo>
                      <a:pt x="584247" y="109635"/>
                      <a:pt x="680555" y="124451"/>
                      <a:pt x="667855" y="148793"/>
                    </a:cubicBezTo>
                    <a:cubicBezTo>
                      <a:pt x="655155" y="173135"/>
                      <a:pt x="514397" y="208060"/>
                      <a:pt x="471005" y="231343"/>
                    </a:cubicBezTo>
                    <a:cubicBezTo>
                      <a:pt x="427613" y="254626"/>
                      <a:pt x="429730" y="287435"/>
                      <a:pt x="407505" y="288493"/>
                    </a:cubicBezTo>
                    <a:cubicBezTo>
                      <a:pt x="385280" y="289551"/>
                      <a:pt x="364113" y="237693"/>
                      <a:pt x="337655" y="237693"/>
                    </a:cubicBezTo>
                    <a:cubicBezTo>
                      <a:pt x="311197" y="237693"/>
                      <a:pt x="281563" y="273676"/>
                      <a:pt x="248755" y="288493"/>
                    </a:cubicBezTo>
                    <a:cubicBezTo>
                      <a:pt x="215947" y="303310"/>
                      <a:pt x="170438" y="327651"/>
                      <a:pt x="140805" y="326593"/>
                    </a:cubicBezTo>
                    <a:cubicBezTo>
                      <a:pt x="111172" y="325535"/>
                      <a:pt x="119638" y="263093"/>
                      <a:pt x="96355" y="244043"/>
                    </a:cubicBezTo>
                    <a:cubicBezTo>
                      <a:pt x="73072" y="224993"/>
                      <a:pt x="-10537" y="223935"/>
                      <a:pt x="1105" y="212293"/>
                    </a:cubicBezTo>
                    <a:close/>
                  </a:path>
                </a:pathLst>
              </a:custGeom>
              <a:solidFill>
                <a:srgbClr val="C84D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CC243CAD-C22C-5FC9-70BF-168DE080B7AA}"/>
                  </a:ext>
                </a:extLst>
              </p:cNvPr>
              <p:cNvSpPr/>
              <p:nvPr/>
            </p:nvSpPr>
            <p:spPr>
              <a:xfrm>
                <a:off x="9423312" y="3145115"/>
                <a:ext cx="381025" cy="160753"/>
              </a:xfrm>
              <a:custGeom>
                <a:avLst/>
                <a:gdLst>
                  <a:gd name="connsiteX0" fmla="*/ 30 w 276477"/>
                  <a:gd name="connsiteY0" fmla="*/ 135418 h 136323"/>
                  <a:gd name="connsiteX1" fmla="*/ 85755 w 276477"/>
                  <a:gd name="connsiteY1" fmla="*/ 59218 h 136323"/>
                  <a:gd name="connsiteX2" fmla="*/ 85755 w 276477"/>
                  <a:gd name="connsiteY2" fmla="*/ 2068 h 136323"/>
                  <a:gd name="connsiteX3" fmla="*/ 152430 w 276477"/>
                  <a:gd name="connsiteY3" fmla="*/ 11593 h 136323"/>
                  <a:gd name="connsiteX4" fmla="*/ 276255 w 276477"/>
                  <a:gd name="connsiteY4" fmla="*/ 30643 h 136323"/>
                  <a:gd name="connsiteX5" fmla="*/ 181005 w 276477"/>
                  <a:gd name="connsiteY5" fmla="*/ 40168 h 136323"/>
                  <a:gd name="connsiteX6" fmla="*/ 114330 w 276477"/>
                  <a:gd name="connsiteY6" fmla="*/ 30643 h 136323"/>
                  <a:gd name="connsiteX7" fmla="*/ 76230 w 276477"/>
                  <a:gd name="connsiteY7" fmla="*/ 97318 h 136323"/>
                  <a:gd name="connsiteX8" fmla="*/ 30 w 276477"/>
                  <a:gd name="connsiteY8" fmla="*/ 135418 h 136323"/>
                  <a:gd name="connsiteX0" fmla="*/ 30 w 276477"/>
                  <a:gd name="connsiteY0" fmla="*/ 134273 h 135178"/>
                  <a:gd name="connsiteX1" fmla="*/ 85755 w 276477"/>
                  <a:gd name="connsiteY1" fmla="*/ 58073 h 135178"/>
                  <a:gd name="connsiteX2" fmla="*/ 104761 w 276477"/>
                  <a:gd name="connsiteY2" fmla="*/ 2777 h 135178"/>
                  <a:gd name="connsiteX3" fmla="*/ 152430 w 276477"/>
                  <a:gd name="connsiteY3" fmla="*/ 10448 h 135178"/>
                  <a:gd name="connsiteX4" fmla="*/ 276255 w 276477"/>
                  <a:gd name="connsiteY4" fmla="*/ 29498 h 135178"/>
                  <a:gd name="connsiteX5" fmla="*/ 181005 w 276477"/>
                  <a:gd name="connsiteY5" fmla="*/ 39023 h 135178"/>
                  <a:gd name="connsiteX6" fmla="*/ 114330 w 276477"/>
                  <a:gd name="connsiteY6" fmla="*/ 29498 h 135178"/>
                  <a:gd name="connsiteX7" fmla="*/ 76230 w 276477"/>
                  <a:gd name="connsiteY7" fmla="*/ 96173 h 135178"/>
                  <a:gd name="connsiteX8" fmla="*/ 30 w 276477"/>
                  <a:gd name="connsiteY8" fmla="*/ 134273 h 135178"/>
                  <a:gd name="connsiteX0" fmla="*/ 32 w 276473"/>
                  <a:gd name="connsiteY0" fmla="*/ 134273 h 135148"/>
                  <a:gd name="connsiteX1" fmla="*/ 85757 w 276473"/>
                  <a:gd name="connsiteY1" fmla="*/ 58073 h 135148"/>
                  <a:gd name="connsiteX2" fmla="*/ 104763 w 276473"/>
                  <a:gd name="connsiteY2" fmla="*/ 2777 h 135148"/>
                  <a:gd name="connsiteX3" fmla="*/ 152432 w 276473"/>
                  <a:gd name="connsiteY3" fmla="*/ 10448 h 135148"/>
                  <a:gd name="connsiteX4" fmla="*/ 276257 w 276473"/>
                  <a:gd name="connsiteY4" fmla="*/ 29498 h 135148"/>
                  <a:gd name="connsiteX5" fmla="*/ 181007 w 276473"/>
                  <a:gd name="connsiteY5" fmla="*/ 39023 h 135148"/>
                  <a:gd name="connsiteX6" fmla="*/ 126427 w 276473"/>
                  <a:gd name="connsiteY6" fmla="*/ 46186 h 135148"/>
                  <a:gd name="connsiteX7" fmla="*/ 76232 w 276473"/>
                  <a:gd name="connsiteY7" fmla="*/ 96173 h 135148"/>
                  <a:gd name="connsiteX8" fmla="*/ 32 w 276473"/>
                  <a:gd name="connsiteY8" fmla="*/ 134273 h 135148"/>
                  <a:gd name="connsiteX0" fmla="*/ 32 w 276473"/>
                  <a:gd name="connsiteY0" fmla="*/ 124295 h 125170"/>
                  <a:gd name="connsiteX1" fmla="*/ 85757 w 276473"/>
                  <a:gd name="connsiteY1" fmla="*/ 48095 h 125170"/>
                  <a:gd name="connsiteX2" fmla="*/ 109947 w 276473"/>
                  <a:gd name="connsiteY2" fmla="*/ 9487 h 125170"/>
                  <a:gd name="connsiteX3" fmla="*/ 152432 w 276473"/>
                  <a:gd name="connsiteY3" fmla="*/ 470 h 125170"/>
                  <a:gd name="connsiteX4" fmla="*/ 276257 w 276473"/>
                  <a:gd name="connsiteY4" fmla="*/ 19520 h 125170"/>
                  <a:gd name="connsiteX5" fmla="*/ 181007 w 276473"/>
                  <a:gd name="connsiteY5" fmla="*/ 29045 h 125170"/>
                  <a:gd name="connsiteX6" fmla="*/ 126427 w 276473"/>
                  <a:gd name="connsiteY6" fmla="*/ 36208 h 125170"/>
                  <a:gd name="connsiteX7" fmla="*/ 76232 w 276473"/>
                  <a:gd name="connsiteY7" fmla="*/ 86195 h 125170"/>
                  <a:gd name="connsiteX8" fmla="*/ 32 w 276473"/>
                  <a:gd name="connsiteY8" fmla="*/ 124295 h 125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6473" h="125170">
                    <a:moveTo>
                      <a:pt x="32" y="124295"/>
                    </a:moveTo>
                    <a:cubicBezTo>
                      <a:pt x="1620" y="117945"/>
                      <a:pt x="67438" y="67230"/>
                      <a:pt x="85757" y="48095"/>
                    </a:cubicBezTo>
                    <a:cubicBezTo>
                      <a:pt x="104076" y="28960"/>
                      <a:pt x="98835" y="17424"/>
                      <a:pt x="109947" y="9487"/>
                    </a:cubicBezTo>
                    <a:cubicBezTo>
                      <a:pt x="121060" y="1549"/>
                      <a:pt x="124714" y="-1202"/>
                      <a:pt x="152432" y="470"/>
                    </a:cubicBezTo>
                    <a:cubicBezTo>
                      <a:pt x="180150" y="2142"/>
                      <a:pt x="271495" y="14758"/>
                      <a:pt x="276257" y="19520"/>
                    </a:cubicBezTo>
                    <a:cubicBezTo>
                      <a:pt x="281019" y="24282"/>
                      <a:pt x="205979" y="26264"/>
                      <a:pt x="181007" y="29045"/>
                    </a:cubicBezTo>
                    <a:cubicBezTo>
                      <a:pt x="156035" y="31826"/>
                      <a:pt x="143890" y="26683"/>
                      <a:pt x="126427" y="36208"/>
                    </a:cubicBezTo>
                    <a:cubicBezTo>
                      <a:pt x="108965" y="45733"/>
                      <a:pt x="97298" y="71514"/>
                      <a:pt x="76232" y="86195"/>
                    </a:cubicBezTo>
                    <a:cubicBezTo>
                      <a:pt x="55166" y="100876"/>
                      <a:pt x="-1556" y="130645"/>
                      <a:pt x="32" y="124295"/>
                    </a:cubicBezTo>
                    <a:close/>
                  </a:path>
                </a:pathLst>
              </a:custGeom>
              <a:solidFill>
                <a:srgbClr val="6B1519"/>
              </a:solidFill>
              <a:ln>
                <a:solidFill>
                  <a:srgbClr val="6B15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8" name="Multiply 29">
              <a:extLst>
                <a:ext uri="{FF2B5EF4-FFF2-40B4-BE49-F238E27FC236}">
                  <a16:creationId xmlns:a16="http://schemas.microsoft.com/office/drawing/2014/main" id="{D2296FA0-10CF-31D0-E632-27D10DFEF392}"/>
                </a:ext>
              </a:extLst>
            </p:cNvPr>
            <p:cNvSpPr/>
            <p:nvPr/>
          </p:nvSpPr>
          <p:spPr>
            <a:xfrm>
              <a:off x="11104409" y="2758083"/>
              <a:ext cx="277601" cy="284274"/>
            </a:xfrm>
            <a:prstGeom prst="mathMultiply">
              <a:avLst>
                <a:gd name="adj1" fmla="val 4761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4" name="Rounded Rectangle 4">
            <a:hlinkClick r:id="rId5" action="ppaction://hlinksldjump"/>
            <a:extLst>
              <a:ext uri="{FF2B5EF4-FFF2-40B4-BE49-F238E27FC236}">
                <a16:creationId xmlns:a16="http://schemas.microsoft.com/office/drawing/2014/main" id="{393AA79C-1D63-60A4-F869-667D07592B4E}"/>
              </a:ext>
            </a:extLst>
          </p:cNvPr>
          <p:cNvSpPr/>
          <p:nvPr/>
        </p:nvSpPr>
        <p:spPr>
          <a:xfrm>
            <a:off x="253999" y="251908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Pathophysiology</a:t>
            </a:r>
          </a:p>
        </p:txBody>
      </p:sp>
      <p:pic>
        <p:nvPicPr>
          <p:cNvPr id="28" name="Graphic 27" descr="Cursor with solid fill">
            <a:extLst>
              <a:ext uri="{FF2B5EF4-FFF2-40B4-BE49-F238E27FC236}">
                <a16:creationId xmlns:a16="http://schemas.microsoft.com/office/drawing/2014/main" id="{E0D68DE3-92F2-4BB1-F348-89CD07DFF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532" y="526227"/>
            <a:ext cx="301752" cy="301752"/>
          </a:xfrm>
          <a:prstGeom prst="rect">
            <a:avLst/>
          </a:prstGeom>
        </p:spPr>
      </p:pic>
      <p:sp>
        <p:nvSpPr>
          <p:cNvPr id="2" name="Rounded Rectangle 11">
            <a:hlinkClick r:id="rId6" action="ppaction://hlinksldjump"/>
            <a:extLst>
              <a:ext uri="{FF2B5EF4-FFF2-40B4-BE49-F238E27FC236}">
                <a16:creationId xmlns:a16="http://schemas.microsoft.com/office/drawing/2014/main" id="{F139F792-9770-6920-C19A-C6722469C017}"/>
              </a:ext>
            </a:extLst>
          </p:cNvPr>
          <p:cNvSpPr/>
          <p:nvPr/>
        </p:nvSpPr>
        <p:spPr>
          <a:xfrm>
            <a:off x="592483" y="3279758"/>
            <a:ext cx="1625911" cy="41148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High risk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CBABD904-75F7-48F3-5C68-F37325E45700}"/>
              </a:ext>
            </a:extLst>
          </p:cNvPr>
          <p:cNvCxnSpPr>
            <a:cxnSpLocks/>
            <a:endCxn id="2" idx="1"/>
          </p:cNvCxnSpPr>
          <p:nvPr/>
        </p:nvCxnSpPr>
        <p:spPr>
          <a:xfrm rot="16200000" flipH="1">
            <a:off x="159811" y="3052826"/>
            <a:ext cx="643306" cy="22203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3">
            <a:hlinkClick r:id="rId7" action="ppaction://hlinksldjump"/>
            <a:extLst>
              <a:ext uri="{FF2B5EF4-FFF2-40B4-BE49-F238E27FC236}">
                <a16:creationId xmlns:a16="http://schemas.microsoft.com/office/drawing/2014/main" id="{144EE529-79F8-9FC3-E214-CB0CA3156258}"/>
              </a:ext>
            </a:extLst>
          </p:cNvPr>
          <p:cNvSpPr/>
          <p:nvPr/>
        </p:nvSpPr>
        <p:spPr>
          <a:xfrm>
            <a:off x="255853" y="3885327"/>
            <a:ext cx="1962544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12" name="Graphic 11" descr="Cursor with solid fill">
            <a:extLst>
              <a:ext uri="{FF2B5EF4-FFF2-40B4-BE49-F238E27FC236}">
                <a16:creationId xmlns:a16="http://schemas.microsoft.com/office/drawing/2014/main" id="{87D7771C-DBAE-9070-EA7A-A88CB6E1E1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7056" y="4168791"/>
            <a:ext cx="301752" cy="301752"/>
          </a:xfrm>
          <a:prstGeom prst="rect">
            <a:avLst/>
          </a:prstGeom>
        </p:spPr>
      </p:pic>
      <p:sp>
        <p:nvSpPr>
          <p:cNvPr id="13" name="Immunosuppressed">
            <a:extLst>
              <a:ext uri="{FF2B5EF4-FFF2-40B4-BE49-F238E27FC236}">
                <a16:creationId xmlns:a16="http://schemas.microsoft.com/office/drawing/2014/main" id="{42E1F626-D382-5106-A3A3-3F5EA2D9362C}"/>
              </a:ext>
            </a:extLst>
          </p:cNvPr>
          <p:cNvSpPr/>
          <p:nvPr/>
        </p:nvSpPr>
        <p:spPr>
          <a:xfrm>
            <a:off x="4348758" y="729631"/>
            <a:ext cx="2176872" cy="413119"/>
          </a:xfrm>
          <a:prstGeom prst="roundRect">
            <a:avLst/>
          </a:prstGeom>
          <a:solidFill>
            <a:schemeClr val="tx1"/>
          </a:solidFill>
          <a:ln w="38100"/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Immunosuppressed</a:t>
            </a:r>
          </a:p>
        </p:txBody>
      </p:sp>
      <p:sp>
        <p:nvSpPr>
          <p:cNvPr id="16" name="Rounded Rectangle 6">
            <a:hlinkClick r:id="rId8" action="ppaction://hlinksldjump"/>
            <a:extLst>
              <a:ext uri="{FF2B5EF4-FFF2-40B4-BE49-F238E27FC236}">
                <a16:creationId xmlns:a16="http://schemas.microsoft.com/office/drawing/2014/main" id="{F09BB9BD-74B8-D343-5967-E7F8C5A27FB6}"/>
              </a:ext>
            </a:extLst>
          </p:cNvPr>
          <p:cNvSpPr/>
          <p:nvPr/>
        </p:nvSpPr>
        <p:spPr>
          <a:xfrm>
            <a:off x="253999" y="857478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Screening</a:t>
            </a:r>
          </a:p>
        </p:txBody>
      </p:sp>
      <p:pic>
        <p:nvPicPr>
          <p:cNvPr id="17" name="Graphic 16" descr="Cursor with solid fill">
            <a:extLst>
              <a:ext uri="{FF2B5EF4-FFF2-40B4-BE49-F238E27FC236}">
                <a16:creationId xmlns:a16="http://schemas.microsoft.com/office/drawing/2014/main" id="{11EB2806-9C76-D288-ED6F-A22C0FEC7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532" y="1138649"/>
            <a:ext cx="301752" cy="301752"/>
          </a:xfrm>
          <a:prstGeom prst="rect">
            <a:avLst/>
          </a:prstGeom>
        </p:spPr>
      </p:pic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BEF1D316-F175-4962-562C-26AB5CCA0F40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3444" y="1983054"/>
            <a:ext cx="436042" cy="222036"/>
          </a:xfrm>
          <a:prstGeom prst="bentConnector3">
            <a:avLst>
              <a:gd name="adj1" fmla="val 10024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1">
            <a:hlinkClick r:id="rId9" action="ppaction://hlinksldjump"/>
            <a:extLst>
              <a:ext uri="{FF2B5EF4-FFF2-40B4-BE49-F238E27FC236}">
                <a16:creationId xmlns:a16="http://schemas.microsoft.com/office/drawing/2014/main" id="{2658DF02-833B-A2A7-E8DE-F3605400BA2C}"/>
              </a:ext>
            </a:extLst>
          </p:cNvPr>
          <p:cNvSpPr/>
          <p:nvPr/>
        </p:nvSpPr>
        <p:spPr>
          <a:xfrm>
            <a:off x="577861" y="2674188"/>
            <a:ext cx="1640533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Further Tx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85B793A8-9B59-5AD1-1ED6-EC89E17D0EDE}"/>
              </a:ext>
            </a:extLst>
          </p:cNvPr>
          <p:cNvCxnSpPr>
            <a:cxnSpLocks/>
            <a:endCxn id="19" idx="1"/>
          </p:cNvCxnSpPr>
          <p:nvPr/>
        </p:nvCxnSpPr>
        <p:spPr>
          <a:xfrm rot="16200000" flipH="1">
            <a:off x="162926" y="2464993"/>
            <a:ext cx="622456" cy="20741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11">
            <a:hlinkClick r:id="rId10" action="ppaction://hlinksldjump"/>
            <a:extLst>
              <a:ext uri="{FF2B5EF4-FFF2-40B4-BE49-F238E27FC236}">
                <a16:creationId xmlns:a16="http://schemas.microsoft.com/office/drawing/2014/main" id="{777E4796-A820-8903-3CC1-6411FACB5335}"/>
              </a:ext>
            </a:extLst>
          </p:cNvPr>
          <p:cNvSpPr/>
          <p:nvPr/>
        </p:nvSpPr>
        <p:spPr>
          <a:xfrm>
            <a:off x="577859" y="2068618"/>
            <a:ext cx="164053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Surveillance</a:t>
            </a:r>
          </a:p>
        </p:txBody>
      </p:sp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B6BAFF3E-72B0-415E-8720-2D27E06866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532" y="2340633"/>
            <a:ext cx="301752" cy="301752"/>
          </a:xfrm>
          <a:prstGeom prst="rect">
            <a:avLst/>
          </a:prstGeom>
        </p:spPr>
      </p:pic>
      <p:pic>
        <p:nvPicPr>
          <p:cNvPr id="29" name="Graphic 28" descr="Cursor with solid fill">
            <a:extLst>
              <a:ext uri="{FF2B5EF4-FFF2-40B4-BE49-F238E27FC236}">
                <a16:creationId xmlns:a16="http://schemas.microsoft.com/office/drawing/2014/main" id="{C4EEF3F9-D487-6D48-0CBD-70FDF57F49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532" y="2953054"/>
            <a:ext cx="301752" cy="301752"/>
          </a:xfrm>
          <a:prstGeom prst="rect">
            <a:avLst/>
          </a:prstGeom>
        </p:spPr>
      </p:pic>
      <p:sp>
        <p:nvSpPr>
          <p:cNvPr id="32" name="Rounded Rectangle 9">
            <a:hlinkClick r:id="rId11" action="ppaction://hlinksldjump"/>
            <a:extLst>
              <a:ext uri="{FF2B5EF4-FFF2-40B4-BE49-F238E27FC236}">
                <a16:creationId xmlns:a16="http://schemas.microsoft.com/office/drawing/2014/main" id="{BE21FC21-462E-4D55-5DEB-F338F11FA4C5}"/>
              </a:ext>
            </a:extLst>
          </p:cNvPr>
          <p:cNvSpPr/>
          <p:nvPr/>
        </p:nvSpPr>
        <p:spPr>
          <a:xfrm>
            <a:off x="255852" y="1475616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pic>
        <p:nvPicPr>
          <p:cNvPr id="34" name="Graphic 33" descr="Cursor with solid fill">
            <a:extLst>
              <a:ext uri="{FF2B5EF4-FFF2-40B4-BE49-F238E27FC236}">
                <a16:creationId xmlns:a16="http://schemas.microsoft.com/office/drawing/2014/main" id="{8EE43D58-4382-4452-9FC0-D00DDFB29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532" y="1746517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58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9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3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  <p:bldP spid="31" grpId="0" animBg="1"/>
      <p:bldP spid="31" grpId="1" animBg="1"/>
      <p:bldP spid="33" grpId="0" animBg="1"/>
      <p:bldP spid="111" grpId="0" animBg="1"/>
      <p:bldP spid="111" grpId="1" animBg="1"/>
      <p:bldP spid="179" grpId="1" animBg="1"/>
      <p:bldP spid="191" grpId="0"/>
      <p:bldP spid="197" grpId="0" animBg="1"/>
      <p:bldP spid="203" grpId="0" animBg="1"/>
      <p:bldP spid="211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8D4973A8-93BC-351B-C49C-95C68D20BFF0}"/>
              </a:ext>
            </a:extLst>
          </p:cNvPr>
          <p:cNvSpPr txBox="1"/>
          <p:nvPr/>
        </p:nvSpPr>
        <p:spPr>
          <a:xfrm>
            <a:off x="2432345" y="2612784"/>
            <a:ext cx="4654553" cy="7848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500" dirty="0"/>
              <a:t>…Five years later, they return to clinic for repeat screening. Primary HPV testing w/ reflex cytology shows HPV+ for a high risk strain other than 16 or 18, ASC-US.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FC175428-5C96-7D20-EDB0-FAA1CDD81503}"/>
              </a:ext>
            </a:extLst>
          </p:cNvPr>
          <p:cNvSpPr/>
          <p:nvPr/>
        </p:nvSpPr>
        <p:spPr>
          <a:xfrm>
            <a:off x="608600" y="2686021"/>
            <a:ext cx="1600170" cy="41148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" name="Case 1">
            <a:extLst>
              <a:ext uri="{FF2B5EF4-FFF2-40B4-BE49-F238E27FC236}">
                <a16:creationId xmlns:a16="http://schemas.microsoft.com/office/drawing/2014/main" id="{909922A8-E67B-7CFF-2E5E-DEFCCF3872D0}"/>
              </a:ext>
            </a:extLst>
          </p:cNvPr>
          <p:cNvSpPr/>
          <p:nvPr/>
        </p:nvSpPr>
        <p:spPr>
          <a:xfrm>
            <a:off x="6624809" y="150534"/>
            <a:ext cx="1316484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10C84B-2005-E6D7-962C-110C3CDB37CF}"/>
              </a:ext>
            </a:extLst>
          </p:cNvPr>
          <p:cNvCxnSpPr>
            <a:cxnSpLocks/>
          </p:cNvCxnSpPr>
          <p:nvPr/>
        </p:nvCxnSpPr>
        <p:spPr>
          <a:xfrm>
            <a:off x="7283051" y="1381065"/>
            <a:ext cx="0" cy="527662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Case 1 stem">
            <a:extLst>
              <a:ext uri="{FF2B5EF4-FFF2-40B4-BE49-F238E27FC236}">
                <a16:creationId xmlns:a16="http://schemas.microsoft.com/office/drawing/2014/main" id="{1DF77381-5FE1-F6A9-8EDF-1A09F12F595E}"/>
              </a:ext>
            </a:extLst>
          </p:cNvPr>
          <p:cNvSpPr txBox="1"/>
          <p:nvPr/>
        </p:nvSpPr>
        <p:spPr>
          <a:xfrm>
            <a:off x="2463124" y="700563"/>
            <a:ext cx="94489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40 year-old person with a cervix, HTN, depression presents for cervical cancer screening. Their co-test is negative and they have no prior history of abnormal pap smears. </a:t>
            </a:r>
          </a:p>
        </p:txBody>
      </p:sp>
      <p:sp>
        <p:nvSpPr>
          <p:cNvPr id="20" name="Case 1 Question 1">
            <a:extLst>
              <a:ext uri="{FF2B5EF4-FFF2-40B4-BE49-F238E27FC236}">
                <a16:creationId xmlns:a16="http://schemas.microsoft.com/office/drawing/2014/main" id="{525357D0-41A6-8331-D7B5-150F39D2960F}"/>
              </a:ext>
            </a:extLst>
          </p:cNvPr>
          <p:cNvSpPr/>
          <p:nvPr/>
        </p:nvSpPr>
        <p:spPr>
          <a:xfrm>
            <a:off x="2505630" y="1389940"/>
            <a:ext cx="4480560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When should they be screened again?</a:t>
            </a:r>
          </a:p>
        </p:txBody>
      </p:sp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52860BFF-84AF-641D-8783-8593955ACC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6233" y="1641118"/>
            <a:ext cx="301752" cy="301752"/>
          </a:xfrm>
          <a:prstGeom prst="rect">
            <a:avLst/>
          </a:prstGeom>
        </p:spPr>
      </p:pic>
      <p:sp>
        <p:nvSpPr>
          <p:cNvPr id="27" name="Case 1 Answer 1">
            <a:extLst>
              <a:ext uri="{FF2B5EF4-FFF2-40B4-BE49-F238E27FC236}">
                <a16:creationId xmlns:a16="http://schemas.microsoft.com/office/drawing/2014/main" id="{4EF005B1-EE7F-2024-30B0-E3CF7871AA50}"/>
              </a:ext>
            </a:extLst>
          </p:cNvPr>
          <p:cNvSpPr txBox="1"/>
          <p:nvPr/>
        </p:nvSpPr>
        <p:spPr>
          <a:xfrm>
            <a:off x="2541331" y="1801380"/>
            <a:ext cx="45142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Because the patient had negative HPV-based testing, they should be re-screened in </a:t>
            </a:r>
            <a:r>
              <a:rPr lang="en-US" sz="1500" b="1" dirty="0"/>
              <a:t>5 years. </a:t>
            </a:r>
          </a:p>
        </p:txBody>
      </p:sp>
      <p:sp>
        <p:nvSpPr>
          <p:cNvPr id="28" name="Case 1 Question 2">
            <a:extLst>
              <a:ext uri="{FF2B5EF4-FFF2-40B4-BE49-F238E27FC236}">
                <a16:creationId xmlns:a16="http://schemas.microsoft.com/office/drawing/2014/main" id="{9A88C8CE-78BF-9CBB-BE51-0D8CBE468157}"/>
              </a:ext>
            </a:extLst>
          </p:cNvPr>
          <p:cNvSpPr/>
          <p:nvPr/>
        </p:nvSpPr>
        <p:spPr>
          <a:xfrm>
            <a:off x="2505630" y="3462198"/>
            <a:ext cx="4480560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What is your next step in management or follow-up?</a:t>
            </a:r>
          </a:p>
        </p:txBody>
      </p:sp>
      <p:pic>
        <p:nvPicPr>
          <p:cNvPr id="30" name="Graphic 29" descr="Cursor with solid fill">
            <a:extLst>
              <a:ext uri="{FF2B5EF4-FFF2-40B4-BE49-F238E27FC236}">
                <a16:creationId xmlns:a16="http://schemas.microsoft.com/office/drawing/2014/main" id="{90BD411A-F2E2-5C3F-5A58-221F268629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6233" y="3713477"/>
            <a:ext cx="301752" cy="301752"/>
          </a:xfrm>
          <a:prstGeom prst="rect">
            <a:avLst/>
          </a:prstGeom>
        </p:spPr>
      </p:pic>
      <p:sp>
        <p:nvSpPr>
          <p:cNvPr id="31" name="Case 1 Answer 2">
            <a:extLst>
              <a:ext uri="{FF2B5EF4-FFF2-40B4-BE49-F238E27FC236}">
                <a16:creationId xmlns:a16="http://schemas.microsoft.com/office/drawing/2014/main" id="{540F9FA5-C0EF-5ECD-D10B-B4DF3292F150}"/>
              </a:ext>
            </a:extLst>
          </p:cNvPr>
          <p:cNvSpPr txBox="1"/>
          <p:nvPr/>
        </p:nvSpPr>
        <p:spPr>
          <a:xfrm>
            <a:off x="2492133" y="3872566"/>
            <a:ext cx="45349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Go to app.asccp.org. Age: 30-65. Clinical situation: Routine screening (within past 5 years). Enter current and prior screening results </a:t>
            </a:r>
            <a:r>
              <a:rPr lang="en-US" sz="1600" dirty="0">
                <a:sym typeface="Wingdings" pitchFamily="2" charset="2"/>
              </a:rPr>
              <a:t> </a:t>
            </a:r>
            <a:r>
              <a:rPr lang="en-US" sz="1600" b="1" dirty="0"/>
              <a:t>HPV testing at 1 year is recommended. </a:t>
            </a:r>
            <a:endParaRPr lang="en-US" sz="1500" b="1" dirty="0"/>
          </a:p>
        </p:txBody>
      </p:sp>
      <p:sp>
        <p:nvSpPr>
          <p:cNvPr id="32" name="Case 1 Question 3">
            <a:extLst>
              <a:ext uri="{FF2B5EF4-FFF2-40B4-BE49-F238E27FC236}">
                <a16:creationId xmlns:a16="http://schemas.microsoft.com/office/drawing/2014/main" id="{9EAF1941-DBAE-F01F-D03E-F0F711224045}"/>
              </a:ext>
            </a:extLst>
          </p:cNvPr>
          <p:cNvSpPr/>
          <p:nvPr/>
        </p:nvSpPr>
        <p:spPr>
          <a:xfrm>
            <a:off x="2505630" y="5676862"/>
            <a:ext cx="4480560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What is your next step in management or follow-up?</a:t>
            </a:r>
          </a:p>
        </p:txBody>
      </p:sp>
      <p:pic>
        <p:nvPicPr>
          <p:cNvPr id="33" name="Graphic 32" descr="Cursor with solid fill">
            <a:extLst>
              <a:ext uri="{FF2B5EF4-FFF2-40B4-BE49-F238E27FC236}">
                <a16:creationId xmlns:a16="http://schemas.microsoft.com/office/drawing/2014/main" id="{ADFC5936-4B06-822E-ABE0-A131E02D7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6233" y="5940385"/>
            <a:ext cx="301752" cy="301752"/>
          </a:xfrm>
          <a:prstGeom prst="rect">
            <a:avLst/>
          </a:prstGeom>
        </p:spPr>
      </p:pic>
      <p:sp>
        <p:nvSpPr>
          <p:cNvPr id="34" name="Case 1 Answer 3">
            <a:extLst>
              <a:ext uri="{FF2B5EF4-FFF2-40B4-BE49-F238E27FC236}">
                <a16:creationId xmlns:a16="http://schemas.microsoft.com/office/drawing/2014/main" id="{D4D1C226-8039-ACA5-A34E-00CB20E7EBF1}"/>
              </a:ext>
            </a:extLst>
          </p:cNvPr>
          <p:cNvSpPr txBox="1"/>
          <p:nvPr/>
        </p:nvSpPr>
        <p:spPr>
          <a:xfrm>
            <a:off x="2492133" y="6072912"/>
            <a:ext cx="45349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Go to app.asccp.org. </a:t>
            </a:r>
            <a:r>
              <a:rPr lang="en-US" sz="1600" b="1" dirty="0"/>
              <a:t>Colposcopy</a:t>
            </a:r>
            <a:r>
              <a:rPr lang="en-US" sz="1600" dirty="0"/>
              <a:t> is recommended at this point. </a:t>
            </a:r>
            <a:endParaRPr lang="en-US" sz="1500" dirty="0"/>
          </a:p>
        </p:txBody>
      </p:sp>
      <p:sp>
        <p:nvSpPr>
          <p:cNvPr id="38" name="Case 2 Question 1">
            <a:extLst>
              <a:ext uri="{FF2B5EF4-FFF2-40B4-BE49-F238E27FC236}">
                <a16:creationId xmlns:a16="http://schemas.microsoft.com/office/drawing/2014/main" id="{6AA302E0-026D-6C6D-91EB-C9DA868A3282}"/>
              </a:ext>
            </a:extLst>
          </p:cNvPr>
          <p:cNvSpPr/>
          <p:nvPr/>
        </p:nvSpPr>
        <p:spPr>
          <a:xfrm>
            <a:off x="7479205" y="1796533"/>
            <a:ext cx="4480560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What if your next step in management or follow-up?</a:t>
            </a:r>
          </a:p>
        </p:txBody>
      </p:sp>
      <p:pic>
        <p:nvPicPr>
          <p:cNvPr id="39" name="Graphic 38" descr="Cursor with solid fill">
            <a:extLst>
              <a:ext uri="{FF2B5EF4-FFF2-40B4-BE49-F238E27FC236}">
                <a16:creationId xmlns:a16="http://schemas.microsoft.com/office/drawing/2014/main" id="{993113B0-6058-19AC-CF78-E02AEA33F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20631" y="2040123"/>
            <a:ext cx="301752" cy="301752"/>
          </a:xfrm>
          <a:prstGeom prst="rect">
            <a:avLst/>
          </a:prstGeom>
        </p:spPr>
      </p:pic>
      <p:sp>
        <p:nvSpPr>
          <p:cNvPr id="40" name="Case 2 Answer 1">
            <a:extLst>
              <a:ext uri="{FF2B5EF4-FFF2-40B4-BE49-F238E27FC236}">
                <a16:creationId xmlns:a16="http://schemas.microsoft.com/office/drawing/2014/main" id="{C827411C-C40B-61A9-91F1-E13123FA4377}"/>
              </a:ext>
            </a:extLst>
          </p:cNvPr>
          <p:cNvSpPr txBox="1"/>
          <p:nvPr/>
        </p:nvSpPr>
        <p:spPr>
          <a:xfrm>
            <a:off x="7479205" y="2255634"/>
            <a:ext cx="448056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Go to app.asccp.org. Age: 30-65. Clinical situation: Evaluation of a </a:t>
            </a:r>
            <a:r>
              <a:rPr lang="en-US" sz="1500" dirty="0" err="1"/>
              <a:t>colposcopic</a:t>
            </a:r>
            <a:r>
              <a:rPr lang="en-US" sz="1500" dirty="0"/>
              <a:t> biopsy. Two options: </a:t>
            </a:r>
          </a:p>
          <a:p>
            <a:pPr marL="342900" indent="-342900">
              <a:buAutoNum type="arabicParenR"/>
            </a:pPr>
            <a:r>
              <a:rPr lang="en-US" sz="1500" u="sng" dirty="0"/>
              <a:t>Treatment (excision &gt; ablation)</a:t>
            </a:r>
            <a:r>
              <a:rPr lang="en-US" sz="1500" dirty="0"/>
              <a:t> followed by HPV based testing at 6 months is recommended</a:t>
            </a:r>
          </a:p>
          <a:p>
            <a:pPr marL="342900" indent="-342900">
              <a:buAutoNum type="arabicParenR"/>
            </a:pPr>
            <a:r>
              <a:rPr lang="en-US" sz="1500" dirty="0"/>
              <a:t>For those concerned about impact of treatment on risk of adverse outcomes in future pregnancy, </a:t>
            </a:r>
            <a:r>
              <a:rPr lang="en-US" sz="1500" u="sng" dirty="0"/>
              <a:t>observation</a:t>
            </a:r>
            <a:r>
              <a:rPr lang="en-US" sz="1500" dirty="0"/>
              <a:t> with colposcopy + HPV-based screening at 6 and 12 months is acceptable</a:t>
            </a:r>
          </a:p>
          <a:p>
            <a:pPr marL="342900" indent="-342900" algn="ctr">
              <a:buAutoNum type="arabicParenR"/>
            </a:pPr>
            <a:endParaRPr lang="en-US" sz="1500" dirty="0"/>
          </a:p>
        </p:txBody>
      </p:sp>
      <p:sp>
        <p:nvSpPr>
          <p:cNvPr id="41" name="Case 2 Question 2">
            <a:extLst>
              <a:ext uri="{FF2B5EF4-FFF2-40B4-BE49-F238E27FC236}">
                <a16:creationId xmlns:a16="http://schemas.microsoft.com/office/drawing/2014/main" id="{3896FA29-D435-61C1-7505-E3FD231E0333}"/>
              </a:ext>
            </a:extLst>
          </p:cNvPr>
          <p:cNvSpPr/>
          <p:nvPr/>
        </p:nvSpPr>
        <p:spPr>
          <a:xfrm>
            <a:off x="7479205" y="4294150"/>
            <a:ext cx="4480560" cy="849065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How would you counsel your patient on the impact of a history of CIN2 on recommended screenings in the future? </a:t>
            </a:r>
          </a:p>
        </p:txBody>
      </p:sp>
      <p:pic>
        <p:nvPicPr>
          <p:cNvPr id="42" name="Graphic 41" descr="Cursor with solid fill">
            <a:extLst>
              <a:ext uri="{FF2B5EF4-FFF2-40B4-BE49-F238E27FC236}">
                <a16:creationId xmlns:a16="http://schemas.microsoft.com/office/drawing/2014/main" id="{E24AE3FF-5970-B5A0-BF32-A07D95E49E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20631" y="5007090"/>
            <a:ext cx="301752" cy="301752"/>
          </a:xfrm>
          <a:prstGeom prst="rect">
            <a:avLst/>
          </a:prstGeom>
        </p:spPr>
      </p:pic>
      <p:sp>
        <p:nvSpPr>
          <p:cNvPr id="43" name="Case 2 Answer 2">
            <a:extLst>
              <a:ext uri="{FF2B5EF4-FFF2-40B4-BE49-F238E27FC236}">
                <a16:creationId xmlns:a16="http://schemas.microsoft.com/office/drawing/2014/main" id="{3ED3F95F-C3A7-BCE3-F387-DFF98B0E8B28}"/>
              </a:ext>
            </a:extLst>
          </p:cNvPr>
          <p:cNvSpPr txBox="1"/>
          <p:nvPr/>
        </p:nvSpPr>
        <p:spPr>
          <a:xfrm>
            <a:off x="7479205" y="5205454"/>
            <a:ext cx="44805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>
              <a:buFont typeface="Arial" panose="020B0604020202020204" pitchFamily="34" charset="0"/>
              <a:buChar char="•"/>
              <a:tabLst>
                <a:tab pos="60325" algn="l"/>
              </a:tabLst>
            </a:pPr>
            <a:r>
              <a:rPr lang="en-US" sz="1500" dirty="0"/>
              <a:t>Short-term follow-up: depends on treatment choice. </a:t>
            </a:r>
          </a:p>
          <a:p>
            <a:pPr marL="177800" indent="-177800">
              <a:buFont typeface="Arial" panose="020B0604020202020204" pitchFamily="34" charset="0"/>
              <a:buChar char="•"/>
              <a:tabLst>
                <a:tab pos="60325" algn="l"/>
              </a:tabLst>
            </a:pPr>
            <a:r>
              <a:rPr lang="en-US" sz="1500" dirty="0"/>
              <a:t>Long term follow-up:  they are considered high risk and will require screening </a:t>
            </a:r>
            <a:r>
              <a:rPr lang="en-US" sz="1500" b="1" dirty="0"/>
              <a:t>at 3-year intervals for a minimum of 25 years (even if &gt;65 years old)</a:t>
            </a:r>
            <a:endParaRPr lang="en-US" sz="1500" dirty="0"/>
          </a:p>
        </p:txBody>
      </p:sp>
      <p:sp>
        <p:nvSpPr>
          <p:cNvPr id="48" name="Case 1 Answer 2">
            <a:extLst>
              <a:ext uri="{FF2B5EF4-FFF2-40B4-BE49-F238E27FC236}">
                <a16:creationId xmlns:a16="http://schemas.microsoft.com/office/drawing/2014/main" id="{E77CEE72-3CDA-39AB-5C89-5C1889C177F9}"/>
              </a:ext>
            </a:extLst>
          </p:cNvPr>
          <p:cNvSpPr txBox="1"/>
          <p:nvPr/>
        </p:nvSpPr>
        <p:spPr>
          <a:xfrm>
            <a:off x="2505630" y="5087033"/>
            <a:ext cx="45349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…At 1 year follow-up, repeat testing still shows HPV+ other, ASC-US.</a:t>
            </a:r>
          </a:p>
        </p:txBody>
      </p:sp>
      <p:sp>
        <p:nvSpPr>
          <p:cNvPr id="51" name="Case 1 Answer 2">
            <a:extLst>
              <a:ext uri="{FF2B5EF4-FFF2-40B4-BE49-F238E27FC236}">
                <a16:creationId xmlns:a16="http://schemas.microsoft.com/office/drawing/2014/main" id="{7C492C7C-560B-FC46-D783-7106114899EE}"/>
              </a:ext>
            </a:extLst>
          </p:cNvPr>
          <p:cNvSpPr txBox="1"/>
          <p:nvPr/>
        </p:nvSpPr>
        <p:spPr>
          <a:xfrm>
            <a:off x="7479205" y="1382350"/>
            <a:ext cx="4480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…They undergo a colposcopy. Biopsy shows CIN2.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912C566F-72F7-F10F-4DDF-7B19EA788ABA}"/>
              </a:ext>
            </a:extLst>
          </p:cNvPr>
          <p:cNvCxnSpPr>
            <a:cxnSpLocks/>
            <a:endCxn id="8" idx="1"/>
          </p:cNvCxnSpPr>
          <p:nvPr/>
        </p:nvCxnSpPr>
        <p:spPr>
          <a:xfrm rot="16200000" flipH="1">
            <a:off x="268356" y="2551517"/>
            <a:ext cx="458450" cy="22203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3">
            <a:hlinkClick r:id="rId5" action="ppaction://hlinksldjump"/>
            <a:extLst>
              <a:ext uri="{FF2B5EF4-FFF2-40B4-BE49-F238E27FC236}">
                <a16:creationId xmlns:a16="http://schemas.microsoft.com/office/drawing/2014/main" id="{FB6A9CE5-C973-3D8D-56E7-06F5E3F218A9}"/>
              </a:ext>
            </a:extLst>
          </p:cNvPr>
          <p:cNvSpPr/>
          <p:nvPr/>
        </p:nvSpPr>
        <p:spPr>
          <a:xfrm>
            <a:off x="608599" y="3296112"/>
            <a:ext cx="1600170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81D15635-74CD-0A7C-CF6C-73FDB20C3CA1}"/>
              </a:ext>
            </a:extLst>
          </p:cNvPr>
          <p:cNvCxnSpPr>
            <a:cxnSpLocks/>
            <a:endCxn id="57" idx="1"/>
          </p:cNvCxnSpPr>
          <p:nvPr/>
        </p:nvCxnSpPr>
        <p:spPr>
          <a:xfrm rot="16200000" flipH="1">
            <a:off x="143651" y="3036904"/>
            <a:ext cx="707860" cy="22203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262D6BB0-C0B5-5552-AC82-7430B00C2A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7056" y="3565310"/>
            <a:ext cx="301752" cy="301752"/>
          </a:xfrm>
          <a:prstGeom prst="rect">
            <a:avLst/>
          </a:prstGeom>
        </p:spPr>
      </p:pic>
      <p:sp>
        <p:nvSpPr>
          <p:cNvPr id="47" name="Rounded Rectangle 4">
            <a:hlinkClick r:id="rId6" action="ppaction://hlinksldjump"/>
            <a:extLst>
              <a:ext uri="{FF2B5EF4-FFF2-40B4-BE49-F238E27FC236}">
                <a16:creationId xmlns:a16="http://schemas.microsoft.com/office/drawing/2014/main" id="{7F8C22C6-392B-91E0-2791-D6037B4820AC}"/>
              </a:ext>
            </a:extLst>
          </p:cNvPr>
          <p:cNvSpPr/>
          <p:nvPr/>
        </p:nvSpPr>
        <p:spPr>
          <a:xfrm>
            <a:off x="253999" y="251908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Pathophysiology</a:t>
            </a:r>
          </a:p>
        </p:txBody>
      </p:sp>
      <p:pic>
        <p:nvPicPr>
          <p:cNvPr id="53" name="Graphic 52" descr="Cursor with solid fill">
            <a:extLst>
              <a:ext uri="{FF2B5EF4-FFF2-40B4-BE49-F238E27FC236}">
                <a16:creationId xmlns:a16="http://schemas.microsoft.com/office/drawing/2014/main" id="{B6B69253-2281-D4FE-0077-CA131B531E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532" y="526227"/>
            <a:ext cx="301752" cy="301752"/>
          </a:xfrm>
          <a:prstGeom prst="rect">
            <a:avLst/>
          </a:prstGeom>
        </p:spPr>
      </p:pic>
      <p:sp>
        <p:nvSpPr>
          <p:cNvPr id="62" name="Rounded Rectangle 3">
            <a:hlinkClick r:id="rId7" action="ppaction://hlinksldjump"/>
            <a:extLst>
              <a:ext uri="{FF2B5EF4-FFF2-40B4-BE49-F238E27FC236}">
                <a16:creationId xmlns:a16="http://schemas.microsoft.com/office/drawing/2014/main" id="{B81F63D9-6837-A431-ACC2-41CE89C90FE0}"/>
              </a:ext>
            </a:extLst>
          </p:cNvPr>
          <p:cNvSpPr/>
          <p:nvPr/>
        </p:nvSpPr>
        <p:spPr>
          <a:xfrm>
            <a:off x="257446" y="2075931"/>
            <a:ext cx="1962545" cy="41148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sp>
        <p:nvSpPr>
          <p:cNvPr id="2" name="Rounded Rectangle 6">
            <a:hlinkClick r:id="rId8" action="ppaction://hlinksldjump"/>
            <a:extLst>
              <a:ext uri="{FF2B5EF4-FFF2-40B4-BE49-F238E27FC236}">
                <a16:creationId xmlns:a16="http://schemas.microsoft.com/office/drawing/2014/main" id="{021A0BE7-5C03-CB7F-33E1-7C7569442636}"/>
              </a:ext>
            </a:extLst>
          </p:cNvPr>
          <p:cNvSpPr/>
          <p:nvPr/>
        </p:nvSpPr>
        <p:spPr>
          <a:xfrm>
            <a:off x="253999" y="857478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Screening</a:t>
            </a:r>
          </a:p>
        </p:txBody>
      </p:sp>
      <p:pic>
        <p:nvPicPr>
          <p:cNvPr id="3" name="Graphic 2" descr="Cursor with solid fill">
            <a:extLst>
              <a:ext uri="{FF2B5EF4-FFF2-40B4-BE49-F238E27FC236}">
                <a16:creationId xmlns:a16="http://schemas.microsoft.com/office/drawing/2014/main" id="{96FA7433-FABF-24A8-4BE8-13C2724EEB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532" y="1138649"/>
            <a:ext cx="301752" cy="301752"/>
          </a:xfrm>
          <a:prstGeom prst="rect">
            <a:avLst/>
          </a:prstGeom>
        </p:spPr>
      </p:pic>
      <p:sp>
        <p:nvSpPr>
          <p:cNvPr id="4" name="Rounded Rectangle 9">
            <a:hlinkClick r:id="rId9" action="ppaction://hlinksldjump"/>
            <a:extLst>
              <a:ext uri="{FF2B5EF4-FFF2-40B4-BE49-F238E27FC236}">
                <a16:creationId xmlns:a16="http://schemas.microsoft.com/office/drawing/2014/main" id="{ED398E21-C87E-E209-C849-00A17B5B84F4}"/>
              </a:ext>
            </a:extLst>
          </p:cNvPr>
          <p:cNvSpPr/>
          <p:nvPr/>
        </p:nvSpPr>
        <p:spPr>
          <a:xfrm>
            <a:off x="255852" y="1475616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pic>
        <p:nvPicPr>
          <p:cNvPr id="5" name="Graphic 4" descr="Cursor with solid fill">
            <a:extLst>
              <a:ext uri="{FF2B5EF4-FFF2-40B4-BE49-F238E27FC236}">
                <a16:creationId xmlns:a16="http://schemas.microsoft.com/office/drawing/2014/main" id="{8E2CC0ED-51F5-6090-8B73-DF59253EC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532" y="1746517"/>
            <a:ext cx="301752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67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21" grpId="0"/>
      <p:bldP spid="27" grpId="0"/>
      <p:bldP spid="28" grpId="0" animBg="1"/>
      <p:bldP spid="31" grpId="0"/>
      <p:bldP spid="32" grpId="0" animBg="1"/>
      <p:bldP spid="34" grpId="0"/>
      <p:bldP spid="38" grpId="0" animBg="1"/>
      <p:bldP spid="40" grpId="0"/>
      <p:bldP spid="41" grpId="0" animBg="1"/>
      <p:bldP spid="43" grpId="0"/>
      <p:bldP spid="48" grpId="0"/>
      <p:bldP spid="5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8D4973A8-93BC-351B-C49C-95C68D20BFF0}"/>
              </a:ext>
            </a:extLst>
          </p:cNvPr>
          <p:cNvSpPr txBox="1"/>
          <p:nvPr/>
        </p:nvSpPr>
        <p:spPr>
          <a:xfrm>
            <a:off x="2476303" y="3129536"/>
            <a:ext cx="4654553" cy="3231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500" dirty="0"/>
              <a:t>…Pap smear returns with LSIL, HPV negative. </a:t>
            </a:r>
            <a:endParaRPr lang="en-US" sz="1500" i="1" dirty="0"/>
          </a:p>
        </p:txBody>
      </p:sp>
      <p:sp>
        <p:nvSpPr>
          <p:cNvPr id="20" name="Case 2  Question 1">
            <a:extLst>
              <a:ext uri="{FF2B5EF4-FFF2-40B4-BE49-F238E27FC236}">
                <a16:creationId xmlns:a16="http://schemas.microsoft.com/office/drawing/2014/main" id="{525357D0-41A6-8331-D7B5-150F39D2960F}"/>
              </a:ext>
            </a:extLst>
          </p:cNvPr>
          <p:cNvSpPr/>
          <p:nvPr/>
        </p:nvSpPr>
        <p:spPr>
          <a:xfrm>
            <a:off x="2501273" y="1562527"/>
            <a:ext cx="4480560" cy="553998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When and how should they be screened for cervical cancer?</a:t>
            </a:r>
          </a:p>
        </p:txBody>
      </p:sp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52860BFF-84AF-641D-8783-8593955ACC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7621" y="1987274"/>
            <a:ext cx="305819" cy="301752"/>
          </a:xfrm>
          <a:prstGeom prst="rect">
            <a:avLst/>
          </a:prstGeom>
        </p:spPr>
      </p:pic>
      <p:sp>
        <p:nvSpPr>
          <p:cNvPr id="27" name="Case 1 Answer 1">
            <a:extLst>
              <a:ext uri="{FF2B5EF4-FFF2-40B4-BE49-F238E27FC236}">
                <a16:creationId xmlns:a16="http://schemas.microsoft.com/office/drawing/2014/main" id="{4EF005B1-EE7F-2024-30B0-E3CF7871AA50}"/>
              </a:ext>
            </a:extLst>
          </p:cNvPr>
          <p:cNvSpPr txBox="1"/>
          <p:nvPr/>
        </p:nvSpPr>
        <p:spPr>
          <a:xfrm>
            <a:off x="2536974" y="2172685"/>
            <a:ext cx="451425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/>
              <a:t>Today</a:t>
            </a:r>
            <a:r>
              <a:rPr lang="en-US" sz="1500" dirty="0"/>
              <a:t>. Screening can be done with </a:t>
            </a:r>
            <a:r>
              <a:rPr lang="en-US" sz="1500" b="1" dirty="0"/>
              <a:t>cytology alone (Pap smear) or HPV co-test at least every 3 years </a:t>
            </a:r>
            <a:r>
              <a:rPr lang="en-US" sz="1500" dirty="0"/>
              <a:t>given history of SLE. </a:t>
            </a:r>
          </a:p>
        </p:txBody>
      </p:sp>
      <p:sp>
        <p:nvSpPr>
          <p:cNvPr id="28" name="Case 2 Question 2">
            <a:extLst>
              <a:ext uri="{FF2B5EF4-FFF2-40B4-BE49-F238E27FC236}">
                <a16:creationId xmlns:a16="http://schemas.microsoft.com/office/drawing/2014/main" id="{9A88C8CE-78BF-9CBB-BE51-0D8CBE468157}"/>
              </a:ext>
            </a:extLst>
          </p:cNvPr>
          <p:cNvSpPr/>
          <p:nvPr/>
        </p:nvSpPr>
        <p:spPr>
          <a:xfrm>
            <a:off x="2503317" y="3536570"/>
            <a:ext cx="4480560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What is your next step in management?</a:t>
            </a:r>
          </a:p>
        </p:txBody>
      </p:sp>
      <p:pic>
        <p:nvPicPr>
          <p:cNvPr id="30" name="Graphic 29" descr="Cursor with solid fill">
            <a:extLst>
              <a:ext uri="{FF2B5EF4-FFF2-40B4-BE49-F238E27FC236}">
                <a16:creationId xmlns:a16="http://schemas.microsoft.com/office/drawing/2014/main" id="{90BD411A-F2E2-5C3F-5A58-221F268629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9665" y="3802469"/>
            <a:ext cx="305819" cy="301752"/>
          </a:xfrm>
          <a:prstGeom prst="rect">
            <a:avLst/>
          </a:prstGeom>
        </p:spPr>
      </p:pic>
      <p:sp>
        <p:nvSpPr>
          <p:cNvPr id="31" name="Case 1 Answer 2">
            <a:extLst>
              <a:ext uri="{FF2B5EF4-FFF2-40B4-BE49-F238E27FC236}">
                <a16:creationId xmlns:a16="http://schemas.microsoft.com/office/drawing/2014/main" id="{540F9FA5-C0EF-5ECD-D10B-B4DF3292F150}"/>
              </a:ext>
            </a:extLst>
          </p:cNvPr>
          <p:cNvSpPr txBox="1"/>
          <p:nvPr/>
        </p:nvSpPr>
        <p:spPr>
          <a:xfrm>
            <a:off x="2485781" y="3951363"/>
            <a:ext cx="45349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Given their history of immunosuppression, </a:t>
            </a:r>
            <a:r>
              <a:rPr lang="en-US" sz="1600" b="1" dirty="0"/>
              <a:t>colposcopy</a:t>
            </a:r>
            <a:r>
              <a:rPr lang="en-US" sz="1600" dirty="0"/>
              <a:t> is indicated despite HPV status. </a:t>
            </a:r>
            <a:endParaRPr lang="en-US" sz="1500" dirty="0"/>
          </a:p>
        </p:txBody>
      </p:sp>
      <p:sp>
        <p:nvSpPr>
          <p:cNvPr id="32" name="Case 3 Question 3">
            <a:extLst>
              <a:ext uri="{FF2B5EF4-FFF2-40B4-BE49-F238E27FC236}">
                <a16:creationId xmlns:a16="http://schemas.microsoft.com/office/drawing/2014/main" id="{9EAF1941-DBAE-F01F-D03E-F0F711224045}"/>
              </a:ext>
            </a:extLst>
          </p:cNvPr>
          <p:cNvSpPr/>
          <p:nvPr/>
        </p:nvSpPr>
        <p:spPr>
          <a:xfrm>
            <a:off x="7434660" y="1562527"/>
            <a:ext cx="4480560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When can they stop screening?</a:t>
            </a:r>
          </a:p>
        </p:txBody>
      </p:sp>
      <p:pic>
        <p:nvPicPr>
          <p:cNvPr id="33" name="Graphic 32" descr="Cursor with solid fill">
            <a:extLst>
              <a:ext uri="{FF2B5EF4-FFF2-40B4-BE49-F238E27FC236}">
                <a16:creationId xmlns:a16="http://schemas.microsoft.com/office/drawing/2014/main" id="{ADFC5936-4B06-822E-ABE0-A131E02D7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77829" y="2102495"/>
            <a:ext cx="305819" cy="301752"/>
          </a:xfrm>
          <a:prstGeom prst="rect">
            <a:avLst/>
          </a:prstGeom>
        </p:spPr>
      </p:pic>
      <p:sp>
        <p:nvSpPr>
          <p:cNvPr id="34" name="Case 1 Answer 3">
            <a:extLst>
              <a:ext uri="{FF2B5EF4-FFF2-40B4-BE49-F238E27FC236}">
                <a16:creationId xmlns:a16="http://schemas.microsoft.com/office/drawing/2014/main" id="{D4D1C226-8039-ACA5-A34E-00CB20E7EBF1}"/>
              </a:ext>
            </a:extLst>
          </p:cNvPr>
          <p:cNvSpPr txBox="1"/>
          <p:nvPr/>
        </p:nvSpPr>
        <p:spPr>
          <a:xfrm>
            <a:off x="7437016" y="1994219"/>
            <a:ext cx="453497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Given history of SLE on immunosuppression, continue screening every 3 years </a:t>
            </a:r>
            <a:r>
              <a:rPr lang="en-US" sz="1500" b="1" dirty="0"/>
              <a:t>throughout the patient's lifetime</a:t>
            </a:r>
            <a:r>
              <a:rPr lang="en-US" sz="1500" dirty="0"/>
              <a:t> (and not, as in the general population, end at 65 years of age), assuming patient is in reasonably good health.</a:t>
            </a:r>
          </a:p>
        </p:txBody>
      </p:sp>
      <p:sp>
        <p:nvSpPr>
          <p:cNvPr id="8" name="Case 1 stem">
            <a:extLst>
              <a:ext uri="{FF2B5EF4-FFF2-40B4-BE49-F238E27FC236}">
                <a16:creationId xmlns:a16="http://schemas.microsoft.com/office/drawing/2014/main" id="{12B694F6-34B8-E72F-B443-A63163CEC1E1}"/>
              </a:ext>
            </a:extLst>
          </p:cNvPr>
          <p:cNvSpPr txBox="1"/>
          <p:nvPr/>
        </p:nvSpPr>
        <p:spPr>
          <a:xfrm>
            <a:off x="2523794" y="700563"/>
            <a:ext cx="92477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37 year-old person with a cervix, SLE on hydroxychloroquine presents for annual wellness exam. They report a normal pap smear 3 y ago but doesn't know if HPV was tested. They completed the HPV vaccine series. </a:t>
            </a:r>
          </a:p>
        </p:txBody>
      </p:sp>
      <p:sp>
        <p:nvSpPr>
          <p:cNvPr id="23" name="Rounded Rectangle 3">
            <a:hlinkClick r:id="rId5" action="ppaction://hlinksldjump"/>
            <a:extLst>
              <a:ext uri="{FF2B5EF4-FFF2-40B4-BE49-F238E27FC236}">
                <a16:creationId xmlns:a16="http://schemas.microsoft.com/office/drawing/2014/main" id="{4DB8F700-6E7B-D249-C056-F367AA2B8E12}"/>
              </a:ext>
            </a:extLst>
          </p:cNvPr>
          <p:cNvSpPr/>
          <p:nvPr/>
        </p:nvSpPr>
        <p:spPr>
          <a:xfrm>
            <a:off x="608600" y="2686021"/>
            <a:ext cx="1600170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D964D663-ACF3-49CB-9004-3FABD20ABEBC}"/>
              </a:ext>
            </a:extLst>
          </p:cNvPr>
          <p:cNvCxnSpPr>
            <a:cxnSpLocks/>
            <a:endCxn id="23" idx="1"/>
          </p:cNvCxnSpPr>
          <p:nvPr/>
        </p:nvCxnSpPr>
        <p:spPr>
          <a:xfrm rot="16200000" flipH="1">
            <a:off x="268356" y="2551517"/>
            <a:ext cx="458450" cy="22203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3">
            <a:extLst>
              <a:ext uri="{FF2B5EF4-FFF2-40B4-BE49-F238E27FC236}">
                <a16:creationId xmlns:a16="http://schemas.microsoft.com/office/drawing/2014/main" id="{3B67F7AB-DE2E-034B-D479-50E59E9EA794}"/>
              </a:ext>
            </a:extLst>
          </p:cNvPr>
          <p:cNvSpPr/>
          <p:nvPr/>
        </p:nvSpPr>
        <p:spPr>
          <a:xfrm>
            <a:off x="608599" y="3296112"/>
            <a:ext cx="1600170" cy="41148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D396AE2F-C4AB-F9C5-2B1D-700EAC42C103}"/>
              </a:ext>
            </a:extLst>
          </p:cNvPr>
          <p:cNvCxnSpPr>
            <a:cxnSpLocks/>
            <a:endCxn id="43" idx="1"/>
          </p:cNvCxnSpPr>
          <p:nvPr/>
        </p:nvCxnSpPr>
        <p:spPr>
          <a:xfrm rot="16200000" flipH="1">
            <a:off x="143651" y="3036904"/>
            <a:ext cx="707860" cy="22203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Graphic 58" descr="Cursor with solid fill">
            <a:extLst>
              <a:ext uri="{FF2B5EF4-FFF2-40B4-BE49-F238E27FC236}">
                <a16:creationId xmlns:a16="http://schemas.microsoft.com/office/drawing/2014/main" id="{C0F90BEB-2A97-B251-67C1-C6F293F35A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7056" y="2955718"/>
            <a:ext cx="301752" cy="301752"/>
          </a:xfrm>
          <a:prstGeom prst="rect">
            <a:avLst/>
          </a:prstGeom>
        </p:spPr>
      </p:pic>
      <p:sp>
        <p:nvSpPr>
          <p:cNvPr id="60" name="Rounded Rectangle 4">
            <a:hlinkClick r:id="rId6" action="ppaction://hlinksldjump"/>
            <a:extLst>
              <a:ext uri="{FF2B5EF4-FFF2-40B4-BE49-F238E27FC236}">
                <a16:creationId xmlns:a16="http://schemas.microsoft.com/office/drawing/2014/main" id="{0FDF67B4-8063-D128-1BDA-9B3F3F77F8CE}"/>
              </a:ext>
            </a:extLst>
          </p:cNvPr>
          <p:cNvSpPr/>
          <p:nvPr/>
        </p:nvSpPr>
        <p:spPr>
          <a:xfrm>
            <a:off x="253999" y="251908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Pathophysiology</a:t>
            </a:r>
          </a:p>
        </p:txBody>
      </p:sp>
      <p:pic>
        <p:nvPicPr>
          <p:cNvPr id="61" name="Graphic 60" descr="Cursor with solid fill">
            <a:extLst>
              <a:ext uri="{FF2B5EF4-FFF2-40B4-BE49-F238E27FC236}">
                <a16:creationId xmlns:a16="http://schemas.microsoft.com/office/drawing/2014/main" id="{203FE700-964D-A022-7330-0D3BF68D3B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532" y="526227"/>
            <a:ext cx="301752" cy="301752"/>
          </a:xfrm>
          <a:prstGeom prst="rect">
            <a:avLst/>
          </a:prstGeom>
        </p:spPr>
      </p:pic>
      <p:sp>
        <p:nvSpPr>
          <p:cNvPr id="62" name="Rounded Rectangle 3">
            <a:hlinkClick r:id="rId5" action="ppaction://hlinksldjump"/>
            <a:extLst>
              <a:ext uri="{FF2B5EF4-FFF2-40B4-BE49-F238E27FC236}">
                <a16:creationId xmlns:a16="http://schemas.microsoft.com/office/drawing/2014/main" id="{7FEE492E-444A-311A-1E01-288858CB9E5C}"/>
              </a:ext>
            </a:extLst>
          </p:cNvPr>
          <p:cNvSpPr/>
          <p:nvPr/>
        </p:nvSpPr>
        <p:spPr>
          <a:xfrm>
            <a:off x="257446" y="2075931"/>
            <a:ext cx="1962545" cy="41148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sp>
        <p:nvSpPr>
          <p:cNvPr id="63" name="Rounded Rectangle 6">
            <a:hlinkClick r:id="rId7" action="ppaction://hlinksldjump"/>
            <a:extLst>
              <a:ext uri="{FF2B5EF4-FFF2-40B4-BE49-F238E27FC236}">
                <a16:creationId xmlns:a16="http://schemas.microsoft.com/office/drawing/2014/main" id="{6FEEFCBC-0F41-55DF-DAD7-91C4C9D0881E}"/>
              </a:ext>
            </a:extLst>
          </p:cNvPr>
          <p:cNvSpPr/>
          <p:nvPr/>
        </p:nvSpPr>
        <p:spPr>
          <a:xfrm>
            <a:off x="253999" y="857478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Screening</a:t>
            </a:r>
          </a:p>
        </p:txBody>
      </p:sp>
      <p:pic>
        <p:nvPicPr>
          <p:cNvPr id="64" name="Graphic 63" descr="Cursor with solid fill">
            <a:extLst>
              <a:ext uri="{FF2B5EF4-FFF2-40B4-BE49-F238E27FC236}">
                <a16:creationId xmlns:a16="http://schemas.microsoft.com/office/drawing/2014/main" id="{ACB90561-3AC5-F4D2-3642-F83D66D35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532" y="1138649"/>
            <a:ext cx="301752" cy="301752"/>
          </a:xfrm>
          <a:prstGeom prst="rect">
            <a:avLst/>
          </a:prstGeom>
        </p:spPr>
      </p:pic>
      <p:sp>
        <p:nvSpPr>
          <p:cNvPr id="65" name="Rounded Rectangle 9">
            <a:hlinkClick r:id="rId8" action="ppaction://hlinksldjump"/>
            <a:extLst>
              <a:ext uri="{FF2B5EF4-FFF2-40B4-BE49-F238E27FC236}">
                <a16:creationId xmlns:a16="http://schemas.microsoft.com/office/drawing/2014/main" id="{8EA83326-D430-AC1D-C303-29334B7A5CCD}"/>
              </a:ext>
            </a:extLst>
          </p:cNvPr>
          <p:cNvSpPr/>
          <p:nvPr/>
        </p:nvSpPr>
        <p:spPr>
          <a:xfrm>
            <a:off x="255852" y="1475616"/>
            <a:ext cx="1962545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pic>
        <p:nvPicPr>
          <p:cNvPr id="66" name="Graphic 65" descr="Cursor with solid fill">
            <a:extLst>
              <a:ext uri="{FF2B5EF4-FFF2-40B4-BE49-F238E27FC236}">
                <a16:creationId xmlns:a16="http://schemas.microsoft.com/office/drawing/2014/main" id="{20841A4B-3844-9FE7-E2DE-8909CE8014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532" y="1746517"/>
            <a:ext cx="301752" cy="301752"/>
          </a:xfrm>
          <a:prstGeom prst="rect">
            <a:avLst/>
          </a:prstGeom>
        </p:spPr>
      </p:pic>
      <p:sp>
        <p:nvSpPr>
          <p:cNvPr id="2" name="Case 1">
            <a:extLst>
              <a:ext uri="{FF2B5EF4-FFF2-40B4-BE49-F238E27FC236}">
                <a16:creationId xmlns:a16="http://schemas.microsoft.com/office/drawing/2014/main" id="{A07DDEE8-34FE-FA14-AE5F-4F36472CFBC0}"/>
              </a:ext>
            </a:extLst>
          </p:cNvPr>
          <p:cNvSpPr/>
          <p:nvPr/>
        </p:nvSpPr>
        <p:spPr>
          <a:xfrm>
            <a:off x="6624809" y="150534"/>
            <a:ext cx="1316484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CE1EC8B-D904-5C9D-FB99-0EBB9D64205B}"/>
              </a:ext>
            </a:extLst>
          </p:cNvPr>
          <p:cNvCxnSpPr>
            <a:cxnSpLocks/>
          </p:cNvCxnSpPr>
          <p:nvPr/>
        </p:nvCxnSpPr>
        <p:spPr>
          <a:xfrm>
            <a:off x="7283051" y="1381065"/>
            <a:ext cx="0" cy="527662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586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21" grpId="0"/>
      <p:bldP spid="27" grpId="0"/>
      <p:bldP spid="28" grpId="0" animBg="1"/>
      <p:bldP spid="31" grpId="0"/>
      <p:bldP spid="32" grpId="0" animBg="1"/>
      <p:bldP spid="34" grpId="0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2025 Screening Update — risk-based framework unchanged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50000"/>
            <a:ext cx="11277600" cy="5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202020"/>
                </a:solidFill>
                <a:latin typeface="Calibri"/>
              </a:rPr>
              <a:t>• USPSTF FINALIZED its cervical cancer screening update in 2025 (the deck cites the 2018 version). Average-risk ages 30–65: primary hrHPV every 5 years is now the PREFERRED strategy; cytology q3y remains an option.</a:t>
            </a:r>
          </a:p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First-time endorsement of SELF-COLLECTED (patient-collected) hrHPV samples on an FDA-approved platform — non-inferior to clinician-collected (pooled CIN2+ Sn ~0.86, Sp ~0.81); expands access for patients who decline a speculum exam.</a:t>
            </a:r>
          </a:p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Ages 21–29: cytology alone every 3 years (unchanged). The American Cancer Society (2025) recommends starting at age 25 with primary hrHPV and also endorses self-collection.</a:t>
            </a:r>
          </a:p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Unchanged: HPV as the cause; ASCCP 2019 risk-based ("equal management for equal risk," 4% immediate-CIN3+ threshold, app.asccp.org) for abnormal results; distinct protocols for HIV/immunosuppressed; stop at 65 if adequate prior screening and no CIN2+ within 25 y.</a:t>
            </a:r>
          </a:p>
          <a:p>
            <a:pPr lvl="1"/>
            <a:r>
              <a:rPr sz="1200" b="0">
                <a:solidFill>
                  <a:srgbClr val="202020"/>
                </a:solidFill>
                <a:latin typeface="Calibri"/>
              </a:rPr>
              <a:t>– Sources: USPSTF Cervical Cancer Screening, final 2025 (Grade A); ACS 2025 guideline update (CA Cancer J Clin); ASCCP Self-Collection Practice Advisory, Oct 2025. Confirm your lab/platform offers an FDA-approved self-collection assay before adopting.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50000"/>
            <a:ext cx="11277600" cy="5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Persistent infection with oncogenic HPV subtypes (chiefly 16 &amp; 18) causes nearly all cervical cancer; &gt;90% arises at the transformation zone, so sampling it is essential.</a:t>
            </a:r>
          </a:p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Average-risk screening: cytology alone q3y (21–65), or HPV-based testing (primary hrHPV or co-test) q5y (30–65). USPSTF 2025 + ACS prefer primary hrHPV and now endorse self-collection. Stop at 65 with adequate prior screening and no CIN2+ within 25 y.</a:t>
            </a:r>
          </a:p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Manage abnormal results by the ASCCP 2019 risk-based app: immediate CIN3+ risk &lt;4% → surveillance interval (1/3/5 y by 5-year risk); 4–24% → colposcopy; 25–59% → colposcopy or expedited treatment; ≥60% → expedited treatment.</a:t>
            </a:r>
          </a:p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Immunocompromised/immunosuppressed patients (HIV, transplant, SLE, IBD/RA on immunosuppression) are higher-risk: start at diagnosis, screen more often (cytology or co-test, not primary HPV in HIV), continue for life, and have a lower threshold for colposcopy.</a:t>
            </a:r>
          </a:p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History of CIN2+ requires long-term surveillance: HPV-based testing q3y for ≥25 years, even beyond age 65.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Attribution &amp; Changelog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50000"/>
            <a:ext cx="11277600" cy="5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Original: "Cervical Cancer Screening," TeachIM.org, published Dec 2022 — Rebecca S. Gold MD, Heather Wainstein MD, Meagan Williams MD; Section Ed. Adelaide McClintock MD; Exec. Ed. Yilin Zhang MD.</a:t>
            </a:r>
          </a:p>
          <a:p>
            <a:pPr lvl="1"/>
            <a:r>
              <a:rPr sz="1200" b="0">
                <a:solidFill>
                  <a:srgbClr val="202020"/>
                </a:solidFill>
                <a:latin typeface="Calibri"/>
              </a:rPr>
              <a:t>– https://teachim.org/teaching_material/cervical-cancer-screening/ — CC BY-NC 4.0 (attribution required, non-commercial). Optimized June 2026. Deck: Cervical-cancer-1.23.pptx (page embed URL).</a:t>
            </a:r>
          </a:p>
          <a:p>
            <a:pPr/>
            <a:r>
              <a:rPr sz="1400" b="1">
                <a:solidFill>
                  <a:srgbClr val="202020"/>
                </a:solidFill>
                <a:latin typeface="Calibri"/>
              </a:rPr>
              <a:t>• Correction to this copy (all click-to-reveal animations &amp; BioRender graphics preserved):</a:t>
            </a:r>
          </a:p>
          <a:p>
            <a:pPr lvl="1"/>
            <a:r>
              <a:rPr sz="1200" b="0">
                <a:solidFill>
                  <a:srgbClr val="202020"/>
                </a:solidFill>
                <a:latin typeface="Calibri"/>
              </a:rPr>
              <a:t>– Slide 10: high-risk colposcopy criteria "LSIL | ASC-H | AGS" → "AGC" (atypical glandular cells; deck slide 9 uses AGC correctly).</a:t>
            </a:r>
          </a:p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Appended: this changelog + 2025 Screening Update + Take-Home slides. No original content removed; 12 original slides → 15.</a:t>
            </a:r>
          </a:p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Companion copied &amp; linked (reviewed, unchanged): cervical-cancer-screening_1.23.pdf (printable teaching guide / learner handout). Package: HTML, OnePager PDF, Anki TSV.</a:t>
            </a:r>
          </a:p>
          <a:p>
            <a:pPr/>
            <a:r>
              <a:rPr sz="1400" b="0">
                <a:solidFill>
                  <a:srgbClr val="202020"/>
                </a:solidFill>
                <a:latin typeface="Calibri"/>
              </a:rPr>
              <a:t>• Educational use only — not medical advice; clinician-review before teaching.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36170</TotalTime>
  <Words>1560</Words>
  <Application>Microsoft Office PowerPoint</Application>
  <PresentationFormat>Widescreen</PresentationFormat>
  <Paragraphs>346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Proxima Nova</vt:lpstr>
      <vt:lpstr>Times New Roman</vt:lpstr>
      <vt:lpstr>Office Theme</vt:lpstr>
      <vt:lpstr>Cervical Cancer Screening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Cervical Cancer Screening</dc:title>
  <dc:creator>Becca Gold</dc:creator>
  <cp:lastModifiedBy>Yilin Zhang</cp:lastModifiedBy>
  <cp:revision>234</cp:revision>
  <dcterms:created xsi:type="dcterms:W3CDTF">2022-06-30T19:59:50Z</dcterms:created>
  <dcterms:modified xsi:type="dcterms:W3CDTF">2023-01-05T20:05:31Z</dcterms:modified>
</cp:coreProperties>
</file>