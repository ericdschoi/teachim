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DKA &amp; HHS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Hyperglycemic crises for IM residents — fluids, potassium, insulin,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2024 ADA Hyperglycemic Crises Consensus · Balanced-fluid evidence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Diagnose &amp; distinguish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2024 consensus criteria; watch for euglycemic DKA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481004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48100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938204" y="1143000"/>
            <a:ext cx="4398145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8204" y="1143000"/>
            <a:ext cx="439814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DKA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36349" y="1143000"/>
            <a:ext cx="4398145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6349" y="1143000"/>
            <a:ext cx="439814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248100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Glucose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8204" y="1600200"/>
            <a:ext cx="4398145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8204" y="1600200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≥200 (can be lower)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6349" y="1600200"/>
            <a:ext cx="4398145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6349" y="1600200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&gt; 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99182"/>
            <a:ext cx="248100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9182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Ketones/acidosis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38204" y="2599182"/>
            <a:ext cx="4398145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8204" y="2599182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Present; bicarb cutoff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6349" y="2599182"/>
            <a:ext cx="4398145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6349" y="2599182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Minimal; pH &gt; 7.3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98164"/>
            <a:ext cx="248100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98164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Osmolality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38204" y="3598164"/>
            <a:ext cx="4398145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8204" y="3598164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Variable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6349" y="3598164"/>
            <a:ext cx="4398145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6349" y="3598164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&gt; 320 effective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97146"/>
            <a:ext cx="248100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7146"/>
            <a:ext cx="248100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Mental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38204" y="4597146"/>
            <a:ext cx="4398145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8204" y="4597146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Often alert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36349" y="4597146"/>
            <a:ext cx="4398145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6349" y="4597146"/>
            <a:ext cx="4398145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Often obtunded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Euglycemic DKA: SGLT2i / pregnancy / starvation — gap + ketones with near-normal glucose.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Fluids &amp; the potassium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Balanced crystalloid first; check K before insulin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15764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15764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Serum 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4842" y="1143000"/>
            <a:ext cx="8119652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4842" y="1143000"/>
            <a:ext cx="8119652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157642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157642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&lt; 3.3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4842" y="1600200"/>
            <a:ext cx="8119652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4842" y="1600200"/>
            <a:ext cx="8119652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HOLD insulin — replace potassium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32176"/>
            <a:ext cx="3157642" cy="13319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32176"/>
            <a:ext cx="3157642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3.3–5.2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4842" y="2932176"/>
            <a:ext cx="8119652" cy="13319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842" y="2932176"/>
            <a:ext cx="8119652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Give insulin AND add potassium to fluids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64152"/>
            <a:ext cx="3157642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64152"/>
            <a:ext cx="3157642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&gt; 5.2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4842" y="4264152"/>
            <a:ext cx="8119652" cy="1331976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4842" y="4264152"/>
            <a:ext cx="8119652" cy="13319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Give insulin, recheck, hold potassium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Total-body K is depleted even when serum K looks normal — anticipate the fall once insulin starts.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Insulin &amp; closing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Treat the anion gap, not just the glucose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383188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383188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Principle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388" y="1143000"/>
            <a:ext cx="7894106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388" y="1143000"/>
            <a:ext cx="789410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Target the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388" y="1600200"/>
            <a:ext cx="789410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388" y="1600200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Resolve ketones/anion gap, not glucose alone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Add dextrose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388" y="2599182"/>
            <a:ext cx="789410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388" y="2599182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At glucose ~200–250 to keep insulin running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Bicarbonate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388" y="3598164"/>
            <a:ext cx="789410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388" y="3598164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Only if pH &lt; 7.0 — not routine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Phosphate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388" y="4597146"/>
            <a:ext cx="789410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388" y="4597146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Only if &lt;1.0 with weakness/cardioresp compromise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Resolution = glucose &lt;200 AND gap closed (bicarb ≥15–18, pH &gt;7.3).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Find the trigger — the I's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Infection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Infarction (myocardial infarction)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Insulin omission / nonadherence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Ischemia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Iatrogenic — steroids, SGLT2 inhibitors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Also: new-onset diabetes, pregnancy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Work-up: BMP/gap, VBG, beta-hydroxybutyrate, osmolality, ECG/troponin, infection screen, HbA1c.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Transition — and 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Overlap SC basal insulin 1–2 h BEFORE stopping drip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Use balanced crystalloid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Respect the potassium gate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Resolve the gap before declaring DKA 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Insulin when K &lt; 3.3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Routine bicarbonate (only pH &lt;7.0) / phosphate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Stopping the drip with an open gap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Being reassured by a normal glucose (euglycemic DKA)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The drip has no reservoir — an unbridged stop rebounds into ketoacidosis.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Check ketones and the gap, not just glucose — euglycemic DKA is real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Balanced fluids; potassium gate before insulin (hold if K &lt;3.3)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Treat to gap closure; add dextrose at glucose ~200–250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Bicarbonate only for pH &lt;7.0; phosphate only if severe + symptomatic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Overlap basal insulin 1–2 h before stopping the drip; find the trigger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