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3469" autoAdjust="0"/>
  </p:normalViewPr>
  <p:slideViewPr>
    <p:cSldViewPr snapToGrid="0">
      <p:cViewPr varScale="1">
        <p:scale>
          <a:sx n="105" d="100"/>
          <a:sy n="105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07DC-419D-40AC-9B82-3498697A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7817E-C3FD-42DF-8906-D7AEA6DD5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DE1A4-F37E-436D-9E1B-BF64F5C7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1822-854E-4FC8-8A31-F44825EB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3F9B-516C-47B6-8949-019E58BC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FA5C-F8E5-4130-AAD1-1A8B8F37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C34B0-0708-4E05-824B-00B7E5B7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2B403-4EF6-4999-9E52-7EF4A67F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E703-DDC6-4C2C-9874-FD81940A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69259-7243-47A6-A32D-F59553C2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2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C048-336D-42A3-A271-0C4E28BF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1D583-F02D-4C48-9AC9-49BDAD0F2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D5748-ABF3-4AF6-94DA-F6874A13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58F30-7043-437A-B4B9-A04B56BD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1910-787C-4F6E-9538-0A79C9AA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496B-2B7F-493C-9037-B920A283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F4E03-4EF4-4DFF-996B-F39E660AF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8A1C9-EE92-4824-AA17-545E6E2BD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BD6DD-617F-47EF-BAE5-ECC8D621D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1C0D3-7587-4A77-98CB-FCCB4AD1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F7F61-6D63-42A1-81F6-1F5F8D12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B9C0-EC2C-412E-BF93-9F00CF19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42CCF-1753-4B0C-89F0-0C7412E9A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D80D8-2C2E-41F7-AEE6-70DADF5B2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7B9E7-6AA2-4A63-B90A-362B0FF74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AFAB0E-6C5D-458F-AC0A-56652E3A7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DE3971-7909-41F6-A597-412828AB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66D9B-9D58-4F33-B89F-60C4AE11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0F4AB-4436-4028-B271-4B777EBF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0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AA5F-C7EA-4CFB-8028-6FD69797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C5594-6361-48A8-A1F4-CA1B439B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309A5-C302-478B-80F3-0B3D0CD5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A7A2C-3FCA-425A-9895-6A8B53B8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97E74-01C9-4C9C-8EF5-9C7D081D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B7D4D-B36C-46E2-93E5-8FD1A7C2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33174-3304-4BB4-B178-644602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4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53B2-7F58-4B66-9BFF-762AD15F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035B-2EE8-4270-82CB-684566F79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F0406-7877-42A6-A527-1AF841178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5B790-4F12-4B93-A850-A38C4C81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A8368-9BAD-457A-BE69-3FF51225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51AF9-1F32-4F52-A0D9-E62F08FD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7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F10C-9890-4FE8-A9E2-A7F2807A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A7DB8-B3D1-49E8-BF36-1A21A5D31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73C7-0B96-4F12-86D7-EAD49542E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460B4-75FE-4C0F-BFF9-652CAD8D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8FCF9-012C-4BC9-BD6B-9A80A10B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BFD60-5526-4DF8-B8B2-12CD746C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3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31EE-F110-4842-9D6A-E895DA71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BB5CD-E317-4D12-8740-118278EFF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09B3-186A-45F1-AE29-FC6C60F69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49E70-FCC7-44E5-B2C9-FDCEC7FDD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193D-A7CF-4C85-8712-CA410938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0D3DE-E9D9-434D-A393-AA3BFF775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CFD5B-1E2E-4A12-AF29-F88C371AA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62461-E2AB-4F97-A742-388A9EC6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FF829-507B-4294-8EC4-8A0D67AE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6ABA0-3770-46B8-81AD-D1C1B6AD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8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03094-67EA-422D-983F-6F38CE89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410FB-8932-4E45-A7CD-6A103C04B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9F64-4EF5-4B53-8DBD-3AB539BD8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DAF64-ACC8-460F-B5F5-2D1ED18A3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6DCC-4C8F-4EC2-A318-8822BBC3C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3DD6BED3-322B-4AE2-B382-7906A5F5F67F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2" name="Graphic 71" descr="Cursor">
            <a:extLst>
              <a:ext uri="{FF2B5EF4-FFF2-40B4-BE49-F238E27FC236}">
                <a16:creationId xmlns:a16="http://schemas.microsoft.com/office/drawing/2014/main" id="{2E3E67B9-A5A4-4B5D-A01F-AD35493DC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059E64D3-A026-47EC-A20C-A85486D3FA2E}"/>
              </a:ext>
            </a:extLst>
          </p:cNvPr>
          <p:cNvSpPr txBox="1"/>
          <p:nvPr/>
        </p:nvSpPr>
        <p:spPr>
          <a:xfrm>
            <a:off x="1380862" y="170623"/>
            <a:ext cx="1609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here to navigate</a:t>
            </a:r>
          </a:p>
        </p:txBody>
      </p:sp>
      <p:sp>
        <p:nvSpPr>
          <p:cNvPr id="74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3E4D0CEB-EDA3-49DE-8CC8-33D2A1E27B8B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D151998D-15E9-4190-BA4C-2900AB4DC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76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7EB436EF-12D1-433C-9B73-CBC3ED976EC3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7" name="Graphic 76" descr="Cursor">
            <a:extLst>
              <a:ext uri="{FF2B5EF4-FFF2-40B4-BE49-F238E27FC236}">
                <a16:creationId xmlns:a16="http://schemas.microsoft.com/office/drawing/2014/main" id="{006A0C37-EE68-4571-A087-ABE65F6EB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78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8A28781E-BC04-4096-B34B-7758B6DD8536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C00CBEAF-85EE-437D-AB82-18687C126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Artifact">
            <a:extLst>
              <a:ext uri="{FF2B5EF4-FFF2-40B4-BE49-F238E27FC236}">
                <a16:creationId xmlns:a16="http://schemas.microsoft.com/office/drawing/2014/main" id="{1A6DBE2A-8287-475D-BCC3-4A8BD74501E0}"/>
              </a:ext>
            </a:extLst>
          </p:cNvPr>
          <p:cNvSpPr txBox="1"/>
          <p:nvPr/>
        </p:nvSpPr>
        <p:spPr>
          <a:xfrm>
            <a:off x="5030309" y="93342"/>
            <a:ext cx="943196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Artifact</a:t>
            </a:r>
          </a:p>
        </p:txBody>
      </p:sp>
      <p:sp>
        <p:nvSpPr>
          <p:cNvPr id="88" name="Active Osm">
            <a:extLst>
              <a:ext uri="{FF2B5EF4-FFF2-40B4-BE49-F238E27FC236}">
                <a16:creationId xmlns:a16="http://schemas.microsoft.com/office/drawing/2014/main" id="{993BC85F-C46C-421F-B7A8-336AA771F226}"/>
              </a:ext>
            </a:extLst>
          </p:cNvPr>
          <p:cNvSpPr txBox="1"/>
          <p:nvPr/>
        </p:nvSpPr>
        <p:spPr>
          <a:xfrm>
            <a:off x="6761734" y="93343"/>
            <a:ext cx="15078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89" name="Inactive Osm">
            <a:extLst>
              <a:ext uri="{FF2B5EF4-FFF2-40B4-BE49-F238E27FC236}">
                <a16:creationId xmlns:a16="http://schemas.microsoft.com/office/drawing/2014/main" id="{0799C0E6-057E-4896-A351-7738BEAF2F2F}"/>
              </a:ext>
            </a:extLst>
          </p:cNvPr>
          <p:cNvSpPr txBox="1"/>
          <p:nvPr/>
        </p:nvSpPr>
        <p:spPr>
          <a:xfrm>
            <a:off x="8552140" y="95725"/>
            <a:ext cx="15078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Inactive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A97487-939F-4ABF-8165-7A80322AD19E}"/>
              </a:ext>
            </a:extLst>
          </p:cNvPr>
          <p:cNvSpPr txBox="1"/>
          <p:nvPr/>
        </p:nvSpPr>
        <p:spPr>
          <a:xfrm>
            <a:off x="3177114" y="351087"/>
            <a:ext cx="56375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Na</a:t>
            </a:r>
            <a:r>
              <a:rPr lang="en-US" baseline="30000"/>
              <a:t>+</a:t>
            </a:r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C60921-6794-42E3-88DC-904920D390F2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 flipH="1">
            <a:off x="3440507" y="720419"/>
            <a:ext cx="18483" cy="12925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3A3118D-24DD-46AC-B311-F96893D8E22E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451870" y="955794"/>
            <a:ext cx="211421" cy="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5447D4-7FB6-45D3-B7CE-59DF831ECE0D}"/>
              </a:ext>
            </a:extLst>
          </p:cNvPr>
          <p:cNvSpPr txBox="1"/>
          <p:nvPr/>
        </p:nvSpPr>
        <p:spPr>
          <a:xfrm>
            <a:off x="3663291" y="787397"/>
            <a:ext cx="616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accent5"/>
                </a:solidFill>
              </a:rPr>
              <a:t>&gt;290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3B2028C-30DF-4658-ACBD-EB5027D68D7D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4279326" y="955794"/>
            <a:ext cx="202100" cy="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14C4A8-674C-4E93-BD9D-1F97C1B96795}"/>
              </a:ext>
            </a:extLst>
          </p:cNvPr>
          <p:cNvSpPr txBox="1"/>
          <p:nvPr/>
        </p:nvSpPr>
        <p:spPr>
          <a:xfrm>
            <a:off x="3112422" y="2012920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&lt;290</a:t>
            </a:r>
          </a:p>
        </p:txBody>
      </p:sp>
      <p:sp>
        <p:nvSpPr>
          <p:cNvPr id="100" name="Serum osm">
            <a:extLst>
              <a:ext uri="{FF2B5EF4-FFF2-40B4-BE49-F238E27FC236}">
                <a16:creationId xmlns:a16="http://schemas.microsoft.com/office/drawing/2014/main" id="{CC51201D-6DA3-4256-8FDA-C2655038E3AE}"/>
              </a:ext>
            </a:extLst>
          </p:cNvPr>
          <p:cNvSpPr txBox="1"/>
          <p:nvPr/>
        </p:nvSpPr>
        <p:spPr>
          <a:xfrm>
            <a:off x="1598901" y="941095"/>
            <a:ext cx="1662934" cy="681038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Serum </a:t>
            </a:r>
            <a:r>
              <a:rPr lang="en-US" b="1" dirty="0" err="1"/>
              <a:t>Osm</a:t>
            </a:r>
            <a:endParaRPr lang="en-US" b="1" dirty="0"/>
          </a:p>
          <a:p>
            <a:pPr algn="ctr"/>
            <a:r>
              <a:rPr lang="en-US" sz="1600" i="1" dirty="0"/>
              <a:t>Is it real?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1B98A2-BB96-4DE4-A39A-BC3E7E8D1F8D}"/>
              </a:ext>
            </a:extLst>
          </p:cNvPr>
          <p:cNvGrpSpPr/>
          <p:nvPr/>
        </p:nvGrpSpPr>
        <p:grpSpPr>
          <a:xfrm>
            <a:off x="4579651" y="1399200"/>
            <a:ext cx="1832152" cy="694757"/>
            <a:chOff x="6763162" y="1987209"/>
            <a:chExt cx="1832152" cy="69475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2BA02E-76F5-4284-9945-FAAD9CD62DC5}"/>
                </a:ext>
              </a:extLst>
            </p:cNvPr>
            <p:cNvSpPr/>
            <p:nvPr/>
          </p:nvSpPr>
          <p:spPr>
            <a:xfrm>
              <a:off x="6775527" y="2224315"/>
              <a:ext cx="977776" cy="2234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EC1A8C-7186-4E31-AD8A-9280C4F22C0F}"/>
                </a:ext>
              </a:extLst>
            </p:cNvPr>
            <p:cNvSpPr/>
            <p:nvPr/>
          </p:nvSpPr>
          <p:spPr>
            <a:xfrm>
              <a:off x="7753304" y="2224315"/>
              <a:ext cx="842010" cy="22340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3" name="Right Brace 112">
              <a:extLst>
                <a:ext uri="{FF2B5EF4-FFF2-40B4-BE49-F238E27FC236}">
                  <a16:creationId xmlns:a16="http://schemas.microsoft.com/office/drawing/2014/main" id="{34264DD3-7FEA-4EBE-A85C-DE40D5289541}"/>
                </a:ext>
              </a:extLst>
            </p:cNvPr>
            <p:cNvSpPr/>
            <p:nvPr/>
          </p:nvSpPr>
          <p:spPr>
            <a:xfrm rot="5400000">
              <a:off x="7195468" y="2099250"/>
              <a:ext cx="137893" cy="9777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ight Brace 113">
              <a:extLst>
                <a:ext uri="{FF2B5EF4-FFF2-40B4-BE49-F238E27FC236}">
                  <a16:creationId xmlns:a16="http://schemas.microsoft.com/office/drawing/2014/main" id="{AC12671C-3C86-4898-BE49-07B661B8728B}"/>
                </a:ext>
              </a:extLst>
            </p:cNvPr>
            <p:cNvSpPr/>
            <p:nvPr/>
          </p:nvSpPr>
          <p:spPr>
            <a:xfrm rot="16200000">
              <a:off x="7626672" y="1204949"/>
              <a:ext cx="92767" cy="181978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4E2FE1F-D6FC-472B-9589-2855FE52719B}"/>
                </a:ext>
              </a:extLst>
            </p:cNvPr>
            <p:cNvSpPr txBox="1"/>
            <p:nvPr/>
          </p:nvSpPr>
          <p:spPr>
            <a:xfrm>
              <a:off x="7286043" y="1987209"/>
              <a:ext cx="79875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/>
                <a:t>Plasma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C424800-A40C-496B-BC30-90D033286D61}"/>
                </a:ext>
              </a:extLst>
            </p:cNvPr>
            <p:cNvSpPr txBox="1"/>
            <p:nvPr/>
          </p:nvSpPr>
          <p:spPr>
            <a:xfrm>
              <a:off x="6878738" y="2497300"/>
              <a:ext cx="74095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WBld</a:t>
              </a:r>
              <a:r>
                <a:rPr lang="en-US" sz="1200"/>
                <a:t>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57BBE-A8D1-4CA2-918C-19EA94AAEE73}"/>
              </a:ext>
            </a:extLst>
          </p:cNvPr>
          <p:cNvGrpSpPr/>
          <p:nvPr/>
        </p:nvGrpSpPr>
        <p:grpSpPr>
          <a:xfrm>
            <a:off x="6926626" y="967272"/>
            <a:ext cx="1227666" cy="1057737"/>
            <a:chOff x="9110134" y="1412026"/>
            <a:chExt cx="1227666" cy="10577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AF8F18-9A50-49BF-A5C9-D06DA4AC78F2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805ED0-E8EF-4347-A264-18DA975F4C97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DDFA448-826B-4232-9B13-4F65673FACCD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1CF6BB1-A774-4A88-A68F-A4D4C923432C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517A91-91B1-4184-BBC5-AA0530C710A0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4875B7-69B6-4086-AA2E-DC3D4F7D96A4}"/>
              </a:ext>
            </a:extLst>
          </p:cNvPr>
          <p:cNvGrpSpPr/>
          <p:nvPr/>
        </p:nvGrpSpPr>
        <p:grpSpPr>
          <a:xfrm>
            <a:off x="8737170" y="978443"/>
            <a:ext cx="1227666" cy="1057737"/>
            <a:chOff x="9110134" y="1412026"/>
            <a:chExt cx="1227666" cy="105773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7349148-2A7D-4FD8-A725-E9764775F46E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0419EE3-A06A-47AF-838B-95637DBCDFF3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D566166-7C3F-412B-B42B-03E487B29878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6929E9-F231-4579-A634-1238E1F75CB0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E1B47B-30A7-4ADF-B52A-1BAC228244BF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7940F75-F454-49B1-B8E9-624A949A68F4}"/>
              </a:ext>
            </a:extLst>
          </p:cNvPr>
          <p:cNvSpPr txBox="1"/>
          <p:nvPr/>
        </p:nvSpPr>
        <p:spPr>
          <a:xfrm>
            <a:off x="6743760" y="483233"/>
            <a:ext cx="17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glucose, mannitol, sorbitol, glycerin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523B865-BB07-43C4-ABBF-80F0011F891A}"/>
              </a:ext>
            </a:extLst>
          </p:cNvPr>
          <p:cNvSpPr/>
          <p:nvPr/>
        </p:nvSpPr>
        <p:spPr>
          <a:xfrm>
            <a:off x="7725992" y="1075418"/>
            <a:ext cx="383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Glc</a:t>
            </a:r>
            <a:endParaRPr lang="en-US" sz="1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AF8B1-3544-4B90-AF2A-AB41B5FA2893}"/>
              </a:ext>
            </a:extLst>
          </p:cNvPr>
          <p:cNvSpPr/>
          <p:nvPr/>
        </p:nvSpPr>
        <p:spPr>
          <a:xfrm>
            <a:off x="7763563" y="1346524"/>
            <a:ext cx="4598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Glc</a:t>
            </a:r>
            <a:endParaRPr lang="en-US" sz="1200" dirty="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2CA3A-CE5F-4FA2-BDDA-FFF8BA7BA249}"/>
              </a:ext>
            </a:extLst>
          </p:cNvPr>
          <p:cNvGrpSpPr/>
          <p:nvPr/>
        </p:nvGrpSpPr>
        <p:grpSpPr>
          <a:xfrm>
            <a:off x="4592017" y="978443"/>
            <a:ext cx="1819785" cy="330796"/>
            <a:chOff x="6775525" y="1363912"/>
            <a:chExt cx="1819785" cy="33079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FFCB76B-68FB-4F2C-A11A-DE897A2D0DA6}"/>
                </a:ext>
              </a:extLst>
            </p:cNvPr>
            <p:cNvSpPr/>
            <p:nvPr/>
          </p:nvSpPr>
          <p:spPr>
            <a:xfrm>
              <a:off x="6775525" y="1363912"/>
              <a:ext cx="1248012" cy="330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6070DC7-5064-47E5-B903-B22AD51C45FA}"/>
                </a:ext>
              </a:extLst>
            </p:cNvPr>
            <p:cNvSpPr/>
            <p:nvPr/>
          </p:nvSpPr>
          <p:spPr>
            <a:xfrm>
              <a:off x="8023537" y="1363912"/>
              <a:ext cx="571773" cy="3307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Protein/ lipid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3EEFB8-2A7D-4DF5-A549-637BEBEB473B}"/>
              </a:ext>
            </a:extLst>
          </p:cNvPr>
          <p:cNvSpPr/>
          <p:nvPr/>
        </p:nvSpPr>
        <p:spPr>
          <a:xfrm>
            <a:off x="9474423" y="936918"/>
            <a:ext cx="466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BUN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E900BB-376E-44B5-8F55-22CF5E10CCAA}"/>
              </a:ext>
            </a:extLst>
          </p:cNvPr>
          <p:cNvCxnSpPr>
            <a:cxnSpLocks/>
          </p:cNvCxnSpPr>
          <p:nvPr/>
        </p:nvCxnSpPr>
        <p:spPr>
          <a:xfrm flipV="1">
            <a:off x="9433163" y="1181471"/>
            <a:ext cx="147968" cy="1709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A66AAE1-9A14-4F28-B481-7D9173683DF6}"/>
              </a:ext>
            </a:extLst>
          </p:cNvPr>
          <p:cNvSpPr/>
          <p:nvPr/>
        </p:nvSpPr>
        <p:spPr>
          <a:xfrm rot="20509696">
            <a:off x="7432517" y="1073795"/>
            <a:ext cx="365760" cy="105878"/>
          </a:xfrm>
          <a:custGeom>
            <a:avLst/>
            <a:gdLst>
              <a:gd name="connsiteX0" fmla="*/ 0 w 365760"/>
              <a:gd name="connsiteY0" fmla="*/ 105878 h 105878"/>
              <a:gd name="connsiteX1" fmla="*/ 134754 w 365760"/>
              <a:gd name="connsiteY1" fmla="*/ 19250 h 105878"/>
              <a:gd name="connsiteX2" fmla="*/ 365760 w 365760"/>
              <a:gd name="connsiteY2" fmla="*/ 0 h 10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105878">
                <a:moveTo>
                  <a:pt x="0" y="105878"/>
                </a:moveTo>
                <a:cubicBezTo>
                  <a:pt x="36897" y="71387"/>
                  <a:pt x="73794" y="36896"/>
                  <a:pt x="134754" y="19250"/>
                </a:cubicBezTo>
                <a:cubicBezTo>
                  <a:pt x="195714" y="1604"/>
                  <a:pt x="280737" y="802"/>
                  <a:pt x="36576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47C954-732E-47CA-9F21-A9320065B971}"/>
              </a:ext>
            </a:extLst>
          </p:cNvPr>
          <p:cNvSpPr/>
          <p:nvPr/>
        </p:nvSpPr>
        <p:spPr>
          <a:xfrm>
            <a:off x="6890427" y="1721885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136384-65F0-4504-BE06-B3FBF6CC2744}"/>
              </a:ext>
            </a:extLst>
          </p:cNvPr>
          <p:cNvSpPr/>
          <p:nvPr/>
        </p:nvSpPr>
        <p:spPr>
          <a:xfrm>
            <a:off x="7536124" y="1816114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B2D338A-E96D-47CD-AA40-6A835427903D}"/>
              </a:ext>
            </a:extLst>
          </p:cNvPr>
          <p:cNvSpPr/>
          <p:nvPr/>
        </p:nvSpPr>
        <p:spPr>
          <a:xfrm>
            <a:off x="7095246" y="1499549"/>
            <a:ext cx="115503" cy="259882"/>
          </a:xfrm>
          <a:custGeom>
            <a:avLst/>
            <a:gdLst>
              <a:gd name="connsiteX0" fmla="*/ 115503 w 115503"/>
              <a:gd name="connsiteY0" fmla="*/ 0 h 259882"/>
              <a:gd name="connsiteX1" fmla="*/ 38501 w 115503"/>
              <a:gd name="connsiteY1" fmla="*/ 96253 h 259882"/>
              <a:gd name="connsiteX2" fmla="*/ 0 w 115503"/>
              <a:gd name="connsiteY2" fmla="*/ 259882 h 2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03" h="259882">
                <a:moveTo>
                  <a:pt x="115503" y="0"/>
                </a:moveTo>
                <a:cubicBezTo>
                  <a:pt x="86627" y="26469"/>
                  <a:pt x="57751" y="52939"/>
                  <a:pt x="38501" y="96253"/>
                </a:cubicBezTo>
                <a:cubicBezTo>
                  <a:pt x="19251" y="139567"/>
                  <a:pt x="9625" y="199724"/>
                  <a:pt x="0" y="2598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5D80FB3F-3316-480A-94F2-C402FCCA8AC9}"/>
              </a:ext>
            </a:extLst>
          </p:cNvPr>
          <p:cNvSpPr/>
          <p:nvPr/>
        </p:nvSpPr>
        <p:spPr>
          <a:xfrm>
            <a:off x="7489881" y="1605427"/>
            <a:ext cx="163630" cy="211756"/>
          </a:xfrm>
          <a:custGeom>
            <a:avLst/>
            <a:gdLst>
              <a:gd name="connsiteX0" fmla="*/ 0 w 163630"/>
              <a:gd name="connsiteY0" fmla="*/ 0 h 211756"/>
              <a:gd name="connsiteX1" fmla="*/ 115504 w 163630"/>
              <a:gd name="connsiteY1" fmla="*/ 105878 h 211756"/>
              <a:gd name="connsiteX2" fmla="*/ 163630 w 163630"/>
              <a:gd name="connsiteY2" fmla="*/ 211756 h 21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630" h="211756">
                <a:moveTo>
                  <a:pt x="0" y="0"/>
                </a:moveTo>
                <a:cubicBezTo>
                  <a:pt x="44116" y="35292"/>
                  <a:pt x="88232" y="70585"/>
                  <a:pt x="115504" y="105878"/>
                </a:cubicBezTo>
                <a:cubicBezTo>
                  <a:pt x="142776" y="141171"/>
                  <a:pt x="153203" y="176463"/>
                  <a:pt x="163630" y="2117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2AC50F6-2C52-47DC-8366-38B497EC5567}"/>
              </a:ext>
            </a:extLst>
          </p:cNvPr>
          <p:cNvSpPr/>
          <p:nvPr/>
        </p:nvSpPr>
        <p:spPr>
          <a:xfrm>
            <a:off x="7727534" y="880197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50A8EA8-5769-4CB5-8B86-852A1A9BA7E3}"/>
              </a:ext>
            </a:extLst>
          </p:cNvPr>
          <p:cNvSpPr txBox="1"/>
          <p:nvPr/>
        </p:nvSpPr>
        <p:spPr>
          <a:xfrm>
            <a:off x="8671869" y="583128"/>
            <a:ext cx="1345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BUN, ETOH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301DF-8E7A-44D0-9DD3-166CD8D801A2}"/>
              </a:ext>
            </a:extLst>
          </p:cNvPr>
          <p:cNvCxnSpPr>
            <a:cxnSpLocks/>
          </p:cNvCxnSpPr>
          <p:nvPr/>
        </p:nvCxnSpPr>
        <p:spPr>
          <a:xfrm>
            <a:off x="3827369" y="2182197"/>
            <a:ext cx="6092141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8" name="Graphic 187" descr="Cursor">
            <a:extLst>
              <a:ext uri="{FF2B5EF4-FFF2-40B4-BE49-F238E27FC236}">
                <a16:creationId xmlns:a16="http://schemas.microsoft.com/office/drawing/2014/main" id="{6907EB2F-39B4-4262-86F7-CB99B8B51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927" y="1474887"/>
            <a:ext cx="247550" cy="247550"/>
          </a:xfrm>
          <a:prstGeom prst="rect">
            <a:avLst/>
          </a:prstGeom>
        </p:spPr>
      </p:pic>
      <p:pic>
        <p:nvPicPr>
          <p:cNvPr id="208" name="Graphic 207" descr="Cursor">
            <a:extLst>
              <a:ext uri="{FF2B5EF4-FFF2-40B4-BE49-F238E27FC236}">
                <a16:creationId xmlns:a16="http://schemas.microsoft.com/office/drawing/2014/main" id="{7A225E2D-DEC7-4829-9004-04939224A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370" y="335578"/>
            <a:ext cx="247550" cy="247550"/>
          </a:xfrm>
          <a:prstGeom prst="rect">
            <a:avLst/>
          </a:prstGeom>
        </p:spPr>
      </p:pic>
      <p:pic>
        <p:nvPicPr>
          <p:cNvPr id="210" name="Graphic 209" descr="Cursor">
            <a:extLst>
              <a:ext uri="{FF2B5EF4-FFF2-40B4-BE49-F238E27FC236}">
                <a16:creationId xmlns:a16="http://schemas.microsoft.com/office/drawing/2014/main" id="{D3BF4F71-893B-4402-98A6-3CCE7E5B6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5779" y="317094"/>
            <a:ext cx="247550" cy="247550"/>
          </a:xfrm>
          <a:prstGeom prst="rect">
            <a:avLst/>
          </a:prstGeom>
        </p:spPr>
      </p:pic>
      <p:pic>
        <p:nvPicPr>
          <p:cNvPr id="212" name="Graphic 211" descr="Cursor">
            <a:extLst>
              <a:ext uri="{FF2B5EF4-FFF2-40B4-BE49-F238E27FC236}">
                <a16:creationId xmlns:a16="http://schemas.microsoft.com/office/drawing/2014/main" id="{04F17E13-CD2A-4C48-B56F-9A4603020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8295" y="317094"/>
            <a:ext cx="247550" cy="247550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53099120-4671-470F-B958-378180E4E308}"/>
              </a:ext>
            </a:extLst>
          </p:cNvPr>
          <p:cNvSpPr txBox="1"/>
          <p:nvPr/>
        </p:nvSpPr>
        <p:spPr>
          <a:xfrm>
            <a:off x="4498821" y="475406"/>
            <a:ext cx="196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TGs or ↑ protein (e.g. multiple myeloma)</a:t>
            </a:r>
          </a:p>
        </p:txBody>
      </p:sp>
      <p:sp>
        <p:nvSpPr>
          <p:cNvPr id="73" name="Serum osm">
            <a:hlinkClick r:id="rId4" action="ppaction://hlinksldjump"/>
            <a:extLst>
              <a:ext uri="{FF2B5EF4-FFF2-40B4-BE49-F238E27FC236}">
                <a16:creationId xmlns:a16="http://schemas.microsoft.com/office/drawing/2014/main" id="{4B6883B6-35E1-4923-8C4F-18B7BAA6C0A5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Step 1: </a:t>
            </a:r>
            <a:r>
              <a:rPr lang="en-US" sz="1600" b="1" dirty="0" err="1">
                <a:solidFill>
                  <a:schemeClr val="bg1"/>
                </a:solidFill>
              </a:rPr>
              <a:t>S</a:t>
            </a:r>
            <a:r>
              <a:rPr lang="en-US" sz="1600" b="1" baseline="-25000" dirty="0" err="1">
                <a:solidFill>
                  <a:schemeClr val="bg1"/>
                </a:solidFill>
              </a:rPr>
              <a:t>Osm</a:t>
            </a:r>
            <a:r>
              <a:rPr lang="en-US" sz="1600" b="1" baseline="-25000" dirty="0">
                <a:solidFill>
                  <a:schemeClr val="bg1"/>
                </a:solidFill>
              </a:rPr>
              <a:t> 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75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E2585148-BF75-4170-A649-6B2281500BCC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6" name="Graphic 75" descr="Cursor">
            <a:extLst>
              <a:ext uri="{FF2B5EF4-FFF2-40B4-BE49-F238E27FC236}">
                <a16:creationId xmlns:a16="http://schemas.microsoft.com/office/drawing/2014/main" id="{6D1F9718-4ECC-4BF2-AC7A-AFDF24C2D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78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90612276-B161-41F5-BB3C-2934C8BD5D78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FD01E2AA-E6EA-40E2-89F6-ABDCFDA47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80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2ED12ADE-281E-4755-810F-437C52A95F2D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81" name="Graphic 80" descr="Cursor">
            <a:extLst>
              <a:ext uri="{FF2B5EF4-FFF2-40B4-BE49-F238E27FC236}">
                <a16:creationId xmlns:a16="http://schemas.microsoft.com/office/drawing/2014/main" id="{E26EB89C-D1BC-4D98-8200-A58A7238F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  <p:sp>
        <p:nvSpPr>
          <p:cNvPr id="203" name="High Serum Osm category">
            <a:extLst>
              <a:ext uri="{FF2B5EF4-FFF2-40B4-BE49-F238E27FC236}">
                <a16:creationId xmlns:a16="http://schemas.microsoft.com/office/drawing/2014/main" id="{A401921C-77BC-4FD6-81C6-2E058BFBB187}"/>
              </a:ext>
            </a:extLst>
          </p:cNvPr>
          <p:cNvSpPr txBox="1"/>
          <p:nvPr/>
        </p:nvSpPr>
        <p:spPr>
          <a:xfrm>
            <a:off x="361587" y="2253936"/>
            <a:ext cx="22861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Hyponatremia associated with ↑ or normal serum osmolarity (</a:t>
            </a:r>
            <a:r>
              <a:rPr lang="en-US" sz="1400" dirty="0" err="1">
                <a:solidFill>
                  <a:srgbClr val="000000"/>
                </a:solidFill>
              </a:rPr>
              <a:t>Osm</a:t>
            </a:r>
            <a:r>
              <a:rPr lang="en-US" sz="1400" dirty="0">
                <a:solidFill>
                  <a:srgbClr val="000000"/>
                </a:solidFill>
              </a:rPr>
              <a:t>) is generally not “true hyponatremia.”</a:t>
            </a:r>
            <a:endParaRPr lang="en-US" sz="1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9E245-E0F6-486D-8125-1724ABEEAE7A}"/>
              </a:ext>
            </a:extLst>
          </p:cNvPr>
          <p:cNvSpPr txBox="1"/>
          <p:nvPr/>
        </p:nvSpPr>
        <p:spPr>
          <a:xfrm>
            <a:off x="2430368" y="2379247"/>
            <a:ext cx="2002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Hypo-osmolar hyponatremia</a:t>
            </a:r>
          </a:p>
        </p:txBody>
      </p:sp>
      <p:sp>
        <p:nvSpPr>
          <p:cNvPr id="205" name="High Serum Osm category">
            <a:extLst>
              <a:ext uri="{FF2B5EF4-FFF2-40B4-BE49-F238E27FC236}">
                <a16:creationId xmlns:a16="http://schemas.microsoft.com/office/drawing/2014/main" id="{471CDBDB-55E2-4003-8258-D0B796D6B16E}"/>
              </a:ext>
            </a:extLst>
          </p:cNvPr>
          <p:cNvSpPr txBox="1"/>
          <p:nvPr/>
        </p:nvSpPr>
        <p:spPr>
          <a:xfrm>
            <a:off x="4197510" y="2309522"/>
            <a:ext cx="2692917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Pseudohyponatremia (Artifact)</a:t>
            </a:r>
          </a:p>
          <a:p>
            <a:pPr algn="ctr"/>
            <a:r>
              <a:rPr lang="en-US" sz="1400" dirty="0"/>
              <a:t>Our standard plasma Na measures the [Na] in whole plasma. </a:t>
            </a:r>
          </a:p>
          <a:p>
            <a:pPr algn="ctr"/>
            <a:r>
              <a:rPr lang="en-US" sz="1400" dirty="0"/>
              <a:t>When there are ↑ lipids (i.e. hypertriglyceridemia) or ↑ protein (i.e., multiple myeloma) this will dilute the whole plasma to give a falsely low [Na], even though the [Na] in the water plasma is still normal.  </a:t>
            </a:r>
          </a:p>
          <a:p>
            <a:pPr algn="ctr"/>
            <a:r>
              <a:rPr lang="en-US" sz="1400" dirty="0"/>
              <a:t>Send a ‘whole blood’ [Na] to confirm the true [Na].</a:t>
            </a:r>
          </a:p>
        </p:txBody>
      </p:sp>
      <p:sp>
        <p:nvSpPr>
          <p:cNvPr id="206" name="High Serum Osm category">
            <a:extLst>
              <a:ext uri="{FF2B5EF4-FFF2-40B4-BE49-F238E27FC236}">
                <a16:creationId xmlns:a16="http://schemas.microsoft.com/office/drawing/2014/main" id="{2A778F3C-E6B2-4B00-B9F5-8FA7B2AC8F7F}"/>
              </a:ext>
            </a:extLst>
          </p:cNvPr>
          <p:cNvSpPr txBox="1"/>
          <p:nvPr/>
        </p:nvSpPr>
        <p:spPr>
          <a:xfrm>
            <a:off x="7048703" y="2305465"/>
            <a:ext cx="2142922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Active </a:t>
            </a:r>
            <a:r>
              <a:rPr lang="en-US" sz="1400" b="1" dirty="0" err="1"/>
              <a:t>Osm</a:t>
            </a:r>
            <a:r>
              <a:rPr lang="en-US" sz="1400" b="1" dirty="0"/>
              <a:t> </a:t>
            </a:r>
          </a:p>
          <a:p>
            <a:pPr algn="ctr"/>
            <a:r>
              <a:rPr lang="en-US" sz="1400" dirty="0"/>
              <a:t>Some compounds (most commonly glucose) do not freely cross the cell wall and osmotically pull water out of the cell, into plasma in order to equilibrate the </a:t>
            </a:r>
            <a:r>
              <a:rPr lang="en-US" sz="1400" dirty="0" err="1"/>
              <a:t>Osm</a:t>
            </a:r>
            <a:r>
              <a:rPr lang="en-US" sz="1400" dirty="0"/>
              <a:t> gradient. This consequently dilutes the concentration of Na.</a:t>
            </a:r>
            <a:endParaRPr lang="en-US" sz="1400" b="1" dirty="0"/>
          </a:p>
        </p:txBody>
      </p:sp>
      <p:sp>
        <p:nvSpPr>
          <p:cNvPr id="207" name="High Serum Osm category">
            <a:extLst>
              <a:ext uri="{FF2B5EF4-FFF2-40B4-BE49-F238E27FC236}">
                <a16:creationId xmlns:a16="http://schemas.microsoft.com/office/drawing/2014/main" id="{1691BF4C-32EB-4292-B394-E536D0EBE219}"/>
              </a:ext>
            </a:extLst>
          </p:cNvPr>
          <p:cNvSpPr txBox="1"/>
          <p:nvPr/>
        </p:nvSpPr>
        <p:spPr>
          <a:xfrm>
            <a:off x="9359827" y="2291592"/>
            <a:ext cx="2249281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Poly"/>
              </a:rPr>
              <a:t>Inactive </a:t>
            </a:r>
            <a:r>
              <a:rPr lang="en-US" sz="1400" b="1" dirty="0" err="1">
                <a:solidFill>
                  <a:srgbClr val="000000"/>
                </a:solidFill>
                <a:latin typeface="Poly"/>
              </a:rPr>
              <a:t>Osm</a:t>
            </a:r>
            <a:r>
              <a:rPr lang="en-US" sz="1400" b="1" dirty="0">
                <a:solidFill>
                  <a:srgbClr val="000000"/>
                </a:solidFill>
                <a:latin typeface="Poly"/>
              </a:rPr>
              <a:t>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Poly"/>
              </a:rPr>
              <a:t>Some compounds (such as BUN, ethanol) freely cross the cell membrane and thus do not pull water into plasma.  However, these </a:t>
            </a:r>
            <a:r>
              <a:rPr lang="en-US" sz="1400" dirty="0" err="1">
                <a:solidFill>
                  <a:srgbClr val="000000"/>
                </a:solidFill>
                <a:latin typeface="Poly"/>
              </a:rPr>
              <a:t>Osm</a:t>
            </a:r>
            <a:r>
              <a:rPr lang="en-US" sz="1400" dirty="0">
                <a:solidFill>
                  <a:srgbClr val="000000"/>
                </a:solidFill>
                <a:latin typeface="Poly"/>
              </a:rPr>
              <a:t> are often 2/2 another primary process (i.e. renal failure or EtOH abuse) that can also explain the patient's hyponatremia.</a:t>
            </a:r>
          </a:p>
        </p:txBody>
      </p:sp>
    </p:spTree>
    <p:extLst>
      <p:ext uri="{BB962C8B-B14F-4D97-AF65-F5344CB8AC3E}">
        <p14:creationId xmlns:p14="http://schemas.microsoft.com/office/powerpoint/2010/main" val="183752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  <p:bldP spid="162" grpId="0"/>
      <p:bldP spid="163" grpId="0"/>
      <p:bldP spid="164" grpId="0"/>
      <p:bldP spid="168" grpId="0"/>
      <p:bldP spid="170" grpId="0" animBg="1"/>
      <p:bldP spid="171" grpId="0"/>
      <p:bldP spid="172" grpId="0"/>
      <p:bldP spid="173" grpId="0" animBg="1"/>
      <p:bldP spid="174" grpId="0" animBg="1"/>
      <p:bldP spid="175" grpId="0"/>
      <p:bldP spid="178" grpId="0"/>
      <p:bldP spid="214" grpId="0"/>
      <p:bldP spid="203" grpId="0" animBg="1"/>
      <p:bldP spid="2" grpId="0"/>
      <p:bldP spid="205" grpId="0" animBg="1"/>
      <p:bldP spid="206" grpId="0" animBg="1"/>
      <p:bldP spid="20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F0F74FD1-53D9-4A36-93A4-5A354E1BAB10}"/>
              </a:ext>
            </a:extLst>
          </p:cNvPr>
          <p:cNvSpPr txBox="1"/>
          <p:nvPr/>
        </p:nvSpPr>
        <p:spPr>
          <a:xfrm>
            <a:off x="2579561" y="3593051"/>
            <a:ext cx="6561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ON</a:t>
            </a:r>
          </a:p>
        </p:txBody>
      </p:sp>
      <p:sp>
        <p:nvSpPr>
          <p:cNvPr id="87" name="Artifact">
            <a:extLst>
              <a:ext uri="{FF2B5EF4-FFF2-40B4-BE49-F238E27FC236}">
                <a16:creationId xmlns:a16="http://schemas.microsoft.com/office/drawing/2014/main" id="{1A6DBE2A-8287-475D-BCC3-4A8BD74501E0}"/>
              </a:ext>
            </a:extLst>
          </p:cNvPr>
          <p:cNvSpPr txBox="1"/>
          <p:nvPr/>
        </p:nvSpPr>
        <p:spPr>
          <a:xfrm>
            <a:off x="5042725" y="75883"/>
            <a:ext cx="943196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Artifact</a:t>
            </a:r>
          </a:p>
        </p:txBody>
      </p:sp>
      <p:sp>
        <p:nvSpPr>
          <p:cNvPr id="88" name="Active Osm">
            <a:extLst>
              <a:ext uri="{FF2B5EF4-FFF2-40B4-BE49-F238E27FC236}">
                <a16:creationId xmlns:a16="http://schemas.microsoft.com/office/drawing/2014/main" id="{993BC85F-C46C-421F-B7A8-336AA771F226}"/>
              </a:ext>
            </a:extLst>
          </p:cNvPr>
          <p:cNvSpPr txBox="1"/>
          <p:nvPr/>
        </p:nvSpPr>
        <p:spPr>
          <a:xfrm>
            <a:off x="6774150" y="75884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89" name="Inactive Osm">
            <a:extLst>
              <a:ext uri="{FF2B5EF4-FFF2-40B4-BE49-F238E27FC236}">
                <a16:creationId xmlns:a16="http://schemas.microsoft.com/office/drawing/2014/main" id="{0799C0E6-057E-4896-A351-7738BEAF2F2F}"/>
              </a:ext>
            </a:extLst>
          </p:cNvPr>
          <p:cNvSpPr txBox="1"/>
          <p:nvPr/>
        </p:nvSpPr>
        <p:spPr>
          <a:xfrm>
            <a:off x="8564556" y="78266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Inactive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A97487-939F-4ABF-8165-7A80322AD19E}"/>
              </a:ext>
            </a:extLst>
          </p:cNvPr>
          <p:cNvSpPr txBox="1"/>
          <p:nvPr/>
        </p:nvSpPr>
        <p:spPr>
          <a:xfrm>
            <a:off x="3189530" y="333628"/>
            <a:ext cx="56375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Na</a:t>
            </a:r>
            <a:r>
              <a:rPr lang="en-US" baseline="30000"/>
              <a:t>+</a:t>
            </a:r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C60921-6794-42E3-88DC-904920D390F2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 flipH="1">
            <a:off x="3452923" y="702960"/>
            <a:ext cx="18483" cy="12925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3A3118D-24DD-46AC-B311-F96893D8E22E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464286" y="938335"/>
            <a:ext cx="211421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5447D4-7FB6-45D3-B7CE-59DF831ECE0D}"/>
              </a:ext>
            </a:extLst>
          </p:cNvPr>
          <p:cNvSpPr txBox="1"/>
          <p:nvPr/>
        </p:nvSpPr>
        <p:spPr>
          <a:xfrm>
            <a:off x="3675707" y="769938"/>
            <a:ext cx="616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accent5"/>
                </a:solidFill>
              </a:rPr>
              <a:t>&gt;290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3B2028C-30DF-4658-ACBD-EB5027D68D7D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4291742" y="938335"/>
            <a:ext cx="202100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14C4A8-674C-4E93-BD9D-1F97C1B96795}"/>
              </a:ext>
            </a:extLst>
          </p:cNvPr>
          <p:cNvSpPr txBox="1"/>
          <p:nvPr/>
        </p:nvSpPr>
        <p:spPr>
          <a:xfrm>
            <a:off x="3124838" y="1995461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&lt;290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1901A69-A431-48EA-8A1C-395D35C51404}"/>
              </a:ext>
            </a:extLst>
          </p:cNvPr>
          <p:cNvCxnSpPr>
            <a:cxnSpLocks/>
            <a:stCxn id="96" idx="2"/>
          </p:cNvCxnSpPr>
          <p:nvPr/>
        </p:nvCxnSpPr>
        <p:spPr>
          <a:xfrm>
            <a:off x="3452923" y="2334015"/>
            <a:ext cx="0" cy="12008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AFC16F-E102-424B-9C7D-C6BF75CC7D1A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3452923" y="2744523"/>
            <a:ext cx="2390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&lt; 100">
            <a:extLst>
              <a:ext uri="{FF2B5EF4-FFF2-40B4-BE49-F238E27FC236}">
                <a16:creationId xmlns:a16="http://schemas.microsoft.com/office/drawing/2014/main" id="{25B25D06-1466-473F-9D33-399368AD8C5F}"/>
              </a:ext>
            </a:extLst>
          </p:cNvPr>
          <p:cNvSpPr txBox="1"/>
          <p:nvPr/>
        </p:nvSpPr>
        <p:spPr>
          <a:xfrm>
            <a:off x="3691980" y="2557237"/>
            <a:ext cx="656170" cy="374571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&lt;100</a:t>
            </a:r>
          </a:p>
        </p:txBody>
      </p:sp>
      <p:sp>
        <p:nvSpPr>
          <p:cNvPr id="100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CC51201D-6DA3-4256-8FDA-C2655038E3AE}"/>
              </a:ext>
            </a:extLst>
          </p:cNvPr>
          <p:cNvSpPr txBox="1"/>
          <p:nvPr/>
        </p:nvSpPr>
        <p:spPr>
          <a:xfrm>
            <a:off x="1611317" y="923636"/>
            <a:ext cx="1662934" cy="615553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Serum </a:t>
            </a:r>
            <a:r>
              <a:rPr lang="en-US" b="1" dirty="0" err="1"/>
              <a:t>Osm</a:t>
            </a:r>
            <a:endParaRPr lang="en-US" b="1" dirty="0"/>
          </a:p>
          <a:p>
            <a:pPr algn="ctr"/>
            <a:r>
              <a:rPr lang="en-US" sz="1600" i="1" dirty="0"/>
              <a:t>Is it real?</a:t>
            </a:r>
          </a:p>
        </p:txBody>
      </p:sp>
      <p:sp>
        <p:nvSpPr>
          <p:cNvPr id="101" name="Urine Osm">
            <a:extLst>
              <a:ext uri="{FF2B5EF4-FFF2-40B4-BE49-F238E27FC236}">
                <a16:creationId xmlns:a16="http://schemas.microsoft.com/office/drawing/2014/main" id="{76C56A56-96E6-460A-9C12-76941296F009}"/>
              </a:ext>
            </a:extLst>
          </p:cNvPr>
          <p:cNvSpPr txBox="1"/>
          <p:nvPr/>
        </p:nvSpPr>
        <p:spPr>
          <a:xfrm>
            <a:off x="1606678" y="2595806"/>
            <a:ext cx="1662931" cy="615553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Urine </a:t>
            </a:r>
            <a:r>
              <a:rPr lang="en-US" b="1" dirty="0" err="1"/>
              <a:t>Osm</a:t>
            </a:r>
            <a:endParaRPr lang="en-US" b="1" dirty="0"/>
          </a:p>
          <a:p>
            <a:pPr algn="ctr"/>
            <a:r>
              <a:rPr lang="en-US" sz="1600" i="1" dirty="0"/>
              <a:t>Is ADH on or off?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F6CDFC3-49F2-49BF-9C22-97A43C3200B3}"/>
              </a:ext>
            </a:extLst>
          </p:cNvPr>
          <p:cNvCxnSpPr>
            <a:cxnSpLocks/>
            <a:stCxn id="99" idx="3"/>
            <a:endCxn id="176" idx="1"/>
          </p:cNvCxnSpPr>
          <p:nvPr/>
        </p:nvCxnSpPr>
        <p:spPr>
          <a:xfrm flipV="1">
            <a:off x="4348150" y="2739329"/>
            <a:ext cx="299480" cy="51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&gt;100">
            <a:extLst>
              <a:ext uri="{FF2B5EF4-FFF2-40B4-BE49-F238E27FC236}">
                <a16:creationId xmlns:a16="http://schemas.microsoft.com/office/drawing/2014/main" id="{8A85BD1A-5545-4863-8F94-E6D7CE8723EA}"/>
              </a:ext>
            </a:extLst>
          </p:cNvPr>
          <p:cNvSpPr txBox="1"/>
          <p:nvPr/>
        </p:nvSpPr>
        <p:spPr>
          <a:xfrm>
            <a:off x="3124838" y="3534843"/>
            <a:ext cx="65617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&gt;100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1B98A2-BB96-4DE4-A39A-BC3E7E8D1F8D}"/>
              </a:ext>
            </a:extLst>
          </p:cNvPr>
          <p:cNvGrpSpPr/>
          <p:nvPr/>
        </p:nvGrpSpPr>
        <p:grpSpPr>
          <a:xfrm>
            <a:off x="4592067" y="1381741"/>
            <a:ext cx="1832152" cy="694757"/>
            <a:chOff x="6763162" y="1987209"/>
            <a:chExt cx="1832152" cy="69475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2BA02E-76F5-4284-9945-FAAD9CD62DC5}"/>
                </a:ext>
              </a:extLst>
            </p:cNvPr>
            <p:cNvSpPr/>
            <p:nvPr/>
          </p:nvSpPr>
          <p:spPr>
            <a:xfrm>
              <a:off x="6775527" y="2224315"/>
              <a:ext cx="977776" cy="2234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EC1A8C-7186-4E31-AD8A-9280C4F22C0F}"/>
                </a:ext>
              </a:extLst>
            </p:cNvPr>
            <p:cNvSpPr/>
            <p:nvPr/>
          </p:nvSpPr>
          <p:spPr>
            <a:xfrm>
              <a:off x="7753304" y="2224315"/>
              <a:ext cx="842010" cy="22340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3" name="Right Brace 112">
              <a:extLst>
                <a:ext uri="{FF2B5EF4-FFF2-40B4-BE49-F238E27FC236}">
                  <a16:creationId xmlns:a16="http://schemas.microsoft.com/office/drawing/2014/main" id="{34264DD3-7FEA-4EBE-A85C-DE40D5289541}"/>
                </a:ext>
              </a:extLst>
            </p:cNvPr>
            <p:cNvSpPr/>
            <p:nvPr/>
          </p:nvSpPr>
          <p:spPr>
            <a:xfrm rot="5400000">
              <a:off x="7195468" y="2099250"/>
              <a:ext cx="137893" cy="9777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ight Brace 113">
              <a:extLst>
                <a:ext uri="{FF2B5EF4-FFF2-40B4-BE49-F238E27FC236}">
                  <a16:creationId xmlns:a16="http://schemas.microsoft.com/office/drawing/2014/main" id="{AC12671C-3C86-4898-BE49-07B661B8728B}"/>
                </a:ext>
              </a:extLst>
            </p:cNvPr>
            <p:cNvSpPr/>
            <p:nvPr/>
          </p:nvSpPr>
          <p:spPr>
            <a:xfrm rot="16200000">
              <a:off x="7626672" y="1204949"/>
              <a:ext cx="92767" cy="181978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4E2FE1F-D6FC-472B-9589-2855FE52719B}"/>
                </a:ext>
              </a:extLst>
            </p:cNvPr>
            <p:cNvSpPr txBox="1"/>
            <p:nvPr/>
          </p:nvSpPr>
          <p:spPr>
            <a:xfrm>
              <a:off x="7286043" y="1987209"/>
              <a:ext cx="79875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/>
                <a:t>Plasma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C424800-A40C-496B-BC30-90D033286D61}"/>
                </a:ext>
              </a:extLst>
            </p:cNvPr>
            <p:cNvSpPr txBox="1"/>
            <p:nvPr/>
          </p:nvSpPr>
          <p:spPr>
            <a:xfrm>
              <a:off x="6878738" y="2497300"/>
              <a:ext cx="74095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WBld</a:t>
              </a:r>
              <a:r>
                <a:rPr lang="en-US" sz="1200"/>
                <a:t>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57BBE-A8D1-4CA2-918C-19EA94AAEE73}"/>
              </a:ext>
            </a:extLst>
          </p:cNvPr>
          <p:cNvGrpSpPr/>
          <p:nvPr/>
        </p:nvGrpSpPr>
        <p:grpSpPr>
          <a:xfrm>
            <a:off x="6939042" y="949813"/>
            <a:ext cx="1227666" cy="1057737"/>
            <a:chOff x="9110134" y="1412026"/>
            <a:chExt cx="1227666" cy="10577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AF8F18-9A50-49BF-A5C9-D06DA4AC78F2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805ED0-E8EF-4347-A264-18DA975F4C97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DDFA448-826B-4232-9B13-4F65673FACCD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1CF6BB1-A774-4A88-A68F-A4D4C923432C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517A91-91B1-4184-BBC5-AA0530C710A0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4875B7-69B6-4086-AA2E-DC3D4F7D96A4}"/>
              </a:ext>
            </a:extLst>
          </p:cNvPr>
          <p:cNvGrpSpPr/>
          <p:nvPr/>
        </p:nvGrpSpPr>
        <p:grpSpPr>
          <a:xfrm>
            <a:off x="8749586" y="960984"/>
            <a:ext cx="1227666" cy="1057737"/>
            <a:chOff x="9110134" y="1412026"/>
            <a:chExt cx="1227666" cy="105773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7349148-2A7D-4FD8-A725-E9764775F46E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0419EE3-A06A-47AF-838B-95637DBCDFF3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D566166-7C3F-412B-B42B-03E487B29878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6929E9-F231-4579-A634-1238E1F75CB0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E1B47B-30A7-4ADF-B52A-1BAC228244BF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7940F75-F454-49B1-B8E9-624A949A68F4}"/>
              </a:ext>
            </a:extLst>
          </p:cNvPr>
          <p:cNvSpPr txBox="1"/>
          <p:nvPr/>
        </p:nvSpPr>
        <p:spPr>
          <a:xfrm>
            <a:off x="6756176" y="465774"/>
            <a:ext cx="17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glucose, mannitol, sorbitol, glycerin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523B865-BB07-43C4-ABBF-80F0011F891A}"/>
              </a:ext>
            </a:extLst>
          </p:cNvPr>
          <p:cNvSpPr/>
          <p:nvPr/>
        </p:nvSpPr>
        <p:spPr>
          <a:xfrm>
            <a:off x="7738408" y="1057959"/>
            <a:ext cx="383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AF8B1-3544-4B90-AF2A-AB41B5FA2893}"/>
              </a:ext>
            </a:extLst>
          </p:cNvPr>
          <p:cNvSpPr/>
          <p:nvPr/>
        </p:nvSpPr>
        <p:spPr>
          <a:xfrm>
            <a:off x="7775979" y="1329065"/>
            <a:ext cx="4598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2CA3A-CE5F-4FA2-BDDA-FFF8BA7BA249}"/>
              </a:ext>
            </a:extLst>
          </p:cNvPr>
          <p:cNvGrpSpPr/>
          <p:nvPr/>
        </p:nvGrpSpPr>
        <p:grpSpPr>
          <a:xfrm>
            <a:off x="4604433" y="960984"/>
            <a:ext cx="1819785" cy="330796"/>
            <a:chOff x="6775525" y="1363912"/>
            <a:chExt cx="1819785" cy="33079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FFCB76B-68FB-4F2C-A11A-DE897A2D0DA6}"/>
                </a:ext>
              </a:extLst>
            </p:cNvPr>
            <p:cNvSpPr/>
            <p:nvPr/>
          </p:nvSpPr>
          <p:spPr>
            <a:xfrm>
              <a:off x="6775525" y="1363912"/>
              <a:ext cx="1248012" cy="330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6070DC7-5064-47E5-B903-B22AD51C45FA}"/>
                </a:ext>
              </a:extLst>
            </p:cNvPr>
            <p:cNvSpPr/>
            <p:nvPr/>
          </p:nvSpPr>
          <p:spPr>
            <a:xfrm>
              <a:off x="8023537" y="1363912"/>
              <a:ext cx="571773" cy="3307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Protein/ lipid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3EEFB8-2A7D-4DF5-A549-637BEBEB473B}"/>
              </a:ext>
            </a:extLst>
          </p:cNvPr>
          <p:cNvSpPr/>
          <p:nvPr/>
        </p:nvSpPr>
        <p:spPr>
          <a:xfrm>
            <a:off x="9486839" y="919459"/>
            <a:ext cx="466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BUN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E900BB-376E-44B5-8F55-22CF5E10CCAA}"/>
              </a:ext>
            </a:extLst>
          </p:cNvPr>
          <p:cNvCxnSpPr>
            <a:cxnSpLocks/>
          </p:cNvCxnSpPr>
          <p:nvPr/>
        </p:nvCxnSpPr>
        <p:spPr>
          <a:xfrm flipV="1">
            <a:off x="9445579" y="1164012"/>
            <a:ext cx="147968" cy="1709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A66AAE1-9A14-4F28-B481-7D9173683DF6}"/>
              </a:ext>
            </a:extLst>
          </p:cNvPr>
          <p:cNvSpPr/>
          <p:nvPr/>
        </p:nvSpPr>
        <p:spPr>
          <a:xfrm rot="20509696">
            <a:off x="7444933" y="1056336"/>
            <a:ext cx="365760" cy="105878"/>
          </a:xfrm>
          <a:custGeom>
            <a:avLst/>
            <a:gdLst>
              <a:gd name="connsiteX0" fmla="*/ 0 w 365760"/>
              <a:gd name="connsiteY0" fmla="*/ 105878 h 105878"/>
              <a:gd name="connsiteX1" fmla="*/ 134754 w 365760"/>
              <a:gd name="connsiteY1" fmla="*/ 19250 h 105878"/>
              <a:gd name="connsiteX2" fmla="*/ 365760 w 365760"/>
              <a:gd name="connsiteY2" fmla="*/ 0 h 10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105878">
                <a:moveTo>
                  <a:pt x="0" y="105878"/>
                </a:moveTo>
                <a:cubicBezTo>
                  <a:pt x="36897" y="71387"/>
                  <a:pt x="73794" y="36896"/>
                  <a:pt x="134754" y="19250"/>
                </a:cubicBezTo>
                <a:cubicBezTo>
                  <a:pt x="195714" y="1604"/>
                  <a:pt x="280737" y="802"/>
                  <a:pt x="36576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47C954-732E-47CA-9F21-A9320065B971}"/>
              </a:ext>
            </a:extLst>
          </p:cNvPr>
          <p:cNvSpPr/>
          <p:nvPr/>
        </p:nvSpPr>
        <p:spPr>
          <a:xfrm>
            <a:off x="6902843" y="1704426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136384-65F0-4504-BE06-B3FBF6CC2744}"/>
              </a:ext>
            </a:extLst>
          </p:cNvPr>
          <p:cNvSpPr/>
          <p:nvPr/>
        </p:nvSpPr>
        <p:spPr>
          <a:xfrm>
            <a:off x="7548540" y="1798655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B2D338A-E96D-47CD-AA40-6A835427903D}"/>
              </a:ext>
            </a:extLst>
          </p:cNvPr>
          <p:cNvSpPr/>
          <p:nvPr/>
        </p:nvSpPr>
        <p:spPr>
          <a:xfrm>
            <a:off x="7107662" y="1482090"/>
            <a:ext cx="115503" cy="259882"/>
          </a:xfrm>
          <a:custGeom>
            <a:avLst/>
            <a:gdLst>
              <a:gd name="connsiteX0" fmla="*/ 115503 w 115503"/>
              <a:gd name="connsiteY0" fmla="*/ 0 h 259882"/>
              <a:gd name="connsiteX1" fmla="*/ 38501 w 115503"/>
              <a:gd name="connsiteY1" fmla="*/ 96253 h 259882"/>
              <a:gd name="connsiteX2" fmla="*/ 0 w 115503"/>
              <a:gd name="connsiteY2" fmla="*/ 259882 h 2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03" h="259882">
                <a:moveTo>
                  <a:pt x="115503" y="0"/>
                </a:moveTo>
                <a:cubicBezTo>
                  <a:pt x="86627" y="26469"/>
                  <a:pt x="57751" y="52939"/>
                  <a:pt x="38501" y="96253"/>
                </a:cubicBezTo>
                <a:cubicBezTo>
                  <a:pt x="19251" y="139567"/>
                  <a:pt x="9625" y="199724"/>
                  <a:pt x="0" y="2598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5D80FB3F-3316-480A-94F2-C402FCCA8AC9}"/>
              </a:ext>
            </a:extLst>
          </p:cNvPr>
          <p:cNvSpPr/>
          <p:nvPr/>
        </p:nvSpPr>
        <p:spPr>
          <a:xfrm>
            <a:off x="7502297" y="1587968"/>
            <a:ext cx="163630" cy="211756"/>
          </a:xfrm>
          <a:custGeom>
            <a:avLst/>
            <a:gdLst>
              <a:gd name="connsiteX0" fmla="*/ 0 w 163630"/>
              <a:gd name="connsiteY0" fmla="*/ 0 h 211756"/>
              <a:gd name="connsiteX1" fmla="*/ 115504 w 163630"/>
              <a:gd name="connsiteY1" fmla="*/ 105878 h 211756"/>
              <a:gd name="connsiteX2" fmla="*/ 163630 w 163630"/>
              <a:gd name="connsiteY2" fmla="*/ 211756 h 21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630" h="211756">
                <a:moveTo>
                  <a:pt x="0" y="0"/>
                </a:moveTo>
                <a:cubicBezTo>
                  <a:pt x="44116" y="35292"/>
                  <a:pt x="88232" y="70585"/>
                  <a:pt x="115504" y="105878"/>
                </a:cubicBezTo>
                <a:cubicBezTo>
                  <a:pt x="142776" y="141171"/>
                  <a:pt x="153203" y="176463"/>
                  <a:pt x="163630" y="2117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2AC50F6-2C52-47DC-8366-38B497EC5567}"/>
              </a:ext>
            </a:extLst>
          </p:cNvPr>
          <p:cNvSpPr/>
          <p:nvPr/>
        </p:nvSpPr>
        <p:spPr>
          <a:xfrm>
            <a:off x="7739950" y="862738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EA3F456-DBD6-47E2-B9BC-28EC87BA130F}"/>
              </a:ext>
            </a:extLst>
          </p:cNvPr>
          <p:cNvSpPr txBox="1"/>
          <p:nvPr/>
        </p:nvSpPr>
        <p:spPr>
          <a:xfrm>
            <a:off x="4647630" y="2323830"/>
            <a:ext cx="22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Primary polydipsia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Beer potomania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Tea and toast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50A8EA8-5769-4CB5-8B86-852A1A9BA7E3}"/>
              </a:ext>
            </a:extLst>
          </p:cNvPr>
          <p:cNvSpPr txBox="1"/>
          <p:nvPr/>
        </p:nvSpPr>
        <p:spPr>
          <a:xfrm>
            <a:off x="8684285" y="565669"/>
            <a:ext cx="1345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BUN, ETOH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301DF-8E7A-44D0-9DD3-166CD8D801A2}"/>
              </a:ext>
            </a:extLst>
          </p:cNvPr>
          <p:cNvCxnSpPr>
            <a:cxnSpLocks/>
          </p:cNvCxnSpPr>
          <p:nvPr/>
        </p:nvCxnSpPr>
        <p:spPr>
          <a:xfrm>
            <a:off x="3839785" y="2164738"/>
            <a:ext cx="6092141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A83757-2BD3-4310-940E-C9355D9EF56B}"/>
              </a:ext>
            </a:extLst>
          </p:cNvPr>
          <p:cNvCxnSpPr>
            <a:cxnSpLocks/>
          </p:cNvCxnSpPr>
          <p:nvPr/>
        </p:nvCxnSpPr>
        <p:spPr>
          <a:xfrm>
            <a:off x="3781008" y="3689866"/>
            <a:ext cx="206247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53099120-4671-470F-B958-378180E4E308}"/>
              </a:ext>
            </a:extLst>
          </p:cNvPr>
          <p:cNvSpPr txBox="1"/>
          <p:nvPr/>
        </p:nvSpPr>
        <p:spPr>
          <a:xfrm>
            <a:off x="4511237" y="457947"/>
            <a:ext cx="196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TGs or ↑ protein (e.g. multiple myeloma)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E417484-D332-45A4-8496-DCE59B7EF8EB}"/>
              </a:ext>
            </a:extLst>
          </p:cNvPr>
          <p:cNvGrpSpPr/>
          <p:nvPr/>
        </p:nvGrpSpPr>
        <p:grpSpPr>
          <a:xfrm>
            <a:off x="7202795" y="3000546"/>
            <a:ext cx="442066" cy="427517"/>
            <a:chOff x="10073004" y="4388727"/>
            <a:chExt cx="442066" cy="776814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EEA6776-CD57-40DD-BB32-76E66DBE8093}"/>
                </a:ext>
              </a:extLst>
            </p:cNvPr>
            <p:cNvSpPr/>
            <p:nvPr/>
          </p:nvSpPr>
          <p:spPr>
            <a:xfrm>
              <a:off x="10073004" y="4388727"/>
              <a:ext cx="264797" cy="776814"/>
            </a:xfrm>
            <a:custGeom>
              <a:avLst/>
              <a:gdLst>
                <a:gd name="connsiteX0" fmla="*/ 165884 w 343684"/>
                <a:gd name="connsiteY0" fmla="*/ 0 h 920521"/>
                <a:gd name="connsiteX1" fmla="*/ 140484 w 343684"/>
                <a:gd name="connsiteY1" fmla="*/ 431800 h 920521"/>
                <a:gd name="connsiteX2" fmla="*/ 21951 w 343684"/>
                <a:gd name="connsiteY2" fmla="*/ 601133 h 920521"/>
                <a:gd name="connsiteX3" fmla="*/ 5017 w 343684"/>
                <a:gd name="connsiteY3" fmla="*/ 795866 h 920521"/>
                <a:gd name="connsiteX4" fmla="*/ 81217 w 343684"/>
                <a:gd name="connsiteY4" fmla="*/ 914400 h 920521"/>
                <a:gd name="connsiteX5" fmla="*/ 292884 w 343684"/>
                <a:gd name="connsiteY5" fmla="*/ 880533 h 920521"/>
                <a:gd name="connsiteX6" fmla="*/ 343684 w 343684"/>
                <a:gd name="connsiteY6" fmla="*/ 685800 h 920521"/>
                <a:gd name="connsiteX7" fmla="*/ 292884 w 343684"/>
                <a:gd name="connsiteY7" fmla="*/ 584200 h 920521"/>
                <a:gd name="connsiteX8" fmla="*/ 292884 w 343684"/>
                <a:gd name="connsiteY8" fmla="*/ 584200 h 920521"/>
                <a:gd name="connsiteX9" fmla="*/ 292884 w 343684"/>
                <a:gd name="connsiteY9" fmla="*/ 584200 h 920521"/>
                <a:gd name="connsiteX10" fmla="*/ 292884 w 343684"/>
                <a:gd name="connsiteY10" fmla="*/ 584200 h 920521"/>
                <a:gd name="connsiteX0" fmla="*/ 191284 w 343684"/>
                <a:gd name="connsiteY0" fmla="*/ 0 h 782063"/>
                <a:gd name="connsiteX1" fmla="*/ 140484 w 343684"/>
                <a:gd name="connsiteY1" fmla="*/ 293342 h 782063"/>
                <a:gd name="connsiteX2" fmla="*/ 21951 w 343684"/>
                <a:gd name="connsiteY2" fmla="*/ 462675 h 782063"/>
                <a:gd name="connsiteX3" fmla="*/ 5017 w 343684"/>
                <a:gd name="connsiteY3" fmla="*/ 657408 h 782063"/>
                <a:gd name="connsiteX4" fmla="*/ 81217 w 343684"/>
                <a:gd name="connsiteY4" fmla="*/ 775942 h 782063"/>
                <a:gd name="connsiteX5" fmla="*/ 292884 w 343684"/>
                <a:gd name="connsiteY5" fmla="*/ 742075 h 782063"/>
                <a:gd name="connsiteX6" fmla="*/ 343684 w 343684"/>
                <a:gd name="connsiteY6" fmla="*/ 547342 h 782063"/>
                <a:gd name="connsiteX7" fmla="*/ 292884 w 343684"/>
                <a:gd name="connsiteY7" fmla="*/ 445742 h 782063"/>
                <a:gd name="connsiteX8" fmla="*/ 292884 w 343684"/>
                <a:gd name="connsiteY8" fmla="*/ 445742 h 782063"/>
                <a:gd name="connsiteX9" fmla="*/ 292884 w 343684"/>
                <a:gd name="connsiteY9" fmla="*/ 445742 h 782063"/>
                <a:gd name="connsiteX10" fmla="*/ 292884 w 343684"/>
                <a:gd name="connsiteY10" fmla="*/ 445742 h 782063"/>
                <a:gd name="connsiteX0" fmla="*/ 177494 w 329894"/>
                <a:gd name="connsiteY0" fmla="*/ 0 h 782063"/>
                <a:gd name="connsiteX1" fmla="*/ 126694 w 329894"/>
                <a:gd name="connsiteY1" fmla="*/ 293342 h 782063"/>
                <a:gd name="connsiteX2" fmla="*/ 8161 w 329894"/>
                <a:gd name="connsiteY2" fmla="*/ 462675 h 782063"/>
                <a:gd name="connsiteX3" fmla="*/ 16627 w 329894"/>
                <a:gd name="connsiteY3" fmla="*/ 657409 h 782063"/>
                <a:gd name="connsiteX4" fmla="*/ 67427 w 329894"/>
                <a:gd name="connsiteY4" fmla="*/ 775942 h 782063"/>
                <a:gd name="connsiteX5" fmla="*/ 279094 w 329894"/>
                <a:gd name="connsiteY5" fmla="*/ 742075 h 782063"/>
                <a:gd name="connsiteX6" fmla="*/ 329894 w 329894"/>
                <a:gd name="connsiteY6" fmla="*/ 547342 h 782063"/>
                <a:gd name="connsiteX7" fmla="*/ 279094 w 329894"/>
                <a:gd name="connsiteY7" fmla="*/ 445742 h 782063"/>
                <a:gd name="connsiteX8" fmla="*/ 279094 w 329894"/>
                <a:gd name="connsiteY8" fmla="*/ 445742 h 782063"/>
                <a:gd name="connsiteX9" fmla="*/ 279094 w 329894"/>
                <a:gd name="connsiteY9" fmla="*/ 445742 h 782063"/>
                <a:gd name="connsiteX10" fmla="*/ 279094 w 329894"/>
                <a:gd name="connsiteY10" fmla="*/ 445742 h 782063"/>
                <a:gd name="connsiteX0" fmla="*/ 161237 w 313637"/>
                <a:gd name="connsiteY0" fmla="*/ 0 h 782063"/>
                <a:gd name="connsiteX1" fmla="*/ 110437 w 313637"/>
                <a:gd name="connsiteY1" fmla="*/ 293342 h 782063"/>
                <a:gd name="connsiteX2" fmla="*/ 32544 w 313637"/>
                <a:gd name="connsiteY2" fmla="*/ 462675 h 782063"/>
                <a:gd name="connsiteX3" fmla="*/ 370 w 313637"/>
                <a:gd name="connsiteY3" fmla="*/ 657409 h 782063"/>
                <a:gd name="connsiteX4" fmla="*/ 51170 w 313637"/>
                <a:gd name="connsiteY4" fmla="*/ 775942 h 782063"/>
                <a:gd name="connsiteX5" fmla="*/ 262837 w 313637"/>
                <a:gd name="connsiteY5" fmla="*/ 742075 h 782063"/>
                <a:gd name="connsiteX6" fmla="*/ 313637 w 313637"/>
                <a:gd name="connsiteY6" fmla="*/ 547342 h 782063"/>
                <a:gd name="connsiteX7" fmla="*/ 262837 w 313637"/>
                <a:gd name="connsiteY7" fmla="*/ 445742 h 782063"/>
                <a:gd name="connsiteX8" fmla="*/ 262837 w 313637"/>
                <a:gd name="connsiteY8" fmla="*/ 445742 h 782063"/>
                <a:gd name="connsiteX9" fmla="*/ 262837 w 313637"/>
                <a:gd name="connsiteY9" fmla="*/ 445742 h 782063"/>
                <a:gd name="connsiteX10" fmla="*/ 262837 w 313637"/>
                <a:gd name="connsiteY10" fmla="*/ 445742 h 782063"/>
                <a:gd name="connsiteX0" fmla="*/ 165350 w 317750"/>
                <a:gd name="connsiteY0" fmla="*/ 0 h 750848"/>
                <a:gd name="connsiteX1" fmla="*/ 114550 w 317750"/>
                <a:gd name="connsiteY1" fmla="*/ 293342 h 750848"/>
                <a:gd name="connsiteX2" fmla="*/ 36657 w 317750"/>
                <a:gd name="connsiteY2" fmla="*/ 462675 h 750848"/>
                <a:gd name="connsiteX3" fmla="*/ 4483 w 317750"/>
                <a:gd name="connsiteY3" fmla="*/ 657409 h 750848"/>
                <a:gd name="connsiteX4" fmla="*/ 131483 w 317750"/>
                <a:gd name="connsiteY4" fmla="*/ 711328 h 750848"/>
                <a:gd name="connsiteX5" fmla="*/ 266950 w 317750"/>
                <a:gd name="connsiteY5" fmla="*/ 742075 h 750848"/>
                <a:gd name="connsiteX6" fmla="*/ 317750 w 317750"/>
                <a:gd name="connsiteY6" fmla="*/ 547342 h 750848"/>
                <a:gd name="connsiteX7" fmla="*/ 266950 w 317750"/>
                <a:gd name="connsiteY7" fmla="*/ 445742 h 750848"/>
                <a:gd name="connsiteX8" fmla="*/ 266950 w 317750"/>
                <a:gd name="connsiteY8" fmla="*/ 445742 h 750848"/>
                <a:gd name="connsiteX9" fmla="*/ 266950 w 317750"/>
                <a:gd name="connsiteY9" fmla="*/ 445742 h 750848"/>
                <a:gd name="connsiteX10" fmla="*/ 266950 w 317750"/>
                <a:gd name="connsiteY10" fmla="*/ 445742 h 750848"/>
                <a:gd name="connsiteX0" fmla="*/ 137622 w 290022"/>
                <a:gd name="connsiteY0" fmla="*/ 0 h 752096"/>
                <a:gd name="connsiteX1" fmla="*/ 86822 w 290022"/>
                <a:gd name="connsiteY1" fmla="*/ 293342 h 752096"/>
                <a:gd name="connsiteX2" fmla="*/ 8929 w 290022"/>
                <a:gd name="connsiteY2" fmla="*/ 462675 h 752096"/>
                <a:gd name="connsiteX3" fmla="*/ 12315 w 290022"/>
                <a:gd name="connsiteY3" fmla="*/ 602026 h 752096"/>
                <a:gd name="connsiteX4" fmla="*/ 103755 w 290022"/>
                <a:gd name="connsiteY4" fmla="*/ 711328 h 752096"/>
                <a:gd name="connsiteX5" fmla="*/ 239222 w 290022"/>
                <a:gd name="connsiteY5" fmla="*/ 742075 h 752096"/>
                <a:gd name="connsiteX6" fmla="*/ 290022 w 290022"/>
                <a:gd name="connsiteY6" fmla="*/ 547342 h 752096"/>
                <a:gd name="connsiteX7" fmla="*/ 239222 w 290022"/>
                <a:gd name="connsiteY7" fmla="*/ 445742 h 752096"/>
                <a:gd name="connsiteX8" fmla="*/ 239222 w 290022"/>
                <a:gd name="connsiteY8" fmla="*/ 445742 h 752096"/>
                <a:gd name="connsiteX9" fmla="*/ 239222 w 290022"/>
                <a:gd name="connsiteY9" fmla="*/ 445742 h 752096"/>
                <a:gd name="connsiteX10" fmla="*/ 239222 w 290022"/>
                <a:gd name="connsiteY10" fmla="*/ 445742 h 752096"/>
                <a:gd name="connsiteX0" fmla="*/ 127289 w 279689"/>
                <a:gd name="connsiteY0" fmla="*/ 0 h 752098"/>
                <a:gd name="connsiteX1" fmla="*/ 76489 w 279689"/>
                <a:gd name="connsiteY1" fmla="*/ 293342 h 752098"/>
                <a:gd name="connsiteX2" fmla="*/ 34156 w 279689"/>
                <a:gd name="connsiteY2" fmla="*/ 425753 h 752098"/>
                <a:gd name="connsiteX3" fmla="*/ 1982 w 279689"/>
                <a:gd name="connsiteY3" fmla="*/ 602026 h 752098"/>
                <a:gd name="connsiteX4" fmla="*/ 93422 w 279689"/>
                <a:gd name="connsiteY4" fmla="*/ 711328 h 752098"/>
                <a:gd name="connsiteX5" fmla="*/ 228889 w 279689"/>
                <a:gd name="connsiteY5" fmla="*/ 742075 h 752098"/>
                <a:gd name="connsiteX6" fmla="*/ 279689 w 279689"/>
                <a:gd name="connsiteY6" fmla="*/ 547342 h 752098"/>
                <a:gd name="connsiteX7" fmla="*/ 228889 w 279689"/>
                <a:gd name="connsiteY7" fmla="*/ 445742 h 752098"/>
                <a:gd name="connsiteX8" fmla="*/ 228889 w 279689"/>
                <a:gd name="connsiteY8" fmla="*/ 445742 h 752098"/>
                <a:gd name="connsiteX9" fmla="*/ 228889 w 279689"/>
                <a:gd name="connsiteY9" fmla="*/ 445742 h 752098"/>
                <a:gd name="connsiteX10" fmla="*/ 228889 w 279689"/>
                <a:gd name="connsiteY10" fmla="*/ 445742 h 752098"/>
                <a:gd name="connsiteX0" fmla="*/ 127289 w 279689"/>
                <a:gd name="connsiteY0" fmla="*/ 0 h 750666"/>
                <a:gd name="connsiteX1" fmla="*/ 76489 w 279689"/>
                <a:gd name="connsiteY1" fmla="*/ 293342 h 750666"/>
                <a:gd name="connsiteX2" fmla="*/ 34156 w 279689"/>
                <a:gd name="connsiteY2" fmla="*/ 425753 h 750666"/>
                <a:gd name="connsiteX3" fmla="*/ 1982 w 279689"/>
                <a:gd name="connsiteY3" fmla="*/ 666639 h 750666"/>
                <a:gd name="connsiteX4" fmla="*/ 93422 w 279689"/>
                <a:gd name="connsiteY4" fmla="*/ 711328 h 750666"/>
                <a:gd name="connsiteX5" fmla="*/ 228889 w 279689"/>
                <a:gd name="connsiteY5" fmla="*/ 742075 h 750666"/>
                <a:gd name="connsiteX6" fmla="*/ 279689 w 279689"/>
                <a:gd name="connsiteY6" fmla="*/ 547342 h 750666"/>
                <a:gd name="connsiteX7" fmla="*/ 228889 w 279689"/>
                <a:gd name="connsiteY7" fmla="*/ 445742 h 750666"/>
                <a:gd name="connsiteX8" fmla="*/ 228889 w 279689"/>
                <a:gd name="connsiteY8" fmla="*/ 445742 h 750666"/>
                <a:gd name="connsiteX9" fmla="*/ 228889 w 279689"/>
                <a:gd name="connsiteY9" fmla="*/ 445742 h 750666"/>
                <a:gd name="connsiteX10" fmla="*/ 228889 w 279689"/>
                <a:gd name="connsiteY10" fmla="*/ 445742 h 750666"/>
                <a:gd name="connsiteX0" fmla="*/ 126784 w 279184"/>
                <a:gd name="connsiteY0" fmla="*/ 0 h 774089"/>
                <a:gd name="connsiteX1" fmla="*/ 75984 w 279184"/>
                <a:gd name="connsiteY1" fmla="*/ 293342 h 774089"/>
                <a:gd name="connsiteX2" fmla="*/ 33651 w 279184"/>
                <a:gd name="connsiteY2" fmla="*/ 425753 h 774089"/>
                <a:gd name="connsiteX3" fmla="*/ 1477 w 279184"/>
                <a:gd name="connsiteY3" fmla="*/ 666639 h 774089"/>
                <a:gd name="connsiteX4" fmla="*/ 82757 w 279184"/>
                <a:gd name="connsiteY4" fmla="*/ 766710 h 774089"/>
                <a:gd name="connsiteX5" fmla="*/ 228384 w 279184"/>
                <a:gd name="connsiteY5" fmla="*/ 742075 h 774089"/>
                <a:gd name="connsiteX6" fmla="*/ 279184 w 279184"/>
                <a:gd name="connsiteY6" fmla="*/ 547342 h 774089"/>
                <a:gd name="connsiteX7" fmla="*/ 228384 w 279184"/>
                <a:gd name="connsiteY7" fmla="*/ 445742 h 774089"/>
                <a:gd name="connsiteX8" fmla="*/ 228384 w 279184"/>
                <a:gd name="connsiteY8" fmla="*/ 445742 h 774089"/>
                <a:gd name="connsiteX9" fmla="*/ 228384 w 279184"/>
                <a:gd name="connsiteY9" fmla="*/ 445742 h 774089"/>
                <a:gd name="connsiteX10" fmla="*/ 228384 w 279184"/>
                <a:gd name="connsiteY10" fmla="*/ 445742 h 774089"/>
                <a:gd name="connsiteX0" fmla="*/ 112397 w 264797"/>
                <a:gd name="connsiteY0" fmla="*/ 0 h 776813"/>
                <a:gd name="connsiteX1" fmla="*/ 61597 w 264797"/>
                <a:gd name="connsiteY1" fmla="*/ 293342 h 776813"/>
                <a:gd name="connsiteX2" fmla="*/ 19264 w 264797"/>
                <a:gd name="connsiteY2" fmla="*/ 425753 h 776813"/>
                <a:gd name="connsiteX3" fmla="*/ 2330 w 264797"/>
                <a:gd name="connsiteY3" fmla="*/ 629717 h 776813"/>
                <a:gd name="connsiteX4" fmla="*/ 68370 w 264797"/>
                <a:gd name="connsiteY4" fmla="*/ 766710 h 776813"/>
                <a:gd name="connsiteX5" fmla="*/ 213997 w 264797"/>
                <a:gd name="connsiteY5" fmla="*/ 742075 h 776813"/>
                <a:gd name="connsiteX6" fmla="*/ 264797 w 264797"/>
                <a:gd name="connsiteY6" fmla="*/ 547342 h 776813"/>
                <a:gd name="connsiteX7" fmla="*/ 213997 w 264797"/>
                <a:gd name="connsiteY7" fmla="*/ 445742 h 776813"/>
                <a:gd name="connsiteX8" fmla="*/ 213997 w 264797"/>
                <a:gd name="connsiteY8" fmla="*/ 445742 h 776813"/>
                <a:gd name="connsiteX9" fmla="*/ 213997 w 264797"/>
                <a:gd name="connsiteY9" fmla="*/ 445742 h 776813"/>
                <a:gd name="connsiteX10" fmla="*/ 213997 w 264797"/>
                <a:gd name="connsiteY10" fmla="*/ 445742 h 776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797" h="776813">
                  <a:moveTo>
                    <a:pt x="112397" y="0"/>
                  </a:moveTo>
                  <a:cubicBezTo>
                    <a:pt x="111691" y="165805"/>
                    <a:pt x="77119" y="222383"/>
                    <a:pt x="61597" y="293342"/>
                  </a:cubicBezTo>
                  <a:cubicBezTo>
                    <a:pt x="46075" y="364301"/>
                    <a:pt x="29142" y="369691"/>
                    <a:pt x="19264" y="425753"/>
                  </a:cubicBezTo>
                  <a:cubicBezTo>
                    <a:pt x="9386" y="481815"/>
                    <a:pt x="-5854" y="572891"/>
                    <a:pt x="2330" y="629717"/>
                  </a:cubicBezTo>
                  <a:cubicBezTo>
                    <a:pt x="10514" y="686543"/>
                    <a:pt x="33092" y="747984"/>
                    <a:pt x="68370" y="766710"/>
                  </a:cubicBezTo>
                  <a:cubicBezTo>
                    <a:pt x="103648" y="785436"/>
                    <a:pt x="181259" y="778636"/>
                    <a:pt x="213997" y="742075"/>
                  </a:cubicBezTo>
                  <a:cubicBezTo>
                    <a:pt x="246735" y="705514"/>
                    <a:pt x="264797" y="596731"/>
                    <a:pt x="264797" y="547342"/>
                  </a:cubicBezTo>
                  <a:cubicBezTo>
                    <a:pt x="264797" y="497953"/>
                    <a:pt x="213997" y="445742"/>
                    <a:pt x="213997" y="445742"/>
                  </a:cubicBezTo>
                  <a:lnTo>
                    <a:pt x="213997" y="445742"/>
                  </a:lnTo>
                  <a:lnTo>
                    <a:pt x="213997" y="445742"/>
                  </a:lnTo>
                  <a:lnTo>
                    <a:pt x="213997" y="445742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3F3327D-E9BB-42CF-81A1-ABF4EDB80E65}"/>
                </a:ext>
              </a:extLst>
            </p:cNvPr>
            <p:cNvSpPr/>
            <p:nvPr/>
          </p:nvSpPr>
          <p:spPr>
            <a:xfrm>
              <a:off x="10312399" y="4463376"/>
              <a:ext cx="202671" cy="684557"/>
            </a:xfrm>
            <a:custGeom>
              <a:avLst/>
              <a:gdLst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397934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440267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625091 h 711077"/>
                <a:gd name="connsiteX1" fmla="*/ 127000 w 288112"/>
                <a:gd name="connsiteY1" fmla="*/ 709757 h 711077"/>
                <a:gd name="connsiteX2" fmla="*/ 287867 w 288112"/>
                <a:gd name="connsiteY2" fmla="*/ 565824 h 711077"/>
                <a:gd name="connsiteX3" fmla="*/ 160867 w 288112"/>
                <a:gd name="connsiteY3" fmla="*/ 286424 h 711077"/>
                <a:gd name="connsiteX4" fmla="*/ 50800 w 288112"/>
                <a:gd name="connsiteY4" fmla="*/ 227157 h 711077"/>
                <a:gd name="connsiteX5" fmla="*/ 0 w 288112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286424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332578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00783"/>
                <a:gd name="connsiteY0" fmla="*/ 625091 h 711077"/>
                <a:gd name="connsiteX1" fmla="*/ 127000 w 200783"/>
                <a:gd name="connsiteY1" fmla="*/ 709757 h 711077"/>
                <a:gd name="connsiteX2" fmla="*/ 199813 w 200783"/>
                <a:gd name="connsiteY2" fmla="*/ 565823 h 711077"/>
                <a:gd name="connsiteX3" fmla="*/ 160867 w 200783"/>
                <a:gd name="connsiteY3" fmla="*/ 332578 h 711077"/>
                <a:gd name="connsiteX4" fmla="*/ 50800 w 200783"/>
                <a:gd name="connsiteY4" fmla="*/ 227157 h 711077"/>
                <a:gd name="connsiteX5" fmla="*/ 0 w 200783"/>
                <a:gd name="connsiteY5" fmla="*/ 0 h 711077"/>
                <a:gd name="connsiteX0" fmla="*/ 8467 w 202671"/>
                <a:gd name="connsiteY0" fmla="*/ 625091 h 684557"/>
                <a:gd name="connsiteX1" fmla="*/ 91440 w 202671"/>
                <a:gd name="connsiteY1" fmla="*/ 682066 h 684557"/>
                <a:gd name="connsiteX2" fmla="*/ 199813 w 202671"/>
                <a:gd name="connsiteY2" fmla="*/ 565823 h 684557"/>
                <a:gd name="connsiteX3" fmla="*/ 160867 w 202671"/>
                <a:gd name="connsiteY3" fmla="*/ 332578 h 684557"/>
                <a:gd name="connsiteX4" fmla="*/ 50800 w 202671"/>
                <a:gd name="connsiteY4" fmla="*/ 227157 h 684557"/>
                <a:gd name="connsiteX5" fmla="*/ 0 w 202671"/>
                <a:gd name="connsiteY5" fmla="*/ 0 h 68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71" h="684557">
                  <a:moveTo>
                    <a:pt x="8467" y="625091"/>
                  </a:moveTo>
                  <a:cubicBezTo>
                    <a:pt x="44450" y="672363"/>
                    <a:pt x="59549" y="691944"/>
                    <a:pt x="91440" y="682066"/>
                  </a:cubicBezTo>
                  <a:cubicBezTo>
                    <a:pt x="123331" y="672188"/>
                    <a:pt x="188242" y="624071"/>
                    <a:pt x="199813" y="565823"/>
                  </a:cubicBezTo>
                  <a:cubicBezTo>
                    <a:pt x="211384" y="507575"/>
                    <a:pt x="185702" y="389022"/>
                    <a:pt x="160867" y="332578"/>
                  </a:cubicBezTo>
                  <a:cubicBezTo>
                    <a:pt x="136032" y="276134"/>
                    <a:pt x="77611" y="282587"/>
                    <a:pt x="50800" y="227157"/>
                  </a:cubicBezTo>
                  <a:cubicBezTo>
                    <a:pt x="23989" y="171727"/>
                    <a:pt x="11994" y="157339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45343D53-7D9F-40C1-ADB3-7E4704130DFD}"/>
              </a:ext>
            </a:extLst>
          </p:cNvPr>
          <p:cNvSpPr/>
          <p:nvPr/>
        </p:nvSpPr>
        <p:spPr>
          <a:xfrm rot="21268098">
            <a:off x="7645308" y="3031246"/>
            <a:ext cx="1468765" cy="1996524"/>
          </a:xfrm>
          <a:custGeom>
            <a:avLst/>
            <a:gdLst>
              <a:gd name="connsiteX0" fmla="*/ 0 w 1145430"/>
              <a:gd name="connsiteY0" fmla="*/ 18960 h 1653026"/>
              <a:gd name="connsiteX1" fmla="*/ 524933 w 1145430"/>
              <a:gd name="connsiteY1" fmla="*/ 69760 h 1653026"/>
              <a:gd name="connsiteX2" fmla="*/ 1066800 w 1145430"/>
              <a:gd name="connsiteY2" fmla="*/ 586226 h 1653026"/>
              <a:gd name="connsiteX3" fmla="*/ 1100667 w 1145430"/>
              <a:gd name="connsiteY3" fmla="*/ 1221226 h 1653026"/>
              <a:gd name="connsiteX4" fmla="*/ 668867 w 1145430"/>
              <a:gd name="connsiteY4" fmla="*/ 1653026 h 1653026"/>
              <a:gd name="connsiteX0" fmla="*/ 0 w 1163955"/>
              <a:gd name="connsiteY0" fmla="*/ 13635 h 1647701"/>
              <a:gd name="connsiteX1" fmla="*/ 524933 w 1163955"/>
              <a:gd name="connsiteY1" fmla="*/ 64435 h 1647701"/>
              <a:gd name="connsiteX2" fmla="*/ 1100666 w 1163955"/>
              <a:gd name="connsiteY2" fmla="*/ 470834 h 1647701"/>
              <a:gd name="connsiteX3" fmla="*/ 1100667 w 1163955"/>
              <a:gd name="connsiteY3" fmla="*/ 1215901 h 1647701"/>
              <a:gd name="connsiteX4" fmla="*/ 668867 w 1163955"/>
              <a:gd name="connsiteY4" fmla="*/ 1647701 h 1647701"/>
              <a:gd name="connsiteX0" fmla="*/ 0 w 1148617"/>
              <a:gd name="connsiteY0" fmla="*/ 13635 h 1647701"/>
              <a:gd name="connsiteX1" fmla="*/ 524933 w 1148617"/>
              <a:gd name="connsiteY1" fmla="*/ 64435 h 1647701"/>
              <a:gd name="connsiteX2" fmla="*/ 1100666 w 1148617"/>
              <a:gd name="connsiteY2" fmla="*/ 470834 h 1647701"/>
              <a:gd name="connsiteX3" fmla="*/ 1066800 w 1148617"/>
              <a:gd name="connsiteY3" fmla="*/ 1215901 h 1647701"/>
              <a:gd name="connsiteX4" fmla="*/ 668867 w 1148617"/>
              <a:gd name="connsiteY4" fmla="*/ 1647701 h 1647701"/>
              <a:gd name="connsiteX0" fmla="*/ 0 w 1200725"/>
              <a:gd name="connsiteY0" fmla="*/ 13635 h 1647701"/>
              <a:gd name="connsiteX1" fmla="*/ 524933 w 1200725"/>
              <a:gd name="connsiteY1" fmla="*/ 64435 h 1647701"/>
              <a:gd name="connsiteX2" fmla="*/ 1100666 w 1200725"/>
              <a:gd name="connsiteY2" fmla="*/ 470834 h 1647701"/>
              <a:gd name="connsiteX3" fmla="*/ 1159933 w 1200725"/>
              <a:gd name="connsiteY3" fmla="*/ 1148168 h 1647701"/>
              <a:gd name="connsiteX4" fmla="*/ 668867 w 1200725"/>
              <a:gd name="connsiteY4" fmla="*/ 1647701 h 1647701"/>
              <a:gd name="connsiteX0" fmla="*/ 0 w 1306593"/>
              <a:gd name="connsiteY0" fmla="*/ 8851 h 1666827"/>
              <a:gd name="connsiteX1" fmla="*/ 630801 w 1306593"/>
              <a:gd name="connsiteY1" fmla="*/ 83561 h 1666827"/>
              <a:gd name="connsiteX2" fmla="*/ 1206534 w 1306593"/>
              <a:gd name="connsiteY2" fmla="*/ 489960 h 1666827"/>
              <a:gd name="connsiteX3" fmla="*/ 1265801 w 1306593"/>
              <a:gd name="connsiteY3" fmla="*/ 1167294 h 1666827"/>
              <a:gd name="connsiteX4" fmla="*/ 774735 w 1306593"/>
              <a:gd name="connsiteY4" fmla="*/ 1666827 h 1666827"/>
              <a:gd name="connsiteX0" fmla="*/ 0 w 1306593"/>
              <a:gd name="connsiteY0" fmla="*/ 0 h 1657976"/>
              <a:gd name="connsiteX1" fmla="*/ 630801 w 1306593"/>
              <a:gd name="connsiteY1" fmla="*/ 74710 h 1657976"/>
              <a:gd name="connsiteX2" fmla="*/ 1206534 w 1306593"/>
              <a:gd name="connsiteY2" fmla="*/ 481109 h 1657976"/>
              <a:gd name="connsiteX3" fmla="*/ 1265801 w 1306593"/>
              <a:gd name="connsiteY3" fmla="*/ 1158443 h 1657976"/>
              <a:gd name="connsiteX4" fmla="*/ 774735 w 1306593"/>
              <a:gd name="connsiteY4" fmla="*/ 1657976 h 1657976"/>
              <a:gd name="connsiteX0" fmla="*/ 0 w 1293726"/>
              <a:gd name="connsiteY0" fmla="*/ 0 h 1657976"/>
              <a:gd name="connsiteX1" fmla="*/ 630801 w 1293726"/>
              <a:gd name="connsiteY1" fmla="*/ 74710 h 1657976"/>
              <a:gd name="connsiteX2" fmla="*/ 1206534 w 1293726"/>
              <a:gd name="connsiteY2" fmla="*/ 481109 h 1657976"/>
              <a:gd name="connsiteX3" fmla="*/ 1247156 w 1293726"/>
              <a:gd name="connsiteY3" fmla="*/ 1149132 h 1657976"/>
              <a:gd name="connsiteX4" fmla="*/ 774735 w 1293726"/>
              <a:gd name="connsiteY4" fmla="*/ 1657976 h 1657976"/>
              <a:gd name="connsiteX0" fmla="*/ 0 w 1290177"/>
              <a:gd name="connsiteY0" fmla="*/ 0 h 1402082"/>
              <a:gd name="connsiteX1" fmla="*/ 630801 w 1290177"/>
              <a:gd name="connsiteY1" fmla="*/ 74710 h 1402082"/>
              <a:gd name="connsiteX2" fmla="*/ 1206534 w 1290177"/>
              <a:gd name="connsiteY2" fmla="*/ 481109 h 1402082"/>
              <a:gd name="connsiteX3" fmla="*/ 1247156 w 1290177"/>
              <a:gd name="connsiteY3" fmla="*/ 1149132 h 1402082"/>
              <a:gd name="connsiteX4" fmla="*/ 825640 w 1290177"/>
              <a:gd name="connsiteY4" fmla="*/ 1402082 h 1402082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6413"/>
              <a:gd name="connsiteY0" fmla="*/ 0 h 1403084"/>
              <a:gd name="connsiteX1" fmla="*/ 630801 w 1296413"/>
              <a:gd name="connsiteY1" fmla="*/ 74710 h 1403084"/>
              <a:gd name="connsiteX2" fmla="*/ 1206534 w 1296413"/>
              <a:gd name="connsiteY2" fmla="*/ 481109 h 1403084"/>
              <a:gd name="connsiteX3" fmla="*/ 1247156 w 1296413"/>
              <a:gd name="connsiteY3" fmla="*/ 1149132 h 1403084"/>
              <a:gd name="connsiteX4" fmla="*/ 736520 w 1296413"/>
              <a:gd name="connsiteY4" fmla="*/ 1403084 h 1403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413" h="1403084">
                <a:moveTo>
                  <a:pt x="0" y="0"/>
                </a:moveTo>
                <a:cubicBezTo>
                  <a:pt x="170720" y="1528"/>
                  <a:pt x="429712" y="-5475"/>
                  <a:pt x="630801" y="74710"/>
                </a:cubicBezTo>
                <a:cubicBezTo>
                  <a:pt x="831890" y="154895"/>
                  <a:pt x="1103808" y="302039"/>
                  <a:pt x="1206534" y="481109"/>
                </a:cubicBezTo>
                <a:cubicBezTo>
                  <a:pt x="1309260" y="660179"/>
                  <a:pt x="1325492" y="995470"/>
                  <a:pt x="1247156" y="1149132"/>
                </a:cubicBezTo>
                <a:cubicBezTo>
                  <a:pt x="1168820" y="1302794"/>
                  <a:pt x="1046927" y="1364662"/>
                  <a:pt x="736520" y="1403084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D6971C-6FAD-4611-9354-765CCD1D4E57}"/>
              </a:ext>
            </a:extLst>
          </p:cNvPr>
          <p:cNvSpPr txBox="1"/>
          <p:nvPr/>
        </p:nvSpPr>
        <p:spPr>
          <a:xfrm>
            <a:off x="8864727" y="3568360"/>
            <a:ext cx="461795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ADH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BD0D04-1FB2-4204-9F6D-3F5F82429857}"/>
              </a:ext>
            </a:extLst>
          </p:cNvPr>
          <p:cNvSpPr/>
          <p:nvPr/>
        </p:nvSpPr>
        <p:spPr>
          <a:xfrm>
            <a:off x="7013998" y="2533191"/>
            <a:ext cx="7155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Pituitary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C0AFB7-8E11-4818-9BB3-B57E65663B1C}"/>
              </a:ext>
            </a:extLst>
          </p:cNvPr>
          <p:cNvGrpSpPr/>
          <p:nvPr/>
        </p:nvGrpSpPr>
        <p:grpSpPr>
          <a:xfrm>
            <a:off x="6370626" y="3769097"/>
            <a:ext cx="2193931" cy="1959950"/>
            <a:chOff x="9083669" y="4694850"/>
            <a:chExt cx="2193931" cy="195995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65490B91-8E1C-4D2E-A8B7-8DD64FA32C2F}"/>
                </a:ext>
              </a:extLst>
            </p:cNvPr>
            <p:cNvGrpSpPr/>
            <p:nvPr/>
          </p:nvGrpSpPr>
          <p:grpSpPr>
            <a:xfrm>
              <a:off x="9083669" y="4754119"/>
              <a:ext cx="1823711" cy="1790345"/>
              <a:chOff x="9274211" y="4812350"/>
              <a:chExt cx="1823711" cy="1790345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FC2B4F54-A832-409F-BE12-82C3CBFEAAE6}"/>
                  </a:ext>
                </a:extLst>
              </p:cNvPr>
              <p:cNvSpPr/>
              <p:nvPr/>
            </p:nvSpPr>
            <p:spPr>
              <a:xfrm rot="21187145">
                <a:off x="9274211" y="5545482"/>
                <a:ext cx="1009944" cy="728982"/>
              </a:xfrm>
              <a:custGeom>
                <a:avLst/>
                <a:gdLst>
                  <a:gd name="connsiteX0" fmla="*/ 164753 w 1018277"/>
                  <a:gd name="connsiteY0" fmla="*/ 33773 h 754065"/>
                  <a:gd name="connsiteX1" fmla="*/ 37753 w 1018277"/>
                  <a:gd name="connsiteY1" fmla="*/ 8373 h 754065"/>
                  <a:gd name="connsiteX2" fmla="*/ 2193 w 1018277"/>
                  <a:gd name="connsiteY2" fmla="*/ 160773 h 754065"/>
                  <a:gd name="connsiteX3" fmla="*/ 88553 w 1018277"/>
                  <a:gd name="connsiteY3" fmla="*/ 297933 h 754065"/>
                  <a:gd name="connsiteX4" fmla="*/ 246033 w 1018277"/>
                  <a:gd name="connsiteY4" fmla="*/ 297933 h 754065"/>
                  <a:gd name="connsiteX5" fmla="*/ 266353 w 1018277"/>
                  <a:gd name="connsiteY5" fmla="*/ 531613 h 754065"/>
                  <a:gd name="connsiteX6" fmla="*/ 576233 w 1018277"/>
                  <a:gd name="connsiteY6" fmla="*/ 750053 h 754065"/>
                  <a:gd name="connsiteX7" fmla="*/ 967393 w 1018277"/>
                  <a:gd name="connsiteY7" fmla="*/ 668773 h 754065"/>
                  <a:gd name="connsiteX8" fmla="*/ 982633 w 1018277"/>
                  <a:gd name="connsiteY8" fmla="*/ 612893 h 754065"/>
                  <a:gd name="connsiteX9" fmla="*/ 682913 w 1018277"/>
                  <a:gd name="connsiteY9" fmla="*/ 216653 h 754065"/>
                  <a:gd name="connsiteX10" fmla="*/ 428913 w 1018277"/>
                  <a:gd name="connsiteY10" fmla="*/ 150613 h 754065"/>
                  <a:gd name="connsiteX11" fmla="*/ 362873 w 1018277"/>
                  <a:gd name="connsiteY11" fmla="*/ 150613 h 754065"/>
                  <a:gd name="connsiteX12" fmla="*/ 164753 w 1018277"/>
                  <a:gd name="connsiteY12" fmla="*/ 33773 h 754065"/>
                  <a:gd name="connsiteX0" fmla="*/ 164753 w 1050409"/>
                  <a:gd name="connsiteY0" fmla="*/ 33773 h 755174"/>
                  <a:gd name="connsiteX1" fmla="*/ 37753 w 1050409"/>
                  <a:gd name="connsiteY1" fmla="*/ 8373 h 755174"/>
                  <a:gd name="connsiteX2" fmla="*/ 2193 w 1050409"/>
                  <a:gd name="connsiteY2" fmla="*/ 160773 h 755174"/>
                  <a:gd name="connsiteX3" fmla="*/ 88553 w 1050409"/>
                  <a:gd name="connsiteY3" fmla="*/ 297933 h 755174"/>
                  <a:gd name="connsiteX4" fmla="*/ 246033 w 1050409"/>
                  <a:gd name="connsiteY4" fmla="*/ 297933 h 755174"/>
                  <a:gd name="connsiteX5" fmla="*/ 266353 w 1050409"/>
                  <a:gd name="connsiteY5" fmla="*/ 531613 h 755174"/>
                  <a:gd name="connsiteX6" fmla="*/ 576233 w 1050409"/>
                  <a:gd name="connsiteY6" fmla="*/ 750053 h 755174"/>
                  <a:gd name="connsiteX7" fmla="*/ 967393 w 1050409"/>
                  <a:gd name="connsiteY7" fmla="*/ 668773 h 755174"/>
                  <a:gd name="connsiteX8" fmla="*/ 1028353 w 1050409"/>
                  <a:gd name="connsiteY8" fmla="*/ 475733 h 755174"/>
                  <a:gd name="connsiteX9" fmla="*/ 682913 w 1050409"/>
                  <a:gd name="connsiteY9" fmla="*/ 216653 h 755174"/>
                  <a:gd name="connsiteX10" fmla="*/ 428913 w 1050409"/>
                  <a:gd name="connsiteY10" fmla="*/ 150613 h 755174"/>
                  <a:gd name="connsiteX11" fmla="*/ 362873 w 1050409"/>
                  <a:gd name="connsiteY11" fmla="*/ 150613 h 755174"/>
                  <a:gd name="connsiteX12" fmla="*/ 164753 w 1050409"/>
                  <a:gd name="connsiteY12" fmla="*/ 33773 h 755174"/>
                  <a:gd name="connsiteX0" fmla="*/ 162727 w 1048383"/>
                  <a:gd name="connsiteY0" fmla="*/ 56368 h 777769"/>
                  <a:gd name="connsiteX1" fmla="*/ 106847 w 1048383"/>
                  <a:gd name="connsiteY1" fmla="*/ 5568 h 777769"/>
                  <a:gd name="connsiteX2" fmla="*/ 167 w 1048383"/>
                  <a:gd name="connsiteY2" fmla="*/ 183368 h 777769"/>
                  <a:gd name="connsiteX3" fmla="*/ 86527 w 1048383"/>
                  <a:gd name="connsiteY3" fmla="*/ 320528 h 777769"/>
                  <a:gd name="connsiteX4" fmla="*/ 244007 w 1048383"/>
                  <a:gd name="connsiteY4" fmla="*/ 320528 h 777769"/>
                  <a:gd name="connsiteX5" fmla="*/ 264327 w 1048383"/>
                  <a:gd name="connsiteY5" fmla="*/ 554208 h 777769"/>
                  <a:gd name="connsiteX6" fmla="*/ 574207 w 1048383"/>
                  <a:gd name="connsiteY6" fmla="*/ 772648 h 777769"/>
                  <a:gd name="connsiteX7" fmla="*/ 965367 w 1048383"/>
                  <a:gd name="connsiteY7" fmla="*/ 691368 h 777769"/>
                  <a:gd name="connsiteX8" fmla="*/ 1026327 w 1048383"/>
                  <a:gd name="connsiteY8" fmla="*/ 498328 h 777769"/>
                  <a:gd name="connsiteX9" fmla="*/ 680887 w 1048383"/>
                  <a:gd name="connsiteY9" fmla="*/ 239248 h 777769"/>
                  <a:gd name="connsiteX10" fmla="*/ 426887 w 1048383"/>
                  <a:gd name="connsiteY10" fmla="*/ 173208 h 777769"/>
                  <a:gd name="connsiteX11" fmla="*/ 360847 w 1048383"/>
                  <a:gd name="connsiteY11" fmla="*/ 173208 h 777769"/>
                  <a:gd name="connsiteX12" fmla="*/ 162727 w 1048383"/>
                  <a:gd name="connsiteY12" fmla="*/ 56368 h 777769"/>
                  <a:gd name="connsiteX0" fmla="*/ 269407 w 1048383"/>
                  <a:gd name="connsiteY0" fmla="*/ 107743 h 773264"/>
                  <a:gd name="connsiteX1" fmla="*/ 106847 w 1048383"/>
                  <a:gd name="connsiteY1" fmla="*/ 1063 h 773264"/>
                  <a:gd name="connsiteX2" fmla="*/ 167 w 1048383"/>
                  <a:gd name="connsiteY2" fmla="*/ 178863 h 773264"/>
                  <a:gd name="connsiteX3" fmla="*/ 86527 w 1048383"/>
                  <a:gd name="connsiteY3" fmla="*/ 316023 h 773264"/>
                  <a:gd name="connsiteX4" fmla="*/ 244007 w 1048383"/>
                  <a:gd name="connsiteY4" fmla="*/ 316023 h 773264"/>
                  <a:gd name="connsiteX5" fmla="*/ 264327 w 1048383"/>
                  <a:gd name="connsiteY5" fmla="*/ 549703 h 773264"/>
                  <a:gd name="connsiteX6" fmla="*/ 574207 w 1048383"/>
                  <a:gd name="connsiteY6" fmla="*/ 768143 h 773264"/>
                  <a:gd name="connsiteX7" fmla="*/ 965367 w 1048383"/>
                  <a:gd name="connsiteY7" fmla="*/ 686863 h 773264"/>
                  <a:gd name="connsiteX8" fmla="*/ 1026327 w 1048383"/>
                  <a:gd name="connsiteY8" fmla="*/ 493823 h 773264"/>
                  <a:gd name="connsiteX9" fmla="*/ 680887 w 1048383"/>
                  <a:gd name="connsiteY9" fmla="*/ 234743 h 773264"/>
                  <a:gd name="connsiteX10" fmla="*/ 426887 w 1048383"/>
                  <a:gd name="connsiteY10" fmla="*/ 168703 h 773264"/>
                  <a:gd name="connsiteX11" fmla="*/ 360847 w 1048383"/>
                  <a:gd name="connsiteY11" fmla="*/ 168703 h 773264"/>
                  <a:gd name="connsiteX12" fmla="*/ 269407 w 1048383"/>
                  <a:gd name="connsiteY12" fmla="*/ 107743 h 773264"/>
                  <a:gd name="connsiteX0" fmla="*/ 269337 w 1048313"/>
                  <a:gd name="connsiteY0" fmla="*/ 57730 h 723251"/>
                  <a:gd name="connsiteX1" fmla="*/ 101697 w 1048313"/>
                  <a:gd name="connsiteY1" fmla="*/ 1850 h 723251"/>
                  <a:gd name="connsiteX2" fmla="*/ 97 w 1048313"/>
                  <a:gd name="connsiteY2" fmla="*/ 128850 h 723251"/>
                  <a:gd name="connsiteX3" fmla="*/ 86457 w 1048313"/>
                  <a:gd name="connsiteY3" fmla="*/ 266010 h 723251"/>
                  <a:gd name="connsiteX4" fmla="*/ 243937 w 1048313"/>
                  <a:gd name="connsiteY4" fmla="*/ 266010 h 723251"/>
                  <a:gd name="connsiteX5" fmla="*/ 264257 w 1048313"/>
                  <a:gd name="connsiteY5" fmla="*/ 499690 h 723251"/>
                  <a:gd name="connsiteX6" fmla="*/ 574137 w 1048313"/>
                  <a:gd name="connsiteY6" fmla="*/ 718130 h 723251"/>
                  <a:gd name="connsiteX7" fmla="*/ 965297 w 1048313"/>
                  <a:gd name="connsiteY7" fmla="*/ 636850 h 723251"/>
                  <a:gd name="connsiteX8" fmla="*/ 1026257 w 1048313"/>
                  <a:gd name="connsiteY8" fmla="*/ 443810 h 723251"/>
                  <a:gd name="connsiteX9" fmla="*/ 680817 w 1048313"/>
                  <a:gd name="connsiteY9" fmla="*/ 184730 h 723251"/>
                  <a:gd name="connsiteX10" fmla="*/ 426817 w 1048313"/>
                  <a:gd name="connsiteY10" fmla="*/ 118690 h 723251"/>
                  <a:gd name="connsiteX11" fmla="*/ 360777 w 1048313"/>
                  <a:gd name="connsiteY11" fmla="*/ 118690 h 723251"/>
                  <a:gd name="connsiteX12" fmla="*/ 269337 w 1048313"/>
                  <a:gd name="connsiteY12" fmla="*/ 57730 h 723251"/>
                  <a:gd name="connsiteX0" fmla="*/ 269859 w 1048835"/>
                  <a:gd name="connsiteY0" fmla="*/ 57730 h 723251"/>
                  <a:gd name="connsiteX1" fmla="*/ 102219 w 1048835"/>
                  <a:gd name="connsiteY1" fmla="*/ 1850 h 723251"/>
                  <a:gd name="connsiteX2" fmla="*/ 619 w 1048835"/>
                  <a:gd name="connsiteY2" fmla="*/ 128850 h 723251"/>
                  <a:gd name="connsiteX3" fmla="*/ 147939 w 1048835"/>
                  <a:gd name="connsiteY3" fmla="*/ 321890 h 723251"/>
                  <a:gd name="connsiteX4" fmla="*/ 244459 w 1048835"/>
                  <a:gd name="connsiteY4" fmla="*/ 266010 h 723251"/>
                  <a:gd name="connsiteX5" fmla="*/ 264779 w 1048835"/>
                  <a:gd name="connsiteY5" fmla="*/ 499690 h 723251"/>
                  <a:gd name="connsiteX6" fmla="*/ 574659 w 1048835"/>
                  <a:gd name="connsiteY6" fmla="*/ 718130 h 723251"/>
                  <a:gd name="connsiteX7" fmla="*/ 965819 w 1048835"/>
                  <a:gd name="connsiteY7" fmla="*/ 636850 h 723251"/>
                  <a:gd name="connsiteX8" fmla="*/ 1026779 w 1048835"/>
                  <a:gd name="connsiteY8" fmla="*/ 443810 h 723251"/>
                  <a:gd name="connsiteX9" fmla="*/ 681339 w 1048835"/>
                  <a:gd name="connsiteY9" fmla="*/ 184730 h 723251"/>
                  <a:gd name="connsiteX10" fmla="*/ 427339 w 1048835"/>
                  <a:gd name="connsiteY10" fmla="*/ 118690 h 723251"/>
                  <a:gd name="connsiteX11" fmla="*/ 361299 w 1048835"/>
                  <a:gd name="connsiteY11" fmla="*/ 118690 h 723251"/>
                  <a:gd name="connsiteX12" fmla="*/ 269859 w 1048835"/>
                  <a:gd name="connsiteY12" fmla="*/ 57730 h 723251"/>
                  <a:gd name="connsiteX0" fmla="*/ 269859 w 1048835"/>
                  <a:gd name="connsiteY0" fmla="*/ 57730 h 726503"/>
                  <a:gd name="connsiteX1" fmla="*/ 102219 w 1048835"/>
                  <a:gd name="connsiteY1" fmla="*/ 1850 h 726503"/>
                  <a:gd name="connsiteX2" fmla="*/ 619 w 1048835"/>
                  <a:gd name="connsiteY2" fmla="*/ 128850 h 726503"/>
                  <a:gd name="connsiteX3" fmla="*/ 147939 w 1048835"/>
                  <a:gd name="connsiteY3" fmla="*/ 321890 h 726503"/>
                  <a:gd name="connsiteX4" fmla="*/ 244459 w 1048835"/>
                  <a:gd name="connsiteY4" fmla="*/ 266010 h 726503"/>
                  <a:gd name="connsiteX5" fmla="*/ 269859 w 1048835"/>
                  <a:gd name="connsiteY5" fmla="*/ 443810 h 726503"/>
                  <a:gd name="connsiteX6" fmla="*/ 574659 w 1048835"/>
                  <a:gd name="connsiteY6" fmla="*/ 718130 h 726503"/>
                  <a:gd name="connsiteX7" fmla="*/ 965819 w 1048835"/>
                  <a:gd name="connsiteY7" fmla="*/ 636850 h 726503"/>
                  <a:gd name="connsiteX8" fmla="*/ 1026779 w 1048835"/>
                  <a:gd name="connsiteY8" fmla="*/ 443810 h 726503"/>
                  <a:gd name="connsiteX9" fmla="*/ 681339 w 1048835"/>
                  <a:gd name="connsiteY9" fmla="*/ 184730 h 726503"/>
                  <a:gd name="connsiteX10" fmla="*/ 427339 w 1048835"/>
                  <a:gd name="connsiteY10" fmla="*/ 118690 h 726503"/>
                  <a:gd name="connsiteX11" fmla="*/ 361299 w 1048835"/>
                  <a:gd name="connsiteY11" fmla="*/ 118690 h 726503"/>
                  <a:gd name="connsiteX12" fmla="*/ 269859 w 1048835"/>
                  <a:gd name="connsiteY12" fmla="*/ 57730 h 726503"/>
                  <a:gd name="connsiteX0" fmla="*/ 249733 w 1028709"/>
                  <a:gd name="connsiteY0" fmla="*/ 60209 h 728982"/>
                  <a:gd name="connsiteX1" fmla="*/ 82093 w 1028709"/>
                  <a:gd name="connsiteY1" fmla="*/ 4329 h 728982"/>
                  <a:gd name="connsiteX2" fmla="*/ 813 w 1028709"/>
                  <a:gd name="connsiteY2" fmla="*/ 182129 h 728982"/>
                  <a:gd name="connsiteX3" fmla="*/ 127813 w 1028709"/>
                  <a:gd name="connsiteY3" fmla="*/ 324369 h 728982"/>
                  <a:gd name="connsiteX4" fmla="*/ 224333 w 1028709"/>
                  <a:gd name="connsiteY4" fmla="*/ 268489 h 728982"/>
                  <a:gd name="connsiteX5" fmla="*/ 249733 w 1028709"/>
                  <a:gd name="connsiteY5" fmla="*/ 446289 h 728982"/>
                  <a:gd name="connsiteX6" fmla="*/ 554533 w 1028709"/>
                  <a:gd name="connsiteY6" fmla="*/ 720609 h 728982"/>
                  <a:gd name="connsiteX7" fmla="*/ 945693 w 1028709"/>
                  <a:gd name="connsiteY7" fmla="*/ 639329 h 728982"/>
                  <a:gd name="connsiteX8" fmla="*/ 1006653 w 1028709"/>
                  <a:gd name="connsiteY8" fmla="*/ 446289 h 728982"/>
                  <a:gd name="connsiteX9" fmla="*/ 661213 w 1028709"/>
                  <a:gd name="connsiteY9" fmla="*/ 187209 h 728982"/>
                  <a:gd name="connsiteX10" fmla="*/ 407213 w 1028709"/>
                  <a:gd name="connsiteY10" fmla="*/ 121169 h 728982"/>
                  <a:gd name="connsiteX11" fmla="*/ 341173 w 1028709"/>
                  <a:gd name="connsiteY11" fmla="*/ 121169 h 728982"/>
                  <a:gd name="connsiteX12" fmla="*/ 249733 w 1028709"/>
                  <a:gd name="connsiteY12" fmla="*/ 60209 h 72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8709" h="728982">
                    <a:moveTo>
                      <a:pt x="249733" y="60209"/>
                    </a:moveTo>
                    <a:cubicBezTo>
                      <a:pt x="206553" y="40736"/>
                      <a:pt x="123580" y="-15991"/>
                      <a:pt x="82093" y="4329"/>
                    </a:cubicBezTo>
                    <a:cubicBezTo>
                      <a:pt x="40606" y="24649"/>
                      <a:pt x="-6807" y="128789"/>
                      <a:pt x="813" y="182129"/>
                    </a:cubicBezTo>
                    <a:cubicBezTo>
                      <a:pt x="8433" y="235469"/>
                      <a:pt x="90560" y="309976"/>
                      <a:pt x="127813" y="324369"/>
                    </a:cubicBezTo>
                    <a:cubicBezTo>
                      <a:pt x="165066" y="338762"/>
                      <a:pt x="204013" y="248169"/>
                      <a:pt x="224333" y="268489"/>
                    </a:cubicBezTo>
                    <a:cubicBezTo>
                      <a:pt x="244653" y="288809"/>
                      <a:pt x="194700" y="370936"/>
                      <a:pt x="249733" y="446289"/>
                    </a:cubicBezTo>
                    <a:cubicBezTo>
                      <a:pt x="304766" y="521642"/>
                      <a:pt x="438540" y="688436"/>
                      <a:pt x="554533" y="720609"/>
                    </a:cubicBezTo>
                    <a:cubicBezTo>
                      <a:pt x="670526" y="752782"/>
                      <a:pt x="870340" y="685049"/>
                      <a:pt x="945693" y="639329"/>
                    </a:cubicBezTo>
                    <a:cubicBezTo>
                      <a:pt x="1021046" y="593609"/>
                      <a:pt x="1054066" y="521642"/>
                      <a:pt x="1006653" y="446289"/>
                    </a:cubicBezTo>
                    <a:cubicBezTo>
                      <a:pt x="959240" y="370936"/>
                      <a:pt x="761120" y="241396"/>
                      <a:pt x="661213" y="187209"/>
                    </a:cubicBezTo>
                    <a:cubicBezTo>
                      <a:pt x="561306" y="133022"/>
                      <a:pt x="460553" y="132176"/>
                      <a:pt x="407213" y="121169"/>
                    </a:cubicBezTo>
                    <a:cubicBezTo>
                      <a:pt x="353873" y="110162"/>
                      <a:pt x="367420" y="131329"/>
                      <a:pt x="341173" y="121169"/>
                    </a:cubicBezTo>
                    <a:cubicBezTo>
                      <a:pt x="314926" y="111009"/>
                      <a:pt x="292913" y="79682"/>
                      <a:pt x="249733" y="60209"/>
                    </a:cubicBezTo>
                    <a:close/>
                  </a:path>
                </a:pathLst>
              </a:custGeom>
              <a:solidFill>
                <a:srgbClr val="8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3951F4A-5F12-418B-BC07-BF327A5ABC5F}"/>
                  </a:ext>
                </a:extLst>
              </p:cNvPr>
              <p:cNvSpPr/>
              <p:nvPr/>
            </p:nvSpPr>
            <p:spPr>
              <a:xfrm>
                <a:off x="9352691" y="4812350"/>
                <a:ext cx="1745231" cy="1790345"/>
              </a:xfrm>
              <a:custGeom>
                <a:avLst/>
                <a:gdLst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20915"/>
                  <a:gd name="connsiteX1" fmla="*/ 766236 w 1419144"/>
                  <a:gd name="connsiteY1" fmla="*/ 196585 h 1620915"/>
                  <a:gd name="connsiteX2" fmla="*/ 783170 w 1419144"/>
                  <a:gd name="connsiteY2" fmla="*/ 230451 h 1620915"/>
                  <a:gd name="connsiteX3" fmla="*/ 969436 w 1419144"/>
                  <a:gd name="connsiteY3" fmla="*/ 289718 h 1620915"/>
                  <a:gd name="connsiteX4" fmla="*/ 1214970 w 1419144"/>
                  <a:gd name="connsiteY4" fmla="*/ 450585 h 1620915"/>
                  <a:gd name="connsiteX5" fmla="*/ 1308103 w 1419144"/>
                  <a:gd name="connsiteY5" fmla="*/ 840051 h 1620915"/>
                  <a:gd name="connsiteX6" fmla="*/ 1189570 w 1419144"/>
                  <a:gd name="connsiteY6" fmla="*/ 1068651 h 1620915"/>
                  <a:gd name="connsiteX7" fmla="*/ 1172636 w 1419144"/>
                  <a:gd name="connsiteY7" fmla="*/ 1348051 h 1620915"/>
                  <a:gd name="connsiteX8" fmla="*/ 1291170 w 1419144"/>
                  <a:gd name="connsiteY8" fmla="*/ 1441185 h 1620915"/>
                  <a:gd name="connsiteX9" fmla="*/ 1409703 w 1419144"/>
                  <a:gd name="connsiteY9" fmla="*/ 1458118 h 1620915"/>
                  <a:gd name="connsiteX10" fmla="*/ 1409703 w 1419144"/>
                  <a:gd name="connsiteY10" fmla="*/ 1449651 h 1620915"/>
                  <a:gd name="connsiteX11" fmla="*/ 1392770 w 1419144"/>
                  <a:gd name="connsiteY11" fmla="*/ 1610518 h 1620915"/>
                  <a:gd name="connsiteX12" fmla="*/ 1257302 w 1419144"/>
                  <a:gd name="connsiteY12" fmla="*/ 1593585 h 1620915"/>
                  <a:gd name="connsiteX13" fmla="*/ 1054103 w 1419144"/>
                  <a:gd name="connsiteY13" fmla="*/ 1500451 h 1620915"/>
                  <a:gd name="connsiteX14" fmla="*/ 1011770 w 1419144"/>
                  <a:gd name="connsiteY14" fmla="*/ 1043251 h 1620915"/>
                  <a:gd name="connsiteX15" fmla="*/ 1138770 w 1419144"/>
                  <a:gd name="connsiteY15" fmla="*/ 789251 h 1620915"/>
                  <a:gd name="connsiteX16" fmla="*/ 1071036 w 1419144"/>
                  <a:gd name="connsiteY16" fmla="*/ 569118 h 1620915"/>
                  <a:gd name="connsiteX17" fmla="*/ 960970 w 1419144"/>
                  <a:gd name="connsiteY17" fmla="*/ 442118 h 1620915"/>
                  <a:gd name="connsiteX18" fmla="*/ 723903 w 1419144"/>
                  <a:gd name="connsiteY18" fmla="*/ 382851 h 1620915"/>
                  <a:gd name="connsiteX19" fmla="*/ 664636 w 1419144"/>
                  <a:gd name="connsiteY19" fmla="*/ 484451 h 1620915"/>
                  <a:gd name="connsiteX20" fmla="*/ 647703 w 1419144"/>
                  <a:gd name="connsiteY20" fmla="*/ 696118 h 1620915"/>
                  <a:gd name="connsiteX21" fmla="*/ 698503 w 1419144"/>
                  <a:gd name="connsiteY21" fmla="*/ 755385 h 1620915"/>
                  <a:gd name="connsiteX22" fmla="*/ 893236 w 1419144"/>
                  <a:gd name="connsiteY22" fmla="*/ 924718 h 1620915"/>
                  <a:gd name="connsiteX23" fmla="*/ 884770 w 1419144"/>
                  <a:gd name="connsiteY23" fmla="*/ 1161785 h 1620915"/>
                  <a:gd name="connsiteX24" fmla="*/ 690036 w 1419144"/>
                  <a:gd name="connsiteY24" fmla="*/ 1195651 h 1620915"/>
                  <a:gd name="connsiteX25" fmla="*/ 461436 w 1419144"/>
                  <a:gd name="connsiteY25" fmla="*/ 1178718 h 1620915"/>
                  <a:gd name="connsiteX26" fmla="*/ 266703 w 1419144"/>
                  <a:gd name="connsiteY26" fmla="*/ 1000918 h 1620915"/>
                  <a:gd name="connsiteX27" fmla="*/ 249770 w 1419144"/>
                  <a:gd name="connsiteY27" fmla="*/ 856985 h 1620915"/>
                  <a:gd name="connsiteX28" fmla="*/ 241303 w 1419144"/>
                  <a:gd name="connsiteY28" fmla="*/ 806185 h 1620915"/>
                  <a:gd name="connsiteX29" fmla="*/ 63503 w 1419144"/>
                  <a:gd name="connsiteY29" fmla="*/ 806185 h 1620915"/>
                  <a:gd name="connsiteX30" fmla="*/ 4236 w 1419144"/>
                  <a:gd name="connsiteY30" fmla="*/ 636851 h 1620915"/>
                  <a:gd name="connsiteX31" fmla="*/ 165103 w 1419144"/>
                  <a:gd name="connsiteY31" fmla="*/ 484451 h 1620915"/>
                  <a:gd name="connsiteX32" fmla="*/ 334436 w 1419144"/>
                  <a:gd name="connsiteY32" fmla="*/ 501385 h 1620915"/>
                  <a:gd name="connsiteX33" fmla="*/ 393703 w 1419144"/>
                  <a:gd name="connsiteY33" fmla="*/ 653785 h 1620915"/>
                  <a:gd name="connsiteX34" fmla="*/ 385236 w 1419144"/>
                  <a:gd name="connsiteY34" fmla="*/ 721518 h 1620915"/>
                  <a:gd name="connsiteX35" fmla="*/ 436036 w 1419144"/>
                  <a:gd name="connsiteY35" fmla="*/ 704585 h 1620915"/>
                  <a:gd name="connsiteX36" fmla="*/ 444503 w 1419144"/>
                  <a:gd name="connsiteY36" fmla="*/ 475985 h 1620915"/>
                  <a:gd name="connsiteX37" fmla="*/ 596903 w 1419144"/>
                  <a:gd name="connsiteY37" fmla="*/ 213518 h 1620915"/>
                  <a:gd name="connsiteX38" fmla="*/ 596903 w 1419144"/>
                  <a:gd name="connsiteY38" fmla="*/ 44185 h 1620915"/>
                  <a:gd name="connsiteX39" fmla="*/ 749303 w 1419144"/>
                  <a:gd name="connsiteY39" fmla="*/ 10318 h 1620915"/>
                  <a:gd name="connsiteX0" fmla="*/ 749303 w 1427849"/>
                  <a:gd name="connsiteY0" fmla="*/ 10318 h 1620915"/>
                  <a:gd name="connsiteX1" fmla="*/ 766236 w 1427849"/>
                  <a:gd name="connsiteY1" fmla="*/ 196585 h 1620915"/>
                  <a:gd name="connsiteX2" fmla="*/ 783170 w 1427849"/>
                  <a:gd name="connsiteY2" fmla="*/ 230451 h 1620915"/>
                  <a:gd name="connsiteX3" fmla="*/ 969436 w 1427849"/>
                  <a:gd name="connsiteY3" fmla="*/ 289718 h 1620915"/>
                  <a:gd name="connsiteX4" fmla="*/ 1214970 w 1427849"/>
                  <a:gd name="connsiteY4" fmla="*/ 450585 h 1620915"/>
                  <a:gd name="connsiteX5" fmla="*/ 1308103 w 1427849"/>
                  <a:gd name="connsiteY5" fmla="*/ 840051 h 1620915"/>
                  <a:gd name="connsiteX6" fmla="*/ 1189570 w 1427849"/>
                  <a:gd name="connsiteY6" fmla="*/ 1068651 h 1620915"/>
                  <a:gd name="connsiteX7" fmla="*/ 1172636 w 1427849"/>
                  <a:gd name="connsiteY7" fmla="*/ 1348051 h 1620915"/>
                  <a:gd name="connsiteX8" fmla="*/ 1291170 w 1427849"/>
                  <a:gd name="connsiteY8" fmla="*/ 1441185 h 1620915"/>
                  <a:gd name="connsiteX9" fmla="*/ 1409703 w 1427849"/>
                  <a:gd name="connsiteY9" fmla="*/ 1458118 h 1620915"/>
                  <a:gd name="connsiteX10" fmla="*/ 1409703 w 1427849"/>
                  <a:gd name="connsiteY10" fmla="*/ 1449651 h 1620915"/>
                  <a:gd name="connsiteX11" fmla="*/ 1418170 w 1427849"/>
                  <a:gd name="connsiteY11" fmla="*/ 1610518 h 1620915"/>
                  <a:gd name="connsiteX12" fmla="*/ 1257302 w 1427849"/>
                  <a:gd name="connsiteY12" fmla="*/ 1593585 h 1620915"/>
                  <a:gd name="connsiteX13" fmla="*/ 1054103 w 1427849"/>
                  <a:gd name="connsiteY13" fmla="*/ 1500451 h 1620915"/>
                  <a:gd name="connsiteX14" fmla="*/ 1011770 w 1427849"/>
                  <a:gd name="connsiteY14" fmla="*/ 1043251 h 1620915"/>
                  <a:gd name="connsiteX15" fmla="*/ 1138770 w 1427849"/>
                  <a:gd name="connsiteY15" fmla="*/ 789251 h 1620915"/>
                  <a:gd name="connsiteX16" fmla="*/ 1071036 w 1427849"/>
                  <a:gd name="connsiteY16" fmla="*/ 569118 h 1620915"/>
                  <a:gd name="connsiteX17" fmla="*/ 960970 w 1427849"/>
                  <a:gd name="connsiteY17" fmla="*/ 442118 h 1620915"/>
                  <a:gd name="connsiteX18" fmla="*/ 723903 w 1427849"/>
                  <a:gd name="connsiteY18" fmla="*/ 382851 h 1620915"/>
                  <a:gd name="connsiteX19" fmla="*/ 664636 w 1427849"/>
                  <a:gd name="connsiteY19" fmla="*/ 484451 h 1620915"/>
                  <a:gd name="connsiteX20" fmla="*/ 647703 w 1427849"/>
                  <a:gd name="connsiteY20" fmla="*/ 696118 h 1620915"/>
                  <a:gd name="connsiteX21" fmla="*/ 698503 w 1427849"/>
                  <a:gd name="connsiteY21" fmla="*/ 755385 h 1620915"/>
                  <a:gd name="connsiteX22" fmla="*/ 893236 w 1427849"/>
                  <a:gd name="connsiteY22" fmla="*/ 924718 h 1620915"/>
                  <a:gd name="connsiteX23" fmla="*/ 884770 w 1427849"/>
                  <a:gd name="connsiteY23" fmla="*/ 1161785 h 1620915"/>
                  <a:gd name="connsiteX24" fmla="*/ 690036 w 1427849"/>
                  <a:gd name="connsiteY24" fmla="*/ 1195651 h 1620915"/>
                  <a:gd name="connsiteX25" fmla="*/ 461436 w 1427849"/>
                  <a:gd name="connsiteY25" fmla="*/ 1178718 h 1620915"/>
                  <a:gd name="connsiteX26" fmla="*/ 266703 w 1427849"/>
                  <a:gd name="connsiteY26" fmla="*/ 1000918 h 1620915"/>
                  <a:gd name="connsiteX27" fmla="*/ 249770 w 1427849"/>
                  <a:gd name="connsiteY27" fmla="*/ 856985 h 1620915"/>
                  <a:gd name="connsiteX28" fmla="*/ 241303 w 1427849"/>
                  <a:gd name="connsiteY28" fmla="*/ 806185 h 1620915"/>
                  <a:gd name="connsiteX29" fmla="*/ 63503 w 1427849"/>
                  <a:gd name="connsiteY29" fmla="*/ 806185 h 1620915"/>
                  <a:gd name="connsiteX30" fmla="*/ 4236 w 1427849"/>
                  <a:gd name="connsiteY30" fmla="*/ 636851 h 1620915"/>
                  <a:gd name="connsiteX31" fmla="*/ 165103 w 1427849"/>
                  <a:gd name="connsiteY31" fmla="*/ 484451 h 1620915"/>
                  <a:gd name="connsiteX32" fmla="*/ 334436 w 1427849"/>
                  <a:gd name="connsiteY32" fmla="*/ 501385 h 1620915"/>
                  <a:gd name="connsiteX33" fmla="*/ 393703 w 1427849"/>
                  <a:gd name="connsiteY33" fmla="*/ 653785 h 1620915"/>
                  <a:gd name="connsiteX34" fmla="*/ 385236 w 1427849"/>
                  <a:gd name="connsiteY34" fmla="*/ 721518 h 1620915"/>
                  <a:gd name="connsiteX35" fmla="*/ 436036 w 1427849"/>
                  <a:gd name="connsiteY35" fmla="*/ 704585 h 1620915"/>
                  <a:gd name="connsiteX36" fmla="*/ 444503 w 1427849"/>
                  <a:gd name="connsiteY36" fmla="*/ 475985 h 1620915"/>
                  <a:gd name="connsiteX37" fmla="*/ 596903 w 1427849"/>
                  <a:gd name="connsiteY37" fmla="*/ 213518 h 1620915"/>
                  <a:gd name="connsiteX38" fmla="*/ 596903 w 1427849"/>
                  <a:gd name="connsiteY38" fmla="*/ 44185 h 1620915"/>
                  <a:gd name="connsiteX39" fmla="*/ 749303 w 1427849"/>
                  <a:gd name="connsiteY39" fmla="*/ 10318 h 1620915"/>
                  <a:gd name="connsiteX0" fmla="*/ 749303 w 1452318"/>
                  <a:gd name="connsiteY0" fmla="*/ 10318 h 1620915"/>
                  <a:gd name="connsiteX1" fmla="*/ 766236 w 1452318"/>
                  <a:gd name="connsiteY1" fmla="*/ 196585 h 1620915"/>
                  <a:gd name="connsiteX2" fmla="*/ 783170 w 1452318"/>
                  <a:gd name="connsiteY2" fmla="*/ 230451 h 1620915"/>
                  <a:gd name="connsiteX3" fmla="*/ 969436 w 1452318"/>
                  <a:gd name="connsiteY3" fmla="*/ 289718 h 1620915"/>
                  <a:gd name="connsiteX4" fmla="*/ 1214970 w 1452318"/>
                  <a:gd name="connsiteY4" fmla="*/ 450585 h 1620915"/>
                  <a:gd name="connsiteX5" fmla="*/ 1308103 w 1452318"/>
                  <a:gd name="connsiteY5" fmla="*/ 840051 h 1620915"/>
                  <a:gd name="connsiteX6" fmla="*/ 1189570 w 1452318"/>
                  <a:gd name="connsiteY6" fmla="*/ 1068651 h 1620915"/>
                  <a:gd name="connsiteX7" fmla="*/ 1172636 w 1452318"/>
                  <a:gd name="connsiteY7" fmla="*/ 1348051 h 1620915"/>
                  <a:gd name="connsiteX8" fmla="*/ 1291170 w 1452318"/>
                  <a:gd name="connsiteY8" fmla="*/ 1441185 h 1620915"/>
                  <a:gd name="connsiteX9" fmla="*/ 1409703 w 1452318"/>
                  <a:gd name="connsiteY9" fmla="*/ 1458118 h 1620915"/>
                  <a:gd name="connsiteX10" fmla="*/ 1452037 w 1452318"/>
                  <a:gd name="connsiteY10" fmla="*/ 1449651 h 1620915"/>
                  <a:gd name="connsiteX11" fmla="*/ 1418170 w 1452318"/>
                  <a:gd name="connsiteY11" fmla="*/ 1610518 h 1620915"/>
                  <a:gd name="connsiteX12" fmla="*/ 1257302 w 1452318"/>
                  <a:gd name="connsiteY12" fmla="*/ 1593585 h 1620915"/>
                  <a:gd name="connsiteX13" fmla="*/ 1054103 w 1452318"/>
                  <a:gd name="connsiteY13" fmla="*/ 1500451 h 1620915"/>
                  <a:gd name="connsiteX14" fmla="*/ 1011770 w 1452318"/>
                  <a:gd name="connsiteY14" fmla="*/ 1043251 h 1620915"/>
                  <a:gd name="connsiteX15" fmla="*/ 1138770 w 1452318"/>
                  <a:gd name="connsiteY15" fmla="*/ 789251 h 1620915"/>
                  <a:gd name="connsiteX16" fmla="*/ 1071036 w 1452318"/>
                  <a:gd name="connsiteY16" fmla="*/ 569118 h 1620915"/>
                  <a:gd name="connsiteX17" fmla="*/ 960970 w 1452318"/>
                  <a:gd name="connsiteY17" fmla="*/ 442118 h 1620915"/>
                  <a:gd name="connsiteX18" fmla="*/ 723903 w 1452318"/>
                  <a:gd name="connsiteY18" fmla="*/ 382851 h 1620915"/>
                  <a:gd name="connsiteX19" fmla="*/ 664636 w 1452318"/>
                  <a:gd name="connsiteY19" fmla="*/ 484451 h 1620915"/>
                  <a:gd name="connsiteX20" fmla="*/ 647703 w 1452318"/>
                  <a:gd name="connsiteY20" fmla="*/ 696118 h 1620915"/>
                  <a:gd name="connsiteX21" fmla="*/ 698503 w 1452318"/>
                  <a:gd name="connsiteY21" fmla="*/ 755385 h 1620915"/>
                  <a:gd name="connsiteX22" fmla="*/ 893236 w 1452318"/>
                  <a:gd name="connsiteY22" fmla="*/ 924718 h 1620915"/>
                  <a:gd name="connsiteX23" fmla="*/ 884770 w 1452318"/>
                  <a:gd name="connsiteY23" fmla="*/ 1161785 h 1620915"/>
                  <a:gd name="connsiteX24" fmla="*/ 690036 w 1452318"/>
                  <a:gd name="connsiteY24" fmla="*/ 1195651 h 1620915"/>
                  <a:gd name="connsiteX25" fmla="*/ 461436 w 1452318"/>
                  <a:gd name="connsiteY25" fmla="*/ 1178718 h 1620915"/>
                  <a:gd name="connsiteX26" fmla="*/ 266703 w 1452318"/>
                  <a:gd name="connsiteY26" fmla="*/ 1000918 h 1620915"/>
                  <a:gd name="connsiteX27" fmla="*/ 249770 w 1452318"/>
                  <a:gd name="connsiteY27" fmla="*/ 856985 h 1620915"/>
                  <a:gd name="connsiteX28" fmla="*/ 241303 w 1452318"/>
                  <a:gd name="connsiteY28" fmla="*/ 806185 h 1620915"/>
                  <a:gd name="connsiteX29" fmla="*/ 63503 w 1452318"/>
                  <a:gd name="connsiteY29" fmla="*/ 806185 h 1620915"/>
                  <a:gd name="connsiteX30" fmla="*/ 4236 w 1452318"/>
                  <a:gd name="connsiteY30" fmla="*/ 636851 h 1620915"/>
                  <a:gd name="connsiteX31" fmla="*/ 165103 w 1452318"/>
                  <a:gd name="connsiteY31" fmla="*/ 484451 h 1620915"/>
                  <a:gd name="connsiteX32" fmla="*/ 334436 w 1452318"/>
                  <a:gd name="connsiteY32" fmla="*/ 501385 h 1620915"/>
                  <a:gd name="connsiteX33" fmla="*/ 393703 w 1452318"/>
                  <a:gd name="connsiteY33" fmla="*/ 653785 h 1620915"/>
                  <a:gd name="connsiteX34" fmla="*/ 385236 w 1452318"/>
                  <a:gd name="connsiteY34" fmla="*/ 721518 h 1620915"/>
                  <a:gd name="connsiteX35" fmla="*/ 436036 w 1452318"/>
                  <a:gd name="connsiteY35" fmla="*/ 704585 h 1620915"/>
                  <a:gd name="connsiteX36" fmla="*/ 444503 w 1452318"/>
                  <a:gd name="connsiteY36" fmla="*/ 475985 h 1620915"/>
                  <a:gd name="connsiteX37" fmla="*/ 596903 w 1452318"/>
                  <a:gd name="connsiteY37" fmla="*/ 213518 h 1620915"/>
                  <a:gd name="connsiteX38" fmla="*/ 596903 w 1452318"/>
                  <a:gd name="connsiteY38" fmla="*/ 44185 h 1620915"/>
                  <a:gd name="connsiteX39" fmla="*/ 749303 w 1452318"/>
                  <a:gd name="connsiteY39" fmla="*/ 10318 h 1620915"/>
                  <a:gd name="connsiteX0" fmla="*/ 749303 w 1474633"/>
                  <a:gd name="connsiteY0" fmla="*/ 10318 h 1608568"/>
                  <a:gd name="connsiteX1" fmla="*/ 766236 w 1474633"/>
                  <a:gd name="connsiteY1" fmla="*/ 196585 h 1608568"/>
                  <a:gd name="connsiteX2" fmla="*/ 783170 w 1474633"/>
                  <a:gd name="connsiteY2" fmla="*/ 230451 h 1608568"/>
                  <a:gd name="connsiteX3" fmla="*/ 969436 w 1474633"/>
                  <a:gd name="connsiteY3" fmla="*/ 289718 h 1608568"/>
                  <a:gd name="connsiteX4" fmla="*/ 1214970 w 1474633"/>
                  <a:gd name="connsiteY4" fmla="*/ 450585 h 1608568"/>
                  <a:gd name="connsiteX5" fmla="*/ 1308103 w 1474633"/>
                  <a:gd name="connsiteY5" fmla="*/ 840051 h 1608568"/>
                  <a:gd name="connsiteX6" fmla="*/ 1189570 w 1474633"/>
                  <a:gd name="connsiteY6" fmla="*/ 1068651 h 1608568"/>
                  <a:gd name="connsiteX7" fmla="*/ 1172636 w 1474633"/>
                  <a:gd name="connsiteY7" fmla="*/ 1348051 h 1608568"/>
                  <a:gd name="connsiteX8" fmla="*/ 1291170 w 1474633"/>
                  <a:gd name="connsiteY8" fmla="*/ 1441185 h 1608568"/>
                  <a:gd name="connsiteX9" fmla="*/ 1409703 w 1474633"/>
                  <a:gd name="connsiteY9" fmla="*/ 1458118 h 1608568"/>
                  <a:gd name="connsiteX10" fmla="*/ 1452037 w 1474633"/>
                  <a:gd name="connsiteY10" fmla="*/ 1449651 h 1608568"/>
                  <a:gd name="connsiteX11" fmla="*/ 1460503 w 1474633"/>
                  <a:gd name="connsiteY11" fmla="*/ 1593585 h 1608568"/>
                  <a:gd name="connsiteX12" fmla="*/ 1257302 w 1474633"/>
                  <a:gd name="connsiteY12" fmla="*/ 1593585 h 1608568"/>
                  <a:gd name="connsiteX13" fmla="*/ 1054103 w 1474633"/>
                  <a:gd name="connsiteY13" fmla="*/ 1500451 h 1608568"/>
                  <a:gd name="connsiteX14" fmla="*/ 1011770 w 1474633"/>
                  <a:gd name="connsiteY14" fmla="*/ 1043251 h 1608568"/>
                  <a:gd name="connsiteX15" fmla="*/ 1138770 w 1474633"/>
                  <a:gd name="connsiteY15" fmla="*/ 789251 h 1608568"/>
                  <a:gd name="connsiteX16" fmla="*/ 1071036 w 1474633"/>
                  <a:gd name="connsiteY16" fmla="*/ 569118 h 1608568"/>
                  <a:gd name="connsiteX17" fmla="*/ 960970 w 1474633"/>
                  <a:gd name="connsiteY17" fmla="*/ 442118 h 1608568"/>
                  <a:gd name="connsiteX18" fmla="*/ 723903 w 1474633"/>
                  <a:gd name="connsiteY18" fmla="*/ 382851 h 1608568"/>
                  <a:gd name="connsiteX19" fmla="*/ 664636 w 1474633"/>
                  <a:gd name="connsiteY19" fmla="*/ 484451 h 1608568"/>
                  <a:gd name="connsiteX20" fmla="*/ 647703 w 1474633"/>
                  <a:gd name="connsiteY20" fmla="*/ 696118 h 1608568"/>
                  <a:gd name="connsiteX21" fmla="*/ 698503 w 1474633"/>
                  <a:gd name="connsiteY21" fmla="*/ 755385 h 1608568"/>
                  <a:gd name="connsiteX22" fmla="*/ 893236 w 1474633"/>
                  <a:gd name="connsiteY22" fmla="*/ 924718 h 1608568"/>
                  <a:gd name="connsiteX23" fmla="*/ 884770 w 1474633"/>
                  <a:gd name="connsiteY23" fmla="*/ 1161785 h 1608568"/>
                  <a:gd name="connsiteX24" fmla="*/ 690036 w 1474633"/>
                  <a:gd name="connsiteY24" fmla="*/ 1195651 h 1608568"/>
                  <a:gd name="connsiteX25" fmla="*/ 461436 w 1474633"/>
                  <a:gd name="connsiteY25" fmla="*/ 1178718 h 1608568"/>
                  <a:gd name="connsiteX26" fmla="*/ 266703 w 1474633"/>
                  <a:gd name="connsiteY26" fmla="*/ 1000918 h 1608568"/>
                  <a:gd name="connsiteX27" fmla="*/ 249770 w 1474633"/>
                  <a:gd name="connsiteY27" fmla="*/ 856985 h 1608568"/>
                  <a:gd name="connsiteX28" fmla="*/ 241303 w 1474633"/>
                  <a:gd name="connsiteY28" fmla="*/ 806185 h 1608568"/>
                  <a:gd name="connsiteX29" fmla="*/ 63503 w 1474633"/>
                  <a:gd name="connsiteY29" fmla="*/ 806185 h 1608568"/>
                  <a:gd name="connsiteX30" fmla="*/ 4236 w 1474633"/>
                  <a:gd name="connsiteY30" fmla="*/ 636851 h 1608568"/>
                  <a:gd name="connsiteX31" fmla="*/ 165103 w 1474633"/>
                  <a:gd name="connsiteY31" fmla="*/ 484451 h 1608568"/>
                  <a:gd name="connsiteX32" fmla="*/ 334436 w 1474633"/>
                  <a:gd name="connsiteY32" fmla="*/ 501385 h 1608568"/>
                  <a:gd name="connsiteX33" fmla="*/ 393703 w 1474633"/>
                  <a:gd name="connsiteY33" fmla="*/ 653785 h 1608568"/>
                  <a:gd name="connsiteX34" fmla="*/ 385236 w 1474633"/>
                  <a:gd name="connsiteY34" fmla="*/ 721518 h 1608568"/>
                  <a:gd name="connsiteX35" fmla="*/ 436036 w 1474633"/>
                  <a:gd name="connsiteY35" fmla="*/ 704585 h 1608568"/>
                  <a:gd name="connsiteX36" fmla="*/ 444503 w 1474633"/>
                  <a:gd name="connsiteY36" fmla="*/ 475985 h 1608568"/>
                  <a:gd name="connsiteX37" fmla="*/ 596903 w 1474633"/>
                  <a:gd name="connsiteY37" fmla="*/ 213518 h 1608568"/>
                  <a:gd name="connsiteX38" fmla="*/ 596903 w 1474633"/>
                  <a:gd name="connsiteY38" fmla="*/ 44185 h 1608568"/>
                  <a:gd name="connsiteX39" fmla="*/ 749303 w 1474633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43251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71036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596903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49303 w 1481339"/>
                  <a:gd name="connsiteY2" fmla="*/ 213517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55443 h 1654168"/>
                  <a:gd name="connsiteX1" fmla="*/ 766236 w 1481339"/>
                  <a:gd name="connsiteY1" fmla="*/ 241710 h 1654168"/>
                  <a:gd name="connsiteX2" fmla="*/ 749303 w 1481339"/>
                  <a:gd name="connsiteY2" fmla="*/ 258642 h 1654168"/>
                  <a:gd name="connsiteX3" fmla="*/ 969436 w 1481339"/>
                  <a:gd name="connsiteY3" fmla="*/ 334843 h 1654168"/>
                  <a:gd name="connsiteX4" fmla="*/ 1214970 w 1481339"/>
                  <a:gd name="connsiteY4" fmla="*/ 495710 h 1654168"/>
                  <a:gd name="connsiteX5" fmla="*/ 1308103 w 1481339"/>
                  <a:gd name="connsiteY5" fmla="*/ 885176 h 1654168"/>
                  <a:gd name="connsiteX6" fmla="*/ 1240370 w 1481339"/>
                  <a:gd name="connsiteY6" fmla="*/ 1113776 h 1654168"/>
                  <a:gd name="connsiteX7" fmla="*/ 1206502 w 1481339"/>
                  <a:gd name="connsiteY7" fmla="*/ 1393176 h 1654168"/>
                  <a:gd name="connsiteX8" fmla="*/ 1291170 w 1481339"/>
                  <a:gd name="connsiteY8" fmla="*/ 1486310 h 1654168"/>
                  <a:gd name="connsiteX9" fmla="*/ 1409703 w 1481339"/>
                  <a:gd name="connsiteY9" fmla="*/ 1503243 h 1654168"/>
                  <a:gd name="connsiteX10" fmla="*/ 1468970 w 1481339"/>
                  <a:gd name="connsiteY10" fmla="*/ 1494776 h 1654168"/>
                  <a:gd name="connsiteX11" fmla="*/ 1460503 w 1481339"/>
                  <a:gd name="connsiteY11" fmla="*/ 1638710 h 1654168"/>
                  <a:gd name="connsiteX12" fmla="*/ 1257302 w 1481339"/>
                  <a:gd name="connsiteY12" fmla="*/ 1638710 h 1654168"/>
                  <a:gd name="connsiteX13" fmla="*/ 1045636 w 1481339"/>
                  <a:gd name="connsiteY13" fmla="*/ 1537110 h 1654168"/>
                  <a:gd name="connsiteX14" fmla="*/ 1028703 w 1481339"/>
                  <a:gd name="connsiteY14" fmla="*/ 1181509 h 1654168"/>
                  <a:gd name="connsiteX15" fmla="*/ 1138770 w 1481339"/>
                  <a:gd name="connsiteY15" fmla="*/ 834376 h 1654168"/>
                  <a:gd name="connsiteX16" fmla="*/ 1071036 w 1481339"/>
                  <a:gd name="connsiteY16" fmla="*/ 614243 h 1654168"/>
                  <a:gd name="connsiteX17" fmla="*/ 960970 w 1481339"/>
                  <a:gd name="connsiteY17" fmla="*/ 487243 h 1654168"/>
                  <a:gd name="connsiteX18" fmla="*/ 723903 w 1481339"/>
                  <a:gd name="connsiteY18" fmla="*/ 427976 h 1654168"/>
                  <a:gd name="connsiteX19" fmla="*/ 664636 w 1481339"/>
                  <a:gd name="connsiteY19" fmla="*/ 529576 h 1654168"/>
                  <a:gd name="connsiteX20" fmla="*/ 647703 w 1481339"/>
                  <a:gd name="connsiteY20" fmla="*/ 741243 h 1654168"/>
                  <a:gd name="connsiteX21" fmla="*/ 698503 w 1481339"/>
                  <a:gd name="connsiteY21" fmla="*/ 800510 h 1654168"/>
                  <a:gd name="connsiteX22" fmla="*/ 893236 w 1481339"/>
                  <a:gd name="connsiteY22" fmla="*/ 969843 h 1654168"/>
                  <a:gd name="connsiteX23" fmla="*/ 884770 w 1481339"/>
                  <a:gd name="connsiteY23" fmla="*/ 1206910 h 1654168"/>
                  <a:gd name="connsiteX24" fmla="*/ 690036 w 1481339"/>
                  <a:gd name="connsiteY24" fmla="*/ 1240776 h 1654168"/>
                  <a:gd name="connsiteX25" fmla="*/ 461436 w 1481339"/>
                  <a:gd name="connsiteY25" fmla="*/ 1223843 h 1654168"/>
                  <a:gd name="connsiteX26" fmla="*/ 266703 w 1481339"/>
                  <a:gd name="connsiteY26" fmla="*/ 1046043 h 1654168"/>
                  <a:gd name="connsiteX27" fmla="*/ 249770 w 1481339"/>
                  <a:gd name="connsiteY27" fmla="*/ 902110 h 1654168"/>
                  <a:gd name="connsiteX28" fmla="*/ 241303 w 1481339"/>
                  <a:gd name="connsiteY28" fmla="*/ 851310 h 1654168"/>
                  <a:gd name="connsiteX29" fmla="*/ 63503 w 1481339"/>
                  <a:gd name="connsiteY29" fmla="*/ 851310 h 1654168"/>
                  <a:gd name="connsiteX30" fmla="*/ 4236 w 1481339"/>
                  <a:gd name="connsiteY30" fmla="*/ 681976 h 1654168"/>
                  <a:gd name="connsiteX31" fmla="*/ 165103 w 1481339"/>
                  <a:gd name="connsiteY31" fmla="*/ 529576 h 1654168"/>
                  <a:gd name="connsiteX32" fmla="*/ 334436 w 1481339"/>
                  <a:gd name="connsiteY32" fmla="*/ 546510 h 1654168"/>
                  <a:gd name="connsiteX33" fmla="*/ 393703 w 1481339"/>
                  <a:gd name="connsiteY33" fmla="*/ 698910 h 1654168"/>
                  <a:gd name="connsiteX34" fmla="*/ 385236 w 1481339"/>
                  <a:gd name="connsiteY34" fmla="*/ 766643 h 1654168"/>
                  <a:gd name="connsiteX35" fmla="*/ 436036 w 1481339"/>
                  <a:gd name="connsiteY35" fmla="*/ 749710 h 1654168"/>
                  <a:gd name="connsiteX36" fmla="*/ 444503 w 1481339"/>
                  <a:gd name="connsiteY36" fmla="*/ 521110 h 1654168"/>
                  <a:gd name="connsiteX37" fmla="*/ 639236 w 1481339"/>
                  <a:gd name="connsiteY37" fmla="*/ 258643 h 1654168"/>
                  <a:gd name="connsiteX38" fmla="*/ 613836 w 1481339"/>
                  <a:gd name="connsiteY38" fmla="*/ 13110 h 1654168"/>
                  <a:gd name="connsiteX39" fmla="*/ 749303 w 1481339"/>
                  <a:gd name="connsiteY39" fmla="*/ 55443 h 165416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138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392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29055 w 1478024"/>
                  <a:gd name="connsiteY0" fmla="*/ 23126 h 1681118"/>
                  <a:gd name="connsiteX1" fmla="*/ 762921 w 1478024"/>
                  <a:gd name="connsiteY1" fmla="*/ 268660 h 1681118"/>
                  <a:gd name="connsiteX2" fmla="*/ 745988 w 1478024"/>
                  <a:gd name="connsiteY2" fmla="*/ 285592 h 1681118"/>
                  <a:gd name="connsiteX3" fmla="*/ 966121 w 1478024"/>
                  <a:gd name="connsiteY3" fmla="*/ 361793 h 1681118"/>
                  <a:gd name="connsiteX4" fmla="*/ 1211655 w 1478024"/>
                  <a:gd name="connsiteY4" fmla="*/ 522660 h 1681118"/>
                  <a:gd name="connsiteX5" fmla="*/ 1304788 w 1478024"/>
                  <a:gd name="connsiteY5" fmla="*/ 912126 h 1681118"/>
                  <a:gd name="connsiteX6" fmla="*/ 1237055 w 1478024"/>
                  <a:gd name="connsiteY6" fmla="*/ 1140726 h 1681118"/>
                  <a:gd name="connsiteX7" fmla="*/ 1203187 w 1478024"/>
                  <a:gd name="connsiteY7" fmla="*/ 1420126 h 1681118"/>
                  <a:gd name="connsiteX8" fmla="*/ 1287855 w 1478024"/>
                  <a:gd name="connsiteY8" fmla="*/ 1513260 h 1681118"/>
                  <a:gd name="connsiteX9" fmla="*/ 1406388 w 1478024"/>
                  <a:gd name="connsiteY9" fmla="*/ 1530193 h 1681118"/>
                  <a:gd name="connsiteX10" fmla="*/ 1465655 w 1478024"/>
                  <a:gd name="connsiteY10" fmla="*/ 1521726 h 1681118"/>
                  <a:gd name="connsiteX11" fmla="*/ 1457188 w 1478024"/>
                  <a:gd name="connsiteY11" fmla="*/ 1665660 h 1681118"/>
                  <a:gd name="connsiteX12" fmla="*/ 1253987 w 1478024"/>
                  <a:gd name="connsiteY12" fmla="*/ 1665660 h 1681118"/>
                  <a:gd name="connsiteX13" fmla="*/ 1042321 w 1478024"/>
                  <a:gd name="connsiteY13" fmla="*/ 1564060 h 1681118"/>
                  <a:gd name="connsiteX14" fmla="*/ 1025388 w 1478024"/>
                  <a:gd name="connsiteY14" fmla="*/ 1208459 h 1681118"/>
                  <a:gd name="connsiteX15" fmla="*/ 1135455 w 1478024"/>
                  <a:gd name="connsiteY15" fmla="*/ 861326 h 1681118"/>
                  <a:gd name="connsiteX16" fmla="*/ 1067721 w 1478024"/>
                  <a:gd name="connsiteY16" fmla="*/ 641193 h 1681118"/>
                  <a:gd name="connsiteX17" fmla="*/ 957655 w 1478024"/>
                  <a:gd name="connsiteY17" fmla="*/ 514193 h 1681118"/>
                  <a:gd name="connsiteX18" fmla="*/ 720588 w 1478024"/>
                  <a:gd name="connsiteY18" fmla="*/ 454926 h 1681118"/>
                  <a:gd name="connsiteX19" fmla="*/ 661321 w 1478024"/>
                  <a:gd name="connsiteY19" fmla="*/ 556526 h 1681118"/>
                  <a:gd name="connsiteX20" fmla="*/ 644388 w 1478024"/>
                  <a:gd name="connsiteY20" fmla="*/ 768193 h 1681118"/>
                  <a:gd name="connsiteX21" fmla="*/ 695188 w 1478024"/>
                  <a:gd name="connsiteY21" fmla="*/ 827460 h 1681118"/>
                  <a:gd name="connsiteX22" fmla="*/ 889921 w 1478024"/>
                  <a:gd name="connsiteY22" fmla="*/ 996793 h 1681118"/>
                  <a:gd name="connsiteX23" fmla="*/ 881455 w 1478024"/>
                  <a:gd name="connsiteY23" fmla="*/ 1233860 h 1681118"/>
                  <a:gd name="connsiteX24" fmla="*/ 686721 w 1478024"/>
                  <a:gd name="connsiteY24" fmla="*/ 1267726 h 1681118"/>
                  <a:gd name="connsiteX25" fmla="*/ 458121 w 1478024"/>
                  <a:gd name="connsiteY25" fmla="*/ 1250793 h 1681118"/>
                  <a:gd name="connsiteX26" fmla="*/ 263388 w 1478024"/>
                  <a:gd name="connsiteY26" fmla="*/ 1072993 h 1681118"/>
                  <a:gd name="connsiteX27" fmla="*/ 246455 w 1478024"/>
                  <a:gd name="connsiteY27" fmla="*/ 929060 h 1681118"/>
                  <a:gd name="connsiteX28" fmla="*/ 237988 w 1478024"/>
                  <a:gd name="connsiteY28" fmla="*/ 878260 h 1681118"/>
                  <a:gd name="connsiteX29" fmla="*/ 102522 w 1478024"/>
                  <a:gd name="connsiteY29" fmla="*/ 912126 h 1681118"/>
                  <a:gd name="connsiteX30" fmla="*/ 921 w 1478024"/>
                  <a:gd name="connsiteY30" fmla="*/ 708926 h 1681118"/>
                  <a:gd name="connsiteX31" fmla="*/ 161788 w 1478024"/>
                  <a:gd name="connsiteY31" fmla="*/ 556526 h 1681118"/>
                  <a:gd name="connsiteX32" fmla="*/ 331121 w 1478024"/>
                  <a:gd name="connsiteY32" fmla="*/ 573460 h 1681118"/>
                  <a:gd name="connsiteX33" fmla="*/ 390388 w 1478024"/>
                  <a:gd name="connsiteY33" fmla="*/ 725860 h 1681118"/>
                  <a:gd name="connsiteX34" fmla="*/ 381921 w 1478024"/>
                  <a:gd name="connsiteY34" fmla="*/ 793593 h 1681118"/>
                  <a:gd name="connsiteX35" fmla="*/ 432721 w 1478024"/>
                  <a:gd name="connsiteY35" fmla="*/ 776660 h 1681118"/>
                  <a:gd name="connsiteX36" fmla="*/ 441188 w 1478024"/>
                  <a:gd name="connsiteY36" fmla="*/ 548060 h 1681118"/>
                  <a:gd name="connsiteX37" fmla="*/ 635921 w 1478024"/>
                  <a:gd name="connsiteY37" fmla="*/ 285593 h 1681118"/>
                  <a:gd name="connsiteX38" fmla="*/ 635921 w 1478024"/>
                  <a:gd name="connsiteY38" fmla="*/ 40060 h 1681118"/>
                  <a:gd name="connsiteX39" fmla="*/ 729055 w 1478024"/>
                  <a:gd name="connsiteY39" fmla="*/ 23126 h 1681118"/>
                  <a:gd name="connsiteX0" fmla="*/ 663383 w 1412352"/>
                  <a:gd name="connsiteY0" fmla="*/ 23126 h 1681118"/>
                  <a:gd name="connsiteX1" fmla="*/ 697249 w 1412352"/>
                  <a:gd name="connsiteY1" fmla="*/ 268660 h 1681118"/>
                  <a:gd name="connsiteX2" fmla="*/ 680316 w 1412352"/>
                  <a:gd name="connsiteY2" fmla="*/ 285592 h 1681118"/>
                  <a:gd name="connsiteX3" fmla="*/ 900449 w 1412352"/>
                  <a:gd name="connsiteY3" fmla="*/ 361793 h 1681118"/>
                  <a:gd name="connsiteX4" fmla="*/ 1145983 w 1412352"/>
                  <a:gd name="connsiteY4" fmla="*/ 522660 h 1681118"/>
                  <a:gd name="connsiteX5" fmla="*/ 1239116 w 1412352"/>
                  <a:gd name="connsiteY5" fmla="*/ 912126 h 1681118"/>
                  <a:gd name="connsiteX6" fmla="*/ 1171383 w 1412352"/>
                  <a:gd name="connsiteY6" fmla="*/ 1140726 h 1681118"/>
                  <a:gd name="connsiteX7" fmla="*/ 1137515 w 1412352"/>
                  <a:gd name="connsiteY7" fmla="*/ 1420126 h 1681118"/>
                  <a:gd name="connsiteX8" fmla="*/ 1222183 w 1412352"/>
                  <a:gd name="connsiteY8" fmla="*/ 1513260 h 1681118"/>
                  <a:gd name="connsiteX9" fmla="*/ 1340716 w 1412352"/>
                  <a:gd name="connsiteY9" fmla="*/ 1530193 h 1681118"/>
                  <a:gd name="connsiteX10" fmla="*/ 1399983 w 1412352"/>
                  <a:gd name="connsiteY10" fmla="*/ 1521726 h 1681118"/>
                  <a:gd name="connsiteX11" fmla="*/ 1391516 w 1412352"/>
                  <a:gd name="connsiteY11" fmla="*/ 1665660 h 1681118"/>
                  <a:gd name="connsiteX12" fmla="*/ 1188315 w 1412352"/>
                  <a:gd name="connsiteY12" fmla="*/ 1665660 h 1681118"/>
                  <a:gd name="connsiteX13" fmla="*/ 976649 w 1412352"/>
                  <a:gd name="connsiteY13" fmla="*/ 1564060 h 1681118"/>
                  <a:gd name="connsiteX14" fmla="*/ 959716 w 1412352"/>
                  <a:gd name="connsiteY14" fmla="*/ 1208459 h 1681118"/>
                  <a:gd name="connsiteX15" fmla="*/ 1069783 w 1412352"/>
                  <a:gd name="connsiteY15" fmla="*/ 861326 h 1681118"/>
                  <a:gd name="connsiteX16" fmla="*/ 1002049 w 1412352"/>
                  <a:gd name="connsiteY16" fmla="*/ 641193 h 1681118"/>
                  <a:gd name="connsiteX17" fmla="*/ 891983 w 1412352"/>
                  <a:gd name="connsiteY17" fmla="*/ 514193 h 1681118"/>
                  <a:gd name="connsiteX18" fmla="*/ 654916 w 1412352"/>
                  <a:gd name="connsiteY18" fmla="*/ 454926 h 1681118"/>
                  <a:gd name="connsiteX19" fmla="*/ 595649 w 1412352"/>
                  <a:gd name="connsiteY19" fmla="*/ 556526 h 1681118"/>
                  <a:gd name="connsiteX20" fmla="*/ 578716 w 1412352"/>
                  <a:gd name="connsiteY20" fmla="*/ 768193 h 1681118"/>
                  <a:gd name="connsiteX21" fmla="*/ 629516 w 1412352"/>
                  <a:gd name="connsiteY21" fmla="*/ 827460 h 1681118"/>
                  <a:gd name="connsiteX22" fmla="*/ 824249 w 1412352"/>
                  <a:gd name="connsiteY22" fmla="*/ 996793 h 1681118"/>
                  <a:gd name="connsiteX23" fmla="*/ 815783 w 1412352"/>
                  <a:gd name="connsiteY23" fmla="*/ 1233860 h 1681118"/>
                  <a:gd name="connsiteX24" fmla="*/ 621049 w 1412352"/>
                  <a:gd name="connsiteY24" fmla="*/ 1267726 h 1681118"/>
                  <a:gd name="connsiteX25" fmla="*/ 392449 w 1412352"/>
                  <a:gd name="connsiteY25" fmla="*/ 1250793 h 1681118"/>
                  <a:gd name="connsiteX26" fmla="*/ 197716 w 1412352"/>
                  <a:gd name="connsiteY26" fmla="*/ 1072993 h 1681118"/>
                  <a:gd name="connsiteX27" fmla="*/ 180783 w 1412352"/>
                  <a:gd name="connsiteY27" fmla="*/ 929060 h 1681118"/>
                  <a:gd name="connsiteX28" fmla="*/ 172316 w 1412352"/>
                  <a:gd name="connsiteY28" fmla="*/ 878260 h 1681118"/>
                  <a:gd name="connsiteX29" fmla="*/ 36850 w 1412352"/>
                  <a:gd name="connsiteY29" fmla="*/ 912126 h 1681118"/>
                  <a:gd name="connsiteX30" fmla="*/ 2982 w 1412352"/>
                  <a:gd name="connsiteY30" fmla="*/ 751259 h 1681118"/>
                  <a:gd name="connsiteX31" fmla="*/ 96116 w 1412352"/>
                  <a:gd name="connsiteY31" fmla="*/ 556526 h 1681118"/>
                  <a:gd name="connsiteX32" fmla="*/ 265449 w 1412352"/>
                  <a:gd name="connsiteY32" fmla="*/ 573460 h 1681118"/>
                  <a:gd name="connsiteX33" fmla="*/ 324716 w 1412352"/>
                  <a:gd name="connsiteY33" fmla="*/ 725860 h 1681118"/>
                  <a:gd name="connsiteX34" fmla="*/ 316249 w 1412352"/>
                  <a:gd name="connsiteY34" fmla="*/ 793593 h 1681118"/>
                  <a:gd name="connsiteX35" fmla="*/ 367049 w 1412352"/>
                  <a:gd name="connsiteY35" fmla="*/ 776660 h 1681118"/>
                  <a:gd name="connsiteX36" fmla="*/ 375516 w 1412352"/>
                  <a:gd name="connsiteY36" fmla="*/ 548060 h 1681118"/>
                  <a:gd name="connsiteX37" fmla="*/ 570249 w 1412352"/>
                  <a:gd name="connsiteY37" fmla="*/ 285593 h 1681118"/>
                  <a:gd name="connsiteX38" fmla="*/ 570249 w 1412352"/>
                  <a:gd name="connsiteY38" fmla="*/ 40060 h 1681118"/>
                  <a:gd name="connsiteX39" fmla="*/ 663383 w 1412352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67138 w 1414041"/>
                  <a:gd name="connsiteY32" fmla="*/ 573460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902139 w 1414041"/>
                  <a:gd name="connsiteY23" fmla="*/ 10475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59805 w 1414041"/>
                  <a:gd name="connsiteY23" fmla="*/ 1106859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791327 w 1414041"/>
                  <a:gd name="connsiteY23" fmla="*/ 11915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79858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38325 w 1387294"/>
                  <a:gd name="connsiteY0" fmla="*/ 23126 h 1681118"/>
                  <a:gd name="connsiteX1" fmla="*/ 672191 w 1387294"/>
                  <a:gd name="connsiteY1" fmla="*/ 268660 h 1681118"/>
                  <a:gd name="connsiteX2" fmla="*/ 655258 w 1387294"/>
                  <a:gd name="connsiteY2" fmla="*/ 285592 h 1681118"/>
                  <a:gd name="connsiteX3" fmla="*/ 875391 w 1387294"/>
                  <a:gd name="connsiteY3" fmla="*/ 361793 h 1681118"/>
                  <a:gd name="connsiteX4" fmla="*/ 1120925 w 1387294"/>
                  <a:gd name="connsiteY4" fmla="*/ 522660 h 1681118"/>
                  <a:gd name="connsiteX5" fmla="*/ 1214058 w 1387294"/>
                  <a:gd name="connsiteY5" fmla="*/ 912126 h 1681118"/>
                  <a:gd name="connsiteX6" fmla="*/ 1146325 w 1387294"/>
                  <a:gd name="connsiteY6" fmla="*/ 1140726 h 1681118"/>
                  <a:gd name="connsiteX7" fmla="*/ 1112457 w 1387294"/>
                  <a:gd name="connsiteY7" fmla="*/ 1420126 h 1681118"/>
                  <a:gd name="connsiteX8" fmla="*/ 1197125 w 1387294"/>
                  <a:gd name="connsiteY8" fmla="*/ 1513260 h 1681118"/>
                  <a:gd name="connsiteX9" fmla="*/ 1315658 w 1387294"/>
                  <a:gd name="connsiteY9" fmla="*/ 1530193 h 1681118"/>
                  <a:gd name="connsiteX10" fmla="*/ 1374925 w 1387294"/>
                  <a:gd name="connsiteY10" fmla="*/ 1521726 h 1681118"/>
                  <a:gd name="connsiteX11" fmla="*/ 1366458 w 1387294"/>
                  <a:gd name="connsiteY11" fmla="*/ 1665660 h 1681118"/>
                  <a:gd name="connsiteX12" fmla="*/ 1163257 w 1387294"/>
                  <a:gd name="connsiteY12" fmla="*/ 1665660 h 1681118"/>
                  <a:gd name="connsiteX13" fmla="*/ 951591 w 1387294"/>
                  <a:gd name="connsiteY13" fmla="*/ 1564060 h 1681118"/>
                  <a:gd name="connsiteX14" fmla="*/ 934658 w 1387294"/>
                  <a:gd name="connsiteY14" fmla="*/ 1208459 h 1681118"/>
                  <a:gd name="connsiteX15" fmla="*/ 1044725 w 1387294"/>
                  <a:gd name="connsiteY15" fmla="*/ 861326 h 1681118"/>
                  <a:gd name="connsiteX16" fmla="*/ 976991 w 1387294"/>
                  <a:gd name="connsiteY16" fmla="*/ 641193 h 1681118"/>
                  <a:gd name="connsiteX17" fmla="*/ 866925 w 1387294"/>
                  <a:gd name="connsiteY17" fmla="*/ 514193 h 1681118"/>
                  <a:gd name="connsiteX18" fmla="*/ 629858 w 1387294"/>
                  <a:gd name="connsiteY18" fmla="*/ 454926 h 1681118"/>
                  <a:gd name="connsiteX19" fmla="*/ 570591 w 1387294"/>
                  <a:gd name="connsiteY19" fmla="*/ 556526 h 1681118"/>
                  <a:gd name="connsiteX20" fmla="*/ 534328 w 1387294"/>
                  <a:gd name="connsiteY20" fmla="*/ 708926 h 1681118"/>
                  <a:gd name="connsiteX21" fmla="*/ 604458 w 1387294"/>
                  <a:gd name="connsiteY21" fmla="*/ 810526 h 1681118"/>
                  <a:gd name="connsiteX22" fmla="*/ 739924 w 1387294"/>
                  <a:gd name="connsiteY22" fmla="*/ 979858 h 1681118"/>
                  <a:gd name="connsiteX23" fmla="*/ 777467 w 1387294"/>
                  <a:gd name="connsiteY23" fmla="*/ 1225392 h 1681118"/>
                  <a:gd name="connsiteX24" fmla="*/ 576661 w 1387294"/>
                  <a:gd name="connsiteY24" fmla="*/ 1335459 h 1681118"/>
                  <a:gd name="connsiteX25" fmla="*/ 354505 w 1387294"/>
                  <a:gd name="connsiteY25" fmla="*/ 1199993 h 1681118"/>
                  <a:gd name="connsiteX26" fmla="*/ 198058 w 1387294"/>
                  <a:gd name="connsiteY26" fmla="*/ 1072993 h 1681118"/>
                  <a:gd name="connsiteX27" fmla="*/ 155725 w 1387294"/>
                  <a:gd name="connsiteY27" fmla="*/ 929060 h 1681118"/>
                  <a:gd name="connsiteX28" fmla="*/ 147258 w 1387294"/>
                  <a:gd name="connsiteY28" fmla="*/ 878260 h 1681118"/>
                  <a:gd name="connsiteX29" fmla="*/ 11792 w 1387294"/>
                  <a:gd name="connsiteY29" fmla="*/ 912126 h 1681118"/>
                  <a:gd name="connsiteX30" fmla="*/ 16584 w 1387294"/>
                  <a:gd name="connsiteY30" fmla="*/ 615792 h 1681118"/>
                  <a:gd name="connsiteX31" fmla="*/ 96458 w 1387294"/>
                  <a:gd name="connsiteY31" fmla="*/ 607326 h 1681118"/>
                  <a:gd name="connsiteX32" fmla="*/ 231925 w 1387294"/>
                  <a:gd name="connsiteY32" fmla="*/ 632727 h 1681118"/>
                  <a:gd name="connsiteX33" fmla="*/ 299658 w 1387294"/>
                  <a:gd name="connsiteY33" fmla="*/ 725860 h 1681118"/>
                  <a:gd name="connsiteX34" fmla="*/ 291191 w 1387294"/>
                  <a:gd name="connsiteY34" fmla="*/ 793593 h 1681118"/>
                  <a:gd name="connsiteX35" fmla="*/ 335547 w 1387294"/>
                  <a:gd name="connsiteY35" fmla="*/ 776660 h 1681118"/>
                  <a:gd name="connsiteX36" fmla="*/ 389117 w 1387294"/>
                  <a:gd name="connsiteY36" fmla="*/ 548059 h 1681118"/>
                  <a:gd name="connsiteX37" fmla="*/ 545191 w 1387294"/>
                  <a:gd name="connsiteY37" fmla="*/ 285593 h 1681118"/>
                  <a:gd name="connsiteX38" fmla="*/ 545191 w 1387294"/>
                  <a:gd name="connsiteY38" fmla="*/ 40060 h 1681118"/>
                  <a:gd name="connsiteX39" fmla="*/ 638325 w 1387294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33867 w 1389236"/>
                  <a:gd name="connsiteY32" fmla="*/ 632727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53196 w 1389236"/>
                  <a:gd name="connsiteY32" fmla="*/ 615793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3617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91512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6422"/>
                  <a:gd name="connsiteY0" fmla="*/ 23126 h 1707553"/>
                  <a:gd name="connsiteX1" fmla="*/ 667010 w 1386422"/>
                  <a:gd name="connsiteY1" fmla="*/ 268660 h 1707553"/>
                  <a:gd name="connsiteX2" fmla="*/ 650077 w 1386422"/>
                  <a:gd name="connsiteY2" fmla="*/ 234792 h 1707553"/>
                  <a:gd name="connsiteX3" fmla="*/ 870210 w 1386422"/>
                  <a:gd name="connsiteY3" fmla="*/ 285593 h 1707553"/>
                  <a:gd name="connsiteX4" fmla="*/ 1115744 w 1386422"/>
                  <a:gd name="connsiteY4" fmla="*/ 522660 h 1707553"/>
                  <a:gd name="connsiteX5" fmla="*/ 1195990 w 1386422"/>
                  <a:gd name="connsiteY5" fmla="*/ 852859 h 1707553"/>
                  <a:gd name="connsiteX6" fmla="*/ 1096042 w 1386422"/>
                  <a:gd name="connsiteY6" fmla="*/ 1140726 h 1707553"/>
                  <a:gd name="connsiteX7" fmla="*/ 1094390 w 1386422"/>
                  <a:gd name="connsiteY7" fmla="*/ 1420126 h 1707553"/>
                  <a:gd name="connsiteX8" fmla="*/ 1191944 w 1386422"/>
                  <a:gd name="connsiteY8" fmla="*/ 1513260 h 1707553"/>
                  <a:gd name="connsiteX9" fmla="*/ 1310477 w 1386422"/>
                  <a:gd name="connsiteY9" fmla="*/ 1530193 h 1707553"/>
                  <a:gd name="connsiteX10" fmla="*/ 1369744 w 1386422"/>
                  <a:gd name="connsiteY10" fmla="*/ 1521726 h 1707553"/>
                  <a:gd name="connsiteX11" fmla="*/ 1367721 w 1386422"/>
                  <a:gd name="connsiteY11" fmla="*/ 1699526 h 1707553"/>
                  <a:gd name="connsiteX12" fmla="*/ 1158076 w 1386422"/>
                  <a:gd name="connsiteY12" fmla="*/ 1665660 h 1707553"/>
                  <a:gd name="connsiteX13" fmla="*/ 991512 w 1386422"/>
                  <a:gd name="connsiteY13" fmla="*/ 1564060 h 1707553"/>
                  <a:gd name="connsiteX14" fmla="*/ 929477 w 1386422"/>
                  <a:gd name="connsiteY14" fmla="*/ 1208459 h 1707553"/>
                  <a:gd name="connsiteX15" fmla="*/ 1039544 w 1386422"/>
                  <a:gd name="connsiteY15" fmla="*/ 861326 h 1707553"/>
                  <a:gd name="connsiteX16" fmla="*/ 971810 w 1386422"/>
                  <a:gd name="connsiteY16" fmla="*/ 641193 h 1707553"/>
                  <a:gd name="connsiteX17" fmla="*/ 861744 w 1386422"/>
                  <a:gd name="connsiteY17" fmla="*/ 514193 h 1707553"/>
                  <a:gd name="connsiteX18" fmla="*/ 624677 w 1386422"/>
                  <a:gd name="connsiteY18" fmla="*/ 454926 h 1707553"/>
                  <a:gd name="connsiteX19" fmla="*/ 565410 w 1386422"/>
                  <a:gd name="connsiteY19" fmla="*/ 556526 h 1707553"/>
                  <a:gd name="connsiteX20" fmla="*/ 529147 w 1386422"/>
                  <a:gd name="connsiteY20" fmla="*/ 708926 h 1707553"/>
                  <a:gd name="connsiteX21" fmla="*/ 599277 w 1386422"/>
                  <a:gd name="connsiteY21" fmla="*/ 810526 h 1707553"/>
                  <a:gd name="connsiteX22" fmla="*/ 734743 w 1386422"/>
                  <a:gd name="connsiteY22" fmla="*/ 979858 h 1707553"/>
                  <a:gd name="connsiteX23" fmla="*/ 772286 w 1386422"/>
                  <a:gd name="connsiteY23" fmla="*/ 1225392 h 1707553"/>
                  <a:gd name="connsiteX24" fmla="*/ 571480 w 1386422"/>
                  <a:gd name="connsiteY24" fmla="*/ 1335459 h 1707553"/>
                  <a:gd name="connsiteX25" fmla="*/ 349324 w 1386422"/>
                  <a:gd name="connsiteY25" fmla="*/ 1199993 h 1707553"/>
                  <a:gd name="connsiteX26" fmla="*/ 192877 w 1386422"/>
                  <a:gd name="connsiteY26" fmla="*/ 1072993 h 1707553"/>
                  <a:gd name="connsiteX27" fmla="*/ 150544 w 1386422"/>
                  <a:gd name="connsiteY27" fmla="*/ 929060 h 1707553"/>
                  <a:gd name="connsiteX28" fmla="*/ 142077 w 1386422"/>
                  <a:gd name="connsiteY28" fmla="*/ 878260 h 1707553"/>
                  <a:gd name="connsiteX29" fmla="*/ 19498 w 1386422"/>
                  <a:gd name="connsiteY29" fmla="*/ 869793 h 1707553"/>
                  <a:gd name="connsiteX30" fmla="*/ 11403 w 1386422"/>
                  <a:gd name="connsiteY30" fmla="*/ 615792 h 1707553"/>
                  <a:gd name="connsiteX31" fmla="*/ 129937 w 1386422"/>
                  <a:gd name="connsiteY31" fmla="*/ 556526 h 1707553"/>
                  <a:gd name="connsiteX32" fmla="*/ 246073 w 1386422"/>
                  <a:gd name="connsiteY32" fmla="*/ 615793 h 1707553"/>
                  <a:gd name="connsiteX33" fmla="*/ 294477 w 1386422"/>
                  <a:gd name="connsiteY33" fmla="*/ 725860 h 1707553"/>
                  <a:gd name="connsiteX34" fmla="*/ 286010 w 1386422"/>
                  <a:gd name="connsiteY34" fmla="*/ 793593 h 1707553"/>
                  <a:gd name="connsiteX35" fmla="*/ 330366 w 1386422"/>
                  <a:gd name="connsiteY35" fmla="*/ 776660 h 1707553"/>
                  <a:gd name="connsiteX36" fmla="*/ 383936 w 1386422"/>
                  <a:gd name="connsiteY36" fmla="*/ 548059 h 1707553"/>
                  <a:gd name="connsiteX37" fmla="*/ 540010 w 1386422"/>
                  <a:gd name="connsiteY37" fmla="*/ 285593 h 1707553"/>
                  <a:gd name="connsiteX38" fmla="*/ 540010 w 1386422"/>
                  <a:gd name="connsiteY38" fmla="*/ 40060 h 1707553"/>
                  <a:gd name="connsiteX39" fmla="*/ 633144 w 1386422"/>
                  <a:gd name="connsiteY39" fmla="*/ 23126 h 1707553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29477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633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9114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10842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04398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62963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870210 w 1386422"/>
                  <a:gd name="connsiteY3" fmla="*/ 282314 h 1711962"/>
                  <a:gd name="connsiteX4" fmla="*/ 1115744 w 1386422"/>
                  <a:gd name="connsiteY4" fmla="*/ 519381 h 1711962"/>
                  <a:gd name="connsiteX5" fmla="*/ 1195990 w 1386422"/>
                  <a:gd name="connsiteY5" fmla="*/ 849580 h 1711962"/>
                  <a:gd name="connsiteX6" fmla="*/ 1096042 w 1386422"/>
                  <a:gd name="connsiteY6" fmla="*/ 1137447 h 1711962"/>
                  <a:gd name="connsiteX7" fmla="*/ 1094390 w 1386422"/>
                  <a:gd name="connsiteY7" fmla="*/ 1416847 h 1711962"/>
                  <a:gd name="connsiteX8" fmla="*/ 1191944 w 1386422"/>
                  <a:gd name="connsiteY8" fmla="*/ 1509981 h 1711962"/>
                  <a:gd name="connsiteX9" fmla="*/ 1310477 w 1386422"/>
                  <a:gd name="connsiteY9" fmla="*/ 1526914 h 1711962"/>
                  <a:gd name="connsiteX10" fmla="*/ 1369744 w 1386422"/>
                  <a:gd name="connsiteY10" fmla="*/ 1518447 h 1711962"/>
                  <a:gd name="connsiteX11" fmla="*/ 1367721 w 1386422"/>
                  <a:gd name="connsiteY11" fmla="*/ 1696247 h 1711962"/>
                  <a:gd name="connsiteX12" fmla="*/ 1158076 w 1386422"/>
                  <a:gd name="connsiteY12" fmla="*/ 1687781 h 1711962"/>
                  <a:gd name="connsiteX13" fmla="*/ 1004398 w 1386422"/>
                  <a:gd name="connsiteY13" fmla="*/ 1560782 h 1711962"/>
                  <a:gd name="connsiteX14" fmla="*/ 961694 w 1386422"/>
                  <a:gd name="connsiteY14" fmla="*/ 1213647 h 1711962"/>
                  <a:gd name="connsiteX15" fmla="*/ 1045987 w 1386422"/>
                  <a:gd name="connsiteY15" fmla="*/ 858047 h 1711962"/>
                  <a:gd name="connsiteX16" fmla="*/ 1010470 w 1386422"/>
                  <a:gd name="connsiteY16" fmla="*/ 637914 h 1711962"/>
                  <a:gd name="connsiteX17" fmla="*/ 848857 w 1386422"/>
                  <a:gd name="connsiteY17" fmla="*/ 443181 h 1711962"/>
                  <a:gd name="connsiteX18" fmla="*/ 656894 w 1386422"/>
                  <a:gd name="connsiteY18" fmla="*/ 443181 h 1711962"/>
                  <a:gd name="connsiteX19" fmla="*/ 533194 w 1386422"/>
                  <a:gd name="connsiteY19" fmla="*/ 553247 h 1711962"/>
                  <a:gd name="connsiteX20" fmla="*/ 529147 w 1386422"/>
                  <a:gd name="connsiteY20" fmla="*/ 705647 h 1711962"/>
                  <a:gd name="connsiteX21" fmla="*/ 599277 w 1386422"/>
                  <a:gd name="connsiteY21" fmla="*/ 807247 h 1711962"/>
                  <a:gd name="connsiteX22" fmla="*/ 734743 w 1386422"/>
                  <a:gd name="connsiteY22" fmla="*/ 976579 h 1711962"/>
                  <a:gd name="connsiteX23" fmla="*/ 772286 w 1386422"/>
                  <a:gd name="connsiteY23" fmla="*/ 1222113 h 1711962"/>
                  <a:gd name="connsiteX24" fmla="*/ 571480 w 1386422"/>
                  <a:gd name="connsiteY24" fmla="*/ 1332180 h 1711962"/>
                  <a:gd name="connsiteX25" fmla="*/ 349324 w 1386422"/>
                  <a:gd name="connsiteY25" fmla="*/ 1196714 h 1711962"/>
                  <a:gd name="connsiteX26" fmla="*/ 192877 w 1386422"/>
                  <a:gd name="connsiteY26" fmla="*/ 1069714 h 1711962"/>
                  <a:gd name="connsiteX27" fmla="*/ 150544 w 1386422"/>
                  <a:gd name="connsiteY27" fmla="*/ 925781 h 1711962"/>
                  <a:gd name="connsiteX28" fmla="*/ 142077 w 1386422"/>
                  <a:gd name="connsiteY28" fmla="*/ 874981 h 1711962"/>
                  <a:gd name="connsiteX29" fmla="*/ 19498 w 1386422"/>
                  <a:gd name="connsiteY29" fmla="*/ 866514 h 1711962"/>
                  <a:gd name="connsiteX30" fmla="*/ 11403 w 1386422"/>
                  <a:gd name="connsiteY30" fmla="*/ 612513 h 1711962"/>
                  <a:gd name="connsiteX31" fmla="*/ 129937 w 1386422"/>
                  <a:gd name="connsiteY31" fmla="*/ 553247 h 1711962"/>
                  <a:gd name="connsiteX32" fmla="*/ 246073 w 1386422"/>
                  <a:gd name="connsiteY32" fmla="*/ 612514 h 1711962"/>
                  <a:gd name="connsiteX33" fmla="*/ 294477 w 1386422"/>
                  <a:gd name="connsiteY33" fmla="*/ 722581 h 1711962"/>
                  <a:gd name="connsiteX34" fmla="*/ 286010 w 1386422"/>
                  <a:gd name="connsiteY34" fmla="*/ 790314 h 1711962"/>
                  <a:gd name="connsiteX35" fmla="*/ 369026 w 1386422"/>
                  <a:gd name="connsiteY35" fmla="*/ 764915 h 1711962"/>
                  <a:gd name="connsiteX36" fmla="*/ 383936 w 1386422"/>
                  <a:gd name="connsiteY36" fmla="*/ 544780 h 1711962"/>
                  <a:gd name="connsiteX37" fmla="*/ 540010 w 1386422"/>
                  <a:gd name="connsiteY37" fmla="*/ 282314 h 1711962"/>
                  <a:gd name="connsiteX38" fmla="*/ 540010 w 1386422"/>
                  <a:gd name="connsiteY38" fmla="*/ 36781 h 1711962"/>
                  <a:gd name="connsiteX39" fmla="*/ 633144 w 1386422"/>
                  <a:gd name="connsiteY39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709045 w 1386422"/>
                  <a:gd name="connsiteY4" fmla="*/ 231513 h 1711962"/>
                  <a:gd name="connsiteX5" fmla="*/ 870210 w 1386422"/>
                  <a:gd name="connsiteY5" fmla="*/ 282314 h 1711962"/>
                  <a:gd name="connsiteX6" fmla="*/ 1115744 w 1386422"/>
                  <a:gd name="connsiteY6" fmla="*/ 519381 h 1711962"/>
                  <a:gd name="connsiteX7" fmla="*/ 1195990 w 1386422"/>
                  <a:gd name="connsiteY7" fmla="*/ 849580 h 1711962"/>
                  <a:gd name="connsiteX8" fmla="*/ 1096042 w 1386422"/>
                  <a:gd name="connsiteY8" fmla="*/ 1137447 h 1711962"/>
                  <a:gd name="connsiteX9" fmla="*/ 1094390 w 1386422"/>
                  <a:gd name="connsiteY9" fmla="*/ 1416847 h 1711962"/>
                  <a:gd name="connsiteX10" fmla="*/ 1191944 w 1386422"/>
                  <a:gd name="connsiteY10" fmla="*/ 1509981 h 1711962"/>
                  <a:gd name="connsiteX11" fmla="*/ 1310477 w 1386422"/>
                  <a:gd name="connsiteY11" fmla="*/ 1526914 h 1711962"/>
                  <a:gd name="connsiteX12" fmla="*/ 1369744 w 1386422"/>
                  <a:gd name="connsiteY12" fmla="*/ 1518447 h 1711962"/>
                  <a:gd name="connsiteX13" fmla="*/ 1367721 w 1386422"/>
                  <a:gd name="connsiteY13" fmla="*/ 1696247 h 1711962"/>
                  <a:gd name="connsiteX14" fmla="*/ 1158076 w 1386422"/>
                  <a:gd name="connsiteY14" fmla="*/ 1687781 h 1711962"/>
                  <a:gd name="connsiteX15" fmla="*/ 1004398 w 1386422"/>
                  <a:gd name="connsiteY15" fmla="*/ 1560782 h 1711962"/>
                  <a:gd name="connsiteX16" fmla="*/ 961694 w 1386422"/>
                  <a:gd name="connsiteY16" fmla="*/ 1213647 h 1711962"/>
                  <a:gd name="connsiteX17" fmla="*/ 1045987 w 1386422"/>
                  <a:gd name="connsiteY17" fmla="*/ 858047 h 1711962"/>
                  <a:gd name="connsiteX18" fmla="*/ 1010470 w 1386422"/>
                  <a:gd name="connsiteY18" fmla="*/ 637914 h 1711962"/>
                  <a:gd name="connsiteX19" fmla="*/ 848857 w 1386422"/>
                  <a:gd name="connsiteY19" fmla="*/ 443181 h 1711962"/>
                  <a:gd name="connsiteX20" fmla="*/ 656894 w 1386422"/>
                  <a:gd name="connsiteY20" fmla="*/ 443181 h 1711962"/>
                  <a:gd name="connsiteX21" fmla="*/ 533194 w 1386422"/>
                  <a:gd name="connsiteY21" fmla="*/ 553247 h 1711962"/>
                  <a:gd name="connsiteX22" fmla="*/ 529147 w 1386422"/>
                  <a:gd name="connsiteY22" fmla="*/ 705647 h 1711962"/>
                  <a:gd name="connsiteX23" fmla="*/ 599277 w 1386422"/>
                  <a:gd name="connsiteY23" fmla="*/ 807247 h 1711962"/>
                  <a:gd name="connsiteX24" fmla="*/ 734743 w 1386422"/>
                  <a:gd name="connsiteY24" fmla="*/ 976579 h 1711962"/>
                  <a:gd name="connsiteX25" fmla="*/ 772286 w 1386422"/>
                  <a:gd name="connsiteY25" fmla="*/ 1222113 h 1711962"/>
                  <a:gd name="connsiteX26" fmla="*/ 571480 w 1386422"/>
                  <a:gd name="connsiteY26" fmla="*/ 1332180 h 1711962"/>
                  <a:gd name="connsiteX27" fmla="*/ 349324 w 1386422"/>
                  <a:gd name="connsiteY27" fmla="*/ 1196714 h 1711962"/>
                  <a:gd name="connsiteX28" fmla="*/ 192877 w 1386422"/>
                  <a:gd name="connsiteY28" fmla="*/ 1069714 h 1711962"/>
                  <a:gd name="connsiteX29" fmla="*/ 150544 w 1386422"/>
                  <a:gd name="connsiteY29" fmla="*/ 925781 h 1711962"/>
                  <a:gd name="connsiteX30" fmla="*/ 142077 w 1386422"/>
                  <a:gd name="connsiteY30" fmla="*/ 874981 h 1711962"/>
                  <a:gd name="connsiteX31" fmla="*/ 19498 w 1386422"/>
                  <a:gd name="connsiteY31" fmla="*/ 866514 h 1711962"/>
                  <a:gd name="connsiteX32" fmla="*/ 11403 w 1386422"/>
                  <a:gd name="connsiteY32" fmla="*/ 612513 h 1711962"/>
                  <a:gd name="connsiteX33" fmla="*/ 129937 w 1386422"/>
                  <a:gd name="connsiteY33" fmla="*/ 553247 h 1711962"/>
                  <a:gd name="connsiteX34" fmla="*/ 246073 w 1386422"/>
                  <a:gd name="connsiteY34" fmla="*/ 612514 h 1711962"/>
                  <a:gd name="connsiteX35" fmla="*/ 294477 w 1386422"/>
                  <a:gd name="connsiteY35" fmla="*/ 722581 h 1711962"/>
                  <a:gd name="connsiteX36" fmla="*/ 286010 w 1386422"/>
                  <a:gd name="connsiteY36" fmla="*/ 790314 h 1711962"/>
                  <a:gd name="connsiteX37" fmla="*/ 369026 w 1386422"/>
                  <a:gd name="connsiteY37" fmla="*/ 764915 h 1711962"/>
                  <a:gd name="connsiteX38" fmla="*/ 383936 w 1386422"/>
                  <a:gd name="connsiteY38" fmla="*/ 544780 h 1711962"/>
                  <a:gd name="connsiteX39" fmla="*/ 540010 w 1386422"/>
                  <a:gd name="connsiteY39" fmla="*/ 282314 h 1711962"/>
                  <a:gd name="connsiteX40" fmla="*/ 540010 w 1386422"/>
                  <a:gd name="connsiteY40" fmla="*/ 36781 h 1711962"/>
                  <a:gd name="connsiteX41" fmla="*/ 633144 w 1386422"/>
                  <a:gd name="connsiteY41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2522 w 1386422"/>
                  <a:gd name="connsiteY5" fmla="*/ 5024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01655 w 1386422"/>
                  <a:gd name="connsiteY37" fmla="*/ 457997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9374 w 1386422"/>
                  <a:gd name="connsiteY37" fmla="*/ 41566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291963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22960 w 1376238"/>
                  <a:gd name="connsiteY0" fmla="*/ 19847 h 1711962"/>
                  <a:gd name="connsiteX1" fmla="*/ 647161 w 1376238"/>
                  <a:gd name="connsiteY1" fmla="*/ 218814 h 1711962"/>
                  <a:gd name="connsiteX2" fmla="*/ 652779 w 1376238"/>
                  <a:gd name="connsiteY2" fmla="*/ 231513 h 1711962"/>
                  <a:gd name="connsiteX3" fmla="*/ 698861 w 1376238"/>
                  <a:gd name="connsiteY3" fmla="*/ 231513 h 1711962"/>
                  <a:gd name="connsiteX4" fmla="*/ 860026 w 1376238"/>
                  <a:gd name="connsiteY4" fmla="*/ 282314 h 1711962"/>
                  <a:gd name="connsiteX5" fmla="*/ 1097506 w 1376238"/>
                  <a:gd name="connsiteY5" fmla="*/ 477047 h 1711962"/>
                  <a:gd name="connsiteX6" fmla="*/ 1172920 w 1376238"/>
                  <a:gd name="connsiteY6" fmla="*/ 792430 h 1711962"/>
                  <a:gd name="connsiteX7" fmla="*/ 1085858 w 1376238"/>
                  <a:gd name="connsiteY7" fmla="*/ 1137447 h 1711962"/>
                  <a:gd name="connsiteX8" fmla="*/ 1084206 w 1376238"/>
                  <a:gd name="connsiteY8" fmla="*/ 1416847 h 1711962"/>
                  <a:gd name="connsiteX9" fmla="*/ 1181760 w 1376238"/>
                  <a:gd name="connsiteY9" fmla="*/ 1509981 h 1711962"/>
                  <a:gd name="connsiteX10" fmla="*/ 1300293 w 1376238"/>
                  <a:gd name="connsiteY10" fmla="*/ 1526914 h 1711962"/>
                  <a:gd name="connsiteX11" fmla="*/ 1359560 w 1376238"/>
                  <a:gd name="connsiteY11" fmla="*/ 1518447 h 1711962"/>
                  <a:gd name="connsiteX12" fmla="*/ 1357537 w 1376238"/>
                  <a:gd name="connsiteY12" fmla="*/ 1696247 h 1711962"/>
                  <a:gd name="connsiteX13" fmla="*/ 1147892 w 1376238"/>
                  <a:gd name="connsiteY13" fmla="*/ 1687781 h 1711962"/>
                  <a:gd name="connsiteX14" fmla="*/ 994214 w 1376238"/>
                  <a:gd name="connsiteY14" fmla="*/ 1560782 h 1711962"/>
                  <a:gd name="connsiteX15" fmla="*/ 951510 w 1376238"/>
                  <a:gd name="connsiteY15" fmla="*/ 1213647 h 1711962"/>
                  <a:gd name="connsiteX16" fmla="*/ 1035803 w 1376238"/>
                  <a:gd name="connsiteY16" fmla="*/ 858047 h 1711962"/>
                  <a:gd name="connsiteX17" fmla="*/ 1006729 w 1376238"/>
                  <a:gd name="connsiteY17" fmla="*/ 612514 h 1711962"/>
                  <a:gd name="connsiteX18" fmla="*/ 838673 w 1376238"/>
                  <a:gd name="connsiteY18" fmla="*/ 443181 h 1711962"/>
                  <a:gd name="connsiteX19" fmla="*/ 646710 w 1376238"/>
                  <a:gd name="connsiteY19" fmla="*/ 443181 h 1711962"/>
                  <a:gd name="connsiteX20" fmla="*/ 510124 w 1376238"/>
                  <a:gd name="connsiteY20" fmla="*/ 534197 h 1711962"/>
                  <a:gd name="connsiteX21" fmla="*/ 498023 w 1376238"/>
                  <a:gd name="connsiteY21" fmla="*/ 726814 h 1711962"/>
                  <a:gd name="connsiteX22" fmla="*/ 589093 w 1376238"/>
                  <a:gd name="connsiteY22" fmla="*/ 807247 h 1711962"/>
                  <a:gd name="connsiteX23" fmla="*/ 724559 w 1376238"/>
                  <a:gd name="connsiteY23" fmla="*/ 976579 h 1711962"/>
                  <a:gd name="connsiteX24" fmla="*/ 762102 w 1376238"/>
                  <a:gd name="connsiteY24" fmla="*/ 1222113 h 1711962"/>
                  <a:gd name="connsiteX25" fmla="*/ 561296 w 1376238"/>
                  <a:gd name="connsiteY25" fmla="*/ 1291963 h 1711962"/>
                  <a:gd name="connsiteX26" fmla="*/ 324643 w 1376238"/>
                  <a:gd name="connsiteY26" fmla="*/ 1179781 h 1711962"/>
                  <a:gd name="connsiteX27" fmla="*/ 218131 w 1376238"/>
                  <a:gd name="connsiteY27" fmla="*/ 1048547 h 1711962"/>
                  <a:gd name="connsiteX28" fmla="*/ 167745 w 1376238"/>
                  <a:gd name="connsiteY28" fmla="*/ 845348 h 1711962"/>
                  <a:gd name="connsiteX29" fmla="*/ 131893 w 1376238"/>
                  <a:gd name="connsiteY29" fmla="*/ 874981 h 1711962"/>
                  <a:gd name="connsiteX30" fmla="*/ 62471 w 1376238"/>
                  <a:gd name="connsiteY30" fmla="*/ 817831 h 1711962"/>
                  <a:gd name="connsiteX31" fmla="*/ 1219 w 1376238"/>
                  <a:gd name="connsiteY31" fmla="*/ 612513 h 1711962"/>
                  <a:gd name="connsiteX32" fmla="*/ 119753 w 1376238"/>
                  <a:gd name="connsiteY32" fmla="*/ 553247 h 1711962"/>
                  <a:gd name="connsiteX33" fmla="*/ 235889 w 1376238"/>
                  <a:gd name="connsiteY33" fmla="*/ 612514 h 1711962"/>
                  <a:gd name="connsiteX34" fmla="*/ 284293 w 1376238"/>
                  <a:gd name="connsiteY34" fmla="*/ 722581 h 1711962"/>
                  <a:gd name="connsiteX35" fmla="*/ 275826 w 1376238"/>
                  <a:gd name="connsiteY35" fmla="*/ 790314 h 1711962"/>
                  <a:gd name="connsiteX36" fmla="*/ 339512 w 1376238"/>
                  <a:gd name="connsiteY36" fmla="*/ 711998 h 1711962"/>
                  <a:gd name="connsiteX37" fmla="*/ 401136 w 1376238"/>
                  <a:gd name="connsiteY37" fmla="*/ 447413 h 1711962"/>
                  <a:gd name="connsiteX38" fmla="*/ 529826 w 1376238"/>
                  <a:gd name="connsiteY38" fmla="*/ 282314 h 1711962"/>
                  <a:gd name="connsiteX39" fmla="*/ 529826 w 1376238"/>
                  <a:gd name="connsiteY39" fmla="*/ 36781 h 1711962"/>
                  <a:gd name="connsiteX40" fmla="*/ 622960 w 1376238"/>
                  <a:gd name="connsiteY40" fmla="*/ 19847 h 1711962"/>
                  <a:gd name="connsiteX0" fmla="*/ 622949 w 1376227"/>
                  <a:gd name="connsiteY0" fmla="*/ 19847 h 1711962"/>
                  <a:gd name="connsiteX1" fmla="*/ 647150 w 1376227"/>
                  <a:gd name="connsiteY1" fmla="*/ 218814 h 1711962"/>
                  <a:gd name="connsiteX2" fmla="*/ 652768 w 1376227"/>
                  <a:gd name="connsiteY2" fmla="*/ 231513 h 1711962"/>
                  <a:gd name="connsiteX3" fmla="*/ 698850 w 1376227"/>
                  <a:gd name="connsiteY3" fmla="*/ 231513 h 1711962"/>
                  <a:gd name="connsiteX4" fmla="*/ 860015 w 1376227"/>
                  <a:gd name="connsiteY4" fmla="*/ 282314 h 1711962"/>
                  <a:gd name="connsiteX5" fmla="*/ 1097495 w 1376227"/>
                  <a:gd name="connsiteY5" fmla="*/ 477047 h 1711962"/>
                  <a:gd name="connsiteX6" fmla="*/ 1172909 w 1376227"/>
                  <a:gd name="connsiteY6" fmla="*/ 792430 h 1711962"/>
                  <a:gd name="connsiteX7" fmla="*/ 1085847 w 1376227"/>
                  <a:gd name="connsiteY7" fmla="*/ 1137447 h 1711962"/>
                  <a:gd name="connsiteX8" fmla="*/ 1084195 w 1376227"/>
                  <a:gd name="connsiteY8" fmla="*/ 1416847 h 1711962"/>
                  <a:gd name="connsiteX9" fmla="*/ 1181749 w 1376227"/>
                  <a:gd name="connsiteY9" fmla="*/ 1509981 h 1711962"/>
                  <a:gd name="connsiteX10" fmla="*/ 1300282 w 1376227"/>
                  <a:gd name="connsiteY10" fmla="*/ 1526914 h 1711962"/>
                  <a:gd name="connsiteX11" fmla="*/ 1359549 w 1376227"/>
                  <a:gd name="connsiteY11" fmla="*/ 1518447 h 1711962"/>
                  <a:gd name="connsiteX12" fmla="*/ 1357526 w 1376227"/>
                  <a:gd name="connsiteY12" fmla="*/ 1696247 h 1711962"/>
                  <a:gd name="connsiteX13" fmla="*/ 1147881 w 1376227"/>
                  <a:gd name="connsiteY13" fmla="*/ 1687781 h 1711962"/>
                  <a:gd name="connsiteX14" fmla="*/ 994203 w 1376227"/>
                  <a:gd name="connsiteY14" fmla="*/ 1560782 h 1711962"/>
                  <a:gd name="connsiteX15" fmla="*/ 951499 w 1376227"/>
                  <a:gd name="connsiteY15" fmla="*/ 1213647 h 1711962"/>
                  <a:gd name="connsiteX16" fmla="*/ 1035792 w 1376227"/>
                  <a:gd name="connsiteY16" fmla="*/ 858047 h 1711962"/>
                  <a:gd name="connsiteX17" fmla="*/ 1006718 w 1376227"/>
                  <a:gd name="connsiteY17" fmla="*/ 612514 h 1711962"/>
                  <a:gd name="connsiteX18" fmla="*/ 838662 w 1376227"/>
                  <a:gd name="connsiteY18" fmla="*/ 443181 h 1711962"/>
                  <a:gd name="connsiteX19" fmla="*/ 646699 w 1376227"/>
                  <a:gd name="connsiteY19" fmla="*/ 443181 h 1711962"/>
                  <a:gd name="connsiteX20" fmla="*/ 510113 w 1376227"/>
                  <a:gd name="connsiteY20" fmla="*/ 534197 h 1711962"/>
                  <a:gd name="connsiteX21" fmla="*/ 498012 w 1376227"/>
                  <a:gd name="connsiteY21" fmla="*/ 726814 h 1711962"/>
                  <a:gd name="connsiteX22" fmla="*/ 589082 w 1376227"/>
                  <a:gd name="connsiteY22" fmla="*/ 807247 h 1711962"/>
                  <a:gd name="connsiteX23" fmla="*/ 724548 w 1376227"/>
                  <a:gd name="connsiteY23" fmla="*/ 976579 h 1711962"/>
                  <a:gd name="connsiteX24" fmla="*/ 762091 w 1376227"/>
                  <a:gd name="connsiteY24" fmla="*/ 1222113 h 1711962"/>
                  <a:gd name="connsiteX25" fmla="*/ 561285 w 1376227"/>
                  <a:gd name="connsiteY25" fmla="*/ 1291963 h 1711962"/>
                  <a:gd name="connsiteX26" fmla="*/ 324632 w 1376227"/>
                  <a:gd name="connsiteY26" fmla="*/ 1179781 h 1711962"/>
                  <a:gd name="connsiteX27" fmla="*/ 218120 w 1376227"/>
                  <a:gd name="connsiteY27" fmla="*/ 1048547 h 1711962"/>
                  <a:gd name="connsiteX28" fmla="*/ 167734 w 1376227"/>
                  <a:gd name="connsiteY28" fmla="*/ 845348 h 1711962"/>
                  <a:gd name="connsiteX29" fmla="*/ 128661 w 1376227"/>
                  <a:gd name="connsiteY29" fmla="*/ 845348 h 1711962"/>
                  <a:gd name="connsiteX30" fmla="*/ 62460 w 1376227"/>
                  <a:gd name="connsiteY30" fmla="*/ 817831 h 1711962"/>
                  <a:gd name="connsiteX31" fmla="*/ 1208 w 1376227"/>
                  <a:gd name="connsiteY31" fmla="*/ 612513 h 1711962"/>
                  <a:gd name="connsiteX32" fmla="*/ 119742 w 1376227"/>
                  <a:gd name="connsiteY32" fmla="*/ 553247 h 1711962"/>
                  <a:gd name="connsiteX33" fmla="*/ 235878 w 1376227"/>
                  <a:gd name="connsiteY33" fmla="*/ 612514 h 1711962"/>
                  <a:gd name="connsiteX34" fmla="*/ 284282 w 1376227"/>
                  <a:gd name="connsiteY34" fmla="*/ 722581 h 1711962"/>
                  <a:gd name="connsiteX35" fmla="*/ 275815 w 1376227"/>
                  <a:gd name="connsiteY35" fmla="*/ 790314 h 1711962"/>
                  <a:gd name="connsiteX36" fmla="*/ 339501 w 1376227"/>
                  <a:gd name="connsiteY36" fmla="*/ 711998 h 1711962"/>
                  <a:gd name="connsiteX37" fmla="*/ 401125 w 1376227"/>
                  <a:gd name="connsiteY37" fmla="*/ 447413 h 1711962"/>
                  <a:gd name="connsiteX38" fmla="*/ 529815 w 1376227"/>
                  <a:gd name="connsiteY38" fmla="*/ 282314 h 1711962"/>
                  <a:gd name="connsiteX39" fmla="*/ 529815 w 1376227"/>
                  <a:gd name="connsiteY39" fmla="*/ 36781 h 1711962"/>
                  <a:gd name="connsiteX40" fmla="*/ 622949 w 1376227"/>
                  <a:gd name="connsiteY40" fmla="*/ 19847 h 1711962"/>
                  <a:gd name="connsiteX0" fmla="*/ 623096 w 1376374"/>
                  <a:gd name="connsiteY0" fmla="*/ 19847 h 1711962"/>
                  <a:gd name="connsiteX1" fmla="*/ 647297 w 1376374"/>
                  <a:gd name="connsiteY1" fmla="*/ 218814 h 1711962"/>
                  <a:gd name="connsiteX2" fmla="*/ 652915 w 1376374"/>
                  <a:gd name="connsiteY2" fmla="*/ 231513 h 1711962"/>
                  <a:gd name="connsiteX3" fmla="*/ 698997 w 1376374"/>
                  <a:gd name="connsiteY3" fmla="*/ 231513 h 1711962"/>
                  <a:gd name="connsiteX4" fmla="*/ 860162 w 1376374"/>
                  <a:gd name="connsiteY4" fmla="*/ 282314 h 1711962"/>
                  <a:gd name="connsiteX5" fmla="*/ 1097642 w 1376374"/>
                  <a:gd name="connsiteY5" fmla="*/ 477047 h 1711962"/>
                  <a:gd name="connsiteX6" fmla="*/ 1173056 w 1376374"/>
                  <a:gd name="connsiteY6" fmla="*/ 792430 h 1711962"/>
                  <a:gd name="connsiteX7" fmla="*/ 1085994 w 1376374"/>
                  <a:gd name="connsiteY7" fmla="*/ 1137447 h 1711962"/>
                  <a:gd name="connsiteX8" fmla="*/ 1084342 w 1376374"/>
                  <a:gd name="connsiteY8" fmla="*/ 1416847 h 1711962"/>
                  <a:gd name="connsiteX9" fmla="*/ 1181896 w 1376374"/>
                  <a:gd name="connsiteY9" fmla="*/ 1509981 h 1711962"/>
                  <a:gd name="connsiteX10" fmla="*/ 1300429 w 1376374"/>
                  <a:gd name="connsiteY10" fmla="*/ 1526914 h 1711962"/>
                  <a:gd name="connsiteX11" fmla="*/ 1359696 w 1376374"/>
                  <a:gd name="connsiteY11" fmla="*/ 1518447 h 1711962"/>
                  <a:gd name="connsiteX12" fmla="*/ 1357673 w 1376374"/>
                  <a:gd name="connsiteY12" fmla="*/ 1696247 h 1711962"/>
                  <a:gd name="connsiteX13" fmla="*/ 1148028 w 1376374"/>
                  <a:gd name="connsiteY13" fmla="*/ 1687781 h 1711962"/>
                  <a:gd name="connsiteX14" fmla="*/ 994350 w 1376374"/>
                  <a:gd name="connsiteY14" fmla="*/ 1560782 h 1711962"/>
                  <a:gd name="connsiteX15" fmla="*/ 951646 w 1376374"/>
                  <a:gd name="connsiteY15" fmla="*/ 1213647 h 1711962"/>
                  <a:gd name="connsiteX16" fmla="*/ 1035939 w 1376374"/>
                  <a:gd name="connsiteY16" fmla="*/ 858047 h 1711962"/>
                  <a:gd name="connsiteX17" fmla="*/ 1006865 w 1376374"/>
                  <a:gd name="connsiteY17" fmla="*/ 612514 h 1711962"/>
                  <a:gd name="connsiteX18" fmla="*/ 838809 w 1376374"/>
                  <a:gd name="connsiteY18" fmla="*/ 443181 h 1711962"/>
                  <a:gd name="connsiteX19" fmla="*/ 646846 w 1376374"/>
                  <a:gd name="connsiteY19" fmla="*/ 443181 h 1711962"/>
                  <a:gd name="connsiteX20" fmla="*/ 510260 w 1376374"/>
                  <a:gd name="connsiteY20" fmla="*/ 534197 h 1711962"/>
                  <a:gd name="connsiteX21" fmla="*/ 498159 w 1376374"/>
                  <a:gd name="connsiteY21" fmla="*/ 726814 h 1711962"/>
                  <a:gd name="connsiteX22" fmla="*/ 589229 w 1376374"/>
                  <a:gd name="connsiteY22" fmla="*/ 807247 h 1711962"/>
                  <a:gd name="connsiteX23" fmla="*/ 724695 w 1376374"/>
                  <a:gd name="connsiteY23" fmla="*/ 976579 h 1711962"/>
                  <a:gd name="connsiteX24" fmla="*/ 762238 w 1376374"/>
                  <a:gd name="connsiteY24" fmla="*/ 1222113 h 1711962"/>
                  <a:gd name="connsiteX25" fmla="*/ 561432 w 1376374"/>
                  <a:gd name="connsiteY25" fmla="*/ 1291963 h 1711962"/>
                  <a:gd name="connsiteX26" fmla="*/ 324779 w 1376374"/>
                  <a:gd name="connsiteY26" fmla="*/ 1179781 h 1711962"/>
                  <a:gd name="connsiteX27" fmla="*/ 218267 w 1376374"/>
                  <a:gd name="connsiteY27" fmla="*/ 1048547 h 1711962"/>
                  <a:gd name="connsiteX28" fmla="*/ 167881 w 1376374"/>
                  <a:gd name="connsiteY28" fmla="*/ 845348 h 1711962"/>
                  <a:gd name="connsiteX29" fmla="*/ 62607 w 1376374"/>
                  <a:gd name="connsiteY29" fmla="*/ 817831 h 1711962"/>
                  <a:gd name="connsiteX30" fmla="*/ 1355 w 1376374"/>
                  <a:gd name="connsiteY30" fmla="*/ 612513 h 1711962"/>
                  <a:gd name="connsiteX31" fmla="*/ 119889 w 1376374"/>
                  <a:gd name="connsiteY31" fmla="*/ 553247 h 1711962"/>
                  <a:gd name="connsiteX32" fmla="*/ 236025 w 1376374"/>
                  <a:gd name="connsiteY32" fmla="*/ 612514 h 1711962"/>
                  <a:gd name="connsiteX33" fmla="*/ 284429 w 1376374"/>
                  <a:gd name="connsiteY33" fmla="*/ 722581 h 1711962"/>
                  <a:gd name="connsiteX34" fmla="*/ 275962 w 1376374"/>
                  <a:gd name="connsiteY34" fmla="*/ 790314 h 1711962"/>
                  <a:gd name="connsiteX35" fmla="*/ 339648 w 1376374"/>
                  <a:gd name="connsiteY35" fmla="*/ 711998 h 1711962"/>
                  <a:gd name="connsiteX36" fmla="*/ 401272 w 1376374"/>
                  <a:gd name="connsiteY36" fmla="*/ 447413 h 1711962"/>
                  <a:gd name="connsiteX37" fmla="*/ 529962 w 1376374"/>
                  <a:gd name="connsiteY37" fmla="*/ 282314 h 1711962"/>
                  <a:gd name="connsiteX38" fmla="*/ 529962 w 1376374"/>
                  <a:gd name="connsiteY38" fmla="*/ 36781 h 1711962"/>
                  <a:gd name="connsiteX39" fmla="*/ 623096 w 1376374"/>
                  <a:gd name="connsiteY39" fmla="*/ 19847 h 1711962"/>
                  <a:gd name="connsiteX0" fmla="*/ 589413 w 1342691"/>
                  <a:gd name="connsiteY0" fmla="*/ 19847 h 1711962"/>
                  <a:gd name="connsiteX1" fmla="*/ 613614 w 1342691"/>
                  <a:gd name="connsiteY1" fmla="*/ 218814 h 1711962"/>
                  <a:gd name="connsiteX2" fmla="*/ 619232 w 1342691"/>
                  <a:gd name="connsiteY2" fmla="*/ 231513 h 1711962"/>
                  <a:gd name="connsiteX3" fmla="*/ 665314 w 1342691"/>
                  <a:gd name="connsiteY3" fmla="*/ 231513 h 1711962"/>
                  <a:gd name="connsiteX4" fmla="*/ 826479 w 1342691"/>
                  <a:gd name="connsiteY4" fmla="*/ 282314 h 1711962"/>
                  <a:gd name="connsiteX5" fmla="*/ 1063959 w 1342691"/>
                  <a:gd name="connsiteY5" fmla="*/ 477047 h 1711962"/>
                  <a:gd name="connsiteX6" fmla="*/ 1139373 w 1342691"/>
                  <a:gd name="connsiteY6" fmla="*/ 792430 h 1711962"/>
                  <a:gd name="connsiteX7" fmla="*/ 1052311 w 1342691"/>
                  <a:gd name="connsiteY7" fmla="*/ 1137447 h 1711962"/>
                  <a:gd name="connsiteX8" fmla="*/ 1050659 w 1342691"/>
                  <a:gd name="connsiteY8" fmla="*/ 1416847 h 1711962"/>
                  <a:gd name="connsiteX9" fmla="*/ 1148213 w 1342691"/>
                  <a:gd name="connsiteY9" fmla="*/ 1509981 h 1711962"/>
                  <a:gd name="connsiteX10" fmla="*/ 1266746 w 1342691"/>
                  <a:gd name="connsiteY10" fmla="*/ 1526914 h 1711962"/>
                  <a:gd name="connsiteX11" fmla="*/ 1326013 w 1342691"/>
                  <a:gd name="connsiteY11" fmla="*/ 1518447 h 1711962"/>
                  <a:gd name="connsiteX12" fmla="*/ 1323990 w 1342691"/>
                  <a:gd name="connsiteY12" fmla="*/ 1696247 h 1711962"/>
                  <a:gd name="connsiteX13" fmla="*/ 1114345 w 1342691"/>
                  <a:gd name="connsiteY13" fmla="*/ 1687781 h 1711962"/>
                  <a:gd name="connsiteX14" fmla="*/ 960667 w 1342691"/>
                  <a:gd name="connsiteY14" fmla="*/ 1560782 h 1711962"/>
                  <a:gd name="connsiteX15" fmla="*/ 917963 w 1342691"/>
                  <a:gd name="connsiteY15" fmla="*/ 1213647 h 1711962"/>
                  <a:gd name="connsiteX16" fmla="*/ 1002256 w 1342691"/>
                  <a:gd name="connsiteY16" fmla="*/ 858047 h 1711962"/>
                  <a:gd name="connsiteX17" fmla="*/ 973182 w 1342691"/>
                  <a:gd name="connsiteY17" fmla="*/ 612514 h 1711962"/>
                  <a:gd name="connsiteX18" fmla="*/ 805126 w 1342691"/>
                  <a:gd name="connsiteY18" fmla="*/ 443181 h 1711962"/>
                  <a:gd name="connsiteX19" fmla="*/ 613163 w 1342691"/>
                  <a:gd name="connsiteY19" fmla="*/ 443181 h 1711962"/>
                  <a:gd name="connsiteX20" fmla="*/ 476577 w 1342691"/>
                  <a:gd name="connsiteY20" fmla="*/ 534197 h 1711962"/>
                  <a:gd name="connsiteX21" fmla="*/ 464476 w 1342691"/>
                  <a:gd name="connsiteY21" fmla="*/ 726814 h 1711962"/>
                  <a:gd name="connsiteX22" fmla="*/ 555546 w 1342691"/>
                  <a:gd name="connsiteY22" fmla="*/ 807247 h 1711962"/>
                  <a:gd name="connsiteX23" fmla="*/ 691012 w 1342691"/>
                  <a:gd name="connsiteY23" fmla="*/ 976579 h 1711962"/>
                  <a:gd name="connsiteX24" fmla="*/ 728555 w 1342691"/>
                  <a:gd name="connsiteY24" fmla="*/ 1222113 h 1711962"/>
                  <a:gd name="connsiteX25" fmla="*/ 527749 w 1342691"/>
                  <a:gd name="connsiteY25" fmla="*/ 1291963 h 1711962"/>
                  <a:gd name="connsiteX26" fmla="*/ 291096 w 1342691"/>
                  <a:gd name="connsiteY26" fmla="*/ 1179781 h 1711962"/>
                  <a:gd name="connsiteX27" fmla="*/ 184584 w 1342691"/>
                  <a:gd name="connsiteY27" fmla="*/ 1048547 h 1711962"/>
                  <a:gd name="connsiteX28" fmla="*/ 134198 w 1342691"/>
                  <a:gd name="connsiteY28" fmla="*/ 845348 h 1711962"/>
                  <a:gd name="connsiteX29" fmla="*/ 28924 w 1342691"/>
                  <a:gd name="connsiteY29" fmla="*/ 817831 h 1711962"/>
                  <a:gd name="connsiteX30" fmla="*/ 3110 w 1342691"/>
                  <a:gd name="connsiteY30" fmla="*/ 587113 h 1711962"/>
                  <a:gd name="connsiteX31" fmla="*/ 86206 w 1342691"/>
                  <a:gd name="connsiteY31" fmla="*/ 553247 h 1711962"/>
                  <a:gd name="connsiteX32" fmla="*/ 202342 w 1342691"/>
                  <a:gd name="connsiteY32" fmla="*/ 612514 h 1711962"/>
                  <a:gd name="connsiteX33" fmla="*/ 250746 w 1342691"/>
                  <a:gd name="connsiteY33" fmla="*/ 722581 h 1711962"/>
                  <a:gd name="connsiteX34" fmla="*/ 242279 w 1342691"/>
                  <a:gd name="connsiteY34" fmla="*/ 790314 h 1711962"/>
                  <a:gd name="connsiteX35" fmla="*/ 305965 w 1342691"/>
                  <a:gd name="connsiteY35" fmla="*/ 711998 h 1711962"/>
                  <a:gd name="connsiteX36" fmla="*/ 367589 w 1342691"/>
                  <a:gd name="connsiteY36" fmla="*/ 447413 h 1711962"/>
                  <a:gd name="connsiteX37" fmla="*/ 496279 w 1342691"/>
                  <a:gd name="connsiteY37" fmla="*/ 282314 h 1711962"/>
                  <a:gd name="connsiteX38" fmla="*/ 496279 w 1342691"/>
                  <a:gd name="connsiteY38" fmla="*/ 36781 h 1711962"/>
                  <a:gd name="connsiteX39" fmla="*/ 589413 w 1342691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06965 w 1347314"/>
                  <a:gd name="connsiteY32" fmla="*/ 612514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2609 w 1345887"/>
                  <a:gd name="connsiteY0" fmla="*/ 19847 h 1711962"/>
                  <a:gd name="connsiteX1" fmla="*/ 616810 w 1345887"/>
                  <a:gd name="connsiteY1" fmla="*/ 218814 h 1711962"/>
                  <a:gd name="connsiteX2" fmla="*/ 622428 w 1345887"/>
                  <a:gd name="connsiteY2" fmla="*/ 231513 h 1711962"/>
                  <a:gd name="connsiteX3" fmla="*/ 668510 w 1345887"/>
                  <a:gd name="connsiteY3" fmla="*/ 231513 h 1711962"/>
                  <a:gd name="connsiteX4" fmla="*/ 829675 w 1345887"/>
                  <a:gd name="connsiteY4" fmla="*/ 282314 h 1711962"/>
                  <a:gd name="connsiteX5" fmla="*/ 1067155 w 1345887"/>
                  <a:gd name="connsiteY5" fmla="*/ 477047 h 1711962"/>
                  <a:gd name="connsiteX6" fmla="*/ 1142569 w 1345887"/>
                  <a:gd name="connsiteY6" fmla="*/ 792430 h 1711962"/>
                  <a:gd name="connsiteX7" fmla="*/ 1055507 w 1345887"/>
                  <a:gd name="connsiteY7" fmla="*/ 1137447 h 1711962"/>
                  <a:gd name="connsiteX8" fmla="*/ 1053855 w 1345887"/>
                  <a:gd name="connsiteY8" fmla="*/ 1416847 h 1711962"/>
                  <a:gd name="connsiteX9" fmla="*/ 1151409 w 1345887"/>
                  <a:gd name="connsiteY9" fmla="*/ 1509981 h 1711962"/>
                  <a:gd name="connsiteX10" fmla="*/ 1269942 w 1345887"/>
                  <a:gd name="connsiteY10" fmla="*/ 1526914 h 1711962"/>
                  <a:gd name="connsiteX11" fmla="*/ 1329209 w 1345887"/>
                  <a:gd name="connsiteY11" fmla="*/ 1518447 h 1711962"/>
                  <a:gd name="connsiteX12" fmla="*/ 1327186 w 1345887"/>
                  <a:gd name="connsiteY12" fmla="*/ 1696247 h 1711962"/>
                  <a:gd name="connsiteX13" fmla="*/ 1117541 w 1345887"/>
                  <a:gd name="connsiteY13" fmla="*/ 1687781 h 1711962"/>
                  <a:gd name="connsiteX14" fmla="*/ 963863 w 1345887"/>
                  <a:gd name="connsiteY14" fmla="*/ 1560782 h 1711962"/>
                  <a:gd name="connsiteX15" fmla="*/ 921159 w 1345887"/>
                  <a:gd name="connsiteY15" fmla="*/ 1213647 h 1711962"/>
                  <a:gd name="connsiteX16" fmla="*/ 1005452 w 1345887"/>
                  <a:gd name="connsiteY16" fmla="*/ 858047 h 1711962"/>
                  <a:gd name="connsiteX17" fmla="*/ 976378 w 1345887"/>
                  <a:gd name="connsiteY17" fmla="*/ 612514 h 1711962"/>
                  <a:gd name="connsiteX18" fmla="*/ 808322 w 1345887"/>
                  <a:gd name="connsiteY18" fmla="*/ 443181 h 1711962"/>
                  <a:gd name="connsiteX19" fmla="*/ 616359 w 1345887"/>
                  <a:gd name="connsiteY19" fmla="*/ 443181 h 1711962"/>
                  <a:gd name="connsiteX20" fmla="*/ 479773 w 1345887"/>
                  <a:gd name="connsiteY20" fmla="*/ 534197 h 1711962"/>
                  <a:gd name="connsiteX21" fmla="*/ 467672 w 1345887"/>
                  <a:gd name="connsiteY21" fmla="*/ 726814 h 1711962"/>
                  <a:gd name="connsiteX22" fmla="*/ 558742 w 1345887"/>
                  <a:gd name="connsiteY22" fmla="*/ 807247 h 1711962"/>
                  <a:gd name="connsiteX23" fmla="*/ 694208 w 1345887"/>
                  <a:gd name="connsiteY23" fmla="*/ 976579 h 1711962"/>
                  <a:gd name="connsiteX24" fmla="*/ 731751 w 1345887"/>
                  <a:gd name="connsiteY24" fmla="*/ 1222113 h 1711962"/>
                  <a:gd name="connsiteX25" fmla="*/ 530945 w 1345887"/>
                  <a:gd name="connsiteY25" fmla="*/ 1291963 h 1711962"/>
                  <a:gd name="connsiteX26" fmla="*/ 294292 w 1345887"/>
                  <a:gd name="connsiteY26" fmla="*/ 1179781 h 1711962"/>
                  <a:gd name="connsiteX27" fmla="*/ 187780 w 1345887"/>
                  <a:gd name="connsiteY27" fmla="*/ 1048547 h 1711962"/>
                  <a:gd name="connsiteX28" fmla="*/ 137394 w 1345887"/>
                  <a:gd name="connsiteY28" fmla="*/ 845348 h 1711962"/>
                  <a:gd name="connsiteX29" fmla="*/ 38563 w 1345887"/>
                  <a:gd name="connsiteY29" fmla="*/ 767031 h 1711962"/>
                  <a:gd name="connsiteX30" fmla="*/ 6306 w 1345887"/>
                  <a:gd name="connsiteY30" fmla="*/ 587113 h 1711962"/>
                  <a:gd name="connsiteX31" fmla="*/ 155446 w 1345887"/>
                  <a:gd name="connsiteY31" fmla="*/ 544781 h 1711962"/>
                  <a:gd name="connsiteX32" fmla="*/ 221646 w 1345887"/>
                  <a:gd name="connsiteY32" fmla="*/ 610397 h 1711962"/>
                  <a:gd name="connsiteX33" fmla="*/ 253942 w 1345887"/>
                  <a:gd name="connsiteY33" fmla="*/ 722581 h 1711962"/>
                  <a:gd name="connsiteX34" fmla="*/ 245475 w 1345887"/>
                  <a:gd name="connsiteY34" fmla="*/ 790314 h 1711962"/>
                  <a:gd name="connsiteX35" fmla="*/ 309161 w 1345887"/>
                  <a:gd name="connsiteY35" fmla="*/ 711998 h 1711962"/>
                  <a:gd name="connsiteX36" fmla="*/ 370785 w 1345887"/>
                  <a:gd name="connsiteY36" fmla="*/ 447413 h 1711962"/>
                  <a:gd name="connsiteX37" fmla="*/ 499475 w 1345887"/>
                  <a:gd name="connsiteY37" fmla="*/ 282314 h 1711962"/>
                  <a:gd name="connsiteX38" fmla="*/ 499475 w 1345887"/>
                  <a:gd name="connsiteY38" fmla="*/ 36781 h 1711962"/>
                  <a:gd name="connsiteX39" fmla="*/ 592609 w 1345887"/>
                  <a:gd name="connsiteY39" fmla="*/ 19847 h 1711962"/>
                  <a:gd name="connsiteX0" fmla="*/ 595794 w 1349072"/>
                  <a:gd name="connsiteY0" fmla="*/ 19847 h 1711962"/>
                  <a:gd name="connsiteX1" fmla="*/ 619995 w 1349072"/>
                  <a:gd name="connsiteY1" fmla="*/ 218814 h 1711962"/>
                  <a:gd name="connsiteX2" fmla="*/ 625613 w 1349072"/>
                  <a:gd name="connsiteY2" fmla="*/ 231513 h 1711962"/>
                  <a:gd name="connsiteX3" fmla="*/ 671695 w 1349072"/>
                  <a:gd name="connsiteY3" fmla="*/ 231513 h 1711962"/>
                  <a:gd name="connsiteX4" fmla="*/ 832860 w 1349072"/>
                  <a:gd name="connsiteY4" fmla="*/ 282314 h 1711962"/>
                  <a:gd name="connsiteX5" fmla="*/ 1070340 w 1349072"/>
                  <a:gd name="connsiteY5" fmla="*/ 477047 h 1711962"/>
                  <a:gd name="connsiteX6" fmla="*/ 1145754 w 1349072"/>
                  <a:gd name="connsiteY6" fmla="*/ 792430 h 1711962"/>
                  <a:gd name="connsiteX7" fmla="*/ 1058692 w 1349072"/>
                  <a:gd name="connsiteY7" fmla="*/ 1137447 h 1711962"/>
                  <a:gd name="connsiteX8" fmla="*/ 1057040 w 1349072"/>
                  <a:gd name="connsiteY8" fmla="*/ 1416847 h 1711962"/>
                  <a:gd name="connsiteX9" fmla="*/ 1154594 w 1349072"/>
                  <a:gd name="connsiteY9" fmla="*/ 1509981 h 1711962"/>
                  <a:gd name="connsiteX10" fmla="*/ 1273127 w 1349072"/>
                  <a:gd name="connsiteY10" fmla="*/ 1526914 h 1711962"/>
                  <a:gd name="connsiteX11" fmla="*/ 1332394 w 1349072"/>
                  <a:gd name="connsiteY11" fmla="*/ 1518447 h 1711962"/>
                  <a:gd name="connsiteX12" fmla="*/ 1330371 w 1349072"/>
                  <a:gd name="connsiteY12" fmla="*/ 1696247 h 1711962"/>
                  <a:gd name="connsiteX13" fmla="*/ 1120726 w 1349072"/>
                  <a:gd name="connsiteY13" fmla="*/ 1687781 h 1711962"/>
                  <a:gd name="connsiteX14" fmla="*/ 967048 w 1349072"/>
                  <a:gd name="connsiteY14" fmla="*/ 1560782 h 1711962"/>
                  <a:gd name="connsiteX15" fmla="*/ 924344 w 1349072"/>
                  <a:gd name="connsiteY15" fmla="*/ 1213647 h 1711962"/>
                  <a:gd name="connsiteX16" fmla="*/ 1008637 w 1349072"/>
                  <a:gd name="connsiteY16" fmla="*/ 858047 h 1711962"/>
                  <a:gd name="connsiteX17" fmla="*/ 979563 w 1349072"/>
                  <a:gd name="connsiteY17" fmla="*/ 612514 h 1711962"/>
                  <a:gd name="connsiteX18" fmla="*/ 811507 w 1349072"/>
                  <a:gd name="connsiteY18" fmla="*/ 443181 h 1711962"/>
                  <a:gd name="connsiteX19" fmla="*/ 619544 w 1349072"/>
                  <a:gd name="connsiteY19" fmla="*/ 443181 h 1711962"/>
                  <a:gd name="connsiteX20" fmla="*/ 482958 w 1349072"/>
                  <a:gd name="connsiteY20" fmla="*/ 534197 h 1711962"/>
                  <a:gd name="connsiteX21" fmla="*/ 470857 w 1349072"/>
                  <a:gd name="connsiteY21" fmla="*/ 726814 h 1711962"/>
                  <a:gd name="connsiteX22" fmla="*/ 561927 w 1349072"/>
                  <a:gd name="connsiteY22" fmla="*/ 807247 h 1711962"/>
                  <a:gd name="connsiteX23" fmla="*/ 697393 w 1349072"/>
                  <a:gd name="connsiteY23" fmla="*/ 976579 h 1711962"/>
                  <a:gd name="connsiteX24" fmla="*/ 734936 w 1349072"/>
                  <a:gd name="connsiteY24" fmla="*/ 1222113 h 1711962"/>
                  <a:gd name="connsiteX25" fmla="*/ 534130 w 1349072"/>
                  <a:gd name="connsiteY25" fmla="*/ 1291963 h 1711962"/>
                  <a:gd name="connsiteX26" fmla="*/ 297477 w 1349072"/>
                  <a:gd name="connsiteY26" fmla="*/ 1179781 h 1711962"/>
                  <a:gd name="connsiteX27" fmla="*/ 190965 w 1349072"/>
                  <a:gd name="connsiteY27" fmla="*/ 1048547 h 1711962"/>
                  <a:gd name="connsiteX28" fmla="*/ 140579 w 1349072"/>
                  <a:gd name="connsiteY28" fmla="*/ 845348 h 1711962"/>
                  <a:gd name="connsiteX29" fmla="*/ 28862 w 1349072"/>
                  <a:gd name="connsiteY29" fmla="*/ 813598 h 1711962"/>
                  <a:gd name="connsiteX30" fmla="*/ 9491 w 1349072"/>
                  <a:gd name="connsiteY30" fmla="*/ 587113 h 1711962"/>
                  <a:gd name="connsiteX31" fmla="*/ 158631 w 1349072"/>
                  <a:gd name="connsiteY31" fmla="*/ 544781 h 1711962"/>
                  <a:gd name="connsiteX32" fmla="*/ 224831 w 1349072"/>
                  <a:gd name="connsiteY32" fmla="*/ 610397 h 1711962"/>
                  <a:gd name="connsiteX33" fmla="*/ 257127 w 1349072"/>
                  <a:gd name="connsiteY33" fmla="*/ 722581 h 1711962"/>
                  <a:gd name="connsiteX34" fmla="*/ 248660 w 1349072"/>
                  <a:gd name="connsiteY34" fmla="*/ 790314 h 1711962"/>
                  <a:gd name="connsiteX35" fmla="*/ 312346 w 1349072"/>
                  <a:gd name="connsiteY35" fmla="*/ 711998 h 1711962"/>
                  <a:gd name="connsiteX36" fmla="*/ 373970 w 1349072"/>
                  <a:gd name="connsiteY36" fmla="*/ 447413 h 1711962"/>
                  <a:gd name="connsiteX37" fmla="*/ 502660 w 1349072"/>
                  <a:gd name="connsiteY37" fmla="*/ 282314 h 1711962"/>
                  <a:gd name="connsiteX38" fmla="*/ 502660 w 1349072"/>
                  <a:gd name="connsiteY38" fmla="*/ 36781 h 1711962"/>
                  <a:gd name="connsiteX39" fmla="*/ 595794 w 1349072"/>
                  <a:gd name="connsiteY39" fmla="*/ 19847 h 1711962"/>
                  <a:gd name="connsiteX0" fmla="*/ 596294 w 1349572"/>
                  <a:gd name="connsiteY0" fmla="*/ 19847 h 1711962"/>
                  <a:gd name="connsiteX1" fmla="*/ 620495 w 1349572"/>
                  <a:gd name="connsiteY1" fmla="*/ 218814 h 1711962"/>
                  <a:gd name="connsiteX2" fmla="*/ 626113 w 1349572"/>
                  <a:gd name="connsiteY2" fmla="*/ 231513 h 1711962"/>
                  <a:gd name="connsiteX3" fmla="*/ 672195 w 1349572"/>
                  <a:gd name="connsiteY3" fmla="*/ 231513 h 1711962"/>
                  <a:gd name="connsiteX4" fmla="*/ 833360 w 1349572"/>
                  <a:gd name="connsiteY4" fmla="*/ 282314 h 1711962"/>
                  <a:gd name="connsiteX5" fmla="*/ 1070840 w 1349572"/>
                  <a:gd name="connsiteY5" fmla="*/ 477047 h 1711962"/>
                  <a:gd name="connsiteX6" fmla="*/ 1146254 w 1349572"/>
                  <a:gd name="connsiteY6" fmla="*/ 792430 h 1711962"/>
                  <a:gd name="connsiteX7" fmla="*/ 1059192 w 1349572"/>
                  <a:gd name="connsiteY7" fmla="*/ 1137447 h 1711962"/>
                  <a:gd name="connsiteX8" fmla="*/ 1057540 w 1349572"/>
                  <a:gd name="connsiteY8" fmla="*/ 1416847 h 1711962"/>
                  <a:gd name="connsiteX9" fmla="*/ 1155094 w 1349572"/>
                  <a:gd name="connsiteY9" fmla="*/ 1509981 h 1711962"/>
                  <a:gd name="connsiteX10" fmla="*/ 1273627 w 1349572"/>
                  <a:gd name="connsiteY10" fmla="*/ 1526914 h 1711962"/>
                  <a:gd name="connsiteX11" fmla="*/ 1332894 w 1349572"/>
                  <a:gd name="connsiteY11" fmla="*/ 1518447 h 1711962"/>
                  <a:gd name="connsiteX12" fmla="*/ 1330871 w 1349572"/>
                  <a:gd name="connsiteY12" fmla="*/ 1696247 h 1711962"/>
                  <a:gd name="connsiteX13" fmla="*/ 1121226 w 1349572"/>
                  <a:gd name="connsiteY13" fmla="*/ 1687781 h 1711962"/>
                  <a:gd name="connsiteX14" fmla="*/ 967548 w 1349572"/>
                  <a:gd name="connsiteY14" fmla="*/ 1560782 h 1711962"/>
                  <a:gd name="connsiteX15" fmla="*/ 924844 w 1349572"/>
                  <a:gd name="connsiteY15" fmla="*/ 1213647 h 1711962"/>
                  <a:gd name="connsiteX16" fmla="*/ 1009137 w 1349572"/>
                  <a:gd name="connsiteY16" fmla="*/ 858047 h 1711962"/>
                  <a:gd name="connsiteX17" fmla="*/ 980063 w 1349572"/>
                  <a:gd name="connsiteY17" fmla="*/ 612514 h 1711962"/>
                  <a:gd name="connsiteX18" fmla="*/ 812007 w 1349572"/>
                  <a:gd name="connsiteY18" fmla="*/ 443181 h 1711962"/>
                  <a:gd name="connsiteX19" fmla="*/ 620044 w 1349572"/>
                  <a:gd name="connsiteY19" fmla="*/ 443181 h 1711962"/>
                  <a:gd name="connsiteX20" fmla="*/ 483458 w 1349572"/>
                  <a:gd name="connsiteY20" fmla="*/ 534197 h 1711962"/>
                  <a:gd name="connsiteX21" fmla="*/ 471357 w 1349572"/>
                  <a:gd name="connsiteY21" fmla="*/ 726814 h 1711962"/>
                  <a:gd name="connsiteX22" fmla="*/ 562427 w 1349572"/>
                  <a:gd name="connsiteY22" fmla="*/ 807247 h 1711962"/>
                  <a:gd name="connsiteX23" fmla="*/ 697893 w 1349572"/>
                  <a:gd name="connsiteY23" fmla="*/ 976579 h 1711962"/>
                  <a:gd name="connsiteX24" fmla="*/ 735436 w 1349572"/>
                  <a:gd name="connsiteY24" fmla="*/ 1222113 h 1711962"/>
                  <a:gd name="connsiteX25" fmla="*/ 534630 w 1349572"/>
                  <a:gd name="connsiteY25" fmla="*/ 1291963 h 1711962"/>
                  <a:gd name="connsiteX26" fmla="*/ 297977 w 1349572"/>
                  <a:gd name="connsiteY26" fmla="*/ 1179781 h 1711962"/>
                  <a:gd name="connsiteX27" fmla="*/ 191465 w 1349572"/>
                  <a:gd name="connsiteY27" fmla="*/ 1048547 h 1711962"/>
                  <a:gd name="connsiteX28" fmla="*/ 141079 w 1349572"/>
                  <a:gd name="connsiteY28" fmla="*/ 845348 h 1711962"/>
                  <a:gd name="connsiteX29" fmla="*/ 27752 w 1349572"/>
                  <a:gd name="connsiteY29" fmla="*/ 786081 h 1711962"/>
                  <a:gd name="connsiteX30" fmla="*/ 9991 w 1349572"/>
                  <a:gd name="connsiteY30" fmla="*/ 587113 h 1711962"/>
                  <a:gd name="connsiteX31" fmla="*/ 159131 w 1349572"/>
                  <a:gd name="connsiteY31" fmla="*/ 544781 h 1711962"/>
                  <a:gd name="connsiteX32" fmla="*/ 225331 w 1349572"/>
                  <a:gd name="connsiteY32" fmla="*/ 610397 h 1711962"/>
                  <a:gd name="connsiteX33" fmla="*/ 257627 w 1349572"/>
                  <a:gd name="connsiteY33" fmla="*/ 722581 h 1711962"/>
                  <a:gd name="connsiteX34" fmla="*/ 249160 w 1349572"/>
                  <a:gd name="connsiteY34" fmla="*/ 790314 h 1711962"/>
                  <a:gd name="connsiteX35" fmla="*/ 312846 w 1349572"/>
                  <a:gd name="connsiteY35" fmla="*/ 711998 h 1711962"/>
                  <a:gd name="connsiteX36" fmla="*/ 374470 w 1349572"/>
                  <a:gd name="connsiteY36" fmla="*/ 447413 h 1711962"/>
                  <a:gd name="connsiteX37" fmla="*/ 503160 w 1349572"/>
                  <a:gd name="connsiteY37" fmla="*/ 282314 h 1711962"/>
                  <a:gd name="connsiteX38" fmla="*/ 503160 w 1349572"/>
                  <a:gd name="connsiteY38" fmla="*/ 36781 h 1711962"/>
                  <a:gd name="connsiteX39" fmla="*/ 596294 w 1349572"/>
                  <a:gd name="connsiteY39" fmla="*/ 19847 h 1711962"/>
                  <a:gd name="connsiteX0" fmla="*/ 596351 w 1349629"/>
                  <a:gd name="connsiteY0" fmla="*/ 19847 h 1711962"/>
                  <a:gd name="connsiteX1" fmla="*/ 620552 w 1349629"/>
                  <a:gd name="connsiteY1" fmla="*/ 218814 h 1711962"/>
                  <a:gd name="connsiteX2" fmla="*/ 626170 w 1349629"/>
                  <a:gd name="connsiteY2" fmla="*/ 231513 h 1711962"/>
                  <a:gd name="connsiteX3" fmla="*/ 672252 w 1349629"/>
                  <a:gd name="connsiteY3" fmla="*/ 231513 h 1711962"/>
                  <a:gd name="connsiteX4" fmla="*/ 833417 w 1349629"/>
                  <a:gd name="connsiteY4" fmla="*/ 282314 h 1711962"/>
                  <a:gd name="connsiteX5" fmla="*/ 1070897 w 1349629"/>
                  <a:gd name="connsiteY5" fmla="*/ 477047 h 1711962"/>
                  <a:gd name="connsiteX6" fmla="*/ 1146311 w 1349629"/>
                  <a:gd name="connsiteY6" fmla="*/ 792430 h 1711962"/>
                  <a:gd name="connsiteX7" fmla="*/ 1059249 w 1349629"/>
                  <a:gd name="connsiteY7" fmla="*/ 1137447 h 1711962"/>
                  <a:gd name="connsiteX8" fmla="*/ 1057597 w 1349629"/>
                  <a:gd name="connsiteY8" fmla="*/ 1416847 h 1711962"/>
                  <a:gd name="connsiteX9" fmla="*/ 1155151 w 1349629"/>
                  <a:gd name="connsiteY9" fmla="*/ 1509981 h 1711962"/>
                  <a:gd name="connsiteX10" fmla="*/ 1273684 w 1349629"/>
                  <a:gd name="connsiteY10" fmla="*/ 1526914 h 1711962"/>
                  <a:gd name="connsiteX11" fmla="*/ 1332951 w 1349629"/>
                  <a:gd name="connsiteY11" fmla="*/ 1518447 h 1711962"/>
                  <a:gd name="connsiteX12" fmla="*/ 1330928 w 1349629"/>
                  <a:gd name="connsiteY12" fmla="*/ 1696247 h 1711962"/>
                  <a:gd name="connsiteX13" fmla="*/ 1121283 w 1349629"/>
                  <a:gd name="connsiteY13" fmla="*/ 1687781 h 1711962"/>
                  <a:gd name="connsiteX14" fmla="*/ 967605 w 1349629"/>
                  <a:gd name="connsiteY14" fmla="*/ 1560782 h 1711962"/>
                  <a:gd name="connsiteX15" fmla="*/ 924901 w 1349629"/>
                  <a:gd name="connsiteY15" fmla="*/ 1213647 h 1711962"/>
                  <a:gd name="connsiteX16" fmla="*/ 1009194 w 1349629"/>
                  <a:gd name="connsiteY16" fmla="*/ 858047 h 1711962"/>
                  <a:gd name="connsiteX17" fmla="*/ 980120 w 1349629"/>
                  <a:gd name="connsiteY17" fmla="*/ 612514 h 1711962"/>
                  <a:gd name="connsiteX18" fmla="*/ 812064 w 1349629"/>
                  <a:gd name="connsiteY18" fmla="*/ 443181 h 1711962"/>
                  <a:gd name="connsiteX19" fmla="*/ 620101 w 1349629"/>
                  <a:gd name="connsiteY19" fmla="*/ 443181 h 1711962"/>
                  <a:gd name="connsiteX20" fmla="*/ 483515 w 1349629"/>
                  <a:gd name="connsiteY20" fmla="*/ 534197 h 1711962"/>
                  <a:gd name="connsiteX21" fmla="*/ 471414 w 1349629"/>
                  <a:gd name="connsiteY21" fmla="*/ 726814 h 1711962"/>
                  <a:gd name="connsiteX22" fmla="*/ 562484 w 1349629"/>
                  <a:gd name="connsiteY22" fmla="*/ 807247 h 1711962"/>
                  <a:gd name="connsiteX23" fmla="*/ 697950 w 1349629"/>
                  <a:gd name="connsiteY23" fmla="*/ 976579 h 1711962"/>
                  <a:gd name="connsiteX24" fmla="*/ 735493 w 1349629"/>
                  <a:gd name="connsiteY24" fmla="*/ 1222113 h 1711962"/>
                  <a:gd name="connsiteX25" fmla="*/ 534687 w 1349629"/>
                  <a:gd name="connsiteY25" fmla="*/ 1291963 h 1711962"/>
                  <a:gd name="connsiteX26" fmla="*/ 298034 w 1349629"/>
                  <a:gd name="connsiteY26" fmla="*/ 1179781 h 1711962"/>
                  <a:gd name="connsiteX27" fmla="*/ 191522 w 1349629"/>
                  <a:gd name="connsiteY27" fmla="*/ 1048547 h 1711962"/>
                  <a:gd name="connsiteX28" fmla="*/ 142747 w 1349629"/>
                  <a:gd name="connsiteY28" fmla="*/ 870748 h 1711962"/>
                  <a:gd name="connsiteX29" fmla="*/ 27809 w 1349629"/>
                  <a:gd name="connsiteY29" fmla="*/ 786081 h 1711962"/>
                  <a:gd name="connsiteX30" fmla="*/ 10048 w 1349629"/>
                  <a:gd name="connsiteY30" fmla="*/ 587113 h 1711962"/>
                  <a:gd name="connsiteX31" fmla="*/ 159188 w 1349629"/>
                  <a:gd name="connsiteY31" fmla="*/ 544781 h 1711962"/>
                  <a:gd name="connsiteX32" fmla="*/ 225388 w 1349629"/>
                  <a:gd name="connsiteY32" fmla="*/ 610397 h 1711962"/>
                  <a:gd name="connsiteX33" fmla="*/ 257684 w 1349629"/>
                  <a:gd name="connsiteY33" fmla="*/ 722581 h 1711962"/>
                  <a:gd name="connsiteX34" fmla="*/ 249217 w 1349629"/>
                  <a:gd name="connsiteY34" fmla="*/ 790314 h 1711962"/>
                  <a:gd name="connsiteX35" fmla="*/ 312903 w 1349629"/>
                  <a:gd name="connsiteY35" fmla="*/ 711998 h 1711962"/>
                  <a:gd name="connsiteX36" fmla="*/ 374527 w 1349629"/>
                  <a:gd name="connsiteY36" fmla="*/ 447413 h 1711962"/>
                  <a:gd name="connsiteX37" fmla="*/ 503217 w 1349629"/>
                  <a:gd name="connsiteY37" fmla="*/ 282314 h 1711962"/>
                  <a:gd name="connsiteX38" fmla="*/ 503217 w 1349629"/>
                  <a:gd name="connsiteY38" fmla="*/ 36781 h 1711962"/>
                  <a:gd name="connsiteX39" fmla="*/ 596351 w 1349629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600880 w 1330408"/>
                  <a:gd name="connsiteY19" fmla="*/ 44318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578329 w 1330408"/>
                  <a:gd name="connsiteY19" fmla="*/ 42413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26468 h 1718583"/>
                  <a:gd name="connsiteX1" fmla="*/ 601331 w 1330408"/>
                  <a:gd name="connsiteY1" fmla="*/ 225435 h 1718583"/>
                  <a:gd name="connsiteX2" fmla="*/ 606949 w 1330408"/>
                  <a:gd name="connsiteY2" fmla="*/ 238134 h 1718583"/>
                  <a:gd name="connsiteX3" fmla="*/ 653031 w 1330408"/>
                  <a:gd name="connsiteY3" fmla="*/ 238134 h 1718583"/>
                  <a:gd name="connsiteX4" fmla="*/ 814196 w 1330408"/>
                  <a:gd name="connsiteY4" fmla="*/ 288935 h 1718583"/>
                  <a:gd name="connsiteX5" fmla="*/ 1051676 w 1330408"/>
                  <a:gd name="connsiteY5" fmla="*/ 483668 h 1718583"/>
                  <a:gd name="connsiteX6" fmla="*/ 1127090 w 1330408"/>
                  <a:gd name="connsiteY6" fmla="*/ 799051 h 1718583"/>
                  <a:gd name="connsiteX7" fmla="*/ 1040028 w 1330408"/>
                  <a:gd name="connsiteY7" fmla="*/ 1144068 h 1718583"/>
                  <a:gd name="connsiteX8" fmla="*/ 1038376 w 1330408"/>
                  <a:gd name="connsiteY8" fmla="*/ 1423468 h 1718583"/>
                  <a:gd name="connsiteX9" fmla="*/ 1135930 w 1330408"/>
                  <a:gd name="connsiteY9" fmla="*/ 1516602 h 1718583"/>
                  <a:gd name="connsiteX10" fmla="*/ 1254463 w 1330408"/>
                  <a:gd name="connsiteY10" fmla="*/ 1533535 h 1718583"/>
                  <a:gd name="connsiteX11" fmla="*/ 1313730 w 1330408"/>
                  <a:gd name="connsiteY11" fmla="*/ 1525068 h 1718583"/>
                  <a:gd name="connsiteX12" fmla="*/ 1311707 w 1330408"/>
                  <a:gd name="connsiteY12" fmla="*/ 1702868 h 1718583"/>
                  <a:gd name="connsiteX13" fmla="*/ 1102062 w 1330408"/>
                  <a:gd name="connsiteY13" fmla="*/ 1694402 h 1718583"/>
                  <a:gd name="connsiteX14" fmla="*/ 948384 w 1330408"/>
                  <a:gd name="connsiteY14" fmla="*/ 1567403 h 1718583"/>
                  <a:gd name="connsiteX15" fmla="*/ 905680 w 1330408"/>
                  <a:gd name="connsiteY15" fmla="*/ 1220268 h 1718583"/>
                  <a:gd name="connsiteX16" fmla="*/ 989973 w 1330408"/>
                  <a:gd name="connsiteY16" fmla="*/ 864668 h 1718583"/>
                  <a:gd name="connsiteX17" fmla="*/ 960899 w 1330408"/>
                  <a:gd name="connsiteY17" fmla="*/ 619135 h 1718583"/>
                  <a:gd name="connsiteX18" fmla="*/ 792843 w 1330408"/>
                  <a:gd name="connsiteY18" fmla="*/ 449802 h 1718583"/>
                  <a:gd name="connsiteX19" fmla="*/ 578329 w 1330408"/>
                  <a:gd name="connsiteY19" fmla="*/ 430752 h 1718583"/>
                  <a:gd name="connsiteX20" fmla="*/ 464294 w 1330408"/>
                  <a:gd name="connsiteY20" fmla="*/ 540818 h 1718583"/>
                  <a:gd name="connsiteX21" fmla="*/ 452193 w 1330408"/>
                  <a:gd name="connsiteY21" fmla="*/ 733435 h 1718583"/>
                  <a:gd name="connsiteX22" fmla="*/ 543263 w 1330408"/>
                  <a:gd name="connsiteY22" fmla="*/ 813868 h 1718583"/>
                  <a:gd name="connsiteX23" fmla="*/ 678729 w 1330408"/>
                  <a:gd name="connsiteY23" fmla="*/ 983200 h 1718583"/>
                  <a:gd name="connsiteX24" fmla="*/ 716272 w 1330408"/>
                  <a:gd name="connsiteY24" fmla="*/ 1228734 h 1718583"/>
                  <a:gd name="connsiteX25" fmla="*/ 515466 w 1330408"/>
                  <a:gd name="connsiteY25" fmla="*/ 1298584 h 1718583"/>
                  <a:gd name="connsiteX26" fmla="*/ 278813 w 1330408"/>
                  <a:gd name="connsiteY26" fmla="*/ 1186402 h 1718583"/>
                  <a:gd name="connsiteX27" fmla="*/ 172301 w 1330408"/>
                  <a:gd name="connsiteY27" fmla="*/ 1055168 h 1718583"/>
                  <a:gd name="connsiteX28" fmla="*/ 123526 w 1330408"/>
                  <a:gd name="connsiteY28" fmla="*/ 877369 h 1718583"/>
                  <a:gd name="connsiteX29" fmla="*/ 8588 w 1330408"/>
                  <a:gd name="connsiteY29" fmla="*/ 792702 h 1718583"/>
                  <a:gd name="connsiteX30" fmla="*/ 23043 w 1330408"/>
                  <a:gd name="connsiteY30" fmla="*/ 600084 h 1718583"/>
                  <a:gd name="connsiteX31" fmla="*/ 139967 w 1330408"/>
                  <a:gd name="connsiteY31" fmla="*/ 551402 h 1718583"/>
                  <a:gd name="connsiteX32" fmla="*/ 206167 w 1330408"/>
                  <a:gd name="connsiteY32" fmla="*/ 617018 h 1718583"/>
                  <a:gd name="connsiteX33" fmla="*/ 238463 w 1330408"/>
                  <a:gd name="connsiteY33" fmla="*/ 729202 h 1718583"/>
                  <a:gd name="connsiteX34" fmla="*/ 229996 w 1330408"/>
                  <a:gd name="connsiteY34" fmla="*/ 796935 h 1718583"/>
                  <a:gd name="connsiteX35" fmla="*/ 293682 w 1330408"/>
                  <a:gd name="connsiteY35" fmla="*/ 718619 h 1718583"/>
                  <a:gd name="connsiteX36" fmla="*/ 355306 w 1330408"/>
                  <a:gd name="connsiteY36" fmla="*/ 454034 h 1718583"/>
                  <a:gd name="connsiteX37" fmla="*/ 483996 w 1330408"/>
                  <a:gd name="connsiteY37" fmla="*/ 288935 h 1718583"/>
                  <a:gd name="connsiteX38" fmla="*/ 483996 w 1330408"/>
                  <a:gd name="connsiteY38" fmla="*/ 30702 h 1718583"/>
                  <a:gd name="connsiteX39" fmla="*/ 577130 w 1330408"/>
                  <a:gd name="connsiteY39" fmla="*/ 26468 h 1718583"/>
                  <a:gd name="connsiteX0" fmla="*/ 577130 w 1330408"/>
                  <a:gd name="connsiteY0" fmla="*/ 15063 h 1707178"/>
                  <a:gd name="connsiteX1" fmla="*/ 601331 w 1330408"/>
                  <a:gd name="connsiteY1" fmla="*/ 214030 h 1707178"/>
                  <a:gd name="connsiteX2" fmla="*/ 606949 w 1330408"/>
                  <a:gd name="connsiteY2" fmla="*/ 226729 h 1707178"/>
                  <a:gd name="connsiteX3" fmla="*/ 653031 w 1330408"/>
                  <a:gd name="connsiteY3" fmla="*/ 226729 h 1707178"/>
                  <a:gd name="connsiteX4" fmla="*/ 814196 w 1330408"/>
                  <a:gd name="connsiteY4" fmla="*/ 277530 h 1707178"/>
                  <a:gd name="connsiteX5" fmla="*/ 1051676 w 1330408"/>
                  <a:gd name="connsiteY5" fmla="*/ 472263 h 1707178"/>
                  <a:gd name="connsiteX6" fmla="*/ 1127090 w 1330408"/>
                  <a:gd name="connsiteY6" fmla="*/ 787646 h 1707178"/>
                  <a:gd name="connsiteX7" fmla="*/ 1040028 w 1330408"/>
                  <a:gd name="connsiteY7" fmla="*/ 1132663 h 1707178"/>
                  <a:gd name="connsiteX8" fmla="*/ 1038376 w 1330408"/>
                  <a:gd name="connsiteY8" fmla="*/ 1412063 h 1707178"/>
                  <a:gd name="connsiteX9" fmla="*/ 1135930 w 1330408"/>
                  <a:gd name="connsiteY9" fmla="*/ 1505197 h 1707178"/>
                  <a:gd name="connsiteX10" fmla="*/ 1254463 w 1330408"/>
                  <a:gd name="connsiteY10" fmla="*/ 1522130 h 1707178"/>
                  <a:gd name="connsiteX11" fmla="*/ 1313730 w 1330408"/>
                  <a:gd name="connsiteY11" fmla="*/ 1513663 h 1707178"/>
                  <a:gd name="connsiteX12" fmla="*/ 1311707 w 1330408"/>
                  <a:gd name="connsiteY12" fmla="*/ 1691463 h 1707178"/>
                  <a:gd name="connsiteX13" fmla="*/ 1102062 w 1330408"/>
                  <a:gd name="connsiteY13" fmla="*/ 1682997 h 1707178"/>
                  <a:gd name="connsiteX14" fmla="*/ 948384 w 1330408"/>
                  <a:gd name="connsiteY14" fmla="*/ 1555998 h 1707178"/>
                  <a:gd name="connsiteX15" fmla="*/ 905680 w 1330408"/>
                  <a:gd name="connsiteY15" fmla="*/ 1208863 h 1707178"/>
                  <a:gd name="connsiteX16" fmla="*/ 989973 w 1330408"/>
                  <a:gd name="connsiteY16" fmla="*/ 853263 h 1707178"/>
                  <a:gd name="connsiteX17" fmla="*/ 960899 w 1330408"/>
                  <a:gd name="connsiteY17" fmla="*/ 607730 h 1707178"/>
                  <a:gd name="connsiteX18" fmla="*/ 792843 w 1330408"/>
                  <a:gd name="connsiteY18" fmla="*/ 438397 h 1707178"/>
                  <a:gd name="connsiteX19" fmla="*/ 578329 w 1330408"/>
                  <a:gd name="connsiteY19" fmla="*/ 419347 h 1707178"/>
                  <a:gd name="connsiteX20" fmla="*/ 464294 w 1330408"/>
                  <a:gd name="connsiteY20" fmla="*/ 529413 h 1707178"/>
                  <a:gd name="connsiteX21" fmla="*/ 452193 w 1330408"/>
                  <a:gd name="connsiteY21" fmla="*/ 722030 h 1707178"/>
                  <a:gd name="connsiteX22" fmla="*/ 543263 w 1330408"/>
                  <a:gd name="connsiteY22" fmla="*/ 802463 h 1707178"/>
                  <a:gd name="connsiteX23" fmla="*/ 678729 w 1330408"/>
                  <a:gd name="connsiteY23" fmla="*/ 971795 h 1707178"/>
                  <a:gd name="connsiteX24" fmla="*/ 716272 w 1330408"/>
                  <a:gd name="connsiteY24" fmla="*/ 1217329 h 1707178"/>
                  <a:gd name="connsiteX25" fmla="*/ 515466 w 1330408"/>
                  <a:gd name="connsiteY25" fmla="*/ 1287179 h 1707178"/>
                  <a:gd name="connsiteX26" fmla="*/ 278813 w 1330408"/>
                  <a:gd name="connsiteY26" fmla="*/ 1174997 h 1707178"/>
                  <a:gd name="connsiteX27" fmla="*/ 172301 w 1330408"/>
                  <a:gd name="connsiteY27" fmla="*/ 1043763 h 1707178"/>
                  <a:gd name="connsiteX28" fmla="*/ 123526 w 1330408"/>
                  <a:gd name="connsiteY28" fmla="*/ 865964 h 1707178"/>
                  <a:gd name="connsiteX29" fmla="*/ 8588 w 1330408"/>
                  <a:gd name="connsiteY29" fmla="*/ 781297 h 1707178"/>
                  <a:gd name="connsiteX30" fmla="*/ 23043 w 1330408"/>
                  <a:gd name="connsiteY30" fmla="*/ 588679 h 1707178"/>
                  <a:gd name="connsiteX31" fmla="*/ 139967 w 1330408"/>
                  <a:gd name="connsiteY31" fmla="*/ 539997 h 1707178"/>
                  <a:gd name="connsiteX32" fmla="*/ 206167 w 1330408"/>
                  <a:gd name="connsiteY32" fmla="*/ 605613 h 1707178"/>
                  <a:gd name="connsiteX33" fmla="*/ 238463 w 1330408"/>
                  <a:gd name="connsiteY33" fmla="*/ 717797 h 1707178"/>
                  <a:gd name="connsiteX34" fmla="*/ 229996 w 1330408"/>
                  <a:gd name="connsiteY34" fmla="*/ 785530 h 1707178"/>
                  <a:gd name="connsiteX35" fmla="*/ 293682 w 1330408"/>
                  <a:gd name="connsiteY35" fmla="*/ 707214 h 1707178"/>
                  <a:gd name="connsiteX36" fmla="*/ 355306 w 1330408"/>
                  <a:gd name="connsiteY36" fmla="*/ 442629 h 1707178"/>
                  <a:gd name="connsiteX37" fmla="*/ 483996 w 1330408"/>
                  <a:gd name="connsiteY37" fmla="*/ 277530 h 1707178"/>
                  <a:gd name="connsiteX38" fmla="*/ 483996 w 1330408"/>
                  <a:gd name="connsiteY38" fmla="*/ 19297 h 1707178"/>
                  <a:gd name="connsiteX39" fmla="*/ 577130 w 1330408"/>
                  <a:gd name="connsiteY39" fmla="*/ 15063 h 1707178"/>
                  <a:gd name="connsiteX0" fmla="*/ 577130 w 1330408"/>
                  <a:gd name="connsiteY0" fmla="*/ 3808 h 1695923"/>
                  <a:gd name="connsiteX1" fmla="*/ 601331 w 1330408"/>
                  <a:gd name="connsiteY1" fmla="*/ 202775 h 1695923"/>
                  <a:gd name="connsiteX2" fmla="*/ 606949 w 1330408"/>
                  <a:gd name="connsiteY2" fmla="*/ 215474 h 1695923"/>
                  <a:gd name="connsiteX3" fmla="*/ 653031 w 1330408"/>
                  <a:gd name="connsiteY3" fmla="*/ 215474 h 1695923"/>
                  <a:gd name="connsiteX4" fmla="*/ 814196 w 1330408"/>
                  <a:gd name="connsiteY4" fmla="*/ 266275 h 1695923"/>
                  <a:gd name="connsiteX5" fmla="*/ 1051676 w 1330408"/>
                  <a:gd name="connsiteY5" fmla="*/ 461008 h 1695923"/>
                  <a:gd name="connsiteX6" fmla="*/ 1127090 w 1330408"/>
                  <a:gd name="connsiteY6" fmla="*/ 776391 h 1695923"/>
                  <a:gd name="connsiteX7" fmla="*/ 1040028 w 1330408"/>
                  <a:gd name="connsiteY7" fmla="*/ 1121408 h 1695923"/>
                  <a:gd name="connsiteX8" fmla="*/ 1038376 w 1330408"/>
                  <a:gd name="connsiteY8" fmla="*/ 1400808 h 1695923"/>
                  <a:gd name="connsiteX9" fmla="*/ 1135930 w 1330408"/>
                  <a:gd name="connsiteY9" fmla="*/ 1493942 h 1695923"/>
                  <a:gd name="connsiteX10" fmla="*/ 1254463 w 1330408"/>
                  <a:gd name="connsiteY10" fmla="*/ 1510875 h 1695923"/>
                  <a:gd name="connsiteX11" fmla="*/ 1313730 w 1330408"/>
                  <a:gd name="connsiteY11" fmla="*/ 1502408 h 1695923"/>
                  <a:gd name="connsiteX12" fmla="*/ 1311707 w 1330408"/>
                  <a:gd name="connsiteY12" fmla="*/ 1680208 h 1695923"/>
                  <a:gd name="connsiteX13" fmla="*/ 1102062 w 1330408"/>
                  <a:gd name="connsiteY13" fmla="*/ 1671742 h 1695923"/>
                  <a:gd name="connsiteX14" fmla="*/ 948384 w 1330408"/>
                  <a:gd name="connsiteY14" fmla="*/ 1544743 h 1695923"/>
                  <a:gd name="connsiteX15" fmla="*/ 905680 w 1330408"/>
                  <a:gd name="connsiteY15" fmla="*/ 1197608 h 1695923"/>
                  <a:gd name="connsiteX16" fmla="*/ 989973 w 1330408"/>
                  <a:gd name="connsiteY16" fmla="*/ 842008 h 1695923"/>
                  <a:gd name="connsiteX17" fmla="*/ 960899 w 1330408"/>
                  <a:gd name="connsiteY17" fmla="*/ 596475 h 1695923"/>
                  <a:gd name="connsiteX18" fmla="*/ 792843 w 1330408"/>
                  <a:gd name="connsiteY18" fmla="*/ 427142 h 1695923"/>
                  <a:gd name="connsiteX19" fmla="*/ 578329 w 1330408"/>
                  <a:gd name="connsiteY19" fmla="*/ 408092 h 1695923"/>
                  <a:gd name="connsiteX20" fmla="*/ 464294 w 1330408"/>
                  <a:gd name="connsiteY20" fmla="*/ 518158 h 1695923"/>
                  <a:gd name="connsiteX21" fmla="*/ 452193 w 1330408"/>
                  <a:gd name="connsiteY21" fmla="*/ 710775 h 1695923"/>
                  <a:gd name="connsiteX22" fmla="*/ 543263 w 1330408"/>
                  <a:gd name="connsiteY22" fmla="*/ 791208 h 1695923"/>
                  <a:gd name="connsiteX23" fmla="*/ 678729 w 1330408"/>
                  <a:gd name="connsiteY23" fmla="*/ 960540 h 1695923"/>
                  <a:gd name="connsiteX24" fmla="*/ 716272 w 1330408"/>
                  <a:gd name="connsiteY24" fmla="*/ 1206074 h 1695923"/>
                  <a:gd name="connsiteX25" fmla="*/ 515466 w 1330408"/>
                  <a:gd name="connsiteY25" fmla="*/ 1275924 h 1695923"/>
                  <a:gd name="connsiteX26" fmla="*/ 278813 w 1330408"/>
                  <a:gd name="connsiteY26" fmla="*/ 1163742 h 1695923"/>
                  <a:gd name="connsiteX27" fmla="*/ 172301 w 1330408"/>
                  <a:gd name="connsiteY27" fmla="*/ 1032508 h 1695923"/>
                  <a:gd name="connsiteX28" fmla="*/ 123526 w 1330408"/>
                  <a:gd name="connsiteY28" fmla="*/ 854709 h 1695923"/>
                  <a:gd name="connsiteX29" fmla="*/ 8588 w 1330408"/>
                  <a:gd name="connsiteY29" fmla="*/ 770042 h 1695923"/>
                  <a:gd name="connsiteX30" fmla="*/ 23043 w 1330408"/>
                  <a:gd name="connsiteY30" fmla="*/ 577424 h 1695923"/>
                  <a:gd name="connsiteX31" fmla="*/ 139967 w 1330408"/>
                  <a:gd name="connsiteY31" fmla="*/ 528742 h 1695923"/>
                  <a:gd name="connsiteX32" fmla="*/ 206167 w 1330408"/>
                  <a:gd name="connsiteY32" fmla="*/ 594358 h 1695923"/>
                  <a:gd name="connsiteX33" fmla="*/ 238463 w 1330408"/>
                  <a:gd name="connsiteY33" fmla="*/ 706542 h 1695923"/>
                  <a:gd name="connsiteX34" fmla="*/ 229996 w 1330408"/>
                  <a:gd name="connsiteY34" fmla="*/ 774275 h 1695923"/>
                  <a:gd name="connsiteX35" fmla="*/ 293682 w 1330408"/>
                  <a:gd name="connsiteY35" fmla="*/ 695959 h 1695923"/>
                  <a:gd name="connsiteX36" fmla="*/ 355306 w 1330408"/>
                  <a:gd name="connsiteY36" fmla="*/ 431374 h 1695923"/>
                  <a:gd name="connsiteX37" fmla="*/ 483996 w 1330408"/>
                  <a:gd name="connsiteY37" fmla="*/ 266275 h 1695923"/>
                  <a:gd name="connsiteX38" fmla="*/ 483996 w 1330408"/>
                  <a:gd name="connsiteY38" fmla="*/ 8042 h 1695923"/>
                  <a:gd name="connsiteX39" fmla="*/ 577130 w 1330408"/>
                  <a:gd name="connsiteY39" fmla="*/ 3808 h 1695923"/>
                  <a:gd name="connsiteX0" fmla="*/ 578740 w 1330408"/>
                  <a:gd name="connsiteY0" fmla="*/ 12435 h 1715133"/>
                  <a:gd name="connsiteX1" fmla="*/ 601331 w 1330408"/>
                  <a:gd name="connsiteY1" fmla="*/ 221985 h 1715133"/>
                  <a:gd name="connsiteX2" fmla="*/ 606949 w 1330408"/>
                  <a:gd name="connsiteY2" fmla="*/ 234684 h 1715133"/>
                  <a:gd name="connsiteX3" fmla="*/ 653031 w 1330408"/>
                  <a:gd name="connsiteY3" fmla="*/ 234684 h 1715133"/>
                  <a:gd name="connsiteX4" fmla="*/ 814196 w 1330408"/>
                  <a:gd name="connsiteY4" fmla="*/ 285485 h 1715133"/>
                  <a:gd name="connsiteX5" fmla="*/ 1051676 w 1330408"/>
                  <a:gd name="connsiteY5" fmla="*/ 480218 h 1715133"/>
                  <a:gd name="connsiteX6" fmla="*/ 1127090 w 1330408"/>
                  <a:gd name="connsiteY6" fmla="*/ 795601 h 1715133"/>
                  <a:gd name="connsiteX7" fmla="*/ 1040028 w 1330408"/>
                  <a:gd name="connsiteY7" fmla="*/ 1140618 h 1715133"/>
                  <a:gd name="connsiteX8" fmla="*/ 1038376 w 1330408"/>
                  <a:gd name="connsiteY8" fmla="*/ 1420018 h 1715133"/>
                  <a:gd name="connsiteX9" fmla="*/ 1135930 w 1330408"/>
                  <a:gd name="connsiteY9" fmla="*/ 1513152 h 1715133"/>
                  <a:gd name="connsiteX10" fmla="*/ 1254463 w 1330408"/>
                  <a:gd name="connsiteY10" fmla="*/ 1530085 h 1715133"/>
                  <a:gd name="connsiteX11" fmla="*/ 1313730 w 1330408"/>
                  <a:gd name="connsiteY11" fmla="*/ 1521618 h 1715133"/>
                  <a:gd name="connsiteX12" fmla="*/ 1311707 w 1330408"/>
                  <a:gd name="connsiteY12" fmla="*/ 1699418 h 1715133"/>
                  <a:gd name="connsiteX13" fmla="*/ 1102062 w 1330408"/>
                  <a:gd name="connsiteY13" fmla="*/ 1690952 h 1715133"/>
                  <a:gd name="connsiteX14" fmla="*/ 948384 w 1330408"/>
                  <a:gd name="connsiteY14" fmla="*/ 1563953 h 1715133"/>
                  <a:gd name="connsiteX15" fmla="*/ 905680 w 1330408"/>
                  <a:gd name="connsiteY15" fmla="*/ 1216818 h 1715133"/>
                  <a:gd name="connsiteX16" fmla="*/ 989973 w 1330408"/>
                  <a:gd name="connsiteY16" fmla="*/ 861218 h 1715133"/>
                  <a:gd name="connsiteX17" fmla="*/ 960899 w 1330408"/>
                  <a:gd name="connsiteY17" fmla="*/ 615685 h 1715133"/>
                  <a:gd name="connsiteX18" fmla="*/ 792843 w 1330408"/>
                  <a:gd name="connsiteY18" fmla="*/ 446352 h 1715133"/>
                  <a:gd name="connsiteX19" fmla="*/ 578329 w 1330408"/>
                  <a:gd name="connsiteY19" fmla="*/ 427302 h 1715133"/>
                  <a:gd name="connsiteX20" fmla="*/ 464294 w 1330408"/>
                  <a:gd name="connsiteY20" fmla="*/ 537368 h 1715133"/>
                  <a:gd name="connsiteX21" fmla="*/ 452193 w 1330408"/>
                  <a:gd name="connsiteY21" fmla="*/ 729985 h 1715133"/>
                  <a:gd name="connsiteX22" fmla="*/ 543263 w 1330408"/>
                  <a:gd name="connsiteY22" fmla="*/ 810418 h 1715133"/>
                  <a:gd name="connsiteX23" fmla="*/ 678729 w 1330408"/>
                  <a:gd name="connsiteY23" fmla="*/ 979750 h 1715133"/>
                  <a:gd name="connsiteX24" fmla="*/ 716272 w 1330408"/>
                  <a:gd name="connsiteY24" fmla="*/ 1225284 h 1715133"/>
                  <a:gd name="connsiteX25" fmla="*/ 515466 w 1330408"/>
                  <a:gd name="connsiteY25" fmla="*/ 1295134 h 1715133"/>
                  <a:gd name="connsiteX26" fmla="*/ 278813 w 1330408"/>
                  <a:gd name="connsiteY26" fmla="*/ 1182952 h 1715133"/>
                  <a:gd name="connsiteX27" fmla="*/ 172301 w 1330408"/>
                  <a:gd name="connsiteY27" fmla="*/ 1051718 h 1715133"/>
                  <a:gd name="connsiteX28" fmla="*/ 123526 w 1330408"/>
                  <a:gd name="connsiteY28" fmla="*/ 873919 h 1715133"/>
                  <a:gd name="connsiteX29" fmla="*/ 8588 w 1330408"/>
                  <a:gd name="connsiteY29" fmla="*/ 789252 h 1715133"/>
                  <a:gd name="connsiteX30" fmla="*/ 23043 w 1330408"/>
                  <a:gd name="connsiteY30" fmla="*/ 596634 h 1715133"/>
                  <a:gd name="connsiteX31" fmla="*/ 139967 w 1330408"/>
                  <a:gd name="connsiteY31" fmla="*/ 547952 h 1715133"/>
                  <a:gd name="connsiteX32" fmla="*/ 206167 w 1330408"/>
                  <a:gd name="connsiteY32" fmla="*/ 613568 h 1715133"/>
                  <a:gd name="connsiteX33" fmla="*/ 238463 w 1330408"/>
                  <a:gd name="connsiteY33" fmla="*/ 725752 h 1715133"/>
                  <a:gd name="connsiteX34" fmla="*/ 229996 w 1330408"/>
                  <a:gd name="connsiteY34" fmla="*/ 793485 h 1715133"/>
                  <a:gd name="connsiteX35" fmla="*/ 293682 w 1330408"/>
                  <a:gd name="connsiteY35" fmla="*/ 715169 h 1715133"/>
                  <a:gd name="connsiteX36" fmla="*/ 355306 w 1330408"/>
                  <a:gd name="connsiteY36" fmla="*/ 450584 h 1715133"/>
                  <a:gd name="connsiteX37" fmla="*/ 483996 w 1330408"/>
                  <a:gd name="connsiteY37" fmla="*/ 285485 h 1715133"/>
                  <a:gd name="connsiteX38" fmla="*/ 483996 w 1330408"/>
                  <a:gd name="connsiteY38" fmla="*/ 27252 h 1715133"/>
                  <a:gd name="connsiteX39" fmla="*/ 578740 w 1330408"/>
                  <a:gd name="connsiteY39" fmla="*/ 12435 h 1715133"/>
                  <a:gd name="connsiteX0" fmla="*/ 578740 w 1330408"/>
                  <a:gd name="connsiteY0" fmla="*/ 3315 h 1706013"/>
                  <a:gd name="connsiteX1" fmla="*/ 601331 w 1330408"/>
                  <a:gd name="connsiteY1" fmla="*/ 212865 h 1706013"/>
                  <a:gd name="connsiteX2" fmla="*/ 606949 w 1330408"/>
                  <a:gd name="connsiteY2" fmla="*/ 225564 h 1706013"/>
                  <a:gd name="connsiteX3" fmla="*/ 653031 w 1330408"/>
                  <a:gd name="connsiteY3" fmla="*/ 225564 h 1706013"/>
                  <a:gd name="connsiteX4" fmla="*/ 814196 w 1330408"/>
                  <a:gd name="connsiteY4" fmla="*/ 276365 h 1706013"/>
                  <a:gd name="connsiteX5" fmla="*/ 1051676 w 1330408"/>
                  <a:gd name="connsiteY5" fmla="*/ 471098 h 1706013"/>
                  <a:gd name="connsiteX6" fmla="*/ 1127090 w 1330408"/>
                  <a:gd name="connsiteY6" fmla="*/ 786481 h 1706013"/>
                  <a:gd name="connsiteX7" fmla="*/ 1040028 w 1330408"/>
                  <a:gd name="connsiteY7" fmla="*/ 1131498 h 1706013"/>
                  <a:gd name="connsiteX8" fmla="*/ 1038376 w 1330408"/>
                  <a:gd name="connsiteY8" fmla="*/ 1410898 h 1706013"/>
                  <a:gd name="connsiteX9" fmla="*/ 1135930 w 1330408"/>
                  <a:gd name="connsiteY9" fmla="*/ 1504032 h 1706013"/>
                  <a:gd name="connsiteX10" fmla="*/ 1254463 w 1330408"/>
                  <a:gd name="connsiteY10" fmla="*/ 1520965 h 1706013"/>
                  <a:gd name="connsiteX11" fmla="*/ 1313730 w 1330408"/>
                  <a:gd name="connsiteY11" fmla="*/ 1512498 h 1706013"/>
                  <a:gd name="connsiteX12" fmla="*/ 1311707 w 1330408"/>
                  <a:gd name="connsiteY12" fmla="*/ 1690298 h 1706013"/>
                  <a:gd name="connsiteX13" fmla="*/ 1102062 w 1330408"/>
                  <a:gd name="connsiteY13" fmla="*/ 1681832 h 1706013"/>
                  <a:gd name="connsiteX14" fmla="*/ 948384 w 1330408"/>
                  <a:gd name="connsiteY14" fmla="*/ 1554833 h 1706013"/>
                  <a:gd name="connsiteX15" fmla="*/ 905680 w 1330408"/>
                  <a:gd name="connsiteY15" fmla="*/ 1207698 h 1706013"/>
                  <a:gd name="connsiteX16" fmla="*/ 989973 w 1330408"/>
                  <a:gd name="connsiteY16" fmla="*/ 852098 h 1706013"/>
                  <a:gd name="connsiteX17" fmla="*/ 960899 w 1330408"/>
                  <a:gd name="connsiteY17" fmla="*/ 606565 h 1706013"/>
                  <a:gd name="connsiteX18" fmla="*/ 792843 w 1330408"/>
                  <a:gd name="connsiteY18" fmla="*/ 437232 h 1706013"/>
                  <a:gd name="connsiteX19" fmla="*/ 578329 w 1330408"/>
                  <a:gd name="connsiteY19" fmla="*/ 418182 h 1706013"/>
                  <a:gd name="connsiteX20" fmla="*/ 464294 w 1330408"/>
                  <a:gd name="connsiteY20" fmla="*/ 528248 h 1706013"/>
                  <a:gd name="connsiteX21" fmla="*/ 452193 w 1330408"/>
                  <a:gd name="connsiteY21" fmla="*/ 720865 h 1706013"/>
                  <a:gd name="connsiteX22" fmla="*/ 543263 w 1330408"/>
                  <a:gd name="connsiteY22" fmla="*/ 801298 h 1706013"/>
                  <a:gd name="connsiteX23" fmla="*/ 678729 w 1330408"/>
                  <a:gd name="connsiteY23" fmla="*/ 970630 h 1706013"/>
                  <a:gd name="connsiteX24" fmla="*/ 716272 w 1330408"/>
                  <a:gd name="connsiteY24" fmla="*/ 1216164 h 1706013"/>
                  <a:gd name="connsiteX25" fmla="*/ 515466 w 1330408"/>
                  <a:gd name="connsiteY25" fmla="*/ 1286014 h 1706013"/>
                  <a:gd name="connsiteX26" fmla="*/ 278813 w 1330408"/>
                  <a:gd name="connsiteY26" fmla="*/ 1173832 h 1706013"/>
                  <a:gd name="connsiteX27" fmla="*/ 172301 w 1330408"/>
                  <a:gd name="connsiteY27" fmla="*/ 1042598 h 1706013"/>
                  <a:gd name="connsiteX28" fmla="*/ 123526 w 1330408"/>
                  <a:gd name="connsiteY28" fmla="*/ 864799 h 1706013"/>
                  <a:gd name="connsiteX29" fmla="*/ 8588 w 1330408"/>
                  <a:gd name="connsiteY29" fmla="*/ 780132 h 1706013"/>
                  <a:gd name="connsiteX30" fmla="*/ 23043 w 1330408"/>
                  <a:gd name="connsiteY30" fmla="*/ 587514 h 1706013"/>
                  <a:gd name="connsiteX31" fmla="*/ 139967 w 1330408"/>
                  <a:gd name="connsiteY31" fmla="*/ 538832 h 1706013"/>
                  <a:gd name="connsiteX32" fmla="*/ 206167 w 1330408"/>
                  <a:gd name="connsiteY32" fmla="*/ 604448 h 1706013"/>
                  <a:gd name="connsiteX33" fmla="*/ 238463 w 1330408"/>
                  <a:gd name="connsiteY33" fmla="*/ 716632 h 1706013"/>
                  <a:gd name="connsiteX34" fmla="*/ 229996 w 1330408"/>
                  <a:gd name="connsiteY34" fmla="*/ 784365 h 1706013"/>
                  <a:gd name="connsiteX35" fmla="*/ 293682 w 1330408"/>
                  <a:gd name="connsiteY35" fmla="*/ 706049 h 1706013"/>
                  <a:gd name="connsiteX36" fmla="*/ 355306 w 1330408"/>
                  <a:gd name="connsiteY36" fmla="*/ 441464 h 1706013"/>
                  <a:gd name="connsiteX37" fmla="*/ 483996 w 1330408"/>
                  <a:gd name="connsiteY37" fmla="*/ 276365 h 1706013"/>
                  <a:gd name="connsiteX38" fmla="*/ 483996 w 1330408"/>
                  <a:gd name="connsiteY38" fmla="*/ 18132 h 1706013"/>
                  <a:gd name="connsiteX39" fmla="*/ 578740 w 1330408"/>
                  <a:gd name="connsiteY39" fmla="*/ 3315 h 1706013"/>
                  <a:gd name="connsiteX0" fmla="*/ 578740 w 1330408"/>
                  <a:gd name="connsiteY0" fmla="*/ 14587 h 1717285"/>
                  <a:gd name="connsiteX1" fmla="*/ 601331 w 1330408"/>
                  <a:gd name="connsiteY1" fmla="*/ 224137 h 1717285"/>
                  <a:gd name="connsiteX2" fmla="*/ 606949 w 1330408"/>
                  <a:gd name="connsiteY2" fmla="*/ 236836 h 1717285"/>
                  <a:gd name="connsiteX3" fmla="*/ 653031 w 1330408"/>
                  <a:gd name="connsiteY3" fmla="*/ 236836 h 1717285"/>
                  <a:gd name="connsiteX4" fmla="*/ 814196 w 1330408"/>
                  <a:gd name="connsiteY4" fmla="*/ 287637 h 1717285"/>
                  <a:gd name="connsiteX5" fmla="*/ 1051676 w 1330408"/>
                  <a:gd name="connsiteY5" fmla="*/ 482370 h 1717285"/>
                  <a:gd name="connsiteX6" fmla="*/ 1127090 w 1330408"/>
                  <a:gd name="connsiteY6" fmla="*/ 797753 h 1717285"/>
                  <a:gd name="connsiteX7" fmla="*/ 1040028 w 1330408"/>
                  <a:gd name="connsiteY7" fmla="*/ 1142770 h 1717285"/>
                  <a:gd name="connsiteX8" fmla="*/ 1038376 w 1330408"/>
                  <a:gd name="connsiteY8" fmla="*/ 1422170 h 1717285"/>
                  <a:gd name="connsiteX9" fmla="*/ 1135930 w 1330408"/>
                  <a:gd name="connsiteY9" fmla="*/ 1515304 h 1717285"/>
                  <a:gd name="connsiteX10" fmla="*/ 1254463 w 1330408"/>
                  <a:gd name="connsiteY10" fmla="*/ 1532237 h 1717285"/>
                  <a:gd name="connsiteX11" fmla="*/ 1313730 w 1330408"/>
                  <a:gd name="connsiteY11" fmla="*/ 1523770 h 1717285"/>
                  <a:gd name="connsiteX12" fmla="*/ 1311707 w 1330408"/>
                  <a:gd name="connsiteY12" fmla="*/ 1701570 h 1717285"/>
                  <a:gd name="connsiteX13" fmla="*/ 1102062 w 1330408"/>
                  <a:gd name="connsiteY13" fmla="*/ 1693104 h 1717285"/>
                  <a:gd name="connsiteX14" fmla="*/ 948384 w 1330408"/>
                  <a:gd name="connsiteY14" fmla="*/ 1566105 h 1717285"/>
                  <a:gd name="connsiteX15" fmla="*/ 905680 w 1330408"/>
                  <a:gd name="connsiteY15" fmla="*/ 1218970 h 1717285"/>
                  <a:gd name="connsiteX16" fmla="*/ 989973 w 1330408"/>
                  <a:gd name="connsiteY16" fmla="*/ 863370 h 1717285"/>
                  <a:gd name="connsiteX17" fmla="*/ 960899 w 1330408"/>
                  <a:gd name="connsiteY17" fmla="*/ 617837 h 1717285"/>
                  <a:gd name="connsiteX18" fmla="*/ 792843 w 1330408"/>
                  <a:gd name="connsiteY18" fmla="*/ 448504 h 1717285"/>
                  <a:gd name="connsiteX19" fmla="*/ 578329 w 1330408"/>
                  <a:gd name="connsiteY19" fmla="*/ 429454 h 1717285"/>
                  <a:gd name="connsiteX20" fmla="*/ 464294 w 1330408"/>
                  <a:gd name="connsiteY20" fmla="*/ 539520 h 1717285"/>
                  <a:gd name="connsiteX21" fmla="*/ 452193 w 1330408"/>
                  <a:gd name="connsiteY21" fmla="*/ 732137 h 1717285"/>
                  <a:gd name="connsiteX22" fmla="*/ 543263 w 1330408"/>
                  <a:gd name="connsiteY22" fmla="*/ 812570 h 1717285"/>
                  <a:gd name="connsiteX23" fmla="*/ 678729 w 1330408"/>
                  <a:gd name="connsiteY23" fmla="*/ 981902 h 1717285"/>
                  <a:gd name="connsiteX24" fmla="*/ 716272 w 1330408"/>
                  <a:gd name="connsiteY24" fmla="*/ 1227436 h 1717285"/>
                  <a:gd name="connsiteX25" fmla="*/ 515466 w 1330408"/>
                  <a:gd name="connsiteY25" fmla="*/ 1297286 h 1717285"/>
                  <a:gd name="connsiteX26" fmla="*/ 278813 w 1330408"/>
                  <a:gd name="connsiteY26" fmla="*/ 1185104 h 1717285"/>
                  <a:gd name="connsiteX27" fmla="*/ 172301 w 1330408"/>
                  <a:gd name="connsiteY27" fmla="*/ 1053870 h 1717285"/>
                  <a:gd name="connsiteX28" fmla="*/ 123526 w 1330408"/>
                  <a:gd name="connsiteY28" fmla="*/ 876071 h 1717285"/>
                  <a:gd name="connsiteX29" fmla="*/ 8588 w 1330408"/>
                  <a:gd name="connsiteY29" fmla="*/ 791404 h 1717285"/>
                  <a:gd name="connsiteX30" fmla="*/ 23043 w 1330408"/>
                  <a:gd name="connsiteY30" fmla="*/ 598786 h 1717285"/>
                  <a:gd name="connsiteX31" fmla="*/ 139967 w 1330408"/>
                  <a:gd name="connsiteY31" fmla="*/ 550104 h 1717285"/>
                  <a:gd name="connsiteX32" fmla="*/ 206167 w 1330408"/>
                  <a:gd name="connsiteY32" fmla="*/ 615720 h 1717285"/>
                  <a:gd name="connsiteX33" fmla="*/ 238463 w 1330408"/>
                  <a:gd name="connsiteY33" fmla="*/ 727904 h 1717285"/>
                  <a:gd name="connsiteX34" fmla="*/ 229996 w 1330408"/>
                  <a:gd name="connsiteY34" fmla="*/ 795637 h 1717285"/>
                  <a:gd name="connsiteX35" fmla="*/ 293682 w 1330408"/>
                  <a:gd name="connsiteY35" fmla="*/ 717321 h 1717285"/>
                  <a:gd name="connsiteX36" fmla="*/ 355306 w 1330408"/>
                  <a:gd name="connsiteY36" fmla="*/ 452736 h 1717285"/>
                  <a:gd name="connsiteX37" fmla="*/ 483996 w 1330408"/>
                  <a:gd name="connsiteY37" fmla="*/ 287637 h 1717285"/>
                  <a:gd name="connsiteX38" fmla="*/ 495272 w 1330408"/>
                  <a:gd name="connsiteY38" fmla="*/ 29404 h 1717285"/>
                  <a:gd name="connsiteX39" fmla="*/ 578740 w 1330408"/>
                  <a:gd name="connsiteY39" fmla="*/ 14587 h 1717285"/>
                  <a:gd name="connsiteX0" fmla="*/ 578740 w 1330408"/>
                  <a:gd name="connsiteY0" fmla="*/ 4252 h 1706950"/>
                  <a:gd name="connsiteX1" fmla="*/ 601331 w 1330408"/>
                  <a:gd name="connsiteY1" fmla="*/ 213802 h 1706950"/>
                  <a:gd name="connsiteX2" fmla="*/ 606949 w 1330408"/>
                  <a:gd name="connsiteY2" fmla="*/ 226501 h 1706950"/>
                  <a:gd name="connsiteX3" fmla="*/ 653031 w 1330408"/>
                  <a:gd name="connsiteY3" fmla="*/ 226501 h 1706950"/>
                  <a:gd name="connsiteX4" fmla="*/ 814196 w 1330408"/>
                  <a:gd name="connsiteY4" fmla="*/ 277302 h 1706950"/>
                  <a:gd name="connsiteX5" fmla="*/ 1051676 w 1330408"/>
                  <a:gd name="connsiteY5" fmla="*/ 472035 h 1706950"/>
                  <a:gd name="connsiteX6" fmla="*/ 1127090 w 1330408"/>
                  <a:gd name="connsiteY6" fmla="*/ 787418 h 1706950"/>
                  <a:gd name="connsiteX7" fmla="*/ 1040028 w 1330408"/>
                  <a:gd name="connsiteY7" fmla="*/ 1132435 h 1706950"/>
                  <a:gd name="connsiteX8" fmla="*/ 1038376 w 1330408"/>
                  <a:gd name="connsiteY8" fmla="*/ 1411835 h 1706950"/>
                  <a:gd name="connsiteX9" fmla="*/ 1135930 w 1330408"/>
                  <a:gd name="connsiteY9" fmla="*/ 1504969 h 1706950"/>
                  <a:gd name="connsiteX10" fmla="*/ 1254463 w 1330408"/>
                  <a:gd name="connsiteY10" fmla="*/ 1521902 h 1706950"/>
                  <a:gd name="connsiteX11" fmla="*/ 1313730 w 1330408"/>
                  <a:gd name="connsiteY11" fmla="*/ 1513435 h 1706950"/>
                  <a:gd name="connsiteX12" fmla="*/ 1311707 w 1330408"/>
                  <a:gd name="connsiteY12" fmla="*/ 1691235 h 1706950"/>
                  <a:gd name="connsiteX13" fmla="*/ 1102062 w 1330408"/>
                  <a:gd name="connsiteY13" fmla="*/ 1682769 h 1706950"/>
                  <a:gd name="connsiteX14" fmla="*/ 948384 w 1330408"/>
                  <a:gd name="connsiteY14" fmla="*/ 1555770 h 1706950"/>
                  <a:gd name="connsiteX15" fmla="*/ 905680 w 1330408"/>
                  <a:gd name="connsiteY15" fmla="*/ 1208635 h 1706950"/>
                  <a:gd name="connsiteX16" fmla="*/ 989973 w 1330408"/>
                  <a:gd name="connsiteY16" fmla="*/ 853035 h 1706950"/>
                  <a:gd name="connsiteX17" fmla="*/ 960899 w 1330408"/>
                  <a:gd name="connsiteY17" fmla="*/ 607502 h 1706950"/>
                  <a:gd name="connsiteX18" fmla="*/ 792843 w 1330408"/>
                  <a:gd name="connsiteY18" fmla="*/ 438169 h 1706950"/>
                  <a:gd name="connsiteX19" fmla="*/ 578329 w 1330408"/>
                  <a:gd name="connsiteY19" fmla="*/ 419119 h 1706950"/>
                  <a:gd name="connsiteX20" fmla="*/ 464294 w 1330408"/>
                  <a:gd name="connsiteY20" fmla="*/ 529185 h 1706950"/>
                  <a:gd name="connsiteX21" fmla="*/ 452193 w 1330408"/>
                  <a:gd name="connsiteY21" fmla="*/ 721802 h 1706950"/>
                  <a:gd name="connsiteX22" fmla="*/ 543263 w 1330408"/>
                  <a:gd name="connsiteY22" fmla="*/ 802235 h 1706950"/>
                  <a:gd name="connsiteX23" fmla="*/ 678729 w 1330408"/>
                  <a:gd name="connsiteY23" fmla="*/ 971567 h 1706950"/>
                  <a:gd name="connsiteX24" fmla="*/ 716272 w 1330408"/>
                  <a:gd name="connsiteY24" fmla="*/ 1217101 h 1706950"/>
                  <a:gd name="connsiteX25" fmla="*/ 515466 w 1330408"/>
                  <a:gd name="connsiteY25" fmla="*/ 1286951 h 1706950"/>
                  <a:gd name="connsiteX26" fmla="*/ 278813 w 1330408"/>
                  <a:gd name="connsiteY26" fmla="*/ 1174769 h 1706950"/>
                  <a:gd name="connsiteX27" fmla="*/ 172301 w 1330408"/>
                  <a:gd name="connsiteY27" fmla="*/ 1043535 h 1706950"/>
                  <a:gd name="connsiteX28" fmla="*/ 123526 w 1330408"/>
                  <a:gd name="connsiteY28" fmla="*/ 865736 h 1706950"/>
                  <a:gd name="connsiteX29" fmla="*/ 8588 w 1330408"/>
                  <a:gd name="connsiteY29" fmla="*/ 781069 h 1706950"/>
                  <a:gd name="connsiteX30" fmla="*/ 23043 w 1330408"/>
                  <a:gd name="connsiteY30" fmla="*/ 588451 h 1706950"/>
                  <a:gd name="connsiteX31" fmla="*/ 139967 w 1330408"/>
                  <a:gd name="connsiteY31" fmla="*/ 539769 h 1706950"/>
                  <a:gd name="connsiteX32" fmla="*/ 206167 w 1330408"/>
                  <a:gd name="connsiteY32" fmla="*/ 605385 h 1706950"/>
                  <a:gd name="connsiteX33" fmla="*/ 238463 w 1330408"/>
                  <a:gd name="connsiteY33" fmla="*/ 717569 h 1706950"/>
                  <a:gd name="connsiteX34" fmla="*/ 229996 w 1330408"/>
                  <a:gd name="connsiteY34" fmla="*/ 785302 h 1706950"/>
                  <a:gd name="connsiteX35" fmla="*/ 293682 w 1330408"/>
                  <a:gd name="connsiteY35" fmla="*/ 706986 h 1706950"/>
                  <a:gd name="connsiteX36" fmla="*/ 355306 w 1330408"/>
                  <a:gd name="connsiteY36" fmla="*/ 442401 h 1706950"/>
                  <a:gd name="connsiteX37" fmla="*/ 483996 w 1330408"/>
                  <a:gd name="connsiteY37" fmla="*/ 277302 h 1706950"/>
                  <a:gd name="connsiteX38" fmla="*/ 495272 w 1330408"/>
                  <a:gd name="connsiteY38" fmla="*/ 19069 h 1706950"/>
                  <a:gd name="connsiteX39" fmla="*/ 578740 w 1330408"/>
                  <a:gd name="connsiteY39" fmla="*/ 4252 h 1706950"/>
                  <a:gd name="connsiteX0" fmla="*/ 561021 w 1330408"/>
                  <a:gd name="connsiteY0" fmla="*/ 13171 h 1715869"/>
                  <a:gd name="connsiteX1" fmla="*/ 601331 w 1330408"/>
                  <a:gd name="connsiteY1" fmla="*/ 222721 h 1715869"/>
                  <a:gd name="connsiteX2" fmla="*/ 606949 w 1330408"/>
                  <a:gd name="connsiteY2" fmla="*/ 235420 h 1715869"/>
                  <a:gd name="connsiteX3" fmla="*/ 653031 w 1330408"/>
                  <a:gd name="connsiteY3" fmla="*/ 235420 h 1715869"/>
                  <a:gd name="connsiteX4" fmla="*/ 814196 w 1330408"/>
                  <a:gd name="connsiteY4" fmla="*/ 286221 h 1715869"/>
                  <a:gd name="connsiteX5" fmla="*/ 1051676 w 1330408"/>
                  <a:gd name="connsiteY5" fmla="*/ 480954 h 1715869"/>
                  <a:gd name="connsiteX6" fmla="*/ 1127090 w 1330408"/>
                  <a:gd name="connsiteY6" fmla="*/ 796337 h 1715869"/>
                  <a:gd name="connsiteX7" fmla="*/ 1040028 w 1330408"/>
                  <a:gd name="connsiteY7" fmla="*/ 1141354 h 1715869"/>
                  <a:gd name="connsiteX8" fmla="*/ 1038376 w 1330408"/>
                  <a:gd name="connsiteY8" fmla="*/ 1420754 h 1715869"/>
                  <a:gd name="connsiteX9" fmla="*/ 1135930 w 1330408"/>
                  <a:gd name="connsiteY9" fmla="*/ 1513888 h 1715869"/>
                  <a:gd name="connsiteX10" fmla="*/ 1254463 w 1330408"/>
                  <a:gd name="connsiteY10" fmla="*/ 1530821 h 1715869"/>
                  <a:gd name="connsiteX11" fmla="*/ 1313730 w 1330408"/>
                  <a:gd name="connsiteY11" fmla="*/ 1522354 h 1715869"/>
                  <a:gd name="connsiteX12" fmla="*/ 1311707 w 1330408"/>
                  <a:gd name="connsiteY12" fmla="*/ 1700154 h 1715869"/>
                  <a:gd name="connsiteX13" fmla="*/ 1102062 w 1330408"/>
                  <a:gd name="connsiteY13" fmla="*/ 1691688 h 1715869"/>
                  <a:gd name="connsiteX14" fmla="*/ 948384 w 1330408"/>
                  <a:gd name="connsiteY14" fmla="*/ 1564689 h 1715869"/>
                  <a:gd name="connsiteX15" fmla="*/ 905680 w 1330408"/>
                  <a:gd name="connsiteY15" fmla="*/ 1217554 h 1715869"/>
                  <a:gd name="connsiteX16" fmla="*/ 989973 w 1330408"/>
                  <a:gd name="connsiteY16" fmla="*/ 861954 h 1715869"/>
                  <a:gd name="connsiteX17" fmla="*/ 960899 w 1330408"/>
                  <a:gd name="connsiteY17" fmla="*/ 616421 h 1715869"/>
                  <a:gd name="connsiteX18" fmla="*/ 792843 w 1330408"/>
                  <a:gd name="connsiteY18" fmla="*/ 447088 h 1715869"/>
                  <a:gd name="connsiteX19" fmla="*/ 578329 w 1330408"/>
                  <a:gd name="connsiteY19" fmla="*/ 428038 h 1715869"/>
                  <a:gd name="connsiteX20" fmla="*/ 464294 w 1330408"/>
                  <a:gd name="connsiteY20" fmla="*/ 538104 h 1715869"/>
                  <a:gd name="connsiteX21" fmla="*/ 452193 w 1330408"/>
                  <a:gd name="connsiteY21" fmla="*/ 730721 h 1715869"/>
                  <a:gd name="connsiteX22" fmla="*/ 543263 w 1330408"/>
                  <a:gd name="connsiteY22" fmla="*/ 811154 h 1715869"/>
                  <a:gd name="connsiteX23" fmla="*/ 678729 w 1330408"/>
                  <a:gd name="connsiteY23" fmla="*/ 980486 h 1715869"/>
                  <a:gd name="connsiteX24" fmla="*/ 716272 w 1330408"/>
                  <a:gd name="connsiteY24" fmla="*/ 1226020 h 1715869"/>
                  <a:gd name="connsiteX25" fmla="*/ 515466 w 1330408"/>
                  <a:gd name="connsiteY25" fmla="*/ 1295870 h 1715869"/>
                  <a:gd name="connsiteX26" fmla="*/ 278813 w 1330408"/>
                  <a:gd name="connsiteY26" fmla="*/ 1183688 h 1715869"/>
                  <a:gd name="connsiteX27" fmla="*/ 172301 w 1330408"/>
                  <a:gd name="connsiteY27" fmla="*/ 1052454 h 1715869"/>
                  <a:gd name="connsiteX28" fmla="*/ 123526 w 1330408"/>
                  <a:gd name="connsiteY28" fmla="*/ 874655 h 1715869"/>
                  <a:gd name="connsiteX29" fmla="*/ 8588 w 1330408"/>
                  <a:gd name="connsiteY29" fmla="*/ 789988 h 1715869"/>
                  <a:gd name="connsiteX30" fmla="*/ 23043 w 1330408"/>
                  <a:gd name="connsiteY30" fmla="*/ 597370 h 1715869"/>
                  <a:gd name="connsiteX31" fmla="*/ 139967 w 1330408"/>
                  <a:gd name="connsiteY31" fmla="*/ 548688 h 1715869"/>
                  <a:gd name="connsiteX32" fmla="*/ 206167 w 1330408"/>
                  <a:gd name="connsiteY32" fmla="*/ 614304 h 1715869"/>
                  <a:gd name="connsiteX33" fmla="*/ 238463 w 1330408"/>
                  <a:gd name="connsiteY33" fmla="*/ 726488 h 1715869"/>
                  <a:gd name="connsiteX34" fmla="*/ 229996 w 1330408"/>
                  <a:gd name="connsiteY34" fmla="*/ 794221 h 1715869"/>
                  <a:gd name="connsiteX35" fmla="*/ 293682 w 1330408"/>
                  <a:gd name="connsiteY35" fmla="*/ 715905 h 1715869"/>
                  <a:gd name="connsiteX36" fmla="*/ 355306 w 1330408"/>
                  <a:gd name="connsiteY36" fmla="*/ 451320 h 1715869"/>
                  <a:gd name="connsiteX37" fmla="*/ 483996 w 1330408"/>
                  <a:gd name="connsiteY37" fmla="*/ 286221 h 1715869"/>
                  <a:gd name="connsiteX38" fmla="*/ 495272 w 1330408"/>
                  <a:gd name="connsiteY38" fmla="*/ 27988 h 1715869"/>
                  <a:gd name="connsiteX39" fmla="*/ 561021 w 1330408"/>
                  <a:gd name="connsiteY39" fmla="*/ 13171 h 1715869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53031 w 1330408"/>
                  <a:gd name="connsiteY3" fmla="*/ 244409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23930 w 1330408"/>
                  <a:gd name="connsiteY16" fmla="*/ 883643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44819 w 1330408"/>
                  <a:gd name="connsiteY8" fmla="*/ 1453027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35930 w 1330408"/>
                  <a:gd name="connsiteY9" fmla="*/ 1522877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26265 w 1330408"/>
                  <a:gd name="connsiteY9" fmla="*/ 1512294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46913"/>
                  <a:gd name="connsiteY0" fmla="*/ 22160 h 1758770"/>
                  <a:gd name="connsiteX1" fmla="*/ 585223 w 1346913"/>
                  <a:gd name="connsiteY1" fmla="*/ 231710 h 1758770"/>
                  <a:gd name="connsiteX2" fmla="*/ 606949 w 1346913"/>
                  <a:gd name="connsiteY2" fmla="*/ 244409 h 1758770"/>
                  <a:gd name="connsiteX3" fmla="*/ 696521 w 1346913"/>
                  <a:gd name="connsiteY3" fmla="*/ 242292 h 1758770"/>
                  <a:gd name="connsiteX4" fmla="*/ 872185 w 1346913"/>
                  <a:gd name="connsiteY4" fmla="*/ 299442 h 1758770"/>
                  <a:gd name="connsiteX5" fmla="*/ 1011405 w 1346913"/>
                  <a:gd name="connsiteY5" fmla="*/ 498409 h 1758770"/>
                  <a:gd name="connsiteX6" fmla="*/ 1040106 w 1346913"/>
                  <a:gd name="connsiteY6" fmla="*/ 822259 h 1758770"/>
                  <a:gd name="connsiteX7" fmla="*/ 1040028 w 1346913"/>
                  <a:gd name="connsiteY7" fmla="*/ 1150343 h 1758770"/>
                  <a:gd name="connsiteX8" fmla="*/ 1044819 w 1346913"/>
                  <a:gd name="connsiteY8" fmla="*/ 1453027 h 1758770"/>
                  <a:gd name="connsiteX9" fmla="*/ 1126265 w 1346913"/>
                  <a:gd name="connsiteY9" fmla="*/ 1512294 h 1758770"/>
                  <a:gd name="connsiteX10" fmla="*/ 1254463 w 1346913"/>
                  <a:gd name="connsiteY10" fmla="*/ 1539810 h 1758770"/>
                  <a:gd name="connsiteX11" fmla="*/ 1313730 w 1346913"/>
                  <a:gd name="connsiteY11" fmla="*/ 1531343 h 1758770"/>
                  <a:gd name="connsiteX12" fmla="*/ 1311707 w 1346913"/>
                  <a:gd name="connsiteY12" fmla="*/ 1709143 h 1758770"/>
                  <a:gd name="connsiteX13" fmla="*/ 876549 w 1346913"/>
                  <a:gd name="connsiteY13" fmla="*/ 1749361 h 1758770"/>
                  <a:gd name="connsiteX14" fmla="*/ 937109 w 1346913"/>
                  <a:gd name="connsiteY14" fmla="*/ 1558862 h 1758770"/>
                  <a:gd name="connsiteX15" fmla="*/ 905680 w 1346913"/>
                  <a:gd name="connsiteY15" fmla="*/ 1226543 h 1758770"/>
                  <a:gd name="connsiteX16" fmla="*/ 904600 w 1346913"/>
                  <a:gd name="connsiteY16" fmla="*/ 887877 h 1758770"/>
                  <a:gd name="connsiteX17" fmla="*/ 867472 w 1346913"/>
                  <a:gd name="connsiteY17" fmla="*/ 540742 h 1758770"/>
                  <a:gd name="connsiteX18" fmla="*/ 759017 w 1346913"/>
                  <a:gd name="connsiteY18" fmla="*/ 403160 h 1758770"/>
                  <a:gd name="connsiteX19" fmla="*/ 571886 w 1346913"/>
                  <a:gd name="connsiteY19" fmla="*/ 413744 h 1758770"/>
                  <a:gd name="connsiteX20" fmla="*/ 464294 w 1346913"/>
                  <a:gd name="connsiteY20" fmla="*/ 547093 h 1758770"/>
                  <a:gd name="connsiteX21" fmla="*/ 452193 w 1346913"/>
                  <a:gd name="connsiteY21" fmla="*/ 739710 h 1758770"/>
                  <a:gd name="connsiteX22" fmla="*/ 543263 w 1346913"/>
                  <a:gd name="connsiteY22" fmla="*/ 820143 h 1758770"/>
                  <a:gd name="connsiteX23" fmla="*/ 678729 w 1346913"/>
                  <a:gd name="connsiteY23" fmla="*/ 989475 h 1758770"/>
                  <a:gd name="connsiteX24" fmla="*/ 716272 w 1346913"/>
                  <a:gd name="connsiteY24" fmla="*/ 1235009 h 1758770"/>
                  <a:gd name="connsiteX25" fmla="*/ 515466 w 1346913"/>
                  <a:gd name="connsiteY25" fmla="*/ 1304859 h 1758770"/>
                  <a:gd name="connsiteX26" fmla="*/ 278813 w 1346913"/>
                  <a:gd name="connsiteY26" fmla="*/ 1192677 h 1758770"/>
                  <a:gd name="connsiteX27" fmla="*/ 172301 w 1346913"/>
                  <a:gd name="connsiteY27" fmla="*/ 1061443 h 1758770"/>
                  <a:gd name="connsiteX28" fmla="*/ 123526 w 1346913"/>
                  <a:gd name="connsiteY28" fmla="*/ 883644 h 1758770"/>
                  <a:gd name="connsiteX29" fmla="*/ 8588 w 1346913"/>
                  <a:gd name="connsiteY29" fmla="*/ 798977 h 1758770"/>
                  <a:gd name="connsiteX30" fmla="*/ 23043 w 1346913"/>
                  <a:gd name="connsiteY30" fmla="*/ 606359 h 1758770"/>
                  <a:gd name="connsiteX31" fmla="*/ 139967 w 1346913"/>
                  <a:gd name="connsiteY31" fmla="*/ 557677 h 1758770"/>
                  <a:gd name="connsiteX32" fmla="*/ 206167 w 1346913"/>
                  <a:gd name="connsiteY32" fmla="*/ 623293 h 1758770"/>
                  <a:gd name="connsiteX33" fmla="*/ 238463 w 1346913"/>
                  <a:gd name="connsiteY33" fmla="*/ 735477 h 1758770"/>
                  <a:gd name="connsiteX34" fmla="*/ 229996 w 1346913"/>
                  <a:gd name="connsiteY34" fmla="*/ 803210 h 1758770"/>
                  <a:gd name="connsiteX35" fmla="*/ 293682 w 1346913"/>
                  <a:gd name="connsiteY35" fmla="*/ 724894 h 1758770"/>
                  <a:gd name="connsiteX36" fmla="*/ 355306 w 1346913"/>
                  <a:gd name="connsiteY36" fmla="*/ 460309 h 1758770"/>
                  <a:gd name="connsiteX37" fmla="*/ 483996 w 1346913"/>
                  <a:gd name="connsiteY37" fmla="*/ 295210 h 1758770"/>
                  <a:gd name="connsiteX38" fmla="*/ 495272 w 1346913"/>
                  <a:gd name="connsiteY38" fmla="*/ 36977 h 1758770"/>
                  <a:gd name="connsiteX39" fmla="*/ 561021 w 1346913"/>
                  <a:gd name="connsiteY39" fmla="*/ 22160 h 1758770"/>
                  <a:gd name="connsiteX0" fmla="*/ 561021 w 1346913"/>
                  <a:gd name="connsiteY0" fmla="*/ 22160 h 1758619"/>
                  <a:gd name="connsiteX1" fmla="*/ 585223 w 1346913"/>
                  <a:gd name="connsiteY1" fmla="*/ 231710 h 1758619"/>
                  <a:gd name="connsiteX2" fmla="*/ 606949 w 1346913"/>
                  <a:gd name="connsiteY2" fmla="*/ 244409 h 1758619"/>
                  <a:gd name="connsiteX3" fmla="*/ 696521 w 1346913"/>
                  <a:gd name="connsiteY3" fmla="*/ 242292 h 1758619"/>
                  <a:gd name="connsiteX4" fmla="*/ 872185 w 1346913"/>
                  <a:gd name="connsiteY4" fmla="*/ 299442 h 1758619"/>
                  <a:gd name="connsiteX5" fmla="*/ 1011405 w 1346913"/>
                  <a:gd name="connsiteY5" fmla="*/ 498409 h 1758619"/>
                  <a:gd name="connsiteX6" fmla="*/ 1040106 w 1346913"/>
                  <a:gd name="connsiteY6" fmla="*/ 822259 h 1758619"/>
                  <a:gd name="connsiteX7" fmla="*/ 1040028 w 1346913"/>
                  <a:gd name="connsiteY7" fmla="*/ 1150343 h 1758619"/>
                  <a:gd name="connsiteX8" fmla="*/ 1044819 w 1346913"/>
                  <a:gd name="connsiteY8" fmla="*/ 1453027 h 1758619"/>
                  <a:gd name="connsiteX9" fmla="*/ 1126265 w 1346913"/>
                  <a:gd name="connsiteY9" fmla="*/ 1512294 h 1758619"/>
                  <a:gd name="connsiteX10" fmla="*/ 1254463 w 1346913"/>
                  <a:gd name="connsiteY10" fmla="*/ 1539810 h 1758619"/>
                  <a:gd name="connsiteX11" fmla="*/ 1313730 w 1346913"/>
                  <a:gd name="connsiteY11" fmla="*/ 1531343 h 1758619"/>
                  <a:gd name="connsiteX12" fmla="*/ 1311707 w 1346913"/>
                  <a:gd name="connsiteY12" fmla="*/ 1709143 h 1758619"/>
                  <a:gd name="connsiteX13" fmla="*/ 876549 w 1346913"/>
                  <a:gd name="connsiteY13" fmla="*/ 1749361 h 1758619"/>
                  <a:gd name="connsiteX14" fmla="*/ 900061 w 1346913"/>
                  <a:gd name="connsiteY14" fmla="*/ 1560979 h 1758619"/>
                  <a:gd name="connsiteX15" fmla="*/ 905680 w 1346913"/>
                  <a:gd name="connsiteY15" fmla="*/ 1226543 h 1758619"/>
                  <a:gd name="connsiteX16" fmla="*/ 904600 w 1346913"/>
                  <a:gd name="connsiteY16" fmla="*/ 887877 h 1758619"/>
                  <a:gd name="connsiteX17" fmla="*/ 867472 w 1346913"/>
                  <a:gd name="connsiteY17" fmla="*/ 540742 h 1758619"/>
                  <a:gd name="connsiteX18" fmla="*/ 759017 w 1346913"/>
                  <a:gd name="connsiteY18" fmla="*/ 403160 h 1758619"/>
                  <a:gd name="connsiteX19" fmla="*/ 571886 w 1346913"/>
                  <a:gd name="connsiteY19" fmla="*/ 413744 h 1758619"/>
                  <a:gd name="connsiteX20" fmla="*/ 464294 w 1346913"/>
                  <a:gd name="connsiteY20" fmla="*/ 547093 h 1758619"/>
                  <a:gd name="connsiteX21" fmla="*/ 452193 w 1346913"/>
                  <a:gd name="connsiteY21" fmla="*/ 739710 h 1758619"/>
                  <a:gd name="connsiteX22" fmla="*/ 543263 w 1346913"/>
                  <a:gd name="connsiteY22" fmla="*/ 820143 h 1758619"/>
                  <a:gd name="connsiteX23" fmla="*/ 678729 w 1346913"/>
                  <a:gd name="connsiteY23" fmla="*/ 989475 h 1758619"/>
                  <a:gd name="connsiteX24" fmla="*/ 716272 w 1346913"/>
                  <a:gd name="connsiteY24" fmla="*/ 1235009 h 1758619"/>
                  <a:gd name="connsiteX25" fmla="*/ 515466 w 1346913"/>
                  <a:gd name="connsiteY25" fmla="*/ 1304859 h 1758619"/>
                  <a:gd name="connsiteX26" fmla="*/ 278813 w 1346913"/>
                  <a:gd name="connsiteY26" fmla="*/ 1192677 h 1758619"/>
                  <a:gd name="connsiteX27" fmla="*/ 172301 w 1346913"/>
                  <a:gd name="connsiteY27" fmla="*/ 1061443 h 1758619"/>
                  <a:gd name="connsiteX28" fmla="*/ 123526 w 1346913"/>
                  <a:gd name="connsiteY28" fmla="*/ 883644 h 1758619"/>
                  <a:gd name="connsiteX29" fmla="*/ 8588 w 1346913"/>
                  <a:gd name="connsiteY29" fmla="*/ 798977 h 1758619"/>
                  <a:gd name="connsiteX30" fmla="*/ 23043 w 1346913"/>
                  <a:gd name="connsiteY30" fmla="*/ 606359 h 1758619"/>
                  <a:gd name="connsiteX31" fmla="*/ 139967 w 1346913"/>
                  <a:gd name="connsiteY31" fmla="*/ 557677 h 1758619"/>
                  <a:gd name="connsiteX32" fmla="*/ 206167 w 1346913"/>
                  <a:gd name="connsiteY32" fmla="*/ 623293 h 1758619"/>
                  <a:gd name="connsiteX33" fmla="*/ 238463 w 1346913"/>
                  <a:gd name="connsiteY33" fmla="*/ 735477 h 1758619"/>
                  <a:gd name="connsiteX34" fmla="*/ 229996 w 1346913"/>
                  <a:gd name="connsiteY34" fmla="*/ 803210 h 1758619"/>
                  <a:gd name="connsiteX35" fmla="*/ 293682 w 1346913"/>
                  <a:gd name="connsiteY35" fmla="*/ 724894 h 1758619"/>
                  <a:gd name="connsiteX36" fmla="*/ 355306 w 1346913"/>
                  <a:gd name="connsiteY36" fmla="*/ 460309 h 1758619"/>
                  <a:gd name="connsiteX37" fmla="*/ 483996 w 1346913"/>
                  <a:gd name="connsiteY37" fmla="*/ 295210 h 1758619"/>
                  <a:gd name="connsiteX38" fmla="*/ 495272 w 1346913"/>
                  <a:gd name="connsiteY38" fmla="*/ 36977 h 1758619"/>
                  <a:gd name="connsiteX39" fmla="*/ 561021 w 1346913"/>
                  <a:gd name="connsiteY39" fmla="*/ 22160 h 1758619"/>
                  <a:gd name="connsiteX0" fmla="*/ 561021 w 1347387"/>
                  <a:gd name="connsiteY0" fmla="*/ 22160 h 1773597"/>
                  <a:gd name="connsiteX1" fmla="*/ 585223 w 1347387"/>
                  <a:gd name="connsiteY1" fmla="*/ 231710 h 1773597"/>
                  <a:gd name="connsiteX2" fmla="*/ 606949 w 1347387"/>
                  <a:gd name="connsiteY2" fmla="*/ 244409 h 1773597"/>
                  <a:gd name="connsiteX3" fmla="*/ 696521 w 1347387"/>
                  <a:gd name="connsiteY3" fmla="*/ 242292 h 1773597"/>
                  <a:gd name="connsiteX4" fmla="*/ 872185 w 1347387"/>
                  <a:gd name="connsiteY4" fmla="*/ 299442 h 1773597"/>
                  <a:gd name="connsiteX5" fmla="*/ 1011405 w 1347387"/>
                  <a:gd name="connsiteY5" fmla="*/ 498409 h 1773597"/>
                  <a:gd name="connsiteX6" fmla="*/ 1040106 w 1347387"/>
                  <a:gd name="connsiteY6" fmla="*/ 822259 h 1773597"/>
                  <a:gd name="connsiteX7" fmla="*/ 1040028 w 1347387"/>
                  <a:gd name="connsiteY7" fmla="*/ 1150343 h 1773597"/>
                  <a:gd name="connsiteX8" fmla="*/ 1044819 w 1347387"/>
                  <a:gd name="connsiteY8" fmla="*/ 1453027 h 1773597"/>
                  <a:gd name="connsiteX9" fmla="*/ 1126265 w 1347387"/>
                  <a:gd name="connsiteY9" fmla="*/ 1512294 h 1773597"/>
                  <a:gd name="connsiteX10" fmla="*/ 1254463 w 1347387"/>
                  <a:gd name="connsiteY10" fmla="*/ 1539810 h 1773597"/>
                  <a:gd name="connsiteX11" fmla="*/ 1313730 w 1347387"/>
                  <a:gd name="connsiteY11" fmla="*/ 1531343 h 1773597"/>
                  <a:gd name="connsiteX12" fmla="*/ 1311707 w 1347387"/>
                  <a:gd name="connsiteY12" fmla="*/ 1709143 h 1773597"/>
                  <a:gd name="connsiteX13" fmla="*/ 870105 w 1347387"/>
                  <a:gd name="connsiteY13" fmla="*/ 1766295 h 1773597"/>
                  <a:gd name="connsiteX14" fmla="*/ 900061 w 1347387"/>
                  <a:gd name="connsiteY14" fmla="*/ 1560979 h 1773597"/>
                  <a:gd name="connsiteX15" fmla="*/ 905680 w 1347387"/>
                  <a:gd name="connsiteY15" fmla="*/ 1226543 h 1773597"/>
                  <a:gd name="connsiteX16" fmla="*/ 904600 w 1347387"/>
                  <a:gd name="connsiteY16" fmla="*/ 887877 h 1773597"/>
                  <a:gd name="connsiteX17" fmla="*/ 867472 w 1347387"/>
                  <a:gd name="connsiteY17" fmla="*/ 540742 h 1773597"/>
                  <a:gd name="connsiteX18" fmla="*/ 759017 w 1347387"/>
                  <a:gd name="connsiteY18" fmla="*/ 403160 h 1773597"/>
                  <a:gd name="connsiteX19" fmla="*/ 571886 w 1347387"/>
                  <a:gd name="connsiteY19" fmla="*/ 413744 h 1773597"/>
                  <a:gd name="connsiteX20" fmla="*/ 464294 w 1347387"/>
                  <a:gd name="connsiteY20" fmla="*/ 547093 h 1773597"/>
                  <a:gd name="connsiteX21" fmla="*/ 452193 w 1347387"/>
                  <a:gd name="connsiteY21" fmla="*/ 739710 h 1773597"/>
                  <a:gd name="connsiteX22" fmla="*/ 543263 w 1347387"/>
                  <a:gd name="connsiteY22" fmla="*/ 820143 h 1773597"/>
                  <a:gd name="connsiteX23" fmla="*/ 678729 w 1347387"/>
                  <a:gd name="connsiteY23" fmla="*/ 989475 h 1773597"/>
                  <a:gd name="connsiteX24" fmla="*/ 716272 w 1347387"/>
                  <a:gd name="connsiteY24" fmla="*/ 1235009 h 1773597"/>
                  <a:gd name="connsiteX25" fmla="*/ 515466 w 1347387"/>
                  <a:gd name="connsiteY25" fmla="*/ 1304859 h 1773597"/>
                  <a:gd name="connsiteX26" fmla="*/ 278813 w 1347387"/>
                  <a:gd name="connsiteY26" fmla="*/ 1192677 h 1773597"/>
                  <a:gd name="connsiteX27" fmla="*/ 172301 w 1347387"/>
                  <a:gd name="connsiteY27" fmla="*/ 1061443 h 1773597"/>
                  <a:gd name="connsiteX28" fmla="*/ 123526 w 1347387"/>
                  <a:gd name="connsiteY28" fmla="*/ 883644 h 1773597"/>
                  <a:gd name="connsiteX29" fmla="*/ 8588 w 1347387"/>
                  <a:gd name="connsiteY29" fmla="*/ 798977 h 1773597"/>
                  <a:gd name="connsiteX30" fmla="*/ 23043 w 1347387"/>
                  <a:gd name="connsiteY30" fmla="*/ 606359 h 1773597"/>
                  <a:gd name="connsiteX31" fmla="*/ 139967 w 1347387"/>
                  <a:gd name="connsiteY31" fmla="*/ 557677 h 1773597"/>
                  <a:gd name="connsiteX32" fmla="*/ 206167 w 1347387"/>
                  <a:gd name="connsiteY32" fmla="*/ 623293 h 1773597"/>
                  <a:gd name="connsiteX33" fmla="*/ 238463 w 1347387"/>
                  <a:gd name="connsiteY33" fmla="*/ 735477 h 1773597"/>
                  <a:gd name="connsiteX34" fmla="*/ 229996 w 1347387"/>
                  <a:gd name="connsiteY34" fmla="*/ 803210 h 1773597"/>
                  <a:gd name="connsiteX35" fmla="*/ 293682 w 1347387"/>
                  <a:gd name="connsiteY35" fmla="*/ 724894 h 1773597"/>
                  <a:gd name="connsiteX36" fmla="*/ 355306 w 1347387"/>
                  <a:gd name="connsiteY36" fmla="*/ 460309 h 1773597"/>
                  <a:gd name="connsiteX37" fmla="*/ 483996 w 1347387"/>
                  <a:gd name="connsiteY37" fmla="*/ 295210 h 1773597"/>
                  <a:gd name="connsiteX38" fmla="*/ 495272 w 1347387"/>
                  <a:gd name="connsiteY38" fmla="*/ 36977 h 1773597"/>
                  <a:gd name="connsiteX39" fmla="*/ 561021 w 1347387"/>
                  <a:gd name="connsiteY39" fmla="*/ 22160 h 1773597"/>
                  <a:gd name="connsiteX0" fmla="*/ 561021 w 1317996"/>
                  <a:gd name="connsiteY0" fmla="*/ 22160 h 1783415"/>
                  <a:gd name="connsiteX1" fmla="*/ 585223 w 1317996"/>
                  <a:gd name="connsiteY1" fmla="*/ 231710 h 1783415"/>
                  <a:gd name="connsiteX2" fmla="*/ 606949 w 1317996"/>
                  <a:gd name="connsiteY2" fmla="*/ 244409 h 1783415"/>
                  <a:gd name="connsiteX3" fmla="*/ 696521 w 1317996"/>
                  <a:gd name="connsiteY3" fmla="*/ 242292 h 1783415"/>
                  <a:gd name="connsiteX4" fmla="*/ 872185 w 1317996"/>
                  <a:gd name="connsiteY4" fmla="*/ 299442 h 1783415"/>
                  <a:gd name="connsiteX5" fmla="*/ 1011405 w 1317996"/>
                  <a:gd name="connsiteY5" fmla="*/ 498409 h 1783415"/>
                  <a:gd name="connsiteX6" fmla="*/ 1040106 w 1317996"/>
                  <a:gd name="connsiteY6" fmla="*/ 822259 h 1783415"/>
                  <a:gd name="connsiteX7" fmla="*/ 1040028 w 1317996"/>
                  <a:gd name="connsiteY7" fmla="*/ 1150343 h 1783415"/>
                  <a:gd name="connsiteX8" fmla="*/ 1044819 w 1317996"/>
                  <a:gd name="connsiteY8" fmla="*/ 1453027 h 1783415"/>
                  <a:gd name="connsiteX9" fmla="*/ 1126265 w 1317996"/>
                  <a:gd name="connsiteY9" fmla="*/ 1512294 h 1783415"/>
                  <a:gd name="connsiteX10" fmla="*/ 1254463 w 1317996"/>
                  <a:gd name="connsiteY10" fmla="*/ 1539810 h 1783415"/>
                  <a:gd name="connsiteX11" fmla="*/ 1313730 w 1317996"/>
                  <a:gd name="connsiteY11" fmla="*/ 1531343 h 1783415"/>
                  <a:gd name="connsiteX12" fmla="*/ 1142572 w 1317996"/>
                  <a:gd name="connsiteY12" fmla="*/ 1745127 h 1783415"/>
                  <a:gd name="connsiteX13" fmla="*/ 870105 w 1317996"/>
                  <a:gd name="connsiteY13" fmla="*/ 1766295 h 1783415"/>
                  <a:gd name="connsiteX14" fmla="*/ 900061 w 1317996"/>
                  <a:gd name="connsiteY14" fmla="*/ 1560979 h 1783415"/>
                  <a:gd name="connsiteX15" fmla="*/ 905680 w 1317996"/>
                  <a:gd name="connsiteY15" fmla="*/ 1226543 h 1783415"/>
                  <a:gd name="connsiteX16" fmla="*/ 904600 w 1317996"/>
                  <a:gd name="connsiteY16" fmla="*/ 887877 h 1783415"/>
                  <a:gd name="connsiteX17" fmla="*/ 867472 w 1317996"/>
                  <a:gd name="connsiteY17" fmla="*/ 540742 h 1783415"/>
                  <a:gd name="connsiteX18" fmla="*/ 759017 w 1317996"/>
                  <a:gd name="connsiteY18" fmla="*/ 403160 h 1783415"/>
                  <a:gd name="connsiteX19" fmla="*/ 571886 w 1317996"/>
                  <a:gd name="connsiteY19" fmla="*/ 413744 h 1783415"/>
                  <a:gd name="connsiteX20" fmla="*/ 464294 w 1317996"/>
                  <a:gd name="connsiteY20" fmla="*/ 547093 h 1783415"/>
                  <a:gd name="connsiteX21" fmla="*/ 452193 w 1317996"/>
                  <a:gd name="connsiteY21" fmla="*/ 739710 h 1783415"/>
                  <a:gd name="connsiteX22" fmla="*/ 543263 w 1317996"/>
                  <a:gd name="connsiteY22" fmla="*/ 820143 h 1783415"/>
                  <a:gd name="connsiteX23" fmla="*/ 678729 w 1317996"/>
                  <a:gd name="connsiteY23" fmla="*/ 989475 h 1783415"/>
                  <a:gd name="connsiteX24" fmla="*/ 716272 w 1317996"/>
                  <a:gd name="connsiteY24" fmla="*/ 1235009 h 1783415"/>
                  <a:gd name="connsiteX25" fmla="*/ 515466 w 1317996"/>
                  <a:gd name="connsiteY25" fmla="*/ 1304859 h 1783415"/>
                  <a:gd name="connsiteX26" fmla="*/ 278813 w 1317996"/>
                  <a:gd name="connsiteY26" fmla="*/ 1192677 h 1783415"/>
                  <a:gd name="connsiteX27" fmla="*/ 172301 w 1317996"/>
                  <a:gd name="connsiteY27" fmla="*/ 1061443 h 1783415"/>
                  <a:gd name="connsiteX28" fmla="*/ 123526 w 1317996"/>
                  <a:gd name="connsiteY28" fmla="*/ 883644 h 1783415"/>
                  <a:gd name="connsiteX29" fmla="*/ 8588 w 1317996"/>
                  <a:gd name="connsiteY29" fmla="*/ 798977 h 1783415"/>
                  <a:gd name="connsiteX30" fmla="*/ 23043 w 1317996"/>
                  <a:gd name="connsiteY30" fmla="*/ 606359 h 1783415"/>
                  <a:gd name="connsiteX31" fmla="*/ 139967 w 1317996"/>
                  <a:gd name="connsiteY31" fmla="*/ 557677 h 1783415"/>
                  <a:gd name="connsiteX32" fmla="*/ 206167 w 1317996"/>
                  <a:gd name="connsiteY32" fmla="*/ 623293 h 1783415"/>
                  <a:gd name="connsiteX33" fmla="*/ 238463 w 1317996"/>
                  <a:gd name="connsiteY33" fmla="*/ 735477 h 1783415"/>
                  <a:gd name="connsiteX34" fmla="*/ 229996 w 1317996"/>
                  <a:gd name="connsiteY34" fmla="*/ 803210 h 1783415"/>
                  <a:gd name="connsiteX35" fmla="*/ 293682 w 1317996"/>
                  <a:gd name="connsiteY35" fmla="*/ 724894 h 1783415"/>
                  <a:gd name="connsiteX36" fmla="*/ 355306 w 1317996"/>
                  <a:gd name="connsiteY36" fmla="*/ 460309 h 1783415"/>
                  <a:gd name="connsiteX37" fmla="*/ 483996 w 1317996"/>
                  <a:gd name="connsiteY37" fmla="*/ 295210 h 1783415"/>
                  <a:gd name="connsiteX38" fmla="*/ 495272 w 1317996"/>
                  <a:gd name="connsiteY38" fmla="*/ 36977 h 1783415"/>
                  <a:gd name="connsiteX39" fmla="*/ 561021 w 1317996"/>
                  <a:gd name="connsiteY39" fmla="*/ 22160 h 1783415"/>
                  <a:gd name="connsiteX0" fmla="*/ 561021 w 1317996"/>
                  <a:gd name="connsiteY0" fmla="*/ 22160 h 1793815"/>
                  <a:gd name="connsiteX1" fmla="*/ 585223 w 1317996"/>
                  <a:gd name="connsiteY1" fmla="*/ 231710 h 1793815"/>
                  <a:gd name="connsiteX2" fmla="*/ 606949 w 1317996"/>
                  <a:gd name="connsiteY2" fmla="*/ 244409 h 1793815"/>
                  <a:gd name="connsiteX3" fmla="*/ 696521 w 1317996"/>
                  <a:gd name="connsiteY3" fmla="*/ 242292 h 1793815"/>
                  <a:gd name="connsiteX4" fmla="*/ 872185 w 1317996"/>
                  <a:gd name="connsiteY4" fmla="*/ 299442 h 1793815"/>
                  <a:gd name="connsiteX5" fmla="*/ 1011405 w 1317996"/>
                  <a:gd name="connsiteY5" fmla="*/ 498409 h 1793815"/>
                  <a:gd name="connsiteX6" fmla="*/ 1040106 w 1317996"/>
                  <a:gd name="connsiteY6" fmla="*/ 822259 h 1793815"/>
                  <a:gd name="connsiteX7" fmla="*/ 1040028 w 1317996"/>
                  <a:gd name="connsiteY7" fmla="*/ 1150343 h 1793815"/>
                  <a:gd name="connsiteX8" fmla="*/ 1044819 w 1317996"/>
                  <a:gd name="connsiteY8" fmla="*/ 1453027 h 1793815"/>
                  <a:gd name="connsiteX9" fmla="*/ 1126265 w 1317996"/>
                  <a:gd name="connsiteY9" fmla="*/ 1512294 h 1793815"/>
                  <a:gd name="connsiteX10" fmla="*/ 1254463 w 1317996"/>
                  <a:gd name="connsiteY10" fmla="*/ 1539810 h 1793815"/>
                  <a:gd name="connsiteX11" fmla="*/ 1313730 w 1317996"/>
                  <a:gd name="connsiteY11" fmla="*/ 1531343 h 1793815"/>
                  <a:gd name="connsiteX12" fmla="*/ 1142572 w 1317996"/>
                  <a:gd name="connsiteY12" fmla="*/ 1745127 h 1793815"/>
                  <a:gd name="connsiteX13" fmla="*/ 870105 w 1317996"/>
                  <a:gd name="connsiteY13" fmla="*/ 1766295 h 1793815"/>
                  <a:gd name="connsiteX14" fmla="*/ 900061 w 1317996"/>
                  <a:gd name="connsiteY14" fmla="*/ 1560979 h 1793815"/>
                  <a:gd name="connsiteX15" fmla="*/ 905680 w 1317996"/>
                  <a:gd name="connsiteY15" fmla="*/ 1226543 h 1793815"/>
                  <a:gd name="connsiteX16" fmla="*/ 904600 w 1317996"/>
                  <a:gd name="connsiteY16" fmla="*/ 887877 h 1793815"/>
                  <a:gd name="connsiteX17" fmla="*/ 867472 w 1317996"/>
                  <a:gd name="connsiteY17" fmla="*/ 540742 h 1793815"/>
                  <a:gd name="connsiteX18" fmla="*/ 759017 w 1317996"/>
                  <a:gd name="connsiteY18" fmla="*/ 403160 h 1793815"/>
                  <a:gd name="connsiteX19" fmla="*/ 571886 w 1317996"/>
                  <a:gd name="connsiteY19" fmla="*/ 413744 h 1793815"/>
                  <a:gd name="connsiteX20" fmla="*/ 464294 w 1317996"/>
                  <a:gd name="connsiteY20" fmla="*/ 547093 h 1793815"/>
                  <a:gd name="connsiteX21" fmla="*/ 452193 w 1317996"/>
                  <a:gd name="connsiteY21" fmla="*/ 739710 h 1793815"/>
                  <a:gd name="connsiteX22" fmla="*/ 543263 w 1317996"/>
                  <a:gd name="connsiteY22" fmla="*/ 820143 h 1793815"/>
                  <a:gd name="connsiteX23" fmla="*/ 678729 w 1317996"/>
                  <a:gd name="connsiteY23" fmla="*/ 989475 h 1793815"/>
                  <a:gd name="connsiteX24" fmla="*/ 716272 w 1317996"/>
                  <a:gd name="connsiteY24" fmla="*/ 1235009 h 1793815"/>
                  <a:gd name="connsiteX25" fmla="*/ 515466 w 1317996"/>
                  <a:gd name="connsiteY25" fmla="*/ 1304859 h 1793815"/>
                  <a:gd name="connsiteX26" fmla="*/ 278813 w 1317996"/>
                  <a:gd name="connsiteY26" fmla="*/ 1192677 h 1793815"/>
                  <a:gd name="connsiteX27" fmla="*/ 172301 w 1317996"/>
                  <a:gd name="connsiteY27" fmla="*/ 1061443 h 1793815"/>
                  <a:gd name="connsiteX28" fmla="*/ 123526 w 1317996"/>
                  <a:gd name="connsiteY28" fmla="*/ 883644 h 1793815"/>
                  <a:gd name="connsiteX29" fmla="*/ 8588 w 1317996"/>
                  <a:gd name="connsiteY29" fmla="*/ 798977 h 1793815"/>
                  <a:gd name="connsiteX30" fmla="*/ 23043 w 1317996"/>
                  <a:gd name="connsiteY30" fmla="*/ 606359 h 1793815"/>
                  <a:gd name="connsiteX31" fmla="*/ 139967 w 1317996"/>
                  <a:gd name="connsiteY31" fmla="*/ 557677 h 1793815"/>
                  <a:gd name="connsiteX32" fmla="*/ 206167 w 1317996"/>
                  <a:gd name="connsiteY32" fmla="*/ 623293 h 1793815"/>
                  <a:gd name="connsiteX33" fmla="*/ 238463 w 1317996"/>
                  <a:gd name="connsiteY33" fmla="*/ 735477 h 1793815"/>
                  <a:gd name="connsiteX34" fmla="*/ 229996 w 1317996"/>
                  <a:gd name="connsiteY34" fmla="*/ 803210 h 1793815"/>
                  <a:gd name="connsiteX35" fmla="*/ 293682 w 1317996"/>
                  <a:gd name="connsiteY35" fmla="*/ 724894 h 1793815"/>
                  <a:gd name="connsiteX36" fmla="*/ 355306 w 1317996"/>
                  <a:gd name="connsiteY36" fmla="*/ 460309 h 1793815"/>
                  <a:gd name="connsiteX37" fmla="*/ 483996 w 1317996"/>
                  <a:gd name="connsiteY37" fmla="*/ 295210 h 1793815"/>
                  <a:gd name="connsiteX38" fmla="*/ 495272 w 1317996"/>
                  <a:gd name="connsiteY38" fmla="*/ 36977 h 1793815"/>
                  <a:gd name="connsiteX39" fmla="*/ 561021 w 1317996"/>
                  <a:gd name="connsiteY39" fmla="*/ 22160 h 1793815"/>
                  <a:gd name="connsiteX0" fmla="*/ 561021 w 1322052"/>
                  <a:gd name="connsiteY0" fmla="*/ 22160 h 1781199"/>
                  <a:gd name="connsiteX1" fmla="*/ 585223 w 1322052"/>
                  <a:gd name="connsiteY1" fmla="*/ 231710 h 1781199"/>
                  <a:gd name="connsiteX2" fmla="*/ 606949 w 1322052"/>
                  <a:gd name="connsiteY2" fmla="*/ 244409 h 1781199"/>
                  <a:gd name="connsiteX3" fmla="*/ 696521 w 1322052"/>
                  <a:gd name="connsiteY3" fmla="*/ 242292 h 1781199"/>
                  <a:gd name="connsiteX4" fmla="*/ 872185 w 1322052"/>
                  <a:gd name="connsiteY4" fmla="*/ 299442 h 1781199"/>
                  <a:gd name="connsiteX5" fmla="*/ 1011405 w 1322052"/>
                  <a:gd name="connsiteY5" fmla="*/ 498409 h 1781199"/>
                  <a:gd name="connsiteX6" fmla="*/ 1040106 w 1322052"/>
                  <a:gd name="connsiteY6" fmla="*/ 822259 h 1781199"/>
                  <a:gd name="connsiteX7" fmla="*/ 1040028 w 1322052"/>
                  <a:gd name="connsiteY7" fmla="*/ 1150343 h 1781199"/>
                  <a:gd name="connsiteX8" fmla="*/ 1044819 w 1322052"/>
                  <a:gd name="connsiteY8" fmla="*/ 1453027 h 1781199"/>
                  <a:gd name="connsiteX9" fmla="*/ 1126265 w 1322052"/>
                  <a:gd name="connsiteY9" fmla="*/ 1512294 h 1781199"/>
                  <a:gd name="connsiteX10" fmla="*/ 1254463 w 1322052"/>
                  <a:gd name="connsiteY10" fmla="*/ 1539810 h 1781199"/>
                  <a:gd name="connsiteX11" fmla="*/ 1313730 w 1322052"/>
                  <a:gd name="connsiteY11" fmla="*/ 1531343 h 1781199"/>
                  <a:gd name="connsiteX12" fmla="*/ 1075064 w 1322052"/>
                  <a:gd name="connsiteY12" fmla="*/ 1584260 h 1781199"/>
                  <a:gd name="connsiteX13" fmla="*/ 1142572 w 1322052"/>
                  <a:gd name="connsiteY13" fmla="*/ 1745127 h 1781199"/>
                  <a:gd name="connsiteX14" fmla="*/ 870105 w 1322052"/>
                  <a:gd name="connsiteY14" fmla="*/ 1766295 h 1781199"/>
                  <a:gd name="connsiteX15" fmla="*/ 900061 w 1322052"/>
                  <a:gd name="connsiteY15" fmla="*/ 1560979 h 1781199"/>
                  <a:gd name="connsiteX16" fmla="*/ 905680 w 1322052"/>
                  <a:gd name="connsiteY16" fmla="*/ 1226543 h 1781199"/>
                  <a:gd name="connsiteX17" fmla="*/ 904600 w 1322052"/>
                  <a:gd name="connsiteY17" fmla="*/ 887877 h 1781199"/>
                  <a:gd name="connsiteX18" fmla="*/ 867472 w 1322052"/>
                  <a:gd name="connsiteY18" fmla="*/ 540742 h 1781199"/>
                  <a:gd name="connsiteX19" fmla="*/ 759017 w 1322052"/>
                  <a:gd name="connsiteY19" fmla="*/ 403160 h 1781199"/>
                  <a:gd name="connsiteX20" fmla="*/ 571886 w 1322052"/>
                  <a:gd name="connsiteY20" fmla="*/ 413744 h 1781199"/>
                  <a:gd name="connsiteX21" fmla="*/ 464294 w 1322052"/>
                  <a:gd name="connsiteY21" fmla="*/ 547093 h 1781199"/>
                  <a:gd name="connsiteX22" fmla="*/ 452193 w 1322052"/>
                  <a:gd name="connsiteY22" fmla="*/ 739710 h 1781199"/>
                  <a:gd name="connsiteX23" fmla="*/ 543263 w 1322052"/>
                  <a:gd name="connsiteY23" fmla="*/ 820143 h 1781199"/>
                  <a:gd name="connsiteX24" fmla="*/ 678729 w 1322052"/>
                  <a:gd name="connsiteY24" fmla="*/ 989475 h 1781199"/>
                  <a:gd name="connsiteX25" fmla="*/ 716272 w 1322052"/>
                  <a:gd name="connsiteY25" fmla="*/ 1235009 h 1781199"/>
                  <a:gd name="connsiteX26" fmla="*/ 515466 w 1322052"/>
                  <a:gd name="connsiteY26" fmla="*/ 1304859 h 1781199"/>
                  <a:gd name="connsiteX27" fmla="*/ 278813 w 1322052"/>
                  <a:gd name="connsiteY27" fmla="*/ 1192677 h 1781199"/>
                  <a:gd name="connsiteX28" fmla="*/ 172301 w 1322052"/>
                  <a:gd name="connsiteY28" fmla="*/ 1061443 h 1781199"/>
                  <a:gd name="connsiteX29" fmla="*/ 123526 w 1322052"/>
                  <a:gd name="connsiteY29" fmla="*/ 883644 h 1781199"/>
                  <a:gd name="connsiteX30" fmla="*/ 8588 w 1322052"/>
                  <a:gd name="connsiteY30" fmla="*/ 798977 h 1781199"/>
                  <a:gd name="connsiteX31" fmla="*/ 23043 w 1322052"/>
                  <a:gd name="connsiteY31" fmla="*/ 606359 h 1781199"/>
                  <a:gd name="connsiteX32" fmla="*/ 139967 w 1322052"/>
                  <a:gd name="connsiteY32" fmla="*/ 557677 h 1781199"/>
                  <a:gd name="connsiteX33" fmla="*/ 206167 w 1322052"/>
                  <a:gd name="connsiteY33" fmla="*/ 623293 h 1781199"/>
                  <a:gd name="connsiteX34" fmla="*/ 238463 w 1322052"/>
                  <a:gd name="connsiteY34" fmla="*/ 735477 h 1781199"/>
                  <a:gd name="connsiteX35" fmla="*/ 229996 w 1322052"/>
                  <a:gd name="connsiteY35" fmla="*/ 803210 h 1781199"/>
                  <a:gd name="connsiteX36" fmla="*/ 293682 w 1322052"/>
                  <a:gd name="connsiteY36" fmla="*/ 724894 h 1781199"/>
                  <a:gd name="connsiteX37" fmla="*/ 355306 w 1322052"/>
                  <a:gd name="connsiteY37" fmla="*/ 460309 h 1781199"/>
                  <a:gd name="connsiteX38" fmla="*/ 483996 w 1322052"/>
                  <a:gd name="connsiteY38" fmla="*/ 295210 h 1781199"/>
                  <a:gd name="connsiteX39" fmla="*/ 495272 w 1322052"/>
                  <a:gd name="connsiteY39" fmla="*/ 36977 h 1781199"/>
                  <a:gd name="connsiteX40" fmla="*/ 561021 w 1322052"/>
                  <a:gd name="connsiteY40" fmla="*/ 22160 h 1781199"/>
                  <a:gd name="connsiteX0" fmla="*/ 561021 w 1322052"/>
                  <a:gd name="connsiteY0" fmla="*/ 22160 h 1790525"/>
                  <a:gd name="connsiteX1" fmla="*/ 585223 w 1322052"/>
                  <a:gd name="connsiteY1" fmla="*/ 231710 h 1790525"/>
                  <a:gd name="connsiteX2" fmla="*/ 606949 w 1322052"/>
                  <a:gd name="connsiteY2" fmla="*/ 244409 h 1790525"/>
                  <a:gd name="connsiteX3" fmla="*/ 696521 w 1322052"/>
                  <a:gd name="connsiteY3" fmla="*/ 242292 h 1790525"/>
                  <a:gd name="connsiteX4" fmla="*/ 872185 w 1322052"/>
                  <a:gd name="connsiteY4" fmla="*/ 299442 h 1790525"/>
                  <a:gd name="connsiteX5" fmla="*/ 1011405 w 1322052"/>
                  <a:gd name="connsiteY5" fmla="*/ 498409 h 1790525"/>
                  <a:gd name="connsiteX6" fmla="*/ 1040106 w 1322052"/>
                  <a:gd name="connsiteY6" fmla="*/ 822259 h 1790525"/>
                  <a:gd name="connsiteX7" fmla="*/ 1040028 w 1322052"/>
                  <a:gd name="connsiteY7" fmla="*/ 1150343 h 1790525"/>
                  <a:gd name="connsiteX8" fmla="*/ 1044819 w 1322052"/>
                  <a:gd name="connsiteY8" fmla="*/ 1453027 h 1790525"/>
                  <a:gd name="connsiteX9" fmla="*/ 1126265 w 1322052"/>
                  <a:gd name="connsiteY9" fmla="*/ 1512294 h 1790525"/>
                  <a:gd name="connsiteX10" fmla="*/ 1254463 w 1322052"/>
                  <a:gd name="connsiteY10" fmla="*/ 1539810 h 1790525"/>
                  <a:gd name="connsiteX11" fmla="*/ 1313730 w 1322052"/>
                  <a:gd name="connsiteY11" fmla="*/ 1531343 h 1790525"/>
                  <a:gd name="connsiteX12" fmla="*/ 1075064 w 1322052"/>
                  <a:gd name="connsiteY12" fmla="*/ 1584260 h 1790525"/>
                  <a:gd name="connsiteX13" fmla="*/ 1066864 w 1322052"/>
                  <a:gd name="connsiteY13" fmla="*/ 1766294 h 1790525"/>
                  <a:gd name="connsiteX14" fmla="*/ 870105 w 1322052"/>
                  <a:gd name="connsiteY14" fmla="*/ 1766295 h 1790525"/>
                  <a:gd name="connsiteX15" fmla="*/ 900061 w 1322052"/>
                  <a:gd name="connsiteY15" fmla="*/ 1560979 h 1790525"/>
                  <a:gd name="connsiteX16" fmla="*/ 905680 w 1322052"/>
                  <a:gd name="connsiteY16" fmla="*/ 1226543 h 1790525"/>
                  <a:gd name="connsiteX17" fmla="*/ 904600 w 1322052"/>
                  <a:gd name="connsiteY17" fmla="*/ 887877 h 1790525"/>
                  <a:gd name="connsiteX18" fmla="*/ 867472 w 1322052"/>
                  <a:gd name="connsiteY18" fmla="*/ 540742 h 1790525"/>
                  <a:gd name="connsiteX19" fmla="*/ 759017 w 1322052"/>
                  <a:gd name="connsiteY19" fmla="*/ 403160 h 1790525"/>
                  <a:gd name="connsiteX20" fmla="*/ 571886 w 1322052"/>
                  <a:gd name="connsiteY20" fmla="*/ 413744 h 1790525"/>
                  <a:gd name="connsiteX21" fmla="*/ 464294 w 1322052"/>
                  <a:gd name="connsiteY21" fmla="*/ 547093 h 1790525"/>
                  <a:gd name="connsiteX22" fmla="*/ 452193 w 1322052"/>
                  <a:gd name="connsiteY22" fmla="*/ 739710 h 1790525"/>
                  <a:gd name="connsiteX23" fmla="*/ 543263 w 1322052"/>
                  <a:gd name="connsiteY23" fmla="*/ 820143 h 1790525"/>
                  <a:gd name="connsiteX24" fmla="*/ 678729 w 1322052"/>
                  <a:gd name="connsiteY24" fmla="*/ 989475 h 1790525"/>
                  <a:gd name="connsiteX25" fmla="*/ 716272 w 1322052"/>
                  <a:gd name="connsiteY25" fmla="*/ 1235009 h 1790525"/>
                  <a:gd name="connsiteX26" fmla="*/ 515466 w 1322052"/>
                  <a:gd name="connsiteY26" fmla="*/ 1304859 h 1790525"/>
                  <a:gd name="connsiteX27" fmla="*/ 278813 w 1322052"/>
                  <a:gd name="connsiteY27" fmla="*/ 1192677 h 1790525"/>
                  <a:gd name="connsiteX28" fmla="*/ 172301 w 1322052"/>
                  <a:gd name="connsiteY28" fmla="*/ 1061443 h 1790525"/>
                  <a:gd name="connsiteX29" fmla="*/ 123526 w 1322052"/>
                  <a:gd name="connsiteY29" fmla="*/ 883644 h 1790525"/>
                  <a:gd name="connsiteX30" fmla="*/ 8588 w 1322052"/>
                  <a:gd name="connsiteY30" fmla="*/ 798977 h 1790525"/>
                  <a:gd name="connsiteX31" fmla="*/ 23043 w 1322052"/>
                  <a:gd name="connsiteY31" fmla="*/ 606359 h 1790525"/>
                  <a:gd name="connsiteX32" fmla="*/ 139967 w 1322052"/>
                  <a:gd name="connsiteY32" fmla="*/ 557677 h 1790525"/>
                  <a:gd name="connsiteX33" fmla="*/ 206167 w 1322052"/>
                  <a:gd name="connsiteY33" fmla="*/ 623293 h 1790525"/>
                  <a:gd name="connsiteX34" fmla="*/ 238463 w 1322052"/>
                  <a:gd name="connsiteY34" fmla="*/ 735477 h 1790525"/>
                  <a:gd name="connsiteX35" fmla="*/ 229996 w 1322052"/>
                  <a:gd name="connsiteY35" fmla="*/ 803210 h 1790525"/>
                  <a:gd name="connsiteX36" fmla="*/ 293682 w 1322052"/>
                  <a:gd name="connsiteY36" fmla="*/ 724894 h 1790525"/>
                  <a:gd name="connsiteX37" fmla="*/ 355306 w 1322052"/>
                  <a:gd name="connsiteY37" fmla="*/ 460309 h 1790525"/>
                  <a:gd name="connsiteX38" fmla="*/ 483996 w 1322052"/>
                  <a:gd name="connsiteY38" fmla="*/ 295210 h 1790525"/>
                  <a:gd name="connsiteX39" fmla="*/ 495272 w 1322052"/>
                  <a:gd name="connsiteY39" fmla="*/ 36977 h 1790525"/>
                  <a:gd name="connsiteX40" fmla="*/ 561021 w 1322052"/>
                  <a:gd name="connsiteY40" fmla="*/ 22160 h 1790525"/>
                  <a:gd name="connsiteX0" fmla="*/ 561021 w 1323911"/>
                  <a:gd name="connsiteY0" fmla="*/ 22160 h 1790912"/>
                  <a:gd name="connsiteX1" fmla="*/ 585223 w 1323911"/>
                  <a:gd name="connsiteY1" fmla="*/ 231710 h 1790912"/>
                  <a:gd name="connsiteX2" fmla="*/ 606949 w 1323911"/>
                  <a:gd name="connsiteY2" fmla="*/ 244409 h 1790912"/>
                  <a:gd name="connsiteX3" fmla="*/ 696521 w 1323911"/>
                  <a:gd name="connsiteY3" fmla="*/ 242292 h 1790912"/>
                  <a:gd name="connsiteX4" fmla="*/ 872185 w 1323911"/>
                  <a:gd name="connsiteY4" fmla="*/ 299442 h 1790912"/>
                  <a:gd name="connsiteX5" fmla="*/ 1011405 w 1323911"/>
                  <a:gd name="connsiteY5" fmla="*/ 498409 h 1790912"/>
                  <a:gd name="connsiteX6" fmla="*/ 1040106 w 1323911"/>
                  <a:gd name="connsiteY6" fmla="*/ 822259 h 1790912"/>
                  <a:gd name="connsiteX7" fmla="*/ 1040028 w 1323911"/>
                  <a:gd name="connsiteY7" fmla="*/ 1150343 h 1790912"/>
                  <a:gd name="connsiteX8" fmla="*/ 1044819 w 1323911"/>
                  <a:gd name="connsiteY8" fmla="*/ 1453027 h 1790912"/>
                  <a:gd name="connsiteX9" fmla="*/ 1126265 w 1323911"/>
                  <a:gd name="connsiteY9" fmla="*/ 1512294 h 1790912"/>
                  <a:gd name="connsiteX10" fmla="*/ 1254463 w 1323911"/>
                  <a:gd name="connsiteY10" fmla="*/ 1539810 h 1790912"/>
                  <a:gd name="connsiteX11" fmla="*/ 1313730 w 1323911"/>
                  <a:gd name="connsiteY11" fmla="*/ 1531343 h 1790912"/>
                  <a:gd name="connsiteX12" fmla="*/ 1046069 w 1323911"/>
                  <a:gd name="connsiteY12" fmla="*/ 1577910 h 1790912"/>
                  <a:gd name="connsiteX13" fmla="*/ 1066864 w 1323911"/>
                  <a:gd name="connsiteY13" fmla="*/ 1766294 h 1790912"/>
                  <a:gd name="connsiteX14" fmla="*/ 870105 w 1323911"/>
                  <a:gd name="connsiteY14" fmla="*/ 1766295 h 1790912"/>
                  <a:gd name="connsiteX15" fmla="*/ 900061 w 1323911"/>
                  <a:gd name="connsiteY15" fmla="*/ 1560979 h 1790912"/>
                  <a:gd name="connsiteX16" fmla="*/ 905680 w 1323911"/>
                  <a:gd name="connsiteY16" fmla="*/ 1226543 h 1790912"/>
                  <a:gd name="connsiteX17" fmla="*/ 904600 w 1323911"/>
                  <a:gd name="connsiteY17" fmla="*/ 887877 h 1790912"/>
                  <a:gd name="connsiteX18" fmla="*/ 867472 w 1323911"/>
                  <a:gd name="connsiteY18" fmla="*/ 540742 h 1790912"/>
                  <a:gd name="connsiteX19" fmla="*/ 759017 w 1323911"/>
                  <a:gd name="connsiteY19" fmla="*/ 403160 h 1790912"/>
                  <a:gd name="connsiteX20" fmla="*/ 571886 w 1323911"/>
                  <a:gd name="connsiteY20" fmla="*/ 413744 h 1790912"/>
                  <a:gd name="connsiteX21" fmla="*/ 464294 w 1323911"/>
                  <a:gd name="connsiteY21" fmla="*/ 547093 h 1790912"/>
                  <a:gd name="connsiteX22" fmla="*/ 452193 w 1323911"/>
                  <a:gd name="connsiteY22" fmla="*/ 739710 h 1790912"/>
                  <a:gd name="connsiteX23" fmla="*/ 543263 w 1323911"/>
                  <a:gd name="connsiteY23" fmla="*/ 820143 h 1790912"/>
                  <a:gd name="connsiteX24" fmla="*/ 678729 w 1323911"/>
                  <a:gd name="connsiteY24" fmla="*/ 989475 h 1790912"/>
                  <a:gd name="connsiteX25" fmla="*/ 716272 w 1323911"/>
                  <a:gd name="connsiteY25" fmla="*/ 1235009 h 1790912"/>
                  <a:gd name="connsiteX26" fmla="*/ 515466 w 1323911"/>
                  <a:gd name="connsiteY26" fmla="*/ 1304859 h 1790912"/>
                  <a:gd name="connsiteX27" fmla="*/ 278813 w 1323911"/>
                  <a:gd name="connsiteY27" fmla="*/ 1192677 h 1790912"/>
                  <a:gd name="connsiteX28" fmla="*/ 172301 w 1323911"/>
                  <a:gd name="connsiteY28" fmla="*/ 1061443 h 1790912"/>
                  <a:gd name="connsiteX29" fmla="*/ 123526 w 1323911"/>
                  <a:gd name="connsiteY29" fmla="*/ 883644 h 1790912"/>
                  <a:gd name="connsiteX30" fmla="*/ 8588 w 1323911"/>
                  <a:gd name="connsiteY30" fmla="*/ 798977 h 1790912"/>
                  <a:gd name="connsiteX31" fmla="*/ 23043 w 1323911"/>
                  <a:gd name="connsiteY31" fmla="*/ 606359 h 1790912"/>
                  <a:gd name="connsiteX32" fmla="*/ 139967 w 1323911"/>
                  <a:gd name="connsiteY32" fmla="*/ 557677 h 1790912"/>
                  <a:gd name="connsiteX33" fmla="*/ 206167 w 1323911"/>
                  <a:gd name="connsiteY33" fmla="*/ 623293 h 1790912"/>
                  <a:gd name="connsiteX34" fmla="*/ 238463 w 1323911"/>
                  <a:gd name="connsiteY34" fmla="*/ 735477 h 1790912"/>
                  <a:gd name="connsiteX35" fmla="*/ 229996 w 1323911"/>
                  <a:gd name="connsiteY35" fmla="*/ 803210 h 1790912"/>
                  <a:gd name="connsiteX36" fmla="*/ 293682 w 1323911"/>
                  <a:gd name="connsiteY36" fmla="*/ 724894 h 1790912"/>
                  <a:gd name="connsiteX37" fmla="*/ 355306 w 1323911"/>
                  <a:gd name="connsiteY37" fmla="*/ 460309 h 1790912"/>
                  <a:gd name="connsiteX38" fmla="*/ 483996 w 1323911"/>
                  <a:gd name="connsiteY38" fmla="*/ 295210 h 1790912"/>
                  <a:gd name="connsiteX39" fmla="*/ 495272 w 1323911"/>
                  <a:gd name="connsiteY39" fmla="*/ 36977 h 1790912"/>
                  <a:gd name="connsiteX40" fmla="*/ 561021 w 1323911"/>
                  <a:gd name="connsiteY40" fmla="*/ 22160 h 1790912"/>
                  <a:gd name="connsiteX0" fmla="*/ 561021 w 1323750"/>
                  <a:gd name="connsiteY0" fmla="*/ 22160 h 1790912"/>
                  <a:gd name="connsiteX1" fmla="*/ 585223 w 1323750"/>
                  <a:gd name="connsiteY1" fmla="*/ 231710 h 1790912"/>
                  <a:gd name="connsiteX2" fmla="*/ 606949 w 1323750"/>
                  <a:gd name="connsiteY2" fmla="*/ 244409 h 1790912"/>
                  <a:gd name="connsiteX3" fmla="*/ 696521 w 1323750"/>
                  <a:gd name="connsiteY3" fmla="*/ 242292 h 1790912"/>
                  <a:gd name="connsiteX4" fmla="*/ 872185 w 1323750"/>
                  <a:gd name="connsiteY4" fmla="*/ 299442 h 1790912"/>
                  <a:gd name="connsiteX5" fmla="*/ 1011405 w 1323750"/>
                  <a:gd name="connsiteY5" fmla="*/ 498409 h 1790912"/>
                  <a:gd name="connsiteX6" fmla="*/ 1040106 w 1323750"/>
                  <a:gd name="connsiteY6" fmla="*/ 822259 h 1790912"/>
                  <a:gd name="connsiteX7" fmla="*/ 1040028 w 1323750"/>
                  <a:gd name="connsiteY7" fmla="*/ 1150343 h 1790912"/>
                  <a:gd name="connsiteX8" fmla="*/ 1044819 w 1323750"/>
                  <a:gd name="connsiteY8" fmla="*/ 1453027 h 1790912"/>
                  <a:gd name="connsiteX9" fmla="*/ 1135930 w 1323750"/>
                  <a:gd name="connsiteY9" fmla="*/ 1465728 h 1790912"/>
                  <a:gd name="connsiteX10" fmla="*/ 1254463 w 1323750"/>
                  <a:gd name="connsiteY10" fmla="*/ 1539810 h 1790912"/>
                  <a:gd name="connsiteX11" fmla="*/ 1313730 w 1323750"/>
                  <a:gd name="connsiteY11" fmla="*/ 1531343 h 1790912"/>
                  <a:gd name="connsiteX12" fmla="*/ 1046069 w 1323750"/>
                  <a:gd name="connsiteY12" fmla="*/ 1577910 h 1790912"/>
                  <a:gd name="connsiteX13" fmla="*/ 1066864 w 1323750"/>
                  <a:gd name="connsiteY13" fmla="*/ 1766294 h 1790912"/>
                  <a:gd name="connsiteX14" fmla="*/ 870105 w 1323750"/>
                  <a:gd name="connsiteY14" fmla="*/ 1766295 h 1790912"/>
                  <a:gd name="connsiteX15" fmla="*/ 900061 w 1323750"/>
                  <a:gd name="connsiteY15" fmla="*/ 1560979 h 1790912"/>
                  <a:gd name="connsiteX16" fmla="*/ 905680 w 1323750"/>
                  <a:gd name="connsiteY16" fmla="*/ 1226543 h 1790912"/>
                  <a:gd name="connsiteX17" fmla="*/ 904600 w 1323750"/>
                  <a:gd name="connsiteY17" fmla="*/ 887877 h 1790912"/>
                  <a:gd name="connsiteX18" fmla="*/ 867472 w 1323750"/>
                  <a:gd name="connsiteY18" fmla="*/ 540742 h 1790912"/>
                  <a:gd name="connsiteX19" fmla="*/ 759017 w 1323750"/>
                  <a:gd name="connsiteY19" fmla="*/ 403160 h 1790912"/>
                  <a:gd name="connsiteX20" fmla="*/ 571886 w 1323750"/>
                  <a:gd name="connsiteY20" fmla="*/ 413744 h 1790912"/>
                  <a:gd name="connsiteX21" fmla="*/ 464294 w 1323750"/>
                  <a:gd name="connsiteY21" fmla="*/ 547093 h 1790912"/>
                  <a:gd name="connsiteX22" fmla="*/ 452193 w 1323750"/>
                  <a:gd name="connsiteY22" fmla="*/ 739710 h 1790912"/>
                  <a:gd name="connsiteX23" fmla="*/ 543263 w 1323750"/>
                  <a:gd name="connsiteY23" fmla="*/ 820143 h 1790912"/>
                  <a:gd name="connsiteX24" fmla="*/ 678729 w 1323750"/>
                  <a:gd name="connsiteY24" fmla="*/ 989475 h 1790912"/>
                  <a:gd name="connsiteX25" fmla="*/ 716272 w 1323750"/>
                  <a:gd name="connsiteY25" fmla="*/ 1235009 h 1790912"/>
                  <a:gd name="connsiteX26" fmla="*/ 515466 w 1323750"/>
                  <a:gd name="connsiteY26" fmla="*/ 1304859 h 1790912"/>
                  <a:gd name="connsiteX27" fmla="*/ 278813 w 1323750"/>
                  <a:gd name="connsiteY27" fmla="*/ 1192677 h 1790912"/>
                  <a:gd name="connsiteX28" fmla="*/ 172301 w 1323750"/>
                  <a:gd name="connsiteY28" fmla="*/ 1061443 h 1790912"/>
                  <a:gd name="connsiteX29" fmla="*/ 123526 w 1323750"/>
                  <a:gd name="connsiteY29" fmla="*/ 883644 h 1790912"/>
                  <a:gd name="connsiteX30" fmla="*/ 8588 w 1323750"/>
                  <a:gd name="connsiteY30" fmla="*/ 798977 h 1790912"/>
                  <a:gd name="connsiteX31" fmla="*/ 23043 w 1323750"/>
                  <a:gd name="connsiteY31" fmla="*/ 606359 h 1790912"/>
                  <a:gd name="connsiteX32" fmla="*/ 139967 w 1323750"/>
                  <a:gd name="connsiteY32" fmla="*/ 557677 h 1790912"/>
                  <a:gd name="connsiteX33" fmla="*/ 206167 w 1323750"/>
                  <a:gd name="connsiteY33" fmla="*/ 623293 h 1790912"/>
                  <a:gd name="connsiteX34" fmla="*/ 238463 w 1323750"/>
                  <a:gd name="connsiteY34" fmla="*/ 735477 h 1790912"/>
                  <a:gd name="connsiteX35" fmla="*/ 229996 w 1323750"/>
                  <a:gd name="connsiteY35" fmla="*/ 803210 h 1790912"/>
                  <a:gd name="connsiteX36" fmla="*/ 293682 w 1323750"/>
                  <a:gd name="connsiteY36" fmla="*/ 724894 h 1790912"/>
                  <a:gd name="connsiteX37" fmla="*/ 355306 w 1323750"/>
                  <a:gd name="connsiteY37" fmla="*/ 460309 h 1790912"/>
                  <a:gd name="connsiteX38" fmla="*/ 483996 w 1323750"/>
                  <a:gd name="connsiteY38" fmla="*/ 295210 h 1790912"/>
                  <a:gd name="connsiteX39" fmla="*/ 495272 w 1323750"/>
                  <a:gd name="connsiteY39" fmla="*/ 36977 h 1790912"/>
                  <a:gd name="connsiteX40" fmla="*/ 561021 w 1323750"/>
                  <a:gd name="connsiteY40" fmla="*/ 22160 h 1790912"/>
                  <a:gd name="connsiteX0" fmla="*/ 561021 w 1346289"/>
                  <a:gd name="connsiteY0" fmla="*/ 22160 h 1790912"/>
                  <a:gd name="connsiteX1" fmla="*/ 585223 w 1346289"/>
                  <a:gd name="connsiteY1" fmla="*/ 231710 h 1790912"/>
                  <a:gd name="connsiteX2" fmla="*/ 606949 w 1346289"/>
                  <a:gd name="connsiteY2" fmla="*/ 244409 h 1790912"/>
                  <a:gd name="connsiteX3" fmla="*/ 696521 w 1346289"/>
                  <a:gd name="connsiteY3" fmla="*/ 242292 h 1790912"/>
                  <a:gd name="connsiteX4" fmla="*/ 872185 w 1346289"/>
                  <a:gd name="connsiteY4" fmla="*/ 299442 h 1790912"/>
                  <a:gd name="connsiteX5" fmla="*/ 1011405 w 1346289"/>
                  <a:gd name="connsiteY5" fmla="*/ 498409 h 1790912"/>
                  <a:gd name="connsiteX6" fmla="*/ 1040106 w 1346289"/>
                  <a:gd name="connsiteY6" fmla="*/ 822259 h 1790912"/>
                  <a:gd name="connsiteX7" fmla="*/ 1040028 w 1346289"/>
                  <a:gd name="connsiteY7" fmla="*/ 1150343 h 1790912"/>
                  <a:gd name="connsiteX8" fmla="*/ 1044819 w 1346289"/>
                  <a:gd name="connsiteY8" fmla="*/ 1453027 h 1790912"/>
                  <a:gd name="connsiteX9" fmla="*/ 1135930 w 1346289"/>
                  <a:gd name="connsiteY9" fmla="*/ 1465728 h 1790912"/>
                  <a:gd name="connsiteX10" fmla="*/ 1322117 w 1346289"/>
                  <a:gd name="connsiteY10" fmla="*/ 1455143 h 1790912"/>
                  <a:gd name="connsiteX11" fmla="*/ 1313730 w 1346289"/>
                  <a:gd name="connsiteY11" fmla="*/ 1531343 h 1790912"/>
                  <a:gd name="connsiteX12" fmla="*/ 1046069 w 1346289"/>
                  <a:gd name="connsiteY12" fmla="*/ 1577910 h 1790912"/>
                  <a:gd name="connsiteX13" fmla="*/ 1066864 w 1346289"/>
                  <a:gd name="connsiteY13" fmla="*/ 1766294 h 1790912"/>
                  <a:gd name="connsiteX14" fmla="*/ 870105 w 1346289"/>
                  <a:gd name="connsiteY14" fmla="*/ 1766295 h 1790912"/>
                  <a:gd name="connsiteX15" fmla="*/ 900061 w 1346289"/>
                  <a:gd name="connsiteY15" fmla="*/ 1560979 h 1790912"/>
                  <a:gd name="connsiteX16" fmla="*/ 905680 w 1346289"/>
                  <a:gd name="connsiteY16" fmla="*/ 1226543 h 1790912"/>
                  <a:gd name="connsiteX17" fmla="*/ 904600 w 1346289"/>
                  <a:gd name="connsiteY17" fmla="*/ 887877 h 1790912"/>
                  <a:gd name="connsiteX18" fmla="*/ 867472 w 1346289"/>
                  <a:gd name="connsiteY18" fmla="*/ 540742 h 1790912"/>
                  <a:gd name="connsiteX19" fmla="*/ 759017 w 1346289"/>
                  <a:gd name="connsiteY19" fmla="*/ 403160 h 1790912"/>
                  <a:gd name="connsiteX20" fmla="*/ 571886 w 1346289"/>
                  <a:gd name="connsiteY20" fmla="*/ 413744 h 1790912"/>
                  <a:gd name="connsiteX21" fmla="*/ 464294 w 1346289"/>
                  <a:gd name="connsiteY21" fmla="*/ 547093 h 1790912"/>
                  <a:gd name="connsiteX22" fmla="*/ 452193 w 1346289"/>
                  <a:gd name="connsiteY22" fmla="*/ 739710 h 1790912"/>
                  <a:gd name="connsiteX23" fmla="*/ 543263 w 1346289"/>
                  <a:gd name="connsiteY23" fmla="*/ 820143 h 1790912"/>
                  <a:gd name="connsiteX24" fmla="*/ 678729 w 1346289"/>
                  <a:gd name="connsiteY24" fmla="*/ 989475 h 1790912"/>
                  <a:gd name="connsiteX25" fmla="*/ 716272 w 1346289"/>
                  <a:gd name="connsiteY25" fmla="*/ 1235009 h 1790912"/>
                  <a:gd name="connsiteX26" fmla="*/ 515466 w 1346289"/>
                  <a:gd name="connsiteY26" fmla="*/ 1304859 h 1790912"/>
                  <a:gd name="connsiteX27" fmla="*/ 278813 w 1346289"/>
                  <a:gd name="connsiteY27" fmla="*/ 1192677 h 1790912"/>
                  <a:gd name="connsiteX28" fmla="*/ 172301 w 1346289"/>
                  <a:gd name="connsiteY28" fmla="*/ 1061443 h 1790912"/>
                  <a:gd name="connsiteX29" fmla="*/ 123526 w 1346289"/>
                  <a:gd name="connsiteY29" fmla="*/ 883644 h 1790912"/>
                  <a:gd name="connsiteX30" fmla="*/ 8588 w 1346289"/>
                  <a:gd name="connsiteY30" fmla="*/ 798977 h 1790912"/>
                  <a:gd name="connsiteX31" fmla="*/ 23043 w 1346289"/>
                  <a:gd name="connsiteY31" fmla="*/ 606359 h 1790912"/>
                  <a:gd name="connsiteX32" fmla="*/ 139967 w 1346289"/>
                  <a:gd name="connsiteY32" fmla="*/ 557677 h 1790912"/>
                  <a:gd name="connsiteX33" fmla="*/ 206167 w 1346289"/>
                  <a:gd name="connsiteY33" fmla="*/ 623293 h 1790912"/>
                  <a:gd name="connsiteX34" fmla="*/ 238463 w 1346289"/>
                  <a:gd name="connsiteY34" fmla="*/ 735477 h 1790912"/>
                  <a:gd name="connsiteX35" fmla="*/ 229996 w 1346289"/>
                  <a:gd name="connsiteY35" fmla="*/ 803210 h 1790912"/>
                  <a:gd name="connsiteX36" fmla="*/ 293682 w 1346289"/>
                  <a:gd name="connsiteY36" fmla="*/ 724894 h 1790912"/>
                  <a:gd name="connsiteX37" fmla="*/ 355306 w 1346289"/>
                  <a:gd name="connsiteY37" fmla="*/ 460309 h 1790912"/>
                  <a:gd name="connsiteX38" fmla="*/ 483996 w 1346289"/>
                  <a:gd name="connsiteY38" fmla="*/ 295210 h 1790912"/>
                  <a:gd name="connsiteX39" fmla="*/ 495272 w 1346289"/>
                  <a:gd name="connsiteY39" fmla="*/ 36977 h 1790912"/>
                  <a:gd name="connsiteX40" fmla="*/ 561021 w 1346289"/>
                  <a:gd name="connsiteY40" fmla="*/ 22160 h 1790912"/>
                  <a:gd name="connsiteX0" fmla="*/ 561021 w 1345487"/>
                  <a:gd name="connsiteY0" fmla="*/ 22160 h 1790912"/>
                  <a:gd name="connsiteX1" fmla="*/ 585223 w 1345487"/>
                  <a:gd name="connsiteY1" fmla="*/ 231710 h 1790912"/>
                  <a:gd name="connsiteX2" fmla="*/ 606949 w 1345487"/>
                  <a:gd name="connsiteY2" fmla="*/ 244409 h 1790912"/>
                  <a:gd name="connsiteX3" fmla="*/ 696521 w 1345487"/>
                  <a:gd name="connsiteY3" fmla="*/ 242292 h 1790912"/>
                  <a:gd name="connsiteX4" fmla="*/ 872185 w 1345487"/>
                  <a:gd name="connsiteY4" fmla="*/ 299442 h 1790912"/>
                  <a:gd name="connsiteX5" fmla="*/ 1011405 w 1345487"/>
                  <a:gd name="connsiteY5" fmla="*/ 498409 h 1790912"/>
                  <a:gd name="connsiteX6" fmla="*/ 1040106 w 1345487"/>
                  <a:gd name="connsiteY6" fmla="*/ 822259 h 1790912"/>
                  <a:gd name="connsiteX7" fmla="*/ 1040028 w 1345487"/>
                  <a:gd name="connsiteY7" fmla="*/ 1150343 h 1790912"/>
                  <a:gd name="connsiteX8" fmla="*/ 1044819 w 1345487"/>
                  <a:gd name="connsiteY8" fmla="*/ 1453027 h 1790912"/>
                  <a:gd name="connsiteX9" fmla="*/ 1148817 w 1345487"/>
                  <a:gd name="connsiteY9" fmla="*/ 1478428 h 1790912"/>
                  <a:gd name="connsiteX10" fmla="*/ 1322117 w 1345487"/>
                  <a:gd name="connsiteY10" fmla="*/ 1455143 h 1790912"/>
                  <a:gd name="connsiteX11" fmla="*/ 1313730 w 1345487"/>
                  <a:gd name="connsiteY11" fmla="*/ 1531343 h 1790912"/>
                  <a:gd name="connsiteX12" fmla="*/ 1046069 w 1345487"/>
                  <a:gd name="connsiteY12" fmla="*/ 1577910 h 1790912"/>
                  <a:gd name="connsiteX13" fmla="*/ 1066864 w 1345487"/>
                  <a:gd name="connsiteY13" fmla="*/ 1766294 h 1790912"/>
                  <a:gd name="connsiteX14" fmla="*/ 870105 w 1345487"/>
                  <a:gd name="connsiteY14" fmla="*/ 1766295 h 1790912"/>
                  <a:gd name="connsiteX15" fmla="*/ 900061 w 1345487"/>
                  <a:gd name="connsiteY15" fmla="*/ 1560979 h 1790912"/>
                  <a:gd name="connsiteX16" fmla="*/ 905680 w 1345487"/>
                  <a:gd name="connsiteY16" fmla="*/ 1226543 h 1790912"/>
                  <a:gd name="connsiteX17" fmla="*/ 904600 w 1345487"/>
                  <a:gd name="connsiteY17" fmla="*/ 887877 h 1790912"/>
                  <a:gd name="connsiteX18" fmla="*/ 867472 w 1345487"/>
                  <a:gd name="connsiteY18" fmla="*/ 540742 h 1790912"/>
                  <a:gd name="connsiteX19" fmla="*/ 759017 w 1345487"/>
                  <a:gd name="connsiteY19" fmla="*/ 403160 h 1790912"/>
                  <a:gd name="connsiteX20" fmla="*/ 571886 w 1345487"/>
                  <a:gd name="connsiteY20" fmla="*/ 413744 h 1790912"/>
                  <a:gd name="connsiteX21" fmla="*/ 464294 w 1345487"/>
                  <a:gd name="connsiteY21" fmla="*/ 547093 h 1790912"/>
                  <a:gd name="connsiteX22" fmla="*/ 452193 w 1345487"/>
                  <a:gd name="connsiteY22" fmla="*/ 739710 h 1790912"/>
                  <a:gd name="connsiteX23" fmla="*/ 543263 w 1345487"/>
                  <a:gd name="connsiteY23" fmla="*/ 820143 h 1790912"/>
                  <a:gd name="connsiteX24" fmla="*/ 678729 w 1345487"/>
                  <a:gd name="connsiteY24" fmla="*/ 989475 h 1790912"/>
                  <a:gd name="connsiteX25" fmla="*/ 716272 w 1345487"/>
                  <a:gd name="connsiteY25" fmla="*/ 1235009 h 1790912"/>
                  <a:gd name="connsiteX26" fmla="*/ 515466 w 1345487"/>
                  <a:gd name="connsiteY26" fmla="*/ 1304859 h 1790912"/>
                  <a:gd name="connsiteX27" fmla="*/ 278813 w 1345487"/>
                  <a:gd name="connsiteY27" fmla="*/ 1192677 h 1790912"/>
                  <a:gd name="connsiteX28" fmla="*/ 172301 w 1345487"/>
                  <a:gd name="connsiteY28" fmla="*/ 1061443 h 1790912"/>
                  <a:gd name="connsiteX29" fmla="*/ 123526 w 1345487"/>
                  <a:gd name="connsiteY29" fmla="*/ 883644 h 1790912"/>
                  <a:gd name="connsiteX30" fmla="*/ 8588 w 1345487"/>
                  <a:gd name="connsiteY30" fmla="*/ 798977 h 1790912"/>
                  <a:gd name="connsiteX31" fmla="*/ 23043 w 1345487"/>
                  <a:gd name="connsiteY31" fmla="*/ 606359 h 1790912"/>
                  <a:gd name="connsiteX32" fmla="*/ 139967 w 1345487"/>
                  <a:gd name="connsiteY32" fmla="*/ 557677 h 1790912"/>
                  <a:gd name="connsiteX33" fmla="*/ 206167 w 1345487"/>
                  <a:gd name="connsiteY33" fmla="*/ 623293 h 1790912"/>
                  <a:gd name="connsiteX34" fmla="*/ 238463 w 1345487"/>
                  <a:gd name="connsiteY34" fmla="*/ 735477 h 1790912"/>
                  <a:gd name="connsiteX35" fmla="*/ 229996 w 1345487"/>
                  <a:gd name="connsiteY35" fmla="*/ 803210 h 1790912"/>
                  <a:gd name="connsiteX36" fmla="*/ 293682 w 1345487"/>
                  <a:gd name="connsiteY36" fmla="*/ 724894 h 1790912"/>
                  <a:gd name="connsiteX37" fmla="*/ 355306 w 1345487"/>
                  <a:gd name="connsiteY37" fmla="*/ 460309 h 1790912"/>
                  <a:gd name="connsiteX38" fmla="*/ 483996 w 1345487"/>
                  <a:gd name="connsiteY38" fmla="*/ 295210 h 1790912"/>
                  <a:gd name="connsiteX39" fmla="*/ 495272 w 1345487"/>
                  <a:gd name="connsiteY39" fmla="*/ 36977 h 1790912"/>
                  <a:gd name="connsiteX40" fmla="*/ 561021 w 1345487"/>
                  <a:gd name="connsiteY40" fmla="*/ 22160 h 1790912"/>
                  <a:gd name="connsiteX0" fmla="*/ 561021 w 1338334"/>
                  <a:gd name="connsiteY0" fmla="*/ 22160 h 1790912"/>
                  <a:gd name="connsiteX1" fmla="*/ 585223 w 1338334"/>
                  <a:gd name="connsiteY1" fmla="*/ 231710 h 1790912"/>
                  <a:gd name="connsiteX2" fmla="*/ 606949 w 1338334"/>
                  <a:gd name="connsiteY2" fmla="*/ 244409 h 1790912"/>
                  <a:gd name="connsiteX3" fmla="*/ 696521 w 1338334"/>
                  <a:gd name="connsiteY3" fmla="*/ 242292 h 1790912"/>
                  <a:gd name="connsiteX4" fmla="*/ 872185 w 1338334"/>
                  <a:gd name="connsiteY4" fmla="*/ 299442 h 1790912"/>
                  <a:gd name="connsiteX5" fmla="*/ 1011405 w 1338334"/>
                  <a:gd name="connsiteY5" fmla="*/ 498409 h 1790912"/>
                  <a:gd name="connsiteX6" fmla="*/ 1040106 w 1338334"/>
                  <a:gd name="connsiteY6" fmla="*/ 822259 h 1790912"/>
                  <a:gd name="connsiteX7" fmla="*/ 1040028 w 1338334"/>
                  <a:gd name="connsiteY7" fmla="*/ 1150343 h 1790912"/>
                  <a:gd name="connsiteX8" fmla="*/ 1044819 w 1338334"/>
                  <a:gd name="connsiteY8" fmla="*/ 1453027 h 1790912"/>
                  <a:gd name="connsiteX9" fmla="*/ 1148817 w 1338334"/>
                  <a:gd name="connsiteY9" fmla="*/ 1478428 h 1790912"/>
                  <a:gd name="connsiteX10" fmla="*/ 1307620 w 1338334"/>
                  <a:gd name="connsiteY10" fmla="*/ 1453026 h 1790912"/>
                  <a:gd name="connsiteX11" fmla="*/ 1313730 w 1338334"/>
                  <a:gd name="connsiteY11" fmla="*/ 1531343 h 1790912"/>
                  <a:gd name="connsiteX12" fmla="*/ 1046069 w 1338334"/>
                  <a:gd name="connsiteY12" fmla="*/ 1577910 h 1790912"/>
                  <a:gd name="connsiteX13" fmla="*/ 1066864 w 1338334"/>
                  <a:gd name="connsiteY13" fmla="*/ 1766294 h 1790912"/>
                  <a:gd name="connsiteX14" fmla="*/ 870105 w 1338334"/>
                  <a:gd name="connsiteY14" fmla="*/ 1766295 h 1790912"/>
                  <a:gd name="connsiteX15" fmla="*/ 900061 w 1338334"/>
                  <a:gd name="connsiteY15" fmla="*/ 1560979 h 1790912"/>
                  <a:gd name="connsiteX16" fmla="*/ 905680 w 1338334"/>
                  <a:gd name="connsiteY16" fmla="*/ 1226543 h 1790912"/>
                  <a:gd name="connsiteX17" fmla="*/ 904600 w 1338334"/>
                  <a:gd name="connsiteY17" fmla="*/ 887877 h 1790912"/>
                  <a:gd name="connsiteX18" fmla="*/ 867472 w 1338334"/>
                  <a:gd name="connsiteY18" fmla="*/ 540742 h 1790912"/>
                  <a:gd name="connsiteX19" fmla="*/ 759017 w 1338334"/>
                  <a:gd name="connsiteY19" fmla="*/ 403160 h 1790912"/>
                  <a:gd name="connsiteX20" fmla="*/ 571886 w 1338334"/>
                  <a:gd name="connsiteY20" fmla="*/ 413744 h 1790912"/>
                  <a:gd name="connsiteX21" fmla="*/ 464294 w 1338334"/>
                  <a:gd name="connsiteY21" fmla="*/ 547093 h 1790912"/>
                  <a:gd name="connsiteX22" fmla="*/ 452193 w 1338334"/>
                  <a:gd name="connsiteY22" fmla="*/ 739710 h 1790912"/>
                  <a:gd name="connsiteX23" fmla="*/ 543263 w 1338334"/>
                  <a:gd name="connsiteY23" fmla="*/ 820143 h 1790912"/>
                  <a:gd name="connsiteX24" fmla="*/ 678729 w 1338334"/>
                  <a:gd name="connsiteY24" fmla="*/ 989475 h 1790912"/>
                  <a:gd name="connsiteX25" fmla="*/ 716272 w 1338334"/>
                  <a:gd name="connsiteY25" fmla="*/ 1235009 h 1790912"/>
                  <a:gd name="connsiteX26" fmla="*/ 515466 w 1338334"/>
                  <a:gd name="connsiteY26" fmla="*/ 1304859 h 1790912"/>
                  <a:gd name="connsiteX27" fmla="*/ 278813 w 1338334"/>
                  <a:gd name="connsiteY27" fmla="*/ 1192677 h 1790912"/>
                  <a:gd name="connsiteX28" fmla="*/ 172301 w 1338334"/>
                  <a:gd name="connsiteY28" fmla="*/ 1061443 h 1790912"/>
                  <a:gd name="connsiteX29" fmla="*/ 123526 w 1338334"/>
                  <a:gd name="connsiteY29" fmla="*/ 883644 h 1790912"/>
                  <a:gd name="connsiteX30" fmla="*/ 8588 w 1338334"/>
                  <a:gd name="connsiteY30" fmla="*/ 798977 h 1790912"/>
                  <a:gd name="connsiteX31" fmla="*/ 23043 w 1338334"/>
                  <a:gd name="connsiteY31" fmla="*/ 606359 h 1790912"/>
                  <a:gd name="connsiteX32" fmla="*/ 139967 w 1338334"/>
                  <a:gd name="connsiteY32" fmla="*/ 557677 h 1790912"/>
                  <a:gd name="connsiteX33" fmla="*/ 206167 w 1338334"/>
                  <a:gd name="connsiteY33" fmla="*/ 623293 h 1790912"/>
                  <a:gd name="connsiteX34" fmla="*/ 238463 w 1338334"/>
                  <a:gd name="connsiteY34" fmla="*/ 735477 h 1790912"/>
                  <a:gd name="connsiteX35" fmla="*/ 229996 w 1338334"/>
                  <a:gd name="connsiteY35" fmla="*/ 803210 h 1790912"/>
                  <a:gd name="connsiteX36" fmla="*/ 293682 w 1338334"/>
                  <a:gd name="connsiteY36" fmla="*/ 724894 h 1790912"/>
                  <a:gd name="connsiteX37" fmla="*/ 355306 w 1338334"/>
                  <a:gd name="connsiteY37" fmla="*/ 460309 h 1790912"/>
                  <a:gd name="connsiteX38" fmla="*/ 483996 w 1338334"/>
                  <a:gd name="connsiteY38" fmla="*/ 295210 h 1790912"/>
                  <a:gd name="connsiteX39" fmla="*/ 495272 w 1338334"/>
                  <a:gd name="connsiteY39" fmla="*/ 36977 h 1790912"/>
                  <a:gd name="connsiteX40" fmla="*/ 561021 w 1338334"/>
                  <a:gd name="connsiteY40" fmla="*/ 22160 h 1790912"/>
                  <a:gd name="connsiteX0" fmla="*/ 561021 w 1340526"/>
                  <a:gd name="connsiteY0" fmla="*/ 22160 h 1790912"/>
                  <a:gd name="connsiteX1" fmla="*/ 585223 w 1340526"/>
                  <a:gd name="connsiteY1" fmla="*/ 231710 h 1790912"/>
                  <a:gd name="connsiteX2" fmla="*/ 606949 w 1340526"/>
                  <a:gd name="connsiteY2" fmla="*/ 244409 h 1790912"/>
                  <a:gd name="connsiteX3" fmla="*/ 696521 w 1340526"/>
                  <a:gd name="connsiteY3" fmla="*/ 242292 h 1790912"/>
                  <a:gd name="connsiteX4" fmla="*/ 872185 w 1340526"/>
                  <a:gd name="connsiteY4" fmla="*/ 299442 h 1790912"/>
                  <a:gd name="connsiteX5" fmla="*/ 1011405 w 1340526"/>
                  <a:gd name="connsiteY5" fmla="*/ 498409 h 1790912"/>
                  <a:gd name="connsiteX6" fmla="*/ 1040106 w 1340526"/>
                  <a:gd name="connsiteY6" fmla="*/ 822259 h 1790912"/>
                  <a:gd name="connsiteX7" fmla="*/ 1040028 w 1340526"/>
                  <a:gd name="connsiteY7" fmla="*/ 1150343 h 1790912"/>
                  <a:gd name="connsiteX8" fmla="*/ 1044819 w 1340526"/>
                  <a:gd name="connsiteY8" fmla="*/ 1453027 h 1790912"/>
                  <a:gd name="connsiteX9" fmla="*/ 1148817 w 1340526"/>
                  <a:gd name="connsiteY9" fmla="*/ 1478428 h 1790912"/>
                  <a:gd name="connsiteX10" fmla="*/ 1312453 w 1340526"/>
                  <a:gd name="connsiteY10" fmla="*/ 1472076 h 1790912"/>
                  <a:gd name="connsiteX11" fmla="*/ 1313730 w 1340526"/>
                  <a:gd name="connsiteY11" fmla="*/ 1531343 h 1790912"/>
                  <a:gd name="connsiteX12" fmla="*/ 1046069 w 1340526"/>
                  <a:gd name="connsiteY12" fmla="*/ 1577910 h 1790912"/>
                  <a:gd name="connsiteX13" fmla="*/ 1066864 w 1340526"/>
                  <a:gd name="connsiteY13" fmla="*/ 1766294 h 1790912"/>
                  <a:gd name="connsiteX14" fmla="*/ 870105 w 1340526"/>
                  <a:gd name="connsiteY14" fmla="*/ 1766295 h 1790912"/>
                  <a:gd name="connsiteX15" fmla="*/ 900061 w 1340526"/>
                  <a:gd name="connsiteY15" fmla="*/ 1560979 h 1790912"/>
                  <a:gd name="connsiteX16" fmla="*/ 905680 w 1340526"/>
                  <a:gd name="connsiteY16" fmla="*/ 1226543 h 1790912"/>
                  <a:gd name="connsiteX17" fmla="*/ 904600 w 1340526"/>
                  <a:gd name="connsiteY17" fmla="*/ 887877 h 1790912"/>
                  <a:gd name="connsiteX18" fmla="*/ 867472 w 1340526"/>
                  <a:gd name="connsiteY18" fmla="*/ 540742 h 1790912"/>
                  <a:gd name="connsiteX19" fmla="*/ 759017 w 1340526"/>
                  <a:gd name="connsiteY19" fmla="*/ 403160 h 1790912"/>
                  <a:gd name="connsiteX20" fmla="*/ 571886 w 1340526"/>
                  <a:gd name="connsiteY20" fmla="*/ 413744 h 1790912"/>
                  <a:gd name="connsiteX21" fmla="*/ 464294 w 1340526"/>
                  <a:gd name="connsiteY21" fmla="*/ 547093 h 1790912"/>
                  <a:gd name="connsiteX22" fmla="*/ 452193 w 1340526"/>
                  <a:gd name="connsiteY22" fmla="*/ 739710 h 1790912"/>
                  <a:gd name="connsiteX23" fmla="*/ 543263 w 1340526"/>
                  <a:gd name="connsiteY23" fmla="*/ 820143 h 1790912"/>
                  <a:gd name="connsiteX24" fmla="*/ 678729 w 1340526"/>
                  <a:gd name="connsiteY24" fmla="*/ 989475 h 1790912"/>
                  <a:gd name="connsiteX25" fmla="*/ 716272 w 1340526"/>
                  <a:gd name="connsiteY25" fmla="*/ 1235009 h 1790912"/>
                  <a:gd name="connsiteX26" fmla="*/ 515466 w 1340526"/>
                  <a:gd name="connsiteY26" fmla="*/ 1304859 h 1790912"/>
                  <a:gd name="connsiteX27" fmla="*/ 278813 w 1340526"/>
                  <a:gd name="connsiteY27" fmla="*/ 1192677 h 1790912"/>
                  <a:gd name="connsiteX28" fmla="*/ 172301 w 1340526"/>
                  <a:gd name="connsiteY28" fmla="*/ 1061443 h 1790912"/>
                  <a:gd name="connsiteX29" fmla="*/ 123526 w 1340526"/>
                  <a:gd name="connsiteY29" fmla="*/ 883644 h 1790912"/>
                  <a:gd name="connsiteX30" fmla="*/ 8588 w 1340526"/>
                  <a:gd name="connsiteY30" fmla="*/ 798977 h 1790912"/>
                  <a:gd name="connsiteX31" fmla="*/ 23043 w 1340526"/>
                  <a:gd name="connsiteY31" fmla="*/ 606359 h 1790912"/>
                  <a:gd name="connsiteX32" fmla="*/ 139967 w 1340526"/>
                  <a:gd name="connsiteY32" fmla="*/ 557677 h 1790912"/>
                  <a:gd name="connsiteX33" fmla="*/ 206167 w 1340526"/>
                  <a:gd name="connsiteY33" fmla="*/ 623293 h 1790912"/>
                  <a:gd name="connsiteX34" fmla="*/ 238463 w 1340526"/>
                  <a:gd name="connsiteY34" fmla="*/ 735477 h 1790912"/>
                  <a:gd name="connsiteX35" fmla="*/ 229996 w 1340526"/>
                  <a:gd name="connsiteY35" fmla="*/ 803210 h 1790912"/>
                  <a:gd name="connsiteX36" fmla="*/ 293682 w 1340526"/>
                  <a:gd name="connsiteY36" fmla="*/ 724894 h 1790912"/>
                  <a:gd name="connsiteX37" fmla="*/ 355306 w 1340526"/>
                  <a:gd name="connsiteY37" fmla="*/ 460309 h 1790912"/>
                  <a:gd name="connsiteX38" fmla="*/ 483996 w 1340526"/>
                  <a:gd name="connsiteY38" fmla="*/ 295210 h 1790912"/>
                  <a:gd name="connsiteX39" fmla="*/ 495272 w 1340526"/>
                  <a:gd name="connsiteY39" fmla="*/ 36977 h 1790912"/>
                  <a:gd name="connsiteX40" fmla="*/ 561021 w 1340526"/>
                  <a:gd name="connsiteY40" fmla="*/ 22160 h 1790912"/>
                  <a:gd name="connsiteX0" fmla="*/ 561021 w 1335425"/>
                  <a:gd name="connsiteY0" fmla="*/ 22160 h 1790912"/>
                  <a:gd name="connsiteX1" fmla="*/ 585223 w 1335425"/>
                  <a:gd name="connsiteY1" fmla="*/ 231710 h 1790912"/>
                  <a:gd name="connsiteX2" fmla="*/ 606949 w 1335425"/>
                  <a:gd name="connsiteY2" fmla="*/ 244409 h 1790912"/>
                  <a:gd name="connsiteX3" fmla="*/ 696521 w 1335425"/>
                  <a:gd name="connsiteY3" fmla="*/ 242292 h 1790912"/>
                  <a:gd name="connsiteX4" fmla="*/ 872185 w 1335425"/>
                  <a:gd name="connsiteY4" fmla="*/ 299442 h 1790912"/>
                  <a:gd name="connsiteX5" fmla="*/ 1011405 w 1335425"/>
                  <a:gd name="connsiteY5" fmla="*/ 498409 h 1790912"/>
                  <a:gd name="connsiteX6" fmla="*/ 1040106 w 1335425"/>
                  <a:gd name="connsiteY6" fmla="*/ 822259 h 1790912"/>
                  <a:gd name="connsiteX7" fmla="*/ 1040028 w 1335425"/>
                  <a:gd name="connsiteY7" fmla="*/ 1150343 h 1790912"/>
                  <a:gd name="connsiteX8" fmla="*/ 1044819 w 1335425"/>
                  <a:gd name="connsiteY8" fmla="*/ 1453027 h 1790912"/>
                  <a:gd name="connsiteX9" fmla="*/ 1148817 w 1335425"/>
                  <a:gd name="connsiteY9" fmla="*/ 1478428 h 1790912"/>
                  <a:gd name="connsiteX10" fmla="*/ 1312453 w 1335425"/>
                  <a:gd name="connsiteY10" fmla="*/ 1472076 h 1790912"/>
                  <a:gd name="connsiteX11" fmla="*/ 1313730 w 1335425"/>
                  <a:gd name="connsiteY11" fmla="*/ 1531343 h 1790912"/>
                  <a:gd name="connsiteX12" fmla="*/ 1046069 w 1335425"/>
                  <a:gd name="connsiteY12" fmla="*/ 1577910 h 1790912"/>
                  <a:gd name="connsiteX13" fmla="*/ 1066864 w 1335425"/>
                  <a:gd name="connsiteY13" fmla="*/ 1766294 h 1790912"/>
                  <a:gd name="connsiteX14" fmla="*/ 870105 w 1335425"/>
                  <a:gd name="connsiteY14" fmla="*/ 1766295 h 1790912"/>
                  <a:gd name="connsiteX15" fmla="*/ 900061 w 1335425"/>
                  <a:gd name="connsiteY15" fmla="*/ 1560979 h 1790912"/>
                  <a:gd name="connsiteX16" fmla="*/ 905680 w 1335425"/>
                  <a:gd name="connsiteY16" fmla="*/ 1226543 h 1790912"/>
                  <a:gd name="connsiteX17" fmla="*/ 904600 w 1335425"/>
                  <a:gd name="connsiteY17" fmla="*/ 887877 h 1790912"/>
                  <a:gd name="connsiteX18" fmla="*/ 867472 w 1335425"/>
                  <a:gd name="connsiteY18" fmla="*/ 540742 h 1790912"/>
                  <a:gd name="connsiteX19" fmla="*/ 759017 w 1335425"/>
                  <a:gd name="connsiteY19" fmla="*/ 403160 h 1790912"/>
                  <a:gd name="connsiteX20" fmla="*/ 571886 w 1335425"/>
                  <a:gd name="connsiteY20" fmla="*/ 413744 h 1790912"/>
                  <a:gd name="connsiteX21" fmla="*/ 464294 w 1335425"/>
                  <a:gd name="connsiteY21" fmla="*/ 547093 h 1790912"/>
                  <a:gd name="connsiteX22" fmla="*/ 452193 w 1335425"/>
                  <a:gd name="connsiteY22" fmla="*/ 739710 h 1790912"/>
                  <a:gd name="connsiteX23" fmla="*/ 543263 w 1335425"/>
                  <a:gd name="connsiteY23" fmla="*/ 820143 h 1790912"/>
                  <a:gd name="connsiteX24" fmla="*/ 678729 w 1335425"/>
                  <a:gd name="connsiteY24" fmla="*/ 989475 h 1790912"/>
                  <a:gd name="connsiteX25" fmla="*/ 716272 w 1335425"/>
                  <a:gd name="connsiteY25" fmla="*/ 1235009 h 1790912"/>
                  <a:gd name="connsiteX26" fmla="*/ 515466 w 1335425"/>
                  <a:gd name="connsiteY26" fmla="*/ 1304859 h 1790912"/>
                  <a:gd name="connsiteX27" fmla="*/ 278813 w 1335425"/>
                  <a:gd name="connsiteY27" fmla="*/ 1192677 h 1790912"/>
                  <a:gd name="connsiteX28" fmla="*/ 172301 w 1335425"/>
                  <a:gd name="connsiteY28" fmla="*/ 1061443 h 1790912"/>
                  <a:gd name="connsiteX29" fmla="*/ 123526 w 1335425"/>
                  <a:gd name="connsiteY29" fmla="*/ 883644 h 1790912"/>
                  <a:gd name="connsiteX30" fmla="*/ 8588 w 1335425"/>
                  <a:gd name="connsiteY30" fmla="*/ 798977 h 1790912"/>
                  <a:gd name="connsiteX31" fmla="*/ 23043 w 1335425"/>
                  <a:gd name="connsiteY31" fmla="*/ 606359 h 1790912"/>
                  <a:gd name="connsiteX32" fmla="*/ 139967 w 1335425"/>
                  <a:gd name="connsiteY32" fmla="*/ 557677 h 1790912"/>
                  <a:gd name="connsiteX33" fmla="*/ 206167 w 1335425"/>
                  <a:gd name="connsiteY33" fmla="*/ 623293 h 1790912"/>
                  <a:gd name="connsiteX34" fmla="*/ 238463 w 1335425"/>
                  <a:gd name="connsiteY34" fmla="*/ 735477 h 1790912"/>
                  <a:gd name="connsiteX35" fmla="*/ 229996 w 1335425"/>
                  <a:gd name="connsiteY35" fmla="*/ 803210 h 1790912"/>
                  <a:gd name="connsiteX36" fmla="*/ 293682 w 1335425"/>
                  <a:gd name="connsiteY36" fmla="*/ 724894 h 1790912"/>
                  <a:gd name="connsiteX37" fmla="*/ 355306 w 1335425"/>
                  <a:gd name="connsiteY37" fmla="*/ 460309 h 1790912"/>
                  <a:gd name="connsiteX38" fmla="*/ 483996 w 1335425"/>
                  <a:gd name="connsiteY38" fmla="*/ 295210 h 1790912"/>
                  <a:gd name="connsiteX39" fmla="*/ 495272 w 1335425"/>
                  <a:gd name="connsiteY39" fmla="*/ 36977 h 1790912"/>
                  <a:gd name="connsiteX40" fmla="*/ 561021 w 1335425"/>
                  <a:gd name="connsiteY40" fmla="*/ 22160 h 1790912"/>
                  <a:gd name="connsiteX0" fmla="*/ 561021 w 1348069"/>
                  <a:gd name="connsiteY0" fmla="*/ 22160 h 1790912"/>
                  <a:gd name="connsiteX1" fmla="*/ 585223 w 1348069"/>
                  <a:gd name="connsiteY1" fmla="*/ 231710 h 1790912"/>
                  <a:gd name="connsiteX2" fmla="*/ 606949 w 1348069"/>
                  <a:gd name="connsiteY2" fmla="*/ 244409 h 1790912"/>
                  <a:gd name="connsiteX3" fmla="*/ 696521 w 1348069"/>
                  <a:gd name="connsiteY3" fmla="*/ 242292 h 1790912"/>
                  <a:gd name="connsiteX4" fmla="*/ 872185 w 1348069"/>
                  <a:gd name="connsiteY4" fmla="*/ 299442 h 1790912"/>
                  <a:gd name="connsiteX5" fmla="*/ 1011405 w 1348069"/>
                  <a:gd name="connsiteY5" fmla="*/ 498409 h 1790912"/>
                  <a:gd name="connsiteX6" fmla="*/ 1040106 w 1348069"/>
                  <a:gd name="connsiteY6" fmla="*/ 822259 h 1790912"/>
                  <a:gd name="connsiteX7" fmla="*/ 1040028 w 1348069"/>
                  <a:gd name="connsiteY7" fmla="*/ 1150343 h 1790912"/>
                  <a:gd name="connsiteX8" fmla="*/ 1044819 w 1348069"/>
                  <a:gd name="connsiteY8" fmla="*/ 1453027 h 1790912"/>
                  <a:gd name="connsiteX9" fmla="*/ 1148817 w 1348069"/>
                  <a:gd name="connsiteY9" fmla="*/ 1478428 h 1790912"/>
                  <a:gd name="connsiteX10" fmla="*/ 1338226 w 1348069"/>
                  <a:gd name="connsiteY10" fmla="*/ 1491126 h 1790912"/>
                  <a:gd name="connsiteX11" fmla="*/ 1313730 w 1348069"/>
                  <a:gd name="connsiteY11" fmla="*/ 1531343 h 1790912"/>
                  <a:gd name="connsiteX12" fmla="*/ 1046069 w 1348069"/>
                  <a:gd name="connsiteY12" fmla="*/ 1577910 h 1790912"/>
                  <a:gd name="connsiteX13" fmla="*/ 1066864 w 1348069"/>
                  <a:gd name="connsiteY13" fmla="*/ 1766294 h 1790912"/>
                  <a:gd name="connsiteX14" fmla="*/ 870105 w 1348069"/>
                  <a:gd name="connsiteY14" fmla="*/ 1766295 h 1790912"/>
                  <a:gd name="connsiteX15" fmla="*/ 900061 w 1348069"/>
                  <a:gd name="connsiteY15" fmla="*/ 1560979 h 1790912"/>
                  <a:gd name="connsiteX16" fmla="*/ 905680 w 1348069"/>
                  <a:gd name="connsiteY16" fmla="*/ 1226543 h 1790912"/>
                  <a:gd name="connsiteX17" fmla="*/ 904600 w 1348069"/>
                  <a:gd name="connsiteY17" fmla="*/ 887877 h 1790912"/>
                  <a:gd name="connsiteX18" fmla="*/ 867472 w 1348069"/>
                  <a:gd name="connsiteY18" fmla="*/ 540742 h 1790912"/>
                  <a:gd name="connsiteX19" fmla="*/ 759017 w 1348069"/>
                  <a:gd name="connsiteY19" fmla="*/ 403160 h 1790912"/>
                  <a:gd name="connsiteX20" fmla="*/ 571886 w 1348069"/>
                  <a:gd name="connsiteY20" fmla="*/ 413744 h 1790912"/>
                  <a:gd name="connsiteX21" fmla="*/ 464294 w 1348069"/>
                  <a:gd name="connsiteY21" fmla="*/ 547093 h 1790912"/>
                  <a:gd name="connsiteX22" fmla="*/ 452193 w 1348069"/>
                  <a:gd name="connsiteY22" fmla="*/ 739710 h 1790912"/>
                  <a:gd name="connsiteX23" fmla="*/ 543263 w 1348069"/>
                  <a:gd name="connsiteY23" fmla="*/ 820143 h 1790912"/>
                  <a:gd name="connsiteX24" fmla="*/ 678729 w 1348069"/>
                  <a:gd name="connsiteY24" fmla="*/ 989475 h 1790912"/>
                  <a:gd name="connsiteX25" fmla="*/ 716272 w 1348069"/>
                  <a:gd name="connsiteY25" fmla="*/ 1235009 h 1790912"/>
                  <a:gd name="connsiteX26" fmla="*/ 515466 w 1348069"/>
                  <a:gd name="connsiteY26" fmla="*/ 1304859 h 1790912"/>
                  <a:gd name="connsiteX27" fmla="*/ 278813 w 1348069"/>
                  <a:gd name="connsiteY27" fmla="*/ 1192677 h 1790912"/>
                  <a:gd name="connsiteX28" fmla="*/ 172301 w 1348069"/>
                  <a:gd name="connsiteY28" fmla="*/ 1061443 h 1790912"/>
                  <a:gd name="connsiteX29" fmla="*/ 123526 w 1348069"/>
                  <a:gd name="connsiteY29" fmla="*/ 883644 h 1790912"/>
                  <a:gd name="connsiteX30" fmla="*/ 8588 w 1348069"/>
                  <a:gd name="connsiteY30" fmla="*/ 798977 h 1790912"/>
                  <a:gd name="connsiteX31" fmla="*/ 23043 w 1348069"/>
                  <a:gd name="connsiteY31" fmla="*/ 606359 h 1790912"/>
                  <a:gd name="connsiteX32" fmla="*/ 139967 w 1348069"/>
                  <a:gd name="connsiteY32" fmla="*/ 557677 h 1790912"/>
                  <a:gd name="connsiteX33" fmla="*/ 206167 w 1348069"/>
                  <a:gd name="connsiteY33" fmla="*/ 623293 h 1790912"/>
                  <a:gd name="connsiteX34" fmla="*/ 238463 w 1348069"/>
                  <a:gd name="connsiteY34" fmla="*/ 735477 h 1790912"/>
                  <a:gd name="connsiteX35" fmla="*/ 229996 w 1348069"/>
                  <a:gd name="connsiteY35" fmla="*/ 803210 h 1790912"/>
                  <a:gd name="connsiteX36" fmla="*/ 293682 w 1348069"/>
                  <a:gd name="connsiteY36" fmla="*/ 724894 h 1790912"/>
                  <a:gd name="connsiteX37" fmla="*/ 355306 w 1348069"/>
                  <a:gd name="connsiteY37" fmla="*/ 460309 h 1790912"/>
                  <a:gd name="connsiteX38" fmla="*/ 483996 w 1348069"/>
                  <a:gd name="connsiteY38" fmla="*/ 295210 h 1790912"/>
                  <a:gd name="connsiteX39" fmla="*/ 495272 w 1348069"/>
                  <a:gd name="connsiteY39" fmla="*/ 36977 h 1790912"/>
                  <a:gd name="connsiteX40" fmla="*/ 561021 w 1348069"/>
                  <a:gd name="connsiteY40" fmla="*/ 22160 h 1790912"/>
                  <a:gd name="connsiteX0" fmla="*/ 561021 w 1350619"/>
                  <a:gd name="connsiteY0" fmla="*/ 22160 h 1790912"/>
                  <a:gd name="connsiteX1" fmla="*/ 585223 w 1350619"/>
                  <a:gd name="connsiteY1" fmla="*/ 231710 h 1790912"/>
                  <a:gd name="connsiteX2" fmla="*/ 606949 w 1350619"/>
                  <a:gd name="connsiteY2" fmla="*/ 244409 h 1790912"/>
                  <a:gd name="connsiteX3" fmla="*/ 696521 w 1350619"/>
                  <a:gd name="connsiteY3" fmla="*/ 242292 h 1790912"/>
                  <a:gd name="connsiteX4" fmla="*/ 872185 w 1350619"/>
                  <a:gd name="connsiteY4" fmla="*/ 299442 h 1790912"/>
                  <a:gd name="connsiteX5" fmla="*/ 1011405 w 1350619"/>
                  <a:gd name="connsiteY5" fmla="*/ 498409 h 1790912"/>
                  <a:gd name="connsiteX6" fmla="*/ 1040106 w 1350619"/>
                  <a:gd name="connsiteY6" fmla="*/ 822259 h 1790912"/>
                  <a:gd name="connsiteX7" fmla="*/ 1040028 w 1350619"/>
                  <a:gd name="connsiteY7" fmla="*/ 1150343 h 1790912"/>
                  <a:gd name="connsiteX8" fmla="*/ 1044819 w 1350619"/>
                  <a:gd name="connsiteY8" fmla="*/ 1453027 h 1790912"/>
                  <a:gd name="connsiteX9" fmla="*/ 1148817 w 1350619"/>
                  <a:gd name="connsiteY9" fmla="*/ 1478428 h 1790912"/>
                  <a:gd name="connsiteX10" fmla="*/ 1338226 w 1350619"/>
                  <a:gd name="connsiteY10" fmla="*/ 1491126 h 1790912"/>
                  <a:gd name="connsiteX11" fmla="*/ 1300844 w 1350619"/>
                  <a:gd name="connsiteY11" fmla="*/ 1539810 h 1790912"/>
                  <a:gd name="connsiteX12" fmla="*/ 1046069 w 1350619"/>
                  <a:gd name="connsiteY12" fmla="*/ 1577910 h 1790912"/>
                  <a:gd name="connsiteX13" fmla="*/ 1066864 w 1350619"/>
                  <a:gd name="connsiteY13" fmla="*/ 1766294 h 1790912"/>
                  <a:gd name="connsiteX14" fmla="*/ 870105 w 1350619"/>
                  <a:gd name="connsiteY14" fmla="*/ 1766295 h 1790912"/>
                  <a:gd name="connsiteX15" fmla="*/ 900061 w 1350619"/>
                  <a:gd name="connsiteY15" fmla="*/ 1560979 h 1790912"/>
                  <a:gd name="connsiteX16" fmla="*/ 905680 w 1350619"/>
                  <a:gd name="connsiteY16" fmla="*/ 1226543 h 1790912"/>
                  <a:gd name="connsiteX17" fmla="*/ 904600 w 1350619"/>
                  <a:gd name="connsiteY17" fmla="*/ 887877 h 1790912"/>
                  <a:gd name="connsiteX18" fmla="*/ 867472 w 1350619"/>
                  <a:gd name="connsiteY18" fmla="*/ 540742 h 1790912"/>
                  <a:gd name="connsiteX19" fmla="*/ 759017 w 1350619"/>
                  <a:gd name="connsiteY19" fmla="*/ 403160 h 1790912"/>
                  <a:gd name="connsiteX20" fmla="*/ 571886 w 1350619"/>
                  <a:gd name="connsiteY20" fmla="*/ 413744 h 1790912"/>
                  <a:gd name="connsiteX21" fmla="*/ 464294 w 1350619"/>
                  <a:gd name="connsiteY21" fmla="*/ 547093 h 1790912"/>
                  <a:gd name="connsiteX22" fmla="*/ 452193 w 1350619"/>
                  <a:gd name="connsiteY22" fmla="*/ 739710 h 1790912"/>
                  <a:gd name="connsiteX23" fmla="*/ 543263 w 1350619"/>
                  <a:gd name="connsiteY23" fmla="*/ 820143 h 1790912"/>
                  <a:gd name="connsiteX24" fmla="*/ 678729 w 1350619"/>
                  <a:gd name="connsiteY24" fmla="*/ 989475 h 1790912"/>
                  <a:gd name="connsiteX25" fmla="*/ 716272 w 1350619"/>
                  <a:gd name="connsiteY25" fmla="*/ 1235009 h 1790912"/>
                  <a:gd name="connsiteX26" fmla="*/ 515466 w 1350619"/>
                  <a:gd name="connsiteY26" fmla="*/ 1304859 h 1790912"/>
                  <a:gd name="connsiteX27" fmla="*/ 278813 w 1350619"/>
                  <a:gd name="connsiteY27" fmla="*/ 1192677 h 1790912"/>
                  <a:gd name="connsiteX28" fmla="*/ 172301 w 1350619"/>
                  <a:gd name="connsiteY28" fmla="*/ 1061443 h 1790912"/>
                  <a:gd name="connsiteX29" fmla="*/ 123526 w 1350619"/>
                  <a:gd name="connsiteY29" fmla="*/ 883644 h 1790912"/>
                  <a:gd name="connsiteX30" fmla="*/ 8588 w 1350619"/>
                  <a:gd name="connsiteY30" fmla="*/ 798977 h 1790912"/>
                  <a:gd name="connsiteX31" fmla="*/ 23043 w 1350619"/>
                  <a:gd name="connsiteY31" fmla="*/ 606359 h 1790912"/>
                  <a:gd name="connsiteX32" fmla="*/ 139967 w 1350619"/>
                  <a:gd name="connsiteY32" fmla="*/ 557677 h 1790912"/>
                  <a:gd name="connsiteX33" fmla="*/ 206167 w 1350619"/>
                  <a:gd name="connsiteY33" fmla="*/ 623293 h 1790912"/>
                  <a:gd name="connsiteX34" fmla="*/ 238463 w 1350619"/>
                  <a:gd name="connsiteY34" fmla="*/ 735477 h 1790912"/>
                  <a:gd name="connsiteX35" fmla="*/ 229996 w 1350619"/>
                  <a:gd name="connsiteY35" fmla="*/ 803210 h 1790912"/>
                  <a:gd name="connsiteX36" fmla="*/ 293682 w 1350619"/>
                  <a:gd name="connsiteY36" fmla="*/ 724894 h 1790912"/>
                  <a:gd name="connsiteX37" fmla="*/ 355306 w 1350619"/>
                  <a:gd name="connsiteY37" fmla="*/ 460309 h 1790912"/>
                  <a:gd name="connsiteX38" fmla="*/ 483996 w 1350619"/>
                  <a:gd name="connsiteY38" fmla="*/ 295210 h 1790912"/>
                  <a:gd name="connsiteX39" fmla="*/ 495272 w 1350619"/>
                  <a:gd name="connsiteY39" fmla="*/ 36977 h 1790912"/>
                  <a:gd name="connsiteX40" fmla="*/ 561021 w 1350619"/>
                  <a:gd name="connsiteY40" fmla="*/ 22160 h 1790912"/>
                  <a:gd name="connsiteX0" fmla="*/ 561021 w 1350738"/>
                  <a:gd name="connsiteY0" fmla="*/ 22160 h 1790912"/>
                  <a:gd name="connsiteX1" fmla="*/ 585223 w 1350738"/>
                  <a:gd name="connsiteY1" fmla="*/ 231710 h 1790912"/>
                  <a:gd name="connsiteX2" fmla="*/ 606949 w 1350738"/>
                  <a:gd name="connsiteY2" fmla="*/ 244409 h 1790912"/>
                  <a:gd name="connsiteX3" fmla="*/ 696521 w 1350738"/>
                  <a:gd name="connsiteY3" fmla="*/ 242292 h 1790912"/>
                  <a:gd name="connsiteX4" fmla="*/ 872185 w 1350738"/>
                  <a:gd name="connsiteY4" fmla="*/ 299442 h 1790912"/>
                  <a:gd name="connsiteX5" fmla="*/ 1011405 w 1350738"/>
                  <a:gd name="connsiteY5" fmla="*/ 498409 h 1790912"/>
                  <a:gd name="connsiteX6" fmla="*/ 1040106 w 1350738"/>
                  <a:gd name="connsiteY6" fmla="*/ 822259 h 1790912"/>
                  <a:gd name="connsiteX7" fmla="*/ 1040028 w 1350738"/>
                  <a:gd name="connsiteY7" fmla="*/ 1150343 h 1790912"/>
                  <a:gd name="connsiteX8" fmla="*/ 1044819 w 1350738"/>
                  <a:gd name="connsiteY8" fmla="*/ 1453027 h 1790912"/>
                  <a:gd name="connsiteX9" fmla="*/ 1147206 w 1350738"/>
                  <a:gd name="connsiteY9" fmla="*/ 1491128 h 1790912"/>
                  <a:gd name="connsiteX10" fmla="*/ 1338226 w 1350738"/>
                  <a:gd name="connsiteY10" fmla="*/ 1491126 h 1790912"/>
                  <a:gd name="connsiteX11" fmla="*/ 1300844 w 1350738"/>
                  <a:gd name="connsiteY11" fmla="*/ 1539810 h 1790912"/>
                  <a:gd name="connsiteX12" fmla="*/ 1046069 w 1350738"/>
                  <a:gd name="connsiteY12" fmla="*/ 1577910 h 1790912"/>
                  <a:gd name="connsiteX13" fmla="*/ 1066864 w 1350738"/>
                  <a:gd name="connsiteY13" fmla="*/ 1766294 h 1790912"/>
                  <a:gd name="connsiteX14" fmla="*/ 870105 w 1350738"/>
                  <a:gd name="connsiteY14" fmla="*/ 1766295 h 1790912"/>
                  <a:gd name="connsiteX15" fmla="*/ 900061 w 1350738"/>
                  <a:gd name="connsiteY15" fmla="*/ 1560979 h 1790912"/>
                  <a:gd name="connsiteX16" fmla="*/ 905680 w 1350738"/>
                  <a:gd name="connsiteY16" fmla="*/ 1226543 h 1790912"/>
                  <a:gd name="connsiteX17" fmla="*/ 904600 w 1350738"/>
                  <a:gd name="connsiteY17" fmla="*/ 887877 h 1790912"/>
                  <a:gd name="connsiteX18" fmla="*/ 867472 w 1350738"/>
                  <a:gd name="connsiteY18" fmla="*/ 540742 h 1790912"/>
                  <a:gd name="connsiteX19" fmla="*/ 759017 w 1350738"/>
                  <a:gd name="connsiteY19" fmla="*/ 403160 h 1790912"/>
                  <a:gd name="connsiteX20" fmla="*/ 571886 w 1350738"/>
                  <a:gd name="connsiteY20" fmla="*/ 413744 h 1790912"/>
                  <a:gd name="connsiteX21" fmla="*/ 464294 w 1350738"/>
                  <a:gd name="connsiteY21" fmla="*/ 547093 h 1790912"/>
                  <a:gd name="connsiteX22" fmla="*/ 452193 w 1350738"/>
                  <a:gd name="connsiteY22" fmla="*/ 739710 h 1790912"/>
                  <a:gd name="connsiteX23" fmla="*/ 543263 w 1350738"/>
                  <a:gd name="connsiteY23" fmla="*/ 820143 h 1790912"/>
                  <a:gd name="connsiteX24" fmla="*/ 678729 w 1350738"/>
                  <a:gd name="connsiteY24" fmla="*/ 989475 h 1790912"/>
                  <a:gd name="connsiteX25" fmla="*/ 716272 w 1350738"/>
                  <a:gd name="connsiteY25" fmla="*/ 1235009 h 1790912"/>
                  <a:gd name="connsiteX26" fmla="*/ 515466 w 1350738"/>
                  <a:gd name="connsiteY26" fmla="*/ 1304859 h 1790912"/>
                  <a:gd name="connsiteX27" fmla="*/ 278813 w 1350738"/>
                  <a:gd name="connsiteY27" fmla="*/ 1192677 h 1790912"/>
                  <a:gd name="connsiteX28" fmla="*/ 172301 w 1350738"/>
                  <a:gd name="connsiteY28" fmla="*/ 1061443 h 1790912"/>
                  <a:gd name="connsiteX29" fmla="*/ 123526 w 1350738"/>
                  <a:gd name="connsiteY29" fmla="*/ 883644 h 1790912"/>
                  <a:gd name="connsiteX30" fmla="*/ 8588 w 1350738"/>
                  <a:gd name="connsiteY30" fmla="*/ 798977 h 1790912"/>
                  <a:gd name="connsiteX31" fmla="*/ 23043 w 1350738"/>
                  <a:gd name="connsiteY31" fmla="*/ 606359 h 1790912"/>
                  <a:gd name="connsiteX32" fmla="*/ 139967 w 1350738"/>
                  <a:gd name="connsiteY32" fmla="*/ 557677 h 1790912"/>
                  <a:gd name="connsiteX33" fmla="*/ 206167 w 1350738"/>
                  <a:gd name="connsiteY33" fmla="*/ 623293 h 1790912"/>
                  <a:gd name="connsiteX34" fmla="*/ 238463 w 1350738"/>
                  <a:gd name="connsiteY34" fmla="*/ 735477 h 1790912"/>
                  <a:gd name="connsiteX35" fmla="*/ 229996 w 1350738"/>
                  <a:gd name="connsiteY35" fmla="*/ 803210 h 1790912"/>
                  <a:gd name="connsiteX36" fmla="*/ 293682 w 1350738"/>
                  <a:gd name="connsiteY36" fmla="*/ 724894 h 1790912"/>
                  <a:gd name="connsiteX37" fmla="*/ 355306 w 1350738"/>
                  <a:gd name="connsiteY37" fmla="*/ 460309 h 1790912"/>
                  <a:gd name="connsiteX38" fmla="*/ 483996 w 1350738"/>
                  <a:gd name="connsiteY38" fmla="*/ 295210 h 1790912"/>
                  <a:gd name="connsiteX39" fmla="*/ 495272 w 1350738"/>
                  <a:gd name="connsiteY39" fmla="*/ 36977 h 1790912"/>
                  <a:gd name="connsiteX40" fmla="*/ 561021 w 1350738"/>
                  <a:gd name="connsiteY40" fmla="*/ 22160 h 1790912"/>
                  <a:gd name="connsiteX0" fmla="*/ 561021 w 1350738"/>
                  <a:gd name="connsiteY0" fmla="*/ 22160 h 1793317"/>
                  <a:gd name="connsiteX1" fmla="*/ 585223 w 1350738"/>
                  <a:gd name="connsiteY1" fmla="*/ 231710 h 1793317"/>
                  <a:gd name="connsiteX2" fmla="*/ 606949 w 1350738"/>
                  <a:gd name="connsiteY2" fmla="*/ 244409 h 1793317"/>
                  <a:gd name="connsiteX3" fmla="*/ 696521 w 1350738"/>
                  <a:gd name="connsiteY3" fmla="*/ 242292 h 1793317"/>
                  <a:gd name="connsiteX4" fmla="*/ 872185 w 1350738"/>
                  <a:gd name="connsiteY4" fmla="*/ 299442 h 1793317"/>
                  <a:gd name="connsiteX5" fmla="*/ 1011405 w 1350738"/>
                  <a:gd name="connsiteY5" fmla="*/ 498409 h 1793317"/>
                  <a:gd name="connsiteX6" fmla="*/ 1040106 w 1350738"/>
                  <a:gd name="connsiteY6" fmla="*/ 822259 h 1793317"/>
                  <a:gd name="connsiteX7" fmla="*/ 1040028 w 1350738"/>
                  <a:gd name="connsiteY7" fmla="*/ 1150343 h 1793317"/>
                  <a:gd name="connsiteX8" fmla="*/ 1044819 w 1350738"/>
                  <a:gd name="connsiteY8" fmla="*/ 1453027 h 1793317"/>
                  <a:gd name="connsiteX9" fmla="*/ 1147206 w 1350738"/>
                  <a:gd name="connsiteY9" fmla="*/ 1491128 h 1793317"/>
                  <a:gd name="connsiteX10" fmla="*/ 1338226 w 1350738"/>
                  <a:gd name="connsiteY10" fmla="*/ 1491126 h 1793317"/>
                  <a:gd name="connsiteX11" fmla="*/ 1300844 w 1350738"/>
                  <a:gd name="connsiteY11" fmla="*/ 1539810 h 1793317"/>
                  <a:gd name="connsiteX12" fmla="*/ 1046069 w 1350738"/>
                  <a:gd name="connsiteY12" fmla="*/ 1577910 h 1793317"/>
                  <a:gd name="connsiteX13" fmla="*/ 1033037 w 1350738"/>
                  <a:gd name="connsiteY13" fmla="*/ 1770528 h 1793317"/>
                  <a:gd name="connsiteX14" fmla="*/ 870105 w 1350738"/>
                  <a:gd name="connsiteY14" fmla="*/ 1766295 h 1793317"/>
                  <a:gd name="connsiteX15" fmla="*/ 900061 w 1350738"/>
                  <a:gd name="connsiteY15" fmla="*/ 1560979 h 1793317"/>
                  <a:gd name="connsiteX16" fmla="*/ 905680 w 1350738"/>
                  <a:gd name="connsiteY16" fmla="*/ 1226543 h 1793317"/>
                  <a:gd name="connsiteX17" fmla="*/ 904600 w 1350738"/>
                  <a:gd name="connsiteY17" fmla="*/ 887877 h 1793317"/>
                  <a:gd name="connsiteX18" fmla="*/ 867472 w 1350738"/>
                  <a:gd name="connsiteY18" fmla="*/ 540742 h 1793317"/>
                  <a:gd name="connsiteX19" fmla="*/ 759017 w 1350738"/>
                  <a:gd name="connsiteY19" fmla="*/ 403160 h 1793317"/>
                  <a:gd name="connsiteX20" fmla="*/ 571886 w 1350738"/>
                  <a:gd name="connsiteY20" fmla="*/ 413744 h 1793317"/>
                  <a:gd name="connsiteX21" fmla="*/ 464294 w 1350738"/>
                  <a:gd name="connsiteY21" fmla="*/ 547093 h 1793317"/>
                  <a:gd name="connsiteX22" fmla="*/ 452193 w 1350738"/>
                  <a:gd name="connsiteY22" fmla="*/ 739710 h 1793317"/>
                  <a:gd name="connsiteX23" fmla="*/ 543263 w 1350738"/>
                  <a:gd name="connsiteY23" fmla="*/ 820143 h 1793317"/>
                  <a:gd name="connsiteX24" fmla="*/ 678729 w 1350738"/>
                  <a:gd name="connsiteY24" fmla="*/ 989475 h 1793317"/>
                  <a:gd name="connsiteX25" fmla="*/ 716272 w 1350738"/>
                  <a:gd name="connsiteY25" fmla="*/ 1235009 h 1793317"/>
                  <a:gd name="connsiteX26" fmla="*/ 515466 w 1350738"/>
                  <a:gd name="connsiteY26" fmla="*/ 1304859 h 1793317"/>
                  <a:gd name="connsiteX27" fmla="*/ 278813 w 1350738"/>
                  <a:gd name="connsiteY27" fmla="*/ 1192677 h 1793317"/>
                  <a:gd name="connsiteX28" fmla="*/ 172301 w 1350738"/>
                  <a:gd name="connsiteY28" fmla="*/ 1061443 h 1793317"/>
                  <a:gd name="connsiteX29" fmla="*/ 123526 w 1350738"/>
                  <a:gd name="connsiteY29" fmla="*/ 883644 h 1793317"/>
                  <a:gd name="connsiteX30" fmla="*/ 8588 w 1350738"/>
                  <a:gd name="connsiteY30" fmla="*/ 798977 h 1793317"/>
                  <a:gd name="connsiteX31" fmla="*/ 23043 w 1350738"/>
                  <a:gd name="connsiteY31" fmla="*/ 606359 h 1793317"/>
                  <a:gd name="connsiteX32" fmla="*/ 139967 w 1350738"/>
                  <a:gd name="connsiteY32" fmla="*/ 557677 h 1793317"/>
                  <a:gd name="connsiteX33" fmla="*/ 206167 w 1350738"/>
                  <a:gd name="connsiteY33" fmla="*/ 623293 h 1793317"/>
                  <a:gd name="connsiteX34" fmla="*/ 238463 w 1350738"/>
                  <a:gd name="connsiteY34" fmla="*/ 735477 h 1793317"/>
                  <a:gd name="connsiteX35" fmla="*/ 229996 w 1350738"/>
                  <a:gd name="connsiteY35" fmla="*/ 803210 h 1793317"/>
                  <a:gd name="connsiteX36" fmla="*/ 293682 w 1350738"/>
                  <a:gd name="connsiteY36" fmla="*/ 724894 h 1793317"/>
                  <a:gd name="connsiteX37" fmla="*/ 355306 w 1350738"/>
                  <a:gd name="connsiteY37" fmla="*/ 460309 h 1793317"/>
                  <a:gd name="connsiteX38" fmla="*/ 483996 w 1350738"/>
                  <a:gd name="connsiteY38" fmla="*/ 295210 h 1793317"/>
                  <a:gd name="connsiteX39" fmla="*/ 495272 w 1350738"/>
                  <a:gd name="connsiteY39" fmla="*/ 36977 h 1793317"/>
                  <a:gd name="connsiteX40" fmla="*/ 561021 w 1350738"/>
                  <a:gd name="connsiteY40" fmla="*/ 22160 h 1793317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9685"/>
                  <a:gd name="connsiteX1" fmla="*/ 585223 w 1350738"/>
                  <a:gd name="connsiteY1" fmla="*/ 231710 h 1799685"/>
                  <a:gd name="connsiteX2" fmla="*/ 606949 w 1350738"/>
                  <a:gd name="connsiteY2" fmla="*/ 244409 h 1799685"/>
                  <a:gd name="connsiteX3" fmla="*/ 696521 w 1350738"/>
                  <a:gd name="connsiteY3" fmla="*/ 242292 h 1799685"/>
                  <a:gd name="connsiteX4" fmla="*/ 872185 w 1350738"/>
                  <a:gd name="connsiteY4" fmla="*/ 299442 h 1799685"/>
                  <a:gd name="connsiteX5" fmla="*/ 1011405 w 1350738"/>
                  <a:gd name="connsiteY5" fmla="*/ 498409 h 1799685"/>
                  <a:gd name="connsiteX6" fmla="*/ 1040106 w 1350738"/>
                  <a:gd name="connsiteY6" fmla="*/ 822259 h 1799685"/>
                  <a:gd name="connsiteX7" fmla="*/ 1040028 w 1350738"/>
                  <a:gd name="connsiteY7" fmla="*/ 1150343 h 1799685"/>
                  <a:gd name="connsiteX8" fmla="*/ 1044819 w 1350738"/>
                  <a:gd name="connsiteY8" fmla="*/ 1453027 h 1799685"/>
                  <a:gd name="connsiteX9" fmla="*/ 1147206 w 1350738"/>
                  <a:gd name="connsiteY9" fmla="*/ 1491128 h 1799685"/>
                  <a:gd name="connsiteX10" fmla="*/ 1338226 w 1350738"/>
                  <a:gd name="connsiteY10" fmla="*/ 1491126 h 1799685"/>
                  <a:gd name="connsiteX11" fmla="*/ 1300844 w 1350738"/>
                  <a:gd name="connsiteY11" fmla="*/ 1539810 h 1799685"/>
                  <a:gd name="connsiteX12" fmla="*/ 1046069 w 1350738"/>
                  <a:gd name="connsiteY12" fmla="*/ 1577910 h 1799685"/>
                  <a:gd name="connsiteX13" fmla="*/ 1033037 w 1350738"/>
                  <a:gd name="connsiteY13" fmla="*/ 1770528 h 1799685"/>
                  <a:gd name="connsiteX14" fmla="*/ 895878 w 1350738"/>
                  <a:gd name="connsiteY14" fmla="*/ 1774762 h 1799685"/>
                  <a:gd name="connsiteX15" fmla="*/ 900061 w 1350738"/>
                  <a:gd name="connsiteY15" fmla="*/ 1560979 h 1799685"/>
                  <a:gd name="connsiteX16" fmla="*/ 905680 w 1350738"/>
                  <a:gd name="connsiteY16" fmla="*/ 1226543 h 1799685"/>
                  <a:gd name="connsiteX17" fmla="*/ 904600 w 1350738"/>
                  <a:gd name="connsiteY17" fmla="*/ 887877 h 1799685"/>
                  <a:gd name="connsiteX18" fmla="*/ 867472 w 1350738"/>
                  <a:gd name="connsiteY18" fmla="*/ 540742 h 1799685"/>
                  <a:gd name="connsiteX19" fmla="*/ 759017 w 1350738"/>
                  <a:gd name="connsiteY19" fmla="*/ 403160 h 1799685"/>
                  <a:gd name="connsiteX20" fmla="*/ 571886 w 1350738"/>
                  <a:gd name="connsiteY20" fmla="*/ 413744 h 1799685"/>
                  <a:gd name="connsiteX21" fmla="*/ 464294 w 1350738"/>
                  <a:gd name="connsiteY21" fmla="*/ 547093 h 1799685"/>
                  <a:gd name="connsiteX22" fmla="*/ 452193 w 1350738"/>
                  <a:gd name="connsiteY22" fmla="*/ 739710 h 1799685"/>
                  <a:gd name="connsiteX23" fmla="*/ 543263 w 1350738"/>
                  <a:gd name="connsiteY23" fmla="*/ 820143 h 1799685"/>
                  <a:gd name="connsiteX24" fmla="*/ 678729 w 1350738"/>
                  <a:gd name="connsiteY24" fmla="*/ 989475 h 1799685"/>
                  <a:gd name="connsiteX25" fmla="*/ 716272 w 1350738"/>
                  <a:gd name="connsiteY25" fmla="*/ 1235009 h 1799685"/>
                  <a:gd name="connsiteX26" fmla="*/ 515466 w 1350738"/>
                  <a:gd name="connsiteY26" fmla="*/ 1304859 h 1799685"/>
                  <a:gd name="connsiteX27" fmla="*/ 278813 w 1350738"/>
                  <a:gd name="connsiteY27" fmla="*/ 1192677 h 1799685"/>
                  <a:gd name="connsiteX28" fmla="*/ 172301 w 1350738"/>
                  <a:gd name="connsiteY28" fmla="*/ 1061443 h 1799685"/>
                  <a:gd name="connsiteX29" fmla="*/ 123526 w 1350738"/>
                  <a:gd name="connsiteY29" fmla="*/ 883644 h 1799685"/>
                  <a:gd name="connsiteX30" fmla="*/ 8588 w 1350738"/>
                  <a:gd name="connsiteY30" fmla="*/ 798977 h 1799685"/>
                  <a:gd name="connsiteX31" fmla="*/ 23043 w 1350738"/>
                  <a:gd name="connsiteY31" fmla="*/ 606359 h 1799685"/>
                  <a:gd name="connsiteX32" fmla="*/ 139967 w 1350738"/>
                  <a:gd name="connsiteY32" fmla="*/ 557677 h 1799685"/>
                  <a:gd name="connsiteX33" fmla="*/ 206167 w 1350738"/>
                  <a:gd name="connsiteY33" fmla="*/ 623293 h 1799685"/>
                  <a:gd name="connsiteX34" fmla="*/ 238463 w 1350738"/>
                  <a:gd name="connsiteY34" fmla="*/ 735477 h 1799685"/>
                  <a:gd name="connsiteX35" fmla="*/ 229996 w 1350738"/>
                  <a:gd name="connsiteY35" fmla="*/ 803210 h 1799685"/>
                  <a:gd name="connsiteX36" fmla="*/ 293682 w 1350738"/>
                  <a:gd name="connsiteY36" fmla="*/ 724894 h 1799685"/>
                  <a:gd name="connsiteX37" fmla="*/ 355306 w 1350738"/>
                  <a:gd name="connsiteY37" fmla="*/ 460309 h 1799685"/>
                  <a:gd name="connsiteX38" fmla="*/ 483996 w 1350738"/>
                  <a:gd name="connsiteY38" fmla="*/ 295210 h 1799685"/>
                  <a:gd name="connsiteX39" fmla="*/ 495272 w 1350738"/>
                  <a:gd name="connsiteY39" fmla="*/ 36977 h 1799685"/>
                  <a:gd name="connsiteX40" fmla="*/ 561021 w 1350738"/>
                  <a:gd name="connsiteY40" fmla="*/ 22160 h 1799685"/>
                  <a:gd name="connsiteX0" fmla="*/ 561021 w 1350738"/>
                  <a:gd name="connsiteY0" fmla="*/ 22160 h 1794778"/>
                  <a:gd name="connsiteX1" fmla="*/ 585223 w 1350738"/>
                  <a:gd name="connsiteY1" fmla="*/ 231710 h 1794778"/>
                  <a:gd name="connsiteX2" fmla="*/ 606949 w 1350738"/>
                  <a:gd name="connsiteY2" fmla="*/ 244409 h 1794778"/>
                  <a:gd name="connsiteX3" fmla="*/ 696521 w 1350738"/>
                  <a:gd name="connsiteY3" fmla="*/ 242292 h 1794778"/>
                  <a:gd name="connsiteX4" fmla="*/ 872185 w 1350738"/>
                  <a:gd name="connsiteY4" fmla="*/ 299442 h 1794778"/>
                  <a:gd name="connsiteX5" fmla="*/ 1011405 w 1350738"/>
                  <a:gd name="connsiteY5" fmla="*/ 498409 h 1794778"/>
                  <a:gd name="connsiteX6" fmla="*/ 1040106 w 1350738"/>
                  <a:gd name="connsiteY6" fmla="*/ 822259 h 1794778"/>
                  <a:gd name="connsiteX7" fmla="*/ 1040028 w 1350738"/>
                  <a:gd name="connsiteY7" fmla="*/ 1150343 h 1794778"/>
                  <a:gd name="connsiteX8" fmla="*/ 1044819 w 1350738"/>
                  <a:gd name="connsiteY8" fmla="*/ 1453027 h 1794778"/>
                  <a:gd name="connsiteX9" fmla="*/ 1147206 w 1350738"/>
                  <a:gd name="connsiteY9" fmla="*/ 1491128 h 1794778"/>
                  <a:gd name="connsiteX10" fmla="*/ 1338226 w 1350738"/>
                  <a:gd name="connsiteY10" fmla="*/ 1491126 h 1794778"/>
                  <a:gd name="connsiteX11" fmla="*/ 1300844 w 1350738"/>
                  <a:gd name="connsiteY11" fmla="*/ 1539810 h 1794778"/>
                  <a:gd name="connsiteX12" fmla="*/ 1046069 w 1350738"/>
                  <a:gd name="connsiteY12" fmla="*/ 1577910 h 1794778"/>
                  <a:gd name="connsiteX13" fmla="*/ 1033037 w 1350738"/>
                  <a:gd name="connsiteY13" fmla="*/ 1770528 h 1794778"/>
                  <a:gd name="connsiteX14" fmla="*/ 895878 w 1350738"/>
                  <a:gd name="connsiteY14" fmla="*/ 1774762 h 1794778"/>
                  <a:gd name="connsiteX15" fmla="*/ 900061 w 1350738"/>
                  <a:gd name="connsiteY15" fmla="*/ 1560979 h 1794778"/>
                  <a:gd name="connsiteX16" fmla="*/ 905680 w 1350738"/>
                  <a:gd name="connsiteY16" fmla="*/ 1226543 h 1794778"/>
                  <a:gd name="connsiteX17" fmla="*/ 904600 w 1350738"/>
                  <a:gd name="connsiteY17" fmla="*/ 887877 h 1794778"/>
                  <a:gd name="connsiteX18" fmla="*/ 867472 w 1350738"/>
                  <a:gd name="connsiteY18" fmla="*/ 540742 h 1794778"/>
                  <a:gd name="connsiteX19" fmla="*/ 759017 w 1350738"/>
                  <a:gd name="connsiteY19" fmla="*/ 403160 h 1794778"/>
                  <a:gd name="connsiteX20" fmla="*/ 571886 w 1350738"/>
                  <a:gd name="connsiteY20" fmla="*/ 413744 h 1794778"/>
                  <a:gd name="connsiteX21" fmla="*/ 464294 w 1350738"/>
                  <a:gd name="connsiteY21" fmla="*/ 547093 h 1794778"/>
                  <a:gd name="connsiteX22" fmla="*/ 452193 w 1350738"/>
                  <a:gd name="connsiteY22" fmla="*/ 739710 h 1794778"/>
                  <a:gd name="connsiteX23" fmla="*/ 543263 w 1350738"/>
                  <a:gd name="connsiteY23" fmla="*/ 820143 h 1794778"/>
                  <a:gd name="connsiteX24" fmla="*/ 678729 w 1350738"/>
                  <a:gd name="connsiteY24" fmla="*/ 989475 h 1794778"/>
                  <a:gd name="connsiteX25" fmla="*/ 716272 w 1350738"/>
                  <a:gd name="connsiteY25" fmla="*/ 1235009 h 1794778"/>
                  <a:gd name="connsiteX26" fmla="*/ 515466 w 1350738"/>
                  <a:gd name="connsiteY26" fmla="*/ 1304859 h 1794778"/>
                  <a:gd name="connsiteX27" fmla="*/ 278813 w 1350738"/>
                  <a:gd name="connsiteY27" fmla="*/ 1192677 h 1794778"/>
                  <a:gd name="connsiteX28" fmla="*/ 172301 w 1350738"/>
                  <a:gd name="connsiteY28" fmla="*/ 1061443 h 1794778"/>
                  <a:gd name="connsiteX29" fmla="*/ 123526 w 1350738"/>
                  <a:gd name="connsiteY29" fmla="*/ 883644 h 1794778"/>
                  <a:gd name="connsiteX30" fmla="*/ 8588 w 1350738"/>
                  <a:gd name="connsiteY30" fmla="*/ 798977 h 1794778"/>
                  <a:gd name="connsiteX31" fmla="*/ 23043 w 1350738"/>
                  <a:gd name="connsiteY31" fmla="*/ 606359 h 1794778"/>
                  <a:gd name="connsiteX32" fmla="*/ 139967 w 1350738"/>
                  <a:gd name="connsiteY32" fmla="*/ 557677 h 1794778"/>
                  <a:gd name="connsiteX33" fmla="*/ 206167 w 1350738"/>
                  <a:gd name="connsiteY33" fmla="*/ 623293 h 1794778"/>
                  <a:gd name="connsiteX34" fmla="*/ 238463 w 1350738"/>
                  <a:gd name="connsiteY34" fmla="*/ 735477 h 1794778"/>
                  <a:gd name="connsiteX35" fmla="*/ 229996 w 1350738"/>
                  <a:gd name="connsiteY35" fmla="*/ 803210 h 1794778"/>
                  <a:gd name="connsiteX36" fmla="*/ 293682 w 1350738"/>
                  <a:gd name="connsiteY36" fmla="*/ 724894 h 1794778"/>
                  <a:gd name="connsiteX37" fmla="*/ 355306 w 1350738"/>
                  <a:gd name="connsiteY37" fmla="*/ 460309 h 1794778"/>
                  <a:gd name="connsiteX38" fmla="*/ 483996 w 1350738"/>
                  <a:gd name="connsiteY38" fmla="*/ 295210 h 1794778"/>
                  <a:gd name="connsiteX39" fmla="*/ 495272 w 1350738"/>
                  <a:gd name="connsiteY39" fmla="*/ 36977 h 1794778"/>
                  <a:gd name="connsiteX40" fmla="*/ 561021 w 1350738"/>
                  <a:gd name="connsiteY40" fmla="*/ 22160 h 1794778"/>
                  <a:gd name="connsiteX0" fmla="*/ 561021 w 1350738"/>
                  <a:gd name="connsiteY0" fmla="*/ 22160 h 1800880"/>
                  <a:gd name="connsiteX1" fmla="*/ 585223 w 1350738"/>
                  <a:gd name="connsiteY1" fmla="*/ 231710 h 1800880"/>
                  <a:gd name="connsiteX2" fmla="*/ 606949 w 1350738"/>
                  <a:gd name="connsiteY2" fmla="*/ 244409 h 1800880"/>
                  <a:gd name="connsiteX3" fmla="*/ 696521 w 1350738"/>
                  <a:gd name="connsiteY3" fmla="*/ 242292 h 1800880"/>
                  <a:gd name="connsiteX4" fmla="*/ 872185 w 1350738"/>
                  <a:gd name="connsiteY4" fmla="*/ 299442 h 1800880"/>
                  <a:gd name="connsiteX5" fmla="*/ 1011405 w 1350738"/>
                  <a:gd name="connsiteY5" fmla="*/ 498409 h 1800880"/>
                  <a:gd name="connsiteX6" fmla="*/ 1040106 w 1350738"/>
                  <a:gd name="connsiteY6" fmla="*/ 822259 h 1800880"/>
                  <a:gd name="connsiteX7" fmla="*/ 1040028 w 1350738"/>
                  <a:gd name="connsiteY7" fmla="*/ 1150343 h 1800880"/>
                  <a:gd name="connsiteX8" fmla="*/ 1044819 w 1350738"/>
                  <a:gd name="connsiteY8" fmla="*/ 1453027 h 1800880"/>
                  <a:gd name="connsiteX9" fmla="*/ 1147206 w 1350738"/>
                  <a:gd name="connsiteY9" fmla="*/ 1491128 h 1800880"/>
                  <a:gd name="connsiteX10" fmla="*/ 1338226 w 1350738"/>
                  <a:gd name="connsiteY10" fmla="*/ 1491126 h 1800880"/>
                  <a:gd name="connsiteX11" fmla="*/ 1300844 w 1350738"/>
                  <a:gd name="connsiteY11" fmla="*/ 1539810 h 1800880"/>
                  <a:gd name="connsiteX12" fmla="*/ 1046069 w 1350738"/>
                  <a:gd name="connsiteY12" fmla="*/ 1577910 h 1800880"/>
                  <a:gd name="connsiteX13" fmla="*/ 1033037 w 1350738"/>
                  <a:gd name="connsiteY13" fmla="*/ 1770528 h 1800880"/>
                  <a:gd name="connsiteX14" fmla="*/ 910375 w 1350738"/>
                  <a:gd name="connsiteY14" fmla="*/ 1778995 h 1800880"/>
                  <a:gd name="connsiteX15" fmla="*/ 900061 w 1350738"/>
                  <a:gd name="connsiteY15" fmla="*/ 1560979 h 1800880"/>
                  <a:gd name="connsiteX16" fmla="*/ 905680 w 1350738"/>
                  <a:gd name="connsiteY16" fmla="*/ 1226543 h 1800880"/>
                  <a:gd name="connsiteX17" fmla="*/ 904600 w 1350738"/>
                  <a:gd name="connsiteY17" fmla="*/ 887877 h 1800880"/>
                  <a:gd name="connsiteX18" fmla="*/ 867472 w 1350738"/>
                  <a:gd name="connsiteY18" fmla="*/ 540742 h 1800880"/>
                  <a:gd name="connsiteX19" fmla="*/ 759017 w 1350738"/>
                  <a:gd name="connsiteY19" fmla="*/ 403160 h 1800880"/>
                  <a:gd name="connsiteX20" fmla="*/ 571886 w 1350738"/>
                  <a:gd name="connsiteY20" fmla="*/ 413744 h 1800880"/>
                  <a:gd name="connsiteX21" fmla="*/ 464294 w 1350738"/>
                  <a:gd name="connsiteY21" fmla="*/ 547093 h 1800880"/>
                  <a:gd name="connsiteX22" fmla="*/ 452193 w 1350738"/>
                  <a:gd name="connsiteY22" fmla="*/ 739710 h 1800880"/>
                  <a:gd name="connsiteX23" fmla="*/ 543263 w 1350738"/>
                  <a:gd name="connsiteY23" fmla="*/ 820143 h 1800880"/>
                  <a:gd name="connsiteX24" fmla="*/ 678729 w 1350738"/>
                  <a:gd name="connsiteY24" fmla="*/ 989475 h 1800880"/>
                  <a:gd name="connsiteX25" fmla="*/ 716272 w 1350738"/>
                  <a:gd name="connsiteY25" fmla="*/ 1235009 h 1800880"/>
                  <a:gd name="connsiteX26" fmla="*/ 515466 w 1350738"/>
                  <a:gd name="connsiteY26" fmla="*/ 1304859 h 1800880"/>
                  <a:gd name="connsiteX27" fmla="*/ 278813 w 1350738"/>
                  <a:gd name="connsiteY27" fmla="*/ 1192677 h 1800880"/>
                  <a:gd name="connsiteX28" fmla="*/ 172301 w 1350738"/>
                  <a:gd name="connsiteY28" fmla="*/ 1061443 h 1800880"/>
                  <a:gd name="connsiteX29" fmla="*/ 123526 w 1350738"/>
                  <a:gd name="connsiteY29" fmla="*/ 883644 h 1800880"/>
                  <a:gd name="connsiteX30" fmla="*/ 8588 w 1350738"/>
                  <a:gd name="connsiteY30" fmla="*/ 798977 h 1800880"/>
                  <a:gd name="connsiteX31" fmla="*/ 23043 w 1350738"/>
                  <a:gd name="connsiteY31" fmla="*/ 606359 h 1800880"/>
                  <a:gd name="connsiteX32" fmla="*/ 139967 w 1350738"/>
                  <a:gd name="connsiteY32" fmla="*/ 557677 h 1800880"/>
                  <a:gd name="connsiteX33" fmla="*/ 206167 w 1350738"/>
                  <a:gd name="connsiteY33" fmla="*/ 623293 h 1800880"/>
                  <a:gd name="connsiteX34" fmla="*/ 238463 w 1350738"/>
                  <a:gd name="connsiteY34" fmla="*/ 735477 h 1800880"/>
                  <a:gd name="connsiteX35" fmla="*/ 229996 w 1350738"/>
                  <a:gd name="connsiteY35" fmla="*/ 803210 h 1800880"/>
                  <a:gd name="connsiteX36" fmla="*/ 293682 w 1350738"/>
                  <a:gd name="connsiteY36" fmla="*/ 724894 h 1800880"/>
                  <a:gd name="connsiteX37" fmla="*/ 355306 w 1350738"/>
                  <a:gd name="connsiteY37" fmla="*/ 460309 h 1800880"/>
                  <a:gd name="connsiteX38" fmla="*/ 483996 w 1350738"/>
                  <a:gd name="connsiteY38" fmla="*/ 295210 h 1800880"/>
                  <a:gd name="connsiteX39" fmla="*/ 495272 w 1350738"/>
                  <a:gd name="connsiteY39" fmla="*/ 36977 h 1800880"/>
                  <a:gd name="connsiteX40" fmla="*/ 561021 w 1350738"/>
                  <a:gd name="connsiteY40" fmla="*/ 22160 h 1800880"/>
                  <a:gd name="connsiteX0" fmla="*/ 561021 w 1350738"/>
                  <a:gd name="connsiteY0" fmla="*/ 22160 h 1792504"/>
                  <a:gd name="connsiteX1" fmla="*/ 585223 w 1350738"/>
                  <a:gd name="connsiteY1" fmla="*/ 231710 h 1792504"/>
                  <a:gd name="connsiteX2" fmla="*/ 606949 w 1350738"/>
                  <a:gd name="connsiteY2" fmla="*/ 244409 h 1792504"/>
                  <a:gd name="connsiteX3" fmla="*/ 696521 w 1350738"/>
                  <a:gd name="connsiteY3" fmla="*/ 242292 h 1792504"/>
                  <a:gd name="connsiteX4" fmla="*/ 872185 w 1350738"/>
                  <a:gd name="connsiteY4" fmla="*/ 299442 h 1792504"/>
                  <a:gd name="connsiteX5" fmla="*/ 1011405 w 1350738"/>
                  <a:gd name="connsiteY5" fmla="*/ 498409 h 1792504"/>
                  <a:gd name="connsiteX6" fmla="*/ 1040106 w 1350738"/>
                  <a:gd name="connsiteY6" fmla="*/ 822259 h 1792504"/>
                  <a:gd name="connsiteX7" fmla="*/ 1040028 w 1350738"/>
                  <a:gd name="connsiteY7" fmla="*/ 1150343 h 1792504"/>
                  <a:gd name="connsiteX8" fmla="*/ 1044819 w 1350738"/>
                  <a:gd name="connsiteY8" fmla="*/ 1453027 h 1792504"/>
                  <a:gd name="connsiteX9" fmla="*/ 1147206 w 1350738"/>
                  <a:gd name="connsiteY9" fmla="*/ 1491128 h 1792504"/>
                  <a:gd name="connsiteX10" fmla="*/ 1338226 w 1350738"/>
                  <a:gd name="connsiteY10" fmla="*/ 1491126 h 1792504"/>
                  <a:gd name="connsiteX11" fmla="*/ 1300844 w 1350738"/>
                  <a:gd name="connsiteY11" fmla="*/ 1539810 h 1792504"/>
                  <a:gd name="connsiteX12" fmla="*/ 1046069 w 1350738"/>
                  <a:gd name="connsiteY12" fmla="*/ 1577910 h 1792504"/>
                  <a:gd name="connsiteX13" fmla="*/ 1033037 w 1350738"/>
                  <a:gd name="connsiteY13" fmla="*/ 1770528 h 1792504"/>
                  <a:gd name="connsiteX14" fmla="*/ 910375 w 1350738"/>
                  <a:gd name="connsiteY14" fmla="*/ 1778995 h 1792504"/>
                  <a:gd name="connsiteX15" fmla="*/ 900061 w 1350738"/>
                  <a:gd name="connsiteY15" fmla="*/ 1560979 h 1792504"/>
                  <a:gd name="connsiteX16" fmla="*/ 905680 w 1350738"/>
                  <a:gd name="connsiteY16" fmla="*/ 1226543 h 1792504"/>
                  <a:gd name="connsiteX17" fmla="*/ 904600 w 1350738"/>
                  <a:gd name="connsiteY17" fmla="*/ 887877 h 1792504"/>
                  <a:gd name="connsiteX18" fmla="*/ 867472 w 1350738"/>
                  <a:gd name="connsiteY18" fmla="*/ 540742 h 1792504"/>
                  <a:gd name="connsiteX19" fmla="*/ 759017 w 1350738"/>
                  <a:gd name="connsiteY19" fmla="*/ 403160 h 1792504"/>
                  <a:gd name="connsiteX20" fmla="*/ 571886 w 1350738"/>
                  <a:gd name="connsiteY20" fmla="*/ 413744 h 1792504"/>
                  <a:gd name="connsiteX21" fmla="*/ 464294 w 1350738"/>
                  <a:gd name="connsiteY21" fmla="*/ 547093 h 1792504"/>
                  <a:gd name="connsiteX22" fmla="*/ 452193 w 1350738"/>
                  <a:gd name="connsiteY22" fmla="*/ 739710 h 1792504"/>
                  <a:gd name="connsiteX23" fmla="*/ 543263 w 1350738"/>
                  <a:gd name="connsiteY23" fmla="*/ 820143 h 1792504"/>
                  <a:gd name="connsiteX24" fmla="*/ 678729 w 1350738"/>
                  <a:gd name="connsiteY24" fmla="*/ 989475 h 1792504"/>
                  <a:gd name="connsiteX25" fmla="*/ 716272 w 1350738"/>
                  <a:gd name="connsiteY25" fmla="*/ 1235009 h 1792504"/>
                  <a:gd name="connsiteX26" fmla="*/ 515466 w 1350738"/>
                  <a:gd name="connsiteY26" fmla="*/ 1304859 h 1792504"/>
                  <a:gd name="connsiteX27" fmla="*/ 278813 w 1350738"/>
                  <a:gd name="connsiteY27" fmla="*/ 1192677 h 1792504"/>
                  <a:gd name="connsiteX28" fmla="*/ 172301 w 1350738"/>
                  <a:gd name="connsiteY28" fmla="*/ 1061443 h 1792504"/>
                  <a:gd name="connsiteX29" fmla="*/ 123526 w 1350738"/>
                  <a:gd name="connsiteY29" fmla="*/ 883644 h 1792504"/>
                  <a:gd name="connsiteX30" fmla="*/ 8588 w 1350738"/>
                  <a:gd name="connsiteY30" fmla="*/ 798977 h 1792504"/>
                  <a:gd name="connsiteX31" fmla="*/ 23043 w 1350738"/>
                  <a:gd name="connsiteY31" fmla="*/ 606359 h 1792504"/>
                  <a:gd name="connsiteX32" fmla="*/ 139967 w 1350738"/>
                  <a:gd name="connsiteY32" fmla="*/ 557677 h 1792504"/>
                  <a:gd name="connsiteX33" fmla="*/ 206167 w 1350738"/>
                  <a:gd name="connsiteY33" fmla="*/ 623293 h 1792504"/>
                  <a:gd name="connsiteX34" fmla="*/ 238463 w 1350738"/>
                  <a:gd name="connsiteY34" fmla="*/ 735477 h 1792504"/>
                  <a:gd name="connsiteX35" fmla="*/ 229996 w 1350738"/>
                  <a:gd name="connsiteY35" fmla="*/ 803210 h 1792504"/>
                  <a:gd name="connsiteX36" fmla="*/ 293682 w 1350738"/>
                  <a:gd name="connsiteY36" fmla="*/ 724894 h 1792504"/>
                  <a:gd name="connsiteX37" fmla="*/ 355306 w 1350738"/>
                  <a:gd name="connsiteY37" fmla="*/ 460309 h 1792504"/>
                  <a:gd name="connsiteX38" fmla="*/ 483996 w 1350738"/>
                  <a:gd name="connsiteY38" fmla="*/ 295210 h 1792504"/>
                  <a:gd name="connsiteX39" fmla="*/ 495272 w 1350738"/>
                  <a:gd name="connsiteY39" fmla="*/ 36977 h 1792504"/>
                  <a:gd name="connsiteX40" fmla="*/ 561021 w 1350738"/>
                  <a:gd name="connsiteY40" fmla="*/ 22160 h 1792504"/>
                  <a:gd name="connsiteX0" fmla="*/ 561021 w 1328513"/>
                  <a:gd name="connsiteY0" fmla="*/ 22160 h 1792504"/>
                  <a:gd name="connsiteX1" fmla="*/ 585223 w 1328513"/>
                  <a:gd name="connsiteY1" fmla="*/ 231710 h 1792504"/>
                  <a:gd name="connsiteX2" fmla="*/ 606949 w 1328513"/>
                  <a:gd name="connsiteY2" fmla="*/ 244409 h 1792504"/>
                  <a:gd name="connsiteX3" fmla="*/ 696521 w 1328513"/>
                  <a:gd name="connsiteY3" fmla="*/ 242292 h 1792504"/>
                  <a:gd name="connsiteX4" fmla="*/ 872185 w 1328513"/>
                  <a:gd name="connsiteY4" fmla="*/ 299442 h 1792504"/>
                  <a:gd name="connsiteX5" fmla="*/ 1011405 w 1328513"/>
                  <a:gd name="connsiteY5" fmla="*/ 498409 h 1792504"/>
                  <a:gd name="connsiteX6" fmla="*/ 1040106 w 1328513"/>
                  <a:gd name="connsiteY6" fmla="*/ 822259 h 1792504"/>
                  <a:gd name="connsiteX7" fmla="*/ 1040028 w 1328513"/>
                  <a:gd name="connsiteY7" fmla="*/ 1150343 h 1792504"/>
                  <a:gd name="connsiteX8" fmla="*/ 1044819 w 1328513"/>
                  <a:gd name="connsiteY8" fmla="*/ 1453027 h 1792504"/>
                  <a:gd name="connsiteX9" fmla="*/ 1147206 w 1328513"/>
                  <a:gd name="connsiteY9" fmla="*/ 1491128 h 1792504"/>
                  <a:gd name="connsiteX10" fmla="*/ 1304399 w 1328513"/>
                  <a:gd name="connsiteY10" fmla="*/ 1472076 h 1792504"/>
                  <a:gd name="connsiteX11" fmla="*/ 1300844 w 1328513"/>
                  <a:gd name="connsiteY11" fmla="*/ 1539810 h 1792504"/>
                  <a:gd name="connsiteX12" fmla="*/ 1046069 w 1328513"/>
                  <a:gd name="connsiteY12" fmla="*/ 1577910 h 1792504"/>
                  <a:gd name="connsiteX13" fmla="*/ 1033037 w 1328513"/>
                  <a:gd name="connsiteY13" fmla="*/ 1770528 h 1792504"/>
                  <a:gd name="connsiteX14" fmla="*/ 910375 w 1328513"/>
                  <a:gd name="connsiteY14" fmla="*/ 1778995 h 1792504"/>
                  <a:gd name="connsiteX15" fmla="*/ 900061 w 1328513"/>
                  <a:gd name="connsiteY15" fmla="*/ 1560979 h 1792504"/>
                  <a:gd name="connsiteX16" fmla="*/ 905680 w 1328513"/>
                  <a:gd name="connsiteY16" fmla="*/ 1226543 h 1792504"/>
                  <a:gd name="connsiteX17" fmla="*/ 904600 w 1328513"/>
                  <a:gd name="connsiteY17" fmla="*/ 887877 h 1792504"/>
                  <a:gd name="connsiteX18" fmla="*/ 867472 w 1328513"/>
                  <a:gd name="connsiteY18" fmla="*/ 540742 h 1792504"/>
                  <a:gd name="connsiteX19" fmla="*/ 759017 w 1328513"/>
                  <a:gd name="connsiteY19" fmla="*/ 403160 h 1792504"/>
                  <a:gd name="connsiteX20" fmla="*/ 571886 w 1328513"/>
                  <a:gd name="connsiteY20" fmla="*/ 413744 h 1792504"/>
                  <a:gd name="connsiteX21" fmla="*/ 464294 w 1328513"/>
                  <a:gd name="connsiteY21" fmla="*/ 547093 h 1792504"/>
                  <a:gd name="connsiteX22" fmla="*/ 452193 w 1328513"/>
                  <a:gd name="connsiteY22" fmla="*/ 739710 h 1792504"/>
                  <a:gd name="connsiteX23" fmla="*/ 543263 w 1328513"/>
                  <a:gd name="connsiteY23" fmla="*/ 820143 h 1792504"/>
                  <a:gd name="connsiteX24" fmla="*/ 678729 w 1328513"/>
                  <a:gd name="connsiteY24" fmla="*/ 989475 h 1792504"/>
                  <a:gd name="connsiteX25" fmla="*/ 716272 w 1328513"/>
                  <a:gd name="connsiteY25" fmla="*/ 1235009 h 1792504"/>
                  <a:gd name="connsiteX26" fmla="*/ 515466 w 1328513"/>
                  <a:gd name="connsiteY26" fmla="*/ 1304859 h 1792504"/>
                  <a:gd name="connsiteX27" fmla="*/ 278813 w 1328513"/>
                  <a:gd name="connsiteY27" fmla="*/ 1192677 h 1792504"/>
                  <a:gd name="connsiteX28" fmla="*/ 172301 w 1328513"/>
                  <a:gd name="connsiteY28" fmla="*/ 1061443 h 1792504"/>
                  <a:gd name="connsiteX29" fmla="*/ 123526 w 1328513"/>
                  <a:gd name="connsiteY29" fmla="*/ 883644 h 1792504"/>
                  <a:gd name="connsiteX30" fmla="*/ 8588 w 1328513"/>
                  <a:gd name="connsiteY30" fmla="*/ 798977 h 1792504"/>
                  <a:gd name="connsiteX31" fmla="*/ 23043 w 1328513"/>
                  <a:gd name="connsiteY31" fmla="*/ 606359 h 1792504"/>
                  <a:gd name="connsiteX32" fmla="*/ 139967 w 1328513"/>
                  <a:gd name="connsiteY32" fmla="*/ 557677 h 1792504"/>
                  <a:gd name="connsiteX33" fmla="*/ 206167 w 1328513"/>
                  <a:gd name="connsiteY33" fmla="*/ 623293 h 1792504"/>
                  <a:gd name="connsiteX34" fmla="*/ 238463 w 1328513"/>
                  <a:gd name="connsiteY34" fmla="*/ 735477 h 1792504"/>
                  <a:gd name="connsiteX35" fmla="*/ 229996 w 1328513"/>
                  <a:gd name="connsiteY35" fmla="*/ 803210 h 1792504"/>
                  <a:gd name="connsiteX36" fmla="*/ 293682 w 1328513"/>
                  <a:gd name="connsiteY36" fmla="*/ 724894 h 1792504"/>
                  <a:gd name="connsiteX37" fmla="*/ 355306 w 1328513"/>
                  <a:gd name="connsiteY37" fmla="*/ 460309 h 1792504"/>
                  <a:gd name="connsiteX38" fmla="*/ 483996 w 1328513"/>
                  <a:gd name="connsiteY38" fmla="*/ 295210 h 1792504"/>
                  <a:gd name="connsiteX39" fmla="*/ 495272 w 1328513"/>
                  <a:gd name="connsiteY39" fmla="*/ 36977 h 1792504"/>
                  <a:gd name="connsiteX40" fmla="*/ 561021 w 1328513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143"/>
                  <a:gd name="connsiteY0" fmla="*/ 22160 h 1792504"/>
                  <a:gd name="connsiteX1" fmla="*/ 585223 w 1328143"/>
                  <a:gd name="connsiteY1" fmla="*/ 231710 h 1792504"/>
                  <a:gd name="connsiteX2" fmla="*/ 606949 w 1328143"/>
                  <a:gd name="connsiteY2" fmla="*/ 244409 h 1792504"/>
                  <a:gd name="connsiteX3" fmla="*/ 696521 w 1328143"/>
                  <a:gd name="connsiteY3" fmla="*/ 242292 h 1792504"/>
                  <a:gd name="connsiteX4" fmla="*/ 872185 w 1328143"/>
                  <a:gd name="connsiteY4" fmla="*/ 299442 h 1792504"/>
                  <a:gd name="connsiteX5" fmla="*/ 1011405 w 1328143"/>
                  <a:gd name="connsiteY5" fmla="*/ 498409 h 1792504"/>
                  <a:gd name="connsiteX6" fmla="*/ 1040106 w 1328143"/>
                  <a:gd name="connsiteY6" fmla="*/ 822259 h 1792504"/>
                  <a:gd name="connsiteX7" fmla="*/ 1040028 w 1328143"/>
                  <a:gd name="connsiteY7" fmla="*/ 1150343 h 1792504"/>
                  <a:gd name="connsiteX8" fmla="*/ 1044819 w 1328143"/>
                  <a:gd name="connsiteY8" fmla="*/ 1453027 h 1792504"/>
                  <a:gd name="connsiteX9" fmla="*/ 1153649 w 1328143"/>
                  <a:gd name="connsiteY9" fmla="*/ 1480545 h 1792504"/>
                  <a:gd name="connsiteX10" fmla="*/ 1304399 w 1328143"/>
                  <a:gd name="connsiteY10" fmla="*/ 1472076 h 1792504"/>
                  <a:gd name="connsiteX11" fmla="*/ 1300844 w 1328143"/>
                  <a:gd name="connsiteY11" fmla="*/ 1539810 h 1792504"/>
                  <a:gd name="connsiteX12" fmla="*/ 1046069 w 1328143"/>
                  <a:gd name="connsiteY12" fmla="*/ 1577910 h 1792504"/>
                  <a:gd name="connsiteX13" fmla="*/ 1033037 w 1328143"/>
                  <a:gd name="connsiteY13" fmla="*/ 1770528 h 1792504"/>
                  <a:gd name="connsiteX14" fmla="*/ 910375 w 1328143"/>
                  <a:gd name="connsiteY14" fmla="*/ 1778995 h 1792504"/>
                  <a:gd name="connsiteX15" fmla="*/ 900061 w 1328143"/>
                  <a:gd name="connsiteY15" fmla="*/ 1560979 h 1792504"/>
                  <a:gd name="connsiteX16" fmla="*/ 905680 w 1328143"/>
                  <a:gd name="connsiteY16" fmla="*/ 1226543 h 1792504"/>
                  <a:gd name="connsiteX17" fmla="*/ 904600 w 1328143"/>
                  <a:gd name="connsiteY17" fmla="*/ 887877 h 1792504"/>
                  <a:gd name="connsiteX18" fmla="*/ 867472 w 1328143"/>
                  <a:gd name="connsiteY18" fmla="*/ 540742 h 1792504"/>
                  <a:gd name="connsiteX19" fmla="*/ 759017 w 1328143"/>
                  <a:gd name="connsiteY19" fmla="*/ 403160 h 1792504"/>
                  <a:gd name="connsiteX20" fmla="*/ 571886 w 1328143"/>
                  <a:gd name="connsiteY20" fmla="*/ 413744 h 1792504"/>
                  <a:gd name="connsiteX21" fmla="*/ 464294 w 1328143"/>
                  <a:gd name="connsiteY21" fmla="*/ 547093 h 1792504"/>
                  <a:gd name="connsiteX22" fmla="*/ 452193 w 1328143"/>
                  <a:gd name="connsiteY22" fmla="*/ 739710 h 1792504"/>
                  <a:gd name="connsiteX23" fmla="*/ 543263 w 1328143"/>
                  <a:gd name="connsiteY23" fmla="*/ 820143 h 1792504"/>
                  <a:gd name="connsiteX24" fmla="*/ 678729 w 1328143"/>
                  <a:gd name="connsiteY24" fmla="*/ 989475 h 1792504"/>
                  <a:gd name="connsiteX25" fmla="*/ 716272 w 1328143"/>
                  <a:gd name="connsiteY25" fmla="*/ 1235009 h 1792504"/>
                  <a:gd name="connsiteX26" fmla="*/ 515466 w 1328143"/>
                  <a:gd name="connsiteY26" fmla="*/ 1304859 h 1792504"/>
                  <a:gd name="connsiteX27" fmla="*/ 278813 w 1328143"/>
                  <a:gd name="connsiteY27" fmla="*/ 1192677 h 1792504"/>
                  <a:gd name="connsiteX28" fmla="*/ 172301 w 1328143"/>
                  <a:gd name="connsiteY28" fmla="*/ 1061443 h 1792504"/>
                  <a:gd name="connsiteX29" fmla="*/ 123526 w 1328143"/>
                  <a:gd name="connsiteY29" fmla="*/ 883644 h 1792504"/>
                  <a:gd name="connsiteX30" fmla="*/ 8588 w 1328143"/>
                  <a:gd name="connsiteY30" fmla="*/ 798977 h 1792504"/>
                  <a:gd name="connsiteX31" fmla="*/ 23043 w 1328143"/>
                  <a:gd name="connsiteY31" fmla="*/ 606359 h 1792504"/>
                  <a:gd name="connsiteX32" fmla="*/ 139967 w 1328143"/>
                  <a:gd name="connsiteY32" fmla="*/ 557677 h 1792504"/>
                  <a:gd name="connsiteX33" fmla="*/ 206167 w 1328143"/>
                  <a:gd name="connsiteY33" fmla="*/ 623293 h 1792504"/>
                  <a:gd name="connsiteX34" fmla="*/ 238463 w 1328143"/>
                  <a:gd name="connsiteY34" fmla="*/ 735477 h 1792504"/>
                  <a:gd name="connsiteX35" fmla="*/ 229996 w 1328143"/>
                  <a:gd name="connsiteY35" fmla="*/ 803210 h 1792504"/>
                  <a:gd name="connsiteX36" fmla="*/ 293682 w 1328143"/>
                  <a:gd name="connsiteY36" fmla="*/ 724894 h 1792504"/>
                  <a:gd name="connsiteX37" fmla="*/ 355306 w 1328143"/>
                  <a:gd name="connsiteY37" fmla="*/ 460309 h 1792504"/>
                  <a:gd name="connsiteX38" fmla="*/ 483996 w 1328143"/>
                  <a:gd name="connsiteY38" fmla="*/ 295210 h 1792504"/>
                  <a:gd name="connsiteX39" fmla="*/ 495272 w 1328143"/>
                  <a:gd name="connsiteY39" fmla="*/ 36977 h 1792504"/>
                  <a:gd name="connsiteX40" fmla="*/ 561021 w 1328143"/>
                  <a:gd name="connsiteY40" fmla="*/ 22160 h 1792504"/>
                  <a:gd name="connsiteX0" fmla="*/ 561021 w 1328143"/>
                  <a:gd name="connsiteY0" fmla="*/ 20001 h 1790345"/>
                  <a:gd name="connsiteX1" fmla="*/ 585223 w 1328143"/>
                  <a:gd name="connsiteY1" fmla="*/ 229551 h 1790345"/>
                  <a:gd name="connsiteX2" fmla="*/ 606949 w 1328143"/>
                  <a:gd name="connsiteY2" fmla="*/ 242250 h 1790345"/>
                  <a:gd name="connsiteX3" fmla="*/ 696521 w 1328143"/>
                  <a:gd name="connsiteY3" fmla="*/ 240133 h 1790345"/>
                  <a:gd name="connsiteX4" fmla="*/ 872185 w 1328143"/>
                  <a:gd name="connsiteY4" fmla="*/ 297283 h 1790345"/>
                  <a:gd name="connsiteX5" fmla="*/ 1011405 w 1328143"/>
                  <a:gd name="connsiteY5" fmla="*/ 496250 h 1790345"/>
                  <a:gd name="connsiteX6" fmla="*/ 1040106 w 1328143"/>
                  <a:gd name="connsiteY6" fmla="*/ 820100 h 1790345"/>
                  <a:gd name="connsiteX7" fmla="*/ 1040028 w 1328143"/>
                  <a:gd name="connsiteY7" fmla="*/ 1148184 h 1790345"/>
                  <a:gd name="connsiteX8" fmla="*/ 1044819 w 1328143"/>
                  <a:gd name="connsiteY8" fmla="*/ 1450868 h 1790345"/>
                  <a:gd name="connsiteX9" fmla="*/ 1153649 w 1328143"/>
                  <a:gd name="connsiteY9" fmla="*/ 1478386 h 1790345"/>
                  <a:gd name="connsiteX10" fmla="*/ 1304399 w 1328143"/>
                  <a:gd name="connsiteY10" fmla="*/ 1469917 h 1790345"/>
                  <a:gd name="connsiteX11" fmla="*/ 1300844 w 1328143"/>
                  <a:gd name="connsiteY11" fmla="*/ 1537651 h 1790345"/>
                  <a:gd name="connsiteX12" fmla="*/ 1046069 w 1328143"/>
                  <a:gd name="connsiteY12" fmla="*/ 1575751 h 1790345"/>
                  <a:gd name="connsiteX13" fmla="*/ 1033037 w 1328143"/>
                  <a:gd name="connsiteY13" fmla="*/ 1768369 h 1790345"/>
                  <a:gd name="connsiteX14" fmla="*/ 910375 w 1328143"/>
                  <a:gd name="connsiteY14" fmla="*/ 1776836 h 1790345"/>
                  <a:gd name="connsiteX15" fmla="*/ 900061 w 1328143"/>
                  <a:gd name="connsiteY15" fmla="*/ 1558820 h 1790345"/>
                  <a:gd name="connsiteX16" fmla="*/ 905680 w 1328143"/>
                  <a:gd name="connsiteY16" fmla="*/ 1224384 h 1790345"/>
                  <a:gd name="connsiteX17" fmla="*/ 904600 w 1328143"/>
                  <a:gd name="connsiteY17" fmla="*/ 885718 h 1790345"/>
                  <a:gd name="connsiteX18" fmla="*/ 867472 w 1328143"/>
                  <a:gd name="connsiteY18" fmla="*/ 538583 h 1790345"/>
                  <a:gd name="connsiteX19" fmla="*/ 759017 w 1328143"/>
                  <a:gd name="connsiteY19" fmla="*/ 401001 h 1790345"/>
                  <a:gd name="connsiteX20" fmla="*/ 571886 w 1328143"/>
                  <a:gd name="connsiteY20" fmla="*/ 411585 h 1790345"/>
                  <a:gd name="connsiteX21" fmla="*/ 464294 w 1328143"/>
                  <a:gd name="connsiteY21" fmla="*/ 544934 h 1790345"/>
                  <a:gd name="connsiteX22" fmla="*/ 452193 w 1328143"/>
                  <a:gd name="connsiteY22" fmla="*/ 737551 h 1790345"/>
                  <a:gd name="connsiteX23" fmla="*/ 543263 w 1328143"/>
                  <a:gd name="connsiteY23" fmla="*/ 817984 h 1790345"/>
                  <a:gd name="connsiteX24" fmla="*/ 678729 w 1328143"/>
                  <a:gd name="connsiteY24" fmla="*/ 987316 h 1790345"/>
                  <a:gd name="connsiteX25" fmla="*/ 716272 w 1328143"/>
                  <a:gd name="connsiteY25" fmla="*/ 1232850 h 1790345"/>
                  <a:gd name="connsiteX26" fmla="*/ 515466 w 1328143"/>
                  <a:gd name="connsiteY26" fmla="*/ 1302700 h 1790345"/>
                  <a:gd name="connsiteX27" fmla="*/ 278813 w 1328143"/>
                  <a:gd name="connsiteY27" fmla="*/ 1190518 h 1790345"/>
                  <a:gd name="connsiteX28" fmla="*/ 172301 w 1328143"/>
                  <a:gd name="connsiteY28" fmla="*/ 1059284 h 1790345"/>
                  <a:gd name="connsiteX29" fmla="*/ 123526 w 1328143"/>
                  <a:gd name="connsiteY29" fmla="*/ 881485 h 1790345"/>
                  <a:gd name="connsiteX30" fmla="*/ 8588 w 1328143"/>
                  <a:gd name="connsiteY30" fmla="*/ 796818 h 1790345"/>
                  <a:gd name="connsiteX31" fmla="*/ 23043 w 1328143"/>
                  <a:gd name="connsiteY31" fmla="*/ 604200 h 1790345"/>
                  <a:gd name="connsiteX32" fmla="*/ 139967 w 1328143"/>
                  <a:gd name="connsiteY32" fmla="*/ 555518 h 1790345"/>
                  <a:gd name="connsiteX33" fmla="*/ 206167 w 1328143"/>
                  <a:gd name="connsiteY33" fmla="*/ 621134 h 1790345"/>
                  <a:gd name="connsiteX34" fmla="*/ 238463 w 1328143"/>
                  <a:gd name="connsiteY34" fmla="*/ 733318 h 1790345"/>
                  <a:gd name="connsiteX35" fmla="*/ 229996 w 1328143"/>
                  <a:gd name="connsiteY35" fmla="*/ 801051 h 1790345"/>
                  <a:gd name="connsiteX36" fmla="*/ 293682 w 1328143"/>
                  <a:gd name="connsiteY36" fmla="*/ 722735 h 1790345"/>
                  <a:gd name="connsiteX37" fmla="*/ 355306 w 1328143"/>
                  <a:gd name="connsiteY37" fmla="*/ 458150 h 1790345"/>
                  <a:gd name="connsiteX38" fmla="*/ 480130 w 1328143"/>
                  <a:gd name="connsiteY38" fmla="*/ 252411 h 1790345"/>
                  <a:gd name="connsiteX39" fmla="*/ 495272 w 1328143"/>
                  <a:gd name="connsiteY39" fmla="*/ 34818 h 1790345"/>
                  <a:gd name="connsiteX40" fmla="*/ 561021 w 1328143"/>
                  <a:gd name="connsiteY40" fmla="*/ 20001 h 179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328143" h="1790345">
                    <a:moveTo>
                      <a:pt x="561021" y="20001"/>
                    </a:moveTo>
                    <a:cubicBezTo>
                      <a:pt x="576013" y="52457"/>
                      <a:pt x="577568" y="192510"/>
                      <a:pt x="585223" y="229551"/>
                    </a:cubicBezTo>
                    <a:cubicBezTo>
                      <a:pt x="592878" y="266593"/>
                      <a:pt x="588399" y="240486"/>
                      <a:pt x="606949" y="242250"/>
                    </a:cubicBezTo>
                    <a:cubicBezTo>
                      <a:pt x="625499" y="244014"/>
                      <a:pt x="652315" y="238016"/>
                      <a:pt x="696521" y="240133"/>
                    </a:cubicBezTo>
                    <a:cubicBezTo>
                      <a:pt x="731062" y="231667"/>
                      <a:pt x="819704" y="254597"/>
                      <a:pt x="872185" y="297283"/>
                    </a:cubicBezTo>
                    <a:cubicBezTo>
                      <a:pt x="924666" y="339969"/>
                      <a:pt x="983418" y="409114"/>
                      <a:pt x="1011405" y="496250"/>
                    </a:cubicBezTo>
                    <a:cubicBezTo>
                      <a:pt x="1039392" y="583386"/>
                      <a:pt x="1035336" y="711444"/>
                      <a:pt x="1040106" y="820100"/>
                    </a:cubicBezTo>
                    <a:cubicBezTo>
                      <a:pt x="1044876" y="928756"/>
                      <a:pt x="1039243" y="1043056"/>
                      <a:pt x="1040028" y="1148184"/>
                    </a:cubicBezTo>
                    <a:cubicBezTo>
                      <a:pt x="1040813" y="1253312"/>
                      <a:pt x="1025882" y="1395834"/>
                      <a:pt x="1044819" y="1450868"/>
                    </a:cubicBezTo>
                    <a:cubicBezTo>
                      <a:pt x="1063756" y="1505902"/>
                      <a:pt x="1110386" y="1481561"/>
                      <a:pt x="1153649" y="1478386"/>
                    </a:cubicBezTo>
                    <a:cubicBezTo>
                      <a:pt x="1196912" y="1475211"/>
                      <a:pt x="1279867" y="1460040"/>
                      <a:pt x="1304399" y="1469917"/>
                    </a:cubicBezTo>
                    <a:cubicBezTo>
                      <a:pt x="1328931" y="1479794"/>
                      <a:pt x="1343899" y="1520012"/>
                      <a:pt x="1300844" y="1537651"/>
                    </a:cubicBezTo>
                    <a:cubicBezTo>
                      <a:pt x="1257789" y="1555290"/>
                      <a:pt x="1074595" y="1540120"/>
                      <a:pt x="1046069" y="1575751"/>
                    </a:cubicBezTo>
                    <a:cubicBezTo>
                      <a:pt x="1017543" y="1611382"/>
                      <a:pt x="1055653" y="1734855"/>
                      <a:pt x="1033037" y="1768369"/>
                    </a:cubicBezTo>
                    <a:cubicBezTo>
                      <a:pt x="1010421" y="1801883"/>
                      <a:pt x="929316" y="1790594"/>
                      <a:pt x="910375" y="1776836"/>
                    </a:cubicBezTo>
                    <a:cubicBezTo>
                      <a:pt x="891434" y="1763078"/>
                      <a:pt x="900844" y="1650895"/>
                      <a:pt x="900061" y="1558820"/>
                    </a:cubicBezTo>
                    <a:cubicBezTo>
                      <a:pt x="899279" y="1466745"/>
                      <a:pt x="904924" y="1336568"/>
                      <a:pt x="905680" y="1224384"/>
                    </a:cubicBezTo>
                    <a:cubicBezTo>
                      <a:pt x="906436" y="1112200"/>
                      <a:pt x="910968" y="1000018"/>
                      <a:pt x="904600" y="885718"/>
                    </a:cubicBezTo>
                    <a:cubicBezTo>
                      <a:pt x="898232" y="771418"/>
                      <a:pt x="891736" y="619369"/>
                      <a:pt x="867472" y="538583"/>
                    </a:cubicBezTo>
                    <a:cubicBezTo>
                      <a:pt x="843208" y="457797"/>
                      <a:pt x="808281" y="422167"/>
                      <a:pt x="759017" y="401001"/>
                    </a:cubicBezTo>
                    <a:cubicBezTo>
                      <a:pt x="709753" y="379835"/>
                      <a:pt x="621006" y="387596"/>
                      <a:pt x="571886" y="411585"/>
                    </a:cubicBezTo>
                    <a:cubicBezTo>
                      <a:pt x="522766" y="435574"/>
                      <a:pt x="484243" y="490607"/>
                      <a:pt x="464294" y="544934"/>
                    </a:cubicBezTo>
                    <a:cubicBezTo>
                      <a:pt x="444345" y="599261"/>
                      <a:pt x="439032" y="692043"/>
                      <a:pt x="452193" y="737551"/>
                    </a:cubicBezTo>
                    <a:cubicBezTo>
                      <a:pt x="465354" y="783059"/>
                      <a:pt x="505507" y="776357"/>
                      <a:pt x="543263" y="817984"/>
                    </a:cubicBezTo>
                    <a:cubicBezTo>
                      <a:pt x="581019" y="859611"/>
                      <a:pt x="649894" y="918172"/>
                      <a:pt x="678729" y="987316"/>
                    </a:cubicBezTo>
                    <a:cubicBezTo>
                      <a:pt x="707564" y="1056460"/>
                      <a:pt x="743483" y="1180286"/>
                      <a:pt x="716272" y="1232850"/>
                    </a:cubicBezTo>
                    <a:cubicBezTo>
                      <a:pt x="689061" y="1285414"/>
                      <a:pt x="588376" y="1309755"/>
                      <a:pt x="515466" y="1302700"/>
                    </a:cubicBezTo>
                    <a:cubicBezTo>
                      <a:pt x="442556" y="1295645"/>
                      <a:pt x="336007" y="1231087"/>
                      <a:pt x="278813" y="1190518"/>
                    </a:cubicBezTo>
                    <a:cubicBezTo>
                      <a:pt x="221619" y="1149949"/>
                      <a:pt x="198182" y="1110790"/>
                      <a:pt x="172301" y="1059284"/>
                    </a:cubicBezTo>
                    <a:cubicBezTo>
                      <a:pt x="146420" y="1007779"/>
                      <a:pt x="150811" y="925229"/>
                      <a:pt x="123526" y="881485"/>
                    </a:cubicBezTo>
                    <a:cubicBezTo>
                      <a:pt x="96241" y="837741"/>
                      <a:pt x="25335" y="843032"/>
                      <a:pt x="8588" y="796818"/>
                    </a:cubicBezTo>
                    <a:cubicBezTo>
                      <a:pt x="-8159" y="750604"/>
                      <a:pt x="1147" y="644417"/>
                      <a:pt x="23043" y="604200"/>
                    </a:cubicBezTo>
                    <a:cubicBezTo>
                      <a:pt x="44939" y="563983"/>
                      <a:pt x="109446" y="552696"/>
                      <a:pt x="139967" y="555518"/>
                    </a:cubicBezTo>
                    <a:cubicBezTo>
                      <a:pt x="170488" y="558340"/>
                      <a:pt x="189751" y="591501"/>
                      <a:pt x="206167" y="621134"/>
                    </a:cubicBezTo>
                    <a:cubicBezTo>
                      <a:pt x="222583" y="650767"/>
                      <a:pt x="234491" y="703332"/>
                      <a:pt x="238463" y="733318"/>
                    </a:cubicBezTo>
                    <a:cubicBezTo>
                      <a:pt x="242435" y="763304"/>
                      <a:pt x="220793" y="802815"/>
                      <a:pt x="229996" y="801051"/>
                    </a:cubicBezTo>
                    <a:cubicBezTo>
                      <a:pt x="239199" y="799287"/>
                      <a:pt x="272797" y="779885"/>
                      <a:pt x="293682" y="722735"/>
                    </a:cubicBezTo>
                    <a:cubicBezTo>
                      <a:pt x="314567" y="665585"/>
                      <a:pt x="324231" y="536537"/>
                      <a:pt x="355306" y="458150"/>
                    </a:cubicBezTo>
                    <a:cubicBezTo>
                      <a:pt x="386381" y="379763"/>
                      <a:pt x="454730" y="324378"/>
                      <a:pt x="480130" y="252411"/>
                    </a:cubicBezTo>
                    <a:cubicBezTo>
                      <a:pt x="505530" y="180444"/>
                      <a:pt x="481790" y="73553"/>
                      <a:pt x="495272" y="34818"/>
                    </a:cubicBezTo>
                    <a:cubicBezTo>
                      <a:pt x="508754" y="-3917"/>
                      <a:pt x="546029" y="-12455"/>
                      <a:pt x="561021" y="2000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3651FCA-19B6-451A-8A29-78FA4C514F1D}"/>
                </a:ext>
              </a:extLst>
            </p:cNvPr>
            <p:cNvGrpSpPr/>
            <p:nvPr/>
          </p:nvGrpSpPr>
          <p:grpSpPr>
            <a:xfrm>
              <a:off x="10764240" y="5777629"/>
              <a:ext cx="513360" cy="877171"/>
              <a:chOff x="10764240" y="5777629"/>
              <a:chExt cx="513360" cy="877171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49CFCBE-EB16-414E-A6F4-E7CA6F04A89D}"/>
                  </a:ext>
                </a:extLst>
              </p:cNvPr>
              <p:cNvSpPr/>
              <p:nvPr/>
            </p:nvSpPr>
            <p:spPr>
              <a:xfrm>
                <a:off x="10764240" y="5777629"/>
                <a:ext cx="513360" cy="877171"/>
              </a:xfrm>
              <a:custGeom>
                <a:avLst/>
                <a:gdLst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387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006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64828"/>
                  <a:gd name="connsiteX1" fmla="*/ 561 w 532286"/>
                  <a:gd name="connsiteY1" fmla="*/ 148887 h 964828"/>
                  <a:gd name="connsiteX2" fmla="*/ 117519 w 532286"/>
                  <a:gd name="connsiteY2" fmla="*/ 31 h 964828"/>
                  <a:gd name="connsiteX3" fmla="*/ 372700 w 532286"/>
                  <a:gd name="connsiteY3" fmla="*/ 159519 h 964828"/>
                  <a:gd name="connsiteX4" fmla="*/ 532189 w 532286"/>
                  <a:gd name="connsiteY4" fmla="*/ 648617 h 964828"/>
                  <a:gd name="connsiteX5" fmla="*/ 351435 w 532286"/>
                  <a:gd name="connsiteY5" fmla="*/ 946329 h 964828"/>
                  <a:gd name="connsiteX6" fmla="*/ 95294 w 532286"/>
                  <a:gd name="connsiteY6" fmla="*/ 909189 h 964828"/>
                  <a:gd name="connsiteX7" fmla="*/ 100684 w 532286"/>
                  <a:gd name="connsiteY7" fmla="*/ 712412 h 964828"/>
                  <a:gd name="connsiteX8" fmla="*/ 117519 w 532286"/>
                  <a:gd name="connsiteY8" fmla="*/ 563557 h 964828"/>
                  <a:gd name="connsiteX9" fmla="*/ 74989 w 532286"/>
                  <a:gd name="connsiteY9" fmla="*/ 457231 h 964828"/>
                  <a:gd name="connsiteX0" fmla="*/ 74989 w 541804"/>
                  <a:gd name="connsiteY0" fmla="*/ 457231 h 976300"/>
                  <a:gd name="connsiteX1" fmla="*/ 561 w 541804"/>
                  <a:gd name="connsiteY1" fmla="*/ 148887 h 976300"/>
                  <a:gd name="connsiteX2" fmla="*/ 117519 w 541804"/>
                  <a:gd name="connsiteY2" fmla="*/ 31 h 976300"/>
                  <a:gd name="connsiteX3" fmla="*/ 372700 w 541804"/>
                  <a:gd name="connsiteY3" fmla="*/ 159519 h 976300"/>
                  <a:gd name="connsiteX4" fmla="*/ 541714 w 541804"/>
                  <a:gd name="connsiteY4" fmla="*/ 493042 h 976300"/>
                  <a:gd name="connsiteX5" fmla="*/ 351435 w 541804"/>
                  <a:gd name="connsiteY5" fmla="*/ 946329 h 976300"/>
                  <a:gd name="connsiteX6" fmla="*/ 95294 w 541804"/>
                  <a:gd name="connsiteY6" fmla="*/ 909189 h 976300"/>
                  <a:gd name="connsiteX7" fmla="*/ 100684 w 541804"/>
                  <a:gd name="connsiteY7" fmla="*/ 712412 h 976300"/>
                  <a:gd name="connsiteX8" fmla="*/ 117519 w 541804"/>
                  <a:gd name="connsiteY8" fmla="*/ 563557 h 976300"/>
                  <a:gd name="connsiteX9" fmla="*/ 74989 w 541804"/>
                  <a:gd name="connsiteY9" fmla="*/ 457231 h 976300"/>
                  <a:gd name="connsiteX0" fmla="*/ 74989 w 541915"/>
                  <a:gd name="connsiteY0" fmla="*/ 457444 h 976513"/>
                  <a:gd name="connsiteX1" fmla="*/ 561 w 541915"/>
                  <a:gd name="connsiteY1" fmla="*/ 149100 h 976513"/>
                  <a:gd name="connsiteX2" fmla="*/ 117519 w 541915"/>
                  <a:gd name="connsiteY2" fmla="*/ 244 h 976513"/>
                  <a:gd name="connsiteX3" fmla="*/ 382225 w 541915"/>
                  <a:gd name="connsiteY3" fmla="*/ 124807 h 976513"/>
                  <a:gd name="connsiteX4" fmla="*/ 541714 w 541915"/>
                  <a:gd name="connsiteY4" fmla="*/ 493255 h 976513"/>
                  <a:gd name="connsiteX5" fmla="*/ 351435 w 541915"/>
                  <a:gd name="connsiteY5" fmla="*/ 946542 h 976513"/>
                  <a:gd name="connsiteX6" fmla="*/ 95294 w 541915"/>
                  <a:gd name="connsiteY6" fmla="*/ 909402 h 976513"/>
                  <a:gd name="connsiteX7" fmla="*/ 100684 w 541915"/>
                  <a:gd name="connsiteY7" fmla="*/ 712625 h 976513"/>
                  <a:gd name="connsiteX8" fmla="*/ 117519 w 541915"/>
                  <a:gd name="connsiteY8" fmla="*/ 563770 h 976513"/>
                  <a:gd name="connsiteX9" fmla="*/ 74989 w 541915"/>
                  <a:gd name="connsiteY9" fmla="*/ 457444 h 976513"/>
                  <a:gd name="connsiteX0" fmla="*/ 74989 w 545597"/>
                  <a:gd name="connsiteY0" fmla="*/ 457444 h 953699"/>
                  <a:gd name="connsiteX1" fmla="*/ 561 w 545597"/>
                  <a:gd name="connsiteY1" fmla="*/ 149100 h 953699"/>
                  <a:gd name="connsiteX2" fmla="*/ 117519 w 545597"/>
                  <a:gd name="connsiteY2" fmla="*/ 244 h 953699"/>
                  <a:gd name="connsiteX3" fmla="*/ 382225 w 545597"/>
                  <a:gd name="connsiteY3" fmla="*/ 124807 h 953699"/>
                  <a:gd name="connsiteX4" fmla="*/ 541714 w 545597"/>
                  <a:gd name="connsiteY4" fmla="*/ 493255 h 953699"/>
                  <a:gd name="connsiteX5" fmla="*/ 484412 w 545597"/>
                  <a:gd name="connsiteY5" fmla="*/ 803887 h 953699"/>
                  <a:gd name="connsiteX6" fmla="*/ 351435 w 545597"/>
                  <a:gd name="connsiteY6" fmla="*/ 946542 h 953699"/>
                  <a:gd name="connsiteX7" fmla="*/ 95294 w 545597"/>
                  <a:gd name="connsiteY7" fmla="*/ 909402 h 953699"/>
                  <a:gd name="connsiteX8" fmla="*/ 100684 w 545597"/>
                  <a:gd name="connsiteY8" fmla="*/ 712625 h 953699"/>
                  <a:gd name="connsiteX9" fmla="*/ 117519 w 545597"/>
                  <a:gd name="connsiteY9" fmla="*/ 563770 h 953699"/>
                  <a:gd name="connsiteX10" fmla="*/ 74989 w 545597"/>
                  <a:gd name="connsiteY10" fmla="*/ 457444 h 953699"/>
                  <a:gd name="connsiteX0" fmla="*/ 74989 w 545597"/>
                  <a:gd name="connsiteY0" fmla="*/ 457444 h 970554"/>
                  <a:gd name="connsiteX1" fmla="*/ 561 w 545597"/>
                  <a:gd name="connsiteY1" fmla="*/ 149100 h 970554"/>
                  <a:gd name="connsiteX2" fmla="*/ 117519 w 545597"/>
                  <a:gd name="connsiteY2" fmla="*/ 244 h 970554"/>
                  <a:gd name="connsiteX3" fmla="*/ 382225 w 545597"/>
                  <a:gd name="connsiteY3" fmla="*/ 124807 h 970554"/>
                  <a:gd name="connsiteX4" fmla="*/ 541714 w 545597"/>
                  <a:gd name="connsiteY4" fmla="*/ 493255 h 970554"/>
                  <a:gd name="connsiteX5" fmla="*/ 484412 w 545597"/>
                  <a:gd name="connsiteY5" fmla="*/ 803887 h 970554"/>
                  <a:gd name="connsiteX6" fmla="*/ 291110 w 545597"/>
                  <a:gd name="connsiteY6" fmla="*/ 965592 h 970554"/>
                  <a:gd name="connsiteX7" fmla="*/ 95294 w 545597"/>
                  <a:gd name="connsiteY7" fmla="*/ 909402 h 970554"/>
                  <a:gd name="connsiteX8" fmla="*/ 100684 w 545597"/>
                  <a:gd name="connsiteY8" fmla="*/ 712625 h 970554"/>
                  <a:gd name="connsiteX9" fmla="*/ 117519 w 545597"/>
                  <a:gd name="connsiteY9" fmla="*/ 563770 h 970554"/>
                  <a:gd name="connsiteX10" fmla="*/ 74989 w 545597"/>
                  <a:gd name="connsiteY10" fmla="*/ 457444 h 970554"/>
                  <a:gd name="connsiteX0" fmla="*/ 74989 w 545597"/>
                  <a:gd name="connsiteY0" fmla="*/ 457444 h 967265"/>
                  <a:gd name="connsiteX1" fmla="*/ 561 w 545597"/>
                  <a:gd name="connsiteY1" fmla="*/ 149100 h 967265"/>
                  <a:gd name="connsiteX2" fmla="*/ 117519 w 545597"/>
                  <a:gd name="connsiteY2" fmla="*/ 244 h 967265"/>
                  <a:gd name="connsiteX3" fmla="*/ 382225 w 545597"/>
                  <a:gd name="connsiteY3" fmla="*/ 124807 h 967265"/>
                  <a:gd name="connsiteX4" fmla="*/ 541714 w 545597"/>
                  <a:gd name="connsiteY4" fmla="*/ 493255 h 967265"/>
                  <a:gd name="connsiteX5" fmla="*/ 484412 w 545597"/>
                  <a:gd name="connsiteY5" fmla="*/ 803887 h 967265"/>
                  <a:gd name="connsiteX6" fmla="*/ 291110 w 545597"/>
                  <a:gd name="connsiteY6" fmla="*/ 965592 h 967265"/>
                  <a:gd name="connsiteX7" fmla="*/ 104819 w 545597"/>
                  <a:gd name="connsiteY7" fmla="*/ 877652 h 967265"/>
                  <a:gd name="connsiteX8" fmla="*/ 100684 w 545597"/>
                  <a:gd name="connsiteY8" fmla="*/ 712625 h 967265"/>
                  <a:gd name="connsiteX9" fmla="*/ 117519 w 545597"/>
                  <a:gd name="connsiteY9" fmla="*/ 563770 h 967265"/>
                  <a:gd name="connsiteX10" fmla="*/ 74989 w 545597"/>
                  <a:gd name="connsiteY10" fmla="*/ 457444 h 967265"/>
                  <a:gd name="connsiteX0" fmla="*/ 75742 w 546350"/>
                  <a:gd name="connsiteY0" fmla="*/ 457444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75742 w 546350"/>
                  <a:gd name="connsiteY11" fmla="*/ 457444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104317 w 546350"/>
                  <a:gd name="connsiteY11" fmla="*/ 454269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73295 h 967265"/>
                  <a:gd name="connsiteX11" fmla="*/ 104317 w 546350"/>
                  <a:gd name="connsiteY11" fmla="*/ 454269 h 967265"/>
                  <a:gd name="connsiteX0" fmla="*/ 98121 w 540154"/>
                  <a:gd name="connsiteY0" fmla="*/ 455327 h 968323"/>
                  <a:gd name="connsiteX1" fmla="*/ 50344 w 540154"/>
                  <a:gd name="connsiteY1" fmla="*/ 357270 h 968323"/>
                  <a:gd name="connsiteX2" fmla="*/ 1468 w 540154"/>
                  <a:gd name="connsiteY2" fmla="*/ 188258 h 968323"/>
                  <a:gd name="connsiteX3" fmla="*/ 112076 w 540154"/>
                  <a:gd name="connsiteY3" fmla="*/ 1302 h 968323"/>
                  <a:gd name="connsiteX4" fmla="*/ 376782 w 540154"/>
                  <a:gd name="connsiteY4" fmla="*/ 125865 h 968323"/>
                  <a:gd name="connsiteX5" fmla="*/ 536271 w 540154"/>
                  <a:gd name="connsiteY5" fmla="*/ 494313 h 968323"/>
                  <a:gd name="connsiteX6" fmla="*/ 478969 w 540154"/>
                  <a:gd name="connsiteY6" fmla="*/ 804945 h 968323"/>
                  <a:gd name="connsiteX7" fmla="*/ 285667 w 540154"/>
                  <a:gd name="connsiteY7" fmla="*/ 966650 h 968323"/>
                  <a:gd name="connsiteX8" fmla="*/ 99376 w 540154"/>
                  <a:gd name="connsiteY8" fmla="*/ 878710 h 968323"/>
                  <a:gd name="connsiteX9" fmla="*/ 95241 w 540154"/>
                  <a:gd name="connsiteY9" fmla="*/ 713683 h 968323"/>
                  <a:gd name="connsiteX10" fmla="*/ 112076 w 540154"/>
                  <a:gd name="connsiteY10" fmla="*/ 574353 h 968323"/>
                  <a:gd name="connsiteX11" fmla="*/ 98121 w 540154"/>
                  <a:gd name="connsiteY11" fmla="*/ 455327 h 968323"/>
                  <a:gd name="connsiteX0" fmla="*/ 98379 w 540412"/>
                  <a:gd name="connsiteY0" fmla="*/ 392863 h 905859"/>
                  <a:gd name="connsiteX1" fmla="*/ 50602 w 540412"/>
                  <a:gd name="connsiteY1" fmla="*/ 294806 h 905859"/>
                  <a:gd name="connsiteX2" fmla="*/ 1726 w 540412"/>
                  <a:gd name="connsiteY2" fmla="*/ 125794 h 905859"/>
                  <a:gd name="connsiteX3" fmla="*/ 118684 w 540412"/>
                  <a:gd name="connsiteY3" fmla="*/ 5513 h 905859"/>
                  <a:gd name="connsiteX4" fmla="*/ 377040 w 540412"/>
                  <a:gd name="connsiteY4" fmla="*/ 63401 h 905859"/>
                  <a:gd name="connsiteX5" fmla="*/ 536529 w 540412"/>
                  <a:gd name="connsiteY5" fmla="*/ 431849 h 905859"/>
                  <a:gd name="connsiteX6" fmla="*/ 479227 w 540412"/>
                  <a:gd name="connsiteY6" fmla="*/ 742481 h 905859"/>
                  <a:gd name="connsiteX7" fmla="*/ 285925 w 540412"/>
                  <a:gd name="connsiteY7" fmla="*/ 904186 h 905859"/>
                  <a:gd name="connsiteX8" fmla="*/ 99634 w 540412"/>
                  <a:gd name="connsiteY8" fmla="*/ 816246 h 905859"/>
                  <a:gd name="connsiteX9" fmla="*/ 95499 w 540412"/>
                  <a:gd name="connsiteY9" fmla="*/ 651219 h 905859"/>
                  <a:gd name="connsiteX10" fmla="*/ 112334 w 540412"/>
                  <a:gd name="connsiteY10" fmla="*/ 511889 h 905859"/>
                  <a:gd name="connsiteX11" fmla="*/ 98379 w 540412"/>
                  <a:gd name="connsiteY11" fmla="*/ 392863 h 905859"/>
                  <a:gd name="connsiteX0" fmla="*/ 98379 w 540236"/>
                  <a:gd name="connsiteY0" fmla="*/ 387854 h 900850"/>
                  <a:gd name="connsiteX1" fmla="*/ 50602 w 540236"/>
                  <a:gd name="connsiteY1" fmla="*/ 289797 h 900850"/>
                  <a:gd name="connsiteX2" fmla="*/ 1726 w 540236"/>
                  <a:gd name="connsiteY2" fmla="*/ 120785 h 900850"/>
                  <a:gd name="connsiteX3" fmla="*/ 118684 w 540236"/>
                  <a:gd name="connsiteY3" fmla="*/ 504 h 900850"/>
                  <a:gd name="connsiteX4" fmla="*/ 380215 w 540236"/>
                  <a:gd name="connsiteY4" fmla="*/ 93317 h 900850"/>
                  <a:gd name="connsiteX5" fmla="*/ 536529 w 540236"/>
                  <a:gd name="connsiteY5" fmla="*/ 426840 h 900850"/>
                  <a:gd name="connsiteX6" fmla="*/ 479227 w 540236"/>
                  <a:gd name="connsiteY6" fmla="*/ 737472 h 900850"/>
                  <a:gd name="connsiteX7" fmla="*/ 285925 w 540236"/>
                  <a:gd name="connsiteY7" fmla="*/ 899177 h 900850"/>
                  <a:gd name="connsiteX8" fmla="*/ 99634 w 540236"/>
                  <a:gd name="connsiteY8" fmla="*/ 811237 h 900850"/>
                  <a:gd name="connsiteX9" fmla="*/ 95499 w 540236"/>
                  <a:gd name="connsiteY9" fmla="*/ 646210 h 900850"/>
                  <a:gd name="connsiteX10" fmla="*/ 112334 w 540236"/>
                  <a:gd name="connsiteY10" fmla="*/ 506880 h 900850"/>
                  <a:gd name="connsiteX11" fmla="*/ 98379 w 540236"/>
                  <a:gd name="connsiteY11" fmla="*/ 387854 h 900850"/>
                  <a:gd name="connsiteX0" fmla="*/ 92249 w 534106"/>
                  <a:gd name="connsiteY0" fmla="*/ 387854 h 900850"/>
                  <a:gd name="connsiteX1" fmla="*/ 44472 w 534106"/>
                  <a:gd name="connsiteY1" fmla="*/ 289797 h 900850"/>
                  <a:gd name="connsiteX2" fmla="*/ 1946 w 534106"/>
                  <a:gd name="connsiteY2" fmla="*/ 120785 h 900850"/>
                  <a:gd name="connsiteX3" fmla="*/ 112554 w 534106"/>
                  <a:gd name="connsiteY3" fmla="*/ 504 h 900850"/>
                  <a:gd name="connsiteX4" fmla="*/ 374085 w 534106"/>
                  <a:gd name="connsiteY4" fmla="*/ 93317 h 900850"/>
                  <a:gd name="connsiteX5" fmla="*/ 530399 w 534106"/>
                  <a:gd name="connsiteY5" fmla="*/ 426840 h 900850"/>
                  <a:gd name="connsiteX6" fmla="*/ 473097 w 534106"/>
                  <a:gd name="connsiteY6" fmla="*/ 737472 h 900850"/>
                  <a:gd name="connsiteX7" fmla="*/ 279795 w 534106"/>
                  <a:gd name="connsiteY7" fmla="*/ 899177 h 900850"/>
                  <a:gd name="connsiteX8" fmla="*/ 93504 w 534106"/>
                  <a:gd name="connsiteY8" fmla="*/ 811237 h 900850"/>
                  <a:gd name="connsiteX9" fmla="*/ 89369 w 534106"/>
                  <a:gd name="connsiteY9" fmla="*/ 646210 h 900850"/>
                  <a:gd name="connsiteX10" fmla="*/ 106204 w 534106"/>
                  <a:gd name="connsiteY10" fmla="*/ 506880 h 900850"/>
                  <a:gd name="connsiteX11" fmla="*/ 92249 w 534106"/>
                  <a:gd name="connsiteY11" fmla="*/ 387854 h 900850"/>
                  <a:gd name="connsiteX0" fmla="*/ 91237 w 533094"/>
                  <a:gd name="connsiteY0" fmla="*/ 387854 h 900850"/>
                  <a:gd name="connsiteX1" fmla="*/ 59335 w 533094"/>
                  <a:gd name="connsiteY1" fmla="*/ 302497 h 900850"/>
                  <a:gd name="connsiteX2" fmla="*/ 934 w 533094"/>
                  <a:gd name="connsiteY2" fmla="*/ 120785 h 900850"/>
                  <a:gd name="connsiteX3" fmla="*/ 111542 w 533094"/>
                  <a:gd name="connsiteY3" fmla="*/ 504 h 900850"/>
                  <a:gd name="connsiteX4" fmla="*/ 373073 w 533094"/>
                  <a:gd name="connsiteY4" fmla="*/ 93317 h 900850"/>
                  <a:gd name="connsiteX5" fmla="*/ 529387 w 533094"/>
                  <a:gd name="connsiteY5" fmla="*/ 426840 h 900850"/>
                  <a:gd name="connsiteX6" fmla="*/ 472085 w 533094"/>
                  <a:gd name="connsiteY6" fmla="*/ 737472 h 900850"/>
                  <a:gd name="connsiteX7" fmla="*/ 278783 w 533094"/>
                  <a:gd name="connsiteY7" fmla="*/ 899177 h 900850"/>
                  <a:gd name="connsiteX8" fmla="*/ 92492 w 533094"/>
                  <a:gd name="connsiteY8" fmla="*/ 811237 h 900850"/>
                  <a:gd name="connsiteX9" fmla="*/ 88357 w 533094"/>
                  <a:gd name="connsiteY9" fmla="*/ 646210 h 900850"/>
                  <a:gd name="connsiteX10" fmla="*/ 105192 w 533094"/>
                  <a:gd name="connsiteY10" fmla="*/ 506880 h 900850"/>
                  <a:gd name="connsiteX11" fmla="*/ 91237 w 533094"/>
                  <a:gd name="connsiteY11" fmla="*/ 387854 h 900850"/>
                  <a:gd name="connsiteX0" fmla="*/ 91237 w 533094"/>
                  <a:gd name="connsiteY0" fmla="*/ 387854 h 902809"/>
                  <a:gd name="connsiteX1" fmla="*/ 59335 w 533094"/>
                  <a:gd name="connsiteY1" fmla="*/ 302497 h 902809"/>
                  <a:gd name="connsiteX2" fmla="*/ 934 w 533094"/>
                  <a:gd name="connsiteY2" fmla="*/ 120785 h 902809"/>
                  <a:gd name="connsiteX3" fmla="*/ 111542 w 533094"/>
                  <a:gd name="connsiteY3" fmla="*/ 504 h 902809"/>
                  <a:gd name="connsiteX4" fmla="*/ 373073 w 533094"/>
                  <a:gd name="connsiteY4" fmla="*/ 93317 h 902809"/>
                  <a:gd name="connsiteX5" fmla="*/ 529387 w 533094"/>
                  <a:gd name="connsiteY5" fmla="*/ 426840 h 902809"/>
                  <a:gd name="connsiteX6" fmla="*/ 472085 w 533094"/>
                  <a:gd name="connsiteY6" fmla="*/ 737472 h 902809"/>
                  <a:gd name="connsiteX7" fmla="*/ 278783 w 533094"/>
                  <a:gd name="connsiteY7" fmla="*/ 899177 h 902809"/>
                  <a:gd name="connsiteX8" fmla="*/ 92492 w 533094"/>
                  <a:gd name="connsiteY8" fmla="*/ 833462 h 902809"/>
                  <a:gd name="connsiteX9" fmla="*/ 88357 w 533094"/>
                  <a:gd name="connsiteY9" fmla="*/ 646210 h 902809"/>
                  <a:gd name="connsiteX10" fmla="*/ 105192 w 533094"/>
                  <a:gd name="connsiteY10" fmla="*/ 506880 h 902809"/>
                  <a:gd name="connsiteX11" fmla="*/ 91237 w 533094"/>
                  <a:gd name="connsiteY11" fmla="*/ 387854 h 902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3094" h="902809">
                    <a:moveTo>
                      <a:pt x="91237" y="387854"/>
                    </a:moveTo>
                    <a:cubicBezTo>
                      <a:pt x="83594" y="353790"/>
                      <a:pt x="71740" y="353888"/>
                      <a:pt x="59335" y="302497"/>
                    </a:cubicBezTo>
                    <a:cubicBezTo>
                      <a:pt x="46930" y="251106"/>
                      <a:pt x="-7767" y="171117"/>
                      <a:pt x="934" y="120785"/>
                    </a:cubicBezTo>
                    <a:cubicBezTo>
                      <a:pt x="9635" y="70453"/>
                      <a:pt x="49519" y="5082"/>
                      <a:pt x="111542" y="504"/>
                    </a:cubicBezTo>
                    <a:cubicBezTo>
                      <a:pt x="173565" y="-4074"/>
                      <a:pt x="303432" y="22261"/>
                      <a:pt x="373073" y="93317"/>
                    </a:cubicBezTo>
                    <a:cubicBezTo>
                      <a:pt x="442714" y="164373"/>
                      <a:pt x="512885" y="319481"/>
                      <a:pt x="529387" y="426840"/>
                    </a:cubicBezTo>
                    <a:cubicBezTo>
                      <a:pt x="545889" y="534199"/>
                      <a:pt x="503798" y="661924"/>
                      <a:pt x="472085" y="737472"/>
                    </a:cubicBezTo>
                    <a:cubicBezTo>
                      <a:pt x="440372" y="813020"/>
                      <a:pt x="342049" y="883179"/>
                      <a:pt x="278783" y="899177"/>
                    </a:cubicBezTo>
                    <a:cubicBezTo>
                      <a:pt x="215518" y="915175"/>
                      <a:pt x="124230" y="875623"/>
                      <a:pt x="92492" y="833462"/>
                    </a:cubicBezTo>
                    <a:cubicBezTo>
                      <a:pt x="60754" y="791301"/>
                      <a:pt x="88357" y="706461"/>
                      <a:pt x="88357" y="646210"/>
                    </a:cubicBezTo>
                    <a:cubicBezTo>
                      <a:pt x="88357" y="585959"/>
                      <a:pt x="104712" y="549939"/>
                      <a:pt x="105192" y="506880"/>
                    </a:cubicBezTo>
                    <a:cubicBezTo>
                      <a:pt x="105672" y="463821"/>
                      <a:pt x="98880" y="421918"/>
                      <a:pt x="91237" y="38785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D7A9E12-F46D-4F8C-8DD2-4FB2F82A3831}"/>
                  </a:ext>
                </a:extLst>
              </p:cNvPr>
              <p:cNvSpPr/>
              <p:nvPr/>
            </p:nvSpPr>
            <p:spPr>
              <a:xfrm>
                <a:off x="10843861" y="5944572"/>
                <a:ext cx="190536" cy="187108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9512 w 161978"/>
                  <a:gd name="connsiteY0" fmla="*/ 196854 h 196948"/>
                  <a:gd name="connsiteX1" fmla="*/ 10460 w 161978"/>
                  <a:gd name="connsiteY1" fmla="*/ 161343 h 196948"/>
                  <a:gd name="connsiteX2" fmla="*/ 63487 w 161978"/>
                  <a:gd name="connsiteY2" fmla="*/ 73029 h 196948"/>
                  <a:gd name="connsiteX3" fmla="*/ 66662 w 161978"/>
                  <a:gd name="connsiteY3" fmla="*/ 4 h 196948"/>
                  <a:gd name="connsiteX4" fmla="*/ 120637 w 161978"/>
                  <a:gd name="connsiteY4" fmla="*/ 69854 h 196948"/>
                  <a:gd name="connsiteX5" fmla="*/ 161912 w 161978"/>
                  <a:gd name="connsiteY5" fmla="*/ 142879 h 196948"/>
                  <a:gd name="connsiteX6" fmla="*/ 111112 w 161978"/>
                  <a:gd name="connsiteY6" fmla="*/ 152404 h 196948"/>
                  <a:gd name="connsiteX7" fmla="*/ 9512 w 161978"/>
                  <a:gd name="connsiteY7" fmla="*/ 196854 h 196948"/>
                  <a:gd name="connsiteX0" fmla="*/ 9512 w 161978"/>
                  <a:gd name="connsiteY0" fmla="*/ 196850 h 196944"/>
                  <a:gd name="connsiteX1" fmla="*/ 10460 w 161978"/>
                  <a:gd name="connsiteY1" fmla="*/ 161339 h 196944"/>
                  <a:gd name="connsiteX2" fmla="*/ 44437 w 161978"/>
                  <a:gd name="connsiteY2" fmla="*/ 69850 h 196944"/>
                  <a:gd name="connsiteX3" fmla="*/ 66662 w 161978"/>
                  <a:gd name="connsiteY3" fmla="*/ 0 h 196944"/>
                  <a:gd name="connsiteX4" fmla="*/ 120637 w 161978"/>
                  <a:gd name="connsiteY4" fmla="*/ 69850 h 196944"/>
                  <a:gd name="connsiteX5" fmla="*/ 161912 w 161978"/>
                  <a:gd name="connsiteY5" fmla="*/ 142875 h 196944"/>
                  <a:gd name="connsiteX6" fmla="*/ 111112 w 161978"/>
                  <a:gd name="connsiteY6" fmla="*/ 152400 h 196944"/>
                  <a:gd name="connsiteX7" fmla="*/ 9512 w 161978"/>
                  <a:gd name="connsiteY7" fmla="*/ 196850 h 196944"/>
                  <a:gd name="connsiteX0" fmla="*/ 9512 w 162032"/>
                  <a:gd name="connsiteY0" fmla="*/ 197324 h 197418"/>
                  <a:gd name="connsiteX1" fmla="*/ 10460 w 162032"/>
                  <a:gd name="connsiteY1" fmla="*/ 161813 h 197418"/>
                  <a:gd name="connsiteX2" fmla="*/ 44437 w 162032"/>
                  <a:gd name="connsiteY2" fmla="*/ 70324 h 197418"/>
                  <a:gd name="connsiteX3" fmla="*/ 66662 w 162032"/>
                  <a:gd name="connsiteY3" fmla="*/ 474 h 197418"/>
                  <a:gd name="connsiteX4" fmla="*/ 133337 w 162032"/>
                  <a:gd name="connsiteY4" fmla="*/ 44924 h 197418"/>
                  <a:gd name="connsiteX5" fmla="*/ 161912 w 162032"/>
                  <a:gd name="connsiteY5" fmla="*/ 143349 h 197418"/>
                  <a:gd name="connsiteX6" fmla="*/ 111112 w 162032"/>
                  <a:gd name="connsiteY6" fmla="*/ 152874 h 197418"/>
                  <a:gd name="connsiteX7" fmla="*/ 9512 w 162032"/>
                  <a:gd name="connsiteY7" fmla="*/ 197324 h 197418"/>
                  <a:gd name="connsiteX0" fmla="*/ 9512 w 190535"/>
                  <a:gd name="connsiteY0" fmla="*/ 197209 h 197303"/>
                  <a:gd name="connsiteX1" fmla="*/ 10460 w 190535"/>
                  <a:gd name="connsiteY1" fmla="*/ 161698 h 197303"/>
                  <a:gd name="connsiteX2" fmla="*/ 44437 w 190535"/>
                  <a:gd name="connsiteY2" fmla="*/ 70209 h 197303"/>
                  <a:gd name="connsiteX3" fmla="*/ 66662 w 190535"/>
                  <a:gd name="connsiteY3" fmla="*/ 359 h 197303"/>
                  <a:gd name="connsiteX4" fmla="*/ 133337 w 190535"/>
                  <a:gd name="connsiteY4" fmla="*/ 44809 h 197303"/>
                  <a:gd name="connsiteX5" fmla="*/ 190487 w 190535"/>
                  <a:gd name="connsiteY5" fmla="*/ 86084 h 197303"/>
                  <a:gd name="connsiteX6" fmla="*/ 111112 w 190535"/>
                  <a:gd name="connsiteY6" fmla="*/ 152759 h 197303"/>
                  <a:gd name="connsiteX7" fmla="*/ 9512 w 190535"/>
                  <a:gd name="connsiteY7" fmla="*/ 197209 h 197303"/>
                  <a:gd name="connsiteX0" fmla="*/ 9512 w 190531"/>
                  <a:gd name="connsiteY0" fmla="*/ 198538 h 198632"/>
                  <a:gd name="connsiteX1" fmla="*/ 10460 w 190531"/>
                  <a:gd name="connsiteY1" fmla="*/ 163027 h 198632"/>
                  <a:gd name="connsiteX2" fmla="*/ 44437 w 190531"/>
                  <a:gd name="connsiteY2" fmla="*/ 71538 h 198632"/>
                  <a:gd name="connsiteX3" fmla="*/ 66662 w 190531"/>
                  <a:gd name="connsiteY3" fmla="*/ 1688 h 198632"/>
                  <a:gd name="connsiteX4" fmla="*/ 130162 w 190531"/>
                  <a:gd name="connsiteY4" fmla="*/ 27088 h 198632"/>
                  <a:gd name="connsiteX5" fmla="*/ 190487 w 190531"/>
                  <a:gd name="connsiteY5" fmla="*/ 87413 h 198632"/>
                  <a:gd name="connsiteX6" fmla="*/ 111112 w 190531"/>
                  <a:gd name="connsiteY6" fmla="*/ 154088 h 198632"/>
                  <a:gd name="connsiteX7" fmla="*/ 9512 w 190531"/>
                  <a:gd name="connsiteY7" fmla="*/ 198538 h 198632"/>
                  <a:gd name="connsiteX0" fmla="*/ 9512 w 190536"/>
                  <a:gd name="connsiteY0" fmla="*/ 187014 h 187108"/>
                  <a:gd name="connsiteX1" fmla="*/ 10460 w 190536"/>
                  <a:gd name="connsiteY1" fmla="*/ 151503 h 187108"/>
                  <a:gd name="connsiteX2" fmla="*/ 44437 w 190536"/>
                  <a:gd name="connsiteY2" fmla="*/ 60014 h 187108"/>
                  <a:gd name="connsiteX3" fmla="*/ 41262 w 190536"/>
                  <a:gd name="connsiteY3" fmla="*/ 2864 h 187108"/>
                  <a:gd name="connsiteX4" fmla="*/ 130162 w 190536"/>
                  <a:gd name="connsiteY4" fmla="*/ 15564 h 187108"/>
                  <a:gd name="connsiteX5" fmla="*/ 190487 w 190536"/>
                  <a:gd name="connsiteY5" fmla="*/ 75889 h 187108"/>
                  <a:gd name="connsiteX6" fmla="*/ 111112 w 190536"/>
                  <a:gd name="connsiteY6" fmla="*/ 142564 h 187108"/>
                  <a:gd name="connsiteX7" fmla="*/ 9512 w 190536"/>
                  <a:gd name="connsiteY7" fmla="*/ 187014 h 18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36" h="187108">
                    <a:moveTo>
                      <a:pt x="9512" y="187014"/>
                    </a:moveTo>
                    <a:cubicBezTo>
                      <a:pt x="-7263" y="188504"/>
                      <a:pt x="1464" y="172141"/>
                      <a:pt x="10460" y="151503"/>
                    </a:cubicBezTo>
                    <a:cubicBezTo>
                      <a:pt x="19456" y="130866"/>
                      <a:pt x="39303" y="84787"/>
                      <a:pt x="44437" y="60014"/>
                    </a:cubicBezTo>
                    <a:cubicBezTo>
                      <a:pt x="49571" y="35241"/>
                      <a:pt x="26975" y="10272"/>
                      <a:pt x="41262" y="2864"/>
                    </a:cubicBezTo>
                    <a:cubicBezTo>
                      <a:pt x="55549" y="-4544"/>
                      <a:pt x="105291" y="3393"/>
                      <a:pt x="130162" y="15564"/>
                    </a:cubicBezTo>
                    <a:cubicBezTo>
                      <a:pt x="155033" y="27735"/>
                      <a:pt x="192074" y="62131"/>
                      <a:pt x="190487" y="75889"/>
                    </a:cubicBezTo>
                    <a:cubicBezTo>
                      <a:pt x="188900" y="89647"/>
                      <a:pt x="141275" y="124043"/>
                      <a:pt x="111112" y="142564"/>
                    </a:cubicBezTo>
                    <a:cubicBezTo>
                      <a:pt x="80950" y="161085"/>
                      <a:pt x="26287" y="185524"/>
                      <a:pt x="9512" y="18701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994612F-4697-4F78-833C-0636FC4A65C5}"/>
                  </a:ext>
                </a:extLst>
              </p:cNvPr>
              <p:cNvSpPr/>
              <p:nvPr/>
            </p:nvSpPr>
            <p:spPr>
              <a:xfrm rot="3746502">
                <a:off x="10898817" y="6280312"/>
                <a:ext cx="159382" cy="203314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889 w 153346"/>
                  <a:gd name="connsiteY0" fmla="*/ 199177 h 201480"/>
                  <a:gd name="connsiteX1" fmla="*/ 54864 w 153346"/>
                  <a:gd name="connsiteY1" fmla="*/ 75352 h 201480"/>
                  <a:gd name="connsiteX2" fmla="*/ 87902 w 153346"/>
                  <a:gd name="connsiteY2" fmla="*/ 4 h 201480"/>
                  <a:gd name="connsiteX3" fmla="*/ 112014 w 153346"/>
                  <a:gd name="connsiteY3" fmla="*/ 72177 h 201480"/>
                  <a:gd name="connsiteX4" fmla="*/ 153289 w 153346"/>
                  <a:gd name="connsiteY4" fmla="*/ 145202 h 201480"/>
                  <a:gd name="connsiteX5" fmla="*/ 102489 w 153346"/>
                  <a:gd name="connsiteY5" fmla="*/ 154727 h 201480"/>
                  <a:gd name="connsiteX6" fmla="*/ 889 w 153346"/>
                  <a:gd name="connsiteY6" fmla="*/ 199177 h 201480"/>
                  <a:gd name="connsiteX0" fmla="*/ 889 w 153418"/>
                  <a:gd name="connsiteY0" fmla="*/ 199235 h 201538"/>
                  <a:gd name="connsiteX1" fmla="*/ 54864 w 153418"/>
                  <a:gd name="connsiteY1" fmla="*/ 75410 h 201538"/>
                  <a:gd name="connsiteX2" fmla="*/ 87902 w 153418"/>
                  <a:gd name="connsiteY2" fmla="*/ 62 h 201538"/>
                  <a:gd name="connsiteX3" fmla="*/ 130618 w 153418"/>
                  <a:gd name="connsiteY3" fmla="*/ 64037 h 201538"/>
                  <a:gd name="connsiteX4" fmla="*/ 153289 w 153418"/>
                  <a:gd name="connsiteY4" fmla="*/ 145260 h 201538"/>
                  <a:gd name="connsiteX5" fmla="*/ 102489 w 153418"/>
                  <a:gd name="connsiteY5" fmla="*/ 154785 h 201538"/>
                  <a:gd name="connsiteX6" fmla="*/ 889 w 153418"/>
                  <a:gd name="connsiteY6" fmla="*/ 199235 h 201538"/>
                  <a:gd name="connsiteX0" fmla="*/ 803 w 160184"/>
                  <a:gd name="connsiteY0" fmla="*/ 184915 h 187764"/>
                  <a:gd name="connsiteX1" fmla="*/ 61630 w 160184"/>
                  <a:gd name="connsiteY1" fmla="*/ 75410 h 187764"/>
                  <a:gd name="connsiteX2" fmla="*/ 94668 w 160184"/>
                  <a:gd name="connsiteY2" fmla="*/ 62 h 187764"/>
                  <a:gd name="connsiteX3" fmla="*/ 137384 w 160184"/>
                  <a:gd name="connsiteY3" fmla="*/ 64037 h 187764"/>
                  <a:gd name="connsiteX4" fmla="*/ 160055 w 160184"/>
                  <a:gd name="connsiteY4" fmla="*/ 145260 h 187764"/>
                  <a:gd name="connsiteX5" fmla="*/ 109255 w 160184"/>
                  <a:gd name="connsiteY5" fmla="*/ 154785 h 187764"/>
                  <a:gd name="connsiteX6" fmla="*/ 803 w 160184"/>
                  <a:gd name="connsiteY6" fmla="*/ 184915 h 18776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08453 w 159382"/>
                  <a:gd name="connsiteY5" fmla="*/ 15478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23996 w 159382"/>
                  <a:gd name="connsiteY5" fmla="*/ 15931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9382" h="203314">
                    <a:moveTo>
                      <a:pt x="1" y="184915"/>
                    </a:moveTo>
                    <a:cubicBezTo>
                      <a:pt x="158" y="164069"/>
                      <a:pt x="45184" y="106219"/>
                      <a:pt x="60828" y="75410"/>
                    </a:cubicBezTo>
                    <a:cubicBezTo>
                      <a:pt x="76472" y="44601"/>
                      <a:pt x="81240" y="1957"/>
                      <a:pt x="93866" y="62"/>
                    </a:cubicBezTo>
                    <a:cubicBezTo>
                      <a:pt x="106492" y="-1833"/>
                      <a:pt x="125684" y="39837"/>
                      <a:pt x="136582" y="64037"/>
                    </a:cubicBezTo>
                    <a:cubicBezTo>
                      <a:pt x="147480" y="88237"/>
                      <a:pt x="160840" y="131502"/>
                      <a:pt x="159253" y="145260"/>
                    </a:cubicBezTo>
                    <a:cubicBezTo>
                      <a:pt x="157666" y="159018"/>
                      <a:pt x="140558" y="150111"/>
                      <a:pt x="123996" y="159315"/>
                    </a:cubicBezTo>
                    <a:cubicBezTo>
                      <a:pt x="107435" y="168520"/>
                      <a:pt x="77959" y="195465"/>
                      <a:pt x="59884" y="200487"/>
                    </a:cubicBezTo>
                    <a:cubicBezTo>
                      <a:pt x="41809" y="205509"/>
                      <a:pt x="-156" y="205761"/>
                      <a:pt x="1" y="1849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A15DBB9-23FD-49E1-B38F-699059DA7040}"/>
                  </a:ext>
                </a:extLst>
              </p:cNvPr>
              <p:cNvSpPr/>
              <p:nvPr/>
            </p:nvSpPr>
            <p:spPr>
              <a:xfrm rot="1991379">
                <a:off x="10912884" y="6063608"/>
                <a:ext cx="243027" cy="277499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774 w 153248"/>
                  <a:gd name="connsiteY0" fmla="*/ 213525 h 215828"/>
                  <a:gd name="connsiteX1" fmla="*/ 54749 w 153248"/>
                  <a:gd name="connsiteY1" fmla="*/ 89700 h 215828"/>
                  <a:gd name="connsiteX2" fmla="*/ 38350 w 153248"/>
                  <a:gd name="connsiteY2" fmla="*/ 3 h 215828"/>
                  <a:gd name="connsiteX3" fmla="*/ 111899 w 153248"/>
                  <a:gd name="connsiteY3" fmla="*/ 86525 h 215828"/>
                  <a:gd name="connsiteX4" fmla="*/ 153174 w 153248"/>
                  <a:gd name="connsiteY4" fmla="*/ 159550 h 215828"/>
                  <a:gd name="connsiteX5" fmla="*/ 102374 w 153248"/>
                  <a:gd name="connsiteY5" fmla="*/ 169075 h 215828"/>
                  <a:gd name="connsiteX6" fmla="*/ 774 w 153248"/>
                  <a:gd name="connsiteY6" fmla="*/ 213525 h 215828"/>
                  <a:gd name="connsiteX0" fmla="*/ 1592 w 154067"/>
                  <a:gd name="connsiteY0" fmla="*/ 213524 h 215890"/>
                  <a:gd name="connsiteX1" fmla="*/ 40944 w 154067"/>
                  <a:gd name="connsiteY1" fmla="*/ 88354 h 215890"/>
                  <a:gd name="connsiteX2" fmla="*/ 39168 w 154067"/>
                  <a:gd name="connsiteY2" fmla="*/ 2 h 215890"/>
                  <a:gd name="connsiteX3" fmla="*/ 112717 w 154067"/>
                  <a:gd name="connsiteY3" fmla="*/ 86524 h 215890"/>
                  <a:gd name="connsiteX4" fmla="*/ 153992 w 154067"/>
                  <a:gd name="connsiteY4" fmla="*/ 159549 h 215890"/>
                  <a:gd name="connsiteX5" fmla="*/ 103192 w 154067"/>
                  <a:gd name="connsiteY5" fmla="*/ 169074 h 215890"/>
                  <a:gd name="connsiteX6" fmla="*/ 1592 w 154067"/>
                  <a:gd name="connsiteY6" fmla="*/ 213524 h 215890"/>
                  <a:gd name="connsiteX0" fmla="*/ 1592 w 154679"/>
                  <a:gd name="connsiteY0" fmla="*/ 213523 h 215889"/>
                  <a:gd name="connsiteX1" fmla="*/ 40944 w 154679"/>
                  <a:gd name="connsiteY1" fmla="*/ 88353 h 215889"/>
                  <a:gd name="connsiteX2" fmla="*/ 39168 w 154679"/>
                  <a:gd name="connsiteY2" fmla="*/ 1 h 215889"/>
                  <a:gd name="connsiteX3" fmla="*/ 136867 w 154679"/>
                  <a:gd name="connsiteY3" fmla="*/ 89783 h 215889"/>
                  <a:gd name="connsiteX4" fmla="*/ 153992 w 154679"/>
                  <a:gd name="connsiteY4" fmla="*/ 159548 h 215889"/>
                  <a:gd name="connsiteX5" fmla="*/ 103192 w 154679"/>
                  <a:gd name="connsiteY5" fmla="*/ 169073 h 215889"/>
                  <a:gd name="connsiteX6" fmla="*/ 1592 w 154679"/>
                  <a:gd name="connsiteY6" fmla="*/ 213523 h 215889"/>
                  <a:gd name="connsiteX0" fmla="*/ 1592 w 168241"/>
                  <a:gd name="connsiteY0" fmla="*/ 213523 h 215923"/>
                  <a:gd name="connsiteX1" fmla="*/ 40944 w 168241"/>
                  <a:gd name="connsiteY1" fmla="*/ 88353 h 215923"/>
                  <a:gd name="connsiteX2" fmla="*/ 39168 w 168241"/>
                  <a:gd name="connsiteY2" fmla="*/ 1 h 215923"/>
                  <a:gd name="connsiteX3" fmla="*/ 136867 w 168241"/>
                  <a:gd name="connsiteY3" fmla="*/ 89783 h 215923"/>
                  <a:gd name="connsiteX4" fmla="*/ 168095 w 168241"/>
                  <a:gd name="connsiteY4" fmla="*/ 148050 h 215923"/>
                  <a:gd name="connsiteX5" fmla="*/ 103192 w 168241"/>
                  <a:gd name="connsiteY5" fmla="*/ 169073 h 215923"/>
                  <a:gd name="connsiteX6" fmla="*/ 1592 w 168241"/>
                  <a:gd name="connsiteY6" fmla="*/ 213523 h 215923"/>
                  <a:gd name="connsiteX0" fmla="*/ 1412 w 168061"/>
                  <a:gd name="connsiteY0" fmla="*/ 213523 h 215133"/>
                  <a:gd name="connsiteX1" fmla="*/ 40764 w 168061"/>
                  <a:gd name="connsiteY1" fmla="*/ 88353 h 215133"/>
                  <a:gd name="connsiteX2" fmla="*/ 38988 w 168061"/>
                  <a:gd name="connsiteY2" fmla="*/ 1 h 215133"/>
                  <a:gd name="connsiteX3" fmla="*/ 136687 w 168061"/>
                  <a:gd name="connsiteY3" fmla="*/ 89783 h 215133"/>
                  <a:gd name="connsiteX4" fmla="*/ 167915 w 168061"/>
                  <a:gd name="connsiteY4" fmla="*/ 148050 h 215133"/>
                  <a:gd name="connsiteX5" fmla="*/ 98652 w 168061"/>
                  <a:gd name="connsiteY5" fmla="*/ 158642 h 215133"/>
                  <a:gd name="connsiteX6" fmla="*/ 1412 w 168061"/>
                  <a:gd name="connsiteY6" fmla="*/ 213523 h 215133"/>
                  <a:gd name="connsiteX0" fmla="*/ 646 w 167295"/>
                  <a:gd name="connsiteY0" fmla="*/ 213523 h 246326"/>
                  <a:gd name="connsiteX1" fmla="*/ 39998 w 167295"/>
                  <a:gd name="connsiteY1" fmla="*/ 88353 h 246326"/>
                  <a:gd name="connsiteX2" fmla="*/ 38222 w 167295"/>
                  <a:gd name="connsiteY2" fmla="*/ 1 h 246326"/>
                  <a:gd name="connsiteX3" fmla="*/ 135921 w 167295"/>
                  <a:gd name="connsiteY3" fmla="*/ 89783 h 246326"/>
                  <a:gd name="connsiteX4" fmla="*/ 167149 w 167295"/>
                  <a:gd name="connsiteY4" fmla="*/ 148050 h 246326"/>
                  <a:gd name="connsiteX5" fmla="*/ 97886 w 167295"/>
                  <a:gd name="connsiteY5" fmla="*/ 158642 h 246326"/>
                  <a:gd name="connsiteX6" fmla="*/ 21688 w 167295"/>
                  <a:gd name="connsiteY6" fmla="*/ 243430 h 246326"/>
                  <a:gd name="connsiteX7" fmla="*/ 646 w 167295"/>
                  <a:gd name="connsiteY7" fmla="*/ 213523 h 246326"/>
                  <a:gd name="connsiteX0" fmla="*/ 364 w 175804"/>
                  <a:gd name="connsiteY0" fmla="*/ 200609 h 245295"/>
                  <a:gd name="connsiteX1" fmla="*/ 48507 w 175804"/>
                  <a:gd name="connsiteY1" fmla="*/ 88353 h 245295"/>
                  <a:gd name="connsiteX2" fmla="*/ 46731 w 175804"/>
                  <a:gd name="connsiteY2" fmla="*/ 1 h 245295"/>
                  <a:gd name="connsiteX3" fmla="*/ 144430 w 175804"/>
                  <a:gd name="connsiteY3" fmla="*/ 89783 h 245295"/>
                  <a:gd name="connsiteX4" fmla="*/ 175658 w 175804"/>
                  <a:gd name="connsiteY4" fmla="*/ 148050 h 245295"/>
                  <a:gd name="connsiteX5" fmla="*/ 106395 w 175804"/>
                  <a:gd name="connsiteY5" fmla="*/ 158642 h 245295"/>
                  <a:gd name="connsiteX6" fmla="*/ 30197 w 175804"/>
                  <a:gd name="connsiteY6" fmla="*/ 243430 h 245295"/>
                  <a:gd name="connsiteX7" fmla="*/ 364 w 175804"/>
                  <a:gd name="connsiteY7" fmla="*/ 200609 h 245295"/>
                  <a:gd name="connsiteX0" fmla="*/ 976 w 176416"/>
                  <a:gd name="connsiteY0" fmla="*/ 200609 h 234885"/>
                  <a:gd name="connsiteX1" fmla="*/ 49119 w 176416"/>
                  <a:gd name="connsiteY1" fmla="*/ 88353 h 234885"/>
                  <a:gd name="connsiteX2" fmla="*/ 47343 w 176416"/>
                  <a:gd name="connsiteY2" fmla="*/ 1 h 234885"/>
                  <a:gd name="connsiteX3" fmla="*/ 145042 w 176416"/>
                  <a:gd name="connsiteY3" fmla="*/ 89783 h 234885"/>
                  <a:gd name="connsiteX4" fmla="*/ 176270 w 176416"/>
                  <a:gd name="connsiteY4" fmla="*/ 148050 h 234885"/>
                  <a:gd name="connsiteX5" fmla="*/ 107007 w 176416"/>
                  <a:gd name="connsiteY5" fmla="*/ 158642 h 234885"/>
                  <a:gd name="connsiteX6" fmla="*/ 23274 w 176416"/>
                  <a:gd name="connsiteY6" fmla="*/ 232362 h 234885"/>
                  <a:gd name="connsiteX7" fmla="*/ 976 w 176416"/>
                  <a:gd name="connsiteY7" fmla="*/ 200609 h 234885"/>
                  <a:gd name="connsiteX0" fmla="*/ 976 w 176406"/>
                  <a:gd name="connsiteY0" fmla="*/ 167544 h 201820"/>
                  <a:gd name="connsiteX1" fmla="*/ 49119 w 176406"/>
                  <a:gd name="connsiteY1" fmla="*/ 55288 h 201820"/>
                  <a:gd name="connsiteX2" fmla="*/ 53405 w 176406"/>
                  <a:gd name="connsiteY2" fmla="*/ 2 h 201820"/>
                  <a:gd name="connsiteX3" fmla="*/ 145042 w 176406"/>
                  <a:gd name="connsiteY3" fmla="*/ 56718 h 201820"/>
                  <a:gd name="connsiteX4" fmla="*/ 176270 w 176406"/>
                  <a:gd name="connsiteY4" fmla="*/ 114985 h 201820"/>
                  <a:gd name="connsiteX5" fmla="*/ 107007 w 176406"/>
                  <a:gd name="connsiteY5" fmla="*/ 125577 h 201820"/>
                  <a:gd name="connsiteX6" fmla="*/ 23274 w 176406"/>
                  <a:gd name="connsiteY6" fmla="*/ 199297 h 201820"/>
                  <a:gd name="connsiteX7" fmla="*/ 976 w 176406"/>
                  <a:gd name="connsiteY7" fmla="*/ 167544 h 201820"/>
                  <a:gd name="connsiteX0" fmla="*/ 2209 w 177639"/>
                  <a:gd name="connsiteY0" fmla="*/ 167544 h 201380"/>
                  <a:gd name="connsiteX1" fmla="*/ 50352 w 177639"/>
                  <a:gd name="connsiteY1" fmla="*/ 55288 h 201380"/>
                  <a:gd name="connsiteX2" fmla="*/ 54638 w 177639"/>
                  <a:gd name="connsiteY2" fmla="*/ 2 h 201380"/>
                  <a:gd name="connsiteX3" fmla="*/ 146275 w 177639"/>
                  <a:gd name="connsiteY3" fmla="*/ 56718 h 201380"/>
                  <a:gd name="connsiteX4" fmla="*/ 177503 w 177639"/>
                  <a:gd name="connsiteY4" fmla="*/ 114985 h 201380"/>
                  <a:gd name="connsiteX5" fmla="*/ 108240 w 177639"/>
                  <a:gd name="connsiteY5" fmla="*/ 125577 h 201380"/>
                  <a:gd name="connsiteX6" fmla="*/ 24507 w 177639"/>
                  <a:gd name="connsiteY6" fmla="*/ 199297 h 201380"/>
                  <a:gd name="connsiteX7" fmla="*/ 2209 w 177639"/>
                  <a:gd name="connsiteY7" fmla="*/ 167544 h 201380"/>
                  <a:gd name="connsiteX0" fmla="*/ 174 w 175604"/>
                  <a:gd name="connsiteY0" fmla="*/ 167544 h 192663"/>
                  <a:gd name="connsiteX1" fmla="*/ 48317 w 175604"/>
                  <a:gd name="connsiteY1" fmla="*/ 55288 h 192663"/>
                  <a:gd name="connsiteX2" fmla="*/ 52603 w 175604"/>
                  <a:gd name="connsiteY2" fmla="*/ 2 h 192663"/>
                  <a:gd name="connsiteX3" fmla="*/ 144240 w 175604"/>
                  <a:gd name="connsiteY3" fmla="*/ 56718 h 192663"/>
                  <a:gd name="connsiteX4" fmla="*/ 175468 w 175604"/>
                  <a:gd name="connsiteY4" fmla="*/ 114985 h 192663"/>
                  <a:gd name="connsiteX5" fmla="*/ 106205 w 175604"/>
                  <a:gd name="connsiteY5" fmla="*/ 125577 h 192663"/>
                  <a:gd name="connsiteX6" fmla="*/ 34656 w 175604"/>
                  <a:gd name="connsiteY6" fmla="*/ 189006 h 192663"/>
                  <a:gd name="connsiteX7" fmla="*/ 174 w 175604"/>
                  <a:gd name="connsiteY7" fmla="*/ 167544 h 1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604" h="192663">
                    <a:moveTo>
                      <a:pt x="174" y="167544"/>
                    </a:moveTo>
                    <a:cubicBezTo>
                      <a:pt x="2451" y="145258"/>
                      <a:pt x="39579" y="83212"/>
                      <a:pt x="48317" y="55288"/>
                    </a:cubicBezTo>
                    <a:cubicBezTo>
                      <a:pt x="57055" y="27364"/>
                      <a:pt x="36616" y="-236"/>
                      <a:pt x="52603" y="2"/>
                    </a:cubicBezTo>
                    <a:cubicBezTo>
                      <a:pt x="68590" y="240"/>
                      <a:pt x="123763" y="37554"/>
                      <a:pt x="144240" y="56718"/>
                    </a:cubicBezTo>
                    <a:cubicBezTo>
                      <a:pt x="164717" y="75882"/>
                      <a:pt x="177055" y="101227"/>
                      <a:pt x="175468" y="114985"/>
                    </a:cubicBezTo>
                    <a:cubicBezTo>
                      <a:pt x="173881" y="128743"/>
                      <a:pt x="129674" y="113240"/>
                      <a:pt x="106205" y="125577"/>
                    </a:cubicBezTo>
                    <a:cubicBezTo>
                      <a:pt x="82736" y="137914"/>
                      <a:pt x="50863" y="179859"/>
                      <a:pt x="34656" y="189006"/>
                    </a:cubicBezTo>
                    <a:cubicBezTo>
                      <a:pt x="18449" y="198153"/>
                      <a:pt x="-2103" y="189830"/>
                      <a:pt x="174" y="16754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53AFF19-D29A-4D5E-AFF9-78F97532D9B6}"/>
                </a:ext>
              </a:extLst>
            </p:cNvPr>
            <p:cNvSpPr/>
            <p:nvPr/>
          </p:nvSpPr>
          <p:spPr>
            <a:xfrm>
              <a:off x="9736667" y="4711783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92DF67D-173A-4886-920D-D113183F1F29}"/>
                </a:ext>
              </a:extLst>
            </p:cNvPr>
            <p:cNvSpPr/>
            <p:nvPr/>
          </p:nvSpPr>
          <p:spPr>
            <a:xfrm>
              <a:off x="9863666" y="4694850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C5798D50-2241-4103-A68F-A9562D879352}"/>
              </a:ext>
            </a:extLst>
          </p:cNvPr>
          <p:cNvSpPr/>
          <p:nvPr/>
        </p:nvSpPr>
        <p:spPr>
          <a:xfrm>
            <a:off x="5957570" y="3689866"/>
            <a:ext cx="1059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Baroreceptors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B9E19C-8BB5-4186-A5D6-C6E8D79A2D40}"/>
              </a:ext>
            </a:extLst>
          </p:cNvPr>
          <p:cNvSpPr/>
          <p:nvPr/>
        </p:nvSpPr>
        <p:spPr>
          <a:xfrm>
            <a:off x="7982576" y="5729047"/>
            <a:ext cx="6341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Kidney 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7AB7C604-3AAD-4321-BC4A-10EBEE8DA177}"/>
              </a:ext>
            </a:extLst>
          </p:cNvPr>
          <p:cNvSpPr/>
          <p:nvPr/>
        </p:nvSpPr>
        <p:spPr>
          <a:xfrm>
            <a:off x="6782331" y="3094410"/>
            <a:ext cx="416163" cy="669851"/>
          </a:xfrm>
          <a:custGeom>
            <a:avLst/>
            <a:gdLst>
              <a:gd name="connsiteX0" fmla="*/ 204614 w 374735"/>
              <a:gd name="connsiteY0" fmla="*/ 627321 h 627321"/>
              <a:gd name="connsiteX1" fmla="*/ 2596 w 374735"/>
              <a:gd name="connsiteY1" fmla="*/ 467832 h 627321"/>
              <a:gd name="connsiteX2" fmla="*/ 108921 w 374735"/>
              <a:gd name="connsiteY2" fmla="*/ 127590 h 627321"/>
              <a:gd name="connsiteX3" fmla="*/ 374735 w 374735"/>
              <a:gd name="connsiteY3" fmla="*/ 0 h 627321"/>
              <a:gd name="connsiteX0" fmla="*/ 154757 w 324878"/>
              <a:gd name="connsiteY0" fmla="*/ 627321 h 627321"/>
              <a:gd name="connsiteX1" fmla="*/ 5901 w 324878"/>
              <a:gd name="connsiteY1" fmla="*/ 446567 h 627321"/>
              <a:gd name="connsiteX2" fmla="*/ 59064 w 324878"/>
              <a:gd name="connsiteY2" fmla="*/ 127590 h 627321"/>
              <a:gd name="connsiteX3" fmla="*/ 324878 w 324878"/>
              <a:gd name="connsiteY3" fmla="*/ 0 h 627321"/>
              <a:gd name="connsiteX0" fmla="*/ 211684 w 328642"/>
              <a:gd name="connsiteY0" fmla="*/ 669851 h 669851"/>
              <a:gd name="connsiteX1" fmla="*/ 9665 w 328642"/>
              <a:gd name="connsiteY1" fmla="*/ 446567 h 669851"/>
              <a:gd name="connsiteX2" fmla="*/ 62828 w 328642"/>
              <a:gd name="connsiteY2" fmla="*/ 127590 h 669851"/>
              <a:gd name="connsiteX3" fmla="*/ 328642 w 328642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27590 h 669851"/>
              <a:gd name="connsiteX3" fmla="*/ 432114 w 432114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94497 h 669851"/>
              <a:gd name="connsiteX3" fmla="*/ 432114 w 432114"/>
              <a:gd name="connsiteY3" fmla="*/ 0 h 669851"/>
              <a:gd name="connsiteX0" fmla="*/ 198844 w 416163"/>
              <a:gd name="connsiteY0" fmla="*/ 669851 h 669851"/>
              <a:gd name="connsiteX1" fmla="*/ 19127 w 416163"/>
              <a:gd name="connsiteY1" fmla="*/ 502324 h 669851"/>
              <a:gd name="connsiteX2" fmla="*/ 49988 w 416163"/>
              <a:gd name="connsiteY2" fmla="*/ 194497 h 669851"/>
              <a:gd name="connsiteX3" fmla="*/ 416163 w 416163"/>
              <a:gd name="connsiteY3" fmla="*/ 0 h 66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163" h="669851">
                <a:moveTo>
                  <a:pt x="198844" y="669851"/>
                </a:moveTo>
                <a:cubicBezTo>
                  <a:pt x="105809" y="631750"/>
                  <a:pt x="43936" y="581550"/>
                  <a:pt x="19127" y="502324"/>
                </a:cubicBezTo>
                <a:cubicBezTo>
                  <a:pt x="-5682" y="423098"/>
                  <a:pt x="-16185" y="278218"/>
                  <a:pt x="49988" y="194497"/>
                </a:cubicBezTo>
                <a:cubicBezTo>
                  <a:pt x="116161" y="110776"/>
                  <a:pt x="314267" y="24809"/>
                  <a:pt x="416163" y="0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8E68DA-C961-442C-8D9D-74CC0B41D97A}"/>
              </a:ext>
            </a:extLst>
          </p:cNvPr>
          <p:cNvSpPr txBox="1"/>
          <p:nvPr/>
        </p:nvSpPr>
        <p:spPr>
          <a:xfrm>
            <a:off x="6349317" y="3408385"/>
            <a:ext cx="94805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Low volume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A0B215A-26E1-4D02-A4B6-3B91C6F86E90}"/>
              </a:ext>
            </a:extLst>
          </p:cNvPr>
          <p:cNvSpPr/>
          <p:nvPr/>
        </p:nvSpPr>
        <p:spPr>
          <a:xfrm>
            <a:off x="8594539" y="3892092"/>
            <a:ext cx="90355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Keep all the H</a:t>
            </a:r>
            <a:r>
              <a:rPr lang="en-US" sz="1200" i="1" baseline="-25000">
                <a:solidFill>
                  <a:schemeClr val="accent6"/>
                </a:solidFill>
              </a:rPr>
              <a:t>2</a:t>
            </a:r>
            <a:r>
              <a:rPr lang="en-US" sz="1200" i="1">
                <a:solidFill>
                  <a:schemeClr val="accent6"/>
                </a:solidFill>
              </a:rPr>
              <a:t>O you can</a:t>
            </a: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7A98ACD4-C748-4FDE-807D-7EE5132E45B9}"/>
              </a:ext>
            </a:extLst>
          </p:cNvPr>
          <p:cNvSpPr/>
          <p:nvPr/>
        </p:nvSpPr>
        <p:spPr>
          <a:xfrm>
            <a:off x="7706984" y="4541091"/>
            <a:ext cx="884528" cy="380137"/>
          </a:xfrm>
          <a:custGeom>
            <a:avLst/>
            <a:gdLst>
              <a:gd name="connsiteX0" fmla="*/ 635619 w 635619"/>
              <a:gd name="connsiteY0" fmla="*/ 267629 h 267629"/>
              <a:gd name="connsiteX1" fmla="*/ 512956 w 635619"/>
              <a:gd name="connsiteY1" fmla="*/ 78059 h 267629"/>
              <a:gd name="connsiteX2" fmla="*/ 234175 w 635619"/>
              <a:gd name="connsiteY2" fmla="*/ 22303 h 267629"/>
              <a:gd name="connsiteX3" fmla="*/ 0 w 635619"/>
              <a:gd name="connsiteY3" fmla="*/ 0 h 267629"/>
              <a:gd name="connsiteX4" fmla="*/ 0 w 635619"/>
              <a:gd name="connsiteY4" fmla="*/ 0 h 267629"/>
              <a:gd name="connsiteX5" fmla="*/ 11151 w 635619"/>
              <a:gd name="connsiteY5" fmla="*/ 0 h 267629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5" fmla="*/ 11151 w 664857"/>
              <a:gd name="connsiteY5" fmla="*/ 0 h 175731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0" fmla="*/ 682203 w 682203"/>
              <a:gd name="connsiteY0" fmla="*/ 175993 h 175993"/>
              <a:gd name="connsiteX1" fmla="*/ 530302 w 682203"/>
              <a:gd name="connsiteY1" fmla="*/ 78321 h 175993"/>
              <a:gd name="connsiteX2" fmla="*/ 251521 w 682203"/>
              <a:gd name="connsiteY2" fmla="*/ 22565 h 175993"/>
              <a:gd name="connsiteX3" fmla="*/ 17346 w 682203"/>
              <a:gd name="connsiteY3" fmla="*/ 262 h 175993"/>
              <a:gd name="connsiteX4" fmla="*/ 17346 w 682203"/>
              <a:gd name="connsiteY4" fmla="*/ 35516 h 175993"/>
              <a:gd name="connsiteX0" fmla="*/ 664857 w 664857"/>
              <a:gd name="connsiteY0" fmla="*/ 165448 h 165448"/>
              <a:gd name="connsiteX1" fmla="*/ 512956 w 664857"/>
              <a:gd name="connsiteY1" fmla="*/ 67776 h 165448"/>
              <a:gd name="connsiteX2" fmla="*/ 234175 w 664857"/>
              <a:gd name="connsiteY2" fmla="*/ 12020 h 165448"/>
              <a:gd name="connsiteX3" fmla="*/ 155399 w 664857"/>
              <a:gd name="connsiteY3" fmla="*/ 734 h 165448"/>
              <a:gd name="connsiteX4" fmla="*/ 0 w 664857"/>
              <a:gd name="connsiteY4" fmla="*/ 24971 h 165448"/>
              <a:gd name="connsiteX0" fmla="*/ 664857 w 664857"/>
              <a:gd name="connsiteY0" fmla="*/ 164811 h 164811"/>
              <a:gd name="connsiteX1" fmla="*/ 512956 w 664857"/>
              <a:gd name="connsiteY1" fmla="*/ 67139 h 164811"/>
              <a:gd name="connsiteX2" fmla="*/ 331854 w 664857"/>
              <a:gd name="connsiteY2" fmla="*/ 17993 h 164811"/>
              <a:gd name="connsiteX3" fmla="*/ 155399 w 664857"/>
              <a:gd name="connsiteY3" fmla="*/ 97 h 164811"/>
              <a:gd name="connsiteX4" fmla="*/ 0 w 664857"/>
              <a:gd name="connsiteY4" fmla="*/ 24334 h 164811"/>
              <a:gd name="connsiteX0" fmla="*/ 664857 w 664857"/>
              <a:gd name="connsiteY0" fmla="*/ 165978 h 165978"/>
              <a:gd name="connsiteX1" fmla="*/ 512956 w 664857"/>
              <a:gd name="connsiteY1" fmla="*/ 68306 h 165978"/>
              <a:gd name="connsiteX2" fmla="*/ 380694 w 664857"/>
              <a:gd name="connsiteY2" fmla="*/ 10346 h 165978"/>
              <a:gd name="connsiteX3" fmla="*/ 155399 w 664857"/>
              <a:gd name="connsiteY3" fmla="*/ 1264 h 165978"/>
              <a:gd name="connsiteX4" fmla="*/ 0 w 664857"/>
              <a:gd name="connsiteY4" fmla="*/ 25501 h 165978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4881 h 164881"/>
              <a:gd name="connsiteX1" fmla="*/ 579556 w 678177"/>
              <a:gd name="connsiteY1" fmla="*/ 51785 h 164881"/>
              <a:gd name="connsiteX2" fmla="*/ 394014 w 678177"/>
              <a:gd name="connsiteY2" fmla="*/ 9249 h 164881"/>
              <a:gd name="connsiteX3" fmla="*/ 168719 w 678177"/>
              <a:gd name="connsiteY3" fmla="*/ 167 h 164881"/>
              <a:gd name="connsiteX4" fmla="*/ 0 w 678177"/>
              <a:gd name="connsiteY4" fmla="*/ 13387 h 16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177" h="164881">
                <a:moveTo>
                  <a:pt x="678177" y="164881"/>
                </a:moveTo>
                <a:cubicBezTo>
                  <a:pt x="650299" y="90540"/>
                  <a:pt x="626916" y="77724"/>
                  <a:pt x="579556" y="51785"/>
                </a:cubicBezTo>
                <a:cubicBezTo>
                  <a:pt x="532196" y="25846"/>
                  <a:pt x="462487" y="17852"/>
                  <a:pt x="394014" y="9249"/>
                </a:cubicBezTo>
                <a:cubicBezTo>
                  <a:pt x="325541" y="646"/>
                  <a:pt x="234388" y="-523"/>
                  <a:pt x="168719" y="167"/>
                </a:cubicBezTo>
                <a:cubicBezTo>
                  <a:pt x="103050" y="857"/>
                  <a:pt x="31080" y="3839"/>
                  <a:pt x="0" y="1338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A666674-6751-4131-8216-5645DF0EA75E}"/>
              </a:ext>
            </a:extLst>
          </p:cNvPr>
          <p:cNvSpPr txBox="1"/>
          <p:nvPr/>
        </p:nvSpPr>
        <p:spPr>
          <a:xfrm>
            <a:off x="7905301" y="4385795"/>
            <a:ext cx="361836" cy="23083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45720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  <a:r>
              <a:rPr lang="en-US" sz="1200" baseline="-25000" dirty="0">
                <a:solidFill>
                  <a:schemeClr val="tx1"/>
                </a:solidFill>
              </a:rPr>
              <a:t>2</a:t>
            </a:r>
            <a:r>
              <a:rPr lang="en-US" sz="12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923399-4591-494F-9BC7-859C7C3506EA}"/>
              </a:ext>
            </a:extLst>
          </p:cNvPr>
          <p:cNvSpPr/>
          <p:nvPr/>
        </p:nvSpPr>
        <p:spPr>
          <a:xfrm>
            <a:off x="7702584" y="5285954"/>
            <a:ext cx="466006" cy="1068066"/>
          </a:xfrm>
          <a:custGeom>
            <a:avLst/>
            <a:gdLst>
              <a:gd name="connsiteX0" fmla="*/ 466006 w 466006"/>
              <a:gd name="connsiteY0" fmla="*/ 0 h 1068066"/>
              <a:gd name="connsiteX1" fmla="*/ 228262 w 466006"/>
              <a:gd name="connsiteY1" fmla="*/ 182880 h 1068066"/>
              <a:gd name="connsiteX2" fmla="*/ 27094 w 466006"/>
              <a:gd name="connsiteY2" fmla="*/ 941832 h 1068066"/>
              <a:gd name="connsiteX3" fmla="*/ 8806 w 466006"/>
              <a:gd name="connsiteY3" fmla="*/ 1060704 h 1068066"/>
              <a:gd name="connsiteX4" fmla="*/ 91102 w 466006"/>
              <a:gd name="connsiteY4" fmla="*/ 868680 h 1068066"/>
              <a:gd name="connsiteX5" fmla="*/ 264838 w 466006"/>
              <a:gd name="connsiteY5" fmla="*/ 219456 h 1068066"/>
              <a:gd name="connsiteX6" fmla="*/ 411142 w 466006"/>
              <a:gd name="connsiteY6" fmla="*/ 109728 h 1068066"/>
              <a:gd name="connsiteX7" fmla="*/ 456862 w 466006"/>
              <a:gd name="connsiteY7" fmla="*/ 64008 h 1068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006" h="1068066">
                <a:moveTo>
                  <a:pt x="466006" y="0"/>
                </a:moveTo>
                <a:cubicBezTo>
                  <a:pt x="383710" y="12954"/>
                  <a:pt x="301414" y="25908"/>
                  <a:pt x="228262" y="182880"/>
                </a:cubicBezTo>
                <a:cubicBezTo>
                  <a:pt x="155110" y="339852"/>
                  <a:pt x="63670" y="795528"/>
                  <a:pt x="27094" y="941832"/>
                </a:cubicBezTo>
                <a:cubicBezTo>
                  <a:pt x="-9482" y="1088136"/>
                  <a:pt x="-1862" y="1072896"/>
                  <a:pt x="8806" y="1060704"/>
                </a:cubicBezTo>
                <a:cubicBezTo>
                  <a:pt x="19474" y="1048512"/>
                  <a:pt x="48430" y="1008888"/>
                  <a:pt x="91102" y="868680"/>
                </a:cubicBezTo>
                <a:cubicBezTo>
                  <a:pt x="133774" y="728472"/>
                  <a:pt x="211498" y="345948"/>
                  <a:pt x="264838" y="219456"/>
                </a:cubicBezTo>
                <a:cubicBezTo>
                  <a:pt x="318178" y="92964"/>
                  <a:pt x="379138" y="135636"/>
                  <a:pt x="411142" y="109728"/>
                </a:cubicBezTo>
                <a:cubicBezTo>
                  <a:pt x="443146" y="83820"/>
                  <a:pt x="450004" y="73914"/>
                  <a:pt x="456862" y="64008"/>
                </a:cubicBezTo>
              </a:path>
            </a:pathLst>
          </a:custGeom>
          <a:solidFill>
            <a:srgbClr val="F4B183"/>
          </a:solidFill>
          <a:ln>
            <a:solidFill>
              <a:srgbClr val="C55A1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7CBD690-A738-4969-A2F0-33AD56BEFC89}"/>
              </a:ext>
            </a:extLst>
          </p:cNvPr>
          <p:cNvSpPr/>
          <p:nvPr/>
        </p:nvSpPr>
        <p:spPr>
          <a:xfrm>
            <a:off x="7107662" y="6063065"/>
            <a:ext cx="887232" cy="581910"/>
          </a:xfrm>
          <a:custGeom>
            <a:avLst/>
            <a:gdLst>
              <a:gd name="connsiteX0" fmla="*/ 93405 w 956318"/>
              <a:gd name="connsiteY0" fmla="*/ 24809 h 584889"/>
              <a:gd name="connsiteX1" fmla="*/ 687765 w 956318"/>
              <a:gd name="connsiteY1" fmla="*/ 24809 h 584889"/>
              <a:gd name="connsiteX2" fmla="*/ 952941 w 956318"/>
              <a:gd name="connsiteY2" fmla="*/ 116249 h 584889"/>
              <a:gd name="connsiteX3" fmla="*/ 815781 w 956318"/>
              <a:gd name="connsiteY3" fmla="*/ 418001 h 584889"/>
              <a:gd name="connsiteX4" fmla="*/ 504885 w 956318"/>
              <a:gd name="connsiteY4" fmla="*/ 582593 h 584889"/>
              <a:gd name="connsiteX5" fmla="*/ 248853 w 956318"/>
              <a:gd name="connsiteY5" fmla="*/ 500297 h 584889"/>
              <a:gd name="connsiteX6" fmla="*/ 20253 w 956318"/>
              <a:gd name="connsiteY6" fmla="*/ 308273 h 584889"/>
              <a:gd name="connsiteX7" fmla="*/ 93405 w 956318"/>
              <a:gd name="connsiteY7" fmla="*/ 24809 h 584889"/>
              <a:gd name="connsiteX0" fmla="*/ 116690 w 943027"/>
              <a:gd name="connsiteY0" fmla="*/ 56225 h 561441"/>
              <a:gd name="connsiteX1" fmla="*/ 674474 w 943027"/>
              <a:gd name="connsiteY1" fmla="*/ 1361 h 561441"/>
              <a:gd name="connsiteX2" fmla="*/ 939650 w 943027"/>
              <a:gd name="connsiteY2" fmla="*/ 92801 h 561441"/>
              <a:gd name="connsiteX3" fmla="*/ 802490 w 943027"/>
              <a:gd name="connsiteY3" fmla="*/ 394553 h 561441"/>
              <a:gd name="connsiteX4" fmla="*/ 491594 w 943027"/>
              <a:gd name="connsiteY4" fmla="*/ 559145 h 561441"/>
              <a:gd name="connsiteX5" fmla="*/ 235562 w 943027"/>
              <a:gd name="connsiteY5" fmla="*/ 476849 h 561441"/>
              <a:gd name="connsiteX6" fmla="*/ 6962 w 943027"/>
              <a:gd name="connsiteY6" fmla="*/ 284825 h 561441"/>
              <a:gd name="connsiteX7" fmla="*/ 116690 w 943027"/>
              <a:gd name="connsiteY7" fmla="*/ 56225 h 561441"/>
              <a:gd name="connsiteX0" fmla="*/ 116184 w 943755"/>
              <a:gd name="connsiteY0" fmla="*/ 56225 h 561441"/>
              <a:gd name="connsiteX1" fmla="*/ 646536 w 943755"/>
              <a:gd name="connsiteY1" fmla="*/ 1361 h 561441"/>
              <a:gd name="connsiteX2" fmla="*/ 939144 w 943755"/>
              <a:gd name="connsiteY2" fmla="*/ 92801 h 561441"/>
              <a:gd name="connsiteX3" fmla="*/ 801984 w 943755"/>
              <a:gd name="connsiteY3" fmla="*/ 394553 h 561441"/>
              <a:gd name="connsiteX4" fmla="*/ 491088 w 943755"/>
              <a:gd name="connsiteY4" fmla="*/ 559145 h 561441"/>
              <a:gd name="connsiteX5" fmla="*/ 235056 w 943755"/>
              <a:gd name="connsiteY5" fmla="*/ 476849 h 561441"/>
              <a:gd name="connsiteX6" fmla="*/ 6456 w 943755"/>
              <a:gd name="connsiteY6" fmla="*/ 284825 h 561441"/>
              <a:gd name="connsiteX7" fmla="*/ 116184 w 943755"/>
              <a:gd name="connsiteY7" fmla="*/ 56225 h 561441"/>
              <a:gd name="connsiteX0" fmla="*/ 116184 w 917493"/>
              <a:gd name="connsiteY0" fmla="*/ 60760 h 565976"/>
              <a:gd name="connsiteX1" fmla="*/ 646536 w 917493"/>
              <a:gd name="connsiteY1" fmla="*/ 5896 h 565976"/>
              <a:gd name="connsiteX2" fmla="*/ 911712 w 917493"/>
              <a:gd name="connsiteY2" fmla="*/ 170488 h 565976"/>
              <a:gd name="connsiteX3" fmla="*/ 801984 w 917493"/>
              <a:gd name="connsiteY3" fmla="*/ 399088 h 565976"/>
              <a:gd name="connsiteX4" fmla="*/ 491088 w 917493"/>
              <a:gd name="connsiteY4" fmla="*/ 563680 h 565976"/>
              <a:gd name="connsiteX5" fmla="*/ 235056 w 917493"/>
              <a:gd name="connsiteY5" fmla="*/ 481384 h 565976"/>
              <a:gd name="connsiteX6" fmla="*/ 6456 w 917493"/>
              <a:gd name="connsiteY6" fmla="*/ 289360 h 565976"/>
              <a:gd name="connsiteX7" fmla="*/ 116184 w 917493"/>
              <a:gd name="connsiteY7" fmla="*/ 60760 h 565976"/>
              <a:gd name="connsiteX0" fmla="*/ 100139 w 901448"/>
              <a:gd name="connsiteY0" fmla="*/ 59992 h 565208"/>
              <a:gd name="connsiteX1" fmla="*/ 630491 w 901448"/>
              <a:gd name="connsiteY1" fmla="*/ 5128 h 565208"/>
              <a:gd name="connsiteX2" fmla="*/ 895667 w 901448"/>
              <a:gd name="connsiteY2" fmla="*/ 169720 h 565208"/>
              <a:gd name="connsiteX3" fmla="*/ 785939 w 901448"/>
              <a:gd name="connsiteY3" fmla="*/ 398320 h 565208"/>
              <a:gd name="connsiteX4" fmla="*/ 475043 w 901448"/>
              <a:gd name="connsiteY4" fmla="*/ 562912 h 565208"/>
              <a:gd name="connsiteX5" fmla="*/ 219011 w 901448"/>
              <a:gd name="connsiteY5" fmla="*/ 480616 h 565208"/>
              <a:gd name="connsiteX6" fmla="*/ 8699 w 901448"/>
              <a:gd name="connsiteY6" fmla="*/ 242872 h 565208"/>
              <a:gd name="connsiteX7" fmla="*/ 100139 w 901448"/>
              <a:gd name="connsiteY7" fmla="*/ 59992 h 565208"/>
              <a:gd name="connsiteX0" fmla="*/ 100139 w 901448"/>
              <a:gd name="connsiteY0" fmla="*/ 59992 h 565208"/>
              <a:gd name="connsiteX1" fmla="*/ 630491 w 901448"/>
              <a:gd name="connsiteY1" fmla="*/ 5128 h 565208"/>
              <a:gd name="connsiteX2" fmla="*/ 895667 w 901448"/>
              <a:gd name="connsiteY2" fmla="*/ 169720 h 565208"/>
              <a:gd name="connsiteX3" fmla="*/ 785939 w 901448"/>
              <a:gd name="connsiteY3" fmla="*/ 398320 h 565208"/>
              <a:gd name="connsiteX4" fmla="*/ 475043 w 901448"/>
              <a:gd name="connsiteY4" fmla="*/ 562912 h 565208"/>
              <a:gd name="connsiteX5" fmla="*/ 219011 w 901448"/>
              <a:gd name="connsiteY5" fmla="*/ 480616 h 565208"/>
              <a:gd name="connsiteX6" fmla="*/ 8699 w 901448"/>
              <a:gd name="connsiteY6" fmla="*/ 242872 h 565208"/>
              <a:gd name="connsiteX7" fmla="*/ 100139 w 901448"/>
              <a:gd name="connsiteY7" fmla="*/ 59992 h 565208"/>
              <a:gd name="connsiteX0" fmla="*/ 247087 w 892948"/>
              <a:gd name="connsiteY0" fmla="*/ 29176 h 580112"/>
              <a:gd name="connsiteX1" fmla="*/ 621991 w 892948"/>
              <a:gd name="connsiteY1" fmla="*/ 20032 h 580112"/>
              <a:gd name="connsiteX2" fmla="*/ 887167 w 892948"/>
              <a:gd name="connsiteY2" fmla="*/ 184624 h 580112"/>
              <a:gd name="connsiteX3" fmla="*/ 777439 w 892948"/>
              <a:gd name="connsiteY3" fmla="*/ 413224 h 580112"/>
              <a:gd name="connsiteX4" fmla="*/ 466543 w 892948"/>
              <a:gd name="connsiteY4" fmla="*/ 577816 h 580112"/>
              <a:gd name="connsiteX5" fmla="*/ 210511 w 892948"/>
              <a:gd name="connsiteY5" fmla="*/ 495520 h 580112"/>
              <a:gd name="connsiteX6" fmla="*/ 199 w 892948"/>
              <a:gd name="connsiteY6" fmla="*/ 257776 h 580112"/>
              <a:gd name="connsiteX7" fmla="*/ 247087 w 892948"/>
              <a:gd name="connsiteY7" fmla="*/ 29176 h 580112"/>
              <a:gd name="connsiteX0" fmla="*/ 247087 w 889727"/>
              <a:gd name="connsiteY0" fmla="*/ 34931 h 585867"/>
              <a:gd name="connsiteX1" fmla="*/ 685999 w 889727"/>
              <a:gd name="connsiteY1" fmla="*/ 16643 h 585867"/>
              <a:gd name="connsiteX2" fmla="*/ 887167 w 889727"/>
              <a:gd name="connsiteY2" fmla="*/ 190379 h 585867"/>
              <a:gd name="connsiteX3" fmla="*/ 777439 w 889727"/>
              <a:gd name="connsiteY3" fmla="*/ 418979 h 585867"/>
              <a:gd name="connsiteX4" fmla="*/ 466543 w 889727"/>
              <a:gd name="connsiteY4" fmla="*/ 583571 h 585867"/>
              <a:gd name="connsiteX5" fmla="*/ 210511 w 889727"/>
              <a:gd name="connsiteY5" fmla="*/ 501275 h 585867"/>
              <a:gd name="connsiteX6" fmla="*/ 199 w 889727"/>
              <a:gd name="connsiteY6" fmla="*/ 263531 h 585867"/>
              <a:gd name="connsiteX7" fmla="*/ 247087 w 889727"/>
              <a:gd name="connsiteY7" fmla="*/ 34931 h 585867"/>
              <a:gd name="connsiteX0" fmla="*/ 201188 w 889548"/>
              <a:gd name="connsiteY0" fmla="*/ 34931 h 585867"/>
              <a:gd name="connsiteX1" fmla="*/ 685820 w 889548"/>
              <a:gd name="connsiteY1" fmla="*/ 16643 h 585867"/>
              <a:gd name="connsiteX2" fmla="*/ 886988 w 889548"/>
              <a:gd name="connsiteY2" fmla="*/ 190379 h 585867"/>
              <a:gd name="connsiteX3" fmla="*/ 777260 w 889548"/>
              <a:gd name="connsiteY3" fmla="*/ 418979 h 585867"/>
              <a:gd name="connsiteX4" fmla="*/ 466364 w 889548"/>
              <a:gd name="connsiteY4" fmla="*/ 583571 h 585867"/>
              <a:gd name="connsiteX5" fmla="*/ 210332 w 889548"/>
              <a:gd name="connsiteY5" fmla="*/ 501275 h 585867"/>
              <a:gd name="connsiteX6" fmla="*/ 20 w 889548"/>
              <a:gd name="connsiteY6" fmla="*/ 263531 h 585867"/>
              <a:gd name="connsiteX7" fmla="*/ 201188 w 889548"/>
              <a:gd name="connsiteY7" fmla="*/ 34931 h 585867"/>
              <a:gd name="connsiteX0" fmla="*/ 201188 w 889548"/>
              <a:gd name="connsiteY0" fmla="*/ 32732 h 583668"/>
              <a:gd name="connsiteX1" fmla="*/ 685820 w 889548"/>
              <a:gd name="connsiteY1" fmla="*/ 14444 h 583668"/>
              <a:gd name="connsiteX2" fmla="*/ 886988 w 889548"/>
              <a:gd name="connsiteY2" fmla="*/ 188180 h 583668"/>
              <a:gd name="connsiteX3" fmla="*/ 777260 w 889548"/>
              <a:gd name="connsiteY3" fmla="*/ 416780 h 583668"/>
              <a:gd name="connsiteX4" fmla="*/ 466364 w 889548"/>
              <a:gd name="connsiteY4" fmla="*/ 581372 h 583668"/>
              <a:gd name="connsiteX5" fmla="*/ 210332 w 889548"/>
              <a:gd name="connsiteY5" fmla="*/ 499076 h 583668"/>
              <a:gd name="connsiteX6" fmla="*/ 20 w 889548"/>
              <a:gd name="connsiteY6" fmla="*/ 215612 h 583668"/>
              <a:gd name="connsiteX7" fmla="*/ 201188 w 889548"/>
              <a:gd name="connsiteY7" fmla="*/ 32732 h 583668"/>
              <a:gd name="connsiteX0" fmla="*/ 201188 w 889548"/>
              <a:gd name="connsiteY0" fmla="*/ 32732 h 583668"/>
              <a:gd name="connsiteX1" fmla="*/ 685820 w 889548"/>
              <a:gd name="connsiteY1" fmla="*/ 14444 h 583668"/>
              <a:gd name="connsiteX2" fmla="*/ 886988 w 889548"/>
              <a:gd name="connsiteY2" fmla="*/ 188180 h 583668"/>
              <a:gd name="connsiteX3" fmla="*/ 777260 w 889548"/>
              <a:gd name="connsiteY3" fmla="*/ 416780 h 583668"/>
              <a:gd name="connsiteX4" fmla="*/ 466364 w 889548"/>
              <a:gd name="connsiteY4" fmla="*/ 581372 h 583668"/>
              <a:gd name="connsiteX5" fmla="*/ 210332 w 889548"/>
              <a:gd name="connsiteY5" fmla="*/ 499076 h 583668"/>
              <a:gd name="connsiteX6" fmla="*/ 20 w 889548"/>
              <a:gd name="connsiteY6" fmla="*/ 215612 h 583668"/>
              <a:gd name="connsiteX7" fmla="*/ 201188 w 889548"/>
              <a:gd name="connsiteY7" fmla="*/ 32732 h 583668"/>
              <a:gd name="connsiteX0" fmla="*/ 201168 w 889528"/>
              <a:gd name="connsiteY0" fmla="*/ 32732 h 581437"/>
              <a:gd name="connsiteX1" fmla="*/ 685800 w 889528"/>
              <a:gd name="connsiteY1" fmla="*/ 14444 h 581437"/>
              <a:gd name="connsiteX2" fmla="*/ 886968 w 889528"/>
              <a:gd name="connsiteY2" fmla="*/ 188180 h 581437"/>
              <a:gd name="connsiteX3" fmla="*/ 777240 w 889528"/>
              <a:gd name="connsiteY3" fmla="*/ 416780 h 581437"/>
              <a:gd name="connsiteX4" fmla="*/ 466344 w 889528"/>
              <a:gd name="connsiteY4" fmla="*/ 581372 h 581437"/>
              <a:gd name="connsiteX5" fmla="*/ 201168 w 889528"/>
              <a:gd name="connsiteY5" fmla="*/ 435068 h 581437"/>
              <a:gd name="connsiteX6" fmla="*/ 0 w 889528"/>
              <a:gd name="connsiteY6" fmla="*/ 215612 h 581437"/>
              <a:gd name="connsiteX7" fmla="*/ 201168 w 889528"/>
              <a:gd name="connsiteY7" fmla="*/ 32732 h 581437"/>
              <a:gd name="connsiteX0" fmla="*/ 201168 w 887232"/>
              <a:gd name="connsiteY0" fmla="*/ 32732 h 581910"/>
              <a:gd name="connsiteX1" fmla="*/ 685800 w 887232"/>
              <a:gd name="connsiteY1" fmla="*/ 14444 h 581910"/>
              <a:gd name="connsiteX2" fmla="*/ 886968 w 887232"/>
              <a:gd name="connsiteY2" fmla="*/ 188180 h 581910"/>
              <a:gd name="connsiteX3" fmla="*/ 722376 w 887232"/>
              <a:gd name="connsiteY3" fmla="*/ 380204 h 581910"/>
              <a:gd name="connsiteX4" fmla="*/ 466344 w 887232"/>
              <a:gd name="connsiteY4" fmla="*/ 581372 h 581910"/>
              <a:gd name="connsiteX5" fmla="*/ 201168 w 887232"/>
              <a:gd name="connsiteY5" fmla="*/ 435068 h 581910"/>
              <a:gd name="connsiteX6" fmla="*/ 0 w 887232"/>
              <a:gd name="connsiteY6" fmla="*/ 215612 h 581910"/>
              <a:gd name="connsiteX7" fmla="*/ 201168 w 887232"/>
              <a:gd name="connsiteY7" fmla="*/ 32732 h 58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7232" h="581910">
                <a:moveTo>
                  <a:pt x="201168" y="32732"/>
                </a:moveTo>
                <a:cubicBezTo>
                  <a:pt x="315468" y="-796"/>
                  <a:pt x="571500" y="-11464"/>
                  <a:pt x="685800" y="14444"/>
                </a:cubicBezTo>
                <a:cubicBezTo>
                  <a:pt x="800100" y="40352"/>
                  <a:pt x="880872" y="127220"/>
                  <a:pt x="886968" y="188180"/>
                </a:cubicBezTo>
                <a:cubicBezTo>
                  <a:pt x="893064" y="249140"/>
                  <a:pt x="792480" y="314672"/>
                  <a:pt x="722376" y="380204"/>
                </a:cubicBezTo>
                <a:cubicBezTo>
                  <a:pt x="652272" y="445736"/>
                  <a:pt x="553212" y="572228"/>
                  <a:pt x="466344" y="581372"/>
                </a:cubicBezTo>
                <a:cubicBezTo>
                  <a:pt x="379476" y="590516"/>
                  <a:pt x="281940" y="480788"/>
                  <a:pt x="201168" y="435068"/>
                </a:cubicBezTo>
                <a:cubicBezTo>
                  <a:pt x="120396" y="389348"/>
                  <a:pt x="0" y="282668"/>
                  <a:pt x="0" y="215612"/>
                </a:cubicBezTo>
                <a:cubicBezTo>
                  <a:pt x="0" y="148556"/>
                  <a:pt x="86868" y="66260"/>
                  <a:pt x="201168" y="32732"/>
                </a:cubicBez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EA5FD-1905-484A-8CF7-0EC6CE3C5ED4}"/>
              </a:ext>
            </a:extLst>
          </p:cNvPr>
          <p:cNvSpPr txBox="1"/>
          <p:nvPr/>
        </p:nvSpPr>
        <p:spPr>
          <a:xfrm>
            <a:off x="7912203" y="6268100"/>
            <a:ext cx="1076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Urine </a:t>
            </a:r>
            <a:r>
              <a:rPr lang="en-US" sz="1200" dirty="0" err="1"/>
              <a:t>Osm</a:t>
            </a:r>
            <a:r>
              <a:rPr lang="en-US" sz="1200" dirty="0"/>
              <a:t> ↑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9010A-AA1A-4A0F-8ABC-52B09D3420B5}"/>
              </a:ext>
            </a:extLst>
          </p:cNvPr>
          <p:cNvSpPr txBox="1"/>
          <p:nvPr/>
        </p:nvSpPr>
        <p:spPr>
          <a:xfrm>
            <a:off x="3742305" y="2942995"/>
            <a:ext cx="556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OFF</a:t>
            </a:r>
          </a:p>
        </p:txBody>
      </p:sp>
      <p:sp>
        <p:nvSpPr>
          <p:cNvPr id="104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01616721-74EB-4180-A743-FC14FB161A69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30" name="Graphic 129" descr="Cursor">
            <a:extLst>
              <a:ext uri="{FF2B5EF4-FFF2-40B4-BE49-F238E27FC236}">
                <a16:creationId xmlns:a16="http://schemas.microsoft.com/office/drawing/2014/main" id="{47189D3B-1017-4FF4-A98A-623217848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131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98489799-002F-442F-8D60-A18922CC6B98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Step 2: </a:t>
            </a:r>
            <a:r>
              <a:rPr lang="en-US" sz="1600" b="1" dirty="0" err="1">
                <a:solidFill>
                  <a:schemeClr val="bg1"/>
                </a:solidFill>
              </a:rPr>
              <a:t>U</a:t>
            </a:r>
            <a:r>
              <a:rPr lang="en-US" sz="1600" b="1" baseline="-25000" dirty="0" err="1">
                <a:solidFill>
                  <a:schemeClr val="bg1"/>
                </a:solidFill>
              </a:rPr>
              <a:t>Osm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33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AAD7E891-0CEB-45A1-8C92-236606918199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34" name="Graphic 133" descr="Cursor">
            <a:extLst>
              <a:ext uri="{FF2B5EF4-FFF2-40B4-BE49-F238E27FC236}">
                <a16:creationId xmlns:a16="http://schemas.microsoft.com/office/drawing/2014/main" id="{15DADF63-DCF5-4BA6-83CE-68BF0AFB6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135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DA8A7103-8738-4C1D-A393-ED297F0D665F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36" name="Graphic 135" descr="Cursor">
            <a:extLst>
              <a:ext uri="{FF2B5EF4-FFF2-40B4-BE49-F238E27FC236}">
                <a16:creationId xmlns:a16="http://schemas.microsoft.com/office/drawing/2014/main" id="{3E59023B-E558-4150-A8DC-882F53664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  <p:pic>
        <p:nvPicPr>
          <p:cNvPr id="139" name="Graphic 138" descr="Cursor">
            <a:extLst>
              <a:ext uri="{FF2B5EF4-FFF2-40B4-BE49-F238E27FC236}">
                <a16:creationId xmlns:a16="http://schemas.microsoft.com/office/drawing/2014/main" id="{4FCEDF9B-7D40-4530-94DC-FA3465A8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6970" y="2799022"/>
            <a:ext cx="247550" cy="247550"/>
          </a:xfrm>
          <a:prstGeom prst="rect">
            <a:avLst/>
          </a:prstGeom>
        </p:spPr>
      </p:pic>
      <p:pic>
        <p:nvPicPr>
          <p:cNvPr id="143" name="Graphic 142" descr="Cursor">
            <a:extLst>
              <a:ext uri="{FF2B5EF4-FFF2-40B4-BE49-F238E27FC236}">
                <a16:creationId xmlns:a16="http://schemas.microsoft.com/office/drawing/2014/main" id="{C4FC1C5B-F059-4B74-8319-446DA6565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702" y="3792551"/>
            <a:ext cx="247550" cy="247550"/>
          </a:xfrm>
          <a:prstGeom prst="rect">
            <a:avLst/>
          </a:prstGeom>
        </p:spPr>
      </p:pic>
      <p:sp>
        <p:nvSpPr>
          <p:cNvPr id="144" name="High Serum Osm category">
            <a:extLst>
              <a:ext uri="{FF2B5EF4-FFF2-40B4-BE49-F238E27FC236}">
                <a16:creationId xmlns:a16="http://schemas.microsoft.com/office/drawing/2014/main" id="{7CF17DA4-5393-41E6-9D7B-89C8AFB3DA0F}"/>
              </a:ext>
            </a:extLst>
          </p:cNvPr>
          <p:cNvSpPr txBox="1"/>
          <p:nvPr/>
        </p:nvSpPr>
        <p:spPr>
          <a:xfrm>
            <a:off x="9445579" y="2277860"/>
            <a:ext cx="2201985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When ADH is off, urine is dilute (↓ urine </a:t>
            </a:r>
            <a:r>
              <a:rPr lang="en-US" sz="1400" dirty="0" err="1">
                <a:solidFill>
                  <a:srgbClr val="000000"/>
                </a:solidFill>
              </a:rPr>
              <a:t>Osm</a:t>
            </a:r>
            <a:r>
              <a:rPr lang="en-US" sz="1400" dirty="0">
                <a:solidFill>
                  <a:srgbClr val="000000"/>
                </a:solidFill>
              </a:rPr>
              <a:t>). The only low ADH states causing hyponatremia are low solute or excess water.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146" name="High Serum Osm category">
            <a:extLst>
              <a:ext uri="{FF2B5EF4-FFF2-40B4-BE49-F238E27FC236}">
                <a16:creationId xmlns:a16="http://schemas.microsoft.com/office/drawing/2014/main" id="{FC15EDE1-081F-437E-965B-5A3F45E3D5F0}"/>
              </a:ext>
            </a:extLst>
          </p:cNvPr>
          <p:cNvSpPr txBox="1"/>
          <p:nvPr/>
        </p:nvSpPr>
        <p:spPr>
          <a:xfrm>
            <a:off x="1998637" y="4109433"/>
            <a:ext cx="2962682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Most cases of hypo-osmolar hyponatremia result in high ADH state. The next differentiating question in these cases is what the trigger for ADH secretion and whether ADH secretion is appropriate or not.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0705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</p:childTnLst>
        </p:cTn>
      </p:par>
    </p:tnLst>
    <p:bldLst>
      <p:bldP spid="140" grpId="0" animBg="1"/>
      <p:bldP spid="176" grpId="0"/>
      <p:bldP spid="5" grpId="0"/>
      <p:bldP spid="144" grpId="1" animBg="1"/>
      <p:bldP spid="1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D3435679-5741-42D4-A30D-99DD0DDC8D2A}"/>
              </a:ext>
            </a:extLst>
          </p:cNvPr>
          <p:cNvSpPr/>
          <p:nvPr/>
        </p:nvSpPr>
        <p:spPr>
          <a:xfrm>
            <a:off x="7701134" y="5452781"/>
            <a:ext cx="623256" cy="1006131"/>
          </a:xfrm>
          <a:custGeom>
            <a:avLst/>
            <a:gdLst>
              <a:gd name="connsiteX0" fmla="*/ 606960 w 685019"/>
              <a:gd name="connsiteY0" fmla="*/ 0 h 959171"/>
              <a:gd name="connsiteX1" fmla="*/ 105156 w 685019"/>
              <a:gd name="connsiteY1" fmla="*/ 278780 h 959171"/>
              <a:gd name="connsiteX2" fmla="*/ 49400 w 685019"/>
              <a:gd name="connsiteY2" fmla="*/ 847492 h 959171"/>
              <a:gd name="connsiteX3" fmla="*/ 685019 w 685019"/>
              <a:gd name="connsiteY3" fmla="*/ 959004 h 959171"/>
              <a:gd name="connsiteX0" fmla="*/ 603001 w 681060"/>
              <a:gd name="connsiteY0" fmla="*/ 0 h 959035"/>
              <a:gd name="connsiteX1" fmla="*/ 112348 w 681060"/>
              <a:gd name="connsiteY1" fmla="*/ 401443 h 959035"/>
              <a:gd name="connsiteX2" fmla="*/ 45441 w 681060"/>
              <a:gd name="connsiteY2" fmla="*/ 847492 h 959035"/>
              <a:gd name="connsiteX3" fmla="*/ 681060 w 681060"/>
              <a:gd name="connsiteY3" fmla="*/ 959004 h 959035"/>
              <a:gd name="connsiteX0" fmla="*/ 522118 w 600177"/>
              <a:gd name="connsiteY0" fmla="*/ 0 h 978050"/>
              <a:gd name="connsiteX1" fmla="*/ 31465 w 600177"/>
              <a:gd name="connsiteY1" fmla="*/ 401443 h 978050"/>
              <a:gd name="connsiteX2" fmla="*/ 109523 w 600177"/>
              <a:gd name="connsiteY2" fmla="*/ 925551 h 978050"/>
              <a:gd name="connsiteX3" fmla="*/ 600177 w 600177"/>
              <a:gd name="connsiteY3" fmla="*/ 959004 h 978050"/>
              <a:gd name="connsiteX0" fmla="*/ 522895 w 623256"/>
              <a:gd name="connsiteY0" fmla="*/ 0 h 1006131"/>
              <a:gd name="connsiteX1" fmla="*/ 32242 w 623256"/>
              <a:gd name="connsiteY1" fmla="*/ 401443 h 1006131"/>
              <a:gd name="connsiteX2" fmla="*/ 110300 w 623256"/>
              <a:gd name="connsiteY2" fmla="*/ 925551 h 1006131"/>
              <a:gd name="connsiteX3" fmla="*/ 623256 w 623256"/>
              <a:gd name="connsiteY3" fmla="*/ 1003609 h 100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3256" h="1006131">
                <a:moveTo>
                  <a:pt x="522895" y="0"/>
                </a:moveTo>
                <a:cubicBezTo>
                  <a:pt x="318456" y="68765"/>
                  <a:pt x="101008" y="247185"/>
                  <a:pt x="32242" y="401443"/>
                </a:cubicBezTo>
                <a:cubicBezTo>
                  <a:pt x="-36524" y="555702"/>
                  <a:pt x="11798" y="825190"/>
                  <a:pt x="110300" y="925551"/>
                </a:cubicBezTo>
                <a:cubicBezTo>
                  <a:pt x="208802" y="1025912"/>
                  <a:pt x="353768" y="1004538"/>
                  <a:pt x="623256" y="1003609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tifact">
            <a:extLst>
              <a:ext uri="{FF2B5EF4-FFF2-40B4-BE49-F238E27FC236}">
                <a16:creationId xmlns:a16="http://schemas.microsoft.com/office/drawing/2014/main" id="{1A6DBE2A-8287-475D-BCC3-4A8BD74501E0}"/>
              </a:ext>
            </a:extLst>
          </p:cNvPr>
          <p:cNvSpPr txBox="1"/>
          <p:nvPr/>
        </p:nvSpPr>
        <p:spPr>
          <a:xfrm>
            <a:off x="5042725" y="75883"/>
            <a:ext cx="943196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Artifact</a:t>
            </a:r>
          </a:p>
        </p:txBody>
      </p:sp>
      <p:sp>
        <p:nvSpPr>
          <p:cNvPr id="88" name="Active Osm">
            <a:extLst>
              <a:ext uri="{FF2B5EF4-FFF2-40B4-BE49-F238E27FC236}">
                <a16:creationId xmlns:a16="http://schemas.microsoft.com/office/drawing/2014/main" id="{993BC85F-C46C-421F-B7A8-336AA771F226}"/>
              </a:ext>
            </a:extLst>
          </p:cNvPr>
          <p:cNvSpPr txBox="1"/>
          <p:nvPr/>
        </p:nvSpPr>
        <p:spPr>
          <a:xfrm>
            <a:off x="6774150" y="75884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89" name="Inactive Osm">
            <a:extLst>
              <a:ext uri="{FF2B5EF4-FFF2-40B4-BE49-F238E27FC236}">
                <a16:creationId xmlns:a16="http://schemas.microsoft.com/office/drawing/2014/main" id="{0799C0E6-057E-4896-A351-7738BEAF2F2F}"/>
              </a:ext>
            </a:extLst>
          </p:cNvPr>
          <p:cNvSpPr txBox="1"/>
          <p:nvPr/>
        </p:nvSpPr>
        <p:spPr>
          <a:xfrm>
            <a:off x="8564556" y="78266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Inactive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A97487-939F-4ABF-8165-7A80322AD19E}"/>
              </a:ext>
            </a:extLst>
          </p:cNvPr>
          <p:cNvSpPr txBox="1"/>
          <p:nvPr/>
        </p:nvSpPr>
        <p:spPr>
          <a:xfrm>
            <a:off x="3189530" y="333628"/>
            <a:ext cx="56375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Na</a:t>
            </a:r>
            <a:r>
              <a:rPr lang="en-US" baseline="30000"/>
              <a:t>+</a:t>
            </a:r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C60921-6794-42E3-88DC-904920D390F2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 flipH="1">
            <a:off x="3452923" y="702960"/>
            <a:ext cx="18483" cy="12925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3A3118D-24DD-46AC-B311-F96893D8E22E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464286" y="938335"/>
            <a:ext cx="211421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5447D4-7FB6-45D3-B7CE-59DF831ECE0D}"/>
              </a:ext>
            </a:extLst>
          </p:cNvPr>
          <p:cNvSpPr txBox="1"/>
          <p:nvPr/>
        </p:nvSpPr>
        <p:spPr>
          <a:xfrm>
            <a:off x="3675707" y="769938"/>
            <a:ext cx="616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accent5"/>
                </a:solidFill>
              </a:rPr>
              <a:t>&gt;290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3B2028C-30DF-4658-ACBD-EB5027D68D7D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4291742" y="938335"/>
            <a:ext cx="202100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14C4A8-674C-4E93-BD9D-1F97C1B96795}"/>
              </a:ext>
            </a:extLst>
          </p:cNvPr>
          <p:cNvSpPr txBox="1"/>
          <p:nvPr/>
        </p:nvSpPr>
        <p:spPr>
          <a:xfrm>
            <a:off x="3124838" y="1995461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&lt;290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1901A69-A431-48EA-8A1C-395D35C51404}"/>
              </a:ext>
            </a:extLst>
          </p:cNvPr>
          <p:cNvCxnSpPr>
            <a:cxnSpLocks/>
            <a:stCxn id="96" idx="2"/>
            <a:endCxn id="103" idx="0"/>
          </p:cNvCxnSpPr>
          <p:nvPr/>
        </p:nvCxnSpPr>
        <p:spPr>
          <a:xfrm>
            <a:off x="3452923" y="2334015"/>
            <a:ext cx="0" cy="12008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AFC16F-E102-424B-9C7D-C6BF75CC7D1A}"/>
              </a:ext>
            </a:extLst>
          </p:cNvPr>
          <p:cNvCxnSpPr>
            <a:cxnSpLocks/>
            <a:endCxn id="99" idx="1"/>
          </p:cNvCxnSpPr>
          <p:nvPr/>
        </p:nvCxnSpPr>
        <p:spPr>
          <a:xfrm flipV="1">
            <a:off x="3461566" y="2745621"/>
            <a:ext cx="217467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25B25D06-1466-473F-9D33-399368AD8C5F}"/>
              </a:ext>
            </a:extLst>
          </p:cNvPr>
          <p:cNvSpPr txBox="1"/>
          <p:nvPr/>
        </p:nvSpPr>
        <p:spPr>
          <a:xfrm>
            <a:off x="3679032" y="2576344"/>
            <a:ext cx="612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&lt;100</a:t>
            </a:r>
          </a:p>
        </p:txBody>
      </p:sp>
      <p:sp>
        <p:nvSpPr>
          <p:cNvPr id="100" name="Serum osm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51201D-6DA3-4256-8FDA-C2655038E3AE}"/>
              </a:ext>
            </a:extLst>
          </p:cNvPr>
          <p:cNvSpPr txBox="1"/>
          <p:nvPr/>
        </p:nvSpPr>
        <p:spPr>
          <a:xfrm>
            <a:off x="1611317" y="923636"/>
            <a:ext cx="1662934" cy="615553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Serum </a:t>
            </a:r>
            <a:r>
              <a:rPr lang="en-US" b="1" err="1"/>
              <a:t>Osm</a:t>
            </a:r>
            <a:endParaRPr lang="en-US" b="1"/>
          </a:p>
          <a:p>
            <a:pPr algn="ctr"/>
            <a:r>
              <a:rPr lang="en-US" sz="1600" i="1"/>
              <a:t>Is it real?</a:t>
            </a:r>
          </a:p>
        </p:txBody>
      </p:sp>
      <p:sp>
        <p:nvSpPr>
          <p:cNvPr id="101" name="Urine Osm">
            <a:hlinkClick r:id="rId2" action="ppaction://hlinksldjump"/>
            <a:extLst>
              <a:ext uri="{FF2B5EF4-FFF2-40B4-BE49-F238E27FC236}">
                <a16:creationId xmlns:a16="http://schemas.microsoft.com/office/drawing/2014/main" id="{76C56A56-96E6-460A-9C12-76941296F009}"/>
              </a:ext>
            </a:extLst>
          </p:cNvPr>
          <p:cNvSpPr txBox="1"/>
          <p:nvPr/>
        </p:nvSpPr>
        <p:spPr>
          <a:xfrm>
            <a:off x="1606678" y="2595806"/>
            <a:ext cx="1662931" cy="615553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Urine </a:t>
            </a:r>
            <a:r>
              <a:rPr lang="en-US" b="1" err="1"/>
              <a:t>Osm</a:t>
            </a:r>
            <a:endParaRPr lang="en-US" b="1"/>
          </a:p>
          <a:p>
            <a:pPr algn="ctr"/>
            <a:r>
              <a:rPr lang="en-US" sz="1600" i="1"/>
              <a:t>Is ADH on or off?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F6CDFC3-49F2-49BF-9C22-97A43C3200B3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4291742" y="2745621"/>
            <a:ext cx="2094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8A85BD1A-5545-4863-8F94-E6D7CE8723EA}"/>
              </a:ext>
            </a:extLst>
          </p:cNvPr>
          <p:cNvSpPr txBox="1"/>
          <p:nvPr/>
        </p:nvSpPr>
        <p:spPr>
          <a:xfrm>
            <a:off x="3124838" y="3534843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&gt;100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D9E189B-349F-45BC-836E-B62B4EA5B2FF}"/>
              </a:ext>
            </a:extLst>
          </p:cNvPr>
          <p:cNvCxnSpPr>
            <a:cxnSpLocks/>
          </p:cNvCxnSpPr>
          <p:nvPr/>
        </p:nvCxnSpPr>
        <p:spPr>
          <a:xfrm>
            <a:off x="3471406" y="4284747"/>
            <a:ext cx="2043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&lt;24">
            <a:extLst>
              <a:ext uri="{FF2B5EF4-FFF2-40B4-BE49-F238E27FC236}">
                <a16:creationId xmlns:a16="http://schemas.microsoft.com/office/drawing/2014/main" id="{B31B3B41-E796-4D5F-9640-CD95F1916AD8}"/>
              </a:ext>
            </a:extLst>
          </p:cNvPr>
          <p:cNvSpPr txBox="1"/>
          <p:nvPr/>
        </p:nvSpPr>
        <p:spPr>
          <a:xfrm>
            <a:off x="3694189" y="4115470"/>
            <a:ext cx="665477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&lt;25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2E94911-A7E8-4052-8DF2-EF0A5F3E1807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4359666" y="4302756"/>
            <a:ext cx="2551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&gt;40">
            <a:extLst>
              <a:ext uri="{FF2B5EF4-FFF2-40B4-BE49-F238E27FC236}">
                <a16:creationId xmlns:a16="http://schemas.microsoft.com/office/drawing/2014/main" id="{7E5826BA-1A6D-44B8-96E5-98940AF3C579}"/>
              </a:ext>
            </a:extLst>
          </p:cNvPr>
          <p:cNvSpPr txBox="1"/>
          <p:nvPr/>
        </p:nvSpPr>
        <p:spPr>
          <a:xfrm>
            <a:off x="3134080" y="5314186"/>
            <a:ext cx="637686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&gt;40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1B98A2-BB96-4DE4-A39A-BC3E7E8D1F8D}"/>
              </a:ext>
            </a:extLst>
          </p:cNvPr>
          <p:cNvGrpSpPr/>
          <p:nvPr/>
        </p:nvGrpSpPr>
        <p:grpSpPr>
          <a:xfrm>
            <a:off x="4592067" y="1381741"/>
            <a:ext cx="1832152" cy="694757"/>
            <a:chOff x="6763162" y="1987209"/>
            <a:chExt cx="1832152" cy="69475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2BA02E-76F5-4284-9945-FAAD9CD62DC5}"/>
                </a:ext>
              </a:extLst>
            </p:cNvPr>
            <p:cNvSpPr/>
            <p:nvPr/>
          </p:nvSpPr>
          <p:spPr>
            <a:xfrm>
              <a:off x="6775527" y="2224315"/>
              <a:ext cx="977776" cy="2234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EC1A8C-7186-4E31-AD8A-9280C4F22C0F}"/>
                </a:ext>
              </a:extLst>
            </p:cNvPr>
            <p:cNvSpPr/>
            <p:nvPr/>
          </p:nvSpPr>
          <p:spPr>
            <a:xfrm>
              <a:off x="7753304" y="2224315"/>
              <a:ext cx="842010" cy="22340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3" name="Right Brace 112">
              <a:extLst>
                <a:ext uri="{FF2B5EF4-FFF2-40B4-BE49-F238E27FC236}">
                  <a16:creationId xmlns:a16="http://schemas.microsoft.com/office/drawing/2014/main" id="{34264DD3-7FEA-4EBE-A85C-DE40D5289541}"/>
                </a:ext>
              </a:extLst>
            </p:cNvPr>
            <p:cNvSpPr/>
            <p:nvPr/>
          </p:nvSpPr>
          <p:spPr>
            <a:xfrm rot="5400000">
              <a:off x="7195468" y="2099250"/>
              <a:ext cx="137893" cy="9777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ight Brace 113">
              <a:extLst>
                <a:ext uri="{FF2B5EF4-FFF2-40B4-BE49-F238E27FC236}">
                  <a16:creationId xmlns:a16="http://schemas.microsoft.com/office/drawing/2014/main" id="{AC12671C-3C86-4898-BE49-07B661B8728B}"/>
                </a:ext>
              </a:extLst>
            </p:cNvPr>
            <p:cNvSpPr/>
            <p:nvPr/>
          </p:nvSpPr>
          <p:spPr>
            <a:xfrm rot="16200000">
              <a:off x="7626672" y="1204949"/>
              <a:ext cx="92767" cy="181978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4E2FE1F-D6FC-472B-9589-2855FE52719B}"/>
                </a:ext>
              </a:extLst>
            </p:cNvPr>
            <p:cNvSpPr txBox="1"/>
            <p:nvPr/>
          </p:nvSpPr>
          <p:spPr>
            <a:xfrm>
              <a:off x="7286043" y="1987209"/>
              <a:ext cx="79875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/>
                <a:t>Plasma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C424800-A40C-496B-BC30-90D033286D61}"/>
                </a:ext>
              </a:extLst>
            </p:cNvPr>
            <p:cNvSpPr txBox="1"/>
            <p:nvPr/>
          </p:nvSpPr>
          <p:spPr>
            <a:xfrm>
              <a:off x="6878738" y="2497300"/>
              <a:ext cx="74095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WBld</a:t>
              </a:r>
              <a:r>
                <a:rPr lang="en-US" sz="1200"/>
                <a:t>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57BBE-A8D1-4CA2-918C-19EA94AAEE73}"/>
              </a:ext>
            </a:extLst>
          </p:cNvPr>
          <p:cNvGrpSpPr/>
          <p:nvPr/>
        </p:nvGrpSpPr>
        <p:grpSpPr>
          <a:xfrm>
            <a:off x="6939042" y="949813"/>
            <a:ext cx="1227666" cy="1057737"/>
            <a:chOff x="9110134" y="1412026"/>
            <a:chExt cx="1227666" cy="10577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AF8F18-9A50-49BF-A5C9-D06DA4AC78F2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805ED0-E8EF-4347-A264-18DA975F4C97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DDFA448-826B-4232-9B13-4F65673FACCD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1CF6BB1-A774-4A88-A68F-A4D4C923432C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517A91-91B1-4184-BBC5-AA0530C710A0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4875B7-69B6-4086-AA2E-DC3D4F7D96A4}"/>
              </a:ext>
            </a:extLst>
          </p:cNvPr>
          <p:cNvGrpSpPr/>
          <p:nvPr/>
        </p:nvGrpSpPr>
        <p:grpSpPr>
          <a:xfrm>
            <a:off x="8749586" y="960984"/>
            <a:ext cx="1227666" cy="1057737"/>
            <a:chOff x="9110134" y="1412026"/>
            <a:chExt cx="1227666" cy="105773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7349148-2A7D-4FD8-A725-E9764775F46E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0419EE3-A06A-47AF-838B-95637DBCDFF3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D566166-7C3F-412B-B42B-03E487B29878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6929E9-F231-4579-A634-1238E1F75CB0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E1B47B-30A7-4ADF-B52A-1BAC228244BF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7F810EE-10E9-40E3-91A4-3983C56F6DDB}"/>
              </a:ext>
            </a:extLst>
          </p:cNvPr>
          <p:cNvGrpSpPr/>
          <p:nvPr/>
        </p:nvGrpSpPr>
        <p:grpSpPr>
          <a:xfrm>
            <a:off x="7202795" y="3000546"/>
            <a:ext cx="442066" cy="427517"/>
            <a:chOff x="10073004" y="4388727"/>
            <a:chExt cx="442066" cy="776814"/>
          </a:xfrm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0D17859-C33C-4F0D-82A6-23121AF87A4B}"/>
                </a:ext>
              </a:extLst>
            </p:cNvPr>
            <p:cNvSpPr/>
            <p:nvPr/>
          </p:nvSpPr>
          <p:spPr>
            <a:xfrm>
              <a:off x="10073004" y="4388727"/>
              <a:ext cx="264797" cy="776814"/>
            </a:xfrm>
            <a:custGeom>
              <a:avLst/>
              <a:gdLst>
                <a:gd name="connsiteX0" fmla="*/ 165884 w 343684"/>
                <a:gd name="connsiteY0" fmla="*/ 0 h 920521"/>
                <a:gd name="connsiteX1" fmla="*/ 140484 w 343684"/>
                <a:gd name="connsiteY1" fmla="*/ 431800 h 920521"/>
                <a:gd name="connsiteX2" fmla="*/ 21951 w 343684"/>
                <a:gd name="connsiteY2" fmla="*/ 601133 h 920521"/>
                <a:gd name="connsiteX3" fmla="*/ 5017 w 343684"/>
                <a:gd name="connsiteY3" fmla="*/ 795866 h 920521"/>
                <a:gd name="connsiteX4" fmla="*/ 81217 w 343684"/>
                <a:gd name="connsiteY4" fmla="*/ 914400 h 920521"/>
                <a:gd name="connsiteX5" fmla="*/ 292884 w 343684"/>
                <a:gd name="connsiteY5" fmla="*/ 880533 h 920521"/>
                <a:gd name="connsiteX6" fmla="*/ 343684 w 343684"/>
                <a:gd name="connsiteY6" fmla="*/ 685800 h 920521"/>
                <a:gd name="connsiteX7" fmla="*/ 292884 w 343684"/>
                <a:gd name="connsiteY7" fmla="*/ 584200 h 920521"/>
                <a:gd name="connsiteX8" fmla="*/ 292884 w 343684"/>
                <a:gd name="connsiteY8" fmla="*/ 584200 h 920521"/>
                <a:gd name="connsiteX9" fmla="*/ 292884 w 343684"/>
                <a:gd name="connsiteY9" fmla="*/ 584200 h 920521"/>
                <a:gd name="connsiteX10" fmla="*/ 292884 w 343684"/>
                <a:gd name="connsiteY10" fmla="*/ 584200 h 920521"/>
                <a:gd name="connsiteX0" fmla="*/ 191284 w 343684"/>
                <a:gd name="connsiteY0" fmla="*/ 0 h 782063"/>
                <a:gd name="connsiteX1" fmla="*/ 140484 w 343684"/>
                <a:gd name="connsiteY1" fmla="*/ 293342 h 782063"/>
                <a:gd name="connsiteX2" fmla="*/ 21951 w 343684"/>
                <a:gd name="connsiteY2" fmla="*/ 462675 h 782063"/>
                <a:gd name="connsiteX3" fmla="*/ 5017 w 343684"/>
                <a:gd name="connsiteY3" fmla="*/ 657408 h 782063"/>
                <a:gd name="connsiteX4" fmla="*/ 81217 w 343684"/>
                <a:gd name="connsiteY4" fmla="*/ 775942 h 782063"/>
                <a:gd name="connsiteX5" fmla="*/ 292884 w 343684"/>
                <a:gd name="connsiteY5" fmla="*/ 742075 h 782063"/>
                <a:gd name="connsiteX6" fmla="*/ 343684 w 343684"/>
                <a:gd name="connsiteY6" fmla="*/ 547342 h 782063"/>
                <a:gd name="connsiteX7" fmla="*/ 292884 w 343684"/>
                <a:gd name="connsiteY7" fmla="*/ 445742 h 782063"/>
                <a:gd name="connsiteX8" fmla="*/ 292884 w 343684"/>
                <a:gd name="connsiteY8" fmla="*/ 445742 h 782063"/>
                <a:gd name="connsiteX9" fmla="*/ 292884 w 343684"/>
                <a:gd name="connsiteY9" fmla="*/ 445742 h 782063"/>
                <a:gd name="connsiteX10" fmla="*/ 292884 w 343684"/>
                <a:gd name="connsiteY10" fmla="*/ 445742 h 782063"/>
                <a:gd name="connsiteX0" fmla="*/ 177494 w 329894"/>
                <a:gd name="connsiteY0" fmla="*/ 0 h 782063"/>
                <a:gd name="connsiteX1" fmla="*/ 126694 w 329894"/>
                <a:gd name="connsiteY1" fmla="*/ 293342 h 782063"/>
                <a:gd name="connsiteX2" fmla="*/ 8161 w 329894"/>
                <a:gd name="connsiteY2" fmla="*/ 462675 h 782063"/>
                <a:gd name="connsiteX3" fmla="*/ 16627 w 329894"/>
                <a:gd name="connsiteY3" fmla="*/ 657409 h 782063"/>
                <a:gd name="connsiteX4" fmla="*/ 67427 w 329894"/>
                <a:gd name="connsiteY4" fmla="*/ 775942 h 782063"/>
                <a:gd name="connsiteX5" fmla="*/ 279094 w 329894"/>
                <a:gd name="connsiteY5" fmla="*/ 742075 h 782063"/>
                <a:gd name="connsiteX6" fmla="*/ 329894 w 329894"/>
                <a:gd name="connsiteY6" fmla="*/ 547342 h 782063"/>
                <a:gd name="connsiteX7" fmla="*/ 279094 w 329894"/>
                <a:gd name="connsiteY7" fmla="*/ 445742 h 782063"/>
                <a:gd name="connsiteX8" fmla="*/ 279094 w 329894"/>
                <a:gd name="connsiteY8" fmla="*/ 445742 h 782063"/>
                <a:gd name="connsiteX9" fmla="*/ 279094 w 329894"/>
                <a:gd name="connsiteY9" fmla="*/ 445742 h 782063"/>
                <a:gd name="connsiteX10" fmla="*/ 279094 w 329894"/>
                <a:gd name="connsiteY10" fmla="*/ 445742 h 782063"/>
                <a:gd name="connsiteX0" fmla="*/ 161237 w 313637"/>
                <a:gd name="connsiteY0" fmla="*/ 0 h 782063"/>
                <a:gd name="connsiteX1" fmla="*/ 110437 w 313637"/>
                <a:gd name="connsiteY1" fmla="*/ 293342 h 782063"/>
                <a:gd name="connsiteX2" fmla="*/ 32544 w 313637"/>
                <a:gd name="connsiteY2" fmla="*/ 462675 h 782063"/>
                <a:gd name="connsiteX3" fmla="*/ 370 w 313637"/>
                <a:gd name="connsiteY3" fmla="*/ 657409 h 782063"/>
                <a:gd name="connsiteX4" fmla="*/ 51170 w 313637"/>
                <a:gd name="connsiteY4" fmla="*/ 775942 h 782063"/>
                <a:gd name="connsiteX5" fmla="*/ 262837 w 313637"/>
                <a:gd name="connsiteY5" fmla="*/ 742075 h 782063"/>
                <a:gd name="connsiteX6" fmla="*/ 313637 w 313637"/>
                <a:gd name="connsiteY6" fmla="*/ 547342 h 782063"/>
                <a:gd name="connsiteX7" fmla="*/ 262837 w 313637"/>
                <a:gd name="connsiteY7" fmla="*/ 445742 h 782063"/>
                <a:gd name="connsiteX8" fmla="*/ 262837 w 313637"/>
                <a:gd name="connsiteY8" fmla="*/ 445742 h 782063"/>
                <a:gd name="connsiteX9" fmla="*/ 262837 w 313637"/>
                <a:gd name="connsiteY9" fmla="*/ 445742 h 782063"/>
                <a:gd name="connsiteX10" fmla="*/ 262837 w 313637"/>
                <a:gd name="connsiteY10" fmla="*/ 445742 h 782063"/>
                <a:gd name="connsiteX0" fmla="*/ 165350 w 317750"/>
                <a:gd name="connsiteY0" fmla="*/ 0 h 750848"/>
                <a:gd name="connsiteX1" fmla="*/ 114550 w 317750"/>
                <a:gd name="connsiteY1" fmla="*/ 293342 h 750848"/>
                <a:gd name="connsiteX2" fmla="*/ 36657 w 317750"/>
                <a:gd name="connsiteY2" fmla="*/ 462675 h 750848"/>
                <a:gd name="connsiteX3" fmla="*/ 4483 w 317750"/>
                <a:gd name="connsiteY3" fmla="*/ 657409 h 750848"/>
                <a:gd name="connsiteX4" fmla="*/ 131483 w 317750"/>
                <a:gd name="connsiteY4" fmla="*/ 711328 h 750848"/>
                <a:gd name="connsiteX5" fmla="*/ 266950 w 317750"/>
                <a:gd name="connsiteY5" fmla="*/ 742075 h 750848"/>
                <a:gd name="connsiteX6" fmla="*/ 317750 w 317750"/>
                <a:gd name="connsiteY6" fmla="*/ 547342 h 750848"/>
                <a:gd name="connsiteX7" fmla="*/ 266950 w 317750"/>
                <a:gd name="connsiteY7" fmla="*/ 445742 h 750848"/>
                <a:gd name="connsiteX8" fmla="*/ 266950 w 317750"/>
                <a:gd name="connsiteY8" fmla="*/ 445742 h 750848"/>
                <a:gd name="connsiteX9" fmla="*/ 266950 w 317750"/>
                <a:gd name="connsiteY9" fmla="*/ 445742 h 750848"/>
                <a:gd name="connsiteX10" fmla="*/ 266950 w 317750"/>
                <a:gd name="connsiteY10" fmla="*/ 445742 h 750848"/>
                <a:gd name="connsiteX0" fmla="*/ 137622 w 290022"/>
                <a:gd name="connsiteY0" fmla="*/ 0 h 752096"/>
                <a:gd name="connsiteX1" fmla="*/ 86822 w 290022"/>
                <a:gd name="connsiteY1" fmla="*/ 293342 h 752096"/>
                <a:gd name="connsiteX2" fmla="*/ 8929 w 290022"/>
                <a:gd name="connsiteY2" fmla="*/ 462675 h 752096"/>
                <a:gd name="connsiteX3" fmla="*/ 12315 w 290022"/>
                <a:gd name="connsiteY3" fmla="*/ 602026 h 752096"/>
                <a:gd name="connsiteX4" fmla="*/ 103755 w 290022"/>
                <a:gd name="connsiteY4" fmla="*/ 711328 h 752096"/>
                <a:gd name="connsiteX5" fmla="*/ 239222 w 290022"/>
                <a:gd name="connsiteY5" fmla="*/ 742075 h 752096"/>
                <a:gd name="connsiteX6" fmla="*/ 290022 w 290022"/>
                <a:gd name="connsiteY6" fmla="*/ 547342 h 752096"/>
                <a:gd name="connsiteX7" fmla="*/ 239222 w 290022"/>
                <a:gd name="connsiteY7" fmla="*/ 445742 h 752096"/>
                <a:gd name="connsiteX8" fmla="*/ 239222 w 290022"/>
                <a:gd name="connsiteY8" fmla="*/ 445742 h 752096"/>
                <a:gd name="connsiteX9" fmla="*/ 239222 w 290022"/>
                <a:gd name="connsiteY9" fmla="*/ 445742 h 752096"/>
                <a:gd name="connsiteX10" fmla="*/ 239222 w 290022"/>
                <a:gd name="connsiteY10" fmla="*/ 445742 h 752096"/>
                <a:gd name="connsiteX0" fmla="*/ 127289 w 279689"/>
                <a:gd name="connsiteY0" fmla="*/ 0 h 752098"/>
                <a:gd name="connsiteX1" fmla="*/ 76489 w 279689"/>
                <a:gd name="connsiteY1" fmla="*/ 293342 h 752098"/>
                <a:gd name="connsiteX2" fmla="*/ 34156 w 279689"/>
                <a:gd name="connsiteY2" fmla="*/ 425753 h 752098"/>
                <a:gd name="connsiteX3" fmla="*/ 1982 w 279689"/>
                <a:gd name="connsiteY3" fmla="*/ 602026 h 752098"/>
                <a:gd name="connsiteX4" fmla="*/ 93422 w 279689"/>
                <a:gd name="connsiteY4" fmla="*/ 711328 h 752098"/>
                <a:gd name="connsiteX5" fmla="*/ 228889 w 279689"/>
                <a:gd name="connsiteY5" fmla="*/ 742075 h 752098"/>
                <a:gd name="connsiteX6" fmla="*/ 279689 w 279689"/>
                <a:gd name="connsiteY6" fmla="*/ 547342 h 752098"/>
                <a:gd name="connsiteX7" fmla="*/ 228889 w 279689"/>
                <a:gd name="connsiteY7" fmla="*/ 445742 h 752098"/>
                <a:gd name="connsiteX8" fmla="*/ 228889 w 279689"/>
                <a:gd name="connsiteY8" fmla="*/ 445742 h 752098"/>
                <a:gd name="connsiteX9" fmla="*/ 228889 w 279689"/>
                <a:gd name="connsiteY9" fmla="*/ 445742 h 752098"/>
                <a:gd name="connsiteX10" fmla="*/ 228889 w 279689"/>
                <a:gd name="connsiteY10" fmla="*/ 445742 h 752098"/>
                <a:gd name="connsiteX0" fmla="*/ 127289 w 279689"/>
                <a:gd name="connsiteY0" fmla="*/ 0 h 750666"/>
                <a:gd name="connsiteX1" fmla="*/ 76489 w 279689"/>
                <a:gd name="connsiteY1" fmla="*/ 293342 h 750666"/>
                <a:gd name="connsiteX2" fmla="*/ 34156 w 279689"/>
                <a:gd name="connsiteY2" fmla="*/ 425753 h 750666"/>
                <a:gd name="connsiteX3" fmla="*/ 1982 w 279689"/>
                <a:gd name="connsiteY3" fmla="*/ 666639 h 750666"/>
                <a:gd name="connsiteX4" fmla="*/ 93422 w 279689"/>
                <a:gd name="connsiteY4" fmla="*/ 711328 h 750666"/>
                <a:gd name="connsiteX5" fmla="*/ 228889 w 279689"/>
                <a:gd name="connsiteY5" fmla="*/ 742075 h 750666"/>
                <a:gd name="connsiteX6" fmla="*/ 279689 w 279689"/>
                <a:gd name="connsiteY6" fmla="*/ 547342 h 750666"/>
                <a:gd name="connsiteX7" fmla="*/ 228889 w 279689"/>
                <a:gd name="connsiteY7" fmla="*/ 445742 h 750666"/>
                <a:gd name="connsiteX8" fmla="*/ 228889 w 279689"/>
                <a:gd name="connsiteY8" fmla="*/ 445742 h 750666"/>
                <a:gd name="connsiteX9" fmla="*/ 228889 w 279689"/>
                <a:gd name="connsiteY9" fmla="*/ 445742 h 750666"/>
                <a:gd name="connsiteX10" fmla="*/ 228889 w 279689"/>
                <a:gd name="connsiteY10" fmla="*/ 445742 h 750666"/>
                <a:gd name="connsiteX0" fmla="*/ 126784 w 279184"/>
                <a:gd name="connsiteY0" fmla="*/ 0 h 774089"/>
                <a:gd name="connsiteX1" fmla="*/ 75984 w 279184"/>
                <a:gd name="connsiteY1" fmla="*/ 293342 h 774089"/>
                <a:gd name="connsiteX2" fmla="*/ 33651 w 279184"/>
                <a:gd name="connsiteY2" fmla="*/ 425753 h 774089"/>
                <a:gd name="connsiteX3" fmla="*/ 1477 w 279184"/>
                <a:gd name="connsiteY3" fmla="*/ 666639 h 774089"/>
                <a:gd name="connsiteX4" fmla="*/ 82757 w 279184"/>
                <a:gd name="connsiteY4" fmla="*/ 766710 h 774089"/>
                <a:gd name="connsiteX5" fmla="*/ 228384 w 279184"/>
                <a:gd name="connsiteY5" fmla="*/ 742075 h 774089"/>
                <a:gd name="connsiteX6" fmla="*/ 279184 w 279184"/>
                <a:gd name="connsiteY6" fmla="*/ 547342 h 774089"/>
                <a:gd name="connsiteX7" fmla="*/ 228384 w 279184"/>
                <a:gd name="connsiteY7" fmla="*/ 445742 h 774089"/>
                <a:gd name="connsiteX8" fmla="*/ 228384 w 279184"/>
                <a:gd name="connsiteY8" fmla="*/ 445742 h 774089"/>
                <a:gd name="connsiteX9" fmla="*/ 228384 w 279184"/>
                <a:gd name="connsiteY9" fmla="*/ 445742 h 774089"/>
                <a:gd name="connsiteX10" fmla="*/ 228384 w 279184"/>
                <a:gd name="connsiteY10" fmla="*/ 445742 h 774089"/>
                <a:gd name="connsiteX0" fmla="*/ 112397 w 264797"/>
                <a:gd name="connsiteY0" fmla="*/ 0 h 776813"/>
                <a:gd name="connsiteX1" fmla="*/ 61597 w 264797"/>
                <a:gd name="connsiteY1" fmla="*/ 293342 h 776813"/>
                <a:gd name="connsiteX2" fmla="*/ 19264 w 264797"/>
                <a:gd name="connsiteY2" fmla="*/ 425753 h 776813"/>
                <a:gd name="connsiteX3" fmla="*/ 2330 w 264797"/>
                <a:gd name="connsiteY3" fmla="*/ 629717 h 776813"/>
                <a:gd name="connsiteX4" fmla="*/ 68370 w 264797"/>
                <a:gd name="connsiteY4" fmla="*/ 766710 h 776813"/>
                <a:gd name="connsiteX5" fmla="*/ 213997 w 264797"/>
                <a:gd name="connsiteY5" fmla="*/ 742075 h 776813"/>
                <a:gd name="connsiteX6" fmla="*/ 264797 w 264797"/>
                <a:gd name="connsiteY6" fmla="*/ 547342 h 776813"/>
                <a:gd name="connsiteX7" fmla="*/ 213997 w 264797"/>
                <a:gd name="connsiteY7" fmla="*/ 445742 h 776813"/>
                <a:gd name="connsiteX8" fmla="*/ 213997 w 264797"/>
                <a:gd name="connsiteY8" fmla="*/ 445742 h 776813"/>
                <a:gd name="connsiteX9" fmla="*/ 213997 w 264797"/>
                <a:gd name="connsiteY9" fmla="*/ 445742 h 776813"/>
                <a:gd name="connsiteX10" fmla="*/ 213997 w 264797"/>
                <a:gd name="connsiteY10" fmla="*/ 445742 h 776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797" h="776813">
                  <a:moveTo>
                    <a:pt x="112397" y="0"/>
                  </a:moveTo>
                  <a:cubicBezTo>
                    <a:pt x="111691" y="165805"/>
                    <a:pt x="77119" y="222383"/>
                    <a:pt x="61597" y="293342"/>
                  </a:cubicBezTo>
                  <a:cubicBezTo>
                    <a:pt x="46075" y="364301"/>
                    <a:pt x="29142" y="369691"/>
                    <a:pt x="19264" y="425753"/>
                  </a:cubicBezTo>
                  <a:cubicBezTo>
                    <a:pt x="9386" y="481815"/>
                    <a:pt x="-5854" y="572891"/>
                    <a:pt x="2330" y="629717"/>
                  </a:cubicBezTo>
                  <a:cubicBezTo>
                    <a:pt x="10514" y="686543"/>
                    <a:pt x="33092" y="747984"/>
                    <a:pt x="68370" y="766710"/>
                  </a:cubicBezTo>
                  <a:cubicBezTo>
                    <a:pt x="103648" y="785436"/>
                    <a:pt x="181259" y="778636"/>
                    <a:pt x="213997" y="742075"/>
                  </a:cubicBezTo>
                  <a:cubicBezTo>
                    <a:pt x="246735" y="705514"/>
                    <a:pt x="264797" y="596731"/>
                    <a:pt x="264797" y="547342"/>
                  </a:cubicBezTo>
                  <a:cubicBezTo>
                    <a:pt x="264797" y="497953"/>
                    <a:pt x="213997" y="445742"/>
                    <a:pt x="213997" y="445742"/>
                  </a:cubicBezTo>
                  <a:lnTo>
                    <a:pt x="213997" y="445742"/>
                  </a:lnTo>
                  <a:lnTo>
                    <a:pt x="213997" y="445742"/>
                  </a:lnTo>
                  <a:lnTo>
                    <a:pt x="213997" y="445742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42E4465-182E-4C7F-950B-263B96A16198}"/>
                </a:ext>
              </a:extLst>
            </p:cNvPr>
            <p:cNvSpPr/>
            <p:nvPr/>
          </p:nvSpPr>
          <p:spPr>
            <a:xfrm>
              <a:off x="10312399" y="4463376"/>
              <a:ext cx="202671" cy="684557"/>
            </a:xfrm>
            <a:custGeom>
              <a:avLst/>
              <a:gdLst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397934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440267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625091 h 711077"/>
                <a:gd name="connsiteX1" fmla="*/ 127000 w 288112"/>
                <a:gd name="connsiteY1" fmla="*/ 709757 h 711077"/>
                <a:gd name="connsiteX2" fmla="*/ 287867 w 288112"/>
                <a:gd name="connsiteY2" fmla="*/ 565824 h 711077"/>
                <a:gd name="connsiteX3" fmla="*/ 160867 w 288112"/>
                <a:gd name="connsiteY3" fmla="*/ 286424 h 711077"/>
                <a:gd name="connsiteX4" fmla="*/ 50800 w 288112"/>
                <a:gd name="connsiteY4" fmla="*/ 227157 h 711077"/>
                <a:gd name="connsiteX5" fmla="*/ 0 w 288112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286424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332578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00783"/>
                <a:gd name="connsiteY0" fmla="*/ 625091 h 711077"/>
                <a:gd name="connsiteX1" fmla="*/ 127000 w 200783"/>
                <a:gd name="connsiteY1" fmla="*/ 709757 h 711077"/>
                <a:gd name="connsiteX2" fmla="*/ 199813 w 200783"/>
                <a:gd name="connsiteY2" fmla="*/ 565823 h 711077"/>
                <a:gd name="connsiteX3" fmla="*/ 160867 w 200783"/>
                <a:gd name="connsiteY3" fmla="*/ 332578 h 711077"/>
                <a:gd name="connsiteX4" fmla="*/ 50800 w 200783"/>
                <a:gd name="connsiteY4" fmla="*/ 227157 h 711077"/>
                <a:gd name="connsiteX5" fmla="*/ 0 w 200783"/>
                <a:gd name="connsiteY5" fmla="*/ 0 h 711077"/>
                <a:gd name="connsiteX0" fmla="*/ 8467 w 202671"/>
                <a:gd name="connsiteY0" fmla="*/ 625091 h 684557"/>
                <a:gd name="connsiteX1" fmla="*/ 91440 w 202671"/>
                <a:gd name="connsiteY1" fmla="*/ 682066 h 684557"/>
                <a:gd name="connsiteX2" fmla="*/ 199813 w 202671"/>
                <a:gd name="connsiteY2" fmla="*/ 565823 h 684557"/>
                <a:gd name="connsiteX3" fmla="*/ 160867 w 202671"/>
                <a:gd name="connsiteY3" fmla="*/ 332578 h 684557"/>
                <a:gd name="connsiteX4" fmla="*/ 50800 w 202671"/>
                <a:gd name="connsiteY4" fmla="*/ 227157 h 684557"/>
                <a:gd name="connsiteX5" fmla="*/ 0 w 202671"/>
                <a:gd name="connsiteY5" fmla="*/ 0 h 68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71" h="684557">
                  <a:moveTo>
                    <a:pt x="8467" y="625091"/>
                  </a:moveTo>
                  <a:cubicBezTo>
                    <a:pt x="44450" y="672363"/>
                    <a:pt x="59549" y="691944"/>
                    <a:pt x="91440" y="682066"/>
                  </a:cubicBezTo>
                  <a:cubicBezTo>
                    <a:pt x="123331" y="672188"/>
                    <a:pt x="188242" y="624071"/>
                    <a:pt x="199813" y="565823"/>
                  </a:cubicBezTo>
                  <a:cubicBezTo>
                    <a:pt x="211384" y="507575"/>
                    <a:pt x="185702" y="389022"/>
                    <a:pt x="160867" y="332578"/>
                  </a:cubicBezTo>
                  <a:cubicBezTo>
                    <a:pt x="136032" y="276134"/>
                    <a:pt x="77611" y="282587"/>
                    <a:pt x="50800" y="227157"/>
                  </a:cubicBezTo>
                  <a:cubicBezTo>
                    <a:pt x="23989" y="171727"/>
                    <a:pt x="11994" y="157339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BBBBCEBC-2C61-4DAB-A2E0-8681AB83F620}"/>
              </a:ext>
            </a:extLst>
          </p:cNvPr>
          <p:cNvSpPr/>
          <p:nvPr/>
        </p:nvSpPr>
        <p:spPr>
          <a:xfrm rot="21268098">
            <a:off x="7645308" y="3031246"/>
            <a:ext cx="1468765" cy="1996524"/>
          </a:xfrm>
          <a:custGeom>
            <a:avLst/>
            <a:gdLst>
              <a:gd name="connsiteX0" fmla="*/ 0 w 1145430"/>
              <a:gd name="connsiteY0" fmla="*/ 18960 h 1653026"/>
              <a:gd name="connsiteX1" fmla="*/ 524933 w 1145430"/>
              <a:gd name="connsiteY1" fmla="*/ 69760 h 1653026"/>
              <a:gd name="connsiteX2" fmla="*/ 1066800 w 1145430"/>
              <a:gd name="connsiteY2" fmla="*/ 586226 h 1653026"/>
              <a:gd name="connsiteX3" fmla="*/ 1100667 w 1145430"/>
              <a:gd name="connsiteY3" fmla="*/ 1221226 h 1653026"/>
              <a:gd name="connsiteX4" fmla="*/ 668867 w 1145430"/>
              <a:gd name="connsiteY4" fmla="*/ 1653026 h 1653026"/>
              <a:gd name="connsiteX0" fmla="*/ 0 w 1163955"/>
              <a:gd name="connsiteY0" fmla="*/ 13635 h 1647701"/>
              <a:gd name="connsiteX1" fmla="*/ 524933 w 1163955"/>
              <a:gd name="connsiteY1" fmla="*/ 64435 h 1647701"/>
              <a:gd name="connsiteX2" fmla="*/ 1100666 w 1163955"/>
              <a:gd name="connsiteY2" fmla="*/ 470834 h 1647701"/>
              <a:gd name="connsiteX3" fmla="*/ 1100667 w 1163955"/>
              <a:gd name="connsiteY3" fmla="*/ 1215901 h 1647701"/>
              <a:gd name="connsiteX4" fmla="*/ 668867 w 1163955"/>
              <a:gd name="connsiteY4" fmla="*/ 1647701 h 1647701"/>
              <a:gd name="connsiteX0" fmla="*/ 0 w 1148617"/>
              <a:gd name="connsiteY0" fmla="*/ 13635 h 1647701"/>
              <a:gd name="connsiteX1" fmla="*/ 524933 w 1148617"/>
              <a:gd name="connsiteY1" fmla="*/ 64435 h 1647701"/>
              <a:gd name="connsiteX2" fmla="*/ 1100666 w 1148617"/>
              <a:gd name="connsiteY2" fmla="*/ 470834 h 1647701"/>
              <a:gd name="connsiteX3" fmla="*/ 1066800 w 1148617"/>
              <a:gd name="connsiteY3" fmla="*/ 1215901 h 1647701"/>
              <a:gd name="connsiteX4" fmla="*/ 668867 w 1148617"/>
              <a:gd name="connsiteY4" fmla="*/ 1647701 h 1647701"/>
              <a:gd name="connsiteX0" fmla="*/ 0 w 1200725"/>
              <a:gd name="connsiteY0" fmla="*/ 13635 h 1647701"/>
              <a:gd name="connsiteX1" fmla="*/ 524933 w 1200725"/>
              <a:gd name="connsiteY1" fmla="*/ 64435 h 1647701"/>
              <a:gd name="connsiteX2" fmla="*/ 1100666 w 1200725"/>
              <a:gd name="connsiteY2" fmla="*/ 470834 h 1647701"/>
              <a:gd name="connsiteX3" fmla="*/ 1159933 w 1200725"/>
              <a:gd name="connsiteY3" fmla="*/ 1148168 h 1647701"/>
              <a:gd name="connsiteX4" fmla="*/ 668867 w 1200725"/>
              <a:gd name="connsiteY4" fmla="*/ 1647701 h 1647701"/>
              <a:gd name="connsiteX0" fmla="*/ 0 w 1306593"/>
              <a:gd name="connsiteY0" fmla="*/ 8851 h 1666827"/>
              <a:gd name="connsiteX1" fmla="*/ 630801 w 1306593"/>
              <a:gd name="connsiteY1" fmla="*/ 83561 h 1666827"/>
              <a:gd name="connsiteX2" fmla="*/ 1206534 w 1306593"/>
              <a:gd name="connsiteY2" fmla="*/ 489960 h 1666827"/>
              <a:gd name="connsiteX3" fmla="*/ 1265801 w 1306593"/>
              <a:gd name="connsiteY3" fmla="*/ 1167294 h 1666827"/>
              <a:gd name="connsiteX4" fmla="*/ 774735 w 1306593"/>
              <a:gd name="connsiteY4" fmla="*/ 1666827 h 1666827"/>
              <a:gd name="connsiteX0" fmla="*/ 0 w 1306593"/>
              <a:gd name="connsiteY0" fmla="*/ 0 h 1657976"/>
              <a:gd name="connsiteX1" fmla="*/ 630801 w 1306593"/>
              <a:gd name="connsiteY1" fmla="*/ 74710 h 1657976"/>
              <a:gd name="connsiteX2" fmla="*/ 1206534 w 1306593"/>
              <a:gd name="connsiteY2" fmla="*/ 481109 h 1657976"/>
              <a:gd name="connsiteX3" fmla="*/ 1265801 w 1306593"/>
              <a:gd name="connsiteY3" fmla="*/ 1158443 h 1657976"/>
              <a:gd name="connsiteX4" fmla="*/ 774735 w 1306593"/>
              <a:gd name="connsiteY4" fmla="*/ 1657976 h 1657976"/>
              <a:gd name="connsiteX0" fmla="*/ 0 w 1293726"/>
              <a:gd name="connsiteY0" fmla="*/ 0 h 1657976"/>
              <a:gd name="connsiteX1" fmla="*/ 630801 w 1293726"/>
              <a:gd name="connsiteY1" fmla="*/ 74710 h 1657976"/>
              <a:gd name="connsiteX2" fmla="*/ 1206534 w 1293726"/>
              <a:gd name="connsiteY2" fmla="*/ 481109 h 1657976"/>
              <a:gd name="connsiteX3" fmla="*/ 1247156 w 1293726"/>
              <a:gd name="connsiteY3" fmla="*/ 1149132 h 1657976"/>
              <a:gd name="connsiteX4" fmla="*/ 774735 w 1293726"/>
              <a:gd name="connsiteY4" fmla="*/ 1657976 h 1657976"/>
              <a:gd name="connsiteX0" fmla="*/ 0 w 1290177"/>
              <a:gd name="connsiteY0" fmla="*/ 0 h 1402082"/>
              <a:gd name="connsiteX1" fmla="*/ 630801 w 1290177"/>
              <a:gd name="connsiteY1" fmla="*/ 74710 h 1402082"/>
              <a:gd name="connsiteX2" fmla="*/ 1206534 w 1290177"/>
              <a:gd name="connsiteY2" fmla="*/ 481109 h 1402082"/>
              <a:gd name="connsiteX3" fmla="*/ 1247156 w 1290177"/>
              <a:gd name="connsiteY3" fmla="*/ 1149132 h 1402082"/>
              <a:gd name="connsiteX4" fmla="*/ 825640 w 1290177"/>
              <a:gd name="connsiteY4" fmla="*/ 1402082 h 1402082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6413"/>
              <a:gd name="connsiteY0" fmla="*/ 0 h 1403084"/>
              <a:gd name="connsiteX1" fmla="*/ 630801 w 1296413"/>
              <a:gd name="connsiteY1" fmla="*/ 74710 h 1403084"/>
              <a:gd name="connsiteX2" fmla="*/ 1206534 w 1296413"/>
              <a:gd name="connsiteY2" fmla="*/ 481109 h 1403084"/>
              <a:gd name="connsiteX3" fmla="*/ 1247156 w 1296413"/>
              <a:gd name="connsiteY3" fmla="*/ 1149132 h 1403084"/>
              <a:gd name="connsiteX4" fmla="*/ 736520 w 1296413"/>
              <a:gd name="connsiteY4" fmla="*/ 1403084 h 1403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413" h="1403084">
                <a:moveTo>
                  <a:pt x="0" y="0"/>
                </a:moveTo>
                <a:cubicBezTo>
                  <a:pt x="170720" y="1528"/>
                  <a:pt x="429712" y="-5475"/>
                  <a:pt x="630801" y="74710"/>
                </a:cubicBezTo>
                <a:cubicBezTo>
                  <a:pt x="831890" y="154895"/>
                  <a:pt x="1103808" y="302039"/>
                  <a:pt x="1206534" y="481109"/>
                </a:cubicBezTo>
                <a:cubicBezTo>
                  <a:pt x="1309260" y="660179"/>
                  <a:pt x="1325492" y="995470"/>
                  <a:pt x="1247156" y="1149132"/>
                </a:cubicBezTo>
                <a:cubicBezTo>
                  <a:pt x="1168820" y="1302794"/>
                  <a:pt x="1046927" y="1364662"/>
                  <a:pt x="736520" y="1403084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64FCEE5-F360-4C46-B944-4E40A39CFAEF}"/>
              </a:ext>
            </a:extLst>
          </p:cNvPr>
          <p:cNvSpPr txBox="1"/>
          <p:nvPr/>
        </p:nvSpPr>
        <p:spPr>
          <a:xfrm>
            <a:off x="8864727" y="3568360"/>
            <a:ext cx="461795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ADH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D7EA1A-D22A-433B-8565-386935C92C29}"/>
              </a:ext>
            </a:extLst>
          </p:cNvPr>
          <p:cNvSpPr/>
          <p:nvPr/>
        </p:nvSpPr>
        <p:spPr>
          <a:xfrm>
            <a:off x="7013998" y="2533191"/>
            <a:ext cx="7155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Pituitary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426B2EB-C3C0-4EB8-B524-3910E5844EE2}"/>
              </a:ext>
            </a:extLst>
          </p:cNvPr>
          <p:cNvGrpSpPr/>
          <p:nvPr/>
        </p:nvGrpSpPr>
        <p:grpSpPr>
          <a:xfrm>
            <a:off x="6370626" y="3769097"/>
            <a:ext cx="2193931" cy="1959950"/>
            <a:chOff x="9083669" y="4694850"/>
            <a:chExt cx="2193931" cy="1959950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26A77A7-3F18-4F67-A457-C0F12012EEE5}"/>
                </a:ext>
              </a:extLst>
            </p:cNvPr>
            <p:cNvGrpSpPr/>
            <p:nvPr/>
          </p:nvGrpSpPr>
          <p:grpSpPr>
            <a:xfrm>
              <a:off x="9083669" y="4754119"/>
              <a:ext cx="1823711" cy="1790345"/>
              <a:chOff x="9274211" y="4812350"/>
              <a:chExt cx="1823711" cy="1790345"/>
            </a:xfrm>
          </p:grpSpPr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92052232-918B-426B-BEB1-3B57A2980C08}"/>
                  </a:ext>
                </a:extLst>
              </p:cNvPr>
              <p:cNvSpPr/>
              <p:nvPr/>
            </p:nvSpPr>
            <p:spPr>
              <a:xfrm rot="21187145">
                <a:off x="9274211" y="5545482"/>
                <a:ext cx="1009944" cy="728982"/>
              </a:xfrm>
              <a:custGeom>
                <a:avLst/>
                <a:gdLst>
                  <a:gd name="connsiteX0" fmla="*/ 164753 w 1018277"/>
                  <a:gd name="connsiteY0" fmla="*/ 33773 h 754065"/>
                  <a:gd name="connsiteX1" fmla="*/ 37753 w 1018277"/>
                  <a:gd name="connsiteY1" fmla="*/ 8373 h 754065"/>
                  <a:gd name="connsiteX2" fmla="*/ 2193 w 1018277"/>
                  <a:gd name="connsiteY2" fmla="*/ 160773 h 754065"/>
                  <a:gd name="connsiteX3" fmla="*/ 88553 w 1018277"/>
                  <a:gd name="connsiteY3" fmla="*/ 297933 h 754065"/>
                  <a:gd name="connsiteX4" fmla="*/ 246033 w 1018277"/>
                  <a:gd name="connsiteY4" fmla="*/ 297933 h 754065"/>
                  <a:gd name="connsiteX5" fmla="*/ 266353 w 1018277"/>
                  <a:gd name="connsiteY5" fmla="*/ 531613 h 754065"/>
                  <a:gd name="connsiteX6" fmla="*/ 576233 w 1018277"/>
                  <a:gd name="connsiteY6" fmla="*/ 750053 h 754065"/>
                  <a:gd name="connsiteX7" fmla="*/ 967393 w 1018277"/>
                  <a:gd name="connsiteY7" fmla="*/ 668773 h 754065"/>
                  <a:gd name="connsiteX8" fmla="*/ 982633 w 1018277"/>
                  <a:gd name="connsiteY8" fmla="*/ 612893 h 754065"/>
                  <a:gd name="connsiteX9" fmla="*/ 682913 w 1018277"/>
                  <a:gd name="connsiteY9" fmla="*/ 216653 h 754065"/>
                  <a:gd name="connsiteX10" fmla="*/ 428913 w 1018277"/>
                  <a:gd name="connsiteY10" fmla="*/ 150613 h 754065"/>
                  <a:gd name="connsiteX11" fmla="*/ 362873 w 1018277"/>
                  <a:gd name="connsiteY11" fmla="*/ 150613 h 754065"/>
                  <a:gd name="connsiteX12" fmla="*/ 164753 w 1018277"/>
                  <a:gd name="connsiteY12" fmla="*/ 33773 h 754065"/>
                  <a:gd name="connsiteX0" fmla="*/ 164753 w 1050409"/>
                  <a:gd name="connsiteY0" fmla="*/ 33773 h 755174"/>
                  <a:gd name="connsiteX1" fmla="*/ 37753 w 1050409"/>
                  <a:gd name="connsiteY1" fmla="*/ 8373 h 755174"/>
                  <a:gd name="connsiteX2" fmla="*/ 2193 w 1050409"/>
                  <a:gd name="connsiteY2" fmla="*/ 160773 h 755174"/>
                  <a:gd name="connsiteX3" fmla="*/ 88553 w 1050409"/>
                  <a:gd name="connsiteY3" fmla="*/ 297933 h 755174"/>
                  <a:gd name="connsiteX4" fmla="*/ 246033 w 1050409"/>
                  <a:gd name="connsiteY4" fmla="*/ 297933 h 755174"/>
                  <a:gd name="connsiteX5" fmla="*/ 266353 w 1050409"/>
                  <a:gd name="connsiteY5" fmla="*/ 531613 h 755174"/>
                  <a:gd name="connsiteX6" fmla="*/ 576233 w 1050409"/>
                  <a:gd name="connsiteY6" fmla="*/ 750053 h 755174"/>
                  <a:gd name="connsiteX7" fmla="*/ 967393 w 1050409"/>
                  <a:gd name="connsiteY7" fmla="*/ 668773 h 755174"/>
                  <a:gd name="connsiteX8" fmla="*/ 1028353 w 1050409"/>
                  <a:gd name="connsiteY8" fmla="*/ 475733 h 755174"/>
                  <a:gd name="connsiteX9" fmla="*/ 682913 w 1050409"/>
                  <a:gd name="connsiteY9" fmla="*/ 216653 h 755174"/>
                  <a:gd name="connsiteX10" fmla="*/ 428913 w 1050409"/>
                  <a:gd name="connsiteY10" fmla="*/ 150613 h 755174"/>
                  <a:gd name="connsiteX11" fmla="*/ 362873 w 1050409"/>
                  <a:gd name="connsiteY11" fmla="*/ 150613 h 755174"/>
                  <a:gd name="connsiteX12" fmla="*/ 164753 w 1050409"/>
                  <a:gd name="connsiteY12" fmla="*/ 33773 h 755174"/>
                  <a:gd name="connsiteX0" fmla="*/ 162727 w 1048383"/>
                  <a:gd name="connsiteY0" fmla="*/ 56368 h 777769"/>
                  <a:gd name="connsiteX1" fmla="*/ 106847 w 1048383"/>
                  <a:gd name="connsiteY1" fmla="*/ 5568 h 777769"/>
                  <a:gd name="connsiteX2" fmla="*/ 167 w 1048383"/>
                  <a:gd name="connsiteY2" fmla="*/ 183368 h 777769"/>
                  <a:gd name="connsiteX3" fmla="*/ 86527 w 1048383"/>
                  <a:gd name="connsiteY3" fmla="*/ 320528 h 777769"/>
                  <a:gd name="connsiteX4" fmla="*/ 244007 w 1048383"/>
                  <a:gd name="connsiteY4" fmla="*/ 320528 h 777769"/>
                  <a:gd name="connsiteX5" fmla="*/ 264327 w 1048383"/>
                  <a:gd name="connsiteY5" fmla="*/ 554208 h 777769"/>
                  <a:gd name="connsiteX6" fmla="*/ 574207 w 1048383"/>
                  <a:gd name="connsiteY6" fmla="*/ 772648 h 777769"/>
                  <a:gd name="connsiteX7" fmla="*/ 965367 w 1048383"/>
                  <a:gd name="connsiteY7" fmla="*/ 691368 h 777769"/>
                  <a:gd name="connsiteX8" fmla="*/ 1026327 w 1048383"/>
                  <a:gd name="connsiteY8" fmla="*/ 498328 h 777769"/>
                  <a:gd name="connsiteX9" fmla="*/ 680887 w 1048383"/>
                  <a:gd name="connsiteY9" fmla="*/ 239248 h 777769"/>
                  <a:gd name="connsiteX10" fmla="*/ 426887 w 1048383"/>
                  <a:gd name="connsiteY10" fmla="*/ 173208 h 777769"/>
                  <a:gd name="connsiteX11" fmla="*/ 360847 w 1048383"/>
                  <a:gd name="connsiteY11" fmla="*/ 173208 h 777769"/>
                  <a:gd name="connsiteX12" fmla="*/ 162727 w 1048383"/>
                  <a:gd name="connsiteY12" fmla="*/ 56368 h 777769"/>
                  <a:gd name="connsiteX0" fmla="*/ 269407 w 1048383"/>
                  <a:gd name="connsiteY0" fmla="*/ 107743 h 773264"/>
                  <a:gd name="connsiteX1" fmla="*/ 106847 w 1048383"/>
                  <a:gd name="connsiteY1" fmla="*/ 1063 h 773264"/>
                  <a:gd name="connsiteX2" fmla="*/ 167 w 1048383"/>
                  <a:gd name="connsiteY2" fmla="*/ 178863 h 773264"/>
                  <a:gd name="connsiteX3" fmla="*/ 86527 w 1048383"/>
                  <a:gd name="connsiteY3" fmla="*/ 316023 h 773264"/>
                  <a:gd name="connsiteX4" fmla="*/ 244007 w 1048383"/>
                  <a:gd name="connsiteY4" fmla="*/ 316023 h 773264"/>
                  <a:gd name="connsiteX5" fmla="*/ 264327 w 1048383"/>
                  <a:gd name="connsiteY5" fmla="*/ 549703 h 773264"/>
                  <a:gd name="connsiteX6" fmla="*/ 574207 w 1048383"/>
                  <a:gd name="connsiteY6" fmla="*/ 768143 h 773264"/>
                  <a:gd name="connsiteX7" fmla="*/ 965367 w 1048383"/>
                  <a:gd name="connsiteY7" fmla="*/ 686863 h 773264"/>
                  <a:gd name="connsiteX8" fmla="*/ 1026327 w 1048383"/>
                  <a:gd name="connsiteY8" fmla="*/ 493823 h 773264"/>
                  <a:gd name="connsiteX9" fmla="*/ 680887 w 1048383"/>
                  <a:gd name="connsiteY9" fmla="*/ 234743 h 773264"/>
                  <a:gd name="connsiteX10" fmla="*/ 426887 w 1048383"/>
                  <a:gd name="connsiteY10" fmla="*/ 168703 h 773264"/>
                  <a:gd name="connsiteX11" fmla="*/ 360847 w 1048383"/>
                  <a:gd name="connsiteY11" fmla="*/ 168703 h 773264"/>
                  <a:gd name="connsiteX12" fmla="*/ 269407 w 1048383"/>
                  <a:gd name="connsiteY12" fmla="*/ 107743 h 773264"/>
                  <a:gd name="connsiteX0" fmla="*/ 269337 w 1048313"/>
                  <a:gd name="connsiteY0" fmla="*/ 57730 h 723251"/>
                  <a:gd name="connsiteX1" fmla="*/ 101697 w 1048313"/>
                  <a:gd name="connsiteY1" fmla="*/ 1850 h 723251"/>
                  <a:gd name="connsiteX2" fmla="*/ 97 w 1048313"/>
                  <a:gd name="connsiteY2" fmla="*/ 128850 h 723251"/>
                  <a:gd name="connsiteX3" fmla="*/ 86457 w 1048313"/>
                  <a:gd name="connsiteY3" fmla="*/ 266010 h 723251"/>
                  <a:gd name="connsiteX4" fmla="*/ 243937 w 1048313"/>
                  <a:gd name="connsiteY4" fmla="*/ 266010 h 723251"/>
                  <a:gd name="connsiteX5" fmla="*/ 264257 w 1048313"/>
                  <a:gd name="connsiteY5" fmla="*/ 499690 h 723251"/>
                  <a:gd name="connsiteX6" fmla="*/ 574137 w 1048313"/>
                  <a:gd name="connsiteY6" fmla="*/ 718130 h 723251"/>
                  <a:gd name="connsiteX7" fmla="*/ 965297 w 1048313"/>
                  <a:gd name="connsiteY7" fmla="*/ 636850 h 723251"/>
                  <a:gd name="connsiteX8" fmla="*/ 1026257 w 1048313"/>
                  <a:gd name="connsiteY8" fmla="*/ 443810 h 723251"/>
                  <a:gd name="connsiteX9" fmla="*/ 680817 w 1048313"/>
                  <a:gd name="connsiteY9" fmla="*/ 184730 h 723251"/>
                  <a:gd name="connsiteX10" fmla="*/ 426817 w 1048313"/>
                  <a:gd name="connsiteY10" fmla="*/ 118690 h 723251"/>
                  <a:gd name="connsiteX11" fmla="*/ 360777 w 1048313"/>
                  <a:gd name="connsiteY11" fmla="*/ 118690 h 723251"/>
                  <a:gd name="connsiteX12" fmla="*/ 269337 w 1048313"/>
                  <a:gd name="connsiteY12" fmla="*/ 57730 h 723251"/>
                  <a:gd name="connsiteX0" fmla="*/ 269859 w 1048835"/>
                  <a:gd name="connsiteY0" fmla="*/ 57730 h 723251"/>
                  <a:gd name="connsiteX1" fmla="*/ 102219 w 1048835"/>
                  <a:gd name="connsiteY1" fmla="*/ 1850 h 723251"/>
                  <a:gd name="connsiteX2" fmla="*/ 619 w 1048835"/>
                  <a:gd name="connsiteY2" fmla="*/ 128850 h 723251"/>
                  <a:gd name="connsiteX3" fmla="*/ 147939 w 1048835"/>
                  <a:gd name="connsiteY3" fmla="*/ 321890 h 723251"/>
                  <a:gd name="connsiteX4" fmla="*/ 244459 w 1048835"/>
                  <a:gd name="connsiteY4" fmla="*/ 266010 h 723251"/>
                  <a:gd name="connsiteX5" fmla="*/ 264779 w 1048835"/>
                  <a:gd name="connsiteY5" fmla="*/ 499690 h 723251"/>
                  <a:gd name="connsiteX6" fmla="*/ 574659 w 1048835"/>
                  <a:gd name="connsiteY6" fmla="*/ 718130 h 723251"/>
                  <a:gd name="connsiteX7" fmla="*/ 965819 w 1048835"/>
                  <a:gd name="connsiteY7" fmla="*/ 636850 h 723251"/>
                  <a:gd name="connsiteX8" fmla="*/ 1026779 w 1048835"/>
                  <a:gd name="connsiteY8" fmla="*/ 443810 h 723251"/>
                  <a:gd name="connsiteX9" fmla="*/ 681339 w 1048835"/>
                  <a:gd name="connsiteY9" fmla="*/ 184730 h 723251"/>
                  <a:gd name="connsiteX10" fmla="*/ 427339 w 1048835"/>
                  <a:gd name="connsiteY10" fmla="*/ 118690 h 723251"/>
                  <a:gd name="connsiteX11" fmla="*/ 361299 w 1048835"/>
                  <a:gd name="connsiteY11" fmla="*/ 118690 h 723251"/>
                  <a:gd name="connsiteX12" fmla="*/ 269859 w 1048835"/>
                  <a:gd name="connsiteY12" fmla="*/ 57730 h 723251"/>
                  <a:gd name="connsiteX0" fmla="*/ 269859 w 1048835"/>
                  <a:gd name="connsiteY0" fmla="*/ 57730 h 726503"/>
                  <a:gd name="connsiteX1" fmla="*/ 102219 w 1048835"/>
                  <a:gd name="connsiteY1" fmla="*/ 1850 h 726503"/>
                  <a:gd name="connsiteX2" fmla="*/ 619 w 1048835"/>
                  <a:gd name="connsiteY2" fmla="*/ 128850 h 726503"/>
                  <a:gd name="connsiteX3" fmla="*/ 147939 w 1048835"/>
                  <a:gd name="connsiteY3" fmla="*/ 321890 h 726503"/>
                  <a:gd name="connsiteX4" fmla="*/ 244459 w 1048835"/>
                  <a:gd name="connsiteY4" fmla="*/ 266010 h 726503"/>
                  <a:gd name="connsiteX5" fmla="*/ 269859 w 1048835"/>
                  <a:gd name="connsiteY5" fmla="*/ 443810 h 726503"/>
                  <a:gd name="connsiteX6" fmla="*/ 574659 w 1048835"/>
                  <a:gd name="connsiteY6" fmla="*/ 718130 h 726503"/>
                  <a:gd name="connsiteX7" fmla="*/ 965819 w 1048835"/>
                  <a:gd name="connsiteY7" fmla="*/ 636850 h 726503"/>
                  <a:gd name="connsiteX8" fmla="*/ 1026779 w 1048835"/>
                  <a:gd name="connsiteY8" fmla="*/ 443810 h 726503"/>
                  <a:gd name="connsiteX9" fmla="*/ 681339 w 1048835"/>
                  <a:gd name="connsiteY9" fmla="*/ 184730 h 726503"/>
                  <a:gd name="connsiteX10" fmla="*/ 427339 w 1048835"/>
                  <a:gd name="connsiteY10" fmla="*/ 118690 h 726503"/>
                  <a:gd name="connsiteX11" fmla="*/ 361299 w 1048835"/>
                  <a:gd name="connsiteY11" fmla="*/ 118690 h 726503"/>
                  <a:gd name="connsiteX12" fmla="*/ 269859 w 1048835"/>
                  <a:gd name="connsiteY12" fmla="*/ 57730 h 726503"/>
                  <a:gd name="connsiteX0" fmla="*/ 249733 w 1028709"/>
                  <a:gd name="connsiteY0" fmla="*/ 60209 h 728982"/>
                  <a:gd name="connsiteX1" fmla="*/ 82093 w 1028709"/>
                  <a:gd name="connsiteY1" fmla="*/ 4329 h 728982"/>
                  <a:gd name="connsiteX2" fmla="*/ 813 w 1028709"/>
                  <a:gd name="connsiteY2" fmla="*/ 182129 h 728982"/>
                  <a:gd name="connsiteX3" fmla="*/ 127813 w 1028709"/>
                  <a:gd name="connsiteY3" fmla="*/ 324369 h 728982"/>
                  <a:gd name="connsiteX4" fmla="*/ 224333 w 1028709"/>
                  <a:gd name="connsiteY4" fmla="*/ 268489 h 728982"/>
                  <a:gd name="connsiteX5" fmla="*/ 249733 w 1028709"/>
                  <a:gd name="connsiteY5" fmla="*/ 446289 h 728982"/>
                  <a:gd name="connsiteX6" fmla="*/ 554533 w 1028709"/>
                  <a:gd name="connsiteY6" fmla="*/ 720609 h 728982"/>
                  <a:gd name="connsiteX7" fmla="*/ 945693 w 1028709"/>
                  <a:gd name="connsiteY7" fmla="*/ 639329 h 728982"/>
                  <a:gd name="connsiteX8" fmla="*/ 1006653 w 1028709"/>
                  <a:gd name="connsiteY8" fmla="*/ 446289 h 728982"/>
                  <a:gd name="connsiteX9" fmla="*/ 661213 w 1028709"/>
                  <a:gd name="connsiteY9" fmla="*/ 187209 h 728982"/>
                  <a:gd name="connsiteX10" fmla="*/ 407213 w 1028709"/>
                  <a:gd name="connsiteY10" fmla="*/ 121169 h 728982"/>
                  <a:gd name="connsiteX11" fmla="*/ 341173 w 1028709"/>
                  <a:gd name="connsiteY11" fmla="*/ 121169 h 728982"/>
                  <a:gd name="connsiteX12" fmla="*/ 249733 w 1028709"/>
                  <a:gd name="connsiteY12" fmla="*/ 60209 h 72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8709" h="728982">
                    <a:moveTo>
                      <a:pt x="249733" y="60209"/>
                    </a:moveTo>
                    <a:cubicBezTo>
                      <a:pt x="206553" y="40736"/>
                      <a:pt x="123580" y="-15991"/>
                      <a:pt x="82093" y="4329"/>
                    </a:cubicBezTo>
                    <a:cubicBezTo>
                      <a:pt x="40606" y="24649"/>
                      <a:pt x="-6807" y="128789"/>
                      <a:pt x="813" y="182129"/>
                    </a:cubicBezTo>
                    <a:cubicBezTo>
                      <a:pt x="8433" y="235469"/>
                      <a:pt x="90560" y="309976"/>
                      <a:pt x="127813" y="324369"/>
                    </a:cubicBezTo>
                    <a:cubicBezTo>
                      <a:pt x="165066" y="338762"/>
                      <a:pt x="204013" y="248169"/>
                      <a:pt x="224333" y="268489"/>
                    </a:cubicBezTo>
                    <a:cubicBezTo>
                      <a:pt x="244653" y="288809"/>
                      <a:pt x="194700" y="370936"/>
                      <a:pt x="249733" y="446289"/>
                    </a:cubicBezTo>
                    <a:cubicBezTo>
                      <a:pt x="304766" y="521642"/>
                      <a:pt x="438540" y="688436"/>
                      <a:pt x="554533" y="720609"/>
                    </a:cubicBezTo>
                    <a:cubicBezTo>
                      <a:pt x="670526" y="752782"/>
                      <a:pt x="870340" y="685049"/>
                      <a:pt x="945693" y="639329"/>
                    </a:cubicBezTo>
                    <a:cubicBezTo>
                      <a:pt x="1021046" y="593609"/>
                      <a:pt x="1054066" y="521642"/>
                      <a:pt x="1006653" y="446289"/>
                    </a:cubicBezTo>
                    <a:cubicBezTo>
                      <a:pt x="959240" y="370936"/>
                      <a:pt x="761120" y="241396"/>
                      <a:pt x="661213" y="187209"/>
                    </a:cubicBezTo>
                    <a:cubicBezTo>
                      <a:pt x="561306" y="133022"/>
                      <a:pt x="460553" y="132176"/>
                      <a:pt x="407213" y="121169"/>
                    </a:cubicBezTo>
                    <a:cubicBezTo>
                      <a:pt x="353873" y="110162"/>
                      <a:pt x="367420" y="131329"/>
                      <a:pt x="341173" y="121169"/>
                    </a:cubicBezTo>
                    <a:cubicBezTo>
                      <a:pt x="314926" y="111009"/>
                      <a:pt x="292913" y="79682"/>
                      <a:pt x="249733" y="60209"/>
                    </a:cubicBezTo>
                    <a:close/>
                  </a:path>
                </a:pathLst>
              </a:custGeom>
              <a:solidFill>
                <a:srgbClr val="8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E57F77F1-D9B4-4251-B781-86D4148409BC}"/>
                  </a:ext>
                </a:extLst>
              </p:cNvPr>
              <p:cNvSpPr/>
              <p:nvPr/>
            </p:nvSpPr>
            <p:spPr>
              <a:xfrm>
                <a:off x="9352691" y="4812350"/>
                <a:ext cx="1745231" cy="1790345"/>
              </a:xfrm>
              <a:custGeom>
                <a:avLst/>
                <a:gdLst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20915"/>
                  <a:gd name="connsiteX1" fmla="*/ 766236 w 1419144"/>
                  <a:gd name="connsiteY1" fmla="*/ 196585 h 1620915"/>
                  <a:gd name="connsiteX2" fmla="*/ 783170 w 1419144"/>
                  <a:gd name="connsiteY2" fmla="*/ 230451 h 1620915"/>
                  <a:gd name="connsiteX3" fmla="*/ 969436 w 1419144"/>
                  <a:gd name="connsiteY3" fmla="*/ 289718 h 1620915"/>
                  <a:gd name="connsiteX4" fmla="*/ 1214970 w 1419144"/>
                  <a:gd name="connsiteY4" fmla="*/ 450585 h 1620915"/>
                  <a:gd name="connsiteX5" fmla="*/ 1308103 w 1419144"/>
                  <a:gd name="connsiteY5" fmla="*/ 840051 h 1620915"/>
                  <a:gd name="connsiteX6" fmla="*/ 1189570 w 1419144"/>
                  <a:gd name="connsiteY6" fmla="*/ 1068651 h 1620915"/>
                  <a:gd name="connsiteX7" fmla="*/ 1172636 w 1419144"/>
                  <a:gd name="connsiteY7" fmla="*/ 1348051 h 1620915"/>
                  <a:gd name="connsiteX8" fmla="*/ 1291170 w 1419144"/>
                  <a:gd name="connsiteY8" fmla="*/ 1441185 h 1620915"/>
                  <a:gd name="connsiteX9" fmla="*/ 1409703 w 1419144"/>
                  <a:gd name="connsiteY9" fmla="*/ 1458118 h 1620915"/>
                  <a:gd name="connsiteX10" fmla="*/ 1409703 w 1419144"/>
                  <a:gd name="connsiteY10" fmla="*/ 1449651 h 1620915"/>
                  <a:gd name="connsiteX11" fmla="*/ 1392770 w 1419144"/>
                  <a:gd name="connsiteY11" fmla="*/ 1610518 h 1620915"/>
                  <a:gd name="connsiteX12" fmla="*/ 1257302 w 1419144"/>
                  <a:gd name="connsiteY12" fmla="*/ 1593585 h 1620915"/>
                  <a:gd name="connsiteX13" fmla="*/ 1054103 w 1419144"/>
                  <a:gd name="connsiteY13" fmla="*/ 1500451 h 1620915"/>
                  <a:gd name="connsiteX14" fmla="*/ 1011770 w 1419144"/>
                  <a:gd name="connsiteY14" fmla="*/ 1043251 h 1620915"/>
                  <a:gd name="connsiteX15" fmla="*/ 1138770 w 1419144"/>
                  <a:gd name="connsiteY15" fmla="*/ 789251 h 1620915"/>
                  <a:gd name="connsiteX16" fmla="*/ 1071036 w 1419144"/>
                  <a:gd name="connsiteY16" fmla="*/ 569118 h 1620915"/>
                  <a:gd name="connsiteX17" fmla="*/ 960970 w 1419144"/>
                  <a:gd name="connsiteY17" fmla="*/ 442118 h 1620915"/>
                  <a:gd name="connsiteX18" fmla="*/ 723903 w 1419144"/>
                  <a:gd name="connsiteY18" fmla="*/ 382851 h 1620915"/>
                  <a:gd name="connsiteX19" fmla="*/ 664636 w 1419144"/>
                  <a:gd name="connsiteY19" fmla="*/ 484451 h 1620915"/>
                  <a:gd name="connsiteX20" fmla="*/ 647703 w 1419144"/>
                  <a:gd name="connsiteY20" fmla="*/ 696118 h 1620915"/>
                  <a:gd name="connsiteX21" fmla="*/ 698503 w 1419144"/>
                  <a:gd name="connsiteY21" fmla="*/ 755385 h 1620915"/>
                  <a:gd name="connsiteX22" fmla="*/ 893236 w 1419144"/>
                  <a:gd name="connsiteY22" fmla="*/ 924718 h 1620915"/>
                  <a:gd name="connsiteX23" fmla="*/ 884770 w 1419144"/>
                  <a:gd name="connsiteY23" fmla="*/ 1161785 h 1620915"/>
                  <a:gd name="connsiteX24" fmla="*/ 690036 w 1419144"/>
                  <a:gd name="connsiteY24" fmla="*/ 1195651 h 1620915"/>
                  <a:gd name="connsiteX25" fmla="*/ 461436 w 1419144"/>
                  <a:gd name="connsiteY25" fmla="*/ 1178718 h 1620915"/>
                  <a:gd name="connsiteX26" fmla="*/ 266703 w 1419144"/>
                  <a:gd name="connsiteY26" fmla="*/ 1000918 h 1620915"/>
                  <a:gd name="connsiteX27" fmla="*/ 249770 w 1419144"/>
                  <a:gd name="connsiteY27" fmla="*/ 856985 h 1620915"/>
                  <a:gd name="connsiteX28" fmla="*/ 241303 w 1419144"/>
                  <a:gd name="connsiteY28" fmla="*/ 806185 h 1620915"/>
                  <a:gd name="connsiteX29" fmla="*/ 63503 w 1419144"/>
                  <a:gd name="connsiteY29" fmla="*/ 806185 h 1620915"/>
                  <a:gd name="connsiteX30" fmla="*/ 4236 w 1419144"/>
                  <a:gd name="connsiteY30" fmla="*/ 636851 h 1620915"/>
                  <a:gd name="connsiteX31" fmla="*/ 165103 w 1419144"/>
                  <a:gd name="connsiteY31" fmla="*/ 484451 h 1620915"/>
                  <a:gd name="connsiteX32" fmla="*/ 334436 w 1419144"/>
                  <a:gd name="connsiteY32" fmla="*/ 501385 h 1620915"/>
                  <a:gd name="connsiteX33" fmla="*/ 393703 w 1419144"/>
                  <a:gd name="connsiteY33" fmla="*/ 653785 h 1620915"/>
                  <a:gd name="connsiteX34" fmla="*/ 385236 w 1419144"/>
                  <a:gd name="connsiteY34" fmla="*/ 721518 h 1620915"/>
                  <a:gd name="connsiteX35" fmla="*/ 436036 w 1419144"/>
                  <a:gd name="connsiteY35" fmla="*/ 704585 h 1620915"/>
                  <a:gd name="connsiteX36" fmla="*/ 444503 w 1419144"/>
                  <a:gd name="connsiteY36" fmla="*/ 475985 h 1620915"/>
                  <a:gd name="connsiteX37" fmla="*/ 596903 w 1419144"/>
                  <a:gd name="connsiteY37" fmla="*/ 213518 h 1620915"/>
                  <a:gd name="connsiteX38" fmla="*/ 596903 w 1419144"/>
                  <a:gd name="connsiteY38" fmla="*/ 44185 h 1620915"/>
                  <a:gd name="connsiteX39" fmla="*/ 749303 w 1419144"/>
                  <a:gd name="connsiteY39" fmla="*/ 10318 h 1620915"/>
                  <a:gd name="connsiteX0" fmla="*/ 749303 w 1427849"/>
                  <a:gd name="connsiteY0" fmla="*/ 10318 h 1620915"/>
                  <a:gd name="connsiteX1" fmla="*/ 766236 w 1427849"/>
                  <a:gd name="connsiteY1" fmla="*/ 196585 h 1620915"/>
                  <a:gd name="connsiteX2" fmla="*/ 783170 w 1427849"/>
                  <a:gd name="connsiteY2" fmla="*/ 230451 h 1620915"/>
                  <a:gd name="connsiteX3" fmla="*/ 969436 w 1427849"/>
                  <a:gd name="connsiteY3" fmla="*/ 289718 h 1620915"/>
                  <a:gd name="connsiteX4" fmla="*/ 1214970 w 1427849"/>
                  <a:gd name="connsiteY4" fmla="*/ 450585 h 1620915"/>
                  <a:gd name="connsiteX5" fmla="*/ 1308103 w 1427849"/>
                  <a:gd name="connsiteY5" fmla="*/ 840051 h 1620915"/>
                  <a:gd name="connsiteX6" fmla="*/ 1189570 w 1427849"/>
                  <a:gd name="connsiteY6" fmla="*/ 1068651 h 1620915"/>
                  <a:gd name="connsiteX7" fmla="*/ 1172636 w 1427849"/>
                  <a:gd name="connsiteY7" fmla="*/ 1348051 h 1620915"/>
                  <a:gd name="connsiteX8" fmla="*/ 1291170 w 1427849"/>
                  <a:gd name="connsiteY8" fmla="*/ 1441185 h 1620915"/>
                  <a:gd name="connsiteX9" fmla="*/ 1409703 w 1427849"/>
                  <a:gd name="connsiteY9" fmla="*/ 1458118 h 1620915"/>
                  <a:gd name="connsiteX10" fmla="*/ 1409703 w 1427849"/>
                  <a:gd name="connsiteY10" fmla="*/ 1449651 h 1620915"/>
                  <a:gd name="connsiteX11" fmla="*/ 1418170 w 1427849"/>
                  <a:gd name="connsiteY11" fmla="*/ 1610518 h 1620915"/>
                  <a:gd name="connsiteX12" fmla="*/ 1257302 w 1427849"/>
                  <a:gd name="connsiteY12" fmla="*/ 1593585 h 1620915"/>
                  <a:gd name="connsiteX13" fmla="*/ 1054103 w 1427849"/>
                  <a:gd name="connsiteY13" fmla="*/ 1500451 h 1620915"/>
                  <a:gd name="connsiteX14" fmla="*/ 1011770 w 1427849"/>
                  <a:gd name="connsiteY14" fmla="*/ 1043251 h 1620915"/>
                  <a:gd name="connsiteX15" fmla="*/ 1138770 w 1427849"/>
                  <a:gd name="connsiteY15" fmla="*/ 789251 h 1620915"/>
                  <a:gd name="connsiteX16" fmla="*/ 1071036 w 1427849"/>
                  <a:gd name="connsiteY16" fmla="*/ 569118 h 1620915"/>
                  <a:gd name="connsiteX17" fmla="*/ 960970 w 1427849"/>
                  <a:gd name="connsiteY17" fmla="*/ 442118 h 1620915"/>
                  <a:gd name="connsiteX18" fmla="*/ 723903 w 1427849"/>
                  <a:gd name="connsiteY18" fmla="*/ 382851 h 1620915"/>
                  <a:gd name="connsiteX19" fmla="*/ 664636 w 1427849"/>
                  <a:gd name="connsiteY19" fmla="*/ 484451 h 1620915"/>
                  <a:gd name="connsiteX20" fmla="*/ 647703 w 1427849"/>
                  <a:gd name="connsiteY20" fmla="*/ 696118 h 1620915"/>
                  <a:gd name="connsiteX21" fmla="*/ 698503 w 1427849"/>
                  <a:gd name="connsiteY21" fmla="*/ 755385 h 1620915"/>
                  <a:gd name="connsiteX22" fmla="*/ 893236 w 1427849"/>
                  <a:gd name="connsiteY22" fmla="*/ 924718 h 1620915"/>
                  <a:gd name="connsiteX23" fmla="*/ 884770 w 1427849"/>
                  <a:gd name="connsiteY23" fmla="*/ 1161785 h 1620915"/>
                  <a:gd name="connsiteX24" fmla="*/ 690036 w 1427849"/>
                  <a:gd name="connsiteY24" fmla="*/ 1195651 h 1620915"/>
                  <a:gd name="connsiteX25" fmla="*/ 461436 w 1427849"/>
                  <a:gd name="connsiteY25" fmla="*/ 1178718 h 1620915"/>
                  <a:gd name="connsiteX26" fmla="*/ 266703 w 1427849"/>
                  <a:gd name="connsiteY26" fmla="*/ 1000918 h 1620915"/>
                  <a:gd name="connsiteX27" fmla="*/ 249770 w 1427849"/>
                  <a:gd name="connsiteY27" fmla="*/ 856985 h 1620915"/>
                  <a:gd name="connsiteX28" fmla="*/ 241303 w 1427849"/>
                  <a:gd name="connsiteY28" fmla="*/ 806185 h 1620915"/>
                  <a:gd name="connsiteX29" fmla="*/ 63503 w 1427849"/>
                  <a:gd name="connsiteY29" fmla="*/ 806185 h 1620915"/>
                  <a:gd name="connsiteX30" fmla="*/ 4236 w 1427849"/>
                  <a:gd name="connsiteY30" fmla="*/ 636851 h 1620915"/>
                  <a:gd name="connsiteX31" fmla="*/ 165103 w 1427849"/>
                  <a:gd name="connsiteY31" fmla="*/ 484451 h 1620915"/>
                  <a:gd name="connsiteX32" fmla="*/ 334436 w 1427849"/>
                  <a:gd name="connsiteY32" fmla="*/ 501385 h 1620915"/>
                  <a:gd name="connsiteX33" fmla="*/ 393703 w 1427849"/>
                  <a:gd name="connsiteY33" fmla="*/ 653785 h 1620915"/>
                  <a:gd name="connsiteX34" fmla="*/ 385236 w 1427849"/>
                  <a:gd name="connsiteY34" fmla="*/ 721518 h 1620915"/>
                  <a:gd name="connsiteX35" fmla="*/ 436036 w 1427849"/>
                  <a:gd name="connsiteY35" fmla="*/ 704585 h 1620915"/>
                  <a:gd name="connsiteX36" fmla="*/ 444503 w 1427849"/>
                  <a:gd name="connsiteY36" fmla="*/ 475985 h 1620915"/>
                  <a:gd name="connsiteX37" fmla="*/ 596903 w 1427849"/>
                  <a:gd name="connsiteY37" fmla="*/ 213518 h 1620915"/>
                  <a:gd name="connsiteX38" fmla="*/ 596903 w 1427849"/>
                  <a:gd name="connsiteY38" fmla="*/ 44185 h 1620915"/>
                  <a:gd name="connsiteX39" fmla="*/ 749303 w 1427849"/>
                  <a:gd name="connsiteY39" fmla="*/ 10318 h 1620915"/>
                  <a:gd name="connsiteX0" fmla="*/ 749303 w 1452318"/>
                  <a:gd name="connsiteY0" fmla="*/ 10318 h 1620915"/>
                  <a:gd name="connsiteX1" fmla="*/ 766236 w 1452318"/>
                  <a:gd name="connsiteY1" fmla="*/ 196585 h 1620915"/>
                  <a:gd name="connsiteX2" fmla="*/ 783170 w 1452318"/>
                  <a:gd name="connsiteY2" fmla="*/ 230451 h 1620915"/>
                  <a:gd name="connsiteX3" fmla="*/ 969436 w 1452318"/>
                  <a:gd name="connsiteY3" fmla="*/ 289718 h 1620915"/>
                  <a:gd name="connsiteX4" fmla="*/ 1214970 w 1452318"/>
                  <a:gd name="connsiteY4" fmla="*/ 450585 h 1620915"/>
                  <a:gd name="connsiteX5" fmla="*/ 1308103 w 1452318"/>
                  <a:gd name="connsiteY5" fmla="*/ 840051 h 1620915"/>
                  <a:gd name="connsiteX6" fmla="*/ 1189570 w 1452318"/>
                  <a:gd name="connsiteY6" fmla="*/ 1068651 h 1620915"/>
                  <a:gd name="connsiteX7" fmla="*/ 1172636 w 1452318"/>
                  <a:gd name="connsiteY7" fmla="*/ 1348051 h 1620915"/>
                  <a:gd name="connsiteX8" fmla="*/ 1291170 w 1452318"/>
                  <a:gd name="connsiteY8" fmla="*/ 1441185 h 1620915"/>
                  <a:gd name="connsiteX9" fmla="*/ 1409703 w 1452318"/>
                  <a:gd name="connsiteY9" fmla="*/ 1458118 h 1620915"/>
                  <a:gd name="connsiteX10" fmla="*/ 1452037 w 1452318"/>
                  <a:gd name="connsiteY10" fmla="*/ 1449651 h 1620915"/>
                  <a:gd name="connsiteX11" fmla="*/ 1418170 w 1452318"/>
                  <a:gd name="connsiteY11" fmla="*/ 1610518 h 1620915"/>
                  <a:gd name="connsiteX12" fmla="*/ 1257302 w 1452318"/>
                  <a:gd name="connsiteY12" fmla="*/ 1593585 h 1620915"/>
                  <a:gd name="connsiteX13" fmla="*/ 1054103 w 1452318"/>
                  <a:gd name="connsiteY13" fmla="*/ 1500451 h 1620915"/>
                  <a:gd name="connsiteX14" fmla="*/ 1011770 w 1452318"/>
                  <a:gd name="connsiteY14" fmla="*/ 1043251 h 1620915"/>
                  <a:gd name="connsiteX15" fmla="*/ 1138770 w 1452318"/>
                  <a:gd name="connsiteY15" fmla="*/ 789251 h 1620915"/>
                  <a:gd name="connsiteX16" fmla="*/ 1071036 w 1452318"/>
                  <a:gd name="connsiteY16" fmla="*/ 569118 h 1620915"/>
                  <a:gd name="connsiteX17" fmla="*/ 960970 w 1452318"/>
                  <a:gd name="connsiteY17" fmla="*/ 442118 h 1620915"/>
                  <a:gd name="connsiteX18" fmla="*/ 723903 w 1452318"/>
                  <a:gd name="connsiteY18" fmla="*/ 382851 h 1620915"/>
                  <a:gd name="connsiteX19" fmla="*/ 664636 w 1452318"/>
                  <a:gd name="connsiteY19" fmla="*/ 484451 h 1620915"/>
                  <a:gd name="connsiteX20" fmla="*/ 647703 w 1452318"/>
                  <a:gd name="connsiteY20" fmla="*/ 696118 h 1620915"/>
                  <a:gd name="connsiteX21" fmla="*/ 698503 w 1452318"/>
                  <a:gd name="connsiteY21" fmla="*/ 755385 h 1620915"/>
                  <a:gd name="connsiteX22" fmla="*/ 893236 w 1452318"/>
                  <a:gd name="connsiteY22" fmla="*/ 924718 h 1620915"/>
                  <a:gd name="connsiteX23" fmla="*/ 884770 w 1452318"/>
                  <a:gd name="connsiteY23" fmla="*/ 1161785 h 1620915"/>
                  <a:gd name="connsiteX24" fmla="*/ 690036 w 1452318"/>
                  <a:gd name="connsiteY24" fmla="*/ 1195651 h 1620915"/>
                  <a:gd name="connsiteX25" fmla="*/ 461436 w 1452318"/>
                  <a:gd name="connsiteY25" fmla="*/ 1178718 h 1620915"/>
                  <a:gd name="connsiteX26" fmla="*/ 266703 w 1452318"/>
                  <a:gd name="connsiteY26" fmla="*/ 1000918 h 1620915"/>
                  <a:gd name="connsiteX27" fmla="*/ 249770 w 1452318"/>
                  <a:gd name="connsiteY27" fmla="*/ 856985 h 1620915"/>
                  <a:gd name="connsiteX28" fmla="*/ 241303 w 1452318"/>
                  <a:gd name="connsiteY28" fmla="*/ 806185 h 1620915"/>
                  <a:gd name="connsiteX29" fmla="*/ 63503 w 1452318"/>
                  <a:gd name="connsiteY29" fmla="*/ 806185 h 1620915"/>
                  <a:gd name="connsiteX30" fmla="*/ 4236 w 1452318"/>
                  <a:gd name="connsiteY30" fmla="*/ 636851 h 1620915"/>
                  <a:gd name="connsiteX31" fmla="*/ 165103 w 1452318"/>
                  <a:gd name="connsiteY31" fmla="*/ 484451 h 1620915"/>
                  <a:gd name="connsiteX32" fmla="*/ 334436 w 1452318"/>
                  <a:gd name="connsiteY32" fmla="*/ 501385 h 1620915"/>
                  <a:gd name="connsiteX33" fmla="*/ 393703 w 1452318"/>
                  <a:gd name="connsiteY33" fmla="*/ 653785 h 1620915"/>
                  <a:gd name="connsiteX34" fmla="*/ 385236 w 1452318"/>
                  <a:gd name="connsiteY34" fmla="*/ 721518 h 1620915"/>
                  <a:gd name="connsiteX35" fmla="*/ 436036 w 1452318"/>
                  <a:gd name="connsiteY35" fmla="*/ 704585 h 1620915"/>
                  <a:gd name="connsiteX36" fmla="*/ 444503 w 1452318"/>
                  <a:gd name="connsiteY36" fmla="*/ 475985 h 1620915"/>
                  <a:gd name="connsiteX37" fmla="*/ 596903 w 1452318"/>
                  <a:gd name="connsiteY37" fmla="*/ 213518 h 1620915"/>
                  <a:gd name="connsiteX38" fmla="*/ 596903 w 1452318"/>
                  <a:gd name="connsiteY38" fmla="*/ 44185 h 1620915"/>
                  <a:gd name="connsiteX39" fmla="*/ 749303 w 1452318"/>
                  <a:gd name="connsiteY39" fmla="*/ 10318 h 1620915"/>
                  <a:gd name="connsiteX0" fmla="*/ 749303 w 1474633"/>
                  <a:gd name="connsiteY0" fmla="*/ 10318 h 1608568"/>
                  <a:gd name="connsiteX1" fmla="*/ 766236 w 1474633"/>
                  <a:gd name="connsiteY1" fmla="*/ 196585 h 1608568"/>
                  <a:gd name="connsiteX2" fmla="*/ 783170 w 1474633"/>
                  <a:gd name="connsiteY2" fmla="*/ 230451 h 1608568"/>
                  <a:gd name="connsiteX3" fmla="*/ 969436 w 1474633"/>
                  <a:gd name="connsiteY3" fmla="*/ 289718 h 1608568"/>
                  <a:gd name="connsiteX4" fmla="*/ 1214970 w 1474633"/>
                  <a:gd name="connsiteY4" fmla="*/ 450585 h 1608568"/>
                  <a:gd name="connsiteX5" fmla="*/ 1308103 w 1474633"/>
                  <a:gd name="connsiteY5" fmla="*/ 840051 h 1608568"/>
                  <a:gd name="connsiteX6" fmla="*/ 1189570 w 1474633"/>
                  <a:gd name="connsiteY6" fmla="*/ 1068651 h 1608568"/>
                  <a:gd name="connsiteX7" fmla="*/ 1172636 w 1474633"/>
                  <a:gd name="connsiteY7" fmla="*/ 1348051 h 1608568"/>
                  <a:gd name="connsiteX8" fmla="*/ 1291170 w 1474633"/>
                  <a:gd name="connsiteY8" fmla="*/ 1441185 h 1608568"/>
                  <a:gd name="connsiteX9" fmla="*/ 1409703 w 1474633"/>
                  <a:gd name="connsiteY9" fmla="*/ 1458118 h 1608568"/>
                  <a:gd name="connsiteX10" fmla="*/ 1452037 w 1474633"/>
                  <a:gd name="connsiteY10" fmla="*/ 1449651 h 1608568"/>
                  <a:gd name="connsiteX11" fmla="*/ 1460503 w 1474633"/>
                  <a:gd name="connsiteY11" fmla="*/ 1593585 h 1608568"/>
                  <a:gd name="connsiteX12" fmla="*/ 1257302 w 1474633"/>
                  <a:gd name="connsiteY12" fmla="*/ 1593585 h 1608568"/>
                  <a:gd name="connsiteX13" fmla="*/ 1054103 w 1474633"/>
                  <a:gd name="connsiteY13" fmla="*/ 1500451 h 1608568"/>
                  <a:gd name="connsiteX14" fmla="*/ 1011770 w 1474633"/>
                  <a:gd name="connsiteY14" fmla="*/ 1043251 h 1608568"/>
                  <a:gd name="connsiteX15" fmla="*/ 1138770 w 1474633"/>
                  <a:gd name="connsiteY15" fmla="*/ 789251 h 1608568"/>
                  <a:gd name="connsiteX16" fmla="*/ 1071036 w 1474633"/>
                  <a:gd name="connsiteY16" fmla="*/ 569118 h 1608568"/>
                  <a:gd name="connsiteX17" fmla="*/ 960970 w 1474633"/>
                  <a:gd name="connsiteY17" fmla="*/ 442118 h 1608568"/>
                  <a:gd name="connsiteX18" fmla="*/ 723903 w 1474633"/>
                  <a:gd name="connsiteY18" fmla="*/ 382851 h 1608568"/>
                  <a:gd name="connsiteX19" fmla="*/ 664636 w 1474633"/>
                  <a:gd name="connsiteY19" fmla="*/ 484451 h 1608568"/>
                  <a:gd name="connsiteX20" fmla="*/ 647703 w 1474633"/>
                  <a:gd name="connsiteY20" fmla="*/ 696118 h 1608568"/>
                  <a:gd name="connsiteX21" fmla="*/ 698503 w 1474633"/>
                  <a:gd name="connsiteY21" fmla="*/ 755385 h 1608568"/>
                  <a:gd name="connsiteX22" fmla="*/ 893236 w 1474633"/>
                  <a:gd name="connsiteY22" fmla="*/ 924718 h 1608568"/>
                  <a:gd name="connsiteX23" fmla="*/ 884770 w 1474633"/>
                  <a:gd name="connsiteY23" fmla="*/ 1161785 h 1608568"/>
                  <a:gd name="connsiteX24" fmla="*/ 690036 w 1474633"/>
                  <a:gd name="connsiteY24" fmla="*/ 1195651 h 1608568"/>
                  <a:gd name="connsiteX25" fmla="*/ 461436 w 1474633"/>
                  <a:gd name="connsiteY25" fmla="*/ 1178718 h 1608568"/>
                  <a:gd name="connsiteX26" fmla="*/ 266703 w 1474633"/>
                  <a:gd name="connsiteY26" fmla="*/ 1000918 h 1608568"/>
                  <a:gd name="connsiteX27" fmla="*/ 249770 w 1474633"/>
                  <a:gd name="connsiteY27" fmla="*/ 856985 h 1608568"/>
                  <a:gd name="connsiteX28" fmla="*/ 241303 w 1474633"/>
                  <a:gd name="connsiteY28" fmla="*/ 806185 h 1608568"/>
                  <a:gd name="connsiteX29" fmla="*/ 63503 w 1474633"/>
                  <a:gd name="connsiteY29" fmla="*/ 806185 h 1608568"/>
                  <a:gd name="connsiteX30" fmla="*/ 4236 w 1474633"/>
                  <a:gd name="connsiteY30" fmla="*/ 636851 h 1608568"/>
                  <a:gd name="connsiteX31" fmla="*/ 165103 w 1474633"/>
                  <a:gd name="connsiteY31" fmla="*/ 484451 h 1608568"/>
                  <a:gd name="connsiteX32" fmla="*/ 334436 w 1474633"/>
                  <a:gd name="connsiteY32" fmla="*/ 501385 h 1608568"/>
                  <a:gd name="connsiteX33" fmla="*/ 393703 w 1474633"/>
                  <a:gd name="connsiteY33" fmla="*/ 653785 h 1608568"/>
                  <a:gd name="connsiteX34" fmla="*/ 385236 w 1474633"/>
                  <a:gd name="connsiteY34" fmla="*/ 721518 h 1608568"/>
                  <a:gd name="connsiteX35" fmla="*/ 436036 w 1474633"/>
                  <a:gd name="connsiteY35" fmla="*/ 704585 h 1608568"/>
                  <a:gd name="connsiteX36" fmla="*/ 444503 w 1474633"/>
                  <a:gd name="connsiteY36" fmla="*/ 475985 h 1608568"/>
                  <a:gd name="connsiteX37" fmla="*/ 596903 w 1474633"/>
                  <a:gd name="connsiteY37" fmla="*/ 213518 h 1608568"/>
                  <a:gd name="connsiteX38" fmla="*/ 596903 w 1474633"/>
                  <a:gd name="connsiteY38" fmla="*/ 44185 h 1608568"/>
                  <a:gd name="connsiteX39" fmla="*/ 749303 w 1474633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43251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71036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596903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49303 w 1481339"/>
                  <a:gd name="connsiteY2" fmla="*/ 213517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55443 h 1654168"/>
                  <a:gd name="connsiteX1" fmla="*/ 766236 w 1481339"/>
                  <a:gd name="connsiteY1" fmla="*/ 241710 h 1654168"/>
                  <a:gd name="connsiteX2" fmla="*/ 749303 w 1481339"/>
                  <a:gd name="connsiteY2" fmla="*/ 258642 h 1654168"/>
                  <a:gd name="connsiteX3" fmla="*/ 969436 w 1481339"/>
                  <a:gd name="connsiteY3" fmla="*/ 334843 h 1654168"/>
                  <a:gd name="connsiteX4" fmla="*/ 1214970 w 1481339"/>
                  <a:gd name="connsiteY4" fmla="*/ 495710 h 1654168"/>
                  <a:gd name="connsiteX5" fmla="*/ 1308103 w 1481339"/>
                  <a:gd name="connsiteY5" fmla="*/ 885176 h 1654168"/>
                  <a:gd name="connsiteX6" fmla="*/ 1240370 w 1481339"/>
                  <a:gd name="connsiteY6" fmla="*/ 1113776 h 1654168"/>
                  <a:gd name="connsiteX7" fmla="*/ 1206502 w 1481339"/>
                  <a:gd name="connsiteY7" fmla="*/ 1393176 h 1654168"/>
                  <a:gd name="connsiteX8" fmla="*/ 1291170 w 1481339"/>
                  <a:gd name="connsiteY8" fmla="*/ 1486310 h 1654168"/>
                  <a:gd name="connsiteX9" fmla="*/ 1409703 w 1481339"/>
                  <a:gd name="connsiteY9" fmla="*/ 1503243 h 1654168"/>
                  <a:gd name="connsiteX10" fmla="*/ 1468970 w 1481339"/>
                  <a:gd name="connsiteY10" fmla="*/ 1494776 h 1654168"/>
                  <a:gd name="connsiteX11" fmla="*/ 1460503 w 1481339"/>
                  <a:gd name="connsiteY11" fmla="*/ 1638710 h 1654168"/>
                  <a:gd name="connsiteX12" fmla="*/ 1257302 w 1481339"/>
                  <a:gd name="connsiteY12" fmla="*/ 1638710 h 1654168"/>
                  <a:gd name="connsiteX13" fmla="*/ 1045636 w 1481339"/>
                  <a:gd name="connsiteY13" fmla="*/ 1537110 h 1654168"/>
                  <a:gd name="connsiteX14" fmla="*/ 1028703 w 1481339"/>
                  <a:gd name="connsiteY14" fmla="*/ 1181509 h 1654168"/>
                  <a:gd name="connsiteX15" fmla="*/ 1138770 w 1481339"/>
                  <a:gd name="connsiteY15" fmla="*/ 834376 h 1654168"/>
                  <a:gd name="connsiteX16" fmla="*/ 1071036 w 1481339"/>
                  <a:gd name="connsiteY16" fmla="*/ 614243 h 1654168"/>
                  <a:gd name="connsiteX17" fmla="*/ 960970 w 1481339"/>
                  <a:gd name="connsiteY17" fmla="*/ 487243 h 1654168"/>
                  <a:gd name="connsiteX18" fmla="*/ 723903 w 1481339"/>
                  <a:gd name="connsiteY18" fmla="*/ 427976 h 1654168"/>
                  <a:gd name="connsiteX19" fmla="*/ 664636 w 1481339"/>
                  <a:gd name="connsiteY19" fmla="*/ 529576 h 1654168"/>
                  <a:gd name="connsiteX20" fmla="*/ 647703 w 1481339"/>
                  <a:gd name="connsiteY20" fmla="*/ 741243 h 1654168"/>
                  <a:gd name="connsiteX21" fmla="*/ 698503 w 1481339"/>
                  <a:gd name="connsiteY21" fmla="*/ 800510 h 1654168"/>
                  <a:gd name="connsiteX22" fmla="*/ 893236 w 1481339"/>
                  <a:gd name="connsiteY22" fmla="*/ 969843 h 1654168"/>
                  <a:gd name="connsiteX23" fmla="*/ 884770 w 1481339"/>
                  <a:gd name="connsiteY23" fmla="*/ 1206910 h 1654168"/>
                  <a:gd name="connsiteX24" fmla="*/ 690036 w 1481339"/>
                  <a:gd name="connsiteY24" fmla="*/ 1240776 h 1654168"/>
                  <a:gd name="connsiteX25" fmla="*/ 461436 w 1481339"/>
                  <a:gd name="connsiteY25" fmla="*/ 1223843 h 1654168"/>
                  <a:gd name="connsiteX26" fmla="*/ 266703 w 1481339"/>
                  <a:gd name="connsiteY26" fmla="*/ 1046043 h 1654168"/>
                  <a:gd name="connsiteX27" fmla="*/ 249770 w 1481339"/>
                  <a:gd name="connsiteY27" fmla="*/ 902110 h 1654168"/>
                  <a:gd name="connsiteX28" fmla="*/ 241303 w 1481339"/>
                  <a:gd name="connsiteY28" fmla="*/ 851310 h 1654168"/>
                  <a:gd name="connsiteX29" fmla="*/ 63503 w 1481339"/>
                  <a:gd name="connsiteY29" fmla="*/ 851310 h 1654168"/>
                  <a:gd name="connsiteX30" fmla="*/ 4236 w 1481339"/>
                  <a:gd name="connsiteY30" fmla="*/ 681976 h 1654168"/>
                  <a:gd name="connsiteX31" fmla="*/ 165103 w 1481339"/>
                  <a:gd name="connsiteY31" fmla="*/ 529576 h 1654168"/>
                  <a:gd name="connsiteX32" fmla="*/ 334436 w 1481339"/>
                  <a:gd name="connsiteY32" fmla="*/ 546510 h 1654168"/>
                  <a:gd name="connsiteX33" fmla="*/ 393703 w 1481339"/>
                  <a:gd name="connsiteY33" fmla="*/ 698910 h 1654168"/>
                  <a:gd name="connsiteX34" fmla="*/ 385236 w 1481339"/>
                  <a:gd name="connsiteY34" fmla="*/ 766643 h 1654168"/>
                  <a:gd name="connsiteX35" fmla="*/ 436036 w 1481339"/>
                  <a:gd name="connsiteY35" fmla="*/ 749710 h 1654168"/>
                  <a:gd name="connsiteX36" fmla="*/ 444503 w 1481339"/>
                  <a:gd name="connsiteY36" fmla="*/ 521110 h 1654168"/>
                  <a:gd name="connsiteX37" fmla="*/ 639236 w 1481339"/>
                  <a:gd name="connsiteY37" fmla="*/ 258643 h 1654168"/>
                  <a:gd name="connsiteX38" fmla="*/ 613836 w 1481339"/>
                  <a:gd name="connsiteY38" fmla="*/ 13110 h 1654168"/>
                  <a:gd name="connsiteX39" fmla="*/ 749303 w 1481339"/>
                  <a:gd name="connsiteY39" fmla="*/ 55443 h 165416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138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392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29055 w 1478024"/>
                  <a:gd name="connsiteY0" fmla="*/ 23126 h 1681118"/>
                  <a:gd name="connsiteX1" fmla="*/ 762921 w 1478024"/>
                  <a:gd name="connsiteY1" fmla="*/ 268660 h 1681118"/>
                  <a:gd name="connsiteX2" fmla="*/ 745988 w 1478024"/>
                  <a:gd name="connsiteY2" fmla="*/ 285592 h 1681118"/>
                  <a:gd name="connsiteX3" fmla="*/ 966121 w 1478024"/>
                  <a:gd name="connsiteY3" fmla="*/ 361793 h 1681118"/>
                  <a:gd name="connsiteX4" fmla="*/ 1211655 w 1478024"/>
                  <a:gd name="connsiteY4" fmla="*/ 522660 h 1681118"/>
                  <a:gd name="connsiteX5" fmla="*/ 1304788 w 1478024"/>
                  <a:gd name="connsiteY5" fmla="*/ 912126 h 1681118"/>
                  <a:gd name="connsiteX6" fmla="*/ 1237055 w 1478024"/>
                  <a:gd name="connsiteY6" fmla="*/ 1140726 h 1681118"/>
                  <a:gd name="connsiteX7" fmla="*/ 1203187 w 1478024"/>
                  <a:gd name="connsiteY7" fmla="*/ 1420126 h 1681118"/>
                  <a:gd name="connsiteX8" fmla="*/ 1287855 w 1478024"/>
                  <a:gd name="connsiteY8" fmla="*/ 1513260 h 1681118"/>
                  <a:gd name="connsiteX9" fmla="*/ 1406388 w 1478024"/>
                  <a:gd name="connsiteY9" fmla="*/ 1530193 h 1681118"/>
                  <a:gd name="connsiteX10" fmla="*/ 1465655 w 1478024"/>
                  <a:gd name="connsiteY10" fmla="*/ 1521726 h 1681118"/>
                  <a:gd name="connsiteX11" fmla="*/ 1457188 w 1478024"/>
                  <a:gd name="connsiteY11" fmla="*/ 1665660 h 1681118"/>
                  <a:gd name="connsiteX12" fmla="*/ 1253987 w 1478024"/>
                  <a:gd name="connsiteY12" fmla="*/ 1665660 h 1681118"/>
                  <a:gd name="connsiteX13" fmla="*/ 1042321 w 1478024"/>
                  <a:gd name="connsiteY13" fmla="*/ 1564060 h 1681118"/>
                  <a:gd name="connsiteX14" fmla="*/ 1025388 w 1478024"/>
                  <a:gd name="connsiteY14" fmla="*/ 1208459 h 1681118"/>
                  <a:gd name="connsiteX15" fmla="*/ 1135455 w 1478024"/>
                  <a:gd name="connsiteY15" fmla="*/ 861326 h 1681118"/>
                  <a:gd name="connsiteX16" fmla="*/ 1067721 w 1478024"/>
                  <a:gd name="connsiteY16" fmla="*/ 641193 h 1681118"/>
                  <a:gd name="connsiteX17" fmla="*/ 957655 w 1478024"/>
                  <a:gd name="connsiteY17" fmla="*/ 514193 h 1681118"/>
                  <a:gd name="connsiteX18" fmla="*/ 720588 w 1478024"/>
                  <a:gd name="connsiteY18" fmla="*/ 454926 h 1681118"/>
                  <a:gd name="connsiteX19" fmla="*/ 661321 w 1478024"/>
                  <a:gd name="connsiteY19" fmla="*/ 556526 h 1681118"/>
                  <a:gd name="connsiteX20" fmla="*/ 644388 w 1478024"/>
                  <a:gd name="connsiteY20" fmla="*/ 768193 h 1681118"/>
                  <a:gd name="connsiteX21" fmla="*/ 695188 w 1478024"/>
                  <a:gd name="connsiteY21" fmla="*/ 827460 h 1681118"/>
                  <a:gd name="connsiteX22" fmla="*/ 889921 w 1478024"/>
                  <a:gd name="connsiteY22" fmla="*/ 996793 h 1681118"/>
                  <a:gd name="connsiteX23" fmla="*/ 881455 w 1478024"/>
                  <a:gd name="connsiteY23" fmla="*/ 1233860 h 1681118"/>
                  <a:gd name="connsiteX24" fmla="*/ 686721 w 1478024"/>
                  <a:gd name="connsiteY24" fmla="*/ 1267726 h 1681118"/>
                  <a:gd name="connsiteX25" fmla="*/ 458121 w 1478024"/>
                  <a:gd name="connsiteY25" fmla="*/ 1250793 h 1681118"/>
                  <a:gd name="connsiteX26" fmla="*/ 263388 w 1478024"/>
                  <a:gd name="connsiteY26" fmla="*/ 1072993 h 1681118"/>
                  <a:gd name="connsiteX27" fmla="*/ 246455 w 1478024"/>
                  <a:gd name="connsiteY27" fmla="*/ 929060 h 1681118"/>
                  <a:gd name="connsiteX28" fmla="*/ 237988 w 1478024"/>
                  <a:gd name="connsiteY28" fmla="*/ 878260 h 1681118"/>
                  <a:gd name="connsiteX29" fmla="*/ 102522 w 1478024"/>
                  <a:gd name="connsiteY29" fmla="*/ 912126 h 1681118"/>
                  <a:gd name="connsiteX30" fmla="*/ 921 w 1478024"/>
                  <a:gd name="connsiteY30" fmla="*/ 708926 h 1681118"/>
                  <a:gd name="connsiteX31" fmla="*/ 161788 w 1478024"/>
                  <a:gd name="connsiteY31" fmla="*/ 556526 h 1681118"/>
                  <a:gd name="connsiteX32" fmla="*/ 331121 w 1478024"/>
                  <a:gd name="connsiteY32" fmla="*/ 573460 h 1681118"/>
                  <a:gd name="connsiteX33" fmla="*/ 390388 w 1478024"/>
                  <a:gd name="connsiteY33" fmla="*/ 725860 h 1681118"/>
                  <a:gd name="connsiteX34" fmla="*/ 381921 w 1478024"/>
                  <a:gd name="connsiteY34" fmla="*/ 793593 h 1681118"/>
                  <a:gd name="connsiteX35" fmla="*/ 432721 w 1478024"/>
                  <a:gd name="connsiteY35" fmla="*/ 776660 h 1681118"/>
                  <a:gd name="connsiteX36" fmla="*/ 441188 w 1478024"/>
                  <a:gd name="connsiteY36" fmla="*/ 548060 h 1681118"/>
                  <a:gd name="connsiteX37" fmla="*/ 635921 w 1478024"/>
                  <a:gd name="connsiteY37" fmla="*/ 285593 h 1681118"/>
                  <a:gd name="connsiteX38" fmla="*/ 635921 w 1478024"/>
                  <a:gd name="connsiteY38" fmla="*/ 40060 h 1681118"/>
                  <a:gd name="connsiteX39" fmla="*/ 729055 w 1478024"/>
                  <a:gd name="connsiteY39" fmla="*/ 23126 h 1681118"/>
                  <a:gd name="connsiteX0" fmla="*/ 663383 w 1412352"/>
                  <a:gd name="connsiteY0" fmla="*/ 23126 h 1681118"/>
                  <a:gd name="connsiteX1" fmla="*/ 697249 w 1412352"/>
                  <a:gd name="connsiteY1" fmla="*/ 268660 h 1681118"/>
                  <a:gd name="connsiteX2" fmla="*/ 680316 w 1412352"/>
                  <a:gd name="connsiteY2" fmla="*/ 285592 h 1681118"/>
                  <a:gd name="connsiteX3" fmla="*/ 900449 w 1412352"/>
                  <a:gd name="connsiteY3" fmla="*/ 361793 h 1681118"/>
                  <a:gd name="connsiteX4" fmla="*/ 1145983 w 1412352"/>
                  <a:gd name="connsiteY4" fmla="*/ 522660 h 1681118"/>
                  <a:gd name="connsiteX5" fmla="*/ 1239116 w 1412352"/>
                  <a:gd name="connsiteY5" fmla="*/ 912126 h 1681118"/>
                  <a:gd name="connsiteX6" fmla="*/ 1171383 w 1412352"/>
                  <a:gd name="connsiteY6" fmla="*/ 1140726 h 1681118"/>
                  <a:gd name="connsiteX7" fmla="*/ 1137515 w 1412352"/>
                  <a:gd name="connsiteY7" fmla="*/ 1420126 h 1681118"/>
                  <a:gd name="connsiteX8" fmla="*/ 1222183 w 1412352"/>
                  <a:gd name="connsiteY8" fmla="*/ 1513260 h 1681118"/>
                  <a:gd name="connsiteX9" fmla="*/ 1340716 w 1412352"/>
                  <a:gd name="connsiteY9" fmla="*/ 1530193 h 1681118"/>
                  <a:gd name="connsiteX10" fmla="*/ 1399983 w 1412352"/>
                  <a:gd name="connsiteY10" fmla="*/ 1521726 h 1681118"/>
                  <a:gd name="connsiteX11" fmla="*/ 1391516 w 1412352"/>
                  <a:gd name="connsiteY11" fmla="*/ 1665660 h 1681118"/>
                  <a:gd name="connsiteX12" fmla="*/ 1188315 w 1412352"/>
                  <a:gd name="connsiteY12" fmla="*/ 1665660 h 1681118"/>
                  <a:gd name="connsiteX13" fmla="*/ 976649 w 1412352"/>
                  <a:gd name="connsiteY13" fmla="*/ 1564060 h 1681118"/>
                  <a:gd name="connsiteX14" fmla="*/ 959716 w 1412352"/>
                  <a:gd name="connsiteY14" fmla="*/ 1208459 h 1681118"/>
                  <a:gd name="connsiteX15" fmla="*/ 1069783 w 1412352"/>
                  <a:gd name="connsiteY15" fmla="*/ 861326 h 1681118"/>
                  <a:gd name="connsiteX16" fmla="*/ 1002049 w 1412352"/>
                  <a:gd name="connsiteY16" fmla="*/ 641193 h 1681118"/>
                  <a:gd name="connsiteX17" fmla="*/ 891983 w 1412352"/>
                  <a:gd name="connsiteY17" fmla="*/ 514193 h 1681118"/>
                  <a:gd name="connsiteX18" fmla="*/ 654916 w 1412352"/>
                  <a:gd name="connsiteY18" fmla="*/ 454926 h 1681118"/>
                  <a:gd name="connsiteX19" fmla="*/ 595649 w 1412352"/>
                  <a:gd name="connsiteY19" fmla="*/ 556526 h 1681118"/>
                  <a:gd name="connsiteX20" fmla="*/ 578716 w 1412352"/>
                  <a:gd name="connsiteY20" fmla="*/ 768193 h 1681118"/>
                  <a:gd name="connsiteX21" fmla="*/ 629516 w 1412352"/>
                  <a:gd name="connsiteY21" fmla="*/ 827460 h 1681118"/>
                  <a:gd name="connsiteX22" fmla="*/ 824249 w 1412352"/>
                  <a:gd name="connsiteY22" fmla="*/ 996793 h 1681118"/>
                  <a:gd name="connsiteX23" fmla="*/ 815783 w 1412352"/>
                  <a:gd name="connsiteY23" fmla="*/ 1233860 h 1681118"/>
                  <a:gd name="connsiteX24" fmla="*/ 621049 w 1412352"/>
                  <a:gd name="connsiteY24" fmla="*/ 1267726 h 1681118"/>
                  <a:gd name="connsiteX25" fmla="*/ 392449 w 1412352"/>
                  <a:gd name="connsiteY25" fmla="*/ 1250793 h 1681118"/>
                  <a:gd name="connsiteX26" fmla="*/ 197716 w 1412352"/>
                  <a:gd name="connsiteY26" fmla="*/ 1072993 h 1681118"/>
                  <a:gd name="connsiteX27" fmla="*/ 180783 w 1412352"/>
                  <a:gd name="connsiteY27" fmla="*/ 929060 h 1681118"/>
                  <a:gd name="connsiteX28" fmla="*/ 172316 w 1412352"/>
                  <a:gd name="connsiteY28" fmla="*/ 878260 h 1681118"/>
                  <a:gd name="connsiteX29" fmla="*/ 36850 w 1412352"/>
                  <a:gd name="connsiteY29" fmla="*/ 912126 h 1681118"/>
                  <a:gd name="connsiteX30" fmla="*/ 2982 w 1412352"/>
                  <a:gd name="connsiteY30" fmla="*/ 751259 h 1681118"/>
                  <a:gd name="connsiteX31" fmla="*/ 96116 w 1412352"/>
                  <a:gd name="connsiteY31" fmla="*/ 556526 h 1681118"/>
                  <a:gd name="connsiteX32" fmla="*/ 265449 w 1412352"/>
                  <a:gd name="connsiteY32" fmla="*/ 573460 h 1681118"/>
                  <a:gd name="connsiteX33" fmla="*/ 324716 w 1412352"/>
                  <a:gd name="connsiteY33" fmla="*/ 725860 h 1681118"/>
                  <a:gd name="connsiteX34" fmla="*/ 316249 w 1412352"/>
                  <a:gd name="connsiteY34" fmla="*/ 793593 h 1681118"/>
                  <a:gd name="connsiteX35" fmla="*/ 367049 w 1412352"/>
                  <a:gd name="connsiteY35" fmla="*/ 776660 h 1681118"/>
                  <a:gd name="connsiteX36" fmla="*/ 375516 w 1412352"/>
                  <a:gd name="connsiteY36" fmla="*/ 548060 h 1681118"/>
                  <a:gd name="connsiteX37" fmla="*/ 570249 w 1412352"/>
                  <a:gd name="connsiteY37" fmla="*/ 285593 h 1681118"/>
                  <a:gd name="connsiteX38" fmla="*/ 570249 w 1412352"/>
                  <a:gd name="connsiteY38" fmla="*/ 40060 h 1681118"/>
                  <a:gd name="connsiteX39" fmla="*/ 663383 w 1412352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67138 w 1414041"/>
                  <a:gd name="connsiteY32" fmla="*/ 573460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902139 w 1414041"/>
                  <a:gd name="connsiteY23" fmla="*/ 10475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59805 w 1414041"/>
                  <a:gd name="connsiteY23" fmla="*/ 1106859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791327 w 1414041"/>
                  <a:gd name="connsiteY23" fmla="*/ 11915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79858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38325 w 1387294"/>
                  <a:gd name="connsiteY0" fmla="*/ 23126 h 1681118"/>
                  <a:gd name="connsiteX1" fmla="*/ 672191 w 1387294"/>
                  <a:gd name="connsiteY1" fmla="*/ 268660 h 1681118"/>
                  <a:gd name="connsiteX2" fmla="*/ 655258 w 1387294"/>
                  <a:gd name="connsiteY2" fmla="*/ 285592 h 1681118"/>
                  <a:gd name="connsiteX3" fmla="*/ 875391 w 1387294"/>
                  <a:gd name="connsiteY3" fmla="*/ 361793 h 1681118"/>
                  <a:gd name="connsiteX4" fmla="*/ 1120925 w 1387294"/>
                  <a:gd name="connsiteY4" fmla="*/ 522660 h 1681118"/>
                  <a:gd name="connsiteX5" fmla="*/ 1214058 w 1387294"/>
                  <a:gd name="connsiteY5" fmla="*/ 912126 h 1681118"/>
                  <a:gd name="connsiteX6" fmla="*/ 1146325 w 1387294"/>
                  <a:gd name="connsiteY6" fmla="*/ 1140726 h 1681118"/>
                  <a:gd name="connsiteX7" fmla="*/ 1112457 w 1387294"/>
                  <a:gd name="connsiteY7" fmla="*/ 1420126 h 1681118"/>
                  <a:gd name="connsiteX8" fmla="*/ 1197125 w 1387294"/>
                  <a:gd name="connsiteY8" fmla="*/ 1513260 h 1681118"/>
                  <a:gd name="connsiteX9" fmla="*/ 1315658 w 1387294"/>
                  <a:gd name="connsiteY9" fmla="*/ 1530193 h 1681118"/>
                  <a:gd name="connsiteX10" fmla="*/ 1374925 w 1387294"/>
                  <a:gd name="connsiteY10" fmla="*/ 1521726 h 1681118"/>
                  <a:gd name="connsiteX11" fmla="*/ 1366458 w 1387294"/>
                  <a:gd name="connsiteY11" fmla="*/ 1665660 h 1681118"/>
                  <a:gd name="connsiteX12" fmla="*/ 1163257 w 1387294"/>
                  <a:gd name="connsiteY12" fmla="*/ 1665660 h 1681118"/>
                  <a:gd name="connsiteX13" fmla="*/ 951591 w 1387294"/>
                  <a:gd name="connsiteY13" fmla="*/ 1564060 h 1681118"/>
                  <a:gd name="connsiteX14" fmla="*/ 934658 w 1387294"/>
                  <a:gd name="connsiteY14" fmla="*/ 1208459 h 1681118"/>
                  <a:gd name="connsiteX15" fmla="*/ 1044725 w 1387294"/>
                  <a:gd name="connsiteY15" fmla="*/ 861326 h 1681118"/>
                  <a:gd name="connsiteX16" fmla="*/ 976991 w 1387294"/>
                  <a:gd name="connsiteY16" fmla="*/ 641193 h 1681118"/>
                  <a:gd name="connsiteX17" fmla="*/ 866925 w 1387294"/>
                  <a:gd name="connsiteY17" fmla="*/ 514193 h 1681118"/>
                  <a:gd name="connsiteX18" fmla="*/ 629858 w 1387294"/>
                  <a:gd name="connsiteY18" fmla="*/ 454926 h 1681118"/>
                  <a:gd name="connsiteX19" fmla="*/ 570591 w 1387294"/>
                  <a:gd name="connsiteY19" fmla="*/ 556526 h 1681118"/>
                  <a:gd name="connsiteX20" fmla="*/ 534328 w 1387294"/>
                  <a:gd name="connsiteY20" fmla="*/ 708926 h 1681118"/>
                  <a:gd name="connsiteX21" fmla="*/ 604458 w 1387294"/>
                  <a:gd name="connsiteY21" fmla="*/ 810526 h 1681118"/>
                  <a:gd name="connsiteX22" fmla="*/ 739924 w 1387294"/>
                  <a:gd name="connsiteY22" fmla="*/ 979858 h 1681118"/>
                  <a:gd name="connsiteX23" fmla="*/ 777467 w 1387294"/>
                  <a:gd name="connsiteY23" fmla="*/ 1225392 h 1681118"/>
                  <a:gd name="connsiteX24" fmla="*/ 576661 w 1387294"/>
                  <a:gd name="connsiteY24" fmla="*/ 1335459 h 1681118"/>
                  <a:gd name="connsiteX25" fmla="*/ 354505 w 1387294"/>
                  <a:gd name="connsiteY25" fmla="*/ 1199993 h 1681118"/>
                  <a:gd name="connsiteX26" fmla="*/ 198058 w 1387294"/>
                  <a:gd name="connsiteY26" fmla="*/ 1072993 h 1681118"/>
                  <a:gd name="connsiteX27" fmla="*/ 155725 w 1387294"/>
                  <a:gd name="connsiteY27" fmla="*/ 929060 h 1681118"/>
                  <a:gd name="connsiteX28" fmla="*/ 147258 w 1387294"/>
                  <a:gd name="connsiteY28" fmla="*/ 878260 h 1681118"/>
                  <a:gd name="connsiteX29" fmla="*/ 11792 w 1387294"/>
                  <a:gd name="connsiteY29" fmla="*/ 912126 h 1681118"/>
                  <a:gd name="connsiteX30" fmla="*/ 16584 w 1387294"/>
                  <a:gd name="connsiteY30" fmla="*/ 615792 h 1681118"/>
                  <a:gd name="connsiteX31" fmla="*/ 96458 w 1387294"/>
                  <a:gd name="connsiteY31" fmla="*/ 607326 h 1681118"/>
                  <a:gd name="connsiteX32" fmla="*/ 231925 w 1387294"/>
                  <a:gd name="connsiteY32" fmla="*/ 632727 h 1681118"/>
                  <a:gd name="connsiteX33" fmla="*/ 299658 w 1387294"/>
                  <a:gd name="connsiteY33" fmla="*/ 725860 h 1681118"/>
                  <a:gd name="connsiteX34" fmla="*/ 291191 w 1387294"/>
                  <a:gd name="connsiteY34" fmla="*/ 793593 h 1681118"/>
                  <a:gd name="connsiteX35" fmla="*/ 335547 w 1387294"/>
                  <a:gd name="connsiteY35" fmla="*/ 776660 h 1681118"/>
                  <a:gd name="connsiteX36" fmla="*/ 389117 w 1387294"/>
                  <a:gd name="connsiteY36" fmla="*/ 548059 h 1681118"/>
                  <a:gd name="connsiteX37" fmla="*/ 545191 w 1387294"/>
                  <a:gd name="connsiteY37" fmla="*/ 285593 h 1681118"/>
                  <a:gd name="connsiteX38" fmla="*/ 545191 w 1387294"/>
                  <a:gd name="connsiteY38" fmla="*/ 40060 h 1681118"/>
                  <a:gd name="connsiteX39" fmla="*/ 638325 w 1387294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33867 w 1389236"/>
                  <a:gd name="connsiteY32" fmla="*/ 632727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53196 w 1389236"/>
                  <a:gd name="connsiteY32" fmla="*/ 615793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3617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91512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6422"/>
                  <a:gd name="connsiteY0" fmla="*/ 23126 h 1707553"/>
                  <a:gd name="connsiteX1" fmla="*/ 667010 w 1386422"/>
                  <a:gd name="connsiteY1" fmla="*/ 268660 h 1707553"/>
                  <a:gd name="connsiteX2" fmla="*/ 650077 w 1386422"/>
                  <a:gd name="connsiteY2" fmla="*/ 234792 h 1707553"/>
                  <a:gd name="connsiteX3" fmla="*/ 870210 w 1386422"/>
                  <a:gd name="connsiteY3" fmla="*/ 285593 h 1707553"/>
                  <a:gd name="connsiteX4" fmla="*/ 1115744 w 1386422"/>
                  <a:gd name="connsiteY4" fmla="*/ 522660 h 1707553"/>
                  <a:gd name="connsiteX5" fmla="*/ 1195990 w 1386422"/>
                  <a:gd name="connsiteY5" fmla="*/ 852859 h 1707553"/>
                  <a:gd name="connsiteX6" fmla="*/ 1096042 w 1386422"/>
                  <a:gd name="connsiteY6" fmla="*/ 1140726 h 1707553"/>
                  <a:gd name="connsiteX7" fmla="*/ 1094390 w 1386422"/>
                  <a:gd name="connsiteY7" fmla="*/ 1420126 h 1707553"/>
                  <a:gd name="connsiteX8" fmla="*/ 1191944 w 1386422"/>
                  <a:gd name="connsiteY8" fmla="*/ 1513260 h 1707553"/>
                  <a:gd name="connsiteX9" fmla="*/ 1310477 w 1386422"/>
                  <a:gd name="connsiteY9" fmla="*/ 1530193 h 1707553"/>
                  <a:gd name="connsiteX10" fmla="*/ 1369744 w 1386422"/>
                  <a:gd name="connsiteY10" fmla="*/ 1521726 h 1707553"/>
                  <a:gd name="connsiteX11" fmla="*/ 1367721 w 1386422"/>
                  <a:gd name="connsiteY11" fmla="*/ 1699526 h 1707553"/>
                  <a:gd name="connsiteX12" fmla="*/ 1158076 w 1386422"/>
                  <a:gd name="connsiteY12" fmla="*/ 1665660 h 1707553"/>
                  <a:gd name="connsiteX13" fmla="*/ 991512 w 1386422"/>
                  <a:gd name="connsiteY13" fmla="*/ 1564060 h 1707553"/>
                  <a:gd name="connsiteX14" fmla="*/ 929477 w 1386422"/>
                  <a:gd name="connsiteY14" fmla="*/ 1208459 h 1707553"/>
                  <a:gd name="connsiteX15" fmla="*/ 1039544 w 1386422"/>
                  <a:gd name="connsiteY15" fmla="*/ 861326 h 1707553"/>
                  <a:gd name="connsiteX16" fmla="*/ 971810 w 1386422"/>
                  <a:gd name="connsiteY16" fmla="*/ 641193 h 1707553"/>
                  <a:gd name="connsiteX17" fmla="*/ 861744 w 1386422"/>
                  <a:gd name="connsiteY17" fmla="*/ 514193 h 1707553"/>
                  <a:gd name="connsiteX18" fmla="*/ 624677 w 1386422"/>
                  <a:gd name="connsiteY18" fmla="*/ 454926 h 1707553"/>
                  <a:gd name="connsiteX19" fmla="*/ 565410 w 1386422"/>
                  <a:gd name="connsiteY19" fmla="*/ 556526 h 1707553"/>
                  <a:gd name="connsiteX20" fmla="*/ 529147 w 1386422"/>
                  <a:gd name="connsiteY20" fmla="*/ 708926 h 1707553"/>
                  <a:gd name="connsiteX21" fmla="*/ 599277 w 1386422"/>
                  <a:gd name="connsiteY21" fmla="*/ 810526 h 1707553"/>
                  <a:gd name="connsiteX22" fmla="*/ 734743 w 1386422"/>
                  <a:gd name="connsiteY22" fmla="*/ 979858 h 1707553"/>
                  <a:gd name="connsiteX23" fmla="*/ 772286 w 1386422"/>
                  <a:gd name="connsiteY23" fmla="*/ 1225392 h 1707553"/>
                  <a:gd name="connsiteX24" fmla="*/ 571480 w 1386422"/>
                  <a:gd name="connsiteY24" fmla="*/ 1335459 h 1707553"/>
                  <a:gd name="connsiteX25" fmla="*/ 349324 w 1386422"/>
                  <a:gd name="connsiteY25" fmla="*/ 1199993 h 1707553"/>
                  <a:gd name="connsiteX26" fmla="*/ 192877 w 1386422"/>
                  <a:gd name="connsiteY26" fmla="*/ 1072993 h 1707553"/>
                  <a:gd name="connsiteX27" fmla="*/ 150544 w 1386422"/>
                  <a:gd name="connsiteY27" fmla="*/ 929060 h 1707553"/>
                  <a:gd name="connsiteX28" fmla="*/ 142077 w 1386422"/>
                  <a:gd name="connsiteY28" fmla="*/ 878260 h 1707553"/>
                  <a:gd name="connsiteX29" fmla="*/ 19498 w 1386422"/>
                  <a:gd name="connsiteY29" fmla="*/ 869793 h 1707553"/>
                  <a:gd name="connsiteX30" fmla="*/ 11403 w 1386422"/>
                  <a:gd name="connsiteY30" fmla="*/ 615792 h 1707553"/>
                  <a:gd name="connsiteX31" fmla="*/ 129937 w 1386422"/>
                  <a:gd name="connsiteY31" fmla="*/ 556526 h 1707553"/>
                  <a:gd name="connsiteX32" fmla="*/ 246073 w 1386422"/>
                  <a:gd name="connsiteY32" fmla="*/ 615793 h 1707553"/>
                  <a:gd name="connsiteX33" fmla="*/ 294477 w 1386422"/>
                  <a:gd name="connsiteY33" fmla="*/ 725860 h 1707553"/>
                  <a:gd name="connsiteX34" fmla="*/ 286010 w 1386422"/>
                  <a:gd name="connsiteY34" fmla="*/ 793593 h 1707553"/>
                  <a:gd name="connsiteX35" fmla="*/ 330366 w 1386422"/>
                  <a:gd name="connsiteY35" fmla="*/ 776660 h 1707553"/>
                  <a:gd name="connsiteX36" fmla="*/ 383936 w 1386422"/>
                  <a:gd name="connsiteY36" fmla="*/ 548059 h 1707553"/>
                  <a:gd name="connsiteX37" fmla="*/ 540010 w 1386422"/>
                  <a:gd name="connsiteY37" fmla="*/ 285593 h 1707553"/>
                  <a:gd name="connsiteX38" fmla="*/ 540010 w 1386422"/>
                  <a:gd name="connsiteY38" fmla="*/ 40060 h 1707553"/>
                  <a:gd name="connsiteX39" fmla="*/ 633144 w 1386422"/>
                  <a:gd name="connsiteY39" fmla="*/ 23126 h 1707553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29477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633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9114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10842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04398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62963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870210 w 1386422"/>
                  <a:gd name="connsiteY3" fmla="*/ 282314 h 1711962"/>
                  <a:gd name="connsiteX4" fmla="*/ 1115744 w 1386422"/>
                  <a:gd name="connsiteY4" fmla="*/ 519381 h 1711962"/>
                  <a:gd name="connsiteX5" fmla="*/ 1195990 w 1386422"/>
                  <a:gd name="connsiteY5" fmla="*/ 849580 h 1711962"/>
                  <a:gd name="connsiteX6" fmla="*/ 1096042 w 1386422"/>
                  <a:gd name="connsiteY6" fmla="*/ 1137447 h 1711962"/>
                  <a:gd name="connsiteX7" fmla="*/ 1094390 w 1386422"/>
                  <a:gd name="connsiteY7" fmla="*/ 1416847 h 1711962"/>
                  <a:gd name="connsiteX8" fmla="*/ 1191944 w 1386422"/>
                  <a:gd name="connsiteY8" fmla="*/ 1509981 h 1711962"/>
                  <a:gd name="connsiteX9" fmla="*/ 1310477 w 1386422"/>
                  <a:gd name="connsiteY9" fmla="*/ 1526914 h 1711962"/>
                  <a:gd name="connsiteX10" fmla="*/ 1369744 w 1386422"/>
                  <a:gd name="connsiteY10" fmla="*/ 1518447 h 1711962"/>
                  <a:gd name="connsiteX11" fmla="*/ 1367721 w 1386422"/>
                  <a:gd name="connsiteY11" fmla="*/ 1696247 h 1711962"/>
                  <a:gd name="connsiteX12" fmla="*/ 1158076 w 1386422"/>
                  <a:gd name="connsiteY12" fmla="*/ 1687781 h 1711962"/>
                  <a:gd name="connsiteX13" fmla="*/ 1004398 w 1386422"/>
                  <a:gd name="connsiteY13" fmla="*/ 1560782 h 1711962"/>
                  <a:gd name="connsiteX14" fmla="*/ 961694 w 1386422"/>
                  <a:gd name="connsiteY14" fmla="*/ 1213647 h 1711962"/>
                  <a:gd name="connsiteX15" fmla="*/ 1045987 w 1386422"/>
                  <a:gd name="connsiteY15" fmla="*/ 858047 h 1711962"/>
                  <a:gd name="connsiteX16" fmla="*/ 1010470 w 1386422"/>
                  <a:gd name="connsiteY16" fmla="*/ 637914 h 1711962"/>
                  <a:gd name="connsiteX17" fmla="*/ 848857 w 1386422"/>
                  <a:gd name="connsiteY17" fmla="*/ 443181 h 1711962"/>
                  <a:gd name="connsiteX18" fmla="*/ 656894 w 1386422"/>
                  <a:gd name="connsiteY18" fmla="*/ 443181 h 1711962"/>
                  <a:gd name="connsiteX19" fmla="*/ 533194 w 1386422"/>
                  <a:gd name="connsiteY19" fmla="*/ 553247 h 1711962"/>
                  <a:gd name="connsiteX20" fmla="*/ 529147 w 1386422"/>
                  <a:gd name="connsiteY20" fmla="*/ 705647 h 1711962"/>
                  <a:gd name="connsiteX21" fmla="*/ 599277 w 1386422"/>
                  <a:gd name="connsiteY21" fmla="*/ 807247 h 1711962"/>
                  <a:gd name="connsiteX22" fmla="*/ 734743 w 1386422"/>
                  <a:gd name="connsiteY22" fmla="*/ 976579 h 1711962"/>
                  <a:gd name="connsiteX23" fmla="*/ 772286 w 1386422"/>
                  <a:gd name="connsiteY23" fmla="*/ 1222113 h 1711962"/>
                  <a:gd name="connsiteX24" fmla="*/ 571480 w 1386422"/>
                  <a:gd name="connsiteY24" fmla="*/ 1332180 h 1711962"/>
                  <a:gd name="connsiteX25" fmla="*/ 349324 w 1386422"/>
                  <a:gd name="connsiteY25" fmla="*/ 1196714 h 1711962"/>
                  <a:gd name="connsiteX26" fmla="*/ 192877 w 1386422"/>
                  <a:gd name="connsiteY26" fmla="*/ 1069714 h 1711962"/>
                  <a:gd name="connsiteX27" fmla="*/ 150544 w 1386422"/>
                  <a:gd name="connsiteY27" fmla="*/ 925781 h 1711962"/>
                  <a:gd name="connsiteX28" fmla="*/ 142077 w 1386422"/>
                  <a:gd name="connsiteY28" fmla="*/ 874981 h 1711962"/>
                  <a:gd name="connsiteX29" fmla="*/ 19498 w 1386422"/>
                  <a:gd name="connsiteY29" fmla="*/ 866514 h 1711962"/>
                  <a:gd name="connsiteX30" fmla="*/ 11403 w 1386422"/>
                  <a:gd name="connsiteY30" fmla="*/ 612513 h 1711962"/>
                  <a:gd name="connsiteX31" fmla="*/ 129937 w 1386422"/>
                  <a:gd name="connsiteY31" fmla="*/ 553247 h 1711962"/>
                  <a:gd name="connsiteX32" fmla="*/ 246073 w 1386422"/>
                  <a:gd name="connsiteY32" fmla="*/ 612514 h 1711962"/>
                  <a:gd name="connsiteX33" fmla="*/ 294477 w 1386422"/>
                  <a:gd name="connsiteY33" fmla="*/ 722581 h 1711962"/>
                  <a:gd name="connsiteX34" fmla="*/ 286010 w 1386422"/>
                  <a:gd name="connsiteY34" fmla="*/ 790314 h 1711962"/>
                  <a:gd name="connsiteX35" fmla="*/ 369026 w 1386422"/>
                  <a:gd name="connsiteY35" fmla="*/ 764915 h 1711962"/>
                  <a:gd name="connsiteX36" fmla="*/ 383936 w 1386422"/>
                  <a:gd name="connsiteY36" fmla="*/ 544780 h 1711962"/>
                  <a:gd name="connsiteX37" fmla="*/ 540010 w 1386422"/>
                  <a:gd name="connsiteY37" fmla="*/ 282314 h 1711962"/>
                  <a:gd name="connsiteX38" fmla="*/ 540010 w 1386422"/>
                  <a:gd name="connsiteY38" fmla="*/ 36781 h 1711962"/>
                  <a:gd name="connsiteX39" fmla="*/ 633144 w 1386422"/>
                  <a:gd name="connsiteY39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709045 w 1386422"/>
                  <a:gd name="connsiteY4" fmla="*/ 231513 h 1711962"/>
                  <a:gd name="connsiteX5" fmla="*/ 870210 w 1386422"/>
                  <a:gd name="connsiteY5" fmla="*/ 282314 h 1711962"/>
                  <a:gd name="connsiteX6" fmla="*/ 1115744 w 1386422"/>
                  <a:gd name="connsiteY6" fmla="*/ 519381 h 1711962"/>
                  <a:gd name="connsiteX7" fmla="*/ 1195990 w 1386422"/>
                  <a:gd name="connsiteY7" fmla="*/ 849580 h 1711962"/>
                  <a:gd name="connsiteX8" fmla="*/ 1096042 w 1386422"/>
                  <a:gd name="connsiteY8" fmla="*/ 1137447 h 1711962"/>
                  <a:gd name="connsiteX9" fmla="*/ 1094390 w 1386422"/>
                  <a:gd name="connsiteY9" fmla="*/ 1416847 h 1711962"/>
                  <a:gd name="connsiteX10" fmla="*/ 1191944 w 1386422"/>
                  <a:gd name="connsiteY10" fmla="*/ 1509981 h 1711962"/>
                  <a:gd name="connsiteX11" fmla="*/ 1310477 w 1386422"/>
                  <a:gd name="connsiteY11" fmla="*/ 1526914 h 1711962"/>
                  <a:gd name="connsiteX12" fmla="*/ 1369744 w 1386422"/>
                  <a:gd name="connsiteY12" fmla="*/ 1518447 h 1711962"/>
                  <a:gd name="connsiteX13" fmla="*/ 1367721 w 1386422"/>
                  <a:gd name="connsiteY13" fmla="*/ 1696247 h 1711962"/>
                  <a:gd name="connsiteX14" fmla="*/ 1158076 w 1386422"/>
                  <a:gd name="connsiteY14" fmla="*/ 1687781 h 1711962"/>
                  <a:gd name="connsiteX15" fmla="*/ 1004398 w 1386422"/>
                  <a:gd name="connsiteY15" fmla="*/ 1560782 h 1711962"/>
                  <a:gd name="connsiteX16" fmla="*/ 961694 w 1386422"/>
                  <a:gd name="connsiteY16" fmla="*/ 1213647 h 1711962"/>
                  <a:gd name="connsiteX17" fmla="*/ 1045987 w 1386422"/>
                  <a:gd name="connsiteY17" fmla="*/ 858047 h 1711962"/>
                  <a:gd name="connsiteX18" fmla="*/ 1010470 w 1386422"/>
                  <a:gd name="connsiteY18" fmla="*/ 637914 h 1711962"/>
                  <a:gd name="connsiteX19" fmla="*/ 848857 w 1386422"/>
                  <a:gd name="connsiteY19" fmla="*/ 443181 h 1711962"/>
                  <a:gd name="connsiteX20" fmla="*/ 656894 w 1386422"/>
                  <a:gd name="connsiteY20" fmla="*/ 443181 h 1711962"/>
                  <a:gd name="connsiteX21" fmla="*/ 533194 w 1386422"/>
                  <a:gd name="connsiteY21" fmla="*/ 553247 h 1711962"/>
                  <a:gd name="connsiteX22" fmla="*/ 529147 w 1386422"/>
                  <a:gd name="connsiteY22" fmla="*/ 705647 h 1711962"/>
                  <a:gd name="connsiteX23" fmla="*/ 599277 w 1386422"/>
                  <a:gd name="connsiteY23" fmla="*/ 807247 h 1711962"/>
                  <a:gd name="connsiteX24" fmla="*/ 734743 w 1386422"/>
                  <a:gd name="connsiteY24" fmla="*/ 976579 h 1711962"/>
                  <a:gd name="connsiteX25" fmla="*/ 772286 w 1386422"/>
                  <a:gd name="connsiteY25" fmla="*/ 1222113 h 1711962"/>
                  <a:gd name="connsiteX26" fmla="*/ 571480 w 1386422"/>
                  <a:gd name="connsiteY26" fmla="*/ 1332180 h 1711962"/>
                  <a:gd name="connsiteX27" fmla="*/ 349324 w 1386422"/>
                  <a:gd name="connsiteY27" fmla="*/ 1196714 h 1711962"/>
                  <a:gd name="connsiteX28" fmla="*/ 192877 w 1386422"/>
                  <a:gd name="connsiteY28" fmla="*/ 1069714 h 1711962"/>
                  <a:gd name="connsiteX29" fmla="*/ 150544 w 1386422"/>
                  <a:gd name="connsiteY29" fmla="*/ 925781 h 1711962"/>
                  <a:gd name="connsiteX30" fmla="*/ 142077 w 1386422"/>
                  <a:gd name="connsiteY30" fmla="*/ 874981 h 1711962"/>
                  <a:gd name="connsiteX31" fmla="*/ 19498 w 1386422"/>
                  <a:gd name="connsiteY31" fmla="*/ 866514 h 1711962"/>
                  <a:gd name="connsiteX32" fmla="*/ 11403 w 1386422"/>
                  <a:gd name="connsiteY32" fmla="*/ 612513 h 1711962"/>
                  <a:gd name="connsiteX33" fmla="*/ 129937 w 1386422"/>
                  <a:gd name="connsiteY33" fmla="*/ 553247 h 1711962"/>
                  <a:gd name="connsiteX34" fmla="*/ 246073 w 1386422"/>
                  <a:gd name="connsiteY34" fmla="*/ 612514 h 1711962"/>
                  <a:gd name="connsiteX35" fmla="*/ 294477 w 1386422"/>
                  <a:gd name="connsiteY35" fmla="*/ 722581 h 1711962"/>
                  <a:gd name="connsiteX36" fmla="*/ 286010 w 1386422"/>
                  <a:gd name="connsiteY36" fmla="*/ 790314 h 1711962"/>
                  <a:gd name="connsiteX37" fmla="*/ 369026 w 1386422"/>
                  <a:gd name="connsiteY37" fmla="*/ 764915 h 1711962"/>
                  <a:gd name="connsiteX38" fmla="*/ 383936 w 1386422"/>
                  <a:gd name="connsiteY38" fmla="*/ 544780 h 1711962"/>
                  <a:gd name="connsiteX39" fmla="*/ 540010 w 1386422"/>
                  <a:gd name="connsiteY39" fmla="*/ 282314 h 1711962"/>
                  <a:gd name="connsiteX40" fmla="*/ 540010 w 1386422"/>
                  <a:gd name="connsiteY40" fmla="*/ 36781 h 1711962"/>
                  <a:gd name="connsiteX41" fmla="*/ 633144 w 1386422"/>
                  <a:gd name="connsiteY41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2522 w 1386422"/>
                  <a:gd name="connsiteY5" fmla="*/ 5024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01655 w 1386422"/>
                  <a:gd name="connsiteY37" fmla="*/ 457997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9374 w 1386422"/>
                  <a:gd name="connsiteY37" fmla="*/ 41566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291963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22960 w 1376238"/>
                  <a:gd name="connsiteY0" fmla="*/ 19847 h 1711962"/>
                  <a:gd name="connsiteX1" fmla="*/ 647161 w 1376238"/>
                  <a:gd name="connsiteY1" fmla="*/ 218814 h 1711962"/>
                  <a:gd name="connsiteX2" fmla="*/ 652779 w 1376238"/>
                  <a:gd name="connsiteY2" fmla="*/ 231513 h 1711962"/>
                  <a:gd name="connsiteX3" fmla="*/ 698861 w 1376238"/>
                  <a:gd name="connsiteY3" fmla="*/ 231513 h 1711962"/>
                  <a:gd name="connsiteX4" fmla="*/ 860026 w 1376238"/>
                  <a:gd name="connsiteY4" fmla="*/ 282314 h 1711962"/>
                  <a:gd name="connsiteX5" fmla="*/ 1097506 w 1376238"/>
                  <a:gd name="connsiteY5" fmla="*/ 477047 h 1711962"/>
                  <a:gd name="connsiteX6" fmla="*/ 1172920 w 1376238"/>
                  <a:gd name="connsiteY6" fmla="*/ 792430 h 1711962"/>
                  <a:gd name="connsiteX7" fmla="*/ 1085858 w 1376238"/>
                  <a:gd name="connsiteY7" fmla="*/ 1137447 h 1711962"/>
                  <a:gd name="connsiteX8" fmla="*/ 1084206 w 1376238"/>
                  <a:gd name="connsiteY8" fmla="*/ 1416847 h 1711962"/>
                  <a:gd name="connsiteX9" fmla="*/ 1181760 w 1376238"/>
                  <a:gd name="connsiteY9" fmla="*/ 1509981 h 1711962"/>
                  <a:gd name="connsiteX10" fmla="*/ 1300293 w 1376238"/>
                  <a:gd name="connsiteY10" fmla="*/ 1526914 h 1711962"/>
                  <a:gd name="connsiteX11" fmla="*/ 1359560 w 1376238"/>
                  <a:gd name="connsiteY11" fmla="*/ 1518447 h 1711962"/>
                  <a:gd name="connsiteX12" fmla="*/ 1357537 w 1376238"/>
                  <a:gd name="connsiteY12" fmla="*/ 1696247 h 1711962"/>
                  <a:gd name="connsiteX13" fmla="*/ 1147892 w 1376238"/>
                  <a:gd name="connsiteY13" fmla="*/ 1687781 h 1711962"/>
                  <a:gd name="connsiteX14" fmla="*/ 994214 w 1376238"/>
                  <a:gd name="connsiteY14" fmla="*/ 1560782 h 1711962"/>
                  <a:gd name="connsiteX15" fmla="*/ 951510 w 1376238"/>
                  <a:gd name="connsiteY15" fmla="*/ 1213647 h 1711962"/>
                  <a:gd name="connsiteX16" fmla="*/ 1035803 w 1376238"/>
                  <a:gd name="connsiteY16" fmla="*/ 858047 h 1711962"/>
                  <a:gd name="connsiteX17" fmla="*/ 1006729 w 1376238"/>
                  <a:gd name="connsiteY17" fmla="*/ 612514 h 1711962"/>
                  <a:gd name="connsiteX18" fmla="*/ 838673 w 1376238"/>
                  <a:gd name="connsiteY18" fmla="*/ 443181 h 1711962"/>
                  <a:gd name="connsiteX19" fmla="*/ 646710 w 1376238"/>
                  <a:gd name="connsiteY19" fmla="*/ 443181 h 1711962"/>
                  <a:gd name="connsiteX20" fmla="*/ 510124 w 1376238"/>
                  <a:gd name="connsiteY20" fmla="*/ 534197 h 1711962"/>
                  <a:gd name="connsiteX21" fmla="*/ 498023 w 1376238"/>
                  <a:gd name="connsiteY21" fmla="*/ 726814 h 1711962"/>
                  <a:gd name="connsiteX22" fmla="*/ 589093 w 1376238"/>
                  <a:gd name="connsiteY22" fmla="*/ 807247 h 1711962"/>
                  <a:gd name="connsiteX23" fmla="*/ 724559 w 1376238"/>
                  <a:gd name="connsiteY23" fmla="*/ 976579 h 1711962"/>
                  <a:gd name="connsiteX24" fmla="*/ 762102 w 1376238"/>
                  <a:gd name="connsiteY24" fmla="*/ 1222113 h 1711962"/>
                  <a:gd name="connsiteX25" fmla="*/ 561296 w 1376238"/>
                  <a:gd name="connsiteY25" fmla="*/ 1291963 h 1711962"/>
                  <a:gd name="connsiteX26" fmla="*/ 324643 w 1376238"/>
                  <a:gd name="connsiteY26" fmla="*/ 1179781 h 1711962"/>
                  <a:gd name="connsiteX27" fmla="*/ 218131 w 1376238"/>
                  <a:gd name="connsiteY27" fmla="*/ 1048547 h 1711962"/>
                  <a:gd name="connsiteX28" fmla="*/ 167745 w 1376238"/>
                  <a:gd name="connsiteY28" fmla="*/ 845348 h 1711962"/>
                  <a:gd name="connsiteX29" fmla="*/ 131893 w 1376238"/>
                  <a:gd name="connsiteY29" fmla="*/ 874981 h 1711962"/>
                  <a:gd name="connsiteX30" fmla="*/ 62471 w 1376238"/>
                  <a:gd name="connsiteY30" fmla="*/ 817831 h 1711962"/>
                  <a:gd name="connsiteX31" fmla="*/ 1219 w 1376238"/>
                  <a:gd name="connsiteY31" fmla="*/ 612513 h 1711962"/>
                  <a:gd name="connsiteX32" fmla="*/ 119753 w 1376238"/>
                  <a:gd name="connsiteY32" fmla="*/ 553247 h 1711962"/>
                  <a:gd name="connsiteX33" fmla="*/ 235889 w 1376238"/>
                  <a:gd name="connsiteY33" fmla="*/ 612514 h 1711962"/>
                  <a:gd name="connsiteX34" fmla="*/ 284293 w 1376238"/>
                  <a:gd name="connsiteY34" fmla="*/ 722581 h 1711962"/>
                  <a:gd name="connsiteX35" fmla="*/ 275826 w 1376238"/>
                  <a:gd name="connsiteY35" fmla="*/ 790314 h 1711962"/>
                  <a:gd name="connsiteX36" fmla="*/ 339512 w 1376238"/>
                  <a:gd name="connsiteY36" fmla="*/ 711998 h 1711962"/>
                  <a:gd name="connsiteX37" fmla="*/ 401136 w 1376238"/>
                  <a:gd name="connsiteY37" fmla="*/ 447413 h 1711962"/>
                  <a:gd name="connsiteX38" fmla="*/ 529826 w 1376238"/>
                  <a:gd name="connsiteY38" fmla="*/ 282314 h 1711962"/>
                  <a:gd name="connsiteX39" fmla="*/ 529826 w 1376238"/>
                  <a:gd name="connsiteY39" fmla="*/ 36781 h 1711962"/>
                  <a:gd name="connsiteX40" fmla="*/ 622960 w 1376238"/>
                  <a:gd name="connsiteY40" fmla="*/ 19847 h 1711962"/>
                  <a:gd name="connsiteX0" fmla="*/ 622949 w 1376227"/>
                  <a:gd name="connsiteY0" fmla="*/ 19847 h 1711962"/>
                  <a:gd name="connsiteX1" fmla="*/ 647150 w 1376227"/>
                  <a:gd name="connsiteY1" fmla="*/ 218814 h 1711962"/>
                  <a:gd name="connsiteX2" fmla="*/ 652768 w 1376227"/>
                  <a:gd name="connsiteY2" fmla="*/ 231513 h 1711962"/>
                  <a:gd name="connsiteX3" fmla="*/ 698850 w 1376227"/>
                  <a:gd name="connsiteY3" fmla="*/ 231513 h 1711962"/>
                  <a:gd name="connsiteX4" fmla="*/ 860015 w 1376227"/>
                  <a:gd name="connsiteY4" fmla="*/ 282314 h 1711962"/>
                  <a:gd name="connsiteX5" fmla="*/ 1097495 w 1376227"/>
                  <a:gd name="connsiteY5" fmla="*/ 477047 h 1711962"/>
                  <a:gd name="connsiteX6" fmla="*/ 1172909 w 1376227"/>
                  <a:gd name="connsiteY6" fmla="*/ 792430 h 1711962"/>
                  <a:gd name="connsiteX7" fmla="*/ 1085847 w 1376227"/>
                  <a:gd name="connsiteY7" fmla="*/ 1137447 h 1711962"/>
                  <a:gd name="connsiteX8" fmla="*/ 1084195 w 1376227"/>
                  <a:gd name="connsiteY8" fmla="*/ 1416847 h 1711962"/>
                  <a:gd name="connsiteX9" fmla="*/ 1181749 w 1376227"/>
                  <a:gd name="connsiteY9" fmla="*/ 1509981 h 1711962"/>
                  <a:gd name="connsiteX10" fmla="*/ 1300282 w 1376227"/>
                  <a:gd name="connsiteY10" fmla="*/ 1526914 h 1711962"/>
                  <a:gd name="connsiteX11" fmla="*/ 1359549 w 1376227"/>
                  <a:gd name="connsiteY11" fmla="*/ 1518447 h 1711962"/>
                  <a:gd name="connsiteX12" fmla="*/ 1357526 w 1376227"/>
                  <a:gd name="connsiteY12" fmla="*/ 1696247 h 1711962"/>
                  <a:gd name="connsiteX13" fmla="*/ 1147881 w 1376227"/>
                  <a:gd name="connsiteY13" fmla="*/ 1687781 h 1711962"/>
                  <a:gd name="connsiteX14" fmla="*/ 994203 w 1376227"/>
                  <a:gd name="connsiteY14" fmla="*/ 1560782 h 1711962"/>
                  <a:gd name="connsiteX15" fmla="*/ 951499 w 1376227"/>
                  <a:gd name="connsiteY15" fmla="*/ 1213647 h 1711962"/>
                  <a:gd name="connsiteX16" fmla="*/ 1035792 w 1376227"/>
                  <a:gd name="connsiteY16" fmla="*/ 858047 h 1711962"/>
                  <a:gd name="connsiteX17" fmla="*/ 1006718 w 1376227"/>
                  <a:gd name="connsiteY17" fmla="*/ 612514 h 1711962"/>
                  <a:gd name="connsiteX18" fmla="*/ 838662 w 1376227"/>
                  <a:gd name="connsiteY18" fmla="*/ 443181 h 1711962"/>
                  <a:gd name="connsiteX19" fmla="*/ 646699 w 1376227"/>
                  <a:gd name="connsiteY19" fmla="*/ 443181 h 1711962"/>
                  <a:gd name="connsiteX20" fmla="*/ 510113 w 1376227"/>
                  <a:gd name="connsiteY20" fmla="*/ 534197 h 1711962"/>
                  <a:gd name="connsiteX21" fmla="*/ 498012 w 1376227"/>
                  <a:gd name="connsiteY21" fmla="*/ 726814 h 1711962"/>
                  <a:gd name="connsiteX22" fmla="*/ 589082 w 1376227"/>
                  <a:gd name="connsiteY22" fmla="*/ 807247 h 1711962"/>
                  <a:gd name="connsiteX23" fmla="*/ 724548 w 1376227"/>
                  <a:gd name="connsiteY23" fmla="*/ 976579 h 1711962"/>
                  <a:gd name="connsiteX24" fmla="*/ 762091 w 1376227"/>
                  <a:gd name="connsiteY24" fmla="*/ 1222113 h 1711962"/>
                  <a:gd name="connsiteX25" fmla="*/ 561285 w 1376227"/>
                  <a:gd name="connsiteY25" fmla="*/ 1291963 h 1711962"/>
                  <a:gd name="connsiteX26" fmla="*/ 324632 w 1376227"/>
                  <a:gd name="connsiteY26" fmla="*/ 1179781 h 1711962"/>
                  <a:gd name="connsiteX27" fmla="*/ 218120 w 1376227"/>
                  <a:gd name="connsiteY27" fmla="*/ 1048547 h 1711962"/>
                  <a:gd name="connsiteX28" fmla="*/ 167734 w 1376227"/>
                  <a:gd name="connsiteY28" fmla="*/ 845348 h 1711962"/>
                  <a:gd name="connsiteX29" fmla="*/ 128661 w 1376227"/>
                  <a:gd name="connsiteY29" fmla="*/ 845348 h 1711962"/>
                  <a:gd name="connsiteX30" fmla="*/ 62460 w 1376227"/>
                  <a:gd name="connsiteY30" fmla="*/ 817831 h 1711962"/>
                  <a:gd name="connsiteX31" fmla="*/ 1208 w 1376227"/>
                  <a:gd name="connsiteY31" fmla="*/ 612513 h 1711962"/>
                  <a:gd name="connsiteX32" fmla="*/ 119742 w 1376227"/>
                  <a:gd name="connsiteY32" fmla="*/ 553247 h 1711962"/>
                  <a:gd name="connsiteX33" fmla="*/ 235878 w 1376227"/>
                  <a:gd name="connsiteY33" fmla="*/ 612514 h 1711962"/>
                  <a:gd name="connsiteX34" fmla="*/ 284282 w 1376227"/>
                  <a:gd name="connsiteY34" fmla="*/ 722581 h 1711962"/>
                  <a:gd name="connsiteX35" fmla="*/ 275815 w 1376227"/>
                  <a:gd name="connsiteY35" fmla="*/ 790314 h 1711962"/>
                  <a:gd name="connsiteX36" fmla="*/ 339501 w 1376227"/>
                  <a:gd name="connsiteY36" fmla="*/ 711998 h 1711962"/>
                  <a:gd name="connsiteX37" fmla="*/ 401125 w 1376227"/>
                  <a:gd name="connsiteY37" fmla="*/ 447413 h 1711962"/>
                  <a:gd name="connsiteX38" fmla="*/ 529815 w 1376227"/>
                  <a:gd name="connsiteY38" fmla="*/ 282314 h 1711962"/>
                  <a:gd name="connsiteX39" fmla="*/ 529815 w 1376227"/>
                  <a:gd name="connsiteY39" fmla="*/ 36781 h 1711962"/>
                  <a:gd name="connsiteX40" fmla="*/ 622949 w 1376227"/>
                  <a:gd name="connsiteY40" fmla="*/ 19847 h 1711962"/>
                  <a:gd name="connsiteX0" fmla="*/ 623096 w 1376374"/>
                  <a:gd name="connsiteY0" fmla="*/ 19847 h 1711962"/>
                  <a:gd name="connsiteX1" fmla="*/ 647297 w 1376374"/>
                  <a:gd name="connsiteY1" fmla="*/ 218814 h 1711962"/>
                  <a:gd name="connsiteX2" fmla="*/ 652915 w 1376374"/>
                  <a:gd name="connsiteY2" fmla="*/ 231513 h 1711962"/>
                  <a:gd name="connsiteX3" fmla="*/ 698997 w 1376374"/>
                  <a:gd name="connsiteY3" fmla="*/ 231513 h 1711962"/>
                  <a:gd name="connsiteX4" fmla="*/ 860162 w 1376374"/>
                  <a:gd name="connsiteY4" fmla="*/ 282314 h 1711962"/>
                  <a:gd name="connsiteX5" fmla="*/ 1097642 w 1376374"/>
                  <a:gd name="connsiteY5" fmla="*/ 477047 h 1711962"/>
                  <a:gd name="connsiteX6" fmla="*/ 1173056 w 1376374"/>
                  <a:gd name="connsiteY6" fmla="*/ 792430 h 1711962"/>
                  <a:gd name="connsiteX7" fmla="*/ 1085994 w 1376374"/>
                  <a:gd name="connsiteY7" fmla="*/ 1137447 h 1711962"/>
                  <a:gd name="connsiteX8" fmla="*/ 1084342 w 1376374"/>
                  <a:gd name="connsiteY8" fmla="*/ 1416847 h 1711962"/>
                  <a:gd name="connsiteX9" fmla="*/ 1181896 w 1376374"/>
                  <a:gd name="connsiteY9" fmla="*/ 1509981 h 1711962"/>
                  <a:gd name="connsiteX10" fmla="*/ 1300429 w 1376374"/>
                  <a:gd name="connsiteY10" fmla="*/ 1526914 h 1711962"/>
                  <a:gd name="connsiteX11" fmla="*/ 1359696 w 1376374"/>
                  <a:gd name="connsiteY11" fmla="*/ 1518447 h 1711962"/>
                  <a:gd name="connsiteX12" fmla="*/ 1357673 w 1376374"/>
                  <a:gd name="connsiteY12" fmla="*/ 1696247 h 1711962"/>
                  <a:gd name="connsiteX13" fmla="*/ 1148028 w 1376374"/>
                  <a:gd name="connsiteY13" fmla="*/ 1687781 h 1711962"/>
                  <a:gd name="connsiteX14" fmla="*/ 994350 w 1376374"/>
                  <a:gd name="connsiteY14" fmla="*/ 1560782 h 1711962"/>
                  <a:gd name="connsiteX15" fmla="*/ 951646 w 1376374"/>
                  <a:gd name="connsiteY15" fmla="*/ 1213647 h 1711962"/>
                  <a:gd name="connsiteX16" fmla="*/ 1035939 w 1376374"/>
                  <a:gd name="connsiteY16" fmla="*/ 858047 h 1711962"/>
                  <a:gd name="connsiteX17" fmla="*/ 1006865 w 1376374"/>
                  <a:gd name="connsiteY17" fmla="*/ 612514 h 1711962"/>
                  <a:gd name="connsiteX18" fmla="*/ 838809 w 1376374"/>
                  <a:gd name="connsiteY18" fmla="*/ 443181 h 1711962"/>
                  <a:gd name="connsiteX19" fmla="*/ 646846 w 1376374"/>
                  <a:gd name="connsiteY19" fmla="*/ 443181 h 1711962"/>
                  <a:gd name="connsiteX20" fmla="*/ 510260 w 1376374"/>
                  <a:gd name="connsiteY20" fmla="*/ 534197 h 1711962"/>
                  <a:gd name="connsiteX21" fmla="*/ 498159 w 1376374"/>
                  <a:gd name="connsiteY21" fmla="*/ 726814 h 1711962"/>
                  <a:gd name="connsiteX22" fmla="*/ 589229 w 1376374"/>
                  <a:gd name="connsiteY22" fmla="*/ 807247 h 1711962"/>
                  <a:gd name="connsiteX23" fmla="*/ 724695 w 1376374"/>
                  <a:gd name="connsiteY23" fmla="*/ 976579 h 1711962"/>
                  <a:gd name="connsiteX24" fmla="*/ 762238 w 1376374"/>
                  <a:gd name="connsiteY24" fmla="*/ 1222113 h 1711962"/>
                  <a:gd name="connsiteX25" fmla="*/ 561432 w 1376374"/>
                  <a:gd name="connsiteY25" fmla="*/ 1291963 h 1711962"/>
                  <a:gd name="connsiteX26" fmla="*/ 324779 w 1376374"/>
                  <a:gd name="connsiteY26" fmla="*/ 1179781 h 1711962"/>
                  <a:gd name="connsiteX27" fmla="*/ 218267 w 1376374"/>
                  <a:gd name="connsiteY27" fmla="*/ 1048547 h 1711962"/>
                  <a:gd name="connsiteX28" fmla="*/ 167881 w 1376374"/>
                  <a:gd name="connsiteY28" fmla="*/ 845348 h 1711962"/>
                  <a:gd name="connsiteX29" fmla="*/ 62607 w 1376374"/>
                  <a:gd name="connsiteY29" fmla="*/ 817831 h 1711962"/>
                  <a:gd name="connsiteX30" fmla="*/ 1355 w 1376374"/>
                  <a:gd name="connsiteY30" fmla="*/ 612513 h 1711962"/>
                  <a:gd name="connsiteX31" fmla="*/ 119889 w 1376374"/>
                  <a:gd name="connsiteY31" fmla="*/ 553247 h 1711962"/>
                  <a:gd name="connsiteX32" fmla="*/ 236025 w 1376374"/>
                  <a:gd name="connsiteY32" fmla="*/ 612514 h 1711962"/>
                  <a:gd name="connsiteX33" fmla="*/ 284429 w 1376374"/>
                  <a:gd name="connsiteY33" fmla="*/ 722581 h 1711962"/>
                  <a:gd name="connsiteX34" fmla="*/ 275962 w 1376374"/>
                  <a:gd name="connsiteY34" fmla="*/ 790314 h 1711962"/>
                  <a:gd name="connsiteX35" fmla="*/ 339648 w 1376374"/>
                  <a:gd name="connsiteY35" fmla="*/ 711998 h 1711962"/>
                  <a:gd name="connsiteX36" fmla="*/ 401272 w 1376374"/>
                  <a:gd name="connsiteY36" fmla="*/ 447413 h 1711962"/>
                  <a:gd name="connsiteX37" fmla="*/ 529962 w 1376374"/>
                  <a:gd name="connsiteY37" fmla="*/ 282314 h 1711962"/>
                  <a:gd name="connsiteX38" fmla="*/ 529962 w 1376374"/>
                  <a:gd name="connsiteY38" fmla="*/ 36781 h 1711962"/>
                  <a:gd name="connsiteX39" fmla="*/ 623096 w 1376374"/>
                  <a:gd name="connsiteY39" fmla="*/ 19847 h 1711962"/>
                  <a:gd name="connsiteX0" fmla="*/ 589413 w 1342691"/>
                  <a:gd name="connsiteY0" fmla="*/ 19847 h 1711962"/>
                  <a:gd name="connsiteX1" fmla="*/ 613614 w 1342691"/>
                  <a:gd name="connsiteY1" fmla="*/ 218814 h 1711962"/>
                  <a:gd name="connsiteX2" fmla="*/ 619232 w 1342691"/>
                  <a:gd name="connsiteY2" fmla="*/ 231513 h 1711962"/>
                  <a:gd name="connsiteX3" fmla="*/ 665314 w 1342691"/>
                  <a:gd name="connsiteY3" fmla="*/ 231513 h 1711962"/>
                  <a:gd name="connsiteX4" fmla="*/ 826479 w 1342691"/>
                  <a:gd name="connsiteY4" fmla="*/ 282314 h 1711962"/>
                  <a:gd name="connsiteX5" fmla="*/ 1063959 w 1342691"/>
                  <a:gd name="connsiteY5" fmla="*/ 477047 h 1711962"/>
                  <a:gd name="connsiteX6" fmla="*/ 1139373 w 1342691"/>
                  <a:gd name="connsiteY6" fmla="*/ 792430 h 1711962"/>
                  <a:gd name="connsiteX7" fmla="*/ 1052311 w 1342691"/>
                  <a:gd name="connsiteY7" fmla="*/ 1137447 h 1711962"/>
                  <a:gd name="connsiteX8" fmla="*/ 1050659 w 1342691"/>
                  <a:gd name="connsiteY8" fmla="*/ 1416847 h 1711962"/>
                  <a:gd name="connsiteX9" fmla="*/ 1148213 w 1342691"/>
                  <a:gd name="connsiteY9" fmla="*/ 1509981 h 1711962"/>
                  <a:gd name="connsiteX10" fmla="*/ 1266746 w 1342691"/>
                  <a:gd name="connsiteY10" fmla="*/ 1526914 h 1711962"/>
                  <a:gd name="connsiteX11" fmla="*/ 1326013 w 1342691"/>
                  <a:gd name="connsiteY11" fmla="*/ 1518447 h 1711962"/>
                  <a:gd name="connsiteX12" fmla="*/ 1323990 w 1342691"/>
                  <a:gd name="connsiteY12" fmla="*/ 1696247 h 1711962"/>
                  <a:gd name="connsiteX13" fmla="*/ 1114345 w 1342691"/>
                  <a:gd name="connsiteY13" fmla="*/ 1687781 h 1711962"/>
                  <a:gd name="connsiteX14" fmla="*/ 960667 w 1342691"/>
                  <a:gd name="connsiteY14" fmla="*/ 1560782 h 1711962"/>
                  <a:gd name="connsiteX15" fmla="*/ 917963 w 1342691"/>
                  <a:gd name="connsiteY15" fmla="*/ 1213647 h 1711962"/>
                  <a:gd name="connsiteX16" fmla="*/ 1002256 w 1342691"/>
                  <a:gd name="connsiteY16" fmla="*/ 858047 h 1711962"/>
                  <a:gd name="connsiteX17" fmla="*/ 973182 w 1342691"/>
                  <a:gd name="connsiteY17" fmla="*/ 612514 h 1711962"/>
                  <a:gd name="connsiteX18" fmla="*/ 805126 w 1342691"/>
                  <a:gd name="connsiteY18" fmla="*/ 443181 h 1711962"/>
                  <a:gd name="connsiteX19" fmla="*/ 613163 w 1342691"/>
                  <a:gd name="connsiteY19" fmla="*/ 443181 h 1711962"/>
                  <a:gd name="connsiteX20" fmla="*/ 476577 w 1342691"/>
                  <a:gd name="connsiteY20" fmla="*/ 534197 h 1711962"/>
                  <a:gd name="connsiteX21" fmla="*/ 464476 w 1342691"/>
                  <a:gd name="connsiteY21" fmla="*/ 726814 h 1711962"/>
                  <a:gd name="connsiteX22" fmla="*/ 555546 w 1342691"/>
                  <a:gd name="connsiteY22" fmla="*/ 807247 h 1711962"/>
                  <a:gd name="connsiteX23" fmla="*/ 691012 w 1342691"/>
                  <a:gd name="connsiteY23" fmla="*/ 976579 h 1711962"/>
                  <a:gd name="connsiteX24" fmla="*/ 728555 w 1342691"/>
                  <a:gd name="connsiteY24" fmla="*/ 1222113 h 1711962"/>
                  <a:gd name="connsiteX25" fmla="*/ 527749 w 1342691"/>
                  <a:gd name="connsiteY25" fmla="*/ 1291963 h 1711962"/>
                  <a:gd name="connsiteX26" fmla="*/ 291096 w 1342691"/>
                  <a:gd name="connsiteY26" fmla="*/ 1179781 h 1711962"/>
                  <a:gd name="connsiteX27" fmla="*/ 184584 w 1342691"/>
                  <a:gd name="connsiteY27" fmla="*/ 1048547 h 1711962"/>
                  <a:gd name="connsiteX28" fmla="*/ 134198 w 1342691"/>
                  <a:gd name="connsiteY28" fmla="*/ 845348 h 1711962"/>
                  <a:gd name="connsiteX29" fmla="*/ 28924 w 1342691"/>
                  <a:gd name="connsiteY29" fmla="*/ 817831 h 1711962"/>
                  <a:gd name="connsiteX30" fmla="*/ 3110 w 1342691"/>
                  <a:gd name="connsiteY30" fmla="*/ 587113 h 1711962"/>
                  <a:gd name="connsiteX31" fmla="*/ 86206 w 1342691"/>
                  <a:gd name="connsiteY31" fmla="*/ 553247 h 1711962"/>
                  <a:gd name="connsiteX32" fmla="*/ 202342 w 1342691"/>
                  <a:gd name="connsiteY32" fmla="*/ 612514 h 1711962"/>
                  <a:gd name="connsiteX33" fmla="*/ 250746 w 1342691"/>
                  <a:gd name="connsiteY33" fmla="*/ 722581 h 1711962"/>
                  <a:gd name="connsiteX34" fmla="*/ 242279 w 1342691"/>
                  <a:gd name="connsiteY34" fmla="*/ 790314 h 1711962"/>
                  <a:gd name="connsiteX35" fmla="*/ 305965 w 1342691"/>
                  <a:gd name="connsiteY35" fmla="*/ 711998 h 1711962"/>
                  <a:gd name="connsiteX36" fmla="*/ 367589 w 1342691"/>
                  <a:gd name="connsiteY36" fmla="*/ 447413 h 1711962"/>
                  <a:gd name="connsiteX37" fmla="*/ 496279 w 1342691"/>
                  <a:gd name="connsiteY37" fmla="*/ 282314 h 1711962"/>
                  <a:gd name="connsiteX38" fmla="*/ 496279 w 1342691"/>
                  <a:gd name="connsiteY38" fmla="*/ 36781 h 1711962"/>
                  <a:gd name="connsiteX39" fmla="*/ 589413 w 1342691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06965 w 1347314"/>
                  <a:gd name="connsiteY32" fmla="*/ 612514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2609 w 1345887"/>
                  <a:gd name="connsiteY0" fmla="*/ 19847 h 1711962"/>
                  <a:gd name="connsiteX1" fmla="*/ 616810 w 1345887"/>
                  <a:gd name="connsiteY1" fmla="*/ 218814 h 1711962"/>
                  <a:gd name="connsiteX2" fmla="*/ 622428 w 1345887"/>
                  <a:gd name="connsiteY2" fmla="*/ 231513 h 1711962"/>
                  <a:gd name="connsiteX3" fmla="*/ 668510 w 1345887"/>
                  <a:gd name="connsiteY3" fmla="*/ 231513 h 1711962"/>
                  <a:gd name="connsiteX4" fmla="*/ 829675 w 1345887"/>
                  <a:gd name="connsiteY4" fmla="*/ 282314 h 1711962"/>
                  <a:gd name="connsiteX5" fmla="*/ 1067155 w 1345887"/>
                  <a:gd name="connsiteY5" fmla="*/ 477047 h 1711962"/>
                  <a:gd name="connsiteX6" fmla="*/ 1142569 w 1345887"/>
                  <a:gd name="connsiteY6" fmla="*/ 792430 h 1711962"/>
                  <a:gd name="connsiteX7" fmla="*/ 1055507 w 1345887"/>
                  <a:gd name="connsiteY7" fmla="*/ 1137447 h 1711962"/>
                  <a:gd name="connsiteX8" fmla="*/ 1053855 w 1345887"/>
                  <a:gd name="connsiteY8" fmla="*/ 1416847 h 1711962"/>
                  <a:gd name="connsiteX9" fmla="*/ 1151409 w 1345887"/>
                  <a:gd name="connsiteY9" fmla="*/ 1509981 h 1711962"/>
                  <a:gd name="connsiteX10" fmla="*/ 1269942 w 1345887"/>
                  <a:gd name="connsiteY10" fmla="*/ 1526914 h 1711962"/>
                  <a:gd name="connsiteX11" fmla="*/ 1329209 w 1345887"/>
                  <a:gd name="connsiteY11" fmla="*/ 1518447 h 1711962"/>
                  <a:gd name="connsiteX12" fmla="*/ 1327186 w 1345887"/>
                  <a:gd name="connsiteY12" fmla="*/ 1696247 h 1711962"/>
                  <a:gd name="connsiteX13" fmla="*/ 1117541 w 1345887"/>
                  <a:gd name="connsiteY13" fmla="*/ 1687781 h 1711962"/>
                  <a:gd name="connsiteX14" fmla="*/ 963863 w 1345887"/>
                  <a:gd name="connsiteY14" fmla="*/ 1560782 h 1711962"/>
                  <a:gd name="connsiteX15" fmla="*/ 921159 w 1345887"/>
                  <a:gd name="connsiteY15" fmla="*/ 1213647 h 1711962"/>
                  <a:gd name="connsiteX16" fmla="*/ 1005452 w 1345887"/>
                  <a:gd name="connsiteY16" fmla="*/ 858047 h 1711962"/>
                  <a:gd name="connsiteX17" fmla="*/ 976378 w 1345887"/>
                  <a:gd name="connsiteY17" fmla="*/ 612514 h 1711962"/>
                  <a:gd name="connsiteX18" fmla="*/ 808322 w 1345887"/>
                  <a:gd name="connsiteY18" fmla="*/ 443181 h 1711962"/>
                  <a:gd name="connsiteX19" fmla="*/ 616359 w 1345887"/>
                  <a:gd name="connsiteY19" fmla="*/ 443181 h 1711962"/>
                  <a:gd name="connsiteX20" fmla="*/ 479773 w 1345887"/>
                  <a:gd name="connsiteY20" fmla="*/ 534197 h 1711962"/>
                  <a:gd name="connsiteX21" fmla="*/ 467672 w 1345887"/>
                  <a:gd name="connsiteY21" fmla="*/ 726814 h 1711962"/>
                  <a:gd name="connsiteX22" fmla="*/ 558742 w 1345887"/>
                  <a:gd name="connsiteY22" fmla="*/ 807247 h 1711962"/>
                  <a:gd name="connsiteX23" fmla="*/ 694208 w 1345887"/>
                  <a:gd name="connsiteY23" fmla="*/ 976579 h 1711962"/>
                  <a:gd name="connsiteX24" fmla="*/ 731751 w 1345887"/>
                  <a:gd name="connsiteY24" fmla="*/ 1222113 h 1711962"/>
                  <a:gd name="connsiteX25" fmla="*/ 530945 w 1345887"/>
                  <a:gd name="connsiteY25" fmla="*/ 1291963 h 1711962"/>
                  <a:gd name="connsiteX26" fmla="*/ 294292 w 1345887"/>
                  <a:gd name="connsiteY26" fmla="*/ 1179781 h 1711962"/>
                  <a:gd name="connsiteX27" fmla="*/ 187780 w 1345887"/>
                  <a:gd name="connsiteY27" fmla="*/ 1048547 h 1711962"/>
                  <a:gd name="connsiteX28" fmla="*/ 137394 w 1345887"/>
                  <a:gd name="connsiteY28" fmla="*/ 845348 h 1711962"/>
                  <a:gd name="connsiteX29" fmla="*/ 38563 w 1345887"/>
                  <a:gd name="connsiteY29" fmla="*/ 767031 h 1711962"/>
                  <a:gd name="connsiteX30" fmla="*/ 6306 w 1345887"/>
                  <a:gd name="connsiteY30" fmla="*/ 587113 h 1711962"/>
                  <a:gd name="connsiteX31" fmla="*/ 155446 w 1345887"/>
                  <a:gd name="connsiteY31" fmla="*/ 544781 h 1711962"/>
                  <a:gd name="connsiteX32" fmla="*/ 221646 w 1345887"/>
                  <a:gd name="connsiteY32" fmla="*/ 610397 h 1711962"/>
                  <a:gd name="connsiteX33" fmla="*/ 253942 w 1345887"/>
                  <a:gd name="connsiteY33" fmla="*/ 722581 h 1711962"/>
                  <a:gd name="connsiteX34" fmla="*/ 245475 w 1345887"/>
                  <a:gd name="connsiteY34" fmla="*/ 790314 h 1711962"/>
                  <a:gd name="connsiteX35" fmla="*/ 309161 w 1345887"/>
                  <a:gd name="connsiteY35" fmla="*/ 711998 h 1711962"/>
                  <a:gd name="connsiteX36" fmla="*/ 370785 w 1345887"/>
                  <a:gd name="connsiteY36" fmla="*/ 447413 h 1711962"/>
                  <a:gd name="connsiteX37" fmla="*/ 499475 w 1345887"/>
                  <a:gd name="connsiteY37" fmla="*/ 282314 h 1711962"/>
                  <a:gd name="connsiteX38" fmla="*/ 499475 w 1345887"/>
                  <a:gd name="connsiteY38" fmla="*/ 36781 h 1711962"/>
                  <a:gd name="connsiteX39" fmla="*/ 592609 w 1345887"/>
                  <a:gd name="connsiteY39" fmla="*/ 19847 h 1711962"/>
                  <a:gd name="connsiteX0" fmla="*/ 595794 w 1349072"/>
                  <a:gd name="connsiteY0" fmla="*/ 19847 h 1711962"/>
                  <a:gd name="connsiteX1" fmla="*/ 619995 w 1349072"/>
                  <a:gd name="connsiteY1" fmla="*/ 218814 h 1711962"/>
                  <a:gd name="connsiteX2" fmla="*/ 625613 w 1349072"/>
                  <a:gd name="connsiteY2" fmla="*/ 231513 h 1711962"/>
                  <a:gd name="connsiteX3" fmla="*/ 671695 w 1349072"/>
                  <a:gd name="connsiteY3" fmla="*/ 231513 h 1711962"/>
                  <a:gd name="connsiteX4" fmla="*/ 832860 w 1349072"/>
                  <a:gd name="connsiteY4" fmla="*/ 282314 h 1711962"/>
                  <a:gd name="connsiteX5" fmla="*/ 1070340 w 1349072"/>
                  <a:gd name="connsiteY5" fmla="*/ 477047 h 1711962"/>
                  <a:gd name="connsiteX6" fmla="*/ 1145754 w 1349072"/>
                  <a:gd name="connsiteY6" fmla="*/ 792430 h 1711962"/>
                  <a:gd name="connsiteX7" fmla="*/ 1058692 w 1349072"/>
                  <a:gd name="connsiteY7" fmla="*/ 1137447 h 1711962"/>
                  <a:gd name="connsiteX8" fmla="*/ 1057040 w 1349072"/>
                  <a:gd name="connsiteY8" fmla="*/ 1416847 h 1711962"/>
                  <a:gd name="connsiteX9" fmla="*/ 1154594 w 1349072"/>
                  <a:gd name="connsiteY9" fmla="*/ 1509981 h 1711962"/>
                  <a:gd name="connsiteX10" fmla="*/ 1273127 w 1349072"/>
                  <a:gd name="connsiteY10" fmla="*/ 1526914 h 1711962"/>
                  <a:gd name="connsiteX11" fmla="*/ 1332394 w 1349072"/>
                  <a:gd name="connsiteY11" fmla="*/ 1518447 h 1711962"/>
                  <a:gd name="connsiteX12" fmla="*/ 1330371 w 1349072"/>
                  <a:gd name="connsiteY12" fmla="*/ 1696247 h 1711962"/>
                  <a:gd name="connsiteX13" fmla="*/ 1120726 w 1349072"/>
                  <a:gd name="connsiteY13" fmla="*/ 1687781 h 1711962"/>
                  <a:gd name="connsiteX14" fmla="*/ 967048 w 1349072"/>
                  <a:gd name="connsiteY14" fmla="*/ 1560782 h 1711962"/>
                  <a:gd name="connsiteX15" fmla="*/ 924344 w 1349072"/>
                  <a:gd name="connsiteY15" fmla="*/ 1213647 h 1711962"/>
                  <a:gd name="connsiteX16" fmla="*/ 1008637 w 1349072"/>
                  <a:gd name="connsiteY16" fmla="*/ 858047 h 1711962"/>
                  <a:gd name="connsiteX17" fmla="*/ 979563 w 1349072"/>
                  <a:gd name="connsiteY17" fmla="*/ 612514 h 1711962"/>
                  <a:gd name="connsiteX18" fmla="*/ 811507 w 1349072"/>
                  <a:gd name="connsiteY18" fmla="*/ 443181 h 1711962"/>
                  <a:gd name="connsiteX19" fmla="*/ 619544 w 1349072"/>
                  <a:gd name="connsiteY19" fmla="*/ 443181 h 1711962"/>
                  <a:gd name="connsiteX20" fmla="*/ 482958 w 1349072"/>
                  <a:gd name="connsiteY20" fmla="*/ 534197 h 1711962"/>
                  <a:gd name="connsiteX21" fmla="*/ 470857 w 1349072"/>
                  <a:gd name="connsiteY21" fmla="*/ 726814 h 1711962"/>
                  <a:gd name="connsiteX22" fmla="*/ 561927 w 1349072"/>
                  <a:gd name="connsiteY22" fmla="*/ 807247 h 1711962"/>
                  <a:gd name="connsiteX23" fmla="*/ 697393 w 1349072"/>
                  <a:gd name="connsiteY23" fmla="*/ 976579 h 1711962"/>
                  <a:gd name="connsiteX24" fmla="*/ 734936 w 1349072"/>
                  <a:gd name="connsiteY24" fmla="*/ 1222113 h 1711962"/>
                  <a:gd name="connsiteX25" fmla="*/ 534130 w 1349072"/>
                  <a:gd name="connsiteY25" fmla="*/ 1291963 h 1711962"/>
                  <a:gd name="connsiteX26" fmla="*/ 297477 w 1349072"/>
                  <a:gd name="connsiteY26" fmla="*/ 1179781 h 1711962"/>
                  <a:gd name="connsiteX27" fmla="*/ 190965 w 1349072"/>
                  <a:gd name="connsiteY27" fmla="*/ 1048547 h 1711962"/>
                  <a:gd name="connsiteX28" fmla="*/ 140579 w 1349072"/>
                  <a:gd name="connsiteY28" fmla="*/ 845348 h 1711962"/>
                  <a:gd name="connsiteX29" fmla="*/ 28862 w 1349072"/>
                  <a:gd name="connsiteY29" fmla="*/ 813598 h 1711962"/>
                  <a:gd name="connsiteX30" fmla="*/ 9491 w 1349072"/>
                  <a:gd name="connsiteY30" fmla="*/ 587113 h 1711962"/>
                  <a:gd name="connsiteX31" fmla="*/ 158631 w 1349072"/>
                  <a:gd name="connsiteY31" fmla="*/ 544781 h 1711962"/>
                  <a:gd name="connsiteX32" fmla="*/ 224831 w 1349072"/>
                  <a:gd name="connsiteY32" fmla="*/ 610397 h 1711962"/>
                  <a:gd name="connsiteX33" fmla="*/ 257127 w 1349072"/>
                  <a:gd name="connsiteY33" fmla="*/ 722581 h 1711962"/>
                  <a:gd name="connsiteX34" fmla="*/ 248660 w 1349072"/>
                  <a:gd name="connsiteY34" fmla="*/ 790314 h 1711962"/>
                  <a:gd name="connsiteX35" fmla="*/ 312346 w 1349072"/>
                  <a:gd name="connsiteY35" fmla="*/ 711998 h 1711962"/>
                  <a:gd name="connsiteX36" fmla="*/ 373970 w 1349072"/>
                  <a:gd name="connsiteY36" fmla="*/ 447413 h 1711962"/>
                  <a:gd name="connsiteX37" fmla="*/ 502660 w 1349072"/>
                  <a:gd name="connsiteY37" fmla="*/ 282314 h 1711962"/>
                  <a:gd name="connsiteX38" fmla="*/ 502660 w 1349072"/>
                  <a:gd name="connsiteY38" fmla="*/ 36781 h 1711962"/>
                  <a:gd name="connsiteX39" fmla="*/ 595794 w 1349072"/>
                  <a:gd name="connsiteY39" fmla="*/ 19847 h 1711962"/>
                  <a:gd name="connsiteX0" fmla="*/ 596294 w 1349572"/>
                  <a:gd name="connsiteY0" fmla="*/ 19847 h 1711962"/>
                  <a:gd name="connsiteX1" fmla="*/ 620495 w 1349572"/>
                  <a:gd name="connsiteY1" fmla="*/ 218814 h 1711962"/>
                  <a:gd name="connsiteX2" fmla="*/ 626113 w 1349572"/>
                  <a:gd name="connsiteY2" fmla="*/ 231513 h 1711962"/>
                  <a:gd name="connsiteX3" fmla="*/ 672195 w 1349572"/>
                  <a:gd name="connsiteY3" fmla="*/ 231513 h 1711962"/>
                  <a:gd name="connsiteX4" fmla="*/ 833360 w 1349572"/>
                  <a:gd name="connsiteY4" fmla="*/ 282314 h 1711962"/>
                  <a:gd name="connsiteX5" fmla="*/ 1070840 w 1349572"/>
                  <a:gd name="connsiteY5" fmla="*/ 477047 h 1711962"/>
                  <a:gd name="connsiteX6" fmla="*/ 1146254 w 1349572"/>
                  <a:gd name="connsiteY6" fmla="*/ 792430 h 1711962"/>
                  <a:gd name="connsiteX7" fmla="*/ 1059192 w 1349572"/>
                  <a:gd name="connsiteY7" fmla="*/ 1137447 h 1711962"/>
                  <a:gd name="connsiteX8" fmla="*/ 1057540 w 1349572"/>
                  <a:gd name="connsiteY8" fmla="*/ 1416847 h 1711962"/>
                  <a:gd name="connsiteX9" fmla="*/ 1155094 w 1349572"/>
                  <a:gd name="connsiteY9" fmla="*/ 1509981 h 1711962"/>
                  <a:gd name="connsiteX10" fmla="*/ 1273627 w 1349572"/>
                  <a:gd name="connsiteY10" fmla="*/ 1526914 h 1711962"/>
                  <a:gd name="connsiteX11" fmla="*/ 1332894 w 1349572"/>
                  <a:gd name="connsiteY11" fmla="*/ 1518447 h 1711962"/>
                  <a:gd name="connsiteX12" fmla="*/ 1330871 w 1349572"/>
                  <a:gd name="connsiteY12" fmla="*/ 1696247 h 1711962"/>
                  <a:gd name="connsiteX13" fmla="*/ 1121226 w 1349572"/>
                  <a:gd name="connsiteY13" fmla="*/ 1687781 h 1711962"/>
                  <a:gd name="connsiteX14" fmla="*/ 967548 w 1349572"/>
                  <a:gd name="connsiteY14" fmla="*/ 1560782 h 1711962"/>
                  <a:gd name="connsiteX15" fmla="*/ 924844 w 1349572"/>
                  <a:gd name="connsiteY15" fmla="*/ 1213647 h 1711962"/>
                  <a:gd name="connsiteX16" fmla="*/ 1009137 w 1349572"/>
                  <a:gd name="connsiteY16" fmla="*/ 858047 h 1711962"/>
                  <a:gd name="connsiteX17" fmla="*/ 980063 w 1349572"/>
                  <a:gd name="connsiteY17" fmla="*/ 612514 h 1711962"/>
                  <a:gd name="connsiteX18" fmla="*/ 812007 w 1349572"/>
                  <a:gd name="connsiteY18" fmla="*/ 443181 h 1711962"/>
                  <a:gd name="connsiteX19" fmla="*/ 620044 w 1349572"/>
                  <a:gd name="connsiteY19" fmla="*/ 443181 h 1711962"/>
                  <a:gd name="connsiteX20" fmla="*/ 483458 w 1349572"/>
                  <a:gd name="connsiteY20" fmla="*/ 534197 h 1711962"/>
                  <a:gd name="connsiteX21" fmla="*/ 471357 w 1349572"/>
                  <a:gd name="connsiteY21" fmla="*/ 726814 h 1711962"/>
                  <a:gd name="connsiteX22" fmla="*/ 562427 w 1349572"/>
                  <a:gd name="connsiteY22" fmla="*/ 807247 h 1711962"/>
                  <a:gd name="connsiteX23" fmla="*/ 697893 w 1349572"/>
                  <a:gd name="connsiteY23" fmla="*/ 976579 h 1711962"/>
                  <a:gd name="connsiteX24" fmla="*/ 735436 w 1349572"/>
                  <a:gd name="connsiteY24" fmla="*/ 1222113 h 1711962"/>
                  <a:gd name="connsiteX25" fmla="*/ 534630 w 1349572"/>
                  <a:gd name="connsiteY25" fmla="*/ 1291963 h 1711962"/>
                  <a:gd name="connsiteX26" fmla="*/ 297977 w 1349572"/>
                  <a:gd name="connsiteY26" fmla="*/ 1179781 h 1711962"/>
                  <a:gd name="connsiteX27" fmla="*/ 191465 w 1349572"/>
                  <a:gd name="connsiteY27" fmla="*/ 1048547 h 1711962"/>
                  <a:gd name="connsiteX28" fmla="*/ 141079 w 1349572"/>
                  <a:gd name="connsiteY28" fmla="*/ 845348 h 1711962"/>
                  <a:gd name="connsiteX29" fmla="*/ 27752 w 1349572"/>
                  <a:gd name="connsiteY29" fmla="*/ 786081 h 1711962"/>
                  <a:gd name="connsiteX30" fmla="*/ 9991 w 1349572"/>
                  <a:gd name="connsiteY30" fmla="*/ 587113 h 1711962"/>
                  <a:gd name="connsiteX31" fmla="*/ 159131 w 1349572"/>
                  <a:gd name="connsiteY31" fmla="*/ 544781 h 1711962"/>
                  <a:gd name="connsiteX32" fmla="*/ 225331 w 1349572"/>
                  <a:gd name="connsiteY32" fmla="*/ 610397 h 1711962"/>
                  <a:gd name="connsiteX33" fmla="*/ 257627 w 1349572"/>
                  <a:gd name="connsiteY33" fmla="*/ 722581 h 1711962"/>
                  <a:gd name="connsiteX34" fmla="*/ 249160 w 1349572"/>
                  <a:gd name="connsiteY34" fmla="*/ 790314 h 1711962"/>
                  <a:gd name="connsiteX35" fmla="*/ 312846 w 1349572"/>
                  <a:gd name="connsiteY35" fmla="*/ 711998 h 1711962"/>
                  <a:gd name="connsiteX36" fmla="*/ 374470 w 1349572"/>
                  <a:gd name="connsiteY36" fmla="*/ 447413 h 1711962"/>
                  <a:gd name="connsiteX37" fmla="*/ 503160 w 1349572"/>
                  <a:gd name="connsiteY37" fmla="*/ 282314 h 1711962"/>
                  <a:gd name="connsiteX38" fmla="*/ 503160 w 1349572"/>
                  <a:gd name="connsiteY38" fmla="*/ 36781 h 1711962"/>
                  <a:gd name="connsiteX39" fmla="*/ 596294 w 1349572"/>
                  <a:gd name="connsiteY39" fmla="*/ 19847 h 1711962"/>
                  <a:gd name="connsiteX0" fmla="*/ 596351 w 1349629"/>
                  <a:gd name="connsiteY0" fmla="*/ 19847 h 1711962"/>
                  <a:gd name="connsiteX1" fmla="*/ 620552 w 1349629"/>
                  <a:gd name="connsiteY1" fmla="*/ 218814 h 1711962"/>
                  <a:gd name="connsiteX2" fmla="*/ 626170 w 1349629"/>
                  <a:gd name="connsiteY2" fmla="*/ 231513 h 1711962"/>
                  <a:gd name="connsiteX3" fmla="*/ 672252 w 1349629"/>
                  <a:gd name="connsiteY3" fmla="*/ 231513 h 1711962"/>
                  <a:gd name="connsiteX4" fmla="*/ 833417 w 1349629"/>
                  <a:gd name="connsiteY4" fmla="*/ 282314 h 1711962"/>
                  <a:gd name="connsiteX5" fmla="*/ 1070897 w 1349629"/>
                  <a:gd name="connsiteY5" fmla="*/ 477047 h 1711962"/>
                  <a:gd name="connsiteX6" fmla="*/ 1146311 w 1349629"/>
                  <a:gd name="connsiteY6" fmla="*/ 792430 h 1711962"/>
                  <a:gd name="connsiteX7" fmla="*/ 1059249 w 1349629"/>
                  <a:gd name="connsiteY7" fmla="*/ 1137447 h 1711962"/>
                  <a:gd name="connsiteX8" fmla="*/ 1057597 w 1349629"/>
                  <a:gd name="connsiteY8" fmla="*/ 1416847 h 1711962"/>
                  <a:gd name="connsiteX9" fmla="*/ 1155151 w 1349629"/>
                  <a:gd name="connsiteY9" fmla="*/ 1509981 h 1711962"/>
                  <a:gd name="connsiteX10" fmla="*/ 1273684 w 1349629"/>
                  <a:gd name="connsiteY10" fmla="*/ 1526914 h 1711962"/>
                  <a:gd name="connsiteX11" fmla="*/ 1332951 w 1349629"/>
                  <a:gd name="connsiteY11" fmla="*/ 1518447 h 1711962"/>
                  <a:gd name="connsiteX12" fmla="*/ 1330928 w 1349629"/>
                  <a:gd name="connsiteY12" fmla="*/ 1696247 h 1711962"/>
                  <a:gd name="connsiteX13" fmla="*/ 1121283 w 1349629"/>
                  <a:gd name="connsiteY13" fmla="*/ 1687781 h 1711962"/>
                  <a:gd name="connsiteX14" fmla="*/ 967605 w 1349629"/>
                  <a:gd name="connsiteY14" fmla="*/ 1560782 h 1711962"/>
                  <a:gd name="connsiteX15" fmla="*/ 924901 w 1349629"/>
                  <a:gd name="connsiteY15" fmla="*/ 1213647 h 1711962"/>
                  <a:gd name="connsiteX16" fmla="*/ 1009194 w 1349629"/>
                  <a:gd name="connsiteY16" fmla="*/ 858047 h 1711962"/>
                  <a:gd name="connsiteX17" fmla="*/ 980120 w 1349629"/>
                  <a:gd name="connsiteY17" fmla="*/ 612514 h 1711962"/>
                  <a:gd name="connsiteX18" fmla="*/ 812064 w 1349629"/>
                  <a:gd name="connsiteY18" fmla="*/ 443181 h 1711962"/>
                  <a:gd name="connsiteX19" fmla="*/ 620101 w 1349629"/>
                  <a:gd name="connsiteY19" fmla="*/ 443181 h 1711962"/>
                  <a:gd name="connsiteX20" fmla="*/ 483515 w 1349629"/>
                  <a:gd name="connsiteY20" fmla="*/ 534197 h 1711962"/>
                  <a:gd name="connsiteX21" fmla="*/ 471414 w 1349629"/>
                  <a:gd name="connsiteY21" fmla="*/ 726814 h 1711962"/>
                  <a:gd name="connsiteX22" fmla="*/ 562484 w 1349629"/>
                  <a:gd name="connsiteY22" fmla="*/ 807247 h 1711962"/>
                  <a:gd name="connsiteX23" fmla="*/ 697950 w 1349629"/>
                  <a:gd name="connsiteY23" fmla="*/ 976579 h 1711962"/>
                  <a:gd name="connsiteX24" fmla="*/ 735493 w 1349629"/>
                  <a:gd name="connsiteY24" fmla="*/ 1222113 h 1711962"/>
                  <a:gd name="connsiteX25" fmla="*/ 534687 w 1349629"/>
                  <a:gd name="connsiteY25" fmla="*/ 1291963 h 1711962"/>
                  <a:gd name="connsiteX26" fmla="*/ 298034 w 1349629"/>
                  <a:gd name="connsiteY26" fmla="*/ 1179781 h 1711962"/>
                  <a:gd name="connsiteX27" fmla="*/ 191522 w 1349629"/>
                  <a:gd name="connsiteY27" fmla="*/ 1048547 h 1711962"/>
                  <a:gd name="connsiteX28" fmla="*/ 142747 w 1349629"/>
                  <a:gd name="connsiteY28" fmla="*/ 870748 h 1711962"/>
                  <a:gd name="connsiteX29" fmla="*/ 27809 w 1349629"/>
                  <a:gd name="connsiteY29" fmla="*/ 786081 h 1711962"/>
                  <a:gd name="connsiteX30" fmla="*/ 10048 w 1349629"/>
                  <a:gd name="connsiteY30" fmla="*/ 587113 h 1711962"/>
                  <a:gd name="connsiteX31" fmla="*/ 159188 w 1349629"/>
                  <a:gd name="connsiteY31" fmla="*/ 544781 h 1711962"/>
                  <a:gd name="connsiteX32" fmla="*/ 225388 w 1349629"/>
                  <a:gd name="connsiteY32" fmla="*/ 610397 h 1711962"/>
                  <a:gd name="connsiteX33" fmla="*/ 257684 w 1349629"/>
                  <a:gd name="connsiteY33" fmla="*/ 722581 h 1711962"/>
                  <a:gd name="connsiteX34" fmla="*/ 249217 w 1349629"/>
                  <a:gd name="connsiteY34" fmla="*/ 790314 h 1711962"/>
                  <a:gd name="connsiteX35" fmla="*/ 312903 w 1349629"/>
                  <a:gd name="connsiteY35" fmla="*/ 711998 h 1711962"/>
                  <a:gd name="connsiteX36" fmla="*/ 374527 w 1349629"/>
                  <a:gd name="connsiteY36" fmla="*/ 447413 h 1711962"/>
                  <a:gd name="connsiteX37" fmla="*/ 503217 w 1349629"/>
                  <a:gd name="connsiteY37" fmla="*/ 282314 h 1711962"/>
                  <a:gd name="connsiteX38" fmla="*/ 503217 w 1349629"/>
                  <a:gd name="connsiteY38" fmla="*/ 36781 h 1711962"/>
                  <a:gd name="connsiteX39" fmla="*/ 596351 w 1349629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600880 w 1330408"/>
                  <a:gd name="connsiteY19" fmla="*/ 44318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578329 w 1330408"/>
                  <a:gd name="connsiteY19" fmla="*/ 42413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26468 h 1718583"/>
                  <a:gd name="connsiteX1" fmla="*/ 601331 w 1330408"/>
                  <a:gd name="connsiteY1" fmla="*/ 225435 h 1718583"/>
                  <a:gd name="connsiteX2" fmla="*/ 606949 w 1330408"/>
                  <a:gd name="connsiteY2" fmla="*/ 238134 h 1718583"/>
                  <a:gd name="connsiteX3" fmla="*/ 653031 w 1330408"/>
                  <a:gd name="connsiteY3" fmla="*/ 238134 h 1718583"/>
                  <a:gd name="connsiteX4" fmla="*/ 814196 w 1330408"/>
                  <a:gd name="connsiteY4" fmla="*/ 288935 h 1718583"/>
                  <a:gd name="connsiteX5" fmla="*/ 1051676 w 1330408"/>
                  <a:gd name="connsiteY5" fmla="*/ 483668 h 1718583"/>
                  <a:gd name="connsiteX6" fmla="*/ 1127090 w 1330408"/>
                  <a:gd name="connsiteY6" fmla="*/ 799051 h 1718583"/>
                  <a:gd name="connsiteX7" fmla="*/ 1040028 w 1330408"/>
                  <a:gd name="connsiteY7" fmla="*/ 1144068 h 1718583"/>
                  <a:gd name="connsiteX8" fmla="*/ 1038376 w 1330408"/>
                  <a:gd name="connsiteY8" fmla="*/ 1423468 h 1718583"/>
                  <a:gd name="connsiteX9" fmla="*/ 1135930 w 1330408"/>
                  <a:gd name="connsiteY9" fmla="*/ 1516602 h 1718583"/>
                  <a:gd name="connsiteX10" fmla="*/ 1254463 w 1330408"/>
                  <a:gd name="connsiteY10" fmla="*/ 1533535 h 1718583"/>
                  <a:gd name="connsiteX11" fmla="*/ 1313730 w 1330408"/>
                  <a:gd name="connsiteY11" fmla="*/ 1525068 h 1718583"/>
                  <a:gd name="connsiteX12" fmla="*/ 1311707 w 1330408"/>
                  <a:gd name="connsiteY12" fmla="*/ 1702868 h 1718583"/>
                  <a:gd name="connsiteX13" fmla="*/ 1102062 w 1330408"/>
                  <a:gd name="connsiteY13" fmla="*/ 1694402 h 1718583"/>
                  <a:gd name="connsiteX14" fmla="*/ 948384 w 1330408"/>
                  <a:gd name="connsiteY14" fmla="*/ 1567403 h 1718583"/>
                  <a:gd name="connsiteX15" fmla="*/ 905680 w 1330408"/>
                  <a:gd name="connsiteY15" fmla="*/ 1220268 h 1718583"/>
                  <a:gd name="connsiteX16" fmla="*/ 989973 w 1330408"/>
                  <a:gd name="connsiteY16" fmla="*/ 864668 h 1718583"/>
                  <a:gd name="connsiteX17" fmla="*/ 960899 w 1330408"/>
                  <a:gd name="connsiteY17" fmla="*/ 619135 h 1718583"/>
                  <a:gd name="connsiteX18" fmla="*/ 792843 w 1330408"/>
                  <a:gd name="connsiteY18" fmla="*/ 449802 h 1718583"/>
                  <a:gd name="connsiteX19" fmla="*/ 578329 w 1330408"/>
                  <a:gd name="connsiteY19" fmla="*/ 430752 h 1718583"/>
                  <a:gd name="connsiteX20" fmla="*/ 464294 w 1330408"/>
                  <a:gd name="connsiteY20" fmla="*/ 540818 h 1718583"/>
                  <a:gd name="connsiteX21" fmla="*/ 452193 w 1330408"/>
                  <a:gd name="connsiteY21" fmla="*/ 733435 h 1718583"/>
                  <a:gd name="connsiteX22" fmla="*/ 543263 w 1330408"/>
                  <a:gd name="connsiteY22" fmla="*/ 813868 h 1718583"/>
                  <a:gd name="connsiteX23" fmla="*/ 678729 w 1330408"/>
                  <a:gd name="connsiteY23" fmla="*/ 983200 h 1718583"/>
                  <a:gd name="connsiteX24" fmla="*/ 716272 w 1330408"/>
                  <a:gd name="connsiteY24" fmla="*/ 1228734 h 1718583"/>
                  <a:gd name="connsiteX25" fmla="*/ 515466 w 1330408"/>
                  <a:gd name="connsiteY25" fmla="*/ 1298584 h 1718583"/>
                  <a:gd name="connsiteX26" fmla="*/ 278813 w 1330408"/>
                  <a:gd name="connsiteY26" fmla="*/ 1186402 h 1718583"/>
                  <a:gd name="connsiteX27" fmla="*/ 172301 w 1330408"/>
                  <a:gd name="connsiteY27" fmla="*/ 1055168 h 1718583"/>
                  <a:gd name="connsiteX28" fmla="*/ 123526 w 1330408"/>
                  <a:gd name="connsiteY28" fmla="*/ 877369 h 1718583"/>
                  <a:gd name="connsiteX29" fmla="*/ 8588 w 1330408"/>
                  <a:gd name="connsiteY29" fmla="*/ 792702 h 1718583"/>
                  <a:gd name="connsiteX30" fmla="*/ 23043 w 1330408"/>
                  <a:gd name="connsiteY30" fmla="*/ 600084 h 1718583"/>
                  <a:gd name="connsiteX31" fmla="*/ 139967 w 1330408"/>
                  <a:gd name="connsiteY31" fmla="*/ 551402 h 1718583"/>
                  <a:gd name="connsiteX32" fmla="*/ 206167 w 1330408"/>
                  <a:gd name="connsiteY32" fmla="*/ 617018 h 1718583"/>
                  <a:gd name="connsiteX33" fmla="*/ 238463 w 1330408"/>
                  <a:gd name="connsiteY33" fmla="*/ 729202 h 1718583"/>
                  <a:gd name="connsiteX34" fmla="*/ 229996 w 1330408"/>
                  <a:gd name="connsiteY34" fmla="*/ 796935 h 1718583"/>
                  <a:gd name="connsiteX35" fmla="*/ 293682 w 1330408"/>
                  <a:gd name="connsiteY35" fmla="*/ 718619 h 1718583"/>
                  <a:gd name="connsiteX36" fmla="*/ 355306 w 1330408"/>
                  <a:gd name="connsiteY36" fmla="*/ 454034 h 1718583"/>
                  <a:gd name="connsiteX37" fmla="*/ 483996 w 1330408"/>
                  <a:gd name="connsiteY37" fmla="*/ 288935 h 1718583"/>
                  <a:gd name="connsiteX38" fmla="*/ 483996 w 1330408"/>
                  <a:gd name="connsiteY38" fmla="*/ 30702 h 1718583"/>
                  <a:gd name="connsiteX39" fmla="*/ 577130 w 1330408"/>
                  <a:gd name="connsiteY39" fmla="*/ 26468 h 1718583"/>
                  <a:gd name="connsiteX0" fmla="*/ 577130 w 1330408"/>
                  <a:gd name="connsiteY0" fmla="*/ 15063 h 1707178"/>
                  <a:gd name="connsiteX1" fmla="*/ 601331 w 1330408"/>
                  <a:gd name="connsiteY1" fmla="*/ 214030 h 1707178"/>
                  <a:gd name="connsiteX2" fmla="*/ 606949 w 1330408"/>
                  <a:gd name="connsiteY2" fmla="*/ 226729 h 1707178"/>
                  <a:gd name="connsiteX3" fmla="*/ 653031 w 1330408"/>
                  <a:gd name="connsiteY3" fmla="*/ 226729 h 1707178"/>
                  <a:gd name="connsiteX4" fmla="*/ 814196 w 1330408"/>
                  <a:gd name="connsiteY4" fmla="*/ 277530 h 1707178"/>
                  <a:gd name="connsiteX5" fmla="*/ 1051676 w 1330408"/>
                  <a:gd name="connsiteY5" fmla="*/ 472263 h 1707178"/>
                  <a:gd name="connsiteX6" fmla="*/ 1127090 w 1330408"/>
                  <a:gd name="connsiteY6" fmla="*/ 787646 h 1707178"/>
                  <a:gd name="connsiteX7" fmla="*/ 1040028 w 1330408"/>
                  <a:gd name="connsiteY7" fmla="*/ 1132663 h 1707178"/>
                  <a:gd name="connsiteX8" fmla="*/ 1038376 w 1330408"/>
                  <a:gd name="connsiteY8" fmla="*/ 1412063 h 1707178"/>
                  <a:gd name="connsiteX9" fmla="*/ 1135930 w 1330408"/>
                  <a:gd name="connsiteY9" fmla="*/ 1505197 h 1707178"/>
                  <a:gd name="connsiteX10" fmla="*/ 1254463 w 1330408"/>
                  <a:gd name="connsiteY10" fmla="*/ 1522130 h 1707178"/>
                  <a:gd name="connsiteX11" fmla="*/ 1313730 w 1330408"/>
                  <a:gd name="connsiteY11" fmla="*/ 1513663 h 1707178"/>
                  <a:gd name="connsiteX12" fmla="*/ 1311707 w 1330408"/>
                  <a:gd name="connsiteY12" fmla="*/ 1691463 h 1707178"/>
                  <a:gd name="connsiteX13" fmla="*/ 1102062 w 1330408"/>
                  <a:gd name="connsiteY13" fmla="*/ 1682997 h 1707178"/>
                  <a:gd name="connsiteX14" fmla="*/ 948384 w 1330408"/>
                  <a:gd name="connsiteY14" fmla="*/ 1555998 h 1707178"/>
                  <a:gd name="connsiteX15" fmla="*/ 905680 w 1330408"/>
                  <a:gd name="connsiteY15" fmla="*/ 1208863 h 1707178"/>
                  <a:gd name="connsiteX16" fmla="*/ 989973 w 1330408"/>
                  <a:gd name="connsiteY16" fmla="*/ 853263 h 1707178"/>
                  <a:gd name="connsiteX17" fmla="*/ 960899 w 1330408"/>
                  <a:gd name="connsiteY17" fmla="*/ 607730 h 1707178"/>
                  <a:gd name="connsiteX18" fmla="*/ 792843 w 1330408"/>
                  <a:gd name="connsiteY18" fmla="*/ 438397 h 1707178"/>
                  <a:gd name="connsiteX19" fmla="*/ 578329 w 1330408"/>
                  <a:gd name="connsiteY19" fmla="*/ 419347 h 1707178"/>
                  <a:gd name="connsiteX20" fmla="*/ 464294 w 1330408"/>
                  <a:gd name="connsiteY20" fmla="*/ 529413 h 1707178"/>
                  <a:gd name="connsiteX21" fmla="*/ 452193 w 1330408"/>
                  <a:gd name="connsiteY21" fmla="*/ 722030 h 1707178"/>
                  <a:gd name="connsiteX22" fmla="*/ 543263 w 1330408"/>
                  <a:gd name="connsiteY22" fmla="*/ 802463 h 1707178"/>
                  <a:gd name="connsiteX23" fmla="*/ 678729 w 1330408"/>
                  <a:gd name="connsiteY23" fmla="*/ 971795 h 1707178"/>
                  <a:gd name="connsiteX24" fmla="*/ 716272 w 1330408"/>
                  <a:gd name="connsiteY24" fmla="*/ 1217329 h 1707178"/>
                  <a:gd name="connsiteX25" fmla="*/ 515466 w 1330408"/>
                  <a:gd name="connsiteY25" fmla="*/ 1287179 h 1707178"/>
                  <a:gd name="connsiteX26" fmla="*/ 278813 w 1330408"/>
                  <a:gd name="connsiteY26" fmla="*/ 1174997 h 1707178"/>
                  <a:gd name="connsiteX27" fmla="*/ 172301 w 1330408"/>
                  <a:gd name="connsiteY27" fmla="*/ 1043763 h 1707178"/>
                  <a:gd name="connsiteX28" fmla="*/ 123526 w 1330408"/>
                  <a:gd name="connsiteY28" fmla="*/ 865964 h 1707178"/>
                  <a:gd name="connsiteX29" fmla="*/ 8588 w 1330408"/>
                  <a:gd name="connsiteY29" fmla="*/ 781297 h 1707178"/>
                  <a:gd name="connsiteX30" fmla="*/ 23043 w 1330408"/>
                  <a:gd name="connsiteY30" fmla="*/ 588679 h 1707178"/>
                  <a:gd name="connsiteX31" fmla="*/ 139967 w 1330408"/>
                  <a:gd name="connsiteY31" fmla="*/ 539997 h 1707178"/>
                  <a:gd name="connsiteX32" fmla="*/ 206167 w 1330408"/>
                  <a:gd name="connsiteY32" fmla="*/ 605613 h 1707178"/>
                  <a:gd name="connsiteX33" fmla="*/ 238463 w 1330408"/>
                  <a:gd name="connsiteY33" fmla="*/ 717797 h 1707178"/>
                  <a:gd name="connsiteX34" fmla="*/ 229996 w 1330408"/>
                  <a:gd name="connsiteY34" fmla="*/ 785530 h 1707178"/>
                  <a:gd name="connsiteX35" fmla="*/ 293682 w 1330408"/>
                  <a:gd name="connsiteY35" fmla="*/ 707214 h 1707178"/>
                  <a:gd name="connsiteX36" fmla="*/ 355306 w 1330408"/>
                  <a:gd name="connsiteY36" fmla="*/ 442629 h 1707178"/>
                  <a:gd name="connsiteX37" fmla="*/ 483996 w 1330408"/>
                  <a:gd name="connsiteY37" fmla="*/ 277530 h 1707178"/>
                  <a:gd name="connsiteX38" fmla="*/ 483996 w 1330408"/>
                  <a:gd name="connsiteY38" fmla="*/ 19297 h 1707178"/>
                  <a:gd name="connsiteX39" fmla="*/ 577130 w 1330408"/>
                  <a:gd name="connsiteY39" fmla="*/ 15063 h 1707178"/>
                  <a:gd name="connsiteX0" fmla="*/ 577130 w 1330408"/>
                  <a:gd name="connsiteY0" fmla="*/ 3808 h 1695923"/>
                  <a:gd name="connsiteX1" fmla="*/ 601331 w 1330408"/>
                  <a:gd name="connsiteY1" fmla="*/ 202775 h 1695923"/>
                  <a:gd name="connsiteX2" fmla="*/ 606949 w 1330408"/>
                  <a:gd name="connsiteY2" fmla="*/ 215474 h 1695923"/>
                  <a:gd name="connsiteX3" fmla="*/ 653031 w 1330408"/>
                  <a:gd name="connsiteY3" fmla="*/ 215474 h 1695923"/>
                  <a:gd name="connsiteX4" fmla="*/ 814196 w 1330408"/>
                  <a:gd name="connsiteY4" fmla="*/ 266275 h 1695923"/>
                  <a:gd name="connsiteX5" fmla="*/ 1051676 w 1330408"/>
                  <a:gd name="connsiteY5" fmla="*/ 461008 h 1695923"/>
                  <a:gd name="connsiteX6" fmla="*/ 1127090 w 1330408"/>
                  <a:gd name="connsiteY6" fmla="*/ 776391 h 1695923"/>
                  <a:gd name="connsiteX7" fmla="*/ 1040028 w 1330408"/>
                  <a:gd name="connsiteY7" fmla="*/ 1121408 h 1695923"/>
                  <a:gd name="connsiteX8" fmla="*/ 1038376 w 1330408"/>
                  <a:gd name="connsiteY8" fmla="*/ 1400808 h 1695923"/>
                  <a:gd name="connsiteX9" fmla="*/ 1135930 w 1330408"/>
                  <a:gd name="connsiteY9" fmla="*/ 1493942 h 1695923"/>
                  <a:gd name="connsiteX10" fmla="*/ 1254463 w 1330408"/>
                  <a:gd name="connsiteY10" fmla="*/ 1510875 h 1695923"/>
                  <a:gd name="connsiteX11" fmla="*/ 1313730 w 1330408"/>
                  <a:gd name="connsiteY11" fmla="*/ 1502408 h 1695923"/>
                  <a:gd name="connsiteX12" fmla="*/ 1311707 w 1330408"/>
                  <a:gd name="connsiteY12" fmla="*/ 1680208 h 1695923"/>
                  <a:gd name="connsiteX13" fmla="*/ 1102062 w 1330408"/>
                  <a:gd name="connsiteY13" fmla="*/ 1671742 h 1695923"/>
                  <a:gd name="connsiteX14" fmla="*/ 948384 w 1330408"/>
                  <a:gd name="connsiteY14" fmla="*/ 1544743 h 1695923"/>
                  <a:gd name="connsiteX15" fmla="*/ 905680 w 1330408"/>
                  <a:gd name="connsiteY15" fmla="*/ 1197608 h 1695923"/>
                  <a:gd name="connsiteX16" fmla="*/ 989973 w 1330408"/>
                  <a:gd name="connsiteY16" fmla="*/ 842008 h 1695923"/>
                  <a:gd name="connsiteX17" fmla="*/ 960899 w 1330408"/>
                  <a:gd name="connsiteY17" fmla="*/ 596475 h 1695923"/>
                  <a:gd name="connsiteX18" fmla="*/ 792843 w 1330408"/>
                  <a:gd name="connsiteY18" fmla="*/ 427142 h 1695923"/>
                  <a:gd name="connsiteX19" fmla="*/ 578329 w 1330408"/>
                  <a:gd name="connsiteY19" fmla="*/ 408092 h 1695923"/>
                  <a:gd name="connsiteX20" fmla="*/ 464294 w 1330408"/>
                  <a:gd name="connsiteY20" fmla="*/ 518158 h 1695923"/>
                  <a:gd name="connsiteX21" fmla="*/ 452193 w 1330408"/>
                  <a:gd name="connsiteY21" fmla="*/ 710775 h 1695923"/>
                  <a:gd name="connsiteX22" fmla="*/ 543263 w 1330408"/>
                  <a:gd name="connsiteY22" fmla="*/ 791208 h 1695923"/>
                  <a:gd name="connsiteX23" fmla="*/ 678729 w 1330408"/>
                  <a:gd name="connsiteY23" fmla="*/ 960540 h 1695923"/>
                  <a:gd name="connsiteX24" fmla="*/ 716272 w 1330408"/>
                  <a:gd name="connsiteY24" fmla="*/ 1206074 h 1695923"/>
                  <a:gd name="connsiteX25" fmla="*/ 515466 w 1330408"/>
                  <a:gd name="connsiteY25" fmla="*/ 1275924 h 1695923"/>
                  <a:gd name="connsiteX26" fmla="*/ 278813 w 1330408"/>
                  <a:gd name="connsiteY26" fmla="*/ 1163742 h 1695923"/>
                  <a:gd name="connsiteX27" fmla="*/ 172301 w 1330408"/>
                  <a:gd name="connsiteY27" fmla="*/ 1032508 h 1695923"/>
                  <a:gd name="connsiteX28" fmla="*/ 123526 w 1330408"/>
                  <a:gd name="connsiteY28" fmla="*/ 854709 h 1695923"/>
                  <a:gd name="connsiteX29" fmla="*/ 8588 w 1330408"/>
                  <a:gd name="connsiteY29" fmla="*/ 770042 h 1695923"/>
                  <a:gd name="connsiteX30" fmla="*/ 23043 w 1330408"/>
                  <a:gd name="connsiteY30" fmla="*/ 577424 h 1695923"/>
                  <a:gd name="connsiteX31" fmla="*/ 139967 w 1330408"/>
                  <a:gd name="connsiteY31" fmla="*/ 528742 h 1695923"/>
                  <a:gd name="connsiteX32" fmla="*/ 206167 w 1330408"/>
                  <a:gd name="connsiteY32" fmla="*/ 594358 h 1695923"/>
                  <a:gd name="connsiteX33" fmla="*/ 238463 w 1330408"/>
                  <a:gd name="connsiteY33" fmla="*/ 706542 h 1695923"/>
                  <a:gd name="connsiteX34" fmla="*/ 229996 w 1330408"/>
                  <a:gd name="connsiteY34" fmla="*/ 774275 h 1695923"/>
                  <a:gd name="connsiteX35" fmla="*/ 293682 w 1330408"/>
                  <a:gd name="connsiteY35" fmla="*/ 695959 h 1695923"/>
                  <a:gd name="connsiteX36" fmla="*/ 355306 w 1330408"/>
                  <a:gd name="connsiteY36" fmla="*/ 431374 h 1695923"/>
                  <a:gd name="connsiteX37" fmla="*/ 483996 w 1330408"/>
                  <a:gd name="connsiteY37" fmla="*/ 266275 h 1695923"/>
                  <a:gd name="connsiteX38" fmla="*/ 483996 w 1330408"/>
                  <a:gd name="connsiteY38" fmla="*/ 8042 h 1695923"/>
                  <a:gd name="connsiteX39" fmla="*/ 577130 w 1330408"/>
                  <a:gd name="connsiteY39" fmla="*/ 3808 h 1695923"/>
                  <a:gd name="connsiteX0" fmla="*/ 578740 w 1330408"/>
                  <a:gd name="connsiteY0" fmla="*/ 12435 h 1715133"/>
                  <a:gd name="connsiteX1" fmla="*/ 601331 w 1330408"/>
                  <a:gd name="connsiteY1" fmla="*/ 221985 h 1715133"/>
                  <a:gd name="connsiteX2" fmla="*/ 606949 w 1330408"/>
                  <a:gd name="connsiteY2" fmla="*/ 234684 h 1715133"/>
                  <a:gd name="connsiteX3" fmla="*/ 653031 w 1330408"/>
                  <a:gd name="connsiteY3" fmla="*/ 234684 h 1715133"/>
                  <a:gd name="connsiteX4" fmla="*/ 814196 w 1330408"/>
                  <a:gd name="connsiteY4" fmla="*/ 285485 h 1715133"/>
                  <a:gd name="connsiteX5" fmla="*/ 1051676 w 1330408"/>
                  <a:gd name="connsiteY5" fmla="*/ 480218 h 1715133"/>
                  <a:gd name="connsiteX6" fmla="*/ 1127090 w 1330408"/>
                  <a:gd name="connsiteY6" fmla="*/ 795601 h 1715133"/>
                  <a:gd name="connsiteX7" fmla="*/ 1040028 w 1330408"/>
                  <a:gd name="connsiteY7" fmla="*/ 1140618 h 1715133"/>
                  <a:gd name="connsiteX8" fmla="*/ 1038376 w 1330408"/>
                  <a:gd name="connsiteY8" fmla="*/ 1420018 h 1715133"/>
                  <a:gd name="connsiteX9" fmla="*/ 1135930 w 1330408"/>
                  <a:gd name="connsiteY9" fmla="*/ 1513152 h 1715133"/>
                  <a:gd name="connsiteX10" fmla="*/ 1254463 w 1330408"/>
                  <a:gd name="connsiteY10" fmla="*/ 1530085 h 1715133"/>
                  <a:gd name="connsiteX11" fmla="*/ 1313730 w 1330408"/>
                  <a:gd name="connsiteY11" fmla="*/ 1521618 h 1715133"/>
                  <a:gd name="connsiteX12" fmla="*/ 1311707 w 1330408"/>
                  <a:gd name="connsiteY12" fmla="*/ 1699418 h 1715133"/>
                  <a:gd name="connsiteX13" fmla="*/ 1102062 w 1330408"/>
                  <a:gd name="connsiteY13" fmla="*/ 1690952 h 1715133"/>
                  <a:gd name="connsiteX14" fmla="*/ 948384 w 1330408"/>
                  <a:gd name="connsiteY14" fmla="*/ 1563953 h 1715133"/>
                  <a:gd name="connsiteX15" fmla="*/ 905680 w 1330408"/>
                  <a:gd name="connsiteY15" fmla="*/ 1216818 h 1715133"/>
                  <a:gd name="connsiteX16" fmla="*/ 989973 w 1330408"/>
                  <a:gd name="connsiteY16" fmla="*/ 861218 h 1715133"/>
                  <a:gd name="connsiteX17" fmla="*/ 960899 w 1330408"/>
                  <a:gd name="connsiteY17" fmla="*/ 615685 h 1715133"/>
                  <a:gd name="connsiteX18" fmla="*/ 792843 w 1330408"/>
                  <a:gd name="connsiteY18" fmla="*/ 446352 h 1715133"/>
                  <a:gd name="connsiteX19" fmla="*/ 578329 w 1330408"/>
                  <a:gd name="connsiteY19" fmla="*/ 427302 h 1715133"/>
                  <a:gd name="connsiteX20" fmla="*/ 464294 w 1330408"/>
                  <a:gd name="connsiteY20" fmla="*/ 537368 h 1715133"/>
                  <a:gd name="connsiteX21" fmla="*/ 452193 w 1330408"/>
                  <a:gd name="connsiteY21" fmla="*/ 729985 h 1715133"/>
                  <a:gd name="connsiteX22" fmla="*/ 543263 w 1330408"/>
                  <a:gd name="connsiteY22" fmla="*/ 810418 h 1715133"/>
                  <a:gd name="connsiteX23" fmla="*/ 678729 w 1330408"/>
                  <a:gd name="connsiteY23" fmla="*/ 979750 h 1715133"/>
                  <a:gd name="connsiteX24" fmla="*/ 716272 w 1330408"/>
                  <a:gd name="connsiteY24" fmla="*/ 1225284 h 1715133"/>
                  <a:gd name="connsiteX25" fmla="*/ 515466 w 1330408"/>
                  <a:gd name="connsiteY25" fmla="*/ 1295134 h 1715133"/>
                  <a:gd name="connsiteX26" fmla="*/ 278813 w 1330408"/>
                  <a:gd name="connsiteY26" fmla="*/ 1182952 h 1715133"/>
                  <a:gd name="connsiteX27" fmla="*/ 172301 w 1330408"/>
                  <a:gd name="connsiteY27" fmla="*/ 1051718 h 1715133"/>
                  <a:gd name="connsiteX28" fmla="*/ 123526 w 1330408"/>
                  <a:gd name="connsiteY28" fmla="*/ 873919 h 1715133"/>
                  <a:gd name="connsiteX29" fmla="*/ 8588 w 1330408"/>
                  <a:gd name="connsiteY29" fmla="*/ 789252 h 1715133"/>
                  <a:gd name="connsiteX30" fmla="*/ 23043 w 1330408"/>
                  <a:gd name="connsiteY30" fmla="*/ 596634 h 1715133"/>
                  <a:gd name="connsiteX31" fmla="*/ 139967 w 1330408"/>
                  <a:gd name="connsiteY31" fmla="*/ 547952 h 1715133"/>
                  <a:gd name="connsiteX32" fmla="*/ 206167 w 1330408"/>
                  <a:gd name="connsiteY32" fmla="*/ 613568 h 1715133"/>
                  <a:gd name="connsiteX33" fmla="*/ 238463 w 1330408"/>
                  <a:gd name="connsiteY33" fmla="*/ 725752 h 1715133"/>
                  <a:gd name="connsiteX34" fmla="*/ 229996 w 1330408"/>
                  <a:gd name="connsiteY34" fmla="*/ 793485 h 1715133"/>
                  <a:gd name="connsiteX35" fmla="*/ 293682 w 1330408"/>
                  <a:gd name="connsiteY35" fmla="*/ 715169 h 1715133"/>
                  <a:gd name="connsiteX36" fmla="*/ 355306 w 1330408"/>
                  <a:gd name="connsiteY36" fmla="*/ 450584 h 1715133"/>
                  <a:gd name="connsiteX37" fmla="*/ 483996 w 1330408"/>
                  <a:gd name="connsiteY37" fmla="*/ 285485 h 1715133"/>
                  <a:gd name="connsiteX38" fmla="*/ 483996 w 1330408"/>
                  <a:gd name="connsiteY38" fmla="*/ 27252 h 1715133"/>
                  <a:gd name="connsiteX39" fmla="*/ 578740 w 1330408"/>
                  <a:gd name="connsiteY39" fmla="*/ 12435 h 1715133"/>
                  <a:gd name="connsiteX0" fmla="*/ 578740 w 1330408"/>
                  <a:gd name="connsiteY0" fmla="*/ 3315 h 1706013"/>
                  <a:gd name="connsiteX1" fmla="*/ 601331 w 1330408"/>
                  <a:gd name="connsiteY1" fmla="*/ 212865 h 1706013"/>
                  <a:gd name="connsiteX2" fmla="*/ 606949 w 1330408"/>
                  <a:gd name="connsiteY2" fmla="*/ 225564 h 1706013"/>
                  <a:gd name="connsiteX3" fmla="*/ 653031 w 1330408"/>
                  <a:gd name="connsiteY3" fmla="*/ 225564 h 1706013"/>
                  <a:gd name="connsiteX4" fmla="*/ 814196 w 1330408"/>
                  <a:gd name="connsiteY4" fmla="*/ 276365 h 1706013"/>
                  <a:gd name="connsiteX5" fmla="*/ 1051676 w 1330408"/>
                  <a:gd name="connsiteY5" fmla="*/ 471098 h 1706013"/>
                  <a:gd name="connsiteX6" fmla="*/ 1127090 w 1330408"/>
                  <a:gd name="connsiteY6" fmla="*/ 786481 h 1706013"/>
                  <a:gd name="connsiteX7" fmla="*/ 1040028 w 1330408"/>
                  <a:gd name="connsiteY7" fmla="*/ 1131498 h 1706013"/>
                  <a:gd name="connsiteX8" fmla="*/ 1038376 w 1330408"/>
                  <a:gd name="connsiteY8" fmla="*/ 1410898 h 1706013"/>
                  <a:gd name="connsiteX9" fmla="*/ 1135930 w 1330408"/>
                  <a:gd name="connsiteY9" fmla="*/ 1504032 h 1706013"/>
                  <a:gd name="connsiteX10" fmla="*/ 1254463 w 1330408"/>
                  <a:gd name="connsiteY10" fmla="*/ 1520965 h 1706013"/>
                  <a:gd name="connsiteX11" fmla="*/ 1313730 w 1330408"/>
                  <a:gd name="connsiteY11" fmla="*/ 1512498 h 1706013"/>
                  <a:gd name="connsiteX12" fmla="*/ 1311707 w 1330408"/>
                  <a:gd name="connsiteY12" fmla="*/ 1690298 h 1706013"/>
                  <a:gd name="connsiteX13" fmla="*/ 1102062 w 1330408"/>
                  <a:gd name="connsiteY13" fmla="*/ 1681832 h 1706013"/>
                  <a:gd name="connsiteX14" fmla="*/ 948384 w 1330408"/>
                  <a:gd name="connsiteY14" fmla="*/ 1554833 h 1706013"/>
                  <a:gd name="connsiteX15" fmla="*/ 905680 w 1330408"/>
                  <a:gd name="connsiteY15" fmla="*/ 1207698 h 1706013"/>
                  <a:gd name="connsiteX16" fmla="*/ 989973 w 1330408"/>
                  <a:gd name="connsiteY16" fmla="*/ 852098 h 1706013"/>
                  <a:gd name="connsiteX17" fmla="*/ 960899 w 1330408"/>
                  <a:gd name="connsiteY17" fmla="*/ 606565 h 1706013"/>
                  <a:gd name="connsiteX18" fmla="*/ 792843 w 1330408"/>
                  <a:gd name="connsiteY18" fmla="*/ 437232 h 1706013"/>
                  <a:gd name="connsiteX19" fmla="*/ 578329 w 1330408"/>
                  <a:gd name="connsiteY19" fmla="*/ 418182 h 1706013"/>
                  <a:gd name="connsiteX20" fmla="*/ 464294 w 1330408"/>
                  <a:gd name="connsiteY20" fmla="*/ 528248 h 1706013"/>
                  <a:gd name="connsiteX21" fmla="*/ 452193 w 1330408"/>
                  <a:gd name="connsiteY21" fmla="*/ 720865 h 1706013"/>
                  <a:gd name="connsiteX22" fmla="*/ 543263 w 1330408"/>
                  <a:gd name="connsiteY22" fmla="*/ 801298 h 1706013"/>
                  <a:gd name="connsiteX23" fmla="*/ 678729 w 1330408"/>
                  <a:gd name="connsiteY23" fmla="*/ 970630 h 1706013"/>
                  <a:gd name="connsiteX24" fmla="*/ 716272 w 1330408"/>
                  <a:gd name="connsiteY24" fmla="*/ 1216164 h 1706013"/>
                  <a:gd name="connsiteX25" fmla="*/ 515466 w 1330408"/>
                  <a:gd name="connsiteY25" fmla="*/ 1286014 h 1706013"/>
                  <a:gd name="connsiteX26" fmla="*/ 278813 w 1330408"/>
                  <a:gd name="connsiteY26" fmla="*/ 1173832 h 1706013"/>
                  <a:gd name="connsiteX27" fmla="*/ 172301 w 1330408"/>
                  <a:gd name="connsiteY27" fmla="*/ 1042598 h 1706013"/>
                  <a:gd name="connsiteX28" fmla="*/ 123526 w 1330408"/>
                  <a:gd name="connsiteY28" fmla="*/ 864799 h 1706013"/>
                  <a:gd name="connsiteX29" fmla="*/ 8588 w 1330408"/>
                  <a:gd name="connsiteY29" fmla="*/ 780132 h 1706013"/>
                  <a:gd name="connsiteX30" fmla="*/ 23043 w 1330408"/>
                  <a:gd name="connsiteY30" fmla="*/ 587514 h 1706013"/>
                  <a:gd name="connsiteX31" fmla="*/ 139967 w 1330408"/>
                  <a:gd name="connsiteY31" fmla="*/ 538832 h 1706013"/>
                  <a:gd name="connsiteX32" fmla="*/ 206167 w 1330408"/>
                  <a:gd name="connsiteY32" fmla="*/ 604448 h 1706013"/>
                  <a:gd name="connsiteX33" fmla="*/ 238463 w 1330408"/>
                  <a:gd name="connsiteY33" fmla="*/ 716632 h 1706013"/>
                  <a:gd name="connsiteX34" fmla="*/ 229996 w 1330408"/>
                  <a:gd name="connsiteY34" fmla="*/ 784365 h 1706013"/>
                  <a:gd name="connsiteX35" fmla="*/ 293682 w 1330408"/>
                  <a:gd name="connsiteY35" fmla="*/ 706049 h 1706013"/>
                  <a:gd name="connsiteX36" fmla="*/ 355306 w 1330408"/>
                  <a:gd name="connsiteY36" fmla="*/ 441464 h 1706013"/>
                  <a:gd name="connsiteX37" fmla="*/ 483996 w 1330408"/>
                  <a:gd name="connsiteY37" fmla="*/ 276365 h 1706013"/>
                  <a:gd name="connsiteX38" fmla="*/ 483996 w 1330408"/>
                  <a:gd name="connsiteY38" fmla="*/ 18132 h 1706013"/>
                  <a:gd name="connsiteX39" fmla="*/ 578740 w 1330408"/>
                  <a:gd name="connsiteY39" fmla="*/ 3315 h 1706013"/>
                  <a:gd name="connsiteX0" fmla="*/ 578740 w 1330408"/>
                  <a:gd name="connsiteY0" fmla="*/ 14587 h 1717285"/>
                  <a:gd name="connsiteX1" fmla="*/ 601331 w 1330408"/>
                  <a:gd name="connsiteY1" fmla="*/ 224137 h 1717285"/>
                  <a:gd name="connsiteX2" fmla="*/ 606949 w 1330408"/>
                  <a:gd name="connsiteY2" fmla="*/ 236836 h 1717285"/>
                  <a:gd name="connsiteX3" fmla="*/ 653031 w 1330408"/>
                  <a:gd name="connsiteY3" fmla="*/ 236836 h 1717285"/>
                  <a:gd name="connsiteX4" fmla="*/ 814196 w 1330408"/>
                  <a:gd name="connsiteY4" fmla="*/ 287637 h 1717285"/>
                  <a:gd name="connsiteX5" fmla="*/ 1051676 w 1330408"/>
                  <a:gd name="connsiteY5" fmla="*/ 482370 h 1717285"/>
                  <a:gd name="connsiteX6" fmla="*/ 1127090 w 1330408"/>
                  <a:gd name="connsiteY6" fmla="*/ 797753 h 1717285"/>
                  <a:gd name="connsiteX7" fmla="*/ 1040028 w 1330408"/>
                  <a:gd name="connsiteY7" fmla="*/ 1142770 h 1717285"/>
                  <a:gd name="connsiteX8" fmla="*/ 1038376 w 1330408"/>
                  <a:gd name="connsiteY8" fmla="*/ 1422170 h 1717285"/>
                  <a:gd name="connsiteX9" fmla="*/ 1135930 w 1330408"/>
                  <a:gd name="connsiteY9" fmla="*/ 1515304 h 1717285"/>
                  <a:gd name="connsiteX10" fmla="*/ 1254463 w 1330408"/>
                  <a:gd name="connsiteY10" fmla="*/ 1532237 h 1717285"/>
                  <a:gd name="connsiteX11" fmla="*/ 1313730 w 1330408"/>
                  <a:gd name="connsiteY11" fmla="*/ 1523770 h 1717285"/>
                  <a:gd name="connsiteX12" fmla="*/ 1311707 w 1330408"/>
                  <a:gd name="connsiteY12" fmla="*/ 1701570 h 1717285"/>
                  <a:gd name="connsiteX13" fmla="*/ 1102062 w 1330408"/>
                  <a:gd name="connsiteY13" fmla="*/ 1693104 h 1717285"/>
                  <a:gd name="connsiteX14" fmla="*/ 948384 w 1330408"/>
                  <a:gd name="connsiteY14" fmla="*/ 1566105 h 1717285"/>
                  <a:gd name="connsiteX15" fmla="*/ 905680 w 1330408"/>
                  <a:gd name="connsiteY15" fmla="*/ 1218970 h 1717285"/>
                  <a:gd name="connsiteX16" fmla="*/ 989973 w 1330408"/>
                  <a:gd name="connsiteY16" fmla="*/ 863370 h 1717285"/>
                  <a:gd name="connsiteX17" fmla="*/ 960899 w 1330408"/>
                  <a:gd name="connsiteY17" fmla="*/ 617837 h 1717285"/>
                  <a:gd name="connsiteX18" fmla="*/ 792843 w 1330408"/>
                  <a:gd name="connsiteY18" fmla="*/ 448504 h 1717285"/>
                  <a:gd name="connsiteX19" fmla="*/ 578329 w 1330408"/>
                  <a:gd name="connsiteY19" fmla="*/ 429454 h 1717285"/>
                  <a:gd name="connsiteX20" fmla="*/ 464294 w 1330408"/>
                  <a:gd name="connsiteY20" fmla="*/ 539520 h 1717285"/>
                  <a:gd name="connsiteX21" fmla="*/ 452193 w 1330408"/>
                  <a:gd name="connsiteY21" fmla="*/ 732137 h 1717285"/>
                  <a:gd name="connsiteX22" fmla="*/ 543263 w 1330408"/>
                  <a:gd name="connsiteY22" fmla="*/ 812570 h 1717285"/>
                  <a:gd name="connsiteX23" fmla="*/ 678729 w 1330408"/>
                  <a:gd name="connsiteY23" fmla="*/ 981902 h 1717285"/>
                  <a:gd name="connsiteX24" fmla="*/ 716272 w 1330408"/>
                  <a:gd name="connsiteY24" fmla="*/ 1227436 h 1717285"/>
                  <a:gd name="connsiteX25" fmla="*/ 515466 w 1330408"/>
                  <a:gd name="connsiteY25" fmla="*/ 1297286 h 1717285"/>
                  <a:gd name="connsiteX26" fmla="*/ 278813 w 1330408"/>
                  <a:gd name="connsiteY26" fmla="*/ 1185104 h 1717285"/>
                  <a:gd name="connsiteX27" fmla="*/ 172301 w 1330408"/>
                  <a:gd name="connsiteY27" fmla="*/ 1053870 h 1717285"/>
                  <a:gd name="connsiteX28" fmla="*/ 123526 w 1330408"/>
                  <a:gd name="connsiteY28" fmla="*/ 876071 h 1717285"/>
                  <a:gd name="connsiteX29" fmla="*/ 8588 w 1330408"/>
                  <a:gd name="connsiteY29" fmla="*/ 791404 h 1717285"/>
                  <a:gd name="connsiteX30" fmla="*/ 23043 w 1330408"/>
                  <a:gd name="connsiteY30" fmla="*/ 598786 h 1717285"/>
                  <a:gd name="connsiteX31" fmla="*/ 139967 w 1330408"/>
                  <a:gd name="connsiteY31" fmla="*/ 550104 h 1717285"/>
                  <a:gd name="connsiteX32" fmla="*/ 206167 w 1330408"/>
                  <a:gd name="connsiteY32" fmla="*/ 615720 h 1717285"/>
                  <a:gd name="connsiteX33" fmla="*/ 238463 w 1330408"/>
                  <a:gd name="connsiteY33" fmla="*/ 727904 h 1717285"/>
                  <a:gd name="connsiteX34" fmla="*/ 229996 w 1330408"/>
                  <a:gd name="connsiteY34" fmla="*/ 795637 h 1717285"/>
                  <a:gd name="connsiteX35" fmla="*/ 293682 w 1330408"/>
                  <a:gd name="connsiteY35" fmla="*/ 717321 h 1717285"/>
                  <a:gd name="connsiteX36" fmla="*/ 355306 w 1330408"/>
                  <a:gd name="connsiteY36" fmla="*/ 452736 h 1717285"/>
                  <a:gd name="connsiteX37" fmla="*/ 483996 w 1330408"/>
                  <a:gd name="connsiteY37" fmla="*/ 287637 h 1717285"/>
                  <a:gd name="connsiteX38" fmla="*/ 495272 w 1330408"/>
                  <a:gd name="connsiteY38" fmla="*/ 29404 h 1717285"/>
                  <a:gd name="connsiteX39" fmla="*/ 578740 w 1330408"/>
                  <a:gd name="connsiteY39" fmla="*/ 14587 h 1717285"/>
                  <a:gd name="connsiteX0" fmla="*/ 578740 w 1330408"/>
                  <a:gd name="connsiteY0" fmla="*/ 4252 h 1706950"/>
                  <a:gd name="connsiteX1" fmla="*/ 601331 w 1330408"/>
                  <a:gd name="connsiteY1" fmla="*/ 213802 h 1706950"/>
                  <a:gd name="connsiteX2" fmla="*/ 606949 w 1330408"/>
                  <a:gd name="connsiteY2" fmla="*/ 226501 h 1706950"/>
                  <a:gd name="connsiteX3" fmla="*/ 653031 w 1330408"/>
                  <a:gd name="connsiteY3" fmla="*/ 226501 h 1706950"/>
                  <a:gd name="connsiteX4" fmla="*/ 814196 w 1330408"/>
                  <a:gd name="connsiteY4" fmla="*/ 277302 h 1706950"/>
                  <a:gd name="connsiteX5" fmla="*/ 1051676 w 1330408"/>
                  <a:gd name="connsiteY5" fmla="*/ 472035 h 1706950"/>
                  <a:gd name="connsiteX6" fmla="*/ 1127090 w 1330408"/>
                  <a:gd name="connsiteY6" fmla="*/ 787418 h 1706950"/>
                  <a:gd name="connsiteX7" fmla="*/ 1040028 w 1330408"/>
                  <a:gd name="connsiteY7" fmla="*/ 1132435 h 1706950"/>
                  <a:gd name="connsiteX8" fmla="*/ 1038376 w 1330408"/>
                  <a:gd name="connsiteY8" fmla="*/ 1411835 h 1706950"/>
                  <a:gd name="connsiteX9" fmla="*/ 1135930 w 1330408"/>
                  <a:gd name="connsiteY9" fmla="*/ 1504969 h 1706950"/>
                  <a:gd name="connsiteX10" fmla="*/ 1254463 w 1330408"/>
                  <a:gd name="connsiteY10" fmla="*/ 1521902 h 1706950"/>
                  <a:gd name="connsiteX11" fmla="*/ 1313730 w 1330408"/>
                  <a:gd name="connsiteY11" fmla="*/ 1513435 h 1706950"/>
                  <a:gd name="connsiteX12" fmla="*/ 1311707 w 1330408"/>
                  <a:gd name="connsiteY12" fmla="*/ 1691235 h 1706950"/>
                  <a:gd name="connsiteX13" fmla="*/ 1102062 w 1330408"/>
                  <a:gd name="connsiteY13" fmla="*/ 1682769 h 1706950"/>
                  <a:gd name="connsiteX14" fmla="*/ 948384 w 1330408"/>
                  <a:gd name="connsiteY14" fmla="*/ 1555770 h 1706950"/>
                  <a:gd name="connsiteX15" fmla="*/ 905680 w 1330408"/>
                  <a:gd name="connsiteY15" fmla="*/ 1208635 h 1706950"/>
                  <a:gd name="connsiteX16" fmla="*/ 989973 w 1330408"/>
                  <a:gd name="connsiteY16" fmla="*/ 853035 h 1706950"/>
                  <a:gd name="connsiteX17" fmla="*/ 960899 w 1330408"/>
                  <a:gd name="connsiteY17" fmla="*/ 607502 h 1706950"/>
                  <a:gd name="connsiteX18" fmla="*/ 792843 w 1330408"/>
                  <a:gd name="connsiteY18" fmla="*/ 438169 h 1706950"/>
                  <a:gd name="connsiteX19" fmla="*/ 578329 w 1330408"/>
                  <a:gd name="connsiteY19" fmla="*/ 419119 h 1706950"/>
                  <a:gd name="connsiteX20" fmla="*/ 464294 w 1330408"/>
                  <a:gd name="connsiteY20" fmla="*/ 529185 h 1706950"/>
                  <a:gd name="connsiteX21" fmla="*/ 452193 w 1330408"/>
                  <a:gd name="connsiteY21" fmla="*/ 721802 h 1706950"/>
                  <a:gd name="connsiteX22" fmla="*/ 543263 w 1330408"/>
                  <a:gd name="connsiteY22" fmla="*/ 802235 h 1706950"/>
                  <a:gd name="connsiteX23" fmla="*/ 678729 w 1330408"/>
                  <a:gd name="connsiteY23" fmla="*/ 971567 h 1706950"/>
                  <a:gd name="connsiteX24" fmla="*/ 716272 w 1330408"/>
                  <a:gd name="connsiteY24" fmla="*/ 1217101 h 1706950"/>
                  <a:gd name="connsiteX25" fmla="*/ 515466 w 1330408"/>
                  <a:gd name="connsiteY25" fmla="*/ 1286951 h 1706950"/>
                  <a:gd name="connsiteX26" fmla="*/ 278813 w 1330408"/>
                  <a:gd name="connsiteY26" fmla="*/ 1174769 h 1706950"/>
                  <a:gd name="connsiteX27" fmla="*/ 172301 w 1330408"/>
                  <a:gd name="connsiteY27" fmla="*/ 1043535 h 1706950"/>
                  <a:gd name="connsiteX28" fmla="*/ 123526 w 1330408"/>
                  <a:gd name="connsiteY28" fmla="*/ 865736 h 1706950"/>
                  <a:gd name="connsiteX29" fmla="*/ 8588 w 1330408"/>
                  <a:gd name="connsiteY29" fmla="*/ 781069 h 1706950"/>
                  <a:gd name="connsiteX30" fmla="*/ 23043 w 1330408"/>
                  <a:gd name="connsiteY30" fmla="*/ 588451 h 1706950"/>
                  <a:gd name="connsiteX31" fmla="*/ 139967 w 1330408"/>
                  <a:gd name="connsiteY31" fmla="*/ 539769 h 1706950"/>
                  <a:gd name="connsiteX32" fmla="*/ 206167 w 1330408"/>
                  <a:gd name="connsiteY32" fmla="*/ 605385 h 1706950"/>
                  <a:gd name="connsiteX33" fmla="*/ 238463 w 1330408"/>
                  <a:gd name="connsiteY33" fmla="*/ 717569 h 1706950"/>
                  <a:gd name="connsiteX34" fmla="*/ 229996 w 1330408"/>
                  <a:gd name="connsiteY34" fmla="*/ 785302 h 1706950"/>
                  <a:gd name="connsiteX35" fmla="*/ 293682 w 1330408"/>
                  <a:gd name="connsiteY35" fmla="*/ 706986 h 1706950"/>
                  <a:gd name="connsiteX36" fmla="*/ 355306 w 1330408"/>
                  <a:gd name="connsiteY36" fmla="*/ 442401 h 1706950"/>
                  <a:gd name="connsiteX37" fmla="*/ 483996 w 1330408"/>
                  <a:gd name="connsiteY37" fmla="*/ 277302 h 1706950"/>
                  <a:gd name="connsiteX38" fmla="*/ 495272 w 1330408"/>
                  <a:gd name="connsiteY38" fmla="*/ 19069 h 1706950"/>
                  <a:gd name="connsiteX39" fmla="*/ 578740 w 1330408"/>
                  <a:gd name="connsiteY39" fmla="*/ 4252 h 1706950"/>
                  <a:gd name="connsiteX0" fmla="*/ 561021 w 1330408"/>
                  <a:gd name="connsiteY0" fmla="*/ 13171 h 1715869"/>
                  <a:gd name="connsiteX1" fmla="*/ 601331 w 1330408"/>
                  <a:gd name="connsiteY1" fmla="*/ 222721 h 1715869"/>
                  <a:gd name="connsiteX2" fmla="*/ 606949 w 1330408"/>
                  <a:gd name="connsiteY2" fmla="*/ 235420 h 1715869"/>
                  <a:gd name="connsiteX3" fmla="*/ 653031 w 1330408"/>
                  <a:gd name="connsiteY3" fmla="*/ 235420 h 1715869"/>
                  <a:gd name="connsiteX4" fmla="*/ 814196 w 1330408"/>
                  <a:gd name="connsiteY4" fmla="*/ 286221 h 1715869"/>
                  <a:gd name="connsiteX5" fmla="*/ 1051676 w 1330408"/>
                  <a:gd name="connsiteY5" fmla="*/ 480954 h 1715869"/>
                  <a:gd name="connsiteX6" fmla="*/ 1127090 w 1330408"/>
                  <a:gd name="connsiteY6" fmla="*/ 796337 h 1715869"/>
                  <a:gd name="connsiteX7" fmla="*/ 1040028 w 1330408"/>
                  <a:gd name="connsiteY7" fmla="*/ 1141354 h 1715869"/>
                  <a:gd name="connsiteX8" fmla="*/ 1038376 w 1330408"/>
                  <a:gd name="connsiteY8" fmla="*/ 1420754 h 1715869"/>
                  <a:gd name="connsiteX9" fmla="*/ 1135930 w 1330408"/>
                  <a:gd name="connsiteY9" fmla="*/ 1513888 h 1715869"/>
                  <a:gd name="connsiteX10" fmla="*/ 1254463 w 1330408"/>
                  <a:gd name="connsiteY10" fmla="*/ 1530821 h 1715869"/>
                  <a:gd name="connsiteX11" fmla="*/ 1313730 w 1330408"/>
                  <a:gd name="connsiteY11" fmla="*/ 1522354 h 1715869"/>
                  <a:gd name="connsiteX12" fmla="*/ 1311707 w 1330408"/>
                  <a:gd name="connsiteY12" fmla="*/ 1700154 h 1715869"/>
                  <a:gd name="connsiteX13" fmla="*/ 1102062 w 1330408"/>
                  <a:gd name="connsiteY13" fmla="*/ 1691688 h 1715869"/>
                  <a:gd name="connsiteX14" fmla="*/ 948384 w 1330408"/>
                  <a:gd name="connsiteY14" fmla="*/ 1564689 h 1715869"/>
                  <a:gd name="connsiteX15" fmla="*/ 905680 w 1330408"/>
                  <a:gd name="connsiteY15" fmla="*/ 1217554 h 1715869"/>
                  <a:gd name="connsiteX16" fmla="*/ 989973 w 1330408"/>
                  <a:gd name="connsiteY16" fmla="*/ 861954 h 1715869"/>
                  <a:gd name="connsiteX17" fmla="*/ 960899 w 1330408"/>
                  <a:gd name="connsiteY17" fmla="*/ 616421 h 1715869"/>
                  <a:gd name="connsiteX18" fmla="*/ 792843 w 1330408"/>
                  <a:gd name="connsiteY18" fmla="*/ 447088 h 1715869"/>
                  <a:gd name="connsiteX19" fmla="*/ 578329 w 1330408"/>
                  <a:gd name="connsiteY19" fmla="*/ 428038 h 1715869"/>
                  <a:gd name="connsiteX20" fmla="*/ 464294 w 1330408"/>
                  <a:gd name="connsiteY20" fmla="*/ 538104 h 1715869"/>
                  <a:gd name="connsiteX21" fmla="*/ 452193 w 1330408"/>
                  <a:gd name="connsiteY21" fmla="*/ 730721 h 1715869"/>
                  <a:gd name="connsiteX22" fmla="*/ 543263 w 1330408"/>
                  <a:gd name="connsiteY22" fmla="*/ 811154 h 1715869"/>
                  <a:gd name="connsiteX23" fmla="*/ 678729 w 1330408"/>
                  <a:gd name="connsiteY23" fmla="*/ 980486 h 1715869"/>
                  <a:gd name="connsiteX24" fmla="*/ 716272 w 1330408"/>
                  <a:gd name="connsiteY24" fmla="*/ 1226020 h 1715869"/>
                  <a:gd name="connsiteX25" fmla="*/ 515466 w 1330408"/>
                  <a:gd name="connsiteY25" fmla="*/ 1295870 h 1715869"/>
                  <a:gd name="connsiteX26" fmla="*/ 278813 w 1330408"/>
                  <a:gd name="connsiteY26" fmla="*/ 1183688 h 1715869"/>
                  <a:gd name="connsiteX27" fmla="*/ 172301 w 1330408"/>
                  <a:gd name="connsiteY27" fmla="*/ 1052454 h 1715869"/>
                  <a:gd name="connsiteX28" fmla="*/ 123526 w 1330408"/>
                  <a:gd name="connsiteY28" fmla="*/ 874655 h 1715869"/>
                  <a:gd name="connsiteX29" fmla="*/ 8588 w 1330408"/>
                  <a:gd name="connsiteY29" fmla="*/ 789988 h 1715869"/>
                  <a:gd name="connsiteX30" fmla="*/ 23043 w 1330408"/>
                  <a:gd name="connsiteY30" fmla="*/ 597370 h 1715869"/>
                  <a:gd name="connsiteX31" fmla="*/ 139967 w 1330408"/>
                  <a:gd name="connsiteY31" fmla="*/ 548688 h 1715869"/>
                  <a:gd name="connsiteX32" fmla="*/ 206167 w 1330408"/>
                  <a:gd name="connsiteY32" fmla="*/ 614304 h 1715869"/>
                  <a:gd name="connsiteX33" fmla="*/ 238463 w 1330408"/>
                  <a:gd name="connsiteY33" fmla="*/ 726488 h 1715869"/>
                  <a:gd name="connsiteX34" fmla="*/ 229996 w 1330408"/>
                  <a:gd name="connsiteY34" fmla="*/ 794221 h 1715869"/>
                  <a:gd name="connsiteX35" fmla="*/ 293682 w 1330408"/>
                  <a:gd name="connsiteY35" fmla="*/ 715905 h 1715869"/>
                  <a:gd name="connsiteX36" fmla="*/ 355306 w 1330408"/>
                  <a:gd name="connsiteY36" fmla="*/ 451320 h 1715869"/>
                  <a:gd name="connsiteX37" fmla="*/ 483996 w 1330408"/>
                  <a:gd name="connsiteY37" fmla="*/ 286221 h 1715869"/>
                  <a:gd name="connsiteX38" fmla="*/ 495272 w 1330408"/>
                  <a:gd name="connsiteY38" fmla="*/ 27988 h 1715869"/>
                  <a:gd name="connsiteX39" fmla="*/ 561021 w 1330408"/>
                  <a:gd name="connsiteY39" fmla="*/ 13171 h 1715869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53031 w 1330408"/>
                  <a:gd name="connsiteY3" fmla="*/ 244409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23930 w 1330408"/>
                  <a:gd name="connsiteY16" fmla="*/ 883643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44819 w 1330408"/>
                  <a:gd name="connsiteY8" fmla="*/ 1453027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35930 w 1330408"/>
                  <a:gd name="connsiteY9" fmla="*/ 1522877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26265 w 1330408"/>
                  <a:gd name="connsiteY9" fmla="*/ 1512294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46913"/>
                  <a:gd name="connsiteY0" fmla="*/ 22160 h 1758770"/>
                  <a:gd name="connsiteX1" fmla="*/ 585223 w 1346913"/>
                  <a:gd name="connsiteY1" fmla="*/ 231710 h 1758770"/>
                  <a:gd name="connsiteX2" fmla="*/ 606949 w 1346913"/>
                  <a:gd name="connsiteY2" fmla="*/ 244409 h 1758770"/>
                  <a:gd name="connsiteX3" fmla="*/ 696521 w 1346913"/>
                  <a:gd name="connsiteY3" fmla="*/ 242292 h 1758770"/>
                  <a:gd name="connsiteX4" fmla="*/ 872185 w 1346913"/>
                  <a:gd name="connsiteY4" fmla="*/ 299442 h 1758770"/>
                  <a:gd name="connsiteX5" fmla="*/ 1011405 w 1346913"/>
                  <a:gd name="connsiteY5" fmla="*/ 498409 h 1758770"/>
                  <a:gd name="connsiteX6" fmla="*/ 1040106 w 1346913"/>
                  <a:gd name="connsiteY6" fmla="*/ 822259 h 1758770"/>
                  <a:gd name="connsiteX7" fmla="*/ 1040028 w 1346913"/>
                  <a:gd name="connsiteY7" fmla="*/ 1150343 h 1758770"/>
                  <a:gd name="connsiteX8" fmla="*/ 1044819 w 1346913"/>
                  <a:gd name="connsiteY8" fmla="*/ 1453027 h 1758770"/>
                  <a:gd name="connsiteX9" fmla="*/ 1126265 w 1346913"/>
                  <a:gd name="connsiteY9" fmla="*/ 1512294 h 1758770"/>
                  <a:gd name="connsiteX10" fmla="*/ 1254463 w 1346913"/>
                  <a:gd name="connsiteY10" fmla="*/ 1539810 h 1758770"/>
                  <a:gd name="connsiteX11" fmla="*/ 1313730 w 1346913"/>
                  <a:gd name="connsiteY11" fmla="*/ 1531343 h 1758770"/>
                  <a:gd name="connsiteX12" fmla="*/ 1311707 w 1346913"/>
                  <a:gd name="connsiteY12" fmla="*/ 1709143 h 1758770"/>
                  <a:gd name="connsiteX13" fmla="*/ 876549 w 1346913"/>
                  <a:gd name="connsiteY13" fmla="*/ 1749361 h 1758770"/>
                  <a:gd name="connsiteX14" fmla="*/ 937109 w 1346913"/>
                  <a:gd name="connsiteY14" fmla="*/ 1558862 h 1758770"/>
                  <a:gd name="connsiteX15" fmla="*/ 905680 w 1346913"/>
                  <a:gd name="connsiteY15" fmla="*/ 1226543 h 1758770"/>
                  <a:gd name="connsiteX16" fmla="*/ 904600 w 1346913"/>
                  <a:gd name="connsiteY16" fmla="*/ 887877 h 1758770"/>
                  <a:gd name="connsiteX17" fmla="*/ 867472 w 1346913"/>
                  <a:gd name="connsiteY17" fmla="*/ 540742 h 1758770"/>
                  <a:gd name="connsiteX18" fmla="*/ 759017 w 1346913"/>
                  <a:gd name="connsiteY18" fmla="*/ 403160 h 1758770"/>
                  <a:gd name="connsiteX19" fmla="*/ 571886 w 1346913"/>
                  <a:gd name="connsiteY19" fmla="*/ 413744 h 1758770"/>
                  <a:gd name="connsiteX20" fmla="*/ 464294 w 1346913"/>
                  <a:gd name="connsiteY20" fmla="*/ 547093 h 1758770"/>
                  <a:gd name="connsiteX21" fmla="*/ 452193 w 1346913"/>
                  <a:gd name="connsiteY21" fmla="*/ 739710 h 1758770"/>
                  <a:gd name="connsiteX22" fmla="*/ 543263 w 1346913"/>
                  <a:gd name="connsiteY22" fmla="*/ 820143 h 1758770"/>
                  <a:gd name="connsiteX23" fmla="*/ 678729 w 1346913"/>
                  <a:gd name="connsiteY23" fmla="*/ 989475 h 1758770"/>
                  <a:gd name="connsiteX24" fmla="*/ 716272 w 1346913"/>
                  <a:gd name="connsiteY24" fmla="*/ 1235009 h 1758770"/>
                  <a:gd name="connsiteX25" fmla="*/ 515466 w 1346913"/>
                  <a:gd name="connsiteY25" fmla="*/ 1304859 h 1758770"/>
                  <a:gd name="connsiteX26" fmla="*/ 278813 w 1346913"/>
                  <a:gd name="connsiteY26" fmla="*/ 1192677 h 1758770"/>
                  <a:gd name="connsiteX27" fmla="*/ 172301 w 1346913"/>
                  <a:gd name="connsiteY27" fmla="*/ 1061443 h 1758770"/>
                  <a:gd name="connsiteX28" fmla="*/ 123526 w 1346913"/>
                  <a:gd name="connsiteY28" fmla="*/ 883644 h 1758770"/>
                  <a:gd name="connsiteX29" fmla="*/ 8588 w 1346913"/>
                  <a:gd name="connsiteY29" fmla="*/ 798977 h 1758770"/>
                  <a:gd name="connsiteX30" fmla="*/ 23043 w 1346913"/>
                  <a:gd name="connsiteY30" fmla="*/ 606359 h 1758770"/>
                  <a:gd name="connsiteX31" fmla="*/ 139967 w 1346913"/>
                  <a:gd name="connsiteY31" fmla="*/ 557677 h 1758770"/>
                  <a:gd name="connsiteX32" fmla="*/ 206167 w 1346913"/>
                  <a:gd name="connsiteY32" fmla="*/ 623293 h 1758770"/>
                  <a:gd name="connsiteX33" fmla="*/ 238463 w 1346913"/>
                  <a:gd name="connsiteY33" fmla="*/ 735477 h 1758770"/>
                  <a:gd name="connsiteX34" fmla="*/ 229996 w 1346913"/>
                  <a:gd name="connsiteY34" fmla="*/ 803210 h 1758770"/>
                  <a:gd name="connsiteX35" fmla="*/ 293682 w 1346913"/>
                  <a:gd name="connsiteY35" fmla="*/ 724894 h 1758770"/>
                  <a:gd name="connsiteX36" fmla="*/ 355306 w 1346913"/>
                  <a:gd name="connsiteY36" fmla="*/ 460309 h 1758770"/>
                  <a:gd name="connsiteX37" fmla="*/ 483996 w 1346913"/>
                  <a:gd name="connsiteY37" fmla="*/ 295210 h 1758770"/>
                  <a:gd name="connsiteX38" fmla="*/ 495272 w 1346913"/>
                  <a:gd name="connsiteY38" fmla="*/ 36977 h 1758770"/>
                  <a:gd name="connsiteX39" fmla="*/ 561021 w 1346913"/>
                  <a:gd name="connsiteY39" fmla="*/ 22160 h 1758770"/>
                  <a:gd name="connsiteX0" fmla="*/ 561021 w 1346913"/>
                  <a:gd name="connsiteY0" fmla="*/ 22160 h 1758619"/>
                  <a:gd name="connsiteX1" fmla="*/ 585223 w 1346913"/>
                  <a:gd name="connsiteY1" fmla="*/ 231710 h 1758619"/>
                  <a:gd name="connsiteX2" fmla="*/ 606949 w 1346913"/>
                  <a:gd name="connsiteY2" fmla="*/ 244409 h 1758619"/>
                  <a:gd name="connsiteX3" fmla="*/ 696521 w 1346913"/>
                  <a:gd name="connsiteY3" fmla="*/ 242292 h 1758619"/>
                  <a:gd name="connsiteX4" fmla="*/ 872185 w 1346913"/>
                  <a:gd name="connsiteY4" fmla="*/ 299442 h 1758619"/>
                  <a:gd name="connsiteX5" fmla="*/ 1011405 w 1346913"/>
                  <a:gd name="connsiteY5" fmla="*/ 498409 h 1758619"/>
                  <a:gd name="connsiteX6" fmla="*/ 1040106 w 1346913"/>
                  <a:gd name="connsiteY6" fmla="*/ 822259 h 1758619"/>
                  <a:gd name="connsiteX7" fmla="*/ 1040028 w 1346913"/>
                  <a:gd name="connsiteY7" fmla="*/ 1150343 h 1758619"/>
                  <a:gd name="connsiteX8" fmla="*/ 1044819 w 1346913"/>
                  <a:gd name="connsiteY8" fmla="*/ 1453027 h 1758619"/>
                  <a:gd name="connsiteX9" fmla="*/ 1126265 w 1346913"/>
                  <a:gd name="connsiteY9" fmla="*/ 1512294 h 1758619"/>
                  <a:gd name="connsiteX10" fmla="*/ 1254463 w 1346913"/>
                  <a:gd name="connsiteY10" fmla="*/ 1539810 h 1758619"/>
                  <a:gd name="connsiteX11" fmla="*/ 1313730 w 1346913"/>
                  <a:gd name="connsiteY11" fmla="*/ 1531343 h 1758619"/>
                  <a:gd name="connsiteX12" fmla="*/ 1311707 w 1346913"/>
                  <a:gd name="connsiteY12" fmla="*/ 1709143 h 1758619"/>
                  <a:gd name="connsiteX13" fmla="*/ 876549 w 1346913"/>
                  <a:gd name="connsiteY13" fmla="*/ 1749361 h 1758619"/>
                  <a:gd name="connsiteX14" fmla="*/ 900061 w 1346913"/>
                  <a:gd name="connsiteY14" fmla="*/ 1560979 h 1758619"/>
                  <a:gd name="connsiteX15" fmla="*/ 905680 w 1346913"/>
                  <a:gd name="connsiteY15" fmla="*/ 1226543 h 1758619"/>
                  <a:gd name="connsiteX16" fmla="*/ 904600 w 1346913"/>
                  <a:gd name="connsiteY16" fmla="*/ 887877 h 1758619"/>
                  <a:gd name="connsiteX17" fmla="*/ 867472 w 1346913"/>
                  <a:gd name="connsiteY17" fmla="*/ 540742 h 1758619"/>
                  <a:gd name="connsiteX18" fmla="*/ 759017 w 1346913"/>
                  <a:gd name="connsiteY18" fmla="*/ 403160 h 1758619"/>
                  <a:gd name="connsiteX19" fmla="*/ 571886 w 1346913"/>
                  <a:gd name="connsiteY19" fmla="*/ 413744 h 1758619"/>
                  <a:gd name="connsiteX20" fmla="*/ 464294 w 1346913"/>
                  <a:gd name="connsiteY20" fmla="*/ 547093 h 1758619"/>
                  <a:gd name="connsiteX21" fmla="*/ 452193 w 1346913"/>
                  <a:gd name="connsiteY21" fmla="*/ 739710 h 1758619"/>
                  <a:gd name="connsiteX22" fmla="*/ 543263 w 1346913"/>
                  <a:gd name="connsiteY22" fmla="*/ 820143 h 1758619"/>
                  <a:gd name="connsiteX23" fmla="*/ 678729 w 1346913"/>
                  <a:gd name="connsiteY23" fmla="*/ 989475 h 1758619"/>
                  <a:gd name="connsiteX24" fmla="*/ 716272 w 1346913"/>
                  <a:gd name="connsiteY24" fmla="*/ 1235009 h 1758619"/>
                  <a:gd name="connsiteX25" fmla="*/ 515466 w 1346913"/>
                  <a:gd name="connsiteY25" fmla="*/ 1304859 h 1758619"/>
                  <a:gd name="connsiteX26" fmla="*/ 278813 w 1346913"/>
                  <a:gd name="connsiteY26" fmla="*/ 1192677 h 1758619"/>
                  <a:gd name="connsiteX27" fmla="*/ 172301 w 1346913"/>
                  <a:gd name="connsiteY27" fmla="*/ 1061443 h 1758619"/>
                  <a:gd name="connsiteX28" fmla="*/ 123526 w 1346913"/>
                  <a:gd name="connsiteY28" fmla="*/ 883644 h 1758619"/>
                  <a:gd name="connsiteX29" fmla="*/ 8588 w 1346913"/>
                  <a:gd name="connsiteY29" fmla="*/ 798977 h 1758619"/>
                  <a:gd name="connsiteX30" fmla="*/ 23043 w 1346913"/>
                  <a:gd name="connsiteY30" fmla="*/ 606359 h 1758619"/>
                  <a:gd name="connsiteX31" fmla="*/ 139967 w 1346913"/>
                  <a:gd name="connsiteY31" fmla="*/ 557677 h 1758619"/>
                  <a:gd name="connsiteX32" fmla="*/ 206167 w 1346913"/>
                  <a:gd name="connsiteY32" fmla="*/ 623293 h 1758619"/>
                  <a:gd name="connsiteX33" fmla="*/ 238463 w 1346913"/>
                  <a:gd name="connsiteY33" fmla="*/ 735477 h 1758619"/>
                  <a:gd name="connsiteX34" fmla="*/ 229996 w 1346913"/>
                  <a:gd name="connsiteY34" fmla="*/ 803210 h 1758619"/>
                  <a:gd name="connsiteX35" fmla="*/ 293682 w 1346913"/>
                  <a:gd name="connsiteY35" fmla="*/ 724894 h 1758619"/>
                  <a:gd name="connsiteX36" fmla="*/ 355306 w 1346913"/>
                  <a:gd name="connsiteY36" fmla="*/ 460309 h 1758619"/>
                  <a:gd name="connsiteX37" fmla="*/ 483996 w 1346913"/>
                  <a:gd name="connsiteY37" fmla="*/ 295210 h 1758619"/>
                  <a:gd name="connsiteX38" fmla="*/ 495272 w 1346913"/>
                  <a:gd name="connsiteY38" fmla="*/ 36977 h 1758619"/>
                  <a:gd name="connsiteX39" fmla="*/ 561021 w 1346913"/>
                  <a:gd name="connsiteY39" fmla="*/ 22160 h 1758619"/>
                  <a:gd name="connsiteX0" fmla="*/ 561021 w 1347387"/>
                  <a:gd name="connsiteY0" fmla="*/ 22160 h 1773597"/>
                  <a:gd name="connsiteX1" fmla="*/ 585223 w 1347387"/>
                  <a:gd name="connsiteY1" fmla="*/ 231710 h 1773597"/>
                  <a:gd name="connsiteX2" fmla="*/ 606949 w 1347387"/>
                  <a:gd name="connsiteY2" fmla="*/ 244409 h 1773597"/>
                  <a:gd name="connsiteX3" fmla="*/ 696521 w 1347387"/>
                  <a:gd name="connsiteY3" fmla="*/ 242292 h 1773597"/>
                  <a:gd name="connsiteX4" fmla="*/ 872185 w 1347387"/>
                  <a:gd name="connsiteY4" fmla="*/ 299442 h 1773597"/>
                  <a:gd name="connsiteX5" fmla="*/ 1011405 w 1347387"/>
                  <a:gd name="connsiteY5" fmla="*/ 498409 h 1773597"/>
                  <a:gd name="connsiteX6" fmla="*/ 1040106 w 1347387"/>
                  <a:gd name="connsiteY6" fmla="*/ 822259 h 1773597"/>
                  <a:gd name="connsiteX7" fmla="*/ 1040028 w 1347387"/>
                  <a:gd name="connsiteY7" fmla="*/ 1150343 h 1773597"/>
                  <a:gd name="connsiteX8" fmla="*/ 1044819 w 1347387"/>
                  <a:gd name="connsiteY8" fmla="*/ 1453027 h 1773597"/>
                  <a:gd name="connsiteX9" fmla="*/ 1126265 w 1347387"/>
                  <a:gd name="connsiteY9" fmla="*/ 1512294 h 1773597"/>
                  <a:gd name="connsiteX10" fmla="*/ 1254463 w 1347387"/>
                  <a:gd name="connsiteY10" fmla="*/ 1539810 h 1773597"/>
                  <a:gd name="connsiteX11" fmla="*/ 1313730 w 1347387"/>
                  <a:gd name="connsiteY11" fmla="*/ 1531343 h 1773597"/>
                  <a:gd name="connsiteX12" fmla="*/ 1311707 w 1347387"/>
                  <a:gd name="connsiteY12" fmla="*/ 1709143 h 1773597"/>
                  <a:gd name="connsiteX13" fmla="*/ 870105 w 1347387"/>
                  <a:gd name="connsiteY13" fmla="*/ 1766295 h 1773597"/>
                  <a:gd name="connsiteX14" fmla="*/ 900061 w 1347387"/>
                  <a:gd name="connsiteY14" fmla="*/ 1560979 h 1773597"/>
                  <a:gd name="connsiteX15" fmla="*/ 905680 w 1347387"/>
                  <a:gd name="connsiteY15" fmla="*/ 1226543 h 1773597"/>
                  <a:gd name="connsiteX16" fmla="*/ 904600 w 1347387"/>
                  <a:gd name="connsiteY16" fmla="*/ 887877 h 1773597"/>
                  <a:gd name="connsiteX17" fmla="*/ 867472 w 1347387"/>
                  <a:gd name="connsiteY17" fmla="*/ 540742 h 1773597"/>
                  <a:gd name="connsiteX18" fmla="*/ 759017 w 1347387"/>
                  <a:gd name="connsiteY18" fmla="*/ 403160 h 1773597"/>
                  <a:gd name="connsiteX19" fmla="*/ 571886 w 1347387"/>
                  <a:gd name="connsiteY19" fmla="*/ 413744 h 1773597"/>
                  <a:gd name="connsiteX20" fmla="*/ 464294 w 1347387"/>
                  <a:gd name="connsiteY20" fmla="*/ 547093 h 1773597"/>
                  <a:gd name="connsiteX21" fmla="*/ 452193 w 1347387"/>
                  <a:gd name="connsiteY21" fmla="*/ 739710 h 1773597"/>
                  <a:gd name="connsiteX22" fmla="*/ 543263 w 1347387"/>
                  <a:gd name="connsiteY22" fmla="*/ 820143 h 1773597"/>
                  <a:gd name="connsiteX23" fmla="*/ 678729 w 1347387"/>
                  <a:gd name="connsiteY23" fmla="*/ 989475 h 1773597"/>
                  <a:gd name="connsiteX24" fmla="*/ 716272 w 1347387"/>
                  <a:gd name="connsiteY24" fmla="*/ 1235009 h 1773597"/>
                  <a:gd name="connsiteX25" fmla="*/ 515466 w 1347387"/>
                  <a:gd name="connsiteY25" fmla="*/ 1304859 h 1773597"/>
                  <a:gd name="connsiteX26" fmla="*/ 278813 w 1347387"/>
                  <a:gd name="connsiteY26" fmla="*/ 1192677 h 1773597"/>
                  <a:gd name="connsiteX27" fmla="*/ 172301 w 1347387"/>
                  <a:gd name="connsiteY27" fmla="*/ 1061443 h 1773597"/>
                  <a:gd name="connsiteX28" fmla="*/ 123526 w 1347387"/>
                  <a:gd name="connsiteY28" fmla="*/ 883644 h 1773597"/>
                  <a:gd name="connsiteX29" fmla="*/ 8588 w 1347387"/>
                  <a:gd name="connsiteY29" fmla="*/ 798977 h 1773597"/>
                  <a:gd name="connsiteX30" fmla="*/ 23043 w 1347387"/>
                  <a:gd name="connsiteY30" fmla="*/ 606359 h 1773597"/>
                  <a:gd name="connsiteX31" fmla="*/ 139967 w 1347387"/>
                  <a:gd name="connsiteY31" fmla="*/ 557677 h 1773597"/>
                  <a:gd name="connsiteX32" fmla="*/ 206167 w 1347387"/>
                  <a:gd name="connsiteY32" fmla="*/ 623293 h 1773597"/>
                  <a:gd name="connsiteX33" fmla="*/ 238463 w 1347387"/>
                  <a:gd name="connsiteY33" fmla="*/ 735477 h 1773597"/>
                  <a:gd name="connsiteX34" fmla="*/ 229996 w 1347387"/>
                  <a:gd name="connsiteY34" fmla="*/ 803210 h 1773597"/>
                  <a:gd name="connsiteX35" fmla="*/ 293682 w 1347387"/>
                  <a:gd name="connsiteY35" fmla="*/ 724894 h 1773597"/>
                  <a:gd name="connsiteX36" fmla="*/ 355306 w 1347387"/>
                  <a:gd name="connsiteY36" fmla="*/ 460309 h 1773597"/>
                  <a:gd name="connsiteX37" fmla="*/ 483996 w 1347387"/>
                  <a:gd name="connsiteY37" fmla="*/ 295210 h 1773597"/>
                  <a:gd name="connsiteX38" fmla="*/ 495272 w 1347387"/>
                  <a:gd name="connsiteY38" fmla="*/ 36977 h 1773597"/>
                  <a:gd name="connsiteX39" fmla="*/ 561021 w 1347387"/>
                  <a:gd name="connsiteY39" fmla="*/ 22160 h 1773597"/>
                  <a:gd name="connsiteX0" fmla="*/ 561021 w 1317996"/>
                  <a:gd name="connsiteY0" fmla="*/ 22160 h 1783415"/>
                  <a:gd name="connsiteX1" fmla="*/ 585223 w 1317996"/>
                  <a:gd name="connsiteY1" fmla="*/ 231710 h 1783415"/>
                  <a:gd name="connsiteX2" fmla="*/ 606949 w 1317996"/>
                  <a:gd name="connsiteY2" fmla="*/ 244409 h 1783415"/>
                  <a:gd name="connsiteX3" fmla="*/ 696521 w 1317996"/>
                  <a:gd name="connsiteY3" fmla="*/ 242292 h 1783415"/>
                  <a:gd name="connsiteX4" fmla="*/ 872185 w 1317996"/>
                  <a:gd name="connsiteY4" fmla="*/ 299442 h 1783415"/>
                  <a:gd name="connsiteX5" fmla="*/ 1011405 w 1317996"/>
                  <a:gd name="connsiteY5" fmla="*/ 498409 h 1783415"/>
                  <a:gd name="connsiteX6" fmla="*/ 1040106 w 1317996"/>
                  <a:gd name="connsiteY6" fmla="*/ 822259 h 1783415"/>
                  <a:gd name="connsiteX7" fmla="*/ 1040028 w 1317996"/>
                  <a:gd name="connsiteY7" fmla="*/ 1150343 h 1783415"/>
                  <a:gd name="connsiteX8" fmla="*/ 1044819 w 1317996"/>
                  <a:gd name="connsiteY8" fmla="*/ 1453027 h 1783415"/>
                  <a:gd name="connsiteX9" fmla="*/ 1126265 w 1317996"/>
                  <a:gd name="connsiteY9" fmla="*/ 1512294 h 1783415"/>
                  <a:gd name="connsiteX10" fmla="*/ 1254463 w 1317996"/>
                  <a:gd name="connsiteY10" fmla="*/ 1539810 h 1783415"/>
                  <a:gd name="connsiteX11" fmla="*/ 1313730 w 1317996"/>
                  <a:gd name="connsiteY11" fmla="*/ 1531343 h 1783415"/>
                  <a:gd name="connsiteX12" fmla="*/ 1142572 w 1317996"/>
                  <a:gd name="connsiteY12" fmla="*/ 1745127 h 1783415"/>
                  <a:gd name="connsiteX13" fmla="*/ 870105 w 1317996"/>
                  <a:gd name="connsiteY13" fmla="*/ 1766295 h 1783415"/>
                  <a:gd name="connsiteX14" fmla="*/ 900061 w 1317996"/>
                  <a:gd name="connsiteY14" fmla="*/ 1560979 h 1783415"/>
                  <a:gd name="connsiteX15" fmla="*/ 905680 w 1317996"/>
                  <a:gd name="connsiteY15" fmla="*/ 1226543 h 1783415"/>
                  <a:gd name="connsiteX16" fmla="*/ 904600 w 1317996"/>
                  <a:gd name="connsiteY16" fmla="*/ 887877 h 1783415"/>
                  <a:gd name="connsiteX17" fmla="*/ 867472 w 1317996"/>
                  <a:gd name="connsiteY17" fmla="*/ 540742 h 1783415"/>
                  <a:gd name="connsiteX18" fmla="*/ 759017 w 1317996"/>
                  <a:gd name="connsiteY18" fmla="*/ 403160 h 1783415"/>
                  <a:gd name="connsiteX19" fmla="*/ 571886 w 1317996"/>
                  <a:gd name="connsiteY19" fmla="*/ 413744 h 1783415"/>
                  <a:gd name="connsiteX20" fmla="*/ 464294 w 1317996"/>
                  <a:gd name="connsiteY20" fmla="*/ 547093 h 1783415"/>
                  <a:gd name="connsiteX21" fmla="*/ 452193 w 1317996"/>
                  <a:gd name="connsiteY21" fmla="*/ 739710 h 1783415"/>
                  <a:gd name="connsiteX22" fmla="*/ 543263 w 1317996"/>
                  <a:gd name="connsiteY22" fmla="*/ 820143 h 1783415"/>
                  <a:gd name="connsiteX23" fmla="*/ 678729 w 1317996"/>
                  <a:gd name="connsiteY23" fmla="*/ 989475 h 1783415"/>
                  <a:gd name="connsiteX24" fmla="*/ 716272 w 1317996"/>
                  <a:gd name="connsiteY24" fmla="*/ 1235009 h 1783415"/>
                  <a:gd name="connsiteX25" fmla="*/ 515466 w 1317996"/>
                  <a:gd name="connsiteY25" fmla="*/ 1304859 h 1783415"/>
                  <a:gd name="connsiteX26" fmla="*/ 278813 w 1317996"/>
                  <a:gd name="connsiteY26" fmla="*/ 1192677 h 1783415"/>
                  <a:gd name="connsiteX27" fmla="*/ 172301 w 1317996"/>
                  <a:gd name="connsiteY27" fmla="*/ 1061443 h 1783415"/>
                  <a:gd name="connsiteX28" fmla="*/ 123526 w 1317996"/>
                  <a:gd name="connsiteY28" fmla="*/ 883644 h 1783415"/>
                  <a:gd name="connsiteX29" fmla="*/ 8588 w 1317996"/>
                  <a:gd name="connsiteY29" fmla="*/ 798977 h 1783415"/>
                  <a:gd name="connsiteX30" fmla="*/ 23043 w 1317996"/>
                  <a:gd name="connsiteY30" fmla="*/ 606359 h 1783415"/>
                  <a:gd name="connsiteX31" fmla="*/ 139967 w 1317996"/>
                  <a:gd name="connsiteY31" fmla="*/ 557677 h 1783415"/>
                  <a:gd name="connsiteX32" fmla="*/ 206167 w 1317996"/>
                  <a:gd name="connsiteY32" fmla="*/ 623293 h 1783415"/>
                  <a:gd name="connsiteX33" fmla="*/ 238463 w 1317996"/>
                  <a:gd name="connsiteY33" fmla="*/ 735477 h 1783415"/>
                  <a:gd name="connsiteX34" fmla="*/ 229996 w 1317996"/>
                  <a:gd name="connsiteY34" fmla="*/ 803210 h 1783415"/>
                  <a:gd name="connsiteX35" fmla="*/ 293682 w 1317996"/>
                  <a:gd name="connsiteY35" fmla="*/ 724894 h 1783415"/>
                  <a:gd name="connsiteX36" fmla="*/ 355306 w 1317996"/>
                  <a:gd name="connsiteY36" fmla="*/ 460309 h 1783415"/>
                  <a:gd name="connsiteX37" fmla="*/ 483996 w 1317996"/>
                  <a:gd name="connsiteY37" fmla="*/ 295210 h 1783415"/>
                  <a:gd name="connsiteX38" fmla="*/ 495272 w 1317996"/>
                  <a:gd name="connsiteY38" fmla="*/ 36977 h 1783415"/>
                  <a:gd name="connsiteX39" fmla="*/ 561021 w 1317996"/>
                  <a:gd name="connsiteY39" fmla="*/ 22160 h 1783415"/>
                  <a:gd name="connsiteX0" fmla="*/ 561021 w 1317996"/>
                  <a:gd name="connsiteY0" fmla="*/ 22160 h 1793815"/>
                  <a:gd name="connsiteX1" fmla="*/ 585223 w 1317996"/>
                  <a:gd name="connsiteY1" fmla="*/ 231710 h 1793815"/>
                  <a:gd name="connsiteX2" fmla="*/ 606949 w 1317996"/>
                  <a:gd name="connsiteY2" fmla="*/ 244409 h 1793815"/>
                  <a:gd name="connsiteX3" fmla="*/ 696521 w 1317996"/>
                  <a:gd name="connsiteY3" fmla="*/ 242292 h 1793815"/>
                  <a:gd name="connsiteX4" fmla="*/ 872185 w 1317996"/>
                  <a:gd name="connsiteY4" fmla="*/ 299442 h 1793815"/>
                  <a:gd name="connsiteX5" fmla="*/ 1011405 w 1317996"/>
                  <a:gd name="connsiteY5" fmla="*/ 498409 h 1793815"/>
                  <a:gd name="connsiteX6" fmla="*/ 1040106 w 1317996"/>
                  <a:gd name="connsiteY6" fmla="*/ 822259 h 1793815"/>
                  <a:gd name="connsiteX7" fmla="*/ 1040028 w 1317996"/>
                  <a:gd name="connsiteY7" fmla="*/ 1150343 h 1793815"/>
                  <a:gd name="connsiteX8" fmla="*/ 1044819 w 1317996"/>
                  <a:gd name="connsiteY8" fmla="*/ 1453027 h 1793815"/>
                  <a:gd name="connsiteX9" fmla="*/ 1126265 w 1317996"/>
                  <a:gd name="connsiteY9" fmla="*/ 1512294 h 1793815"/>
                  <a:gd name="connsiteX10" fmla="*/ 1254463 w 1317996"/>
                  <a:gd name="connsiteY10" fmla="*/ 1539810 h 1793815"/>
                  <a:gd name="connsiteX11" fmla="*/ 1313730 w 1317996"/>
                  <a:gd name="connsiteY11" fmla="*/ 1531343 h 1793815"/>
                  <a:gd name="connsiteX12" fmla="*/ 1142572 w 1317996"/>
                  <a:gd name="connsiteY12" fmla="*/ 1745127 h 1793815"/>
                  <a:gd name="connsiteX13" fmla="*/ 870105 w 1317996"/>
                  <a:gd name="connsiteY13" fmla="*/ 1766295 h 1793815"/>
                  <a:gd name="connsiteX14" fmla="*/ 900061 w 1317996"/>
                  <a:gd name="connsiteY14" fmla="*/ 1560979 h 1793815"/>
                  <a:gd name="connsiteX15" fmla="*/ 905680 w 1317996"/>
                  <a:gd name="connsiteY15" fmla="*/ 1226543 h 1793815"/>
                  <a:gd name="connsiteX16" fmla="*/ 904600 w 1317996"/>
                  <a:gd name="connsiteY16" fmla="*/ 887877 h 1793815"/>
                  <a:gd name="connsiteX17" fmla="*/ 867472 w 1317996"/>
                  <a:gd name="connsiteY17" fmla="*/ 540742 h 1793815"/>
                  <a:gd name="connsiteX18" fmla="*/ 759017 w 1317996"/>
                  <a:gd name="connsiteY18" fmla="*/ 403160 h 1793815"/>
                  <a:gd name="connsiteX19" fmla="*/ 571886 w 1317996"/>
                  <a:gd name="connsiteY19" fmla="*/ 413744 h 1793815"/>
                  <a:gd name="connsiteX20" fmla="*/ 464294 w 1317996"/>
                  <a:gd name="connsiteY20" fmla="*/ 547093 h 1793815"/>
                  <a:gd name="connsiteX21" fmla="*/ 452193 w 1317996"/>
                  <a:gd name="connsiteY21" fmla="*/ 739710 h 1793815"/>
                  <a:gd name="connsiteX22" fmla="*/ 543263 w 1317996"/>
                  <a:gd name="connsiteY22" fmla="*/ 820143 h 1793815"/>
                  <a:gd name="connsiteX23" fmla="*/ 678729 w 1317996"/>
                  <a:gd name="connsiteY23" fmla="*/ 989475 h 1793815"/>
                  <a:gd name="connsiteX24" fmla="*/ 716272 w 1317996"/>
                  <a:gd name="connsiteY24" fmla="*/ 1235009 h 1793815"/>
                  <a:gd name="connsiteX25" fmla="*/ 515466 w 1317996"/>
                  <a:gd name="connsiteY25" fmla="*/ 1304859 h 1793815"/>
                  <a:gd name="connsiteX26" fmla="*/ 278813 w 1317996"/>
                  <a:gd name="connsiteY26" fmla="*/ 1192677 h 1793815"/>
                  <a:gd name="connsiteX27" fmla="*/ 172301 w 1317996"/>
                  <a:gd name="connsiteY27" fmla="*/ 1061443 h 1793815"/>
                  <a:gd name="connsiteX28" fmla="*/ 123526 w 1317996"/>
                  <a:gd name="connsiteY28" fmla="*/ 883644 h 1793815"/>
                  <a:gd name="connsiteX29" fmla="*/ 8588 w 1317996"/>
                  <a:gd name="connsiteY29" fmla="*/ 798977 h 1793815"/>
                  <a:gd name="connsiteX30" fmla="*/ 23043 w 1317996"/>
                  <a:gd name="connsiteY30" fmla="*/ 606359 h 1793815"/>
                  <a:gd name="connsiteX31" fmla="*/ 139967 w 1317996"/>
                  <a:gd name="connsiteY31" fmla="*/ 557677 h 1793815"/>
                  <a:gd name="connsiteX32" fmla="*/ 206167 w 1317996"/>
                  <a:gd name="connsiteY32" fmla="*/ 623293 h 1793815"/>
                  <a:gd name="connsiteX33" fmla="*/ 238463 w 1317996"/>
                  <a:gd name="connsiteY33" fmla="*/ 735477 h 1793815"/>
                  <a:gd name="connsiteX34" fmla="*/ 229996 w 1317996"/>
                  <a:gd name="connsiteY34" fmla="*/ 803210 h 1793815"/>
                  <a:gd name="connsiteX35" fmla="*/ 293682 w 1317996"/>
                  <a:gd name="connsiteY35" fmla="*/ 724894 h 1793815"/>
                  <a:gd name="connsiteX36" fmla="*/ 355306 w 1317996"/>
                  <a:gd name="connsiteY36" fmla="*/ 460309 h 1793815"/>
                  <a:gd name="connsiteX37" fmla="*/ 483996 w 1317996"/>
                  <a:gd name="connsiteY37" fmla="*/ 295210 h 1793815"/>
                  <a:gd name="connsiteX38" fmla="*/ 495272 w 1317996"/>
                  <a:gd name="connsiteY38" fmla="*/ 36977 h 1793815"/>
                  <a:gd name="connsiteX39" fmla="*/ 561021 w 1317996"/>
                  <a:gd name="connsiteY39" fmla="*/ 22160 h 1793815"/>
                  <a:gd name="connsiteX0" fmla="*/ 561021 w 1322052"/>
                  <a:gd name="connsiteY0" fmla="*/ 22160 h 1781199"/>
                  <a:gd name="connsiteX1" fmla="*/ 585223 w 1322052"/>
                  <a:gd name="connsiteY1" fmla="*/ 231710 h 1781199"/>
                  <a:gd name="connsiteX2" fmla="*/ 606949 w 1322052"/>
                  <a:gd name="connsiteY2" fmla="*/ 244409 h 1781199"/>
                  <a:gd name="connsiteX3" fmla="*/ 696521 w 1322052"/>
                  <a:gd name="connsiteY3" fmla="*/ 242292 h 1781199"/>
                  <a:gd name="connsiteX4" fmla="*/ 872185 w 1322052"/>
                  <a:gd name="connsiteY4" fmla="*/ 299442 h 1781199"/>
                  <a:gd name="connsiteX5" fmla="*/ 1011405 w 1322052"/>
                  <a:gd name="connsiteY5" fmla="*/ 498409 h 1781199"/>
                  <a:gd name="connsiteX6" fmla="*/ 1040106 w 1322052"/>
                  <a:gd name="connsiteY6" fmla="*/ 822259 h 1781199"/>
                  <a:gd name="connsiteX7" fmla="*/ 1040028 w 1322052"/>
                  <a:gd name="connsiteY7" fmla="*/ 1150343 h 1781199"/>
                  <a:gd name="connsiteX8" fmla="*/ 1044819 w 1322052"/>
                  <a:gd name="connsiteY8" fmla="*/ 1453027 h 1781199"/>
                  <a:gd name="connsiteX9" fmla="*/ 1126265 w 1322052"/>
                  <a:gd name="connsiteY9" fmla="*/ 1512294 h 1781199"/>
                  <a:gd name="connsiteX10" fmla="*/ 1254463 w 1322052"/>
                  <a:gd name="connsiteY10" fmla="*/ 1539810 h 1781199"/>
                  <a:gd name="connsiteX11" fmla="*/ 1313730 w 1322052"/>
                  <a:gd name="connsiteY11" fmla="*/ 1531343 h 1781199"/>
                  <a:gd name="connsiteX12" fmla="*/ 1075064 w 1322052"/>
                  <a:gd name="connsiteY12" fmla="*/ 1584260 h 1781199"/>
                  <a:gd name="connsiteX13" fmla="*/ 1142572 w 1322052"/>
                  <a:gd name="connsiteY13" fmla="*/ 1745127 h 1781199"/>
                  <a:gd name="connsiteX14" fmla="*/ 870105 w 1322052"/>
                  <a:gd name="connsiteY14" fmla="*/ 1766295 h 1781199"/>
                  <a:gd name="connsiteX15" fmla="*/ 900061 w 1322052"/>
                  <a:gd name="connsiteY15" fmla="*/ 1560979 h 1781199"/>
                  <a:gd name="connsiteX16" fmla="*/ 905680 w 1322052"/>
                  <a:gd name="connsiteY16" fmla="*/ 1226543 h 1781199"/>
                  <a:gd name="connsiteX17" fmla="*/ 904600 w 1322052"/>
                  <a:gd name="connsiteY17" fmla="*/ 887877 h 1781199"/>
                  <a:gd name="connsiteX18" fmla="*/ 867472 w 1322052"/>
                  <a:gd name="connsiteY18" fmla="*/ 540742 h 1781199"/>
                  <a:gd name="connsiteX19" fmla="*/ 759017 w 1322052"/>
                  <a:gd name="connsiteY19" fmla="*/ 403160 h 1781199"/>
                  <a:gd name="connsiteX20" fmla="*/ 571886 w 1322052"/>
                  <a:gd name="connsiteY20" fmla="*/ 413744 h 1781199"/>
                  <a:gd name="connsiteX21" fmla="*/ 464294 w 1322052"/>
                  <a:gd name="connsiteY21" fmla="*/ 547093 h 1781199"/>
                  <a:gd name="connsiteX22" fmla="*/ 452193 w 1322052"/>
                  <a:gd name="connsiteY22" fmla="*/ 739710 h 1781199"/>
                  <a:gd name="connsiteX23" fmla="*/ 543263 w 1322052"/>
                  <a:gd name="connsiteY23" fmla="*/ 820143 h 1781199"/>
                  <a:gd name="connsiteX24" fmla="*/ 678729 w 1322052"/>
                  <a:gd name="connsiteY24" fmla="*/ 989475 h 1781199"/>
                  <a:gd name="connsiteX25" fmla="*/ 716272 w 1322052"/>
                  <a:gd name="connsiteY25" fmla="*/ 1235009 h 1781199"/>
                  <a:gd name="connsiteX26" fmla="*/ 515466 w 1322052"/>
                  <a:gd name="connsiteY26" fmla="*/ 1304859 h 1781199"/>
                  <a:gd name="connsiteX27" fmla="*/ 278813 w 1322052"/>
                  <a:gd name="connsiteY27" fmla="*/ 1192677 h 1781199"/>
                  <a:gd name="connsiteX28" fmla="*/ 172301 w 1322052"/>
                  <a:gd name="connsiteY28" fmla="*/ 1061443 h 1781199"/>
                  <a:gd name="connsiteX29" fmla="*/ 123526 w 1322052"/>
                  <a:gd name="connsiteY29" fmla="*/ 883644 h 1781199"/>
                  <a:gd name="connsiteX30" fmla="*/ 8588 w 1322052"/>
                  <a:gd name="connsiteY30" fmla="*/ 798977 h 1781199"/>
                  <a:gd name="connsiteX31" fmla="*/ 23043 w 1322052"/>
                  <a:gd name="connsiteY31" fmla="*/ 606359 h 1781199"/>
                  <a:gd name="connsiteX32" fmla="*/ 139967 w 1322052"/>
                  <a:gd name="connsiteY32" fmla="*/ 557677 h 1781199"/>
                  <a:gd name="connsiteX33" fmla="*/ 206167 w 1322052"/>
                  <a:gd name="connsiteY33" fmla="*/ 623293 h 1781199"/>
                  <a:gd name="connsiteX34" fmla="*/ 238463 w 1322052"/>
                  <a:gd name="connsiteY34" fmla="*/ 735477 h 1781199"/>
                  <a:gd name="connsiteX35" fmla="*/ 229996 w 1322052"/>
                  <a:gd name="connsiteY35" fmla="*/ 803210 h 1781199"/>
                  <a:gd name="connsiteX36" fmla="*/ 293682 w 1322052"/>
                  <a:gd name="connsiteY36" fmla="*/ 724894 h 1781199"/>
                  <a:gd name="connsiteX37" fmla="*/ 355306 w 1322052"/>
                  <a:gd name="connsiteY37" fmla="*/ 460309 h 1781199"/>
                  <a:gd name="connsiteX38" fmla="*/ 483996 w 1322052"/>
                  <a:gd name="connsiteY38" fmla="*/ 295210 h 1781199"/>
                  <a:gd name="connsiteX39" fmla="*/ 495272 w 1322052"/>
                  <a:gd name="connsiteY39" fmla="*/ 36977 h 1781199"/>
                  <a:gd name="connsiteX40" fmla="*/ 561021 w 1322052"/>
                  <a:gd name="connsiteY40" fmla="*/ 22160 h 1781199"/>
                  <a:gd name="connsiteX0" fmla="*/ 561021 w 1322052"/>
                  <a:gd name="connsiteY0" fmla="*/ 22160 h 1790525"/>
                  <a:gd name="connsiteX1" fmla="*/ 585223 w 1322052"/>
                  <a:gd name="connsiteY1" fmla="*/ 231710 h 1790525"/>
                  <a:gd name="connsiteX2" fmla="*/ 606949 w 1322052"/>
                  <a:gd name="connsiteY2" fmla="*/ 244409 h 1790525"/>
                  <a:gd name="connsiteX3" fmla="*/ 696521 w 1322052"/>
                  <a:gd name="connsiteY3" fmla="*/ 242292 h 1790525"/>
                  <a:gd name="connsiteX4" fmla="*/ 872185 w 1322052"/>
                  <a:gd name="connsiteY4" fmla="*/ 299442 h 1790525"/>
                  <a:gd name="connsiteX5" fmla="*/ 1011405 w 1322052"/>
                  <a:gd name="connsiteY5" fmla="*/ 498409 h 1790525"/>
                  <a:gd name="connsiteX6" fmla="*/ 1040106 w 1322052"/>
                  <a:gd name="connsiteY6" fmla="*/ 822259 h 1790525"/>
                  <a:gd name="connsiteX7" fmla="*/ 1040028 w 1322052"/>
                  <a:gd name="connsiteY7" fmla="*/ 1150343 h 1790525"/>
                  <a:gd name="connsiteX8" fmla="*/ 1044819 w 1322052"/>
                  <a:gd name="connsiteY8" fmla="*/ 1453027 h 1790525"/>
                  <a:gd name="connsiteX9" fmla="*/ 1126265 w 1322052"/>
                  <a:gd name="connsiteY9" fmla="*/ 1512294 h 1790525"/>
                  <a:gd name="connsiteX10" fmla="*/ 1254463 w 1322052"/>
                  <a:gd name="connsiteY10" fmla="*/ 1539810 h 1790525"/>
                  <a:gd name="connsiteX11" fmla="*/ 1313730 w 1322052"/>
                  <a:gd name="connsiteY11" fmla="*/ 1531343 h 1790525"/>
                  <a:gd name="connsiteX12" fmla="*/ 1075064 w 1322052"/>
                  <a:gd name="connsiteY12" fmla="*/ 1584260 h 1790525"/>
                  <a:gd name="connsiteX13" fmla="*/ 1066864 w 1322052"/>
                  <a:gd name="connsiteY13" fmla="*/ 1766294 h 1790525"/>
                  <a:gd name="connsiteX14" fmla="*/ 870105 w 1322052"/>
                  <a:gd name="connsiteY14" fmla="*/ 1766295 h 1790525"/>
                  <a:gd name="connsiteX15" fmla="*/ 900061 w 1322052"/>
                  <a:gd name="connsiteY15" fmla="*/ 1560979 h 1790525"/>
                  <a:gd name="connsiteX16" fmla="*/ 905680 w 1322052"/>
                  <a:gd name="connsiteY16" fmla="*/ 1226543 h 1790525"/>
                  <a:gd name="connsiteX17" fmla="*/ 904600 w 1322052"/>
                  <a:gd name="connsiteY17" fmla="*/ 887877 h 1790525"/>
                  <a:gd name="connsiteX18" fmla="*/ 867472 w 1322052"/>
                  <a:gd name="connsiteY18" fmla="*/ 540742 h 1790525"/>
                  <a:gd name="connsiteX19" fmla="*/ 759017 w 1322052"/>
                  <a:gd name="connsiteY19" fmla="*/ 403160 h 1790525"/>
                  <a:gd name="connsiteX20" fmla="*/ 571886 w 1322052"/>
                  <a:gd name="connsiteY20" fmla="*/ 413744 h 1790525"/>
                  <a:gd name="connsiteX21" fmla="*/ 464294 w 1322052"/>
                  <a:gd name="connsiteY21" fmla="*/ 547093 h 1790525"/>
                  <a:gd name="connsiteX22" fmla="*/ 452193 w 1322052"/>
                  <a:gd name="connsiteY22" fmla="*/ 739710 h 1790525"/>
                  <a:gd name="connsiteX23" fmla="*/ 543263 w 1322052"/>
                  <a:gd name="connsiteY23" fmla="*/ 820143 h 1790525"/>
                  <a:gd name="connsiteX24" fmla="*/ 678729 w 1322052"/>
                  <a:gd name="connsiteY24" fmla="*/ 989475 h 1790525"/>
                  <a:gd name="connsiteX25" fmla="*/ 716272 w 1322052"/>
                  <a:gd name="connsiteY25" fmla="*/ 1235009 h 1790525"/>
                  <a:gd name="connsiteX26" fmla="*/ 515466 w 1322052"/>
                  <a:gd name="connsiteY26" fmla="*/ 1304859 h 1790525"/>
                  <a:gd name="connsiteX27" fmla="*/ 278813 w 1322052"/>
                  <a:gd name="connsiteY27" fmla="*/ 1192677 h 1790525"/>
                  <a:gd name="connsiteX28" fmla="*/ 172301 w 1322052"/>
                  <a:gd name="connsiteY28" fmla="*/ 1061443 h 1790525"/>
                  <a:gd name="connsiteX29" fmla="*/ 123526 w 1322052"/>
                  <a:gd name="connsiteY29" fmla="*/ 883644 h 1790525"/>
                  <a:gd name="connsiteX30" fmla="*/ 8588 w 1322052"/>
                  <a:gd name="connsiteY30" fmla="*/ 798977 h 1790525"/>
                  <a:gd name="connsiteX31" fmla="*/ 23043 w 1322052"/>
                  <a:gd name="connsiteY31" fmla="*/ 606359 h 1790525"/>
                  <a:gd name="connsiteX32" fmla="*/ 139967 w 1322052"/>
                  <a:gd name="connsiteY32" fmla="*/ 557677 h 1790525"/>
                  <a:gd name="connsiteX33" fmla="*/ 206167 w 1322052"/>
                  <a:gd name="connsiteY33" fmla="*/ 623293 h 1790525"/>
                  <a:gd name="connsiteX34" fmla="*/ 238463 w 1322052"/>
                  <a:gd name="connsiteY34" fmla="*/ 735477 h 1790525"/>
                  <a:gd name="connsiteX35" fmla="*/ 229996 w 1322052"/>
                  <a:gd name="connsiteY35" fmla="*/ 803210 h 1790525"/>
                  <a:gd name="connsiteX36" fmla="*/ 293682 w 1322052"/>
                  <a:gd name="connsiteY36" fmla="*/ 724894 h 1790525"/>
                  <a:gd name="connsiteX37" fmla="*/ 355306 w 1322052"/>
                  <a:gd name="connsiteY37" fmla="*/ 460309 h 1790525"/>
                  <a:gd name="connsiteX38" fmla="*/ 483996 w 1322052"/>
                  <a:gd name="connsiteY38" fmla="*/ 295210 h 1790525"/>
                  <a:gd name="connsiteX39" fmla="*/ 495272 w 1322052"/>
                  <a:gd name="connsiteY39" fmla="*/ 36977 h 1790525"/>
                  <a:gd name="connsiteX40" fmla="*/ 561021 w 1322052"/>
                  <a:gd name="connsiteY40" fmla="*/ 22160 h 1790525"/>
                  <a:gd name="connsiteX0" fmla="*/ 561021 w 1323911"/>
                  <a:gd name="connsiteY0" fmla="*/ 22160 h 1790912"/>
                  <a:gd name="connsiteX1" fmla="*/ 585223 w 1323911"/>
                  <a:gd name="connsiteY1" fmla="*/ 231710 h 1790912"/>
                  <a:gd name="connsiteX2" fmla="*/ 606949 w 1323911"/>
                  <a:gd name="connsiteY2" fmla="*/ 244409 h 1790912"/>
                  <a:gd name="connsiteX3" fmla="*/ 696521 w 1323911"/>
                  <a:gd name="connsiteY3" fmla="*/ 242292 h 1790912"/>
                  <a:gd name="connsiteX4" fmla="*/ 872185 w 1323911"/>
                  <a:gd name="connsiteY4" fmla="*/ 299442 h 1790912"/>
                  <a:gd name="connsiteX5" fmla="*/ 1011405 w 1323911"/>
                  <a:gd name="connsiteY5" fmla="*/ 498409 h 1790912"/>
                  <a:gd name="connsiteX6" fmla="*/ 1040106 w 1323911"/>
                  <a:gd name="connsiteY6" fmla="*/ 822259 h 1790912"/>
                  <a:gd name="connsiteX7" fmla="*/ 1040028 w 1323911"/>
                  <a:gd name="connsiteY7" fmla="*/ 1150343 h 1790912"/>
                  <a:gd name="connsiteX8" fmla="*/ 1044819 w 1323911"/>
                  <a:gd name="connsiteY8" fmla="*/ 1453027 h 1790912"/>
                  <a:gd name="connsiteX9" fmla="*/ 1126265 w 1323911"/>
                  <a:gd name="connsiteY9" fmla="*/ 1512294 h 1790912"/>
                  <a:gd name="connsiteX10" fmla="*/ 1254463 w 1323911"/>
                  <a:gd name="connsiteY10" fmla="*/ 1539810 h 1790912"/>
                  <a:gd name="connsiteX11" fmla="*/ 1313730 w 1323911"/>
                  <a:gd name="connsiteY11" fmla="*/ 1531343 h 1790912"/>
                  <a:gd name="connsiteX12" fmla="*/ 1046069 w 1323911"/>
                  <a:gd name="connsiteY12" fmla="*/ 1577910 h 1790912"/>
                  <a:gd name="connsiteX13" fmla="*/ 1066864 w 1323911"/>
                  <a:gd name="connsiteY13" fmla="*/ 1766294 h 1790912"/>
                  <a:gd name="connsiteX14" fmla="*/ 870105 w 1323911"/>
                  <a:gd name="connsiteY14" fmla="*/ 1766295 h 1790912"/>
                  <a:gd name="connsiteX15" fmla="*/ 900061 w 1323911"/>
                  <a:gd name="connsiteY15" fmla="*/ 1560979 h 1790912"/>
                  <a:gd name="connsiteX16" fmla="*/ 905680 w 1323911"/>
                  <a:gd name="connsiteY16" fmla="*/ 1226543 h 1790912"/>
                  <a:gd name="connsiteX17" fmla="*/ 904600 w 1323911"/>
                  <a:gd name="connsiteY17" fmla="*/ 887877 h 1790912"/>
                  <a:gd name="connsiteX18" fmla="*/ 867472 w 1323911"/>
                  <a:gd name="connsiteY18" fmla="*/ 540742 h 1790912"/>
                  <a:gd name="connsiteX19" fmla="*/ 759017 w 1323911"/>
                  <a:gd name="connsiteY19" fmla="*/ 403160 h 1790912"/>
                  <a:gd name="connsiteX20" fmla="*/ 571886 w 1323911"/>
                  <a:gd name="connsiteY20" fmla="*/ 413744 h 1790912"/>
                  <a:gd name="connsiteX21" fmla="*/ 464294 w 1323911"/>
                  <a:gd name="connsiteY21" fmla="*/ 547093 h 1790912"/>
                  <a:gd name="connsiteX22" fmla="*/ 452193 w 1323911"/>
                  <a:gd name="connsiteY22" fmla="*/ 739710 h 1790912"/>
                  <a:gd name="connsiteX23" fmla="*/ 543263 w 1323911"/>
                  <a:gd name="connsiteY23" fmla="*/ 820143 h 1790912"/>
                  <a:gd name="connsiteX24" fmla="*/ 678729 w 1323911"/>
                  <a:gd name="connsiteY24" fmla="*/ 989475 h 1790912"/>
                  <a:gd name="connsiteX25" fmla="*/ 716272 w 1323911"/>
                  <a:gd name="connsiteY25" fmla="*/ 1235009 h 1790912"/>
                  <a:gd name="connsiteX26" fmla="*/ 515466 w 1323911"/>
                  <a:gd name="connsiteY26" fmla="*/ 1304859 h 1790912"/>
                  <a:gd name="connsiteX27" fmla="*/ 278813 w 1323911"/>
                  <a:gd name="connsiteY27" fmla="*/ 1192677 h 1790912"/>
                  <a:gd name="connsiteX28" fmla="*/ 172301 w 1323911"/>
                  <a:gd name="connsiteY28" fmla="*/ 1061443 h 1790912"/>
                  <a:gd name="connsiteX29" fmla="*/ 123526 w 1323911"/>
                  <a:gd name="connsiteY29" fmla="*/ 883644 h 1790912"/>
                  <a:gd name="connsiteX30" fmla="*/ 8588 w 1323911"/>
                  <a:gd name="connsiteY30" fmla="*/ 798977 h 1790912"/>
                  <a:gd name="connsiteX31" fmla="*/ 23043 w 1323911"/>
                  <a:gd name="connsiteY31" fmla="*/ 606359 h 1790912"/>
                  <a:gd name="connsiteX32" fmla="*/ 139967 w 1323911"/>
                  <a:gd name="connsiteY32" fmla="*/ 557677 h 1790912"/>
                  <a:gd name="connsiteX33" fmla="*/ 206167 w 1323911"/>
                  <a:gd name="connsiteY33" fmla="*/ 623293 h 1790912"/>
                  <a:gd name="connsiteX34" fmla="*/ 238463 w 1323911"/>
                  <a:gd name="connsiteY34" fmla="*/ 735477 h 1790912"/>
                  <a:gd name="connsiteX35" fmla="*/ 229996 w 1323911"/>
                  <a:gd name="connsiteY35" fmla="*/ 803210 h 1790912"/>
                  <a:gd name="connsiteX36" fmla="*/ 293682 w 1323911"/>
                  <a:gd name="connsiteY36" fmla="*/ 724894 h 1790912"/>
                  <a:gd name="connsiteX37" fmla="*/ 355306 w 1323911"/>
                  <a:gd name="connsiteY37" fmla="*/ 460309 h 1790912"/>
                  <a:gd name="connsiteX38" fmla="*/ 483996 w 1323911"/>
                  <a:gd name="connsiteY38" fmla="*/ 295210 h 1790912"/>
                  <a:gd name="connsiteX39" fmla="*/ 495272 w 1323911"/>
                  <a:gd name="connsiteY39" fmla="*/ 36977 h 1790912"/>
                  <a:gd name="connsiteX40" fmla="*/ 561021 w 1323911"/>
                  <a:gd name="connsiteY40" fmla="*/ 22160 h 1790912"/>
                  <a:gd name="connsiteX0" fmla="*/ 561021 w 1323750"/>
                  <a:gd name="connsiteY0" fmla="*/ 22160 h 1790912"/>
                  <a:gd name="connsiteX1" fmla="*/ 585223 w 1323750"/>
                  <a:gd name="connsiteY1" fmla="*/ 231710 h 1790912"/>
                  <a:gd name="connsiteX2" fmla="*/ 606949 w 1323750"/>
                  <a:gd name="connsiteY2" fmla="*/ 244409 h 1790912"/>
                  <a:gd name="connsiteX3" fmla="*/ 696521 w 1323750"/>
                  <a:gd name="connsiteY3" fmla="*/ 242292 h 1790912"/>
                  <a:gd name="connsiteX4" fmla="*/ 872185 w 1323750"/>
                  <a:gd name="connsiteY4" fmla="*/ 299442 h 1790912"/>
                  <a:gd name="connsiteX5" fmla="*/ 1011405 w 1323750"/>
                  <a:gd name="connsiteY5" fmla="*/ 498409 h 1790912"/>
                  <a:gd name="connsiteX6" fmla="*/ 1040106 w 1323750"/>
                  <a:gd name="connsiteY6" fmla="*/ 822259 h 1790912"/>
                  <a:gd name="connsiteX7" fmla="*/ 1040028 w 1323750"/>
                  <a:gd name="connsiteY7" fmla="*/ 1150343 h 1790912"/>
                  <a:gd name="connsiteX8" fmla="*/ 1044819 w 1323750"/>
                  <a:gd name="connsiteY8" fmla="*/ 1453027 h 1790912"/>
                  <a:gd name="connsiteX9" fmla="*/ 1135930 w 1323750"/>
                  <a:gd name="connsiteY9" fmla="*/ 1465728 h 1790912"/>
                  <a:gd name="connsiteX10" fmla="*/ 1254463 w 1323750"/>
                  <a:gd name="connsiteY10" fmla="*/ 1539810 h 1790912"/>
                  <a:gd name="connsiteX11" fmla="*/ 1313730 w 1323750"/>
                  <a:gd name="connsiteY11" fmla="*/ 1531343 h 1790912"/>
                  <a:gd name="connsiteX12" fmla="*/ 1046069 w 1323750"/>
                  <a:gd name="connsiteY12" fmla="*/ 1577910 h 1790912"/>
                  <a:gd name="connsiteX13" fmla="*/ 1066864 w 1323750"/>
                  <a:gd name="connsiteY13" fmla="*/ 1766294 h 1790912"/>
                  <a:gd name="connsiteX14" fmla="*/ 870105 w 1323750"/>
                  <a:gd name="connsiteY14" fmla="*/ 1766295 h 1790912"/>
                  <a:gd name="connsiteX15" fmla="*/ 900061 w 1323750"/>
                  <a:gd name="connsiteY15" fmla="*/ 1560979 h 1790912"/>
                  <a:gd name="connsiteX16" fmla="*/ 905680 w 1323750"/>
                  <a:gd name="connsiteY16" fmla="*/ 1226543 h 1790912"/>
                  <a:gd name="connsiteX17" fmla="*/ 904600 w 1323750"/>
                  <a:gd name="connsiteY17" fmla="*/ 887877 h 1790912"/>
                  <a:gd name="connsiteX18" fmla="*/ 867472 w 1323750"/>
                  <a:gd name="connsiteY18" fmla="*/ 540742 h 1790912"/>
                  <a:gd name="connsiteX19" fmla="*/ 759017 w 1323750"/>
                  <a:gd name="connsiteY19" fmla="*/ 403160 h 1790912"/>
                  <a:gd name="connsiteX20" fmla="*/ 571886 w 1323750"/>
                  <a:gd name="connsiteY20" fmla="*/ 413744 h 1790912"/>
                  <a:gd name="connsiteX21" fmla="*/ 464294 w 1323750"/>
                  <a:gd name="connsiteY21" fmla="*/ 547093 h 1790912"/>
                  <a:gd name="connsiteX22" fmla="*/ 452193 w 1323750"/>
                  <a:gd name="connsiteY22" fmla="*/ 739710 h 1790912"/>
                  <a:gd name="connsiteX23" fmla="*/ 543263 w 1323750"/>
                  <a:gd name="connsiteY23" fmla="*/ 820143 h 1790912"/>
                  <a:gd name="connsiteX24" fmla="*/ 678729 w 1323750"/>
                  <a:gd name="connsiteY24" fmla="*/ 989475 h 1790912"/>
                  <a:gd name="connsiteX25" fmla="*/ 716272 w 1323750"/>
                  <a:gd name="connsiteY25" fmla="*/ 1235009 h 1790912"/>
                  <a:gd name="connsiteX26" fmla="*/ 515466 w 1323750"/>
                  <a:gd name="connsiteY26" fmla="*/ 1304859 h 1790912"/>
                  <a:gd name="connsiteX27" fmla="*/ 278813 w 1323750"/>
                  <a:gd name="connsiteY27" fmla="*/ 1192677 h 1790912"/>
                  <a:gd name="connsiteX28" fmla="*/ 172301 w 1323750"/>
                  <a:gd name="connsiteY28" fmla="*/ 1061443 h 1790912"/>
                  <a:gd name="connsiteX29" fmla="*/ 123526 w 1323750"/>
                  <a:gd name="connsiteY29" fmla="*/ 883644 h 1790912"/>
                  <a:gd name="connsiteX30" fmla="*/ 8588 w 1323750"/>
                  <a:gd name="connsiteY30" fmla="*/ 798977 h 1790912"/>
                  <a:gd name="connsiteX31" fmla="*/ 23043 w 1323750"/>
                  <a:gd name="connsiteY31" fmla="*/ 606359 h 1790912"/>
                  <a:gd name="connsiteX32" fmla="*/ 139967 w 1323750"/>
                  <a:gd name="connsiteY32" fmla="*/ 557677 h 1790912"/>
                  <a:gd name="connsiteX33" fmla="*/ 206167 w 1323750"/>
                  <a:gd name="connsiteY33" fmla="*/ 623293 h 1790912"/>
                  <a:gd name="connsiteX34" fmla="*/ 238463 w 1323750"/>
                  <a:gd name="connsiteY34" fmla="*/ 735477 h 1790912"/>
                  <a:gd name="connsiteX35" fmla="*/ 229996 w 1323750"/>
                  <a:gd name="connsiteY35" fmla="*/ 803210 h 1790912"/>
                  <a:gd name="connsiteX36" fmla="*/ 293682 w 1323750"/>
                  <a:gd name="connsiteY36" fmla="*/ 724894 h 1790912"/>
                  <a:gd name="connsiteX37" fmla="*/ 355306 w 1323750"/>
                  <a:gd name="connsiteY37" fmla="*/ 460309 h 1790912"/>
                  <a:gd name="connsiteX38" fmla="*/ 483996 w 1323750"/>
                  <a:gd name="connsiteY38" fmla="*/ 295210 h 1790912"/>
                  <a:gd name="connsiteX39" fmla="*/ 495272 w 1323750"/>
                  <a:gd name="connsiteY39" fmla="*/ 36977 h 1790912"/>
                  <a:gd name="connsiteX40" fmla="*/ 561021 w 1323750"/>
                  <a:gd name="connsiteY40" fmla="*/ 22160 h 1790912"/>
                  <a:gd name="connsiteX0" fmla="*/ 561021 w 1346289"/>
                  <a:gd name="connsiteY0" fmla="*/ 22160 h 1790912"/>
                  <a:gd name="connsiteX1" fmla="*/ 585223 w 1346289"/>
                  <a:gd name="connsiteY1" fmla="*/ 231710 h 1790912"/>
                  <a:gd name="connsiteX2" fmla="*/ 606949 w 1346289"/>
                  <a:gd name="connsiteY2" fmla="*/ 244409 h 1790912"/>
                  <a:gd name="connsiteX3" fmla="*/ 696521 w 1346289"/>
                  <a:gd name="connsiteY3" fmla="*/ 242292 h 1790912"/>
                  <a:gd name="connsiteX4" fmla="*/ 872185 w 1346289"/>
                  <a:gd name="connsiteY4" fmla="*/ 299442 h 1790912"/>
                  <a:gd name="connsiteX5" fmla="*/ 1011405 w 1346289"/>
                  <a:gd name="connsiteY5" fmla="*/ 498409 h 1790912"/>
                  <a:gd name="connsiteX6" fmla="*/ 1040106 w 1346289"/>
                  <a:gd name="connsiteY6" fmla="*/ 822259 h 1790912"/>
                  <a:gd name="connsiteX7" fmla="*/ 1040028 w 1346289"/>
                  <a:gd name="connsiteY7" fmla="*/ 1150343 h 1790912"/>
                  <a:gd name="connsiteX8" fmla="*/ 1044819 w 1346289"/>
                  <a:gd name="connsiteY8" fmla="*/ 1453027 h 1790912"/>
                  <a:gd name="connsiteX9" fmla="*/ 1135930 w 1346289"/>
                  <a:gd name="connsiteY9" fmla="*/ 1465728 h 1790912"/>
                  <a:gd name="connsiteX10" fmla="*/ 1322117 w 1346289"/>
                  <a:gd name="connsiteY10" fmla="*/ 1455143 h 1790912"/>
                  <a:gd name="connsiteX11" fmla="*/ 1313730 w 1346289"/>
                  <a:gd name="connsiteY11" fmla="*/ 1531343 h 1790912"/>
                  <a:gd name="connsiteX12" fmla="*/ 1046069 w 1346289"/>
                  <a:gd name="connsiteY12" fmla="*/ 1577910 h 1790912"/>
                  <a:gd name="connsiteX13" fmla="*/ 1066864 w 1346289"/>
                  <a:gd name="connsiteY13" fmla="*/ 1766294 h 1790912"/>
                  <a:gd name="connsiteX14" fmla="*/ 870105 w 1346289"/>
                  <a:gd name="connsiteY14" fmla="*/ 1766295 h 1790912"/>
                  <a:gd name="connsiteX15" fmla="*/ 900061 w 1346289"/>
                  <a:gd name="connsiteY15" fmla="*/ 1560979 h 1790912"/>
                  <a:gd name="connsiteX16" fmla="*/ 905680 w 1346289"/>
                  <a:gd name="connsiteY16" fmla="*/ 1226543 h 1790912"/>
                  <a:gd name="connsiteX17" fmla="*/ 904600 w 1346289"/>
                  <a:gd name="connsiteY17" fmla="*/ 887877 h 1790912"/>
                  <a:gd name="connsiteX18" fmla="*/ 867472 w 1346289"/>
                  <a:gd name="connsiteY18" fmla="*/ 540742 h 1790912"/>
                  <a:gd name="connsiteX19" fmla="*/ 759017 w 1346289"/>
                  <a:gd name="connsiteY19" fmla="*/ 403160 h 1790912"/>
                  <a:gd name="connsiteX20" fmla="*/ 571886 w 1346289"/>
                  <a:gd name="connsiteY20" fmla="*/ 413744 h 1790912"/>
                  <a:gd name="connsiteX21" fmla="*/ 464294 w 1346289"/>
                  <a:gd name="connsiteY21" fmla="*/ 547093 h 1790912"/>
                  <a:gd name="connsiteX22" fmla="*/ 452193 w 1346289"/>
                  <a:gd name="connsiteY22" fmla="*/ 739710 h 1790912"/>
                  <a:gd name="connsiteX23" fmla="*/ 543263 w 1346289"/>
                  <a:gd name="connsiteY23" fmla="*/ 820143 h 1790912"/>
                  <a:gd name="connsiteX24" fmla="*/ 678729 w 1346289"/>
                  <a:gd name="connsiteY24" fmla="*/ 989475 h 1790912"/>
                  <a:gd name="connsiteX25" fmla="*/ 716272 w 1346289"/>
                  <a:gd name="connsiteY25" fmla="*/ 1235009 h 1790912"/>
                  <a:gd name="connsiteX26" fmla="*/ 515466 w 1346289"/>
                  <a:gd name="connsiteY26" fmla="*/ 1304859 h 1790912"/>
                  <a:gd name="connsiteX27" fmla="*/ 278813 w 1346289"/>
                  <a:gd name="connsiteY27" fmla="*/ 1192677 h 1790912"/>
                  <a:gd name="connsiteX28" fmla="*/ 172301 w 1346289"/>
                  <a:gd name="connsiteY28" fmla="*/ 1061443 h 1790912"/>
                  <a:gd name="connsiteX29" fmla="*/ 123526 w 1346289"/>
                  <a:gd name="connsiteY29" fmla="*/ 883644 h 1790912"/>
                  <a:gd name="connsiteX30" fmla="*/ 8588 w 1346289"/>
                  <a:gd name="connsiteY30" fmla="*/ 798977 h 1790912"/>
                  <a:gd name="connsiteX31" fmla="*/ 23043 w 1346289"/>
                  <a:gd name="connsiteY31" fmla="*/ 606359 h 1790912"/>
                  <a:gd name="connsiteX32" fmla="*/ 139967 w 1346289"/>
                  <a:gd name="connsiteY32" fmla="*/ 557677 h 1790912"/>
                  <a:gd name="connsiteX33" fmla="*/ 206167 w 1346289"/>
                  <a:gd name="connsiteY33" fmla="*/ 623293 h 1790912"/>
                  <a:gd name="connsiteX34" fmla="*/ 238463 w 1346289"/>
                  <a:gd name="connsiteY34" fmla="*/ 735477 h 1790912"/>
                  <a:gd name="connsiteX35" fmla="*/ 229996 w 1346289"/>
                  <a:gd name="connsiteY35" fmla="*/ 803210 h 1790912"/>
                  <a:gd name="connsiteX36" fmla="*/ 293682 w 1346289"/>
                  <a:gd name="connsiteY36" fmla="*/ 724894 h 1790912"/>
                  <a:gd name="connsiteX37" fmla="*/ 355306 w 1346289"/>
                  <a:gd name="connsiteY37" fmla="*/ 460309 h 1790912"/>
                  <a:gd name="connsiteX38" fmla="*/ 483996 w 1346289"/>
                  <a:gd name="connsiteY38" fmla="*/ 295210 h 1790912"/>
                  <a:gd name="connsiteX39" fmla="*/ 495272 w 1346289"/>
                  <a:gd name="connsiteY39" fmla="*/ 36977 h 1790912"/>
                  <a:gd name="connsiteX40" fmla="*/ 561021 w 1346289"/>
                  <a:gd name="connsiteY40" fmla="*/ 22160 h 1790912"/>
                  <a:gd name="connsiteX0" fmla="*/ 561021 w 1345487"/>
                  <a:gd name="connsiteY0" fmla="*/ 22160 h 1790912"/>
                  <a:gd name="connsiteX1" fmla="*/ 585223 w 1345487"/>
                  <a:gd name="connsiteY1" fmla="*/ 231710 h 1790912"/>
                  <a:gd name="connsiteX2" fmla="*/ 606949 w 1345487"/>
                  <a:gd name="connsiteY2" fmla="*/ 244409 h 1790912"/>
                  <a:gd name="connsiteX3" fmla="*/ 696521 w 1345487"/>
                  <a:gd name="connsiteY3" fmla="*/ 242292 h 1790912"/>
                  <a:gd name="connsiteX4" fmla="*/ 872185 w 1345487"/>
                  <a:gd name="connsiteY4" fmla="*/ 299442 h 1790912"/>
                  <a:gd name="connsiteX5" fmla="*/ 1011405 w 1345487"/>
                  <a:gd name="connsiteY5" fmla="*/ 498409 h 1790912"/>
                  <a:gd name="connsiteX6" fmla="*/ 1040106 w 1345487"/>
                  <a:gd name="connsiteY6" fmla="*/ 822259 h 1790912"/>
                  <a:gd name="connsiteX7" fmla="*/ 1040028 w 1345487"/>
                  <a:gd name="connsiteY7" fmla="*/ 1150343 h 1790912"/>
                  <a:gd name="connsiteX8" fmla="*/ 1044819 w 1345487"/>
                  <a:gd name="connsiteY8" fmla="*/ 1453027 h 1790912"/>
                  <a:gd name="connsiteX9" fmla="*/ 1148817 w 1345487"/>
                  <a:gd name="connsiteY9" fmla="*/ 1478428 h 1790912"/>
                  <a:gd name="connsiteX10" fmla="*/ 1322117 w 1345487"/>
                  <a:gd name="connsiteY10" fmla="*/ 1455143 h 1790912"/>
                  <a:gd name="connsiteX11" fmla="*/ 1313730 w 1345487"/>
                  <a:gd name="connsiteY11" fmla="*/ 1531343 h 1790912"/>
                  <a:gd name="connsiteX12" fmla="*/ 1046069 w 1345487"/>
                  <a:gd name="connsiteY12" fmla="*/ 1577910 h 1790912"/>
                  <a:gd name="connsiteX13" fmla="*/ 1066864 w 1345487"/>
                  <a:gd name="connsiteY13" fmla="*/ 1766294 h 1790912"/>
                  <a:gd name="connsiteX14" fmla="*/ 870105 w 1345487"/>
                  <a:gd name="connsiteY14" fmla="*/ 1766295 h 1790912"/>
                  <a:gd name="connsiteX15" fmla="*/ 900061 w 1345487"/>
                  <a:gd name="connsiteY15" fmla="*/ 1560979 h 1790912"/>
                  <a:gd name="connsiteX16" fmla="*/ 905680 w 1345487"/>
                  <a:gd name="connsiteY16" fmla="*/ 1226543 h 1790912"/>
                  <a:gd name="connsiteX17" fmla="*/ 904600 w 1345487"/>
                  <a:gd name="connsiteY17" fmla="*/ 887877 h 1790912"/>
                  <a:gd name="connsiteX18" fmla="*/ 867472 w 1345487"/>
                  <a:gd name="connsiteY18" fmla="*/ 540742 h 1790912"/>
                  <a:gd name="connsiteX19" fmla="*/ 759017 w 1345487"/>
                  <a:gd name="connsiteY19" fmla="*/ 403160 h 1790912"/>
                  <a:gd name="connsiteX20" fmla="*/ 571886 w 1345487"/>
                  <a:gd name="connsiteY20" fmla="*/ 413744 h 1790912"/>
                  <a:gd name="connsiteX21" fmla="*/ 464294 w 1345487"/>
                  <a:gd name="connsiteY21" fmla="*/ 547093 h 1790912"/>
                  <a:gd name="connsiteX22" fmla="*/ 452193 w 1345487"/>
                  <a:gd name="connsiteY22" fmla="*/ 739710 h 1790912"/>
                  <a:gd name="connsiteX23" fmla="*/ 543263 w 1345487"/>
                  <a:gd name="connsiteY23" fmla="*/ 820143 h 1790912"/>
                  <a:gd name="connsiteX24" fmla="*/ 678729 w 1345487"/>
                  <a:gd name="connsiteY24" fmla="*/ 989475 h 1790912"/>
                  <a:gd name="connsiteX25" fmla="*/ 716272 w 1345487"/>
                  <a:gd name="connsiteY25" fmla="*/ 1235009 h 1790912"/>
                  <a:gd name="connsiteX26" fmla="*/ 515466 w 1345487"/>
                  <a:gd name="connsiteY26" fmla="*/ 1304859 h 1790912"/>
                  <a:gd name="connsiteX27" fmla="*/ 278813 w 1345487"/>
                  <a:gd name="connsiteY27" fmla="*/ 1192677 h 1790912"/>
                  <a:gd name="connsiteX28" fmla="*/ 172301 w 1345487"/>
                  <a:gd name="connsiteY28" fmla="*/ 1061443 h 1790912"/>
                  <a:gd name="connsiteX29" fmla="*/ 123526 w 1345487"/>
                  <a:gd name="connsiteY29" fmla="*/ 883644 h 1790912"/>
                  <a:gd name="connsiteX30" fmla="*/ 8588 w 1345487"/>
                  <a:gd name="connsiteY30" fmla="*/ 798977 h 1790912"/>
                  <a:gd name="connsiteX31" fmla="*/ 23043 w 1345487"/>
                  <a:gd name="connsiteY31" fmla="*/ 606359 h 1790912"/>
                  <a:gd name="connsiteX32" fmla="*/ 139967 w 1345487"/>
                  <a:gd name="connsiteY32" fmla="*/ 557677 h 1790912"/>
                  <a:gd name="connsiteX33" fmla="*/ 206167 w 1345487"/>
                  <a:gd name="connsiteY33" fmla="*/ 623293 h 1790912"/>
                  <a:gd name="connsiteX34" fmla="*/ 238463 w 1345487"/>
                  <a:gd name="connsiteY34" fmla="*/ 735477 h 1790912"/>
                  <a:gd name="connsiteX35" fmla="*/ 229996 w 1345487"/>
                  <a:gd name="connsiteY35" fmla="*/ 803210 h 1790912"/>
                  <a:gd name="connsiteX36" fmla="*/ 293682 w 1345487"/>
                  <a:gd name="connsiteY36" fmla="*/ 724894 h 1790912"/>
                  <a:gd name="connsiteX37" fmla="*/ 355306 w 1345487"/>
                  <a:gd name="connsiteY37" fmla="*/ 460309 h 1790912"/>
                  <a:gd name="connsiteX38" fmla="*/ 483996 w 1345487"/>
                  <a:gd name="connsiteY38" fmla="*/ 295210 h 1790912"/>
                  <a:gd name="connsiteX39" fmla="*/ 495272 w 1345487"/>
                  <a:gd name="connsiteY39" fmla="*/ 36977 h 1790912"/>
                  <a:gd name="connsiteX40" fmla="*/ 561021 w 1345487"/>
                  <a:gd name="connsiteY40" fmla="*/ 22160 h 1790912"/>
                  <a:gd name="connsiteX0" fmla="*/ 561021 w 1338334"/>
                  <a:gd name="connsiteY0" fmla="*/ 22160 h 1790912"/>
                  <a:gd name="connsiteX1" fmla="*/ 585223 w 1338334"/>
                  <a:gd name="connsiteY1" fmla="*/ 231710 h 1790912"/>
                  <a:gd name="connsiteX2" fmla="*/ 606949 w 1338334"/>
                  <a:gd name="connsiteY2" fmla="*/ 244409 h 1790912"/>
                  <a:gd name="connsiteX3" fmla="*/ 696521 w 1338334"/>
                  <a:gd name="connsiteY3" fmla="*/ 242292 h 1790912"/>
                  <a:gd name="connsiteX4" fmla="*/ 872185 w 1338334"/>
                  <a:gd name="connsiteY4" fmla="*/ 299442 h 1790912"/>
                  <a:gd name="connsiteX5" fmla="*/ 1011405 w 1338334"/>
                  <a:gd name="connsiteY5" fmla="*/ 498409 h 1790912"/>
                  <a:gd name="connsiteX6" fmla="*/ 1040106 w 1338334"/>
                  <a:gd name="connsiteY6" fmla="*/ 822259 h 1790912"/>
                  <a:gd name="connsiteX7" fmla="*/ 1040028 w 1338334"/>
                  <a:gd name="connsiteY7" fmla="*/ 1150343 h 1790912"/>
                  <a:gd name="connsiteX8" fmla="*/ 1044819 w 1338334"/>
                  <a:gd name="connsiteY8" fmla="*/ 1453027 h 1790912"/>
                  <a:gd name="connsiteX9" fmla="*/ 1148817 w 1338334"/>
                  <a:gd name="connsiteY9" fmla="*/ 1478428 h 1790912"/>
                  <a:gd name="connsiteX10" fmla="*/ 1307620 w 1338334"/>
                  <a:gd name="connsiteY10" fmla="*/ 1453026 h 1790912"/>
                  <a:gd name="connsiteX11" fmla="*/ 1313730 w 1338334"/>
                  <a:gd name="connsiteY11" fmla="*/ 1531343 h 1790912"/>
                  <a:gd name="connsiteX12" fmla="*/ 1046069 w 1338334"/>
                  <a:gd name="connsiteY12" fmla="*/ 1577910 h 1790912"/>
                  <a:gd name="connsiteX13" fmla="*/ 1066864 w 1338334"/>
                  <a:gd name="connsiteY13" fmla="*/ 1766294 h 1790912"/>
                  <a:gd name="connsiteX14" fmla="*/ 870105 w 1338334"/>
                  <a:gd name="connsiteY14" fmla="*/ 1766295 h 1790912"/>
                  <a:gd name="connsiteX15" fmla="*/ 900061 w 1338334"/>
                  <a:gd name="connsiteY15" fmla="*/ 1560979 h 1790912"/>
                  <a:gd name="connsiteX16" fmla="*/ 905680 w 1338334"/>
                  <a:gd name="connsiteY16" fmla="*/ 1226543 h 1790912"/>
                  <a:gd name="connsiteX17" fmla="*/ 904600 w 1338334"/>
                  <a:gd name="connsiteY17" fmla="*/ 887877 h 1790912"/>
                  <a:gd name="connsiteX18" fmla="*/ 867472 w 1338334"/>
                  <a:gd name="connsiteY18" fmla="*/ 540742 h 1790912"/>
                  <a:gd name="connsiteX19" fmla="*/ 759017 w 1338334"/>
                  <a:gd name="connsiteY19" fmla="*/ 403160 h 1790912"/>
                  <a:gd name="connsiteX20" fmla="*/ 571886 w 1338334"/>
                  <a:gd name="connsiteY20" fmla="*/ 413744 h 1790912"/>
                  <a:gd name="connsiteX21" fmla="*/ 464294 w 1338334"/>
                  <a:gd name="connsiteY21" fmla="*/ 547093 h 1790912"/>
                  <a:gd name="connsiteX22" fmla="*/ 452193 w 1338334"/>
                  <a:gd name="connsiteY22" fmla="*/ 739710 h 1790912"/>
                  <a:gd name="connsiteX23" fmla="*/ 543263 w 1338334"/>
                  <a:gd name="connsiteY23" fmla="*/ 820143 h 1790912"/>
                  <a:gd name="connsiteX24" fmla="*/ 678729 w 1338334"/>
                  <a:gd name="connsiteY24" fmla="*/ 989475 h 1790912"/>
                  <a:gd name="connsiteX25" fmla="*/ 716272 w 1338334"/>
                  <a:gd name="connsiteY25" fmla="*/ 1235009 h 1790912"/>
                  <a:gd name="connsiteX26" fmla="*/ 515466 w 1338334"/>
                  <a:gd name="connsiteY26" fmla="*/ 1304859 h 1790912"/>
                  <a:gd name="connsiteX27" fmla="*/ 278813 w 1338334"/>
                  <a:gd name="connsiteY27" fmla="*/ 1192677 h 1790912"/>
                  <a:gd name="connsiteX28" fmla="*/ 172301 w 1338334"/>
                  <a:gd name="connsiteY28" fmla="*/ 1061443 h 1790912"/>
                  <a:gd name="connsiteX29" fmla="*/ 123526 w 1338334"/>
                  <a:gd name="connsiteY29" fmla="*/ 883644 h 1790912"/>
                  <a:gd name="connsiteX30" fmla="*/ 8588 w 1338334"/>
                  <a:gd name="connsiteY30" fmla="*/ 798977 h 1790912"/>
                  <a:gd name="connsiteX31" fmla="*/ 23043 w 1338334"/>
                  <a:gd name="connsiteY31" fmla="*/ 606359 h 1790912"/>
                  <a:gd name="connsiteX32" fmla="*/ 139967 w 1338334"/>
                  <a:gd name="connsiteY32" fmla="*/ 557677 h 1790912"/>
                  <a:gd name="connsiteX33" fmla="*/ 206167 w 1338334"/>
                  <a:gd name="connsiteY33" fmla="*/ 623293 h 1790912"/>
                  <a:gd name="connsiteX34" fmla="*/ 238463 w 1338334"/>
                  <a:gd name="connsiteY34" fmla="*/ 735477 h 1790912"/>
                  <a:gd name="connsiteX35" fmla="*/ 229996 w 1338334"/>
                  <a:gd name="connsiteY35" fmla="*/ 803210 h 1790912"/>
                  <a:gd name="connsiteX36" fmla="*/ 293682 w 1338334"/>
                  <a:gd name="connsiteY36" fmla="*/ 724894 h 1790912"/>
                  <a:gd name="connsiteX37" fmla="*/ 355306 w 1338334"/>
                  <a:gd name="connsiteY37" fmla="*/ 460309 h 1790912"/>
                  <a:gd name="connsiteX38" fmla="*/ 483996 w 1338334"/>
                  <a:gd name="connsiteY38" fmla="*/ 295210 h 1790912"/>
                  <a:gd name="connsiteX39" fmla="*/ 495272 w 1338334"/>
                  <a:gd name="connsiteY39" fmla="*/ 36977 h 1790912"/>
                  <a:gd name="connsiteX40" fmla="*/ 561021 w 1338334"/>
                  <a:gd name="connsiteY40" fmla="*/ 22160 h 1790912"/>
                  <a:gd name="connsiteX0" fmla="*/ 561021 w 1340526"/>
                  <a:gd name="connsiteY0" fmla="*/ 22160 h 1790912"/>
                  <a:gd name="connsiteX1" fmla="*/ 585223 w 1340526"/>
                  <a:gd name="connsiteY1" fmla="*/ 231710 h 1790912"/>
                  <a:gd name="connsiteX2" fmla="*/ 606949 w 1340526"/>
                  <a:gd name="connsiteY2" fmla="*/ 244409 h 1790912"/>
                  <a:gd name="connsiteX3" fmla="*/ 696521 w 1340526"/>
                  <a:gd name="connsiteY3" fmla="*/ 242292 h 1790912"/>
                  <a:gd name="connsiteX4" fmla="*/ 872185 w 1340526"/>
                  <a:gd name="connsiteY4" fmla="*/ 299442 h 1790912"/>
                  <a:gd name="connsiteX5" fmla="*/ 1011405 w 1340526"/>
                  <a:gd name="connsiteY5" fmla="*/ 498409 h 1790912"/>
                  <a:gd name="connsiteX6" fmla="*/ 1040106 w 1340526"/>
                  <a:gd name="connsiteY6" fmla="*/ 822259 h 1790912"/>
                  <a:gd name="connsiteX7" fmla="*/ 1040028 w 1340526"/>
                  <a:gd name="connsiteY7" fmla="*/ 1150343 h 1790912"/>
                  <a:gd name="connsiteX8" fmla="*/ 1044819 w 1340526"/>
                  <a:gd name="connsiteY8" fmla="*/ 1453027 h 1790912"/>
                  <a:gd name="connsiteX9" fmla="*/ 1148817 w 1340526"/>
                  <a:gd name="connsiteY9" fmla="*/ 1478428 h 1790912"/>
                  <a:gd name="connsiteX10" fmla="*/ 1312453 w 1340526"/>
                  <a:gd name="connsiteY10" fmla="*/ 1472076 h 1790912"/>
                  <a:gd name="connsiteX11" fmla="*/ 1313730 w 1340526"/>
                  <a:gd name="connsiteY11" fmla="*/ 1531343 h 1790912"/>
                  <a:gd name="connsiteX12" fmla="*/ 1046069 w 1340526"/>
                  <a:gd name="connsiteY12" fmla="*/ 1577910 h 1790912"/>
                  <a:gd name="connsiteX13" fmla="*/ 1066864 w 1340526"/>
                  <a:gd name="connsiteY13" fmla="*/ 1766294 h 1790912"/>
                  <a:gd name="connsiteX14" fmla="*/ 870105 w 1340526"/>
                  <a:gd name="connsiteY14" fmla="*/ 1766295 h 1790912"/>
                  <a:gd name="connsiteX15" fmla="*/ 900061 w 1340526"/>
                  <a:gd name="connsiteY15" fmla="*/ 1560979 h 1790912"/>
                  <a:gd name="connsiteX16" fmla="*/ 905680 w 1340526"/>
                  <a:gd name="connsiteY16" fmla="*/ 1226543 h 1790912"/>
                  <a:gd name="connsiteX17" fmla="*/ 904600 w 1340526"/>
                  <a:gd name="connsiteY17" fmla="*/ 887877 h 1790912"/>
                  <a:gd name="connsiteX18" fmla="*/ 867472 w 1340526"/>
                  <a:gd name="connsiteY18" fmla="*/ 540742 h 1790912"/>
                  <a:gd name="connsiteX19" fmla="*/ 759017 w 1340526"/>
                  <a:gd name="connsiteY19" fmla="*/ 403160 h 1790912"/>
                  <a:gd name="connsiteX20" fmla="*/ 571886 w 1340526"/>
                  <a:gd name="connsiteY20" fmla="*/ 413744 h 1790912"/>
                  <a:gd name="connsiteX21" fmla="*/ 464294 w 1340526"/>
                  <a:gd name="connsiteY21" fmla="*/ 547093 h 1790912"/>
                  <a:gd name="connsiteX22" fmla="*/ 452193 w 1340526"/>
                  <a:gd name="connsiteY22" fmla="*/ 739710 h 1790912"/>
                  <a:gd name="connsiteX23" fmla="*/ 543263 w 1340526"/>
                  <a:gd name="connsiteY23" fmla="*/ 820143 h 1790912"/>
                  <a:gd name="connsiteX24" fmla="*/ 678729 w 1340526"/>
                  <a:gd name="connsiteY24" fmla="*/ 989475 h 1790912"/>
                  <a:gd name="connsiteX25" fmla="*/ 716272 w 1340526"/>
                  <a:gd name="connsiteY25" fmla="*/ 1235009 h 1790912"/>
                  <a:gd name="connsiteX26" fmla="*/ 515466 w 1340526"/>
                  <a:gd name="connsiteY26" fmla="*/ 1304859 h 1790912"/>
                  <a:gd name="connsiteX27" fmla="*/ 278813 w 1340526"/>
                  <a:gd name="connsiteY27" fmla="*/ 1192677 h 1790912"/>
                  <a:gd name="connsiteX28" fmla="*/ 172301 w 1340526"/>
                  <a:gd name="connsiteY28" fmla="*/ 1061443 h 1790912"/>
                  <a:gd name="connsiteX29" fmla="*/ 123526 w 1340526"/>
                  <a:gd name="connsiteY29" fmla="*/ 883644 h 1790912"/>
                  <a:gd name="connsiteX30" fmla="*/ 8588 w 1340526"/>
                  <a:gd name="connsiteY30" fmla="*/ 798977 h 1790912"/>
                  <a:gd name="connsiteX31" fmla="*/ 23043 w 1340526"/>
                  <a:gd name="connsiteY31" fmla="*/ 606359 h 1790912"/>
                  <a:gd name="connsiteX32" fmla="*/ 139967 w 1340526"/>
                  <a:gd name="connsiteY32" fmla="*/ 557677 h 1790912"/>
                  <a:gd name="connsiteX33" fmla="*/ 206167 w 1340526"/>
                  <a:gd name="connsiteY33" fmla="*/ 623293 h 1790912"/>
                  <a:gd name="connsiteX34" fmla="*/ 238463 w 1340526"/>
                  <a:gd name="connsiteY34" fmla="*/ 735477 h 1790912"/>
                  <a:gd name="connsiteX35" fmla="*/ 229996 w 1340526"/>
                  <a:gd name="connsiteY35" fmla="*/ 803210 h 1790912"/>
                  <a:gd name="connsiteX36" fmla="*/ 293682 w 1340526"/>
                  <a:gd name="connsiteY36" fmla="*/ 724894 h 1790912"/>
                  <a:gd name="connsiteX37" fmla="*/ 355306 w 1340526"/>
                  <a:gd name="connsiteY37" fmla="*/ 460309 h 1790912"/>
                  <a:gd name="connsiteX38" fmla="*/ 483996 w 1340526"/>
                  <a:gd name="connsiteY38" fmla="*/ 295210 h 1790912"/>
                  <a:gd name="connsiteX39" fmla="*/ 495272 w 1340526"/>
                  <a:gd name="connsiteY39" fmla="*/ 36977 h 1790912"/>
                  <a:gd name="connsiteX40" fmla="*/ 561021 w 1340526"/>
                  <a:gd name="connsiteY40" fmla="*/ 22160 h 1790912"/>
                  <a:gd name="connsiteX0" fmla="*/ 561021 w 1335425"/>
                  <a:gd name="connsiteY0" fmla="*/ 22160 h 1790912"/>
                  <a:gd name="connsiteX1" fmla="*/ 585223 w 1335425"/>
                  <a:gd name="connsiteY1" fmla="*/ 231710 h 1790912"/>
                  <a:gd name="connsiteX2" fmla="*/ 606949 w 1335425"/>
                  <a:gd name="connsiteY2" fmla="*/ 244409 h 1790912"/>
                  <a:gd name="connsiteX3" fmla="*/ 696521 w 1335425"/>
                  <a:gd name="connsiteY3" fmla="*/ 242292 h 1790912"/>
                  <a:gd name="connsiteX4" fmla="*/ 872185 w 1335425"/>
                  <a:gd name="connsiteY4" fmla="*/ 299442 h 1790912"/>
                  <a:gd name="connsiteX5" fmla="*/ 1011405 w 1335425"/>
                  <a:gd name="connsiteY5" fmla="*/ 498409 h 1790912"/>
                  <a:gd name="connsiteX6" fmla="*/ 1040106 w 1335425"/>
                  <a:gd name="connsiteY6" fmla="*/ 822259 h 1790912"/>
                  <a:gd name="connsiteX7" fmla="*/ 1040028 w 1335425"/>
                  <a:gd name="connsiteY7" fmla="*/ 1150343 h 1790912"/>
                  <a:gd name="connsiteX8" fmla="*/ 1044819 w 1335425"/>
                  <a:gd name="connsiteY8" fmla="*/ 1453027 h 1790912"/>
                  <a:gd name="connsiteX9" fmla="*/ 1148817 w 1335425"/>
                  <a:gd name="connsiteY9" fmla="*/ 1478428 h 1790912"/>
                  <a:gd name="connsiteX10" fmla="*/ 1312453 w 1335425"/>
                  <a:gd name="connsiteY10" fmla="*/ 1472076 h 1790912"/>
                  <a:gd name="connsiteX11" fmla="*/ 1313730 w 1335425"/>
                  <a:gd name="connsiteY11" fmla="*/ 1531343 h 1790912"/>
                  <a:gd name="connsiteX12" fmla="*/ 1046069 w 1335425"/>
                  <a:gd name="connsiteY12" fmla="*/ 1577910 h 1790912"/>
                  <a:gd name="connsiteX13" fmla="*/ 1066864 w 1335425"/>
                  <a:gd name="connsiteY13" fmla="*/ 1766294 h 1790912"/>
                  <a:gd name="connsiteX14" fmla="*/ 870105 w 1335425"/>
                  <a:gd name="connsiteY14" fmla="*/ 1766295 h 1790912"/>
                  <a:gd name="connsiteX15" fmla="*/ 900061 w 1335425"/>
                  <a:gd name="connsiteY15" fmla="*/ 1560979 h 1790912"/>
                  <a:gd name="connsiteX16" fmla="*/ 905680 w 1335425"/>
                  <a:gd name="connsiteY16" fmla="*/ 1226543 h 1790912"/>
                  <a:gd name="connsiteX17" fmla="*/ 904600 w 1335425"/>
                  <a:gd name="connsiteY17" fmla="*/ 887877 h 1790912"/>
                  <a:gd name="connsiteX18" fmla="*/ 867472 w 1335425"/>
                  <a:gd name="connsiteY18" fmla="*/ 540742 h 1790912"/>
                  <a:gd name="connsiteX19" fmla="*/ 759017 w 1335425"/>
                  <a:gd name="connsiteY19" fmla="*/ 403160 h 1790912"/>
                  <a:gd name="connsiteX20" fmla="*/ 571886 w 1335425"/>
                  <a:gd name="connsiteY20" fmla="*/ 413744 h 1790912"/>
                  <a:gd name="connsiteX21" fmla="*/ 464294 w 1335425"/>
                  <a:gd name="connsiteY21" fmla="*/ 547093 h 1790912"/>
                  <a:gd name="connsiteX22" fmla="*/ 452193 w 1335425"/>
                  <a:gd name="connsiteY22" fmla="*/ 739710 h 1790912"/>
                  <a:gd name="connsiteX23" fmla="*/ 543263 w 1335425"/>
                  <a:gd name="connsiteY23" fmla="*/ 820143 h 1790912"/>
                  <a:gd name="connsiteX24" fmla="*/ 678729 w 1335425"/>
                  <a:gd name="connsiteY24" fmla="*/ 989475 h 1790912"/>
                  <a:gd name="connsiteX25" fmla="*/ 716272 w 1335425"/>
                  <a:gd name="connsiteY25" fmla="*/ 1235009 h 1790912"/>
                  <a:gd name="connsiteX26" fmla="*/ 515466 w 1335425"/>
                  <a:gd name="connsiteY26" fmla="*/ 1304859 h 1790912"/>
                  <a:gd name="connsiteX27" fmla="*/ 278813 w 1335425"/>
                  <a:gd name="connsiteY27" fmla="*/ 1192677 h 1790912"/>
                  <a:gd name="connsiteX28" fmla="*/ 172301 w 1335425"/>
                  <a:gd name="connsiteY28" fmla="*/ 1061443 h 1790912"/>
                  <a:gd name="connsiteX29" fmla="*/ 123526 w 1335425"/>
                  <a:gd name="connsiteY29" fmla="*/ 883644 h 1790912"/>
                  <a:gd name="connsiteX30" fmla="*/ 8588 w 1335425"/>
                  <a:gd name="connsiteY30" fmla="*/ 798977 h 1790912"/>
                  <a:gd name="connsiteX31" fmla="*/ 23043 w 1335425"/>
                  <a:gd name="connsiteY31" fmla="*/ 606359 h 1790912"/>
                  <a:gd name="connsiteX32" fmla="*/ 139967 w 1335425"/>
                  <a:gd name="connsiteY32" fmla="*/ 557677 h 1790912"/>
                  <a:gd name="connsiteX33" fmla="*/ 206167 w 1335425"/>
                  <a:gd name="connsiteY33" fmla="*/ 623293 h 1790912"/>
                  <a:gd name="connsiteX34" fmla="*/ 238463 w 1335425"/>
                  <a:gd name="connsiteY34" fmla="*/ 735477 h 1790912"/>
                  <a:gd name="connsiteX35" fmla="*/ 229996 w 1335425"/>
                  <a:gd name="connsiteY35" fmla="*/ 803210 h 1790912"/>
                  <a:gd name="connsiteX36" fmla="*/ 293682 w 1335425"/>
                  <a:gd name="connsiteY36" fmla="*/ 724894 h 1790912"/>
                  <a:gd name="connsiteX37" fmla="*/ 355306 w 1335425"/>
                  <a:gd name="connsiteY37" fmla="*/ 460309 h 1790912"/>
                  <a:gd name="connsiteX38" fmla="*/ 483996 w 1335425"/>
                  <a:gd name="connsiteY38" fmla="*/ 295210 h 1790912"/>
                  <a:gd name="connsiteX39" fmla="*/ 495272 w 1335425"/>
                  <a:gd name="connsiteY39" fmla="*/ 36977 h 1790912"/>
                  <a:gd name="connsiteX40" fmla="*/ 561021 w 1335425"/>
                  <a:gd name="connsiteY40" fmla="*/ 22160 h 1790912"/>
                  <a:gd name="connsiteX0" fmla="*/ 561021 w 1348069"/>
                  <a:gd name="connsiteY0" fmla="*/ 22160 h 1790912"/>
                  <a:gd name="connsiteX1" fmla="*/ 585223 w 1348069"/>
                  <a:gd name="connsiteY1" fmla="*/ 231710 h 1790912"/>
                  <a:gd name="connsiteX2" fmla="*/ 606949 w 1348069"/>
                  <a:gd name="connsiteY2" fmla="*/ 244409 h 1790912"/>
                  <a:gd name="connsiteX3" fmla="*/ 696521 w 1348069"/>
                  <a:gd name="connsiteY3" fmla="*/ 242292 h 1790912"/>
                  <a:gd name="connsiteX4" fmla="*/ 872185 w 1348069"/>
                  <a:gd name="connsiteY4" fmla="*/ 299442 h 1790912"/>
                  <a:gd name="connsiteX5" fmla="*/ 1011405 w 1348069"/>
                  <a:gd name="connsiteY5" fmla="*/ 498409 h 1790912"/>
                  <a:gd name="connsiteX6" fmla="*/ 1040106 w 1348069"/>
                  <a:gd name="connsiteY6" fmla="*/ 822259 h 1790912"/>
                  <a:gd name="connsiteX7" fmla="*/ 1040028 w 1348069"/>
                  <a:gd name="connsiteY7" fmla="*/ 1150343 h 1790912"/>
                  <a:gd name="connsiteX8" fmla="*/ 1044819 w 1348069"/>
                  <a:gd name="connsiteY8" fmla="*/ 1453027 h 1790912"/>
                  <a:gd name="connsiteX9" fmla="*/ 1148817 w 1348069"/>
                  <a:gd name="connsiteY9" fmla="*/ 1478428 h 1790912"/>
                  <a:gd name="connsiteX10" fmla="*/ 1338226 w 1348069"/>
                  <a:gd name="connsiteY10" fmla="*/ 1491126 h 1790912"/>
                  <a:gd name="connsiteX11" fmla="*/ 1313730 w 1348069"/>
                  <a:gd name="connsiteY11" fmla="*/ 1531343 h 1790912"/>
                  <a:gd name="connsiteX12" fmla="*/ 1046069 w 1348069"/>
                  <a:gd name="connsiteY12" fmla="*/ 1577910 h 1790912"/>
                  <a:gd name="connsiteX13" fmla="*/ 1066864 w 1348069"/>
                  <a:gd name="connsiteY13" fmla="*/ 1766294 h 1790912"/>
                  <a:gd name="connsiteX14" fmla="*/ 870105 w 1348069"/>
                  <a:gd name="connsiteY14" fmla="*/ 1766295 h 1790912"/>
                  <a:gd name="connsiteX15" fmla="*/ 900061 w 1348069"/>
                  <a:gd name="connsiteY15" fmla="*/ 1560979 h 1790912"/>
                  <a:gd name="connsiteX16" fmla="*/ 905680 w 1348069"/>
                  <a:gd name="connsiteY16" fmla="*/ 1226543 h 1790912"/>
                  <a:gd name="connsiteX17" fmla="*/ 904600 w 1348069"/>
                  <a:gd name="connsiteY17" fmla="*/ 887877 h 1790912"/>
                  <a:gd name="connsiteX18" fmla="*/ 867472 w 1348069"/>
                  <a:gd name="connsiteY18" fmla="*/ 540742 h 1790912"/>
                  <a:gd name="connsiteX19" fmla="*/ 759017 w 1348069"/>
                  <a:gd name="connsiteY19" fmla="*/ 403160 h 1790912"/>
                  <a:gd name="connsiteX20" fmla="*/ 571886 w 1348069"/>
                  <a:gd name="connsiteY20" fmla="*/ 413744 h 1790912"/>
                  <a:gd name="connsiteX21" fmla="*/ 464294 w 1348069"/>
                  <a:gd name="connsiteY21" fmla="*/ 547093 h 1790912"/>
                  <a:gd name="connsiteX22" fmla="*/ 452193 w 1348069"/>
                  <a:gd name="connsiteY22" fmla="*/ 739710 h 1790912"/>
                  <a:gd name="connsiteX23" fmla="*/ 543263 w 1348069"/>
                  <a:gd name="connsiteY23" fmla="*/ 820143 h 1790912"/>
                  <a:gd name="connsiteX24" fmla="*/ 678729 w 1348069"/>
                  <a:gd name="connsiteY24" fmla="*/ 989475 h 1790912"/>
                  <a:gd name="connsiteX25" fmla="*/ 716272 w 1348069"/>
                  <a:gd name="connsiteY25" fmla="*/ 1235009 h 1790912"/>
                  <a:gd name="connsiteX26" fmla="*/ 515466 w 1348069"/>
                  <a:gd name="connsiteY26" fmla="*/ 1304859 h 1790912"/>
                  <a:gd name="connsiteX27" fmla="*/ 278813 w 1348069"/>
                  <a:gd name="connsiteY27" fmla="*/ 1192677 h 1790912"/>
                  <a:gd name="connsiteX28" fmla="*/ 172301 w 1348069"/>
                  <a:gd name="connsiteY28" fmla="*/ 1061443 h 1790912"/>
                  <a:gd name="connsiteX29" fmla="*/ 123526 w 1348069"/>
                  <a:gd name="connsiteY29" fmla="*/ 883644 h 1790912"/>
                  <a:gd name="connsiteX30" fmla="*/ 8588 w 1348069"/>
                  <a:gd name="connsiteY30" fmla="*/ 798977 h 1790912"/>
                  <a:gd name="connsiteX31" fmla="*/ 23043 w 1348069"/>
                  <a:gd name="connsiteY31" fmla="*/ 606359 h 1790912"/>
                  <a:gd name="connsiteX32" fmla="*/ 139967 w 1348069"/>
                  <a:gd name="connsiteY32" fmla="*/ 557677 h 1790912"/>
                  <a:gd name="connsiteX33" fmla="*/ 206167 w 1348069"/>
                  <a:gd name="connsiteY33" fmla="*/ 623293 h 1790912"/>
                  <a:gd name="connsiteX34" fmla="*/ 238463 w 1348069"/>
                  <a:gd name="connsiteY34" fmla="*/ 735477 h 1790912"/>
                  <a:gd name="connsiteX35" fmla="*/ 229996 w 1348069"/>
                  <a:gd name="connsiteY35" fmla="*/ 803210 h 1790912"/>
                  <a:gd name="connsiteX36" fmla="*/ 293682 w 1348069"/>
                  <a:gd name="connsiteY36" fmla="*/ 724894 h 1790912"/>
                  <a:gd name="connsiteX37" fmla="*/ 355306 w 1348069"/>
                  <a:gd name="connsiteY37" fmla="*/ 460309 h 1790912"/>
                  <a:gd name="connsiteX38" fmla="*/ 483996 w 1348069"/>
                  <a:gd name="connsiteY38" fmla="*/ 295210 h 1790912"/>
                  <a:gd name="connsiteX39" fmla="*/ 495272 w 1348069"/>
                  <a:gd name="connsiteY39" fmla="*/ 36977 h 1790912"/>
                  <a:gd name="connsiteX40" fmla="*/ 561021 w 1348069"/>
                  <a:gd name="connsiteY40" fmla="*/ 22160 h 1790912"/>
                  <a:gd name="connsiteX0" fmla="*/ 561021 w 1350619"/>
                  <a:gd name="connsiteY0" fmla="*/ 22160 h 1790912"/>
                  <a:gd name="connsiteX1" fmla="*/ 585223 w 1350619"/>
                  <a:gd name="connsiteY1" fmla="*/ 231710 h 1790912"/>
                  <a:gd name="connsiteX2" fmla="*/ 606949 w 1350619"/>
                  <a:gd name="connsiteY2" fmla="*/ 244409 h 1790912"/>
                  <a:gd name="connsiteX3" fmla="*/ 696521 w 1350619"/>
                  <a:gd name="connsiteY3" fmla="*/ 242292 h 1790912"/>
                  <a:gd name="connsiteX4" fmla="*/ 872185 w 1350619"/>
                  <a:gd name="connsiteY4" fmla="*/ 299442 h 1790912"/>
                  <a:gd name="connsiteX5" fmla="*/ 1011405 w 1350619"/>
                  <a:gd name="connsiteY5" fmla="*/ 498409 h 1790912"/>
                  <a:gd name="connsiteX6" fmla="*/ 1040106 w 1350619"/>
                  <a:gd name="connsiteY6" fmla="*/ 822259 h 1790912"/>
                  <a:gd name="connsiteX7" fmla="*/ 1040028 w 1350619"/>
                  <a:gd name="connsiteY7" fmla="*/ 1150343 h 1790912"/>
                  <a:gd name="connsiteX8" fmla="*/ 1044819 w 1350619"/>
                  <a:gd name="connsiteY8" fmla="*/ 1453027 h 1790912"/>
                  <a:gd name="connsiteX9" fmla="*/ 1148817 w 1350619"/>
                  <a:gd name="connsiteY9" fmla="*/ 1478428 h 1790912"/>
                  <a:gd name="connsiteX10" fmla="*/ 1338226 w 1350619"/>
                  <a:gd name="connsiteY10" fmla="*/ 1491126 h 1790912"/>
                  <a:gd name="connsiteX11" fmla="*/ 1300844 w 1350619"/>
                  <a:gd name="connsiteY11" fmla="*/ 1539810 h 1790912"/>
                  <a:gd name="connsiteX12" fmla="*/ 1046069 w 1350619"/>
                  <a:gd name="connsiteY12" fmla="*/ 1577910 h 1790912"/>
                  <a:gd name="connsiteX13" fmla="*/ 1066864 w 1350619"/>
                  <a:gd name="connsiteY13" fmla="*/ 1766294 h 1790912"/>
                  <a:gd name="connsiteX14" fmla="*/ 870105 w 1350619"/>
                  <a:gd name="connsiteY14" fmla="*/ 1766295 h 1790912"/>
                  <a:gd name="connsiteX15" fmla="*/ 900061 w 1350619"/>
                  <a:gd name="connsiteY15" fmla="*/ 1560979 h 1790912"/>
                  <a:gd name="connsiteX16" fmla="*/ 905680 w 1350619"/>
                  <a:gd name="connsiteY16" fmla="*/ 1226543 h 1790912"/>
                  <a:gd name="connsiteX17" fmla="*/ 904600 w 1350619"/>
                  <a:gd name="connsiteY17" fmla="*/ 887877 h 1790912"/>
                  <a:gd name="connsiteX18" fmla="*/ 867472 w 1350619"/>
                  <a:gd name="connsiteY18" fmla="*/ 540742 h 1790912"/>
                  <a:gd name="connsiteX19" fmla="*/ 759017 w 1350619"/>
                  <a:gd name="connsiteY19" fmla="*/ 403160 h 1790912"/>
                  <a:gd name="connsiteX20" fmla="*/ 571886 w 1350619"/>
                  <a:gd name="connsiteY20" fmla="*/ 413744 h 1790912"/>
                  <a:gd name="connsiteX21" fmla="*/ 464294 w 1350619"/>
                  <a:gd name="connsiteY21" fmla="*/ 547093 h 1790912"/>
                  <a:gd name="connsiteX22" fmla="*/ 452193 w 1350619"/>
                  <a:gd name="connsiteY22" fmla="*/ 739710 h 1790912"/>
                  <a:gd name="connsiteX23" fmla="*/ 543263 w 1350619"/>
                  <a:gd name="connsiteY23" fmla="*/ 820143 h 1790912"/>
                  <a:gd name="connsiteX24" fmla="*/ 678729 w 1350619"/>
                  <a:gd name="connsiteY24" fmla="*/ 989475 h 1790912"/>
                  <a:gd name="connsiteX25" fmla="*/ 716272 w 1350619"/>
                  <a:gd name="connsiteY25" fmla="*/ 1235009 h 1790912"/>
                  <a:gd name="connsiteX26" fmla="*/ 515466 w 1350619"/>
                  <a:gd name="connsiteY26" fmla="*/ 1304859 h 1790912"/>
                  <a:gd name="connsiteX27" fmla="*/ 278813 w 1350619"/>
                  <a:gd name="connsiteY27" fmla="*/ 1192677 h 1790912"/>
                  <a:gd name="connsiteX28" fmla="*/ 172301 w 1350619"/>
                  <a:gd name="connsiteY28" fmla="*/ 1061443 h 1790912"/>
                  <a:gd name="connsiteX29" fmla="*/ 123526 w 1350619"/>
                  <a:gd name="connsiteY29" fmla="*/ 883644 h 1790912"/>
                  <a:gd name="connsiteX30" fmla="*/ 8588 w 1350619"/>
                  <a:gd name="connsiteY30" fmla="*/ 798977 h 1790912"/>
                  <a:gd name="connsiteX31" fmla="*/ 23043 w 1350619"/>
                  <a:gd name="connsiteY31" fmla="*/ 606359 h 1790912"/>
                  <a:gd name="connsiteX32" fmla="*/ 139967 w 1350619"/>
                  <a:gd name="connsiteY32" fmla="*/ 557677 h 1790912"/>
                  <a:gd name="connsiteX33" fmla="*/ 206167 w 1350619"/>
                  <a:gd name="connsiteY33" fmla="*/ 623293 h 1790912"/>
                  <a:gd name="connsiteX34" fmla="*/ 238463 w 1350619"/>
                  <a:gd name="connsiteY34" fmla="*/ 735477 h 1790912"/>
                  <a:gd name="connsiteX35" fmla="*/ 229996 w 1350619"/>
                  <a:gd name="connsiteY35" fmla="*/ 803210 h 1790912"/>
                  <a:gd name="connsiteX36" fmla="*/ 293682 w 1350619"/>
                  <a:gd name="connsiteY36" fmla="*/ 724894 h 1790912"/>
                  <a:gd name="connsiteX37" fmla="*/ 355306 w 1350619"/>
                  <a:gd name="connsiteY37" fmla="*/ 460309 h 1790912"/>
                  <a:gd name="connsiteX38" fmla="*/ 483996 w 1350619"/>
                  <a:gd name="connsiteY38" fmla="*/ 295210 h 1790912"/>
                  <a:gd name="connsiteX39" fmla="*/ 495272 w 1350619"/>
                  <a:gd name="connsiteY39" fmla="*/ 36977 h 1790912"/>
                  <a:gd name="connsiteX40" fmla="*/ 561021 w 1350619"/>
                  <a:gd name="connsiteY40" fmla="*/ 22160 h 1790912"/>
                  <a:gd name="connsiteX0" fmla="*/ 561021 w 1350738"/>
                  <a:gd name="connsiteY0" fmla="*/ 22160 h 1790912"/>
                  <a:gd name="connsiteX1" fmla="*/ 585223 w 1350738"/>
                  <a:gd name="connsiteY1" fmla="*/ 231710 h 1790912"/>
                  <a:gd name="connsiteX2" fmla="*/ 606949 w 1350738"/>
                  <a:gd name="connsiteY2" fmla="*/ 244409 h 1790912"/>
                  <a:gd name="connsiteX3" fmla="*/ 696521 w 1350738"/>
                  <a:gd name="connsiteY3" fmla="*/ 242292 h 1790912"/>
                  <a:gd name="connsiteX4" fmla="*/ 872185 w 1350738"/>
                  <a:gd name="connsiteY4" fmla="*/ 299442 h 1790912"/>
                  <a:gd name="connsiteX5" fmla="*/ 1011405 w 1350738"/>
                  <a:gd name="connsiteY5" fmla="*/ 498409 h 1790912"/>
                  <a:gd name="connsiteX6" fmla="*/ 1040106 w 1350738"/>
                  <a:gd name="connsiteY6" fmla="*/ 822259 h 1790912"/>
                  <a:gd name="connsiteX7" fmla="*/ 1040028 w 1350738"/>
                  <a:gd name="connsiteY7" fmla="*/ 1150343 h 1790912"/>
                  <a:gd name="connsiteX8" fmla="*/ 1044819 w 1350738"/>
                  <a:gd name="connsiteY8" fmla="*/ 1453027 h 1790912"/>
                  <a:gd name="connsiteX9" fmla="*/ 1147206 w 1350738"/>
                  <a:gd name="connsiteY9" fmla="*/ 1491128 h 1790912"/>
                  <a:gd name="connsiteX10" fmla="*/ 1338226 w 1350738"/>
                  <a:gd name="connsiteY10" fmla="*/ 1491126 h 1790912"/>
                  <a:gd name="connsiteX11" fmla="*/ 1300844 w 1350738"/>
                  <a:gd name="connsiteY11" fmla="*/ 1539810 h 1790912"/>
                  <a:gd name="connsiteX12" fmla="*/ 1046069 w 1350738"/>
                  <a:gd name="connsiteY12" fmla="*/ 1577910 h 1790912"/>
                  <a:gd name="connsiteX13" fmla="*/ 1066864 w 1350738"/>
                  <a:gd name="connsiteY13" fmla="*/ 1766294 h 1790912"/>
                  <a:gd name="connsiteX14" fmla="*/ 870105 w 1350738"/>
                  <a:gd name="connsiteY14" fmla="*/ 1766295 h 1790912"/>
                  <a:gd name="connsiteX15" fmla="*/ 900061 w 1350738"/>
                  <a:gd name="connsiteY15" fmla="*/ 1560979 h 1790912"/>
                  <a:gd name="connsiteX16" fmla="*/ 905680 w 1350738"/>
                  <a:gd name="connsiteY16" fmla="*/ 1226543 h 1790912"/>
                  <a:gd name="connsiteX17" fmla="*/ 904600 w 1350738"/>
                  <a:gd name="connsiteY17" fmla="*/ 887877 h 1790912"/>
                  <a:gd name="connsiteX18" fmla="*/ 867472 w 1350738"/>
                  <a:gd name="connsiteY18" fmla="*/ 540742 h 1790912"/>
                  <a:gd name="connsiteX19" fmla="*/ 759017 w 1350738"/>
                  <a:gd name="connsiteY19" fmla="*/ 403160 h 1790912"/>
                  <a:gd name="connsiteX20" fmla="*/ 571886 w 1350738"/>
                  <a:gd name="connsiteY20" fmla="*/ 413744 h 1790912"/>
                  <a:gd name="connsiteX21" fmla="*/ 464294 w 1350738"/>
                  <a:gd name="connsiteY21" fmla="*/ 547093 h 1790912"/>
                  <a:gd name="connsiteX22" fmla="*/ 452193 w 1350738"/>
                  <a:gd name="connsiteY22" fmla="*/ 739710 h 1790912"/>
                  <a:gd name="connsiteX23" fmla="*/ 543263 w 1350738"/>
                  <a:gd name="connsiteY23" fmla="*/ 820143 h 1790912"/>
                  <a:gd name="connsiteX24" fmla="*/ 678729 w 1350738"/>
                  <a:gd name="connsiteY24" fmla="*/ 989475 h 1790912"/>
                  <a:gd name="connsiteX25" fmla="*/ 716272 w 1350738"/>
                  <a:gd name="connsiteY25" fmla="*/ 1235009 h 1790912"/>
                  <a:gd name="connsiteX26" fmla="*/ 515466 w 1350738"/>
                  <a:gd name="connsiteY26" fmla="*/ 1304859 h 1790912"/>
                  <a:gd name="connsiteX27" fmla="*/ 278813 w 1350738"/>
                  <a:gd name="connsiteY27" fmla="*/ 1192677 h 1790912"/>
                  <a:gd name="connsiteX28" fmla="*/ 172301 w 1350738"/>
                  <a:gd name="connsiteY28" fmla="*/ 1061443 h 1790912"/>
                  <a:gd name="connsiteX29" fmla="*/ 123526 w 1350738"/>
                  <a:gd name="connsiteY29" fmla="*/ 883644 h 1790912"/>
                  <a:gd name="connsiteX30" fmla="*/ 8588 w 1350738"/>
                  <a:gd name="connsiteY30" fmla="*/ 798977 h 1790912"/>
                  <a:gd name="connsiteX31" fmla="*/ 23043 w 1350738"/>
                  <a:gd name="connsiteY31" fmla="*/ 606359 h 1790912"/>
                  <a:gd name="connsiteX32" fmla="*/ 139967 w 1350738"/>
                  <a:gd name="connsiteY32" fmla="*/ 557677 h 1790912"/>
                  <a:gd name="connsiteX33" fmla="*/ 206167 w 1350738"/>
                  <a:gd name="connsiteY33" fmla="*/ 623293 h 1790912"/>
                  <a:gd name="connsiteX34" fmla="*/ 238463 w 1350738"/>
                  <a:gd name="connsiteY34" fmla="*/ 735477 h 1790912"/>
                  <a:gd name="connsiteX35" fmla="*/ 229996 w 1350738"/>
                  <a:gd name="connsiteY35" fmla="*/ 803210 h 1790912"/>
                  <a:gd name="connsiteX36" fmla="*/ 293682 w 1350738"/>
                  <a:gd name="connsiteY36" fmla="*/ 724894 h 1790912"/>
                  <a:gd name="connsiteX37" fmla="*/ 355306 w 1350738"/>
                  <a:gd name="connsiteY37" fmla="*/ 460309 h 1790912"/>
                  <a:gd name="connsiteX38" fmla="*/ 483996 w 1350738"/>
                  <a:gd name="connsiteY38" fmla="*/ 295210 h 1790912"/>
                  <a:gd name="connsiteX39" fmla="*/ 495272 w 1350738"/>
                  <a:gd name="connsiteY39" fmla="*/ 36977 h 1790912"/>
                  <a:gd name="connsiteX40" fmla="*/ 561021 w 1350738"/>
                  <a:gd name="connsiteY40" fmla="*/ 22160 h 1790912"/>
                  <a:gd name="connsiteX0" fmla="*/ 561021 w 1350738"/>
                  <a:gd name="connsiteY0" fmla="*/ 22160 h 1793317"/>
                  <a:gd name="connsiteX1" fmla="*/ 585223 w 1350738"/>
                  <a:gd name="connsiteY1" fmla="*/ 231710 h 1793317"/>
                  <a:gd name="connsiteX2" fmla="*/ 606949 w 1350738"/>
                  <a:gd name="connsiteY2" fmla="*/ 244409 h 1793317"/>
                  <a:gd name="connsiteX3" fmla="*/ 696521 w 1350738"/>
                  <a:gd name="connsiteY3" fmla="*/ 242292 h 1793317"/>
                  <a:gd name="connsiteX4" fmla="*/ 872185 w 1350738"/>
                  <a:gd name="connsiteY4" fmla="*/ 299442 h 1793317"/>
                  <a:gd name="connsiteX5" fmla="*/ 1011405 w 1350738"/>
                  <a:gd name="connsiteY5" fmla="*/ 498409 h 1793317"/>
                  <a:gd name="connsiteX6" fmla="*/ 1040106 w 1350738"/>
                  <a:gd name="connsiteY6" fmla="*/ 822259 h 1793317"/>
                  <a:gd name="connsiteX7" fmla="*/ 1040028 w 1350738"/>
                  <a:gd name="connsiteY7" fmla="*/ 1150343 h 1793317"/>
                  <a:gd name="connsiteX8" fmla="*/ 1044819 w 1350738"/>
                  <a:gd name="connsiteY8" fmla="*/ 1453027 h 1793317"/>
                  <a:gd name="connsiteX9" fmla="*/ 1147206 w 1350738"/>
                  <a:gd name="connsiteY9" fmla="*/ 1491128 h 1793317"/>
                  <a:gd name="connsiteX10" fmla="*/ 1338226 w 1350738"/>
                  <a:gd name="connsiteY10" fmla="*/ 1491126 h 1793317"/>
                  <a:gd name="connsiteX11" fmla="*/ 1300844 w 1350738"/>
                  <a:gd name="connsiteY11" fmla="*/ 1539810 h 1793317"/>
                  <a:gd name="connsiteX12" fmla="*/ 1046069 w 1350738"/>
                  <a:gd name="connsiteY12" fmla="*/ 1577910 h 1793317"/>
                  <a:gd name="connsiteX13" fmla="*/ 1033037 w 1350738"/>
                  <a:gd name="connsiteY13" fmla="*/ 1770528 h 1793317"/>
                  <a:gd name="connsiteX14" fmla="*/ 870105 w 1350738"/>
                  <a:gd name="connsiteY14" fmla="*/ 1766295 h 1793317"/>
                  <a:gd name="connsiteX15" fmla="*/ 900061 w 1350738"/>
                  <a:gd name="connsiteY15" fmla="*/ 1560979 h 1793317"/>
                  <a:gd name="connsiteX16" fmla="*/ 905680 w 1350738"/>
                  <a:gd name="connsiteY16" fmla="*/ 1226543 h 1793317"/>
                  <a:gd name="connsiteX17" fmla="*/ 904600 w 1350738"/>
                  <a:gd name="connsiteY17" fmla="*/ 887877 h 1793317"/>
                  <a:gd name="connsiteX18" fmla="*/ 867472 w 1350738"/>
                  <a:gd name="connsiteY18" fmla="*/ 540742 h 1793317"/>
                  <a:gd name="connsiteX19" fmla="*/ 759017 w 1350738"/>
                  <a:gd name="connsiteY19" fmla="*/ 403160 h 1793317"/>
                  <a:gd name="connsiteX20" fmla="*/ 571886 w 1350738"/>
                  <a:gd name="connsiteY20" fmla="*/ 413744 h 1793317"/>
                  <a:gd name="connsiteX21" fmla="*/ 464294 w 1350738"/>
                  <a:gd name="connsiteY21" fmla="*/ 547093 h 1793317"/>
                  <a:gd name="connsiteX22" fmla="*/ 452193 w 1350738"/>
                  <a:gd name="connsiteY22" fmla="*/ 739710 h 1793317"/>
                  <a:gd name="connsiteX23" fmla="*/ 543263 w 1350738"/>
                  <a:gd name="connsiteY23" fmla="*/ 820143 h 1793317"/>
                  <a:gd name="connsiteX24" fmla="*/ 678729 w 1350738"/>
                  <a:gd name="connsiteY24" fmla="*/ 989475 h 1793317"/>
                  <a:gd name="connsiteX25" fmla="*/ 716272 w 1350738"/>
                  <a:gd name="connsiteY25" fmla="*/ 1235009 h 1793317"/>
                  <a:gd name="connsiteX26" fmla="*/ 515466 w 1350738"/>
                  <a:gd name="connsiteY26" fmla="*/ 1304859 h 1793317"/>
                  <a:gd name="connsiteX27" fmla="*/ 278813 w 1350738"/>
                  <a:gd name="connsiteY27" fmla="*/ 1192677 h 1793317"/>
                  <a:gd name="connsiteX28" fmla="*/ 172301 w 1350738"/>
                  <a:gd name="connsiteY28" fmla="*/ 1061443 h 1793317"/>
                  <a:gd name="connsiteX29" fmla="*/ 123526 w 1350738"/>
                  <a:gd name="connsiteY29" fmla="*/ 883644 h 1793317"/>
                  <a:gd name="connsiteX30" fmla="*/ 8588 w 1350738"/>
                  <a:gd name="connsiteY30" fmla="*/ 798977 h 1793317"/>
                  <a:gd name="connsiteX31" fmla="*/ 23043 w 1350738"/>
                  <a:gd name="connsiteY31" fmla="*/ 606359 h 1793317"/>
                  <a:gd name="connsiteX32" fmla="*/ 139967 w 1350738"/>
                  <a:gd name="connsiteY32" fmla="*/ 557677 h 1793317"/>
                  <a:gd name="connsiteX33" fmla="*/ 206167 w 1350738"/>
                  <a:gd name="connsiteY33" fmla="*/ 623293 h 1793317"/>
                  <a:gd name="connsiteX34" fmla="*/ 238463 w 1350738"/>
                  <a:gd name="connsiteY34" fmla="*/ 735477 h 1793317"/>
                  <a:gd name="connsiteX35" fmla="*/ 229996 w 1350738"/>
                  <a:gd name="connsiteY35" fmla="*/ 803210 h 1793317"/>
                  <a:gd name="connsiteX36" fmla="*/ 293682 w 1350738"/>
                  <a:gd name="connsiteY36" fmla="*/ 724894 h 1793317"/>
                  <a:gd name="connsiteX37" fmla="*/ 355306 w 1350738"/>
                  <a:gd name="connsiteY37" fmla="*/ 460309 h 1793317"/>
                  <a:gd name="connsiteX38" fmla="*/ 483996 w 1350738"/>
                  <a:gd name="connsiteY38" fmla="*/ 295210 h 1793317"/>
                  <a:gd name="connsiteX39" fmla="*/ 495272 w 1350738"/>
                  <a:gd name="connsiteY39" fmla="*/ 36977 h 1793317"/>
                  <a:gd name="connsiteX40" fmla="*/ 561021 w 1350738"/>
                  <a:gd name="connsiteY40" fmla="*/ 22160 h 1793317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9685"/>
                  <a:gd name="connsiteX1" fmla="*/ 585223 w 1350738"/>
                  <a:gd name="connsiteY1" fmla="*/ 231710 h 1799685"/>
                  <a:gd name="connsiteX2" fmla="*/ 606949 w 1350738"/>
                  <a:gd name="connsiteY2" fmla="*/ 244409 h 1799685"/>
                  <a:gd name="connsiteX3" fmla="*/ 696521 w 1350738"/>
                  <a:gd name="connsiteY3" fmla="*/ 242292 h 1799685"/>
                  <a:gd name="connsiteX4" fmla="*/ 872185 w 1350738"/>
                  <a:gd name="connsiteY4" fmla="*/ 299442 h 1799685"/>
                  <a:gd name="connsiteX5" fmla="*/ 1011405 w 1350738"/>
                  <a:gd name="connsiteY5" fmla="*/ 498409 h 1799685"/>
                  <a:gd name="connsiteX6" fmla="*/ 1040106 w 1350738"/>
                  <a:gd name="connsiteY6" fmla="*/ 822259 h 1799685"/>
                  <a:gd name="connsiteX7" fmla="*/ 1040028 w 1350738"/>
                  <a:gd name="connsiteY7" fmla="*/ 1150343 h 1799685"/>
                  <a:gd name="connsiteX8" fmla="*/ 1044819 w 1350738"/>
                  <a:gd name="connsiteY8" fmla="*/ 1453027 h 1799685"/>
                  <a:gd name="connsiteX9" fmla="*/ 1147206 w 1350738"/>
                  <a:gd name="connsiteY9" fmla="*/ 1491128 h 1799685"/>
                  <a:gd name="connsiteX10" fmla="*/ 1338226 w 1350738"/>
                  <a:gd name="connsiteY10" fmla="*/ 1491126 h 1799685"/>
                  <a:gd name="connsiteX11" fmla="*/ 1300844 w 1350738"/>
                  <a:gd name="connsiteY11" fmla="*/ 1539810 h 1799685"/>
                  <a:gd name="connsiteX12" fmla="*/ 1046069 w 1350738"/>
                  <a:gd name="connsiteY12" fmla="*/ 1577910 h 1799685"/>
                  <a:gd name="connsiteX13" fmla="*/ 1033037 w 1350738"/>
                  <a:gd name="connsiteY13" fmla="*/ 1770528 h 1799685"/>
                  <a:gd name="connsiteX14" fmla="*/ 895878 w 1350738"/>
                  <a:gd name="connsiteY14" fmla="*/ 1774762 h 1799685"/>
                  <a:gd name="connsiteX15" fmla="*/ 900061 w 1350738"/>
                  <a:gd name="connsiteY15" fmla="*/ 1560979 h 1799685"/>
                  <a:gd name="connsiteX16" fmla="*/ 905680 w 1350738"/>
                  <a:gd name="connsiteY16" fmla="*/ 1226543 h 1799685"/>
                  <a:gd name="connsiteX17" fmla="*/ 904600 w 1350738"/>
                  <a:gd name="connsiteY17" fmla="*/ 887877 h 1799685"/>
                  <a:gd name="connsiteX18" fmla="*/ 867472 w 1350738"/>
                  <a:gd name="connsiteY18" fmla="*/ 540742 h 1799685"/>
                  <a:gd name="connsiteX19" fmla="*/ 759017 w 1350738"/>
                  <a:gd name="connsiteY19" fmla="*/ 403160 h 1799685"/>
                  <a:gd name="connsiteX20" fmla="*/ 571886 w 1350738"/>
                  <a:gd name="connsiteY20" fmla="*/ 413744 h 1799685"/>
                  <a:gd name="connsiteX21" fmla="*/ 464294 w 1350738"/>
                  <a:gd name="connsiteY21" fmla="*/ 547093 h 1799685"/>
                  <a:gd name="connsiteX22" fmla="*/ 452193 w 1350738"/>
                  <a:gd name="connsiteY22" fmla="*/ 739710 h 1799685"/>
                  <a:gd name="connsiteX23" fmla="*/ 543263 w 1350738"/>
                  <a:gd name="connsiteY23" fmla="*/ 820143 h 1799685"/>
                  <a:gd name="connsiteX24" fmla="*/ 678729 w 1350738"/>
                  <a:gd name="connsiteY24" fmla="*/ 989475 h 1799685"/>
                  <a:gd name="connsiteX25" fmla="*/ 716272 w 1350738"/>
                  <a:gd name="connsiteY25" fmla="*/ 1235009 h 1799685"/>
                  <a:gd name="connsiteX26" fmla="*/ 515466 w 1350738"/>
                  <a:gd name="connsiteY26" fmla="*/ 1304859 h 1799685"/>
                  <a:gd name="connsiteX27" fmla="*/ 278813 w 1350738"/>
                  <a:gd name="connsiteY27" fmla="*/ 1192677 h 1799685"/>
                  <a:gd name="connsiteX28" fmla="*/ 172301 w 1350738"/>
                  <a:gd name="connsiteY28" fmla="*/ 1061443 h 1799685"/>
                  <a:gd name="connsiteX29" fmla="*/ 123526 w 1350738"/>
                  <a:gd name="connsiteY29" fmla="*/ 883644 h 1799685"/>
                  <a:gd name="connsiteX30" fmla="*/ 8588 w 1350738"/>
                  <a:gd name="connsiteY30" fmla="*/ 798977 h 1799685"/>
                  <a:gd name="connsiteX31" fmla="*/ 23043 w 1350738"/>
                  <a:gd name="connsiteY31" fmla="*/ 606359 h 1799685"/>
                  <a:gd name="connsiteX32" fmla="*/ 139967 w 1350738"/>
                  <a:gd name="connsiteY32" fmla="*/ 557677 h 1799685"/>
                  <a:gd name="connsiteX33" fmla="*/ 206167 w 1350738"/>
                  <a:gd name="connsiteY33" fmla="*/ 623293 h 1799685"/>
                  <a:gd name="connsiteX34" fmla="*/ 238463 w 1350738"/>
                  <a:gd name="connsiteY34" fmla="*/ 735477 h 1799685"/>
                  <a:gd name="connsiteX35" fmla="*/ 229996 w 1350738"/>
                  <a:gd name="connsiteY35" fmla="*/ 803210 h 1799685"/>
                  <a:gd name="connsiteX36" fmla="*/ 293682 w 1350738"/>
                  <a:gd name="connsiteY36" fmla="*/ 724894 h 1799685"/>
                  <a:gd name="connsiteX37" fmla="*/ 355306 w 1350738"/>
                  <a:gd name="connsiteY37" fmla="*/ 460309 h 1799685"/>
                  <a:gd name="connsiteX38" fmla="*/ 483996 w 1350738"/>
                  <a:gd name="connsiteY38" fmla="*/ 295210 h 1799685"/>
                  <a:gd name="connsiteX39" fmla="*/ 495272 w 1350738"/>
                  <a:gd name="connsiteY39" fmla="*/ 36977 h 1799685"/>
                  <a:gd name="connsiteX40" fmla="*/ 561021 w 1350738"/>
                  <a:gd name="connsiteY40" fmla="*/ 22160 h 1799685"/>
                  <a:gd name="connsiteX0" fmla="*/ 561021 w 1350738"/>
                  <a:gd name="connsiteY0" fmla="*/ 22160 h 1794778"/>
                  <a:gd name="connsiteX1" fmla="*/ 585223 w 1350738"/>
                  <a:gd name="connsiteY1" fmla="*/ 231710 h 1794778"/>
                  <a:gd name="connsiteX2" fmla="*/ 606949 w 1350738"/>
                  <a:gd name="connsiteY2" fmla="*/ 244409 h 1794778"/>
                  <a:gd name="connsiteX3" fmla="*/ 696521 w 1350738"/>
                  <a:gd name="connsiteY3" fmla="*/ 242292 h 1794778"/>
                  <a:gd name="connsiteX4" fmla="*/ 872185 w 1350738"/>
                  <a:gd name="connsiteY4" fmla="*/ 299442 h 1794778"/>
                  <a:gd name="connsiteX5" fmla="*/ 1011405 w 1350738"/>
                  <a:gd name="connsiteY5" fmla="*/ 498409 h 1794778"/>
                  <a:gd name="connsiteX6" fmla="*/ 1040106 w 1350738"/>
                  <a:gd name="connsiteY6" fmla="*/ 822259 h 1794778"/>
                  <a:gd name="connsiteX7" fmla="*/ 1040028 w 1350738"/>
                  <a:gd name="connsiteY7" fmla="*/ 1150343 h 1794778"/>
                  <a:gd name="connsiteX8" fmla="*/ 1044819 w 1350738"/>
                  <a:gd name="connsiteY8" fmla="*/ 1453027 h 1794778"/>
                  <a:gd name="connsiteX9" fmla="*/ 1147206 w 1350738"/>
                  <a:gd name="connsiteY9" fmla="*/ 1491128 h 1794778"/>
                  <a:gd name="connsiteX10" fmla="*/ 1338226 w 1350738"/>
                  <a:gd name="connsiteY10" fmla="*/ 1491126 h 1794778"/>
                  <a:gd name="connsiteX11" fmla="*/ 1300844 w 1350738"/>
                  <a:gd name="connsiteY11" fmla="*/ 1539810 h 1794778"/>
                  <a:gd name="connsiteX12" fmla="*/ 1046069 w 1350738"/>
                  <a:gd name="connsiteY12" fmla="*/ 1577910 h 1794778"/>
                  <a:gd name="connsiteX13" fmla="*/ 1033037 w 1350738"/>
                  <a:gd name="connsiteY13" fmla="*/ 1770528 h 1794778"/>
                  <a:gd name="connsiteX14" fmla="*/ 895878 w 1350738"/>
                  <a:gd name="connsiteY14" fmla="*/ 1774762 h 1794778"/>
                  <a:gd name="connsiteX15" fmla="*/ 900061 w 1350738"/>
                  <a:gd name="connsiteY15" fmla="*/ 1560979 h 1794778"/>
                  <a:gd name="connsiteX16" fmla="*/ 905680 w 1350738"/>
                  <a:gd name="connsiteY16" fmla="*/ 1226543 h 1794778"/>
                  <a:gd name="connsiteX17" fmla="*/ 904600 w 1350738"/>
                  <a:gd name="connsiteY17" fmla="*/ 887877 h 1794778"/>
                  <a:gd name="connsiteX18" fmla="*/ 867472 w 1350738"/>
                  <a:gd name="connsiteY18" fmla="*/ 540742 h 1794778"/>
                  <a:gd name="connsiteX19" fmla="*/ 759017 w 1350738"/>
                  <a:gd name="connsiteY19" fmla="*/ 403160 h 1794778"/>
                  <a:gd name="connsiteX20" fmla="*/ 571886 w 1350738"/>
                  <a:gd name="connsiteY20" fmla="*/ 413744 h 1794778"/>
                  <a:gd name="connsiteX21" fmla="*/ 464294 w 1350738"/>
                  <a:gd name="connsiteY21" fmla="*/ 547093 h 1794778"/>
                  <a:gd name="connsiteX22" fmla="*/ 452193 w 1350738"/>
                  <a:gd name="connsiteY22" fmla="*/ 739710 h 1794778"/>
                  <a:gd name="connsiteX23" fmla="*/ 543263 w 1350738"/>
                  <a:gd name="connsiteY23" fmla="*/ 820143 h 1794778"/>
                  <a:gd name="connsiteX24" fmla="*/ 678729 w 1350738"/>
                  <a:gd name="connsiteY24" fmla="*/ 989475 h 1794778"/>
                  <a:gd name="connsiteX25" fmla="*/ 716272 w 1350738"/>
                  <a:gd name="connsiteY25" fmla="*/ 1235009 h 1794778"/>
                  <a:gd name="connsiteX26" fmla="*/ 515466 w 1350738"/>
                  <a:gd name="connsiteY26" fmla="*/ 1304859 h 1794778"/>
                  <a:gd name="connsiteX27" fmla="*/ 278813 w 1350738"/>
                  <a:gd name="connsiteY27" fmla="*/ 1192677 h 1794778"/>
                  <a:gd name="connsiteX28" fmla="*/ 172301 w 1350738"/>
                  <a:gd name="connsiteY28" fmla="*/ 1061443 h 1794778"/>
                  <a:gd name="connsiteX29" fmla="*/ 123526 w 1350738"/>
                  <a:gd name="connsiteY29" fmla="*/ 883644 h 1794778"/>
                  <a:gd name="connsiteX30" fmla="*/ 8588 w 1350738"/>
                  <a:gd name="connsiteY30" fmla="*/ 798977 h 1794778"/>
                  <a:gd name="connsiteX31" fmla="*/ 23043 w 1350738"/>
                  <a:gd name="connsiteY31" fmla="*/ 606359 h 1794778"/>
                  <a:gd name="connsiteX32" fmla="*/ 139967 w 1350738"/>
                  <a:gd name="connsiteY32" fmla="*/ 557677 h 1794778"/>
                  <a:gd name="connsiteX33" fmla="*/ 206167 w 1350738"/>
                  <a:gd name="connsiteY33" fmla="*/ 623293 h 1794778"/>
                  <a:gd name="connsiteX34" fmla="*/ 238463 w 1350738"/>
                  <a:gd name="connsiteY34" fmla="*/ 735477 h 1794778"/>
                  <a:gd name="connsiteX35" fmla="*/ 229996 w 1350738"/>
                  <a:gd name="connsiteY35" fmla="*/ 803210 h 1794778"/>
                  <a:gd name="connsiteX36" fmla="*/ 293682 w 1350738"/>
                  <a:gd name="connsiteY36" fmla="*/ 724894 h 1794778"/>
                  <a:gd name="connsiteX37" fmla="*/ 355306 w 1350738"/>
                  <a:gd name="connsiteY37" fmla="*/ 460309 h 1794778"/>
                  <a:gd name="connsiteX38" fmla="*/ 483996 w 1350738"/>
                  <a:gd name="connsiteY38" fmla="*/ 295210 h 1794778"/>
                  <a:gd name="connsiteX39" fmla="*/ 495272 w 1350738"/>
                  <a:gd name="connsiteY39" fmla="*/ 36977 h 1794778"/>
                  <a:gd name="connsiteX40" fmla="*/ 561021 w 1350738"/>
                  <a:gd name="connsiteY40" fmla="*/ 22160 h 1794778"/>
                  <a:gd name="connsiteX0" fmla="*/ 561021 w 1350738"/>
                  <a:gd name="connsiteY0" fmla="*/ 22160 h 1800880"/>
                  <a:gd name="connsiteX1" fmla="*/ 585223 w 1350738"/>
                  <a:gd name="connsiteY1" fmla="*/ 231710 h 1800880"/>
                  <a:gd name="connsiteX2" fmla="*/ 606949 w 1350738"/>
                  <a:gd name="connsiteY2" fmla="*/ 244409 h 1800880"/>
                  <a:gd name="connsiteX3" fmla="*/ 696521 w 1350738"/>
                  <a:gd name="connsiteY3" fmla="*/ 242292 h 1800880"/>
                  <a:gd name="connsiteX4" fmla="*/ 872185 w 1350738"/>
                  <a:gd name="connsiteY4" fmla="*/ 299442 h 1800880"/>
                  <a:gd name="connsiteX5" fmla="*/ 1011405 w 1350738"/>
                  <a:gd name="connsiteY5" fmla="*/ 498409 h 1800880"/>
                  <a:gd name="connsiteX6" fmla="*/ 1040106 w 1350738"/>
                  <a:gd name="connsiteY6" fmla="*/ 822259 h 1800880"/>
                  <a:gd name="connsiteX7" fmla="*/ 1040028 w 1350738"/>
                  <a:gd name="connsiteY7" fmla="*/ 1150343 h 1800880"/>
                  <a:gd name="connsiteX8" fmla="*/ 1044819 w 1350738"/>
                  <a:gd name="connsiteY8" fmla="*/ 1453027 h 1800880"/>
                  <a:gd name="connsiteX9" fmla="*/ 1147206 w 1350738"/>
                  <a:gd name="connsiteY9" fmla="*/ 1491128 h 1800880"/>
                  <a:gd name="connsiteX10" fmla="*/ 1338226 w 1350738"/>
                  <a:gd name="connsiteY10" fmla="*/ 1491126 h 1800880"/>
                  <a:gd name="connsiteX11" fmla="*/ 1300844 w 1350738"/>
                  <a:gd name="connsiteY11" fmla="*/ 1539810 h 1800880"/>
                  <a:gd name="connsiteX12" fmla="*/ 1046069 w 1350738"/>
                  <a:gd name="connsiteY12" fmla="*/ 1577910 h 1800880"/>
                  <a:gd name="connsiteX13" fmla="*/ 1033037 w 1350738"/>
                  <a:gd name="connsiteY13" fmla="*/ 1770528 h 1800880"/>
                  <a:gd name="connsiteX14" fmla="*/ 910375 w 1350738"/>
                  <a:gd name="connsiteY14" fmla="*/ 1778995 h 1800880"/>
                  <a:gd name="connsiteX15" fmla="*/ 900061 w 1350738"/>
                  <a:gd name="connsiteY15" fmla="*/ 1560979 h 1800880"/>
                  <a:gd name="connsiteX16" fmla="*/ 905680 w 1350738"/>
                  <a:gd name="connsiteY16" fmla="*/ 1226543 h 1800880"/>
                  <a:gd name="connsiteX17" fmla="*/ 904600 w 1350738"/>
                  <a:gd name="connsiteY17" fmla="*/ 887877 h 1800880"/>
                  <a:gd name="connsiteX18" fmla="*/ 867472 w 1350738"/>
                  <a:gd name="connsiteY18" fmla="*/ 540742 h 1800880"/>
                  <a:gd name="connsiteX19" fmla="*/ 759017 w 1350738"/>
                  <a:gd name="connsiteY19" fmla="*/ 403160 h 1800880"/>
                  <a:gd name="connsiteX20" fmla="*/ 571886 w 1350738"/>
                  <a:gd name="connsiteY20" fmla="*/ 413744 h 1800880"/>
                  <a:gd name="connsiteX21" fmla="*/ 464294 w 1350738"/>
                  <a:gd name="connsiteY21" fmla="*/ 547093 h 1800880"/>
                  <a:gd name="connsiteX22" fmla="*/ 452193 w 1350738"/>
                  <a:gd name="connsiteY22" fmla="*/ 739710 h 1800880"/>
                  <a:gd name="connsiteX23" fmla="*/ 543263 w 1350738"/>
                  <a:gd name="connsiteY23" fmla="*/ 820143 h 1800880"/>
                  <a:gd name="connsiteX24" fmla="*/ 678729 w 1350738"/>
                  <a:gd name="connsiteY24" fmla="*/ 989475 h 1800880"/>
                  <a:gd name="connsiteX25" fmla="*/ 716272 w 1350738"/>
                  <a:gd name="connsiteY25" fmla="*/ 1235009 h 1800880"/>
                  <a:gd name="connsiteX26" fmla="*/ 515466 w 1350738"/>
                  <a:gd name="connsiteY26" fmla="*/ 1304859 h 1800880"/>
                  <a:gd name="connsiteX27" fmla="*/ 278813 w 1350738"/>
                  <a:gd name="connsiteY27" fmla="*/ 1192677 h 1800880"/>
                  <a:gd name="connsiteX28" fmla="*/ 172301 w 1350738"/>
                  <a:gd name="connsiteY28" fmla="*/ 1061443 h 1800880"/>
                  <a:gd name="connsiteX29" fmla="*/ 123526 w 1350738"/>
                  <a:gd name="connsiteY29" fmla="*/ 883644 h 1800880"/>
                  <a:gd name="connsiteX30" fmla="*/ 8588 w 1350738"/>
                  <a:gd name="connsiteY30" fmla="*/ 798977 h 1800880"/>
                  <a:gd name="connsiteX31" fmla="*/ 23043 w 1350738"/>
                  <a:gd name="connsiteY31" fmla="*/ 606359 h 1800880"/>
                  <a:gd name="connsiteX32" fmla="*/ 139967 w 1350738"/>
                  <a:gd name="connsiteY32" fmla="*/ 557677 h 1800880"/>
                  <a:gd name="connsiteX33" fmla="*/ 206167 w 1350738"/>
                  <a:gd name="connsiteY33" fmla="*/ 623293 h 1800880"/>
                  <a:gd name="connsiteX34" fmla="*/ 238463 w 1350738"/>
                  <a:gd name="connsiteY34" fmla="*/ 735477 h 1800880"/>
                  <a:gd name="connsiteX35" fmla="*/ 229996 w 1350738"/>
                  <a:gd name="connsiteY35" fmla="*/ 803210 h 1800880"/>
                  <a:gd name="connsiteX36" fmla="*/ 293682 w 1350738"/>
                  <a:gd name="connsiteY36" fmla="*/ 724894 h 1800880"/>
                  <a:gd name="connsiteX37" fmla="*/ 355306 w 1350738"/>
                  <a:gd name="connsiteY37" fmla="*/ 460309 h 1800880"/>
                  <a:gd name="connsiteX38" fmla="*/ 483996 w 1350738"/>
                  <a:gd name="connsiteY38" fmla="*/ 295210 h 1800880"/>
                  <a:gd name="connsiteX39" fmla="*/ 495272 w 1350738"/>
                  <a:gd name="connsiteY39" fmla="*/ 36977 h 1800880"/>
                  <a:gd name="connsiteX40" fmla="*/ 561021 w 1350738"/>
                  <a:gd name="connsiteY40" fmla="*/ 22160 h 1800880"/>
                  <a:gd name="connsiteX0" fmla="*/ 561021 w 1350738"/>
                  <a:gd name="connsiteY0" fmla="*/ 22160 h 1792504"/>
                  <a:gd name="connsiteX1" fmla="*/ 585223 w 1350738"/>
                  <a:gd name="connsiteY1" fmla="*/ 231710 h 1792504"/>
                  <a:gd name="connsiteX2" fmla="*/ 606949 w 1350738"/>
                  <a:gd name="connsiteY2" fmla="*/ 244409 h 1792504"/>
                  <a:gd name="connsiteX3" fmla="*/ 696521 w 1350738"/>
                  <a:gd name="connsiteY3" fmla="*/ 242292 h 1792504"/>
                  <a:gd name="connsiteX4" fmla="*/ 872185 w 1350738"/>
                  <a:gd name="connsiteY4" fmla="*/ 299442 h 1792504"/>
                  <a:gd name="connsiteX5" fmla="*/ 1011405 w 1350738"/>
                  <a:gd name="connsiteY5" fmla="*/ 498409 h 1792504"/>
                  <a:gd name="connsiteX6" fmla="*/ 1040106 w 1350738"/>
                  <a:gd name="connsiteY6" fmla="*/ 822259 h 1792504"/>
                  <a:gd name="connsiteX7" fmla="*/ 1040028 w 1350738"/>
                  <a:gd name="connsiteY7" fmla="*/ 1150343 h 1792504"/>
                  <a:gd name="connsiteX8" fmla="*/ 1044819 w 1350738"/>
                  <a:gd name="connsiteY8" fmla="*/ 1453027 h 1792504"/>
                  <a:gd name="connsiteX9" fmla="*/ 1147206 w 1350738"/>
                  <a:gd name="connsiteY9" fmla="*/ 1491128 h 1792504"/>
                  <a:gd name="connsiteX10" fmla="*/ 1338226 w 1350738"/>
                  <a:gd name="connsiteY10" fmla="*/ 1491126 h 1792504"/>
                  <a:gd name="connsiteX11" fmla="*/ 1300844 w 1350738"/>
                  <a:gd name="connsiteY11" fmla="*/ 1539810 h 1792504"/>
                  <a:gd name="connsiteX12" fmla="*/ 1046069 w 1350738"/>
                  <a:gd name="connsiteY12" fmla="*/ 1577910 h 1792504"/>
                  <a:gd name="connsiteX13" fmla="*/ 1033037 w 1350738"/>
                  <a:gd name="connsiteY13" fmla="*/ 1770528 h 1792504"/>
                  <a:gd name="connsiteX14" fmla="*/ 910375 w 1350738"/>
                  <a:gd name="connsiteY14" fmla="*/ 1778995 h 1792504"/>
                  <a:gd name="connsiteX15" fmla="*/ 900061 w 1350738"/>
                  <a:gd name="connsiteY15" fmla="*/ 1560979 h 1792504"/>
                  <a:gd name="connsiteX16" fmla="*/ 905680 w 1350738"/>
                  <a:gd name="connsiteY16" fmla="*/ 1226543 h 1792504"/>
                  <a:gd name="connsiteX17" fmla="*/ 904600 w 1350738"/>
                  <a:gd name="connsiteY17" fmla="*/ 887877 h 1792504"/>
                  <a:gd name="connsiteX18" fmla="*/ 867472 w 1350738"/>
                  <a:gd name="connsiteY18" fmla="*/ 540742 h 1792504"/>
                  <a:gd name="connsiteX19" fmla="*/ 759017 w 1350738"/>
                  <a:gd name="connsiteY19" fmla="*/ 403160 h 1792504"/>
                  <a:gd name="connsiteX20" fmla="*/ 571886 w 1350738"/>
                  <a:gd name="connsiteY20" fmla="*/ 413744 h 1792504"/>
                  <a:gd name="connsiteX21" fmla="*/ 464294 w 1350738"/>
                  <a:gd name="connsiteY21" fmla="*/ 547093 h 1792504"/>
                  <a:gd name="connsiteX22" fmla="*/ 452193 w 1350738"/>
                  <a:gd name="connsiteY22" fmla="*/ 739710 h 1792504"/>
                  <a:gd name="connsiteX23" fmla="*/ 543263 w 1350738"/>
                  <a:gd name="connsiteY23" fmla="*/ 820143 h 1792504"/>
                  <a:gd name="connsiteX24" fmla="*/ 678729 w 1350738"/>
                  <a:gd name="connsiteY24" fmla="*/ 989475 h 1792504"/>
                  <a:gd name="connsiteX25" fmla="*/ 716272 w 1350738"/>
                  <a:gd name="connsiteY25" fmla="*/ 1235009 h 1792504"/>
                  <a:gd name="connsiteX26" fmla="*/ 515466 w 1350738"/>
                  <a:gd name="connsiteY26" fmla="*/ 1304859 h 1792504"/>
                  <a:gd name="connsiteX27" fmla="*/ 278813 w 1350738"/>
                  <a:gd name="connsiteY27" fmla="*/ 1192677 h 1792504"/>
                  <a:gd name="connsiteX28" fmla="*/ 172301 w 1350738"/>
                  <a:gd name="connsiteY28" fmla="*/ 1061443 h 1792504"/>
                  <a:gd name="connsiteX29" fmla="*/ 123526 w 1350738"/>
                  <a:gd name="connsiteY29" fmla="*/ 883644 h 1792504"/>
                  <a:gd name="connsiteX30" fmla="*/ 8588 w 1350738"/>
                  <a:gd name="connsiteY30" fmla="*/ 798977 h 1792504"/>
                  <a:gd name="connsiteX31" fmla="*/ 23043 w 1350738"/>
                  <a:gd name="connsiteY31" fmla="*/ 606359 h 1792504"/>
                  <a:gd name="connsiteX32" fmla="*/ 139967 w 1350738"/>
                  <a:gd name="connsiteY32" fmla="*/ 557677 h 1792504"/>
                  <a:gd name="connsiteX33" fmla="*/ 206167 w 1350738"/>
                  <a:gd name="connsiteY33" fmla="*/ 623293 h 1792504"/>
                  <a:gd name="connsiteX34" fmla="*/ 238463 w 1350738"/>
                  <a:gd name="connsiteY34" fmla="*/ 735477 h 1792504"/>
                  <a:gd name="connsiteX35" fmla="*/ 229996 w 1350738"/>
                  <a:gd name="connsiteY35" fmla="*/ 803210 h 1792504"/>
                  <a:gd name="connsiteX36" fmla="*/ 293682 w 1350738"/>
                  <a:gd name="connsiteY36" fmla="*/ 724894 h 1792504"/>
                  <a:gd name="connsiteX37" fmla="*/ 355306 w 1350738"/>
                  <a:gd name="connsiteY37" fmla="*/ 460309 h 1792504"/>
                  <a:gd name="connsiteX38" fmla="*/ 483996 w 1350738"/>
                  <a:gd name="connsiteY38" fmla="*/ 295210 h 1792504"/>
                  <a:gd name="connsiteX39" fmla="*/ 495272 w 1350738"/>
                  <a:gd name="connsiteY39" fmla="*/ 36977 h 1792504"/>
                  <a:gd name="connsiteX40" fmla="*/ 561021 w 1350738"/>
                  <a:gd name="connsiteY40" fmla="*/ 22160 h 1792504"/>
                  <a:gd name="connsiteX0" fmla="*/ 561021 w 1328513"/>
                  <a:gd name="connsiteY0" fmla="*/ 22160 h 1792504"/>
                  <a:gd name="connsiteX1" fmla="*/ 585223 w 1328513"/>
                  <a:gd name="connsiteY1" fmla="*/ 231710 h 1792504"/>
                  <a:gd name="connsiteX2" fmla="*/ 606949 w 1328513"/>
                  <a:gd name="connsiteY2" fmla="*/ 244409 h 1792504"/>
                  <a:gd name="connsiteX3" fmla="*/ 696521 w 1328513"/>
                  <a:gd name="connsiteY3" fmla="*/ 242292 h 1792504"/>
                  <a:gd name="connsiteX4" fmla="*/ 872185 w 1328513"/>
                  <a:gd name="connsiteY4" fmla="*/ 299442 h 1792504"/>
                  <a:gd name="connsiteX5" fmla="*/ 1011405 w 1328513"/>
                  <a:gd name="connsiteY5" fmla="*/ 498409 h 1792504"/>
                  <a:gd name="connsiteX6" fmla="*/ 1040106 w 1328513"/>
                  <a:gd name="connsiteY6" fmla="*/ 822259 h 1792504"/>
                  <a:gd name="connsiteX7" fmla="*/ 1040028 w 1328513"/>
                  <a:gd name="connsiteY7" fmla="*/ 1150343 h 1792504"/>
                  <a:gd name="connsiteX8" fmla="*/ 1044819 w 1328513"/>
                  <a:gd name="connsiteY8" fmla="*/ 1453027 h 1792504"/>
                  <a:gd name="connsiteX9" fmla="*/ 1147206 w 1328513"/>
                  <a:gd name="connsiteY9" fmla="*/ 1491128 h 1792504"/>
                  <a:gd name="connsiteX10" fmla="*/ 1304399 w 1328513"/>
                  <a:gd name="connsiteY10" fmla="*/ 1472076 h 1792504"/>
                  <a:gd name="connsiteX11" fmla="*/ 1300844 w 1328513"/>
                  <a:gd name="connsiteY11" fmla="*/ 1539810 h 1792504"/>
                  <a:gd name="connsiteX12" fmla="*/ 1046069 w 1328513"/>
                  <a:gd name="connsiteY12" fmla="*/ 1577910 h 1792504"/>
                  <a:gd name="connsiteX13" fmla="*/ 1033037 w 1328513"/>
                  <a:gd name="connsiteY13" fmla="*/ 1770528 h 1792504"/>
                  <a:gd name="connsiteX14" fmla="*/ 910375 w 1328513"/>
                  <a:gd name="connsiteY14" fmla="*/ 1778995 h 1792504"/>
                  <a:gd name="connsiteX15" fmla="*/ 900061 w 1328513"/>
                  <a:gd name="connsiteY15" fmla="*/ 1560979 h 1792504"/>
                  <a:gd name="connsiteX16" fmla="*/ 905680 w 1328513"/>
                  <a:gd name="connsiteY16" fmla="*/ 1226543 h 1792504"/>
                  <a:gd name="connsiteX17" fmla="*/ 904600 w 1328513"/>
                  <a:gd name="connsiteY17" fmla="*/ 887877 h 1792504"/>
                  <a:gd name="connsiteX18" fmla="*/ 867472 w 1328513"/>
                  <a:gd name="connsiteY18" fmla="*/ 540742 h 1792504"/>
                  <a:gd name="connsiteX19" fmla="*/ 759017 w 1328513"/>
                  <a:gd name="connsiteY19" fmla="*/ 403160 h 1792504"/>
                  <a:gd name="connsiteX20" fmla="*/ 571886 w 1328513"/>
                  <a:gd name="connsiteY20" fmla="*/ 413744 h 1792504"/>
                  <a:gd name="connsiteX21" fmla="*/ 464294 w 1328513"/>
                  <a:gd name="connsiteY21" fmla="*/ 547093 h 1792504"/>
                  <a:gd name="connsiteX22" fmla="*/ 452193 w 1328513"/>
                  <a:gd name="connsiteY22" fmla="*/ 739710 h 1792504"/>
                  <a:gd name="connsiteX23" fmla="*/ 543263 w 1328513"/>
                  <a:gd name="connsiteY23" fmla="*/ 820143 h 1792504"/>
                  <a:gd name="connsiteX24" fmla="*/ 678729 w 1328513"/>
                  <a:gd name="connsiteY24" fmla="*/ 989475 h 1792504"/>
                  <a:gd name="connsiteX25" fmla="*/ 716272 w 1328513"/>
                  <a:gd name="connsiteY25" fmla="*/ 1235009 h 1792504"/>
                  <a:gd name="connsiteX26" fmla="*/ 515466 w 1328513"/>
                  <a:gd name="connsiteY26" fmla="*/ 1304859 h 1792504"/>
                  <a:gd name="connsiteX27" fmla="*/ 278813 w 1328513"/>
                  <a:gd name="connsiteY27" fmla="*/ 1192677 h 1792504"/>
                  <a:gd name="connsiteX28" fmla="*/ 172301 w 1328513"/>
                  <a:gd name="connsiteY28" fmla="*/ 1061443 h 1792504"/>
                  <a:gd name="connsiteX29" fmla="*/ 123526 w 1328513"/>
                  <a:gd name="connsiteY29" fmla="*/ 883644 h 1792504"/>
                  <a:gd name="connsiteX30" fmla="*/ 8588 w 1328513"/>
                  <a:gd name="connsiteY30" fmla="*/ 798977 h 1792504"/>
                  <a:gd name="connsiteX31" fmla="*/ 23043 w 1328513"/>
                  <a:gd name="connsiteY31" fmla="*/ 606359 h 1792504"/>
                  <a:gd name="connsiteX32" fmla="*/ 139967 w 1328513"/>
                  <a:gd name="connsiteY32" fmla="*/ 557677 h 1792504"/>
                  <a:gd name="connsiteX33" fmla="*/ 206167 w 1328513"/>
                  <a:gd name="connsiteY33" fmla="*/ 623293 h 1792504"/>
                  <a:gd name="connsiteX34" fmla="*/ 238463 w 1328513"/>
                  <a:gd name="connsiteY34" fmla="*/ 735477 h 1792504"/>
                  <a:gd name="connsiteX35" fmla="*/ 229996 w 1328513"/>
                  <a:gd name="connsiteY35" fmla="*/ 803210 h 1792504"/>
                  <a:gd name="connsiteX36" fmla="*/ 293682 w 1328513"/>
                  <a:gd name="connsiteY36" fmla="*/ 724894 h 1792504"/>
                  <a:gd name="connsiteX37" fmla="*/ 355306 w 1328513"/>
                  <a:gd name="connsiteY37" fmla="*/ 460309 h 1792504"/>
                  <a:gd name="connsiteX38" fmla="*/ 483996 w 1328513"/>
                  <a:gd name="connsiteY38" fmla="*/ 295210 h 1792504"/>
                  <a:gd name="connsiteX39" fmla="*/ 495272 w 1328513"/>
                  <a:gd name="connsiteY39" fmla="*/ 36977 h 1792504"/>
                  <a:gd name="connsiteX40" fmla="*/ 561021 w 1328513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143"/>
                  <a:gd name="connsiteY0" fmla="*/ 22160 h 1792504"/>
                  <a:gd name="connsiteX1" fmla="*/ 585223 w 1328143"/>
                  <a:gd name="connsiteY1" fmla="*/ 231710 h 1792504"/>
                  <a:gd name="connsiteX2" fmla="*/ 606949 w 1328143"/>
                  <a:gd name="connsiteY2" fmla="*/ 244409 h 1792504"/>
                  <a:gd name="connsiteX3" fmla="*/ 696521 w 1328143"/>
                  <a:gd name="connsiteY3" fmla="*/ 242292 h 1792504"/>
                  <a:gd name="connsiteX4" fmla="*/ 872185 w 1328143"/>
                  <a:gd name="connsiteY4" fmla="*/ 299442 h 1792504"/>
                  <a:gd name="connsiteX5" fmla="*/ 1011405 w 1328143"/>
                  <a:gd name="connsiteY5" fmla="*/ 498409 h 1792504"/>
                  <a:gd name="connsiteX6" fmla="*/ 1040106 w 1328143"/>
                  <a:gd name="connsiteY6" fmla="*/ 822259 h 1792504"/>
                  <a:gd name="connsiteX7" fmla="*/ 1040028 w 1328143"/>
                  <a:gd name="connsiteY7" fmla="*/ 1150343 h 1792504"/>
                  <a:gd name="connsiteX8" fmla="*/ 1044819 w 1328143"/>
                  <a:gd name="connsiteY8" fmla="*/ 1453027 h 1792504"/>
                  <a:gd name="connsiteX9" fmla="*/ 1153649 w 1328143"/>
                  <a:gd name="connsiteY9" fmla="*/ 1480545 h 1792504"/>
                  <a:gd name="connsiteX10" fmla="*/ 1304399 w 1328143"/>
                  <a:gd name="connsiteY10" fmla="*/ 1472076 h 1792504"/>
                  <a:gd name="connsiteX11" fmla="*/ 1300844 w 1328143"/>
                  <a:gd name="connsiteY11" fmla="*/ 1539810 h 1792504"/>
                  <a:gd name="connsiteX12" fmla="*/ 1046069 w 1328143"/>
                  <a:gd name="connsiteY12" fmla="*/ 1577910 h 1792504"/>
                  <a:gd name="connsiteX13" fmla="*/ 1033037 w 1328143"/>
                  <a:gd name="connsiteY13" fmla="*/ 1770528 h 1792504"/>
                  <a:gd name="connsiteX14" fmla="*/ 910375 w 1328143"/>
                  <a:gd name="connsiteY14" fmla="*/ 1778995 h 1792504"/>
                  <a:gd name="connsiteX15" fmla="*/ 900061 w 1328143"/>
                  <a:gd name="connsiteY15" fmla="*/ 1560979 h 1792504"/>
                  <a:gd name="connsiteX16" fmla="*/ 905680 w 1328143"/>
                  <a:gd name="connsiteY16" fmla="*/ 1226543 h 1792504"/>
                  <a:gd name="connsiteX17" fmla="*/ 904600 w 1328143"/>
                  <a:gd name="connsiteY17" fmla="*/ 887877 h 1792504"/>
                  <a:gd name="connsiteX18" fmla="*/ 867472 w 1328143"/>
                  <a:gd name="connsiteY18" fmla="*/ 540742 h 1792504"/>
                  <a:gd name="connsiteX19" fmla="*/ 759017 w 1328143"/>
                  <a:gd name="connsiteY19" fmla="*/ 403160 h 1792504"/>
                  <a:gd name="connsiteX20" fmla="*/ 571886 w 1328143"/>
                  <a:gd name="connsiteY20" fmla="*/ 413744 h 1792504"/>
                  <a:gd name="connsiteX21" fmla="*/ 464294 w 1328143"/>
                  <a:gd name="connsiteY21" fmla="*/ 547093 h 1792504"/>
                  <a:gd name="connsiteX22" fmla="*/ 452193 w 1328143"/>
                  <a:gd name="connsiteY22" fmla="*/ 739710 h 1792504"/>
                  <a:gd name="connsiteX23" fmla="*/ 543263 w 1328143"/>
                  <a:gd name="connsiteY23" fmla="*/ 820143 h 1792504"/>
                  <a:gd name="connsiteX24" fmla="*/ 678729 w 1328143"/>
                  <a:gd name="connsiteY24" fmla="*/ 989475 h 1792504"/>
                  <a:gd name="connsiteX25" fmla="*/ 716272 w 1328143"/>
                  <a:gd name="connsiteY25" fmla="*/ 1235009 h 1792504"/>
                  <a:gd name="connsiteX26" fmla="*/ 515466 w 1328143"/>
                  <a:gd name="connsiteY26" fmla="*/ 1304859 h 1792504"/>
                  <a:gd name="connsiteX27" fmla="*/ 278813 w 1328143"/>
                  <a:gd name="connsiteY27" fmla="*/ 1192677 h 1792504"/>
                  <a:gd name="connsiteX28" fmla="*/ 172301 w 1328143"/>
                  <a:gd name="connsiteY28" fmla="*/ 1061443 h 1792504"/>
                  <a:gd name="connsiteX29" fmla="*/ 123526 w 1328143"/>
                  <a:gd name="connsiteY29" fmla="*/ 883644 h 1792504"/>
                  <a:gd name="connsiteX30" fmla="*/ 8588 w 1328143"/>
                  <a:gd name="connsiteY30" fmla="*/ 798977 h 1792504"/>
                  <a:gd name="connsiteX31" fmla="*/ 23043 w 1328143"/>
                  <a:gd name="connsiteY31" fmla="*/ 606359 h 1792504"/>
                  <a:gd name="connsiteX32" fmla="*/ 139967 w 1328143"/>
                  <a:gd name="connsiteY32" fmla="*/ 557677 h 1792504"/>
                  <a:gd name="connsiteX33" fmla="*/ 206167 w 1328143"/>
                  <a:gd name="connsiteY33" fmla="*/ 623293 h 1792504"/>
                  <a:gd name="connsiteX34" fmla="*/ 238463 w 1328143"/>
                  <a:gd name="connsiteY34" fmla="*/ 735477 h 1792504"/>
                  <a:gd name="connsiteX35" fmla="*/ 229996 w 1328143"/>
                  <a:gd name="connsiteY35" fmla="*/ 803210 h 1792504"/>
                  <a:gd name="connsiteX36" fmla="*/ 293682 w 1328143"/>
                  <a:gd name="connsiteY36" fmla="*/ 724894 h 1792504"/>
                  <a:gd name="connsiteX37" fmla="*/ 355306 w 1328143"/>
                  <a:gd name="connsiteY37" fmla="*/ 460309 h 1792504"/>
                  <a:gd name="connsiteX38" fmla="*/ 483996 w 1328143"/>
                  <a:gd name="connsiteY38" fmla="*/ 295210 h 1792504"/>
                  <a:gd name="connsiteX39" fmla="*/ 495272 w 1328143"/>
                  <a:gd name="connsiteY39" fmla="*/ 36977 h 1792504"/>
                  <a:gd name="connsiteX40" fmla="*/ 561021 w 1328143"/>
                  <a:gd name="connsiteY40" fmla="*/ 22160 h 1792504"/>
                  <a:gd name="connsiteX0" fmla="*/ 561021 w 1328143"/>
                  <a:gd name="connsiteY0" fmla="*/ 20001 h 1790345"/>
                  <a:gd name="connsiteX1" fmla="*/ 585223 w 1328143"/>
                  <a:gd name="connsiteY1" fmla="*/ 229551 h 1790345"/>
                  <a:gd name="connsiteX2" fmla="*/ 606949 w 1328143"/>
                  <a:gd name="connsiteY2" fmla="*/ 242250 h 1790345"/>
                  <a:gd name="connsiteX3" fmla="*/ 696521 w 1328143"/>
                  <a:gd name="connsiteY3" fmla="*/ 240133 h 1790345"/>
                  <a:gd name="connsiteX4" fmla="*/ 872185 w 1328143"/>
                  <a:gd name="connsiteY4" fmla="*/ 297283 h 1790345"/>
                  <a:gd name="connsiteX5" fmla="*/ 1011405 w 1328143"/>
                  <a:gd name="connsiteY5" fmla="*/ 496250 h 1790345"/>
                  <a:gd name="connsiteX6" fmla="*/ 1040106 w 1328143"/>
                  <a:gd name="connsiteY6" fmla="*/ 820100 h 1790345"/>
                  <a:gd name="connsiteX7" fmla="*/ 1040028 w 1328143"/>
                  <a:gd name="connsiteY7" fmla="*/ 1148184 h 1790345"/>
                  <a:gd name="connsiteX8" fmla="*/ 1044819 w 1328143"/>
                  <a:gd name="connsiteY8" fmla="*/ 1450868 h 1790345"/>
                  <a:gd name="connsiteX9" fmla="*/ 1153649 w 1328143"/>
                  <a:gd name="connsiteY9" fmla="*/ 1478386 h 1790345"/>
                  <a:gd name="connsiteX10" fmla="*/ 1304399 w 1328143"/>
                  <a:gd name="connsiteY10" fmla="*/ 1469917 h 1790345"/>
                  <a:gd name="connsiteX11" fmla="*/ 1300844 w 1328143"/>
                  <a:gd name="connsiteY11" fmla="*/ 1537651 h 1790345"/>
                  <a:gd name="connsiteX12" fmla="*/ 1046069 w 1328143"/>
                  <a:gd name="connsiteY12" fmla="*/ 1575751 h 1790345"/>
                  <a:gd name="connsiteX13" fmla="*/ 1033037 w 1328143"/>
                  <a:gd name="connsiteY13" fmla="*/ 1768369 h 1790345"/>
                  <a:gd name="connsiteX14" fmla="*/ 910375 w 1328143"/>
                  <a:gd name="connsiteY14" fmla="*/ 1776836 h 1790345"/>
                  <a:gd name="connsiteX15" fmla="*/ 900061 w 1328143"/>
                  <a:gd name="connsiteY15" fmla="*/ 1558820 h 1790345"/>
                  <a:gd name="connsiteX16" fmla="*/ 905680 w 1328143"/>
                  <a:gd name="connsiteY16" fmla="*/ 1224384 h 1790345"/>
                  <a:gd name="connsiteX17" fmla="*/ 904600 w 1328143"/>
                  <a:gd name="connsiteY17" fmla="*/ 885718 h 1790345"/>
                  <a:gd name="connsiteX18" fmla="*/ 867472 w 1328143"/>
                  <a:gd name="connsiteY18" fmla="*/ 538583 h 1790345"/>
                  <a:gd name="connsiteX19" fmla="*/ 759017 w 1328143"/>
                  <a:gd name="connsiteY19" fmla="*/ 401001 h 1790345"/>
                  <a:gd name="connsiteX20" fmla="*/ 571886 w 1328143"/>
                  <a:gd name="connsiteY20" fmla="*/ 411585 h 1790345"/>
                  <a:gd name="connsiteX21" fmla="*/ 464294 w 1328143"/>
                  <a:gd name="connsiteY21" fmla="*/ 544934 h 1790345"/>
                  <a:gd name="connsiteX22" fmla="*/ 452193 w 1328143"/>
                  <a:gd name="connsiteY22" fmla="*/ 737551 h 1790345"/>
                  <a:gd name="connsiteX23" fmla="*/ 543263 w 1328143"/>
                  <a:gd name="connsiteY23" fmla="*/ 817984 h 1790345"/>
                  <a:gd name="connsiteX24" fmla="*/ 678729 w 1328143"/>
                  <a:gd name="connsiteY24" fmla="*/ 987316 h 1790345"/>
                  <a:gd name="connsiteX25" fmla="*/ 716272 w 1328143"/>
                  <a:gd name="connsiteY25" fmla="*/ 1232850 h 1790345"/>
                  <a:gd name="connsiteX26" fmla="*/ 515466 w 1328143"/>
                  <a:gd name="connsiteY26" fmla="*/ 1302700 h 1790345"/>
                  <a:gd name="connsiteX27" fmla="*/ 278813 w 1328143"/>
                  <a:gd name="connsiteY27" fmla="*/ 1190518 h 1790345"/>
                  <a:gd name="connsiteX28" fmla="*/ 172301 w 1328143"/>
                  <a:gd name="connsiteY28" fmla="*/ 1059284 h 1790345"/>
                  <a:gd name="connsiteX29" fmla="*/ 123526 w 1328143"/>
                  <a:gd name="connsiteY29" fmla="*/ 881485 h 1790345"/>
                  <a:gd name="connsiteX30" fmla="*/ 8588 w 1328143"/>
                  <a:gd name="connsiteY30" fmla="*/ 796818 h 1790345"/>
                  <a:gd name="connsiteX31" fmla="*/ 23043 w 1328143"/>
                  <a:gd name="connsiteY31" fmla="*/ 604200 h 1790345"/>
                  <a:gd name="connsiteX32" fmla="*/ 139967 w 1328143"/>
                  <a:gd name="connsiteY32" fmla="*/ 555518 h 1790345"/>
                  <a:gd name="connsiteX33" fmla="*/ 206167 w 1328143"/>
                  <a:gd name="connsiteY33" fmla="*/ 621134 h 1790345"/>
                  <a:gd name="connsiteX34" fmla="*/ 238463 w 1328143"/>
                  <a:gd name="connsiteY34" fmla="*/ 733318 h 1790345"/>
                  <a:gd name="connsiteX35" fmla="*/ 229996 w 1328143"/>
                  <a:gd name="connsiteY35" fmla="*/ 801051 h 1790345"/>
                  <a:gd name="connsiteX36" fmla="*/ 293682 w 1328143"/>
                  <a:gd name="connsiteY36" fmla="*/ 722735 h 1790345"/>
                  <a:gd name="connsiteX37" fmla="*/ 355306 w 1328143"/>
                  <a:gd name="connsiteY37" fmla="*/ 458150 h 1790345"/>
                  <a:gd name="connsiteX38" fmla="*/ 480130 w 1328143"/>
                  <a:gd name="connsiteY38" fmla="*/ 252411 h 1790345"/>
                  <a:gd name="connsiteX39" fmla="*/ 495272 w 1328143"/>
                  <a:gd name="connsiteY39" fmla="*/ 34818 h 1790345"/>
                  <a:gd name="connsiteX40" fmla="*/ 561021 w 1328143"/>
                  <a:gd name="connsiteY40" fmla="*/ 20001 h 179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328143" h="1790345">
                    <a:moveTo>
                      <a:pt x="561021" y="20001"/>
                    </a:moveTo>
                    <a:cubicBezTo>
                      <a:pt x="576013" y="52457"/>
                      <a:pt x="577568" y="192510"/>
                      <a:pt x="585223" y="229551"/>
                    </a:cubicBezTo>
                    <a:cubicBezTo>
                      <a:pt x="592878" y="266593"/>
                      <a:pt x="588399" y="240486"/>
                      <a:pt x="606949" y="242250"/>
                    </a:cubicBezTo>
                    <a:cubicBezTo>
                      <a:pt x="625499" y="244014"/>
                      <a:pt x="652315" y="238016"/>
                      <a:pt x="696521" y="240133"/>
                    </a:cubicBezTo>
                    <a:cubicBezTo>
                      <a:pt x="731062" y="231667"/>
                      <a:pt x="819704" y="254597"/>
                      <a:pt x="872185" y="297283"/>
                    </a:cubicBezTo>
                    <a:cubicBezTo>
                      <a:pt x="924666" y="339969"/>
                      <a:pt x="983418" y="409114"/>
                      <a:pt x="1011405" y="496250"/>
                    </a:cubicBezTo>
                    <a:cubicBezTo>
                      <a:pt x="1039392" y="583386"/>
                      <a:pt x="1035336" y="711444"/>
                      <a:pt x="1040106" y="820100"/>
                    </a:cubicBezTo>
                    <a:cubicBezTo>
                      <a:pt x="1044876" y="928756"/>
                      <a:pt x="1039243" y="1043056"/>
                      <a:pt x="1040028" y="1148184"/>
                    </a:cubicBezTo>
                    <a:cubicBezTo>
                      <a:pt x="1040813" y="1253312"/>
                      <a:pt x="1025882" y="1395834"/>
                      <a:pt x="1044819" y="1450868"/>
                    </a:cubicBezTo>
                    <a:cubicBezTo>
                      <a:pt x="1063756" y="1505902"/>
                      <a:pt x="1110386" y="1481561"/>
                      <a:pt x="1153649" y="1478386"/>
                    </a:cubicBezTo>
                    <a:cubicBezTo>
                      <a:pt x="1196912" y="1475211"/>
                      <a:pt x="1279867" y="1460040"/>
                      <a:pt x="1304399" y="1469917"/>
                    </a:cubicBezTo>
                    <a:cubicBezTo>
                      <a:pt x="1328931" y="1479794"/>
                      <a:pt x="1343899" y="1520012"/>
                      <a:pt x="1300844" y="1537651"/>
                    </a:cubicBezTo>
                    <a:cubicBezTo>
                      <a:pt x="1257789" y="1555290"/>
                      <a:pt x="1074595" y="1540120"/>
                      <a:pt x="1046069" y="1575751"/>
                    </a:cubicBezTo>
                    <a:cubicBezTo>
                      <a:pt x="1017543" y="1611382"/>
                      <a:pt x="1055653" y="1734855"/>
                      <a:pt x="1033037" y="1768369"/>
                    </a:cubicBezTo>
                    <a:cubicBezTo>
                      <a:pt x="1010421" y="1801883"/>
                      <a:pt x="929316" y="1790594"/>
                      <a:pt x="910375" y="1776836"/>
                    </a:cubicBezTo>
                    <a:cubicBezTo>
                      <a:pt x="891434" y="1763078"/>
                      <a:pt x="900844" y="1650895"/>
                      <a:pt x="900061" y="1558820"/>
                    </a:cubicBezTo>
                    <a:cubicBezTo>
                      <a:pt x="899279" y="1466745"/>
                      <a:pt x="904924" y="1336568"/>
                      <a:pt x="905680" y="1224384"/>
                    </a:cubicBezTo>
                    <a:cubicBezTo>
                      <a:pt x="906436" y="1112200"/>
                      <a:pt x="910968" y="1000018"/>
                      <a:pt x="904600" y="885718"/>
                    </a:cubicBezTo>
                    <a:cubicBezTo>
                      <a:pt x="898232" y="771418"/>
                      <a:pt x="891736" y="619369"/>
                      <a:pt x="867472" y="538583"/>
                    </a:cubicBezTo>
                    <a:cubicBezTo>
                      <a:pt x="843208" y="457797"/>
                      <a:pt x="808281" y="422167"/>
                      <a:pt x="759017" y="401001"/>
                    </a:cubicBezTo>
                    <a:cubicBezTo>
                      <a:pt x="709753" y="379835"/>
                      <a:pt x="621006" y="387596"/>
                      <a:pt x="571886" y="411585"/>
                    </a:cubicBezTo>
                    <a:cubicBezTo>
                      <a:pt x="522766" y="435574"/>
                      <a:pt x="484243" y="490607"/>
                      <a:pt x="464294" y="544934"/>
                    </a:cubicBezTo>
                    <a:cubicBezTo>
                      <a:pt x="444345" y="599261"/>
                      <a:pt x="439032" y="692043"/>
                      <a:pt x="452193" y="737551"/>
                    </a:cubicBezTo>
                    <a:cubicBezTo>
                      <a:pt x="465354" y="783059"/>
                      <a:pt x="505507" y="776357"/>
                      <a:pt x="543263" y="817984"/>
                    </a:cubicBezTo>
                    <a:cubicBezTo>
                      <a:pt x="581019" y="859611"/>
                      <a:pt x="649894" y="918172"/>
                      <a:pt x="678729" y="987316"/>
                    </a:cubicBezTo>
                    <a:cubicBezTo>
                      <a:pt x="707564" y="1056460"/>
                      <a:pt x="743483" y="1180286"/>
                      <a:pt x="716272" y="1232850"/>
                    </a:cubicBezTo>
                    <a:cubicBezTo>
                      <a:pt x="689061" y="1285414"/>
                      <a:pt x="588376" y="1309755"/>
                      <a:pt x="515466" y="1302700"/>
                    </a:cubicBezTo>
                    <a:cubicBezTo>
                      <a:pt x="442556" y="1295645"/>
                      <a:pt x="336007" y="1231087"/>
                      <a:pt x="278813" y="1190518"/>
                    </a:cubicBezTo>
                    <a:cubicBezTo>
                      <a:pt x="221619" y="1149949"/>
                      <a:pt x="198182" y="1110790"/>
                      <a:pt x="172301" y="1059284"/>
                    </a:cubicBezTo>
                    <a:cubicBezTo>
                      <a:pt x="146420" y="1007779"/>
                      <a:pt x="150811" y="925229"/>
                      <a:pt x="123526" y="881485"/>
                    </a:cubicBezTo>
                    <a:cubicBezTo>
                      <a:pt x="96241" y="837741"/>
                      <a:pt x="25335" y="843032"/>
                      <a:pt x="8588" y="796818"/>
                    </a:cubicBezTo>
                    <a:cubicBezTo>
                      <a:pt x="-8159" y="750604"/>
                      <a:pt x="1147" y="644417"/>
                      <a:pt x="23043" y="604200"/>
                    </a:cubicBezTo>
                    <a:cubicBezTo>
                      <a:pt x="44939" y="563983"/>
                      <a:pt x="109446" y="552696"/>
                      <a:pt x="139967" y="555518"/>
                    </a:cubicBezTo>
                    <a:cubicBezTo>
                      <a:pt x="170488" y="558340"/>
                      <a:pt x="189751" y="591501"/>
                      <a:pt x="206167" y="621134"/>
                    </a:cubicBezTo>
                    <a:cubicBezTo>
                      <a:pt x="222583" y="650767"/>
                      <a:pt x="234491" y="703332"/>
                      <a:pt x="238463" y="733318"/>
                    </a:cubicBezTo>
                    <a:cubicBezTo>
                      <a:pt x="242435" y="763304"/>
                      <a:pt x="220793" y="802815"/>
                      <a:pt x="229996" y="801051"/>
                    </a:cubicBezTo>
                    <a:cubicBezTo>
                      <a:pt x="239199" y="799287"/>
                      <a:pt x="272797" y="779885"/>
                      <a:pt x="293682" y="722735"/>
                    </a:cubicBezTo>
                    <a:cubicBezTo>
                      <a:pt x="314567" y="665585"/>
                      <a:pt x="324231" y="536537"/>
                      <a:pt x="355306" y="458150"/>
                    </a:cubicBezTo>
                    <a:cubicBezTo>
                      <a:pt x="386381" y="379763"/>
                      <a:pt x="454730" y="324378"/>
                      <a:pt x="480130" y="252411"/>
                    </a:cubicBezTo>
                    <a:cubicBezTo>
                      <a:pt x="505530" y="180444"/>
                      <a:pt x="481790" y="73553"/>
                      <a:pt x="495272" y="34818"/>
                    </a:cubicBezTo>
                    <a:cubicBezTo>
                      <a:pt x="508754" y="-3917"/>
                      <a:pt x="546029" y="-12455"/>
                      <a:pt x="561021" y="2000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D29B0870-F3B5-476C-BA42-0AE004268082}"/>
                </a:ext>
              </a:extLst>
            </p:cNvPr>
            <p:cNvGrpSpPr/>
            <p:nvPr/>
          </p:nvGrpSpPr>
          <p:grpSpPr>
            <a:xfrm>
              <a:off x="10764240" y="5777629"/>
              <a:ext cx="513360" cy="877171"/>
              <a:chOff x="10764240" y="5777629"/>
              <a:chExt cx="513360" cy="877171"/>
            </a:xfrm>
          </p:grpSpPr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C0308EA-3B97-43B5-904C-9EF8B8E4BBFC}"/>
                  </a:ext>
                </a:extLst>
              </p:cNvPr>
              <p:cNvSpPr/>
              <p:nvPr/>
            </p:nvSpPr>
            <p:spPr>
              <a:xfrm>
                <a:off x="10764240" y="5777629"/>
                <a:ext cx="513360" cy="877171"/>
              </a:xfrm>
              <a:custGeom>
                <a:avLst/>
                <a:gdLst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387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006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64828"/>
                  <a:gd name="connsiteX1" fmla="*/ 561 w 532286"/>
                  <a:gd name="connsiteY1" fmla="*/ 148887 h 964828"/>
                  <a:gd name="connsiteX2" fmla="*/ 117519 w 532286"/>
                  <a:gd name="connsiteY2" fmla="*/ 31 h 964828"/>
                  <a:gd name="connsiteX3" fmla="*/ 372700 w 532286"/>
                  <a:gd name="connsiteY3" fmla="*/ 159519 h 964828"/>
                  <a:gd name="connsiteX4" fmla="*/ 532189 w 532286"/>
                  <a:gd name="connsiteY4" fmla="*/ 648617 h 964828"/>
                  <a:gd name="connsiteX5" fmla="*/ 351435 w 532286"/>
                  <a:gd name="connsiteY5" fmla="*/ 946329 h 964828"/>
                  <a:gd name="connsiteX6" fmla="*/ 95294 w 532286"/>
                  <a:gd name="connsiteY6" fmla="*/ 909189 h 964828"/>
                  <a:gd name="connsiteX7" fmla="*/ 100684 w 532286"/>
                  <a:gd name="connsiteY7" fmla="*/ 712412 h 964828"/>
                  <a:gd name="connsiteX8" fmla="*/ 117519 w 532286"/>
                  <a:gd name="connsiteY8" fmla="*/ 563557 h 964828"/>
                  <a:gd name="connsiteX9" fmla="*/ 74989 w 532286"/>
                  <a:gd name="connsiteY9" fmla="*/ 457231 h 964828"/>
                  <a:gd name="connsiteX0" fmla="*/ 74989 w 541804"/>
                  <a:gd name="connsiteY0" fmla="*/ 457231 h 976300"/>
                  <a:gd name="connsiteX1" fmla="*/ 561 w 541804"/>
                  <a:gd name="connsiteY1" fmla="*/ 148887 h 976300"/>
                  <a:gd name="connsiteX2" fmla="*/ 117519 w 541804"/>
                  <a:gd name="connsiteY2" fmla="*/ 31 h 976300"/>
                  <a:gd name="connsiteX3" fmla="*/ 372700 w 541804"/>
                  <a:gd name="connsiteY3" fmla="*/ 159519 h 976300"/>
                  <a:gd name="connsiteX4" fmla="*/ 541714 w 541804"/>
                  <a:gd name="connsiteY4" fmla="*/ 493042 h 976300"/>
                  <a:gd name="connsiteX5" fmla="*/ 351435 w 541804"/>
                  <a:gd name="connsiteY5" fmla="*/ 946329 h 976300"/>
                  <a:gd name="connsiteX6" fmla="*/ 95294 w 541804"/>
                  <a:gd name="connsiteY6" fmla="*/ 909189 h 976300"/>
                  <a:gd name="connsiteX7" fmla="*/ 100684 w 541804"/>
                  <a:gd name="connsiteY7" fmla="*/ 712412 h 976300"/>
                  <a:gd name="connsiteX8" fmla="*/ 117519 w 541804"/>
                  <a:gd name="connsiteY8" fmla="*/ 563557 h 976300"/>
                  <a:gd name="connsiteX9" fmla="*/ 74989 w 541804"/>
                  <a:gd name="connsiteY9" fmla="*/ 457231 h 976300"/>
                  <a:gd name="connsiteX0" fmla="*/ 74989 w 541915"/>
                  <a:gd name="connsiteY0" fmla="*/ 457444 h 976513"/>
                  <a:gd name="connsiteX1" fmla="*/ 561 w 541915"/>
                  <a:gd name="connsiteY1" fmla="*/ 149100 h 976513"/>
                  <a:gd name="connsiteX2" fmla="*/ 117519 w 541915"/>
                  <a:gd name="connsiteY2" fmla="*/ 244 h 976513"/>
                  <a:gd name="connsiteX3" fmla="*/ 382225 w 541915"/>
                  <a:gd name="connsiteY3" fmla="*/ 124807 h 976513"/>
                  <a:gd name="connsiteX4" fmla="*/ 541714 w 541915"/>
                  <a:gd name="connsiteY4" fmla="*/ 493255 h 976513"/>
                  <a:gd name="connsiteX5" fmla="*/ 351435 w 541915"/>
                  <a:gd name="connsiteY5" fmla="*/ 946542 h 976513"/>
                  <a:gd name="connsiteX6" fmla="*/ 95294 w 541915"/>
                  <a:gd name="connsiteY6" fmla="*/ 909402 h 976513"/>
                  <a:gd name="connsiteX7" fmla="*/ 100684 w 541915"/>
                  <a:gd name="connsiteY7" fmla="*/ 712625 h 976513"/>
                  <a:gd name="connsiteX8" fmla="*/ 117519 w 541915"/>
                  <a:gd name="connsiteY8" fmla="*/ 563770 h 976513"/>
                  <a:gd name="connsiteX9" fmla="*/ 74989 w 541915"/>
                  <a:gd name="connsiteY9" fmla="*/ 457444 h 976513"/>
                  <a:gd name="connsiteX0" fmla="*/ 74989 w 545597"/>
                  <a:gd name="connsiteY0" fmla="*/ 457444 h 953699"/>
                  <a:gd name="connsiteX1" fmla="*/ 561 w 545597"/>
                  <a:gd name="connsiteY1" fmla="*/ 149100 h 953699"/>
                  <a:gd name="connsiteX2" fmla="*/ 117519 w 545597"/>
                  <a:gd name="connsiteY2" fmla="*/ 244 h 953699"/>
                  <a:gd name="connsiteX3" fmla="*/ 382225 w 545597"/>
                  <a:gd name="connsiteY3" fmla="*/ 124807 h 953699"/>
                  <a:gd name="connsiteX4" fmla="*/ 541714 w 545597"/>
                  <a:gd name="connsiteY4" fmla="*/ 493255 h 953699"/>
                  <a:gd name="connsiteX5" fmla="*/ 484412 w 545597"/>
                  <a:gd name="connsiteY5" fmla="*/ 803887 h 953699"/>
                  <a:gd name="connsiteX6" fmla="*/ 351435 w 545597"/>
                  <a:gd name="connsiteY6" fmla="*/ 946542 h 953699"/>
                  <a:gd name="connsiteX7" fmla="*/ 95294 w 545597"/>
                  <a:gd name="connsiteY7" fmla="*/ 909402 h 953699"/>
                  <a:gd name="connsiteX8" fmla="*/ 100684 w 545597"/>
                  <a:gd name="connsiteY8" fmla="*/ 712625 h 953699"/>
                  <a:gd name="connsiteX9" fmla="*/ 117519 w 545597"/>
                  <a:gd name="connsiteY9" fmla="*/ 563770 h 953699"/>
                  <a:gd name="connsiteX10" fmla="*/ 74989 w 545597"/>
                  <a:gd name="connsiteY10" fmla="*/ 457444 h 953699"/>
                  <a:gd name="connsiteX0" fmla="*/ 74989 w 545597"/>
                  <a:gd name="connsiteY0" fmla="*/ 457444 h 970554"/>
                  <a:gd name="connsiteX1" fmla="*/ 561 w 545597"/>
                  <a:gd name="connsiteY1" fmla="*/ 149100 h 970554"/>
                  <a:gd name="connsiteX2" fmla="*/ 117519 w 545597"/>
                  <a:gd name="connsiteY2" fmla="*/ 244 h 970554"/>
                  <a:gd name="connsiteX3" fmla="*/ 382225 w 545597"/>
                  <a:gd name="connsiteY3" fmla="*/ 124807 h 970554"/>
                  <a:gd name="connsiteX4" fmla="*/ 541714 w 545597"/>
                  <a:gd name="connsiteY4" fmla="*/ 493255 h 970554"/>
                  <a:gd name="connsiteX5" fmla="*/ 484412 w 545597"/>
                  <a:gd name="connsiteY5" fmla="*/ 803887 h 970554"/>
                  <a:gd name="connsiteX6" fmla="*/ 291110 w 545597"/>
                  <a:gd name="connsiteY6" fmla="*/ 965592 h 970554"/>
                  <a:gd name="connsiteX7" fmla="*/ 95294 w 545597"/>
                  <a:gd name="connsiteY7" fmla="*/ 909402 h 970554"/>
                  <a:gd name="connsiteX8" fmla="*/ 100684 w 545597"/>
                  <a:gd name="connsiteY8" fmla="*/ 712625 h 970554"/>
                  <a:gd name="connsiteX9" fmla="*/ 117519 w 545597"/>
                  <a:gd name="connsiteY9" fmla="*/ 563770 h 970554"/>
                  <a:gd name="connsiteX10" fmla="*/ 74989 w 545597"/>
                  <a:gd name="connsiteY10" fmla="*/ 457444 h 970554"/>
                  <a:gd name="connsiteX0" fmla="*/ 74989 w 545597"/>
                  <a:gd name="connsiteY0" fmla="*/ 457444 h 967265"/>
                  <a:gd name="connsiteX1" fmla="*/ 561 w 545597"/>
                  <a:gd name="connsiteY1" fmla="*/ 149100 h 967265"/>
                  <a:gd name="connsiteX2" fmla="*/ 117519 w 545597"/>
                  <a:gd name="connsiteY2" fmla="*/ 244 h 967265"/>
                  <a:gd name="connsiteX3" fmla="*/ 382225 w 545597"/>
                  <a:gd name="connsiteY3" fmla="*/ 124807 h 967265"/>
                  <a:gd name="connsiteX4" fmla="*/ 541714 w 545597"/>
                  <a:gd name="connsiteY4" fmla="*/ 493255 h 967265"/>
                  <a:gd name="connsiteX5" fmla="*/ 484412 w 545597"/>
                  <a:gd name="connsiteY5" fmla="*/ 803887 h 967265"/>
                  <a:gd name="connsiteX6" fmla="*/ 291110 w 545597"/>
                  <a:gd name="connsiteY6" fmla="*/ 965592 h 967265"/>
                  <a:gd name="connsiteX7" fmla="*/ 104819 w 545597"/>
                  <a:gd name="connsiteY7" fmla="*/ 877652 h 967265"/>
                  <a:gd name="connsiteX8" fmla="*/ 100684 w 545597"/>
                  <a:gd name="connsiteY8" fmla="*/ 712625 h 967265"/>
                  <a:gd name="connsiteX9" fmla="*/ 117519 w 545597"/>
                  <a:gd name="connsiteY9" fmla="*/ 563770 h 967265"/>
                  <a:gd name="connsiteX10" fmla="*/ 74989 w 545597"/>
                  <a:gd name="connsiteY10" fmla="*/ 457444 h 967265"/>
                  <a:gd name="connsiteX0" fmla="*/ 75742 w 546350"/>
                  <a:gd name="connsiteY0" fmla="*/ 457444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75742 w 546350"/>
                  <a:gd name="connsiteY11" fmla="*/ 457444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104317 w 546350"/>
                  <a:gd name="connsiteY11" fmla="*/ 454269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73295 h 967265"/>
                  <a:gd name="connsiteX11" fmla="*/ 104317 w 546350"/>
                  <a:gd name="connsiteY11" fmla="*/ 454269 h 967265"/>
                  <a:gd name="connsiteX0" fmla="*/ 98121 w 540154"/>
                  <a:gd name="connsiteY0" fmla="*/ 455327 h 968323"/>
                  <a:gd name="connsiteX1" fmla="*/ 50344 w 540154"/>
                  <a:gd name="connsiteY1" fmla="*/ 357270 h 968323"/>
                  <a:gd name="connsiteX2" fmla="*/ 1468 w 540154"/>
                  <a:gd name="connsiteY2" fmla="*/ 188258 h 968323"/>
                  <a:gd name="connsiteX3" fmla="*/ 112076 w 540154"/>
                  <a:gd name="connsiteY3" fmla="*/ 1302 h 968323"/>
                  <a:gd name="connsiteX4" fmla="*/ 376782 w 540154"/>
                  <a:gd name="connsiteY4" fmla="*/ 125865 h 968323"/>
                  <a:gd name="connsiteX5" fmla="*/ 536271 w 540154"/>
                  <a:gd name="connsiteY5" fmla="*/ 494313 h 968323"/>
                  <a:gd name="connsiteX6" fmla="*/ 478969 w 540154"/>
                  <a:gd name="connsiteY6" fmla="*/ 804945 h 968323"/>
                  <a:gd name="connsiteX7" fmla="*/ 285667 w 540154"/>
                  <a:gd name="connsiteY7" fmla="*/ 966650 h 968323"/>
                  <a:gd name="connsiteX8" fmla="*/ 99376 w 540154"/>
                  <a:gd name="connsiteY8" fmla="*/ 878710 h 968323"/>
                  <a:gd name="connsiteX9" fmla="*/ 95241 w 540154"/>
                  <a:gd name="connsiteY9" fmla="*/ 713683 h 968323"/>
                  <a:gd name="connsiteX10" fmla="*/ 112076 w 540154"/>
                  <a:gd name="connsiteY10" fmla="*/ 574353 h 968323"/>
                  <a:gd name="connsiteX11" fmla="*/ 98121 w 540154"/>
                  <a:gd name="connsiteY11" fmla="*/ 455327 h 968323"/>
                  <a:gd name="connsiteX0" fmla="*/ 98379 w 540412"/>
                  <a:gd name="connsiteY0" fmla="*/ 392863 h 905859"/>
                  <a:gd name="connsiteX1" fmla="*/ 50602 w 540412"/>
                  <a:gd name="connsiteY1" fmla="*/ 294806 h 905859"/>
                  <a:gd name="connsiteX2" fmla="*/ 1726 w 540412"/>
                  <a:gd name="connsiteY2" fmla="*/ 125794 h 905859"/>
                  <a:gd name="connsiteX3" fmla="*/ 118684 w 540412"/>
                  <a:gd name="connsiteY3" fmla="*/ 5513 h 905859"/>
                  <a:gd name="connsiteX4" fmla="*/ 377040 w 540412"/>
                  <a:gd name="connsiteY4" fmla="*/ 63401 h 905859"/>
                  <a:gd name="connsiteX5" fmla="*/ 536529 w 540412"/>
                  <a:gd name="connsiteY5" fmla="*/ 431849 h 905859"/>
                  <a:gd name="connsiteX6" fmla="*/ 479227 w 540412"/>
                  <a:gd name="connsiteY6" fmla="*/ 742481 h 905859"/>
                  <a:gd name="connsiteX7" fmla="*/ 285925 w 540412"/>
                  <a:gd name="connsiteY7" fmla="*/ 904186 h 905859"/>
                  <a:gd name="connsiteX8" fmla="*/ 99634 w 540412"/>
                  <a:gd name="connsiteY8" fmla="*/ 816246 h 905859"/>
                  <a:gd name="connsiteX9" fmla="*/ 95499 w 540412"/>
                  <a:gd name="connsiteY9" fmla="*/ 651219 h 905859"/>
                  <a:gd name="connsiteX10" fmla="*/ 112334 w 540412"/>
                  <a:gd name="connsiteY10" fmla="*/ 511889 h 905859"/>
                  <a:gd name="connsiteX11" fmla="*/ 98379 w 540412"/>
                  <a:gd name="connsiteY11" fmla="*/ 392863 h 905859"/>
                  <a:gd name="connsiteX0" fmla="*/ 98379 w 540236"/>
                  <a:gd name="connsiteY0" fmla="*/ 387854 h 900850"/>
                  <a:gd name="connsiteX1" fmla="*/ 50602 w 540236"/>
                  <a:gd name="connsiteY1" fmla="*/ 289797 h 900850"/>
                  <a:gd name="connsiteX2" fmla="*/ 1726 w 540236"/>
                  <a:gd name="connsiteY2" fmla="*/ 120785 h 900850"/>
                  <a:gd name="connsiteX3" fmla="*/ 118684 w 540236"/>
                  <a:gd name="connsiteY3" fmla="*/ 504 h 900850"/>
                  <a:gd name="connsiteX4" fmla="*/ 380215 w 540236"/>
                  <a:gd name="connsiteY4" fmla="*/ 93317 h 900850"/>
                  <a:gd name="connsiteX5" fmla="*/ 536529 w 540236"/>
                  <a:gd name="connsiteY5" fmla="*/ 426840 h 900850"/>
                  <a:gd name="connsiteX6" fmla="*/ 479227 w 540236"/>
                  <a:gd name="connsiteY6" fmla="*/ 737472 h 900850"/>
                  <a:gd name="connsiteX7" fmla="*/ 285925 w 540236"/>
                  <a:gd name="connsiteY7" fmla="*/ 899177 h 900850"/>
                  <a:gd name="connsiteX8" fmla="*/ 99634 w 540236"/>
                  <a:gd name="connsiteY8" fmla="*/ 811237 h 900850"/>
                  <a:gd name="connsiteX9" fmla="*/ 95499 w 540236"/>
                  <a:gd name="connsiteY9" fmla="*/ 646210 h 900850"/>
                  <a:gd name="connsiteX10" fmla="*/ 112334 w 540236"/>
                  <a:gd name="connsiteY10" fmla="*/ 506880 h 900850"/>
                  <a:gd name="connsiteX11" fmla="*/ 98379 w 540236"/>
                  <a:gd name="connsiteY11" fmla="*/ 387854 h 900850"/>
                  <a:gd name="connsiteX0" fmla="*/ 92249 w 534106"/>
                  <a:gd name="connsiteY0" fmla="*/ 387854 h 900850"/>
                  <a:gd name="connsiteX1" fmla="*/ 44472 w 534106"/>
                  <a:gd name="connsiteY1" fmla="*/ 289797 h 900850"/>
                  <a:gd name="connsiteX2" fmla="*/ 1946 w 534106"/>
                  <a:gd name="connsiteY2" fmla="*/ 120785 h 900850"/>
                  <a:gd name="connsiteX3" fmla="*/ 112554 w 534106"/>
                  <a:gd name="connsiteY3" fmla="*/ 504 h 900850"/>
                  <a:gd name="connsiteX4" fmla="*/ 374085 w 534106"/>
                  <a:gd name="connsiteY4" fmla="*/ 93317 h 900850"/>
                  <a:gd name="connsiteX5" fmla="*/ 530399 w 534106"/>
                  <a:gd name="connsiteY5" fmla="*/ 426840 h 900850"/>
                  <a:gd name="connsiteX6" fmla="*/ 473097 w 534106"/>
                  <a:gd name="connsiteY6" fmla="*/ 737472 h 900850"/>
                  <a:gd name="connsiteX7" fmla="*/ 279795 w 534106"/>
                  <a:gd name="connsiteY7" fmla="*/ 899177 h 900850"/>
                  <a:gd name="connsiteX8" fmla="*/ 93504 w 534106"/>
                  <a:gd name="connsiteY8" fmla="*/ 811237 h 900850"/>
                  <a:gd name="connsiteX9" fmla="*/ 89369 w 534106"/>
                  <a:gd name="connsiteY9" fmla="*/ 646210 h 900850"/>
                  <a:gd name="connsiteX10" fmla="*/ 106204 w 534106"/>
                  <a:gd name="connsiteY10" fmla="*/ 506880 h 900850"/>
                  <a:gd name="connsiteX11" fmla="*/ 92249 w 534106"/>
                  <a:gd name="connsiteY11" fmla="*/ 387854 h 900850"/>
                  <a:gd name="connsiteX0" fmla="*/ 91237 w 533094"/>
                  <a:gd name="connsiteY0" fmla="*/ 387854 h 900850"/>
                  <a:gd name="connsiteX1" fmla="*/ 59335 w 533094"/>
                  <a:gd name="connsiteY1" fmla="*/ 302497 h 900850"/>
                  <a:gd name="connsiteX2" fmla="*/ 934 w 533094"/>
                  <a:gd name="connsiteY2" fmla="*/ 120785 h 900850"/>
                  <a:gd name="connsiteX3" fmla="*/ 111542 w 533094"/>
                  <a:gd name="connsiteY3" fmla="*/ 504 h 900850"/>
                  <a:gd name="connsiteX4" fmla="*/ 373073 w 533094"/>
                  <a:gd name="connsiteY4" fmla="*/ 93317 h 900850"/>
                  <a:gd name="connsiteX5" fmla="*/ 529387 w 533094"/>
                  <a:gd name="connsiteY5" fmla="*/ 426840 h 900850"/>
                  <a:gd name="connsiteX6" fmla="*/ 472085 w 533094"/>
                  <a:gd name="connsiteY6" fmla="*/ 737472 h 900850"/>
                  <a:gd name="connsiteX7" fmla="*/ 278783 w 533094"/>
                  <a:gd name="connsiteY7" fmla="*/ 899177 h 900850"/>
                  <a:gd name="connsiteX8" fmla="*/ 92492 w 533094"/>
                  <a:gd name="connsiteY8" fmla="*/ 811237 h 900850"/>
                  <a:gd name="connsiteX9" fmla="*/ 88357 w 533094"/>
                  <a:gd name="connsiteY9" fmla="*/ 646210 h 900850"/>
                  <a:gd name="connsiteX10" fmla="*/ 105192 w 533094"/>
                  <a:gd name="connsiteY10" fmla="*/ 506880 h 900850"/>
                  <a:gd name="connsiteX11" fmla="*/ 91237 w 533094"/>
                  <a:gd name="connsiteY11" fmla="*/ 387854 h 900850"/>
                  <a:gd name="connsiteX0" fmla="*/ 91237 w 533094"/>
                  <a:gd name="connsiteY0" fmla="*/ 387854 h 902809"/>
                  <a:gd name="connsiteX1" fmla="*/ 59335 w 533094"/>
                  <a:gd name="connsiteY1" fmla="*/ 302497 h 902809"/>
                  <a:gd name="connsiteX2" fmla="*/ 934 w 533094"/>
                  <a:gd name="connsiteY2" fmla="*/ 120785 h 902809"/>
                  <a:gd name="connsiteX3" fmla="*/ 111542 w 533094"/>
                  <a:gd name="connsiteY3" fmla="*/ 504 h 902809"/>
                  <a:gd name="connsiteX4" fmla="*/ 373073 w 533094"/>
                  <a:gd name="connsiteY4" fmla="*/ 93317 h 902809"/>
                  <a:gd name="connsiteX5" fmla="*/ 529387 w 533094"/>
                  <a:gd name="connsiteY5" fmla="*/ 426840 h 902809"/>
                  <a:gd name="connsiteX6" fmla="*/ 472085 w 533094"/>
                  <a:gd name="connsiteY6" fmla="*/ 737472 h 902809"/>
                  <a:gd name="connsiteX7" fmla="*/ 278783 w 533094"/>
                  <a:gd name="connsiteY7" fmla="*/ 899177 h 902809"/>
                  <a:gd name="connsiteX8" fmla="*/ 92492 w 533094"/>
                  <a:gd name="connsiteY8" fmla="*/ 833462 h 902809"/>
                  <a:gd name="connsiteX9" fmla="*/ 88357 w 533094"/>
                  <a:gd name="connsiteY9" fmla="*/ 646210 h 902809"/>
                  <a:gd name="connsiteX10" fmla="*/ 105192 w 533094"/>
                  <a:gd name="connsiteY10" fmla="*/ 506880 h 902809"/>
                  <a:gd name="connsiteX11" fmla="*/ 91237 w 533094"/>
                  <a:gd name="connsiteY11" fmla="*/ 387854 h 902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3094" h="902809">
                    <a:moveTo>
                      <a:pt x="91237" y="387854"/>
                    </a:moveTo>
                    <a:cubicBezTo>
                      <a:pt x="83594" y="353790"/>
                      <a:pt x="71740" y="353888"/>
                      <a:pt x="59335" y="302497"/>
                    </a:cubicBezTo>
                    <a:cubicBezTo>
                      <a:pt x="46930" y="251106"/>
                      <a:pt x="-7767" y="171117"/>
                      <a:pt x="934" y="120785"/>
                    </a:cubicBezTo>
                    <a:cubicBezTo>
                      <a:pt x="9635" y="70453"/>
                      <a:pt x="49519" y="5082"/>
                      <a:pt x="111542" y="504"/>
                    </a:cubicBezTo>
                    <a:cubicBezTo>
                      <a:pt x="173565" y="-4074"/>
                      <a:pt x="303432" y="22261"/>
                      <a:pt x="373073" y="93317"/>
                    </a:cubicBezTo>
                    <a:cubicBezTo>
                      <a:pt x="442714" y="164373"/>
                      <a:pt x="512885" y="319481"/>
                      <a:pt x="529387" y="426840"/>
                    </a:cubicBezTo>
                    <a:cubicBezTo>
                      <a:pt x="545889" y="534199"/>
                      <a:pt x="503798" y="661924"/>
                      <a:pt x="472085" y="737472"/>
                    </a:cubicBezTo>
                    <a:cubicBezTo>
                      <a:pt x="440372" y="813020"/>
                      <a:pt x="342049" y="883179"/>
                      <a:pt x="278783" y="899177"/>
                    </a:cubicBezTo>
                    <a:cubicBezTo>
                      <a:pt x="215518" y="915175"/>
                      <a:pt x="124230" y="875623"/>
                      <a:pt x="92492" y="833462"/>
                    </a:cubicBezTo>
                    <a:cubicBezTo>
                      <a:pt x="60754" y="791301"/>
                      <a:pt x="88357" y="706461"/>
                      <a:pt x="88357" y="646210"/>
                    </a:cubicBezTo>
                    <a:cubicBezTo>
                      <a:pt x="88357" y="585959"/>
                      <a:pt x="104712" y="549939"/>
                      <a:pt x="105192" y="506880"/>
                    </a:cubicBezTo>
                    <a:cubicBezTo>
                      <a:pt x="105672" y="463821"/>
                      <a:pt x="98880" y="421918"/>
                      <a:pt x="91237" y="38785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C7A31759-9EA7-4013-86D8-CEA9E6CD072B}"/>
                  </a:ext>
                </a:extLst>
              </p:cNvPr>
              <p:cNvSpPr/>
              <p:nvPr/>
            </p:nvSpPr>
            <p:spPr>
              <a:xfrm>
                <a:off x="10843861" y="5944572"/>
                <a:ext cx="190536" cy="187108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9512 w 161978"/>
                  <a:gd name="connsiteY0" fmla="*/ 196854 h 196948"/>
                  <a:gd name="connsiteX1" fmla="*/ 10460 w 161978"/>
                  <a:gd name="connsiteY1" fmla="*/ 161343 h 196948"/>
                  <a:gd name="connsiteX2" fmla="*/ 63487 w 161978"/>
                  <a:gd name="connsiteY2" fmla="*/ 73029 h 196948"/>
                  <a:gd name="connsiteX3" fmla="*/ 66662 w 161978"/>
                  <a:gd name="connsiteY3" fmla="*/ 4 h 196948"/>
                  <a:gd name="connsiteX4" fmla="*/ 120637 w 161978"/>
                  <a:gd name="connsiteY4" fmla="*/ 69854 h 196948"/>
                  <a:gd name="connsiteX5" fmla="*/ 161912 w 161978"/>
                  <a:gd name="connsiteY5" fmla="*/ 142879 h 196948"/>
                  <a:gd name="connsiteX6" fmla="*/ 111112 w 161978"/>
                  <a:gd name="connsiteY6" fmla="*/ 152404 h 196948"/>
                  <a:gd name="connsiteX7" fmla="*/ 9512 w 161978"/>
                  <a:gd name="connsiteY7" fmla="*/ 196854 h 196948"/>
                  <a:gd name="connsiteX0" fmla="*/ 9512 w 161978"/>
                  <a:gd name="connsiteY0" fmla="*/ 196850 h 196944"/>
                  <a:gd name="connsiteX1" fmla="*/ 10460 w 161978"/>
                  <a:gd name="connsiteY1" fmla="*/ 161339 h 196944"/>
                  <a:gd name="connsiteX2" fmla="*/ 44437 w 161978"/>
                  <a:gd name="connsiteY2" fmla="*/ 69850 h 196944"/>
                  <a:gd name="connsiteX3" fmla="*/ 66662 w 161978"/>
                  <a:gd name="connsiteY3" fmla="*/ 0 h 196944"/>
                  <a:gd name="connsiteX4" fmla="*/ 120637 w 161978"/>
                  <a:gd name="connsiteY4" fmla="*/ 69850 h 196944"/>
                  <a:gd name="connsiteX5" fmla="*/ 161912 w 161978"/>
                  <a:gd name="connsiteY5" fmla="*/ 142875 h 196944"/>
                  <a:gd name="connsiteX6" fmla="*/ 111112 w 161978"/>
                  <a:gd name="connsiteY6" fmla="*/ 152400 h 196944"/>
                  <a:gd name="connsiteX7" fmla="*/ 9512 w 161978"/>
                  <a:gd name="connsiteY7" fmla="*/ 196850 h 196944"/>
                  <a:gd name="connsiteX0" fmla="*/ 9512 w 162032"/>
                  <a:gd name="connsiteY0" fmla="*/ 197324 h 197418"/>
                  <a:gd name="connsiteX1" fmla="*/ 10460 w 162032"/>
                  <a:gd name="connsiteY1" fmla="*/ 161813 h 197418"/>
                  <a:gd name="connsiteX2" fmla="*/ 44437 w 162032"/>
                  <a:gd name="connsiteY2" fmla="*/ 70324 h 197418"/>
                  <a:gd name="connsiteX3" fmla="*/ 66662 w 162032"/>
                  <a:gd name="connsiteY3" fmla="*/ 474 h 197418"/>
                  <a:gd name="connsiteX4" fmla="*/ 133337 w 162032"/>
                  <a:gd name="connsiteY4" fmla="*/ 44924 h 197418"/>
                  <a:gd name="connsiteX5" fmla="*/ 161912 w 162032"/>
                  <a:gd name="connsiteY5" fmla="*/ 143349 h 197418"/>
                  <a:gd name="connsiteX6" fmla="*/ 111112 w 162032"/>
                  <a:gd name="connsiteY6" fmla="*/ 152874 h 197418"/>
                  <a:gd name="connsiteX7" fmla="*/ 9512 w 162032"/>
                  <a:gd name="connsiteY7" fmla="*/ 197324 h 197418"/>
                  <a:gd name="connsiteX0" fmla="*/ 9512 w 190535"/>
                  <a:gd name="connsiteY0" fmla="*/ 197209 h 197303"/>
                  <a:gd name="connsiteX1" fmla="*/ 10460 w 190535"/>
                  <a:gd name="connsiteY1" fmla="*/ 161698 h 197303"/>
                  <a:gd name="connsiteX2" fmla="*/ 44437 w 190535"/>
                  <a:gd name="connsiteY2" fmla="*/ 70209 h 197303"/>
                  <a:gd name="connsiteX3" fmla="*/ 66662 w 190535"/>
                  <a:gd name="connsiteY3" fmla="*/ 359 h 197303"/>
                  <a:gd name="connsiteX4" fmla="*/ 133337 w 190535"/>
                  <a:gd name="connsiteY4" fmla="*/ 44809 h 197303"/>
                  <a:gd name="connsiteX5" fmla="*/ 190487 w 190535"/>
                  <a:gd name="connsiteY5" fmla="*/ 86084 h 197303"/>
                  <a:gd name="connsiteX6" fmla="*/ 111112 w 190535"/>
                  <a:gd name="connsiteY6" fmla="*/ 152759 h 197303"/>
                  <a:gd name="connsiteX7" fmla="*/ 9512 w 190535"/>
                  <a:gd name="connsiteY7" fmla="*/ 197209 h 197303"/>
                  <a:gd name="connsiteX0" fmla="*/ 9512 w 190531"/>
                  <a:gd name="connsiteY0" fmla="*/ 198538 h 198632"/>
                  <a:gd name="connsiteX1" fmla="*/ 10460 w 190531"/>
                  <a:gd name="connsiteY1" fmla="*/ 163027 h 198632"/>
                  <a:gd name="connsiteX2" fmla="*/ 44437 w 190531"/>
                  <a:gd name="connsiteY2" fmla="*/ 71538 h 198632"/>
                  <a:gd name="connsiteX3" fmla="*/ 66662 w 190531"/>
                  <a:gd name="connsiteY3" fmla="*/ 1688 h 198632"/>
                  <a:gd name="connsiteX4" fmla="*/ 130162 w 190531"/>
                  <a:gd name="connsiteY4" fmla="*/ 27088 h 198632"/>
                  <a:gd name="connsiteX5" fmla="*/ 190487 w 190531"/>
                  <a:gd name="connsiteY5" fmla="*/ 87413 h 198632"/>
                  <a:gd name="connsiteX6" fmla="*/ 111112 w 190531"/>
                  <a:gd name="connsiteY6" fmla="*/ 154088 h 198632"/>
                  <a:gd name="connsiteX7" fmla="*/ 9512 w 190531"/>
                  <a:gd name="connsiteY7" fmla="*/ 198538 h 198632"/>
                  <a:gd name="connsiteX0" fmla="*/ 9512 w 190536"/>
                  <a:gd name="connsiteY0" fmla="*/ 187014 h 187108"/>
                  <a:gd name="connsiteX1" fmla="*/ 10460 w 190536"/>
                  <a:gd name="connsiteY1" fmla="*/ 151503 h 187108"/>
                  <a:gd name="connsiteX2" fmla="*/ 44437 w 190536"/>
                  <a:gd name="connsiteY2" fmla="*/ 60014 h 187108"/>
                  <a:gd name="connsiteX3" fmla="*/ 41262 w 190536"/>
                  <a:gd name="connsiteY3" fmla="*/ 2864 h 187108"/>
                  <a:gd name="connsiteX4" fmla="*/ 130162 w 190536"/>
                  <a:gd name="connsiteY4" fmla="*/ 15564 h 187108"/>
                  <a:gd name="connsiteX5" fmla="*/ 190487 w 190536"/>
                  <a:gd name="connsiteY5" fmla="*/ 75889 h 187108"/>
                  <a:gd name="connsiteX6" fmla="*/ 111112 w 190536"/>
                  <a:gd name="connsiteY6" fmla="*/ 142564 h 187108"/>
                  <a:gd name="connsiteX7" fmla="*/ 9512 w 190536"/>
                  <a:gd name="connsiteY7" fmla="*/ 187014 h 18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36" h="187108">
                    <a:moveTo>
                      <a:pt x="9512" y="187014"/>
                    </a:moveTo>
                    <a:cubicBezTo>
                      <a:pt x="-7263" y="188504"/>
                      <a:pt x="1464" y="172141"/>
                      <a:pt x="10460" y="151503"/>
                    </a:cubicBezTo>
                    <a:cubicBezTo>
                      <a:pt x="19456" y="130866"/>
                      <a:pt x="39303" y="84787"/>
                      <a:pt x="44437" y="60014"/>
                    </a:cubicBezTo>
                    <a:cubicBezTo>
                      <a:pt x="49571" y="35241"/>
                      <a:pt x="26975" y="10272"/>
                      <a:pt x="41262" y="2864"/>
                    </a:cubicBezTo>
                    <a:cubicBezTo>
                      <a:pt x="55549" y="-4544"/>
                      <a:pt x="105291" y="3393"/>
                      <a:pt x="130162" y="15564"/>
                    </a:cubicBezTo>
                    <a:cubicBezTo>
                      <a:pt x="155033" y="27735"/>
                      <a:pt x="192074" y="62131"/>
                      <a:pt x="190487" y="75889"/>
                    </a:cubicBezTo>
                    <a:cubicBezTo>
                      <a:pt x="188900" y="89647"/>
                      <a:pt x="141275" y="124043"/>
                      <a:pt x="111112" y="142564"/>
                    </a:cubicBezTo>
                    <a:cubicBezTo>
                      <a:pt x="80950" y="161085"/>
                      <a:pt x="26287" y="185524"/>
                      <a:pt x="9512" y="18701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AF00544-4A52-417A-80C9-351EDA5E9138}"/>
                  </a:ext>
                </a:extLst>
              </p:cNvPr>
              <p:cNvSpPr/>
              <p:nvPr/>
            </p:nvSpPr>
            <p:spPr>
              <a:xfrm rot="3746502">
                <a:off x="10898817" y="6280312"/>
                <a:ext cx="159382" cy="203314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889 w 153346"/>
                  <a:gd name="connsiteY0" fmla="*/ 199177 h 201480"/>
                  <a:gd name="connsiteX1" fmla="*/ 54864 w 153346"/>
                  <a:gd name="connsiteY1" fmla="*/ 75352 h 201480"/>
                  <a:gd name="connsiteX2" fmla="*/ 87902 w 153346"/>
                  <a:gd name="connsiteY2" fmla="*/ 4 h 201480"/>
                  <a:gd name="connsiteX3" fmla="*/ 112014 w 153346"/>
                  <a:gd name="connsiteY3" fmla="*/ 72177 h 201480"/>
                  <a:gd name="connsiteX4" fmla="*/ 153289 w 153346"/>
                  <a:gd name="connsiteY4" fmla="*/ 145202 h 201480"/>
                  <a:gd name="connsiteX5" fmla="*/ 102489 w 153346"/>
                  <a:gd name="connsiteY5" fmla="*/ 154727 h 201480"/>
                  <a:gd name="connsiteX6" fmla="*/ 889 w 153346"/>
                  <a:gd name="connsiteY6" fmla="*/ 199177 h 201480"/>
                  <a:gd name="connsiteX0" fmla="*/ 889 w 153418"/>
                  <a:gd name="connsiteY0" fmla="*/ 199235 h 201538"/>
                  <a:gd name="connsiteX1" fmla="*/ 54864 w 153418"/>
                  <a:gd name="connsiteY1" fmla="*/ 75410 h 201538"/>
                  <a:gd name="connsiteX2" fmla="*/ 87902 w 153418"/>
                  <a:gd name="connsiteY2" fmla="*/ 62 h 201538"/>
                  <a:gd name="connsiteX3" fmla="*/ 130618 w 153418"/>
                  <a:gd name="connsiteY3" fmla="*/ 64037 h 201538"/>
                  <a:gd name="connsiteX4" fmla="*/ 153289 w 153418"/>
                  <a:gd name="connsiteY4" fmla="*/ 145260 h 201538"/>
                  <a:gd name="connsiteX5" fmla="*/ 102489 w 153418"/>
                  <a:gd name="connsiteY5" fmla="*/ 154785 h 201538"/>
                  <a:gd name="connsiteX6" fmla="*/ 889 w 153418"/>
                  <a:gd name="connsiteY6" fmla="*/ 199235 h 201538"/>
                  <a:gd name="connsiteX0" fmla="*/ 803 w 160184"/>
                  <a:gd name="connsiteY0" fmla="*/ 184915 h 187764"/>
                  <a:gd name="connsiteX1" fmla="*/ 61630 w 160184"/>
                  <a:gd name="connsiteY1" fmla="*/ 75410 h 187764"/>
                  <a:gd name="connsiteX2" fmla="*/ 94668 w 160184"/>
                  <a:gd name="connsiteY2" fmla="*/ 62 h 187764"/>
                  <a:gd name="connsiteX3" fmla="*/ 137384 w 160184"/>
                  <a:gd name="connsiteY3" fmla="*/ 64037 h 187764"/>
                  <a:gd name="connsiteX4" fmla="*/ 160055 w 160184"/>
                  <a:gd name="connsiteY4" fmla="*/ 145260 h 187764"/>
                  <a:gd name="connsiteX5" fmla="*/ 109255 w 160184"/>
                  <a:gd name="connsiteY5" fmla="*/ 154785 h 187764"/>
                  <a:gd name="connsiteX6" fmla="*/ 803 w 160184"/>
                  <a:gd name="connsiteY6" fmla="*/ 184915 h 18776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08453 w 159382"/>
                  <a:gd name="connsiteY5" fmla="*/ 15478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23996 w 159382"/>
                  <a:gd name="connsiteY5" fmla="*/ 15931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9382" h="203314">
                    <a:moveTo>
                      <a:pt x="1" y="184915"/>
                    </a:moveTo>
                    <a:cubicBezTo>
                      <a:pt x="158" y="164069"/>
                      <a:pt x="45184" y="106219"/>
                      <a:pt x="60828" y="75410"/>
                    </a:cubicBezTo>
                    <a:cubicBezTo>
                      <a:pt x="76472" y="44601"/>
                      <a:pt x="81240" y="1957"/>
                      <a:pt x="93866" y="62"/>
                    </a:cubicBezTo>
                    <a:cubicBezTo>
                      <a:pt x="106492" y="-1833"/>
                      <a:pt x="125684" y="39837"/>
                      <a:pt x="136582" y="64037"/>
                    </a:cubicBezTo>
                    <a:cubicBezTo>
                      <a:pt x="147480" y="88237"/>
                      <a:pt x="160840" y="131502"/>
                      <a:pt x="159253" y="145260"/>
                    </a:cubicBezTo>
                    <a:cubicBezTo>
                      <a:pt x="157666" y="159018"/>
                      <a:pt x="140558" y="150111"/>
                      <a:pt x="123996" y="159315"/>
                    </a:cubicBezTo>
                    <a:cubicBezTo>
                      <a:pt x="107435" y="168520"/>
                      <a:pt x="77959" y="195465"/>
                      <a:pt x="59884" y="200487"/>
                    </a:cubicBezTo>
                    <a:cubicBezTo>
                      <a:pt x="41809" y="205509"/>
                      <a:pt x="-156" y="205761"/>
                      <a:pt x="1" y="1849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D7DDDEB-C3D0-4A2D-9BE8-C7C6BB1587DD}"/>
                  </a:ext>
                </a:extLst>
              </p:cNvPr>
              <p:cNvSpPr/>
              <p:nvPr/>
            </p:nvSpPr>
            <p:spPr>
              <a:xfrm rot="1991379">
                <a:off x="10912884" y="6063608"/>
                <a:ext cx="243027" cy="277499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774 w 153248"/>
                  <a:gd name="connsiteY0" fmla="*/ 213525 h 215828"/>
                  <a:gd name="connsiteX1" fmla="*/ 54749 w 153248"/>
                  <a:gd name="connsiteY1" fmla="*/ 89700 h 215828"/>
                  <a:gd name="connsiteX2" fmla="*/ 38350 w 153248"/>
                  <a:gd name="connsiteY2" fmla="*/ 3 h 215828"/>
                  <a:gd name="connsiteX3" fmla="*/ 111899 w 153248"/>
                  <a:gd name="connsiteY3" fmla="*/ 86525 h 215828"/>
                  <a:gd name="connsiteX4" fmla="*/ 153174 w 153248"/>
                  <a:gd name="connsiteY4" fmla="*/ 159550 h 215828"/>
                  <a:gd name="connsiteX5" fmla="*/ 102374 w 153248"/>
                  <a:gd name="connsiteY5" fmla="*/ 169075 h 215828"/>
                  <a:gd name="connsiteX6" fmla="*/ 774 w 153248"/>
                  <a:gd name="connsiteY6" fmla="*/ 213525 h 215828"/>
                  <a:gd name="connsiteX0" fmla="*/ 1592 w 154067"/>
                  <a:gd name="connsiteY0" fmla="*/ 213524 h 215890"/>
                  <a:gd name="connsiteX1" fmla="*/ 40944 w 154067"/>
                  <a:gd name="connsiteY1" fmla="*/ 88354 h 215890"/>
                  <a:gd name="connsiteX2" fmla="*/ 39168 w 154067"/>
                  <a:gd name="connsiteY2" fmla="*/ 2 h 215890"/>
                  <a:gd name="connsiteX3" fmla="*/ 112717 w 154067"/>
                  <a:gd name="connsiteY3" fmla="*/ 86524 h 215890"/>
                  <a:gd name="connsiteX4" fmla="*/ 153992 w 154067"/>
                  <a:gd name="connsiteY4" fmla="*/ 159549 h 215890"/>
                  <a:gd name="connsiteX5" fmla="*/ 103192 w 154067"/>
                  <a:gd name="connsiteY5" fmla="*/ 169074 h 215890"/>
                  <a:gd name="connsiteX6" fmla="*/ 1592 w 154067"/>
                  <a:gd name="connsiteY6" fmla="*/ 213524 h 215890"/>
                  <a:gd name="connsiteX0" fmla="*/ 1592 w 154679"/>
                  <a:gd name="connsiteY0" fmla="*/ 213523 h 215889"/>
                  <a:gd name="connsiteX1" fmla="*/ 40944 w 154679"/>
                  <a:gd name="connsiteY1" fmla="*/ 88353 h 215889"/>
                  <a:gd name="connsiteX2" fmla="*/ 39168 w 154679"/>
                  <a:gd name="connsiteY2" fmla="*/ 1 h 215889"/>
                  <a:gd name="connsiteX3" fmla="*/ 136867 w 154679"/>
                  <a:gd name="connsiteY3" fmla="*/ 89783 h 215889"/>
                  <a:gd name="connsiteX4" fmla="*/ 153992 w 154679"/>
                  <a:gd name="connsiteY4" fmla="*/ 159548 h 215889"/>
                  <a:gd name="connsiteX5" fmla="*/ 103192 w 154679"/>
                  <a:gd name="connsiteY5" fmla="*/ 169073 h 215889"/>
                  <a:gd name="connsiteX6" fmla="*/ 1592 w 154679"/>
                  <a:gd name="connsiteY6" fmla="*/ 213523 h 215889"/>
                  <a:gd name="connsiteX0" fmla="*/ 1592 w 168241"/>
                  <a:gd name="connsiteY0" fmla="*/ 213523 h 215923"/>
                  <a:gd name="connsiteX1" fmla="*/ 40944 w 168241"/>
                  <a:gd name="connsiteY1" fmla="*/ 88353 h 215923"/>
                  <a:gd name="connsiteX2" fmla="*/ 39168 w 168241"/>
                  <a:gd name="connsiteY2" fmla="*/ 1 h 215923"/>
                  <a:gd name="connsiteX3" fmla="*/ 136867 w 168241"/>
                  <a:gd name="connsiteY3" fmla="*/ 89783 h 215923"/>
                  <a:gd name="connsiteX4" fmla="*/ 168095 w 168241"/>
                  <a:gd name="connsiteY4" fmla="*/ 148050 h 215923"/>
                  <a:gd name="connsiteX5" fmla="*/ 103192 w 168241"/>
                  <a:gd name="connsiteY5" fmla="*/ 169073 h 215923"/>
                  <a:gd name="connsiteX6" fmla="*/ 1592 w 168241"/>
                  <a:gd name="connsiteY6" fmla="*/ 213523 h 215923"/>
                  <a:gd name="connsiteX0" fmla="*/ 1412 w 168061"/>
                  <a:gd name="connsiteY0" fmla="*/ 213523 h 215133"/>
                  <a:gd name="connsiteX1" fmla="*/ 40764 w 168061"/>
                  <a:gd name="connsiteY1" fmla="*/ 88353 h 215133"/>
                  <a:gd name="connsiteX2" fmla="*/ 38988 w 168061"/>
                  <a:gd name="connsiteY2" fmla="*/ 1 h 215133"/>
                  <a:gd name="connsiteX3" fmla="*/ 136687 w 168061"/>
                  <a:gd name="connsiteY3" fmla="*/ 89783 h 215133"/>
                  <a:gd name="connsiteX4" fmla="*/ 167915 w 168061"/>
                  <a:gd name="connsiteY4" fmla="*/ 148050 h 215133"/>
                  <a:gd name="connsiteX5" fmla="*/ 98652 w 168061"/>
                  <a:gd name="connsiteY5" fmla="*/ 158642 h 215133"/>
                  <a:gd name="connsiteX6" fmla="*/ 1412 w 168061"/>
                  <a:gd name="connsiteY6" fmla="*/ 213523 h 215133"/>
                  <a:gd name="connsiteX0" fmla="*/ 646 w 167295"/>
                  <a:gd name="connsiteY0" fmla="*/ 213523 h 246326"/>
                  <a:gd name="connsiteX1" fmla="*/ 39998 w 167295"/>
                  <a:gd name="connsiteY1" fmla="*/ 88353 h 246326"/>
                  <a:gd name="connsiteX2" fmla="*/ 38222 w 167295"/>
                  <a:gd name="connsiteY2" fmla="*/ 1 h 246326"/>
                  <a:gd name="connsiteX3" fmla="*/ 135921 w 167295"/>
                  <a:gd name="connsiteY3" fmla="*/ 89783 h 246326"/>
                  <a:gd name="connsiteX4" fmla="*/ 167149 w 167295"/>
                  <a:gd name="connsiteY4" fmla="*/ 148050 h 246326"/>
                  <a:gd name="connsiteX5" fmla="*/ 97886 w 167295"/>
                  <a:gd name="connsiteY5" fmla="*/ 158642 h 246326"/>
                  <a:gd name="connsiteX6" fmla="*/ 21688 w 167295"/>
                  <a:gd name="connsiteY6" fmla="*/ 243430 h 246326"/>
                  <a:gd name="connsiteX7" fmla="*/ 646 w 167295"/>
                  <a:gd name="connsiteY7" fmla="*/ 213523 h 246326"/>
                  <a:gd name="connsiteX0" fmla="*/ 364 w 175804"/>
                  <a:gd name="connsiteY0" fmla="*/ 200609 h 245295"/>
                  <a:gd name="connsiteX1" fmla="*/ 48507 w 175804"/>
                  <a:gd name="connsiteY1" fmla="*/ 88353 h 245295"/>
                  <a:gd name="connsiteX2" fmla="*/ 46731 w 175804"/>
                  <a:gd name="connsiteY2" fmla="*/ 1 h 245295"/>
                  <a:gd name="connsiteX3" fmla="*/ 144430 w 175804"/>
                  <a:gd name="connsiteY3" fmla="*/ 89783 h 245295"/>
                  <a:gd name="connsiteX4" fmla="*/ 175658 w 175804"/>
                  <a:gd name="connsiteY4" fmla="*/ 148050 h 245295"/>
                  <a:gd name="connsiteX5" fmla="*/ 106395 w 175804"/>
                  <a:gd name="connsiteY5" fmla="*/ 158642 h 245295"/>
                  <a:gd name="connsiteX6" fmla="*/ 30197 w 175804"/>
                  <a:gd name="connsiteY6" fmla="*/ 243430 h 245295"/>
                  <a:gd name="connsiteX7" fmla="*/ 364 w 175804"/>
                  <a:gd name="connsiteY7" fmla="*/ 200609 h 245295"/>
                  <a:gd name="connsiteX0" fmla="*/ 976 w 176416"/>
                  <a:gd name="connsiteY0" fmla="*/ 200609 h 234885"/>
                  <a:gd name="connsiteX1" fmla="*/ 49119 w 176416"/>
                  <a:gd name="connsiteY1" fmla="*/ 88353 h 234885"/>
                  <a:gd name="connsiteX2" fmla="*/ 47343 w 176416"/>
                  <a:gd name="connsiteY2" fmla="*/ 1 h 234885"/>
                  <a:gd name="connsiteX3" fmla="*/ 145042 w 176416"/>
                  <a:gd name="connsiteY3" fmla="*/ 89783 h 234885"/>
                  <a:gd name="connsiteX4" fmla="*/ 176270 w 176416"/>
                  <a:gd name="connsiteY4" fmla="*/ 148050 h 234885"/>
                  <a:gd name="connsiteX5" fmla="*/ 107007 w 176416"/>
                  <a:gd name="connsiteY5" fmla="*/ 158642 h 234885"/>
                  <a:gd name="connsiteX6" fmla="*/ 23274 w 176416"/>
                  <a:gd name="connsiteY6" fmla="*/ 232362 h 234885"/>
                  <a:gd name="connsiteX7" fmla="*/ 976 w 176416"/>
                  <a:gd name="connsiteY7" fmla="*/ 200609 h 234885"/>
                  <a:gd name="connsiteX0" fmla="*/ 976 w 176406"/>
                  <a:gd name="connsiteY0" fmla="*/ 167544 h 201820"/>
                  <a:gd name="connsiteX1" fmla="*/ 49119 w 176406"/>
                  <a:gd name="connsiteY1" fmla="*/ 55288 h 201820"/>
                  <a:gd name="connsiteX2" fmla="*/ 53405 w 176406"/>
                  <a:gd name="connsiteY2" fmla="*/ 2 h 201820"/>
                  <a:gd name="connsiteX3" fmla="*/ 145042 w 176406"/>
                  <a:gd name="connsiteY3" fmla="*/ 56718 h 201820"/>
                  <a:gd name="connsiteX4" fmla="*/ 176270 w 176406"/>
                  <a:gd name="connsiteY4" fmla="*/ 114985 h 201820"/>
                  <a:gd name="connsiteX5" fmla="*/ 107007 w 176406"/>
                  <a:gd name="connsiteY5" fmla="*/ 125577 h 201820"/>
                  <a:gd name="connsiteX6" fmla="*/ 23274 w 176406"/>
                  <a:gd name="connsiteY6" fmla="*/ 199297 h 201820"/>
                  <a:gd name="connsiteX7" fmla="*/ 976 w 176406"/>
                  <a:gd name="connsiteY7" fmla="*/ 167544 h 201820"/>
                  <a:gd name="connsiteX0" fmla="*/ 2209 w 177639"/>
                  <a:gd name="connsiteY0" fmla="*/ 167544 h 201380"/>
                  <a:gd name="connsiteX1" fmla="*/ 50352 w 177639"/>
                  <a:gd name="connsiteY1" fmla="*/ 55288 h 201380"/>
                  <a:gd name="connsiteX2" fmla="*/ 54638 w 177639"/>
                  <a:gd name="connsiteY2" fmla="*/ 2 h 201380"/>
                  <a:gd name="connsiteX3" fmla="*/ 146275 w 177639"/>
                  <a:gd name="connsiteY3" fmla="*/ 56718 h 201380"/>
                  <a:gd name="connsiteX4" fmla="*/ 177503 w 177639"/>
                  <a:gd name="connsiteY4" fmla="*/ 114985 h 201380"/>
                  <a:gd name="connsiteX5" fmla="*/ 108240 w 177639"/>
                  <a:gd name="connsiteY5" fmla="*/ 125577 h 201380"/>
                  <a:gd name="connsiteX6" fmla="*/ 24507 w 177639"/>
                  <a:gd name="connsiteY6" fmla="*/ 199297 h 201380"/>
                  <a:gd name="connsiteX7" fmla="*/ 2209 w 177639"/>
                  <a:gd name="connsiteY7" fmla="*/ 167544 h 201380"/>
                  <a:gd name="connsiteX0" fmla="*/ 174 w 175604"/>
                  <a:gd name="connsiteY0" fmla="*/ 167544 h 192663"/>
                  <a:gd name="connsiteX1" fmla="*/ 48317 w 175604"/>
                  <a:gd name="connsiteY1" fmla="*/ 55288 h 192663"/>
                  <a:gd name="connsiteX2" fmla="*/ 52603 w 175604"/>
                  <a:gd name="connsiteY2" fmla="*/ 2 h 192663"/>
                  <a:gd name="connsiteX3" fmla="*/ 144240 w 175604"/>
                  <a:gd name="connsiteY3" fmla="*/ 56718 h 192663"/>
                  <a:gd name="connsiteX4" fmla="*/ 175468 w 175604"/>
                  <a:gd name="connsiteY4" fmla="*/ 114985 h 192663"/>
                  <a:gd name="connsiteX5" fmla="*/ 106205 w 175604"/>
                  <a:gd name="connsiteY5" fmla="*/ 125577 h 192663"/>
                  <a:gd name="connsiteX6" fmla="*/ 34656 w 175604"/>
                  <a:gd name="connsiteY6" fmla="*/ 189006 h 192663"/>
                  <a:gd name="connsiteX7" fmla="*/ 174 w 175604"/>
                  <a:gd name="connsiteY7" fmla="*/ 167544 h 1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604" h="192663">
                    <a:moveTo>
                      <a:pt x="174" y="167544"/>
                    </a:moveTo>
                    <a:cubicBezTo>
                      <a:pt x="2451" y="145258"/>
                      <a:pt x="39579" y="83212"/>
                      <a:pt x="48317" y="55288"/>
                    </a:cubicBezTo>
                    <a:cubicBezTo>
                      <a:pt x="57055" y="27364"/>
                      <a:pt x="36616" y="-236"/>
                      <a:pt x="52603" y="2"/>
                    </a:cubicBezTo>
                    <a:cubicBezTo>
                      <a:pt x="68590" y="240"/>
                      <a:pt x="123763" y="37554"/>
                      <a:pt x="144240" y="56718"/>
                    </a:cubicBezTo>
                    <a:cubicBezTo>
                      <a:pt x="164717" y="75882"/>
                      <a:pt x="177055" y="101227"/>
                      <a:pt x="175468" y="114985"/>
                    </a:cubicBezTo>
                    <a:cubicBezTo>
                      <a:pt x="173881" y="128743"/>
                      <a:pt x="129674" y="113240"/>
                      <a:pt x="106205" y="125577"/>
                    </a:cubicBezTo>
                    <a:cubicBezTo>
                      <a:pt x="82736" y="137914"/>
                      <a:pt x="50863" y="179859"/>
                      <a:pt x="34656" y="189006"/>
                    </a:cubicBezTo>
                    <a:cubicBezTo>
                      <a:pt x="18449" y="198153"/>
                      <a:pt x="-2103" y="189830"/>
                      <a:pt x="174" y="16754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E29C938-A047-447D-AA0A-DB0B047AECC0}"/>
                </a:ext>
              </a:extLst>
            </p:cNvPr>
            <p:cNvSpPr/>
            <p:nvPr/>
          </p:nvSpPr>
          <p:spPr>
            <a:xfrm>
              <a:off x="9736667" y="4711783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0D3E471E-6239-46C8-9536-1745CFF0B424}"/>
                </a:ext>
              </a:extLst>
            </p:cNvPr>
            <p:cNvSpPr/>
            <p:nvPr/>
          </p:nvSpPr>
          <p:spPr>
            <a:xfrm>
              <a:off x="9863666" y="4694850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C5BA043-8E58-4047-A036-2223AC4127AE}"/>
              </a:ext>
            </a:extLst>
          </p:cNvPr>
          <p:cNvSpPr/>
          <p:nvPr/>
        </p:nvSpPr>
        <p:spPr>
          <a:xfrm>
            <a:off x="5957570" y="3689866"/>
            <a:ext cx="1059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Baroreceptors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0DCBAE3-EFF1-45DA-9A07-8C0F78187266}"/>
              </a:ext>
            </a:extLst>
          </p:cNvPr>
          <p:cNvSpPr/>
          <p:nvPr/>
        </p:nvSpPr>
        <p:spPr>
          <a:xfrm>
            <a:off x="7982576" y="5729047"/>
            <a:ext cx="6341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Kidney </a:t>
            </a: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07A971D1-384D-47AE-9847-DD57D7CA5190}"/>
              </a:ext>
            </a:extLst>
          </p:cNvPr>
          <p:cNvSpPr/>
          <p:nvPr/>
        </p:nvSpPr>
        <p:spPr>
          <a:xfrm>
            <a:off x="6782331" y="3094410"/>
            <a:ext cx="416163" cy="669851"/>
          </a:xfrm>
          <a:custGeom>
            <a:avLst/>
            <a:gdLst>
              <a:gd name="connsiteX0" fmla="*/ 204614 w 374735"/>
              <a:gd name="connsiteY0" fmla="*/ 627321 h 627321"/>
              <a:gd name="connsiteX1" fmla="*/ 2596 w 374735"/>
              <a:gd name="connsiteY1" fmla="*/ 467832 h 627321"/>
              <a:gd name="connsiteX2" fmla="*/ 108921 w 374735"/>
              <a:gd name="connsiteY2" fmla="*/ 127590 h 627321"/>
              <a:gd name="connsiteX3" fmla="*/ 374735 w 374735"/>
              <a:gd name="connsiteY3" fmla="*/ 0 h 627321"/>
              <a:gd name="connsiteX0" fmla="*/ 154757 w 324878"/>
              <a:gd name="connsiteY0" fmla="*/ 627321 h 627321"/>
              <a:gd name="connsiteX1" fmla="*/ 5901 w 324878"/>
              <a:gd name="connsiteY1" fmla="*/ 446567 h 627321"/>
              <a:gd name="connsiteX2" fmla="*/ 59064 w 324878"/>
              <a:gd name="connsiteY2" fmla="*/ 127590 h 627321"/>
              <a:gd name="connsiteX3" fmla="*/ 324878 w 324878"/>
              <a:gd name="connsiteY3" fmla="*/ 0 h 627321"/>
              <a:gd name="connsiteX0" fmla="*/ 211684 w 328642"/>
              <a:gd name="connsiteY0" fmla="*/ 669851 h 669851"/>
              <a:gd name="connsiteX1" fmla="*/ 9665 w 328642"/>
              <a:gd name="connsiteY1" fmla="*/ 446567 h 669851"/>
              <a:gd name="connsiteX2" fmla="*/ 62828 w 328642"/>
              <a:gd name="connsiteY2" fmla="*/ 127590 h 669851"/>
              <a:gd name="connsiteX3" fmla="*/ 328642 w 328642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27590 h 669851"/>
              <a:gd name="connsiteX3" fmla="*/ 432114 w 432114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94497 h 669851"/>
              <a:gd name="connsiteX3" fmla="*/ 432114 w 432114"/>
              <a:gd name="connsiteY3" fmla="*/ 0 h 669851"/>
              <a:gd name="connsiteX0" fmla="*/ 198844 w 416163"/>
              <a:gd name="connsiteY0" fmla="*/ 669851 h 669851"/>
              <a:gd name="connsiteX1" fmla="*/ 19127 w 416163"/>
              <a:gd name="connsiteY1" fmla="*/ 502324 h 669851"/>
              <a:gd name="connsiteX2" fmla="*/ 49988 w 416163"/>
              <a:gd name="connsiteY2" fmla="*/ 194497 h 669851"/>
              <a:gd name="connsiteX3" fmla="*/ 416163 w 416163"/>
              <a:gd name="connsiteY3" fmla="*/ 0 h 66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163" h="669851">
                <a:moveTo>
                  <a:pt x="198844" y="669851"/>
                </a:moveTo>
                <a:cubicBezTo>
                  <a:pt x="105809" y="631750"/>
                  <a:pt x="43936" y="581550"/>
                  <a:pt x="19127" y="502324"/>
                </a:cubicBezTo>
                <a:cubicBezTo>
                  <a:pt x="-5682" y="423098"/>
                  <a:pt x="-16185" y="278218"/>
                  <a:pt x="49988" y="194497"/>
                </a:cubicBezTo>
                <a:cubicBezTo>
                  <a:pt x="116161" y="110776"/>
                  <a:pt x="314267" y="24809"/>
                  <a:pt x="416163" y="0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FA02C7F-C6D9-4862-9B66-7CBFED826904}"/>
              </a:ext>
            </a:extLst>
          </p:cNvPr>
          <p:cNvSpPr txBox="1"/>
          <p:nvPr/>
        </p:nvSpPr>
        <p:spPr>
          <a:xfrm>
            <a:off x="6349317" y="3408385"/>
            <a:ext cx="94805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Low volume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82E0003-0345-4F48-ABB2-087B649CB60C}"/>
              </a:ext>
            </a:extLst>
          </p:cNvPr>
          <p:cNvSpPr/>
          <p:nvPr/>
        </p:nvSpPr>
        <p:spPr>
          <a:xfrm>
            <a:off x="8594539" y="3892092"/>
            <a:ext cx="90355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Keep all the H</a:t>
            </a:r>
            <a:r>
              <a:rPr lang="en-US" sz="1200" i="1" baseline="-25000">
                <a:solidFill>
                  <a:schemeClr val="accent6"/>
                </a:solidFill>
              </a:rPr>
              <a:t>2</a:t>
            </a:r>
            <a:r>
              <a:rPr lang="en-US" sz="1200" i="1">
                <a:solidFill>
                  <a:schemeClr val="accent6"/>
                </a:solidFill>
              </a:rPr>
              <a:t>O you can</a:t>
            </a:r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8315A9D0-7AB9-47CF-921D-A82D63C8038C}"/>
              </a:ext>
            </a:extLst>
          </p:cNvPr>
          <p:cNvSpPr/>
          <p:nvPr/>
        </p:nvSpPr>
        <p:spPr>
          <a:xfrm>
            <a:off x="7706984" y="4541091"/>
            <a:ext cx="884528" cy="380137"/>
          </a:xfrm>
          <a:custGeom>
            <a:avLst/>
            <a:gdLst>
              <a:gd name="connsiteX0" fmla="*/ 635619 w 635619"/>
              <a:gd name="connsiteY0" fmla="*/ 267629 h 267629"/>
              <a:gd name="connsiteX1" fmla="*/ 512956 w 635619"/>
              <a:gd name="connsiteY1" fmla="*/ 78059 h 267629"/>
              <a:gd name="connsiteX2" fmla="*/ 234175 w 635619"/>
              <a:gd name="connsiteY2" fmla="*/ 22303 h 267629"/>
              <a:gd name="connsiteX3" fmla="*/ 0 w 635619"/>
              <a:gd name="connsiteY3" fmla="*/ 0 h 267629"/>
              <a:gd name="connsiteX4" fmla="*/ 0 w 635619"/>
              <a:gd name="connsiteY4" fmla="*/ 0 h 267629"/>
              <a:gd name="connsiteX5" fmla="*/ 11151 w 635619"/>
              <a:gd name="connsiteY5" fmla="*/ 0 h 267629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5" fmla="*/ 11151 w 664857"/>
              <a:gd name="connsiteY5" fmla="*/ 0 h 175731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0" fmla="*/ 682203 w 682203"/>
              <a:gd name="connsiteY0" fmla="*/ 175993 h 175993"/>
              <a:gd name="connsiteX1" fmla="*/ 530302 w 682203"/>
              <a:gd name="connsiteY1" fmla="*/ 78321 h 175993"/>
              <a:gd name="connsiteX2" fmla="*/ 251521 w 682203"/>
              <a:gd name="connsiteY2" fmla="*/ 22565 h 175993"/>
              <a:gd name="connsiteX3" fmla="*/ 17346 w 682203"/>
              <a:gd name="connsiteY3" fmla="*/ 262 h 175993"/>
              <a:gd name="connsiteX4" fmla="*/ 17346 w 682203"/>
              <a:gd name="connsiteY4" fmla="*/ 35516 h 175993"/>
              <a:gd name="connsiteX0" fmla="*/ 664857 w 664857"/>
              <a:gd name="connsiteY0" fmla="*/ 165448 h 165448"/>
              <a:gd name="connsiteX1" fmla="*/ 512956 w 664857"/>
              <a:gd name="connsiteY1" fmla="*/ 67776 h 165448"/>
              <a:gd name="connsiteX2" fmla="*/ 234175 w 664857"/>
              <a:gd name="connsiteY2" fmla="*/ 12020 h 165448"/>
              <a:gd name="connsiteX3" fmla="*/ 155399 w 664857"/>
              <a:gd name="connsiteY3" fmla="*/ 734 h 165448"/>
              <a:gd name="connsiteX4" fmla="*/ 0 w 664857"/>
              <a:gd name="connsiteY4" fmla="*/ 24971 h 165448"/>
              <a:gd name="connsiteX0" fmla="*/ 664857 w 664857"/>
              <a:gd name="connsiteY0" fmla="*/ 164811 h 164811"/>
              <a:gd name="connsiteX1" fmla="*/ 512956 w 664857"/>
              <a:gd name="connsiteY1" fmla="*/ 67139 h 164811"/>
              <a:gd name="connsiteX2" fmla="*/ 331854 w 664857"/>
              <a:gd name="connsiteY2" fmla="*/ 17993 h 164811"/>
              <a:gd name="connsiteX3" fmla="*/ 155399 w 664857"/>
              <a:gd name="connsiteY3" fmla="*/ 97 h 164811"/>
              <a:gd name="connsiteX4" fmla="*/ 0 w 664857"/>
              <a:gd name="connsiteY4" fmla="*/ 24334 h 164811"/>
              <a:gd name="connsiteX0" fmla="*/ 664857 w 664857"/>
              <a:gd name="connsiteY0" fmla="*/ 165978 h 165978"/>
              <a:gd name="connsiteX1" fmla="*/ 512956 w 664857"/>
              <a:gd name="connsiteY1" fmla="*/ 68306 h 165978"/>
              <a:gd name="connsiteX2" fmla="*/ 380694 w 664857"/>
              <a:gd name="connsiteY2" fmla="*/ 10346 h 165978"/>
              <a:gd name="connsiteX3" fmla="*/ 155399 w 664857"/>
              <a:gd name="connsiteY3" fmla="*/ 1264 h 165978"/>
              <a:gd name="connsiteX4" fmla="*/ 0 w 664857"/>
              <a:gd name="connsiteY4" fmla="*/ 25501 h 165978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4881 h 164881"/>
              <a:gd name="connsiteX1" fmla="*/ 579556 w 678177"/>
              <a:gd name="connsiteY1" fmla="*/ 51785 h 164881"/>
              <a:gd name="connsiteX2" fmla="*/ 394014 w 678177"/>
              <a:gd name="connsiteY2" fmla="*/ 9249 h 164881"/>
              <a:gd name="connsiteX3" fmla="*/ 168719 w 678177"/>
              <a:gd name="connsiteY3" fmla="*/ 167 h 164881"/>
              <a:gd name="connsiteX4" fmla="*/ 0 w 678177"/>
              <a:gd name="connsiteY4" fmla="*/ 13387 h 16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177" h="164881">
                <a:moveTo>
                  <a:pt x="678177" y="164881"/>
                </a:moveTo>
                <a:cubicBezTo>
                  <a:pt x="650299" y="90540"/>
                  <a:pt x="626916" y="77724"/>
                  <a:pt x="579556" y="51785"/>
                </a:cubicBezTo>
                <a:cubicBezTo>
                  <a:pt x="532196" y="25846"/>
                  <a:pt x="462487" y="17852"/>
                  <a:pt x="394014" y="9249"/>
                </a:cubicBezTo>
                <a:cubicBezTo>
                  <a:pt x="325541" y="646"/>
                  <a:pt x="234388" y="-523"/>
                  <a:pt x="168719" y="167"/>
                </a:cubicBezTo>
                <a:cubicBezTo>
                  <a:pt x="103050" y="857"/>
                  <a:pt x="31080" y="3839"/>
                  <a:pt x="0" y="1338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6ADAB7-2F39-4CAA-B08A-356209059E22}"/>
              </a:ext>
            </a:extLst>
          </p:cNvPr>
          <p:cNvSpPr txBox="1"/>
          <p:nvPr/>
        </p:nvSpPr>
        <p:spPr>
          <a:xfrm>
            <a:off x="7202416" y="6059115"/>
            <a:ext cx="94805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/>
                </a:solidFill>
              </a:rPr>
              <a:t>Low ECV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B6665AC-EC67-4A71-8122-A582F97AF14A}"/>
              </a:ext>
            </a:extLst>
          </p:cNvPr>
          <p:cNvSpPr txBox="1"/>
          <p:nvPr/>
        </p:nvSpPr>
        <p:spPr>
          <a:xfrm>
            <a:off x="8316501" y="6279402"/>
            <a:ext cx="548226" cy="30777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Renin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2BE3ED7-0D39-4142-9731-D2077874F74D}"/>
              </a:ext>
            </a:extLst>
          </p:cNvPr>
          <p:cNvCxnSpPr>
            <a:cxnSpLocks/>
          </p:cNvCxnSpPr>
          <p:nvPr/>
        </p:nvCxnSpPr>
        <p:spPr>
          <a:xfrm flipV="1">
            <a:off x="8864727" y="6445504"/>
            <a:ext cx="3421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946ED7C-4A8F-4AF0-854F-C4976DA0B10B}"/>
              </a:ext>
            </a:extLst>
          </p:cNvPr>
          <p:cNvSpPr txBox="1"/>
          <p:nvPr/>
        </p:nvSpPr>
        <p:spPr>
          <a:xfrm>
            <a:off x="8949953" y="5771829"/>
            <a:ext cx="1080276" cy="30777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 err="1">
                <a:solidFill>
                  <a:schemeClr val="bg1"/>
                </a:solidFill>
              </a:rPr>
              <a:t>Aldosterone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3AB2E116-0F0B-4A51-84E1-DC34B73FA9E3}"/>
              </a:ext>
            </a:extLst>
          </p:cNvPr>
          <p:cNvSpPr/>
          <p:nvPr/>
        </p:nvSpPr>
        <p:spPr>
          <a:xfrm>
            <a:off x="9116927" y="6088154"/>
            <a:ext cx="413679" cy="356282"/>
          </a:xfrm>
          <a:custGeom>
            <a:avLst/>
            <a:gdLst>
              <a:gd name="connsiteX0" fmla="*/ 0 w 452341"/>
              <a:gd name="connsiteY0" fmla="*/ 390293 h 418191"/>
              <a:gd name="connsiteX1" fmla="*/ 301083 w 452341"/>
              <a:gd name="connsiteY1" fmla="*/ 390293 h 418191"/>
              <a:gd name="connsiteX2" fmla="*/ 446049 w 452341"/>
              <a:gd name="connsiteY2" fmla="*/ 100361 h 418191"/>
              <a:gd name="connsiteX3" fmla="*/ 412596 w 452341"/>
              <a:gd name="connsiteY3" fmla="*/ 0 h 418191"/>
              <a:gd name="connsiteX0" fmla="*/ 0 w 436630"/>
              <a:gd name="connsiteY0" fmla="*/ 390293 h 411548"/>
              <a:gd name="connsiteX1" fmla="*/ 301083 w 436630"/>
              <a:gd name="connsiteY1" fmla="*/ 390293 h 411548"/>
              <a:gd name="connsiteX2" fmla="*/ 425729 w 436630"/>
              <a:gd name="connsiteY2" fmla="*/ 196881 h 411548"/>
              <a:gd name="connsiteX3" fmla="*/ 412596 w 436630"/>
              <a:gd name="connsiteY3" fmla="*/ 0 h 411548"/>
              <a:gd name="connsiteX0" fmla="*/ 0 w 433138"/>
              <a:gd name="connsiteY0" fmla="*/ 390293 h 411548"/>
              <a:gd name="connsiteX1" fmla="*/ 301083 w 433138"/>
              <a:gd name="connsiteY1" fmla="*/ 390293 h 411548"/>
              <a:gd name="connsiteX2" fmla="*/ 425729 w 433138"/>
              <a:gd name="connsiteY2" fmla="*/ 196881 h 411548"/>
              <a:gd name="connsiteX3" fmla="*/ 412596 w 433138"/>
              <a:gd name="connsiteY3" fmla="*/ 0 h 411548"/>
              <a:gd name="connsiteX0" fmla="*/ 0 w 475809"/>
              <a:gd name="connsiteY0" fmla="*/ 344573 h 365828"/>
              <a:gd name="connsiteX1" fmla="*/ 301083 w 475809"/>
              <a:gd name="connsiteY1" fmla="*/ 344573 h 365828"/>
              <a:gd name="connsiteX2" fmla="*/ 425729 w 475809"/>
              <a:gd name="connsiteY2" fmla="*/ 151161 h 365828"/>
              <a:gd name="connsiteX3" fmla="*/ 473556 w 475809"/>
              <a:gd name="connsiteY3" fmla="*/ 0 h 365828"/>
              <a:gd name="connsiteX0" fmla="*/ 0 w 475809"/>
              <a:gd name="connsiteY0" fmla="*/ 344573 h 360706"/>
              <a:gd name="connsiteX1" fmla="*/ 301083 w 475809"/>
              <a:gd name="connsiteY1" fmla="*/ 344573 h 360706"/>
              <a:gd name="connsiteX2" fmla="*/ 425729 w 475809"/>
              <a:gd name="connsiteY2" fmla="*/ 232441 h 360706"/>
              <a:gd name="connsiteX3" fmla="*/ 473556 w 475809"/>
              <a:gd name="connsiteY3" fmla="*/ 0 h 360706"/>
              <a:gd name="connsiteX0" fmla="*/ 0 w 480392"/>
              <a:gd name="connsiteY0" fmla="*/ 344573 h 361306"/>
              <a:gd name="connsiteX1" fmla="*/ 301083 w 480392"/>
              <a:gd name="connsiteY1" fmla="*/ 344573 h 361306"/>
              <a:gd name="connsiteX2" fmla="*/ 456209 w 480392"/>
              <a:gd name="connsiteY2" fmla="*/ 222281 h 361306"/>
              <a:gd name="connsiteX3" fmla="*/ 473556 w 480392"/>
              <a:gd name="connsiteY3" fmla="*/ 0 h 361306"/>
              <a:gd name="connsiteX0" fmla="*/ 0 w 479720"/>
              <a:gd name="connsiteY0" fmla="*/ 344573 h 351583"/>
              <a:gd name="connsiteX1" fmla="*/ 316323 w 479720"/>
              <a:gd name="connsiteY1" fmla="*/ 303933 h 351583"/>
              <a:gd name="connsiteX2" fmla="*/ 456209 w 479720"/>
              <a:gd name="connsiteY2" fmla="*/ 222281 h 351583"/>
              <a:gd name="connsiteX3" fmla="*/ 473556 w 479720"/>
              <a:gd name="connsiteY3" fmla="*/ 0 h 351583"/>
              <a:gd name="connsiteX0" fmla="*/ 0 w 479720"/>
              <a:gd name="connsiteY0" fmla="*/ 344573 h 351583"/>
              <a:gd name="connsiteX1" fmla="*/ 316323 w 479720"/>
              <a:gd name="connsiteY1" fmla="*/ 303933 h 351583"/>
              <a:gd name="connsiteX2" fmla="*/ 456209 w 479720"/>
              <a:gd name="connsiteY2" fmla="*/ 222281 h 351583"/>
              <a:gd name="connsiteX3" fmla="*/ 473556 w 479720"/>
              <a:gd name="connsiteY3" fmla="*/ 0 h 351583"/>
              <a:gd name="connsiteX0" fmla="*/ 0 w 479719"/>
              <a:gd name="connsiteY0" fmla="*/ 344573 h 357350"/>
              <a:gd name="connsiteX1" fmla="*/ 316323 w 479719"/>
              <a:gd name="connsiteY1" fmla="*/ 334413 h 357350"/>
              <a:gd name="connsiteX2" fmla="*/ 456209 w 479719"/>
              <a:gd name="connsiteY2" fmla="*/ 222281 h 357350"/>
              <a:gd name="connsiteX3" fmla="*/ 473556 w 479719"/>
              <a:gd name="connsiteY3" fmla="*/ 0 h 357350"/>
              <a:gd name="connsiteX0" fmla="*/ 0 w 413679"/>
              <a:gd name="connsiteY0" fmla="*/ 354733 h 365175"/>
              <a:gd name="connsiteX1" fmla="*/ 250283 w 413679"/>
              <a:gd name="connsiteY1" fmla="*/ 334413 h 365175"/>
              <a:gd name="connsiteX2" fmla="*/ 390169 w 413679"/>
              <a:gd name="connsiteY2" fmla="*/ 222281 h 365175"/>
              <a:gd name="connsiteX3" fmla="*/ 407516 w 413679"/>
              <a:gd name="connsiteY3" fmla="*/ 0 h 365175"/>
              <a:gd name="connsiteX0" fmla="*/ 0 w 413679"/>
              <a:gd name="connsiteY0" fmla="*/ 354733 h 356282"/>
              <a:gd name="connsiteX1" fmla="*/ 250283 w 413679"/>
              <a:gd name="connsiteY1" fmla="*/ 334413 h 356282"/>
              <a:gd name="connsiteX2" fmla="*/ 390169 w 413679"/>
              <a:gd name="connsiteY2" fmla="*/ 222281 h 356282"/>
              <a:gd name="connsiteX3" fmla="*/ 407516 w 413679"/>
              <a:gd name="connsiteY3" fmla="*/ 0 h 356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679" h="356282">
                <a:moveTo>
                  <a:pt x="0" y="354733"/>
                </a:moveTo>
                <a:cubicBezTo>
                  <a:pt x="118451" y="358574"/>
                  <a:pt x="185255" y="356488"/>
                  <a:pt x="250283" y="334413"/>
                </a:cubicBezTo>
                <a:cubicBezTo>
                  <a:pt x="315311" y="312338"/>
                  <a:pt x="363964" y="278016"/>
                  <a:pt x="390169" y="222281"/>
                </a:cubicBezTo>
                <a:cubicBezTo>
                  <a:pt x="416374" y="166546"/>
                  <a:pt x="418295" y="190376"/>
                  <a:pt x="407516" y="0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A1315619-282F-41EF-AF9B-1E0E85420505}"/>
              </a:ext>
            </a:extLst>
          </p:cNvPr>
          <p:cNvSpPr/>
          <p:nvPr/>
        </p:nvSpPr>
        <p:spPr>
          <a:xfrm>
            <a:off x="8591512" y="5109868"/>
            <a:ext cx="947551" cy="641768"/>
          </a:xfrm>
          <a:custGeom>
            <a:avLst/>
            <a:gdLst>
              <a:gd name="connsiteX0" fmla="*/ 863600 w 863600"/>
              <a:gd name="connsiteY0" fmla="*/ 712197 h 712197"/>
              <a:gd name="connsiteX1" fmla="*/ 828040 w 863600"/>
              <a:gd name="connsiteY1" fmla="*/ 427717 h 712197"/>
              <a:gd name="connsiteX2" fmla="*/ 660400 w 863600"/>
              <a:gd name="connsiteY2" fmla="*/ 143237 h 712197"/>
              <a:gd name="connsiteX3" fmla="*/ 223520 w 863600"/>
              <a:gd name="connsiteY3" fmla="*/ 11157 h 712197"/>
              <a:gd name="connsiteX4" fmla="*/ 0 w 863600"/>
              <a:gd name="connsiteY4" fmla="*/ 16237 h 712197"/>
              <a:gd name="connsiteX0" fmla="*/ 863600 w 863600"/>
              <a:gd name="connsiteY0" fmla="*/ 698416 h 698416"/>
              <a:gd name="connsiteX1" fmla="*/ 828040 w 863600"/>
              <a:gd name="connsiteY1" fmla="*/ 413936 h 698416"/>
              <a:gd name="connsiteX2" fmla="*/ 660400 w 863600"/>
              <a:gd name="connsiteY2" fmla="*/ 129456 h 698416"/>
              <a:gd name="connsiteX3" fmla="*/ 223520 w 863600"/>
              <a:gd name="connsiteY3" fmla="*/ 53256 h 698416"/>
              <a:gd name="connsiteX4" fmla="*/ 0 w 863600"/>
              <a:gd name="connsiteY4" fmla="*/ 2456 h 698416"/>
              <a:gd name="connsiteX0" fmla="*/ 883920 w 883920"/>
              <a:gd name="connsiteY0" fmla="*/ 661721 h 661721"/>
              <a:gd name="connsiteX1" fmla="*/ 848360 w 883920"/>
              <a:gd name="connsiteY1" fmla="*/ 377241 h 661721"/>
              <a:gd name="connsiteX2" fmla="*/ 680720 w 883920"/>
              <a:gd name="connsiteY2" fmla="*/ 92761 h 661721"/>
              <a:gd name="connsiteX3" fmla="*/ 243840 w 883920"/>
              <a:gd name="connsiteY3" fmla="*/ 16561 h 661721"/>
              <a:gd name="connsiteX4" fmla="*/ 0 w 883920"/>
              <a:gd name="connsiteY4" fmla="*/ 6401 h 661721"/>
              <a:gd name="connsiteX0" fmla="*/ 899160 w 899160"/>
              <a:gd name="connsiteY0" fmla="*/ 658029 h 658029"/>
              <a:gd name="connsiteX1" fmla="*/ 863600 w 899160"/>
              <a:gd name="connsiteY1" fmla="*/ 373549 h 658029"/>
              <a:gd name="connsiteX2" fmla="*/ 695960 w 899160"/>
              <a:gd name="connsiteY2" fmla="*/ 89069 h 658029"/>
              <a:gd name="connsiteX3" fmla="*/ 259080 w 899160"/>
              <a:gd name="connsiteY3" fmla="*/ 12869 h 658029"/>
              <a:gd name="connsiteX4" fmla="*/ 0 w 899160"/>
              <a:gd name="connsiteY4" fmla="*/ 7789 h 658029"/>
              <a:gd name="connsiteX0" fmla="*/ 899160 w 899160"/>
              <a:gd name="connsiteY0" fmla="*/ 650336 h 650336"/>
              <a:gd name="connsiteX1" fmla="*/ 863600 w 899160"/>
              <a:gd name="connsiteY1" fmla="*/ 365856 h 650336"/>
              <a:gd name="connsiteX2" fmla="*/ 695960 w 899160"/>
              <a:gd name="connsiteY2" fmla="*/ 81376 h 650336"/>
              <a:gd name="connsiteX3" fmla="*/ 259080 w 899160"/>
              <a:gd name="connsiteY3" fmla="*/ 5176 h 650336"/>
              <a:gd name="connsiteX4" fmla="*/ 0 w 899160"/>
              <a:gd name="connsiteY4" fmla="*/ 15336 h 650336"/>
              <a:gd name="connsiteX0" fmla="*/ 899160 w 900294"/>
              <a:gd name="connsiteY0" fmla="*/ 653345 h 653345"/>
              <a:gd name="connsiteX1" fmla="*/ 863600 w 900294"/>
              <a:gd name="connsiteY1" fmla="*/ 368865 h 653345"/>
              <a:gd name="connsiteX2" fmla="*/ 609600 w 900294"/>
              <a:gd name="connsiteY2" fmla="*/ 125025 h 653345"/>
              <a:gd name="connsiteX3" fmla="*/ 259080 w 900294"/>
              <a:gd name="connsiteY3" fmla="*/ 8185 h 653345"/>
              <a:gd name="connsiteX4" fmla="*/ 0 w 900294"/>
              <a:gd name="connsiteY4" fmla="*/ 18345 h 653345"/>
              <a:gd name="connsiteX0" fmla="*/ 949960 w 949960"/>
              <a:gd name="connsiteY0" fmla="*/ 653345 h 653345"/>
              <a:gd name="connsiteX1" fmla="*/ 863600 w 949960"/>
              <a:gd name="connsiteY1" fmla="*/ 368865 h 653345"/>
              <a:gd name="connsiteX2" fmla="*/ 609600 w 949960"/>
              <a:gd name="connsiteY2" fmla="*/ 125025 h 653345"/>
              <a:gd name="connsiteX3" fmla="*/ 259080 w 949960"/>
              <a:gd name="connsiteY3" fmla="*/ 8185 h 653345"/>
              <a:gd name="connsiteX4" fmla="*/ 0 w 949960"/>
              <a:gd name="connsiteY4" fmla="*/ 18345 h 653345"/>
              <a:gd name="connsiteX0" fmla="*/ 965200 w 965200"/>
              <a:gd name="connsiteY0" fmla="*/ 658425 h 658425"/>
              <a:gd name="connsiteX1" fmla="*/ 863600 w 965200"/>
              <a:gd name="connsiteY1" fmla="*/ 368865 h 658425"/>
              <a:gd name="connsiteX2" fmla="*/ 609600 w 965200"/>
              <a:gd name="connsiteY2" fmla="*/ 125025 h 658425"/>
              <a:gd name="connsiteX3" fmla="*/ 259080 w 965200"/>
              <a:gd name="connsiteY3" fmla="*/ 8185 h 658425"/>
              <a:gd name="connsiteX4" fmla="*/ 0 w 965200"/>
              <a:gd name="connsiteY4" fmla="*/ 18345 h 658425"/>
              <a:gd name="connsiteX0" fmla="*/ 995680 w 995680"/>
              <a:gd name="connsiteY0" fmla="*/ 658425 h 658425"/>
              <a:gd name="connsiteX1" fmla="*/ 863600 w 995680"/>
              <a:gd name="connsiteY1" fmla="*/ 368865 h 658425"/>
              <a:gd name="connsiteX2" fmla="*/ 609600 w 995680"/>
              <a:gd name="connsiteY2" fmla="*/ 125025 h 658425"/>
              <a:gd name="connsiteX3" fmla="*/ 259080 w 995680"/>
              <a:gd name="connsiteY3" fmla="*/ 8185 h 658425"/>
              <a:gd name="connsiteX4" fmla="*/ 0 w 995680"/>
              <a:gd name="connsiteY4" fmla="*/ 18345 h 658425"/>
              <a:gd name="connsiteX0" fmla="*/ 995680 w 995680"/>
              <a:gd name="connsiteY0" fmla="*/ 658425 h 658425"/>
              <a:gd name="connsiteX1" fmla="*/ 828040 w 995680"/>
              <a:gd name="connsiteY1" fmla="*/ 323145 h 658425"/>
              <a:gd name="connsiteX2" fmla="*/ 609600 w 995680"/>
              <a:gd name="connsiteY2" fmla="*/ 125025 h 658425"/>
              <a:gd name="connsiteX3" fmla="*/ 259080 w 995680"/>
              <a:gd name="connsiteY3" fmla="*/ 8185 h 658425"/>
              <a:gd name="connsiteX4" fmla="*/ 0 w 995680"/>
              <a:gd name="connsiteY4" fmla="*/ 18345 h 658425"/>
              <a:gd name="connsiteX0" fmla="*/ 929640 w 929640"/>
              <a:gd name="connsiteY0" fmla="*/ 655705 h 655705"/>
              <a:gd name="connsiteX1" fmla="*/ 762000 w 929640"/>
              <a:gd name="connsiteY1" fmla="*/ 320425 h 655705"/>
              <a:gd name="connsiteX2" fmla="*/ 543560 w 929640"/>
              <a:gd name="connsiteY2" fmla="*/ 122305 h 655705"/>
              <a:gd name="connsiteX3" fmla="*/ 193040 w 929640"/>
              <a:gd name="connsiteY3" fmla="*/ 5465 h 655705"/>
              <a:gd name="connsiteX4" fmla="*/ 0 w 929640"/>
              <a:gd name="connsiteY4" fmla="*/ 25785 h 655705"/>
              <a:gd name="connsiteX0" fmla="*/ 909320 w 909320"/>
              <a:gd name="connsiteY0" fmla="*/ 660287 h 660287"/>
              <a:gd name="connsiteX1" fmla="*/ 741680 w 909320"/>
              <a:gd name="connsiteY1" fmla="*/ 325007 h 660287"/>
              <a:gd name="connsiteX2" fmla="*/ 523240 w 909320"/>
              <a:gd name="connsiteY2" fmla="*/ 126887 h 660287"/>
              <a:gd name="connsiteX3" fmla="*/ 172720 w 909320"/>
              <a:gd name="connsiteY3" fmla="*/ 10047 h 660287"/>
              <a:gd name="connsiteX4" fmla="*/ 0 w 909320"/>
              <a:gd name="connsiteY4" fmla="*/ 15127 h 660287"/>
              <a:gd name="connsiteX0" fmla="*/ 909320 w 909320"/>
              <a:gd name="connsiteY0" fmla="*/ 660287 h 660287"/>
              <a:gd name="connsiteX1" fmla="*/ 767080 w 909320"/>
              <a:gd name="connsiteY1" fmla="*/ 335167 h 660287"/>
              <a:gd name="connsiteX2" fmla="*/ 523240 w 909320"/>
              <a:gd name="connsiteY2" fmla="*/ 126887 h 660287"/>
              <a:gd name="connsiteX3" fmla="*/ 172720 w 909320"/>
              <a:gd name="connsiteY3" fmla="*/ 10047 h 660287"/>
              <a:gd name="connsiteX4" fmla="*/ 0 w 909320"/>
              <a:gd name="connsiteY4" fmla="*/ 15127 h 66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320" h="660287">
                <a:moveTo>
                  <a:pt x="909320" y="660287"/>
                </a:moveTo>
                <a:cubicBezTo>
                  <a:pt x="908473" y="565460"/>
                  <a:pt x="831427" y="424067"/>
                  <a:pt x="767080" y="335167"/>
                </a:cubicBezTo>
                <a:cubicBezTo>
                  <a:pt x="702733" y="246267"/>
                  <a:pt x="622300" y="181074"/>
                  <a:pt x="523240" y="126887"/>
                </a:cubicBezTo>
                <a:cubicBezTo>
                  <a:pt x="424180" y="72700"/>
                  <a:pt x="259927" y="28674"/>
                  <a:pt x="172720" y="10047"/>
                </a:cubicBezTo>
                <a:cubicBezTo>
                  <a:pt x="85513" y="-8580"/>
                  <a:pt x="56726" y="2003"/>
                  <a:pt x="0" y="1512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B0C36246-4A88-4E19-AEBC-17F9CD9C52B0}"/>
              </a:ext>
            </a:extLst>
          </p:cNvPr>
          <p:cNvSpPr/>
          <p:nvPr/>
        </p:nvSpPr>
        <p:spPr>
          <a:xfrm>
            <a:off x="7701133" y="4723538"/>
            <a:ext cx="863423" cy="429644"/>
          </a:xfrm>
          <a:custGeom>
            <a:avLst/>
            <a:gdLst>
              <a:gd name="connsiteX0" fmla="*/ 635619 w 635619"/>
              <a:gd name="connsiteY0" fmla="*/ 267629 h 267629"/>
              <a:gd name="connsiteX1" fmla="*/ 512956 w 635619"/>
              <a:gd name="connsiteY1" fmla="*/ 78059 h 267629"/>
              <a:gd name="connsiteX2" fmla="*/ 234175 w 635619"/>
              <a:gd name="connsiteY2" fmla="*/ 22303 h 267629"/>
              <a:gd name="connsiteX3" fmla="*/ 0 w 635619"/>
              <a:gd name="connsiteY3" fmla="*/ 0 h 267629"/>
              <a:gd name="connsiteX4" fmla="*/ 0 w 635619"/>
              <a:gd name="connsiteY4" fmla="*/ 0 h 267629"/>
              <a:gd name="connsiteX5" fmla="*/ 11151 w 635619"/>
              <a:gd name="connsiteY5" fmla="*/ 0 h 267629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5" fmla="*/ 11151 w 664857"/>
              <a:gd name="connsiteY5" fmla="*/ 0 h 175731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0" fmla="*/ 682203 w 682203"/>
              <a:gd name="connsiteY0" fmla="*/ 175993 h 175993"/>
              <a:gd name="connsiteX1" fmla="*/ 530302 w 682203"/>
              <a:gd name="connsiteY1" fmla="*/ 78321 h 175993"/>
              <a:gd name="connsiteX2" fmla="*/ 251521 w 682203"/>
              <a:gd name="connsiteY2" fmla="*/ 22565 h 175993"/>
              <a:gd name="connsiteX3" fmla="*/ 17346 w 682203"/>
              <a:gd name="connsiteY3" fmla="*/ 262 h 175993"/>
              <a:gd name="connsiteX4" fmla="*/ 17346 w 682203"/>
              <a:gd name="connsiteY4" fmla="*/ 35516 h 175993"/>
              <a:gd name="connsiteX0" fmla="*/ 664857 w 664857"/>
              <a:gd name="connsiteY0" fmla="*/ 165448 h 165448"/>
              <a:gd name="connsiteX1" fmla="*/ 512956 w 664857"/>
              <a:gd name="connsiteY1" fmla="*/ 67776 h 165448"/>
              <a:gd name="connsiteX2" fmla="*/ 234175 w 664857"/>
              <a:gd name="connsiteY2" fmla="*/ 12020 h 165448"/>
              <a:gd name="connsiteX3" fmla="*/ 155399 w 664857"/>
              <a:gd name="connsiteY3" fmla="*/ 734 h 165448"/>
              <a:gd name="connsiteX4" fmla="*/ 0 w 664857"/>
              <a:gd name="connsiteY4" fmla="*/ 24971 h 165448"/>
              <a:gd name="connsiteX0" fmla="*/ 664857 w 664857"/>
              <a:gd name="connsiteY0" fmla="*/ 164811 h 164811"/>
              <a:gd name="connsiteX1" fmla="*/ 512956 w 664857"/>
              <a:gd name="connsiteY1" fmla="*/ 67139 h 164811"/>
              <a:gd name="connsiteX2" fmla="*/ 331854 w 664857"/>
              <a:gd name="connsiteY2" fmla="*/ 17993 h 164811"/>
              <a:gd name="connsiteX3" fmla="*/ 155399 w 664857"/>
              <a:gd name="connsiteY3" fmla="*/ 97 h 164811"/>
              <a:gd name="connsiteX4" fmla="*/ 0 w 664857"/>
              <a:gd name="connsiteY4" fmla="*/ 24334 h 164811"/>
              <a:gd name="connsiteX0" fmla="*/ 664857 w 664857"/>
              <a:gd name="connsiteY0" fmla="*/ 165978 h 165978"/>
              <a:gd name="connsiteX1" fmla="*/ 512956 w 664857"/>
              <a:gd name="connsiteY1" fmla="*/ 68306 h 165978"/>
              <a:gd name="connsiteX2" fmla="*/ 380694 w 664857"/>
              <a:gd name="connsiteY2" fmla="*/ 10346 h 165978"/>
              <a:gd name="connsiteX3" fmla="*/ 155399 w 664857"/>
              <a:gd name="connsiteY3" fmla="*/ 1264 h 165978"/>
              <a:gd name="connsiteX4" fmla="*/ 0 w 664857"/>
              <a:gd name="connsiteY4" fmla="*/ 25501 h 165978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4881 h 164881"/>
              <a:gd name="connsiteX1" fmla="*/ 579556 w 678177"/>
              <a:gd name="connsiteY1" fmla="*/ 51785 h 164881"/>
              <a:gd name="connsiteX2" fmla="*/ 394014 w 678177"/>
              <a:gd name="connsiteY2" fmla="*/ 9249 h 164881"/>
              <a:gd name="connsiteX3" fmla="*/ 168719 w 678177"/>
              <a:gd name="connsiteY3" fmla="*/ 167 h 164881"/>
              <a:gd name="connsiteX4" fmla="*/ 0 w 678177"/>
              <a:gd name="connsiteY4" fmla="*/ 13387 h 16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177" h="164881">
                <a:moveTo>
                  <a:pt x="678177" y="164881"/>
                </a:moveTo>
                <a:cubicBezTo>
                  <a:pt x="650299" y="90540"/>
                  <a:pt x="626916" y="77724"/>
                  <a:pt x="579556" y="51785"/>
                </a:cubicBezTo>
                <a:cubicBezTo>
                  <a:pt x="532196" y="25846"/>
                  <a:pt x="462487" y="17852"/>
                  <a:pt x="394014" y="9249"/>
                </a:cubicBezTo>
                <a:cubicBezTo>
                  <a:pt x="325541" y="646"/>
                  <a:pt x="234388" y="-523"/>
                  <a:pt x="168719" y="167"/>
                </a:cubicBezTo>
                <a:cubicBezTo>
                  <a:pt x="103050" y="857"/>
                  <a:pt x="31080" y="3839"/>
                  <a:pt x="0" y="1338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D4FC6E9-70AB-4C08-A2A4-12F543E41FA0}"/>
              </a:ext>
            </a:extLst>
          </p:cNvPr>
          <p:cNvSpPr txBox="1"/>
          <p:nvPr/>
        </p:nvSpPr>
        <p:spPr>
          <a:xfrm>
            <a:off x="7905301" y="4385795"/>
            <a:ext cx="361836" cy="23083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45720" rtlCol="0">
            <a:sp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</a:t>
            </a:r>
            <a:r>
              <a:rPr lang="en-US" sz="1200" baseline="-25000">
                <a:solidFill>
                  <a:schemeClr val="tx1"/>
                </a:solidFill>
              </a:rPr>
              <a:t>2</a:t>
            </a:r>
            <a:r>
              <a:rPr lang="en-US" sz="120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7B3E18E-38E9-4C48-9247-40A56C498CCE}"/>
              </a:ext>
            </a:extLst>
          </p:cNvPr>
          <p:cNvSpPr txBox="1"/>
          <p:nvPr/>
        </p:nvSpPr>
        <p:spPr>
          <a:xfrm>
            <a:off x="7928044" y="4652876"/>
            <a:ext cx="331320" cy="18466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Na</a:t>
            </a:r>
            <a:r>
              <a:rPr lang="en-US" sz="1200" baseline="30000">
                <a:solidFill>
                  <a:schemeClr val="tx1"/>
                </a:solidFill>
              </a:rPr>
              <a:t>+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7940F75-F454-49B1-B8E9-624A949A68F4}"/>
              </a:ext>
            </a:extLst>
          </p:cNvPr>
          <p:cNvSpPr txBox="1"/>
          <p:nvPr/>
        </p:nvSpPr>
        <p:spPr>
          <a:xfrm>
            <a:off x="6756176" y="465774"/>
            <a:ext cx="17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glucose, mannitol, sorbitol, glycerin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523B865-BB07-43C4-ABBF-80F0011F891A}"/>
              </a:ext>
            </a:extLst>
          </p:cNvPr>
          <p:cNvSpPr/>
          <p:nvPr/>
        </p:nvSpPr>
        <p:spPr>
          <a:xfrm>
            <a:off x="7738408" y="1057959"/>
            <a:ext cx="383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AF8B1-3544-4B90-AF2A-AB41B5FA2893}"/>
              </a:ext>
            </a:extLst>
          </p:cNvPr>
          <p:cNvSpPr/>
          <p:nvPr/>
        </p:nvSpPr>
        <p:spPr>
          <a:xfrm>
            <a:off x="7775979" y="1329065"/>
            <a:ext cx="4598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2CA3A-CE5F-4FA2-BDDA-FFF8BA7BA249}"/>
              </a:ext>
            </a:extLst>
          </p:cNvPr>
          <p:cNvGrpSpPr/>
          <p:nvPr/>
        </p:nvGrpSpPr>
        <p:grpSpPr>
          <a:xfrm>
            <a:off x="4604433" y="960984"/>
            <a:ext cx="1819785" cy="330796"/>
            <a:chOff x="6775525" y="1363912"/>
            <a:chExt cx="1819785" cy="33079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FFCB76B-68FB-4F2C-A11A-DE897A2D0DA6}"/>
                </a:ext>
              </a:extLst>
            </p:cNvPr>
            <p:cNvSpPr/>
            <p:nvPr/>
          </p:nvSpPr>
          <p:spPr>
            <a:xfrm>
              <a:off x="6775525" y="1363912"/>
              <a:ext cx="1248012" cy="330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6070DC7-5064-47E5-B903-B22AD51C45FA}"/>
                </a:ext>
              </a:extLst>
            </p:cNvPr>
            <p:cNvSpPr/>
            <p:nvPr/>
          </p:nvSpPr>
          <p:spPr>
            <a:xfrm>
              <a:off x="8023537" y="1363912"/>
              <a:ext cx="571773" cy="3307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Protein/ lipid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3EEFB8-2A7D-4DF5-A549-637BEBEB473B}"/>
              </a:ext>
            </a:extLst>
          </p:cNvPr>
          <p:cNvSpPr/>
          <p:nvPr/>
        </p:nvSpPr>
        <p:spPr>
          <a:xfrm>
            <a:off x="9486839" y="919459"/>
            <a:ext cx="466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BUN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E900BB-376E-44B5-8F55-22CF5E10CCAA}"/>
              </a:ext>
            </a:extLst>
          </p:cNvPr>
          <p:cNvCxnSpPr>
            <a:cxnSpLocks/>
          </p:cNvCxnSpPr>
          <p:nvPr/>
        </p:nvCxnSpPr>
        <p:spPr>
          <a:xfrm flipV="1">
            <a:off x="9445579" y="1164012"/>
            <a:ext cx="147968" cy="1709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A66AAE1-9A14-4F28-B481-7D9173683DF6}"/>
              </a:ext>
            </a:extLst>
          </p:cNvPr>
          <p:cNvSpPr/>
          <p:nvPr/>
        </p:nvSpPr>
        <p:spPr>
          <a:xfrm rot="20509696">
            <a:off x="7444933" y="1056336"/>
            <a:ext cx="365760" cy="105878"/>
          </a:xfrm>
          <a:custGeom>
            <a:avLst/>
            <a:gdLst>
              <a:gd name="connsiteX0" fmla="*/ 0 w 365760"/>
              <a:gd name="connsiteY0" fmla="*/ 105878 h 105878"/>
              <a:gd name="connsiteX1" fmla="*/ 134754 w 365760"/>
              <a:gd name="connsiteY1" fmla="*/ 19250 h 105878"/>
              <a:gd name="connsiteX2" fmla="*/ 365760 w 365760"/>
              <a:gd name="connsiteY2" fmla="*/ 0 h 10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105878">
                <a:moveTo>
                  <a:pt x="0" y="105878"/>
                </a:moveTo>
                <a:cubicBezTo>
                  <a:pt x="36897" y="71387"/>
                  <a:pt x="73794" y="36896"/>
                  <a:pt x="134754" y="19250"/>
                </a:cubicBezTo>
                <a:cubicBezTo>
                  <a:pt x="195714" y="1604"/>
                  <a:pt x="280737" y="802"/>
                  <a:pt x="36576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47C954-732E-47CA-9F21-A9320065B971}"/>
              </a:ext>
            </a:extLst>
          </p:cNvPr>
          <p:cNvSpPr/>
          <p:nvPr/>
        </p:nvSpPr>
        <p:spPr>
          <a:xfrm>
            <a:off x="6902843" y="1704426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136384-65F0-4504-BE06-B3FBF6CC2744}"/>
              </a:ext>
            </a:extLst>
          </p:cNvPr>
          <p:cNvSpPr/>
          <p:nvPr/>
        </p:nvSpPr>
        <p:spPr>
          <a:xfrm>
            <a:off x="7548540" y="1798655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B2D338A-E96D-47CD-AA40-6A835427903D}"/>
              </a:ext>
            </a:extLst>
          </p:cNvPr>
          <p:cNvSpPr/>
          <p:nvPr/>
        </p:nvSpPr>
        <p:spPr>
          <a:xfrm>
            <a:off x="7107662" y="1482090"/>
            <a:ext cx="115503" cy="259882"/>
          </a:xfrm>
          <a:custGeom>
            <a:avLst/>
            <a:gdLst>
              <a:gd name="connsiteX0" fmla="*/ 115503 w 115503"/>
              <a:gd name="connsiteY0" fmla="*/ 0 h 259882"/>
              <a:gd name="connsiteX1" fmla="*/ 38501 w 115503"/>
              <a:gd name="connsiteY1" fmla="*/ 96253 h 259882"/>
              <a:gd name="connsiteX2" fmla="*/ 0 w 115503"/>
              <a:gd name="connsiteY2" fmla="*/ 259882 h 2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03" h="259882">
                <a:moveTo>
                  <a:pt x="115503" y="0"/>
                </a:moveTo>
                <a:cubicBezTo>
                  <a:pt x="86627" y="26469"/>
                  <a:pt x="57751" y="52939"/>
                  <a:pt x="38501" y="96253"/>
                </a:cubicBezTo>
                <a:cubicBezTo>
                  <a:pt x="19251" y="139567"/>
                  <a:pt x="9625" y="199724"/>
                  <a:pt x="0" y="2598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5D80FB3F-3316-480A-94F2-C402FCCA8AC9}"/>
              </a:ext>
            </a:extLst>
          </p:cNvPr>
          <p:cNvSpPr/>
          <p:nvPr/>
        </p:nvSpPr>
        <p:spPr>
          <a:xfrm>
            <a:off x="7502297" y="1587968"/>
            <a:ext cx="163630" cy="211756"/>
          </a:xfrm>
          <a:custGeom>
            <a:avLst/>
            <a:gdLst>
              <a:gd name="connsiteX0" fmla="*/ 0 w 163630"/>
              <a:gd name="connsiteY0" fmla="*/ 0 h 211756"/>
              <a:gd name="connsiteX1" fmla="*/ 115504 w 163630"/>
              <a:gd name="connsiteY1" fmla="*/ 105878 h 211756"/>
              <a:gd name="connsiteX2" fmla="*/ 163630 w 163630"/>
              <a:gd name="connsiteY2" fmla="*/ 211756 h 21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630" h="211756">
                <a:moveTo>
                  <a:pt x="0" y="0"/>
                </a:moveTo>
                <a:cubicBezTo>
                  <a:pt x="44116" y="35292"/>
                  <a:pt x="88232" y="70585"/>
                  <a:pt x="115504" y="105878"/>
                </a:cubicBezTo>
                <a:cubicBezTo>
                  <a:pt x="142776" y="141171"/>
                  <a:pt x="153203" y="176463"/>
                  <a:pt x="163630" y="2117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2AC50F6-2C52-47DC-8366-38B497EC5567}"/>
              </a:ext>
            </a:extLst>
          </p:cNvPr>
          <p:cNvSpPr/>
          <p:nvPr/>
        </p:nvSpPr>
        <p:spPr>
          <a:xfrm>
            <a:off x="7739950" y="862738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EA3F456-DBD6-47E2-B9BC-28EC87BA130F}"/>
              </a:ext>
            </a:extLst>
          </p:cNvPr>
          <p:cNvSpPr txBox="1"/>
          <p:nvPr/>
        </p:nvSpPr>
        <p:spPr>
          <a:xfrm>
            <a:off x="4580341" y="2441140"/>
            <a:ext cx="22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Primary polydipsia</a:t>
            </a:r>
          </a:p>
          <a:p>
            <a:r>
              <a:rPr lang="en-US" sz="1600"/>
              <a:t>Beer </a:t>
            </a:r>
            <a:r>
              <a:rPr lang="en-US" sz="1600" err="1"/>
              <a:t>potomania</a:t>
            </a:r>
            <a:endParaRPr lang="en-US" sz="1600"/>
          </a:p>
          <a:p>
            <a:r>
              <a:rPr lang="en-US" sz="1600"/>
              <a:t>Tea and toast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A9A5AED-3C2B-4CC8-8BC6-7126755C6E64}"/>
              </a:ext>
            </a:extLst>
          </p:cNvPr>
          <p:cNvSpPr txBox="1"/>
          <p:nvPr/>
        </p:nvSpPr>
        <p:spPr>
          <a:xfrm>
            <a:off x="4587274" y="4038525"/>
            <a:ext cx="22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True hypovolemia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Heart failure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Cirrhosis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50A8EA8-5769-4CB5-8B86-852A1A9BA7E3}"/>
              </a:ext>
            </a:extLst>
          </p:cNvPr>
          <p:cNvSpPr txBox="1"/>
          <p:nvPr/>
        </p:nvSpPr>
        <p:spPr>
          <a:xfrm>
            <a:off x="8684285" y="565669"/>
            <a:ext cx="1345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BUN, ETOH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301DF-8E7A-44D0-9DD3-166CD8D801A2}"/>
              </a:ext>
            </a:extLst>
          </p:cNvPr>
          <p:cNvCxnSpPr>
            <a:cxnSpLocks/>
          </p:cNvCxnSpPr>
          <p:nvPr/>
        </p:nvCxnSpPr>
        <p:spPr>
          <a:xfrm>
            <a:off x="3839785" y="2164738"/>
            <a:ext cx="6092141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A83757-2BD3-4310-940E-C9355D9EF56B}"/>
              </a:ext>
            </a:extLst>
          </p:cNvPr>
          <p:cNvCxnSpPr>
            <a:cxnSpLocks/>
          </p:cNvCxnSpPr>
          <p:nvPr/>
        </p:nvCxnSpPr>
        <p:spPr>
          <a:xfrm>
            <a:off x="3781008" y="3689866"/>
            <a:ext cx="206247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FBCE41DE-FB3C-4B67-946E-AD07FC95DE8C}"/>
              </a:ext>
            </a:extLst>
          </p:cNvPr>
          <p:cNvSpPr txBox="1"/>
          <p:nvPr/>
        </p:nvSpPr>
        <p:spPr>
          <a:xfrm>
            <a:off x="3050336" y="5713204"/>
            <a:ext cx="26440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Diuretics (e.g., loop, thiazide)</a:t>
            </a:r>
          </a:p>
          <a:p>
            <a:r>
              <a:rPr lang="en-US" sz="1600" dirty="0"/>
              <a:t>Adrenal Insufficiency</a:t>
            </a:r>
          </a:p>
          <a:p>
            <a:r>
              <a:rPr lang="en-US" sz="1600" dirty="0"/>
              <a:t>Hypothyroidism</a:t>
            </a:r>
          </a:p>
          <a:p>
            <a:r>
              <a:rPr lang="en-US" sz="1600" dirty="0"/>
              <a:t>SIADH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3099120-4671-470F-B958-378180E4E308}"/>
              </a:ext>
            </a:extLst>
          </p:cNvPr>
          <p:cNvSpPr txBox="1"/>
          <p:nvPr/>
        </p:nvSpPr>
        <p:spPr>
          <a:xfrm>
            <a:off x="4511237" y="457947"/>
            <a:ext cx="196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TGs or ↑ protein (e.g. </a:t>
            </a:r>
            <a:r>
              <a:rPr lang="en-US" sz="1400" dirty="0">
                <a:solidFill>
                  <a:schemeClr val="accent5"/>
                </a:solidFill>
              </a:rPr>
              <a:t>multiple myeloma)</a:t>
            </a:r>
          </a:p>
        </p:txBody>
      </p:sp>
      <p:sp>
        <p:nvSpPr>
          <p:cNvPr id="182" name="Urine Na">
            <a:extLst>
              <a:ext uri="{FF2B5EF4-FFF2-40B4-BE49-F238E27FC236}">
                <a16:creationId xmlns:a16="http://schemas.microsoft.com/office/drawing/2014/main" id="{3A2DD92B-A64A-4B29-9CCC-1EE5CFACE3B4}"/>
              </a:ext>
            </a:extLst>
          </p:cNvPr>
          <p:cNvSpPr txBox="1"/>
          <p:nvPr/>
        </p:nvSpPr>
        <p:spPr>
          <a:xfrm>
            <a:off x="1589376" y="3932711"/>
            <a:ext cx="1758357" cy="1107996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Urine Na</a:t>
            </a:r>
            <a:r>
              <a:rPr lang="en-US" baseline="30000"/>
              <a:t>+</a:t>
            </a:r>
          </a:p>
          <a:p>
            <a:pPr algn="ctr"/>
            <a:r>
              <a:rPr lang="en-US" sz="1600" i="1"/>
              <a:t>Are the kidneys seeing enough fluid? 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D3E92CA-3998-4730-83E5-5D6B924593CB}"/>
              </a:ext>
            </a:extLst>
          </p:cNvPr>
          <p:cNvCxnSpPr>
            <a:cxnSpLocks/>
            <a:endCxn id="109" idx="0"/>
          </p:cNvCxnSpPr>
          <p:nvPr/>
        </p:nvCxnSpPr>
        <p:spPr>
          <a:xfrm flipH="1">
            <a:off x="3452923" y="3881305"/>
            <a:ext cx="8592" cy="14328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1CF3F9F1-1072-4C24-91CB-0BADE98B330F}"/>
              </a:ext>
            </a:extLst>
          </p:cNvPr>
          <p:cNvSpPr txBox="1"/>
          <p:nvPr/>
        </p:nvSpPr>
        <p:spPr>
          <a:xfrm>
            <a:off x="2781685" y="3539594"/>
            <a:ext cx="556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ON</a:t>
            </a:r>
          </a:p>
        </p:txBody>
      </p:sp>
      <p:pic>
        <p:nvPicPr>
          <p:cNvPr id="186" name="Graphic 185" descr="Cursor">
            <a:extLst>
              <a:ext uri="{FF2B5EF4-FFF2-40B4-BE49-F238E27FC236}">
                <a16:creationId xmlns:a16="http://schemas.microsoft.com/office/drawing/2014/main" id="{419F35B7-720D-4B27-B1F6-3DADE2212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3624" y="4362364"/>
            <a:ext cx="247550" cy="247550"/>
          </a:xfrm>
          <a:prstGeom prst="rect">
            <a:avLst/>
          </a:prstGeom>
        </p:spPr>
      </p:pic>
      <p:sp>
        <p:nvSpPr>
          <p:cNvPr id="187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AF3D9ADD-63DF-4246-8C40-5E1B242710FF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91" name="Graphic 190" descr="Cursor">
            <a:extLst>
              <a:ext uri="{FF2B5EF4-FFF2-40B4-BE49-F238E27FC236}">
                <a16:creationId xmlns:a16="http://schemas.microsoft.com/office/drawing/2014/main" id="{3392DABF-FACE-4D2F-9F94-EDA194B47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193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0FB8A3AF-3E7E-4CE3-B20A-9BA61A38D5EF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94" name="Graphic 193" descr="Cursor">
            <a:extLst>
              <a:ext uri="{FF2B5EF4-FFF2-40B4-BE49-F238E27FC236}">
                <a16:creationId xmlns:a16="http://schemas.microsoft.com/office/drawing/2014/main" id="{A1781A31-D652-4EAA-B940-1000B2FF1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195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34FF391A-A90D-49FF-8C73-5AABF0788A79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Step 3: </a:t>
            </a:r>
            <a:r>
              <a:rPr lang="en-US" sz="1600" b="1" dirty="0" err="1">
                <a:solidFill>
                  <a:schemeClr val="bg1"/>
                </a:solidFill>
              </a:rPr>
              <a:t>U</a:t>
            </a:r>
            <a:r>
              <a:rPr lang="en-US" sz="1600" b="1" baseline="-25000" dirty="0" err="1">
                <a:solidFill>
                  <a:schemeClr val="bg1"/>
                </a:solidFill>
              </a:rPr>
              <a:t>Na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97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3107CB09-6A1A-40A9-A8D6-FC2BAE5E2D0C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98" name="Graphic 197" descr="Cursor">
            <a:extLst>
              <a:ext uri="{FF2B5EF4-FFF2-40B4-BE49-F238E27FC236}">
                <a16:creationId xmlns:a16="http://schemas.microsoft.com/office/drawing/2014/main" id="{4EF15629-C292-42E5-B592-2D1A3C5F0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  <p:pic>
        <p:nvPicPr>
          <p:cNvPr id="199" name="Graphic 198" descr="Cursor">
            <a:extLst>
              <a:ext uri="{FF2B5EF4-FFF2-40B4-BE49-F238E27FC236}">
                <a16:creationId xmlns:a16="http://schemas.microsoft.com/office/drawing/2014/main" id="{AF5756F7-D108-427A-BEAE-8E36A88F7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3277" y="5577351"/>
            <a:ext cx="247550" cy="247550"/>
          </a:xfrm>
          <a:prstGeom prst="rect">
            <a:avLst/>
          </a:prstGeom>
        </p:spPr>
      </p:pic>
      <p:sp>
        <p:nvSpPr>
          <p:cNvPr id="200" name="High Serum Osm category">
            <a:extLst>
              <a:ext uri="{FF2B5EF4-FFF2-40B4-BE49-F238E27FC236}">
                <a16:creationId xmlns:a16="http://schemas.microsoft.com/office/drawing/2014/main" id="{4B5F29F3-C806-443A-BC78-A9CDA7236C33}"/>
              </a:ext>
            </a:extLst>
          </p:cNvPr>
          <p:cNvSpPr txBox="1"/>
          <p:nvPr/>
        </p:nvSpPr>
        <p:spPr>
          <a:xfrm>
            <a:off x="9607083" y="2674203"/>
            <a:ext cx="247061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Low volume or ECV prompts ADH secretion from the pituitary and activates the RAAS. </a:t>
            </a:r>
            <a:r>
              <a:rPr lang="en-US" sz="1400" dirty="0">
                <a:solidFill>
                  <a:srgbClr val="000000"/>
                </a:solidFill>
              </a:rPr>
              <a:t>RAAS activation leads the kidneys to reclaim Na from the urine resulting in a low urine Na (&lt;25). This occurs with true hypovolemia or ↓ECV states such as HF and cirrhosis. </a:t>
            </a:r>
          </a:p>
        </p:txBody>
      </p:sp>
      <p:sp>
        <p:nvSpPr>
          <p:cNvPr id="203" name="High Serum Osm category">
            <a:extLst>
              <a:ext uri="{FF2B5EF4-FFF2-40B4-BE49-F238E27FC236}">
                <a16:creationId xmlns:a16="http://schemas.microsoft.com/office/drawing/2014/main" id="{F77018AA-6026-4C0E-BBD2-56AF9904B110}"/>
              </a:ext>
            </a:extLst>
          </p:cNvPr>
          <p:cNvSpPr txBox="1"/>
          <p:nvPr/>
        </p:nvSpPr>
        <p:spPr>
          <a:xfrm>
            <a:off x="167821" y="5307061"/>
            <a:ext cx="2838878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SIADH</a:t>
            </a:r>
            <a:r>
              <a:rPr lang="en-US" sz="1400" dirty="0"/>
              <a:t> can occur with certain medications, surgery, pain, brain injury, lung disease, malignancies among many other causes. Common drug culprits are antidepressants, antiepileptics, and antipsychotics. 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92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</p:childTnLst>
        </p:cTn>
      </p:par>
    </p:tnLst>
    <p:bldLst>
      <p:bldP spid="177" grpId="0"/>
      <p:bldP spid="181" grpId="0"/>
      <p:bldP spid="200" grpId="0" animBg="1"/>
      <p:bldP spid="20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B205A4-270B-4BF1-886A-56EF3DF6F4F9}"/>
              </a:ext>
            </a:extLst>
          </p:cNvPr>
          <p:cNvCxnSpPr>
            <a:cxnSpLocks/>
          </p:cNvCxnSpPr>
          <p:nvPr/>
        </p:nvCxnSpPr>
        <p:spPr>
          <a:xfrm>
            <a:off x="8526624" y="114561"/>
            <a:ext cx="1" cy="668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 1">
            <a:extLst>
              <a:ext uri="{FF2B5EF4-FFF2-40B4-BE49-F238E27FC236}">
                <a16:creationId xmlns:a16="http://schemas.microsoft.com/office/drawing/2014/main" id="{BA4326F3-926C-4454-ABBD-A0F4F3AD0E08}"/>
              </a:ext>
            </a:extLst>
          </p:cNvPr>
          <p:cNvSpPr/>
          <p:nvPr/>
        </p:nvSpPr>
        <p:spPr>
          <a:xfrm>
            <a:off x="2577193" y="175935"/>
            <a:ext cx="1776213" cy="4127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8" name="Case 2">
            <a:extLst>
              <a:ext uri="{FF2B5EF4-FFF2-40B4-BE49-F238E27FC236}">
                <a16:creationId xmlns:a16="http://schemas.microsoft.com/office/drawing/2014/main" id="{099BD325-0BBB-4B62-A69E-552145848E96}"/>
              </a:ext>
            </a:extLst>
          </p:cNvPr>
          <p:cNvSpPr/>
          <p:nvPr/>
        </p:nvSpPr>
        <p:spPr>
          <a:xfrm>
            <a:off x="5755236" y="172455"/>
            <a:ext cx="1776213" cy="4127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2</a:t>
            </a:r>
            <a:endParaRPr lang="en-US" dirty="0"/>
          </a:p>
        </p:txBody>
      </p:sp>
      <p:sp>
        <p:nvSpPr>
          <p:cNvPr id="9" name="Case 3">
            <a:extLst>
              <a:ext uri="{FF2B5EF4-FFF2-40B4-BE49-F238E27FC236}">
                <a16:creationId xmlns:a16="http://schemas.microsoft.com/office/drawing/2014/main" id="{5255D6F7-1543-4275-8E21-D3A924A2B092}"/>
              </a:ext>
            </a:extLst>
          </p:cNvPr>
          <p:cNvSpPr/>
          <p:nvPr/>
        </p:nvSpPr>
        <p:spPr>
          <a:xfrm>
            <a:off x="9198873" y="167729"/>
            <a:ext cx="1776213" cy="4127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11" name="Case 1 text">
            <a:extLst>
              <a:ext uri="{FF2B5EF4-FFF2-40B4-BE49-F238E27FC236}">
                <a16:creationId xmlns:a16="http://schemas.microsoft.com/office/drawing/2014/main" id="{44E1E75F-1CDB-4570-BAEB-191EB78567EA}"/>
              </a:ext>
            </a:extLst>
          </p:cNvPr>
          <p:cNvSpPr txBox="1"/>
          <p:nvPr/>
        </p:nvSpPr>
        <p:spPr>
          <a:xfrm>
            <a:off x="2343627" y="670753"/>
            <a:ext cx="26435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40 </a:t>
            </a:r>
            <a:r>
              <a:rPr lang="en-US" sz="1400" dirty="0" err="1"/>
              <a:t>yo</a:t>
            </a:r>
            <a:r>
              <a:rPr lang="en-US" sz="1400" dirty="0"/>
              <a:t> F with nausea/vomiting and diarrhea. Serum Na is 125. </a:t>
            </a:r>
          </a:p>
          <a:p>
            <a:pPr marL="342900" indent="-233363">
              <a:buAutoNum type="arabicPeriod"/>
            </a:pPr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265</a:t>
            </a:r>
          </a:p>
          <a:p>
            <a:pPr marL="342900" indent="-233363">
              <a:buAutoNum type="arabicPeriod"/>
            </a:pPr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400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Na &lt; 10</a:t>
            </a:r>
          </a:p>
        </p:txBody>
      </p:sp>
      <p:sp>
        <p:nvSpPr>
          <p:cNvPr id="27" name="Case 1 - Urine Osm">
            <a:extLst>
              <a:ext uri="{FF2B5EF4-FFF2-40B4-BE49-F238E27FC236}">
                <a16:creationId xmlns:a16="http://schemas.microsoft.com/office/drawing/2014/main" id="{9C5FA4FE-AA0F-4152-9D03-C94D94C67BA4}"/>
              </a:ext>
            </a:extLst>
          </p:cNvPr>
          <p:cNvSpPr/>
          <p:nvPr/>
        </p:nvSpPr>
        <p:spPr>
          <a:xfrm>
            <a:off x="2168493" y="2478615"/>
            <a:ext cx="2693160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28" name="Case 1 - Urine Na">
            <a:extLst>
              <a:ext uri="{FF2B5EF4-FFF2-40B4-BE49-F238E27FC236}">
                <a16:creationId xmlns:a16="http://schemas.microsoft.com/office/drawing/2014/main" id="{2ECE18F6-ED6F-4EFC-A5BF-638BF101310C}"/>
              </a:ext>
            </a:extLst>
          </p:cNvPr>
          <p:cNvSpPr/>
          <p:nvPr/>
        </p:nvSpPr>
        <p:spPr>
          <a:xfrm>
            <a:off x="2169934" y="3069825"/>
            <a:ext cx="2693157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Na</a:t>
            </a:r>
          </a:p>
        </p:txBody>
      </p:sp>
      <p:sp>
        <p:nvSpPr>
          <p:cNvPr id="29" name="Case 1 - serum Osm">
            <a:extLst>
              <a:ext uri="{FF2B5EF4-FFF2-40B4-BE49-F238E27FC236}">
                <a16:creationId xmlns:a16="http://schemas.microsoft.com/office/drawing/2014/main" id="{4BD24F49-DDB6-4888-8E3F-74D9C5FA6685}"/>
              </a:ext>
            </a:extLst>
          </p:cNvPr>
          <p:cNvSpPr/>
          <p:nvPr/>
        </p:nvSpPr>
        <p:spPr>
          <a:xfrm>
            <a:off x="2179072" y="1901138"/>
            <a:ext cx="2684066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32" name="Case 1 - serum Osm answer">
            <a:extLst>
              <a:ext uri="{FF2B5EF4-FFF2-40B4-BE49-F238E27FC236}">
                <a16:creationId xmlns:a16="http://schemas.microsoft.com/office/drawing/2014/main" id="{5A40AF46-E336-49DA-A1FD-718860496FB5}"/>
              </a:ext>
            </a:extLst>
          </p:cNvPr>
          <p:cNvSpPr/>
          <p:nvPr/>
        </p:nvSpPr>
        <p:spPr>
          <a:xfrm>
            <a:off x="2167354" y="1891521"/>
            <a:ext cx="2693156" cy="4637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is low, or true </a:t>
            </a:r>
            <a:r>
              <a:rPr lang="en-US" sz="1400" dirty="0" err="1"/>
              <a:t>hypoNa</a:t>
            </a:r>
            <a:r>
              <a:rPr lang="en-US" sz="1400" dirty="0"/>
              <a:t> </a:t>
            </a:r>
          </a:p>
        </p:txBody>
      </p:sp>
      <p:sp>
        <p:nvSpPr>
          <p:cNvPr id="33" name="Case 1 - renal duplex answer">
            <a:extLst>
              <a:ext uri="{FF2B5EF4-FFF2-40B4-BE49-F238E27FC236}">
                <a16:creationId xmlns:a16="http://schemas.microsoft.com/office/drawing/2014/main" id="{13C9B8AE-5B6A-4355-B107-6124B624FC97}"/>
              </a:ext>
            </a:extLst>
          </p:cNvPr>
          <p:cNvSpPr/>
          <p:nvPr/>
        </p:nvSpPr>
        <p:spPr>
          <a:xfrm>
            <a:off x="2167539" y="2468057"/>
            <a:ext cx="2693161" cy="4369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↑ suggesting ↑ ADH state.</a:t>
            </a:r>
          </a:p>
        </p:txBody>
      </p:sp>
      <p:sp>
        <p:nvSpPr>
          <p:cNvPr id="34" name="Case 1 -bx answer">
            <a:extLst>
              <a:ext uri="{FF2B5EF4-FFF2-40B4-BE49-F238E27FC236}">
                <a16:creationId xmlns:a16="http://schemas.microsoft.com/office/drawing/2014/main" id="{BE35D496-839A-4D67-92E5-2FB83BA4DDF4}"/>
              </a:ext>
            </a:extLst>
          </p:cNvPr>
          <p:cNvSpPr/>
          <p:nvPr/>
        </p:nvSpPr>
        <p:spPr>
          <a:xfrm>
            <a:off x="2160350" y="3053934"/>
            <a:ext cx="2715353" cy="4637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Na is low suggesting low ECV state.</a:t>
            </a:r>
          </a:p>
        </p:txBody>
      </p:sp>
      <p:sp>
        <p:nvSpPr>
          <p:cNvPr id="39" name="Diagnosis - case 1">
            <a:extLst>
              <a:ext uri="{FF2B5EF4-FFF2-40B4-BE49-F238E27FC236}">
                <a16:creationId xmlns:a16="http://schemas.microsoft.com/office/drawing/2014/main" id="{1F8A9B97-F6EF-47D9-B05E-103B3C312186}"/>
              </a:ext>
            </a:extLst>
          </p:cNvPr>
          <p:cNvSpPr/>
          <p:nvPr/>
        </p:nvSpPr>
        <p:spPr>
          <a:xfrm>
            <a:off x="2162955" y="3657907"/>
            <a:ext cx="2682949" cy="103679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40" name="Diagnosis answer">
            <a:extLst>
              <a:ext uri="{FF2B5EF4-FFF2-40B4-BE49-F238E27FC236}">
                <a16:creationId xmlns:a16="http://schemas.microsoft.com/office/drawing/2014/main" id="{15B44213-60F0-43F7-A552-87FBAF0B2261}"/>
              </a:ext>
            </a:extLst>
          </p:cNvPr>
          <p:cNvSpPr/>
          <p:nvPr/>
        </p:nvSpPr>
        <p:spPr>
          <a:xfrm>
            <a:off x="2150193" y="3654565"/>
            <a:ext cx="2715353" cy="10414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Given clinical history of nausea/vomiting and diarrhea, hyponatremia is likely from true hypovolemia.</a:t>
            </a:r>
          </a:p>
        </p:txBody>
      </p:sp>
      <p:sp>
        <p:nvSpPr>
          <p:cNvPr id="57" name="Case 2 - urine Osm">
            <a:extLst>
              <a:ext uri="{FF2B5EF4-FFF2-40B4-BE49-F238E27FC236}">
                <a16:creationId xmlns:a16="http://schemas.microsoft.com/office/drawing/2014/main" id="{2AC3CAA1-796A-4787-90C3-43F1793EF9CB}"/>
              </a:ext>
            </a:extLst>
          </p:cNvPr>
          <p:cNvSpPr/>
          <p:nvPr/>
        </p:nvSpPr>
        <p:spPr>
          <a:xfrm>
            <a:off x="5234494" y="3809443"/>
            <a:ext cx="3011425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58" name="Case 2 - urine Na">
            <a:extLst>
              <a:ext uri="{FF2B5EF4-FFF2-40B4-BE49-F238E27FC236}">
                <a16:creationId xmlns:a16="http://schemas.microsoft.com/office/drawing/2014/main" id="{4108FE3C-5A65-4F40-84D5-A9D4004D2EA5}"/>
              </a:ext>
            </a:extLst>
          </p:cNvPr>
          <p:cNvSpPr/>
          <p:nvPr/>
        </p:nvSpPr>
        <p:spPr>
          <a:xfrm>
            <a:off x="5230927" y="4369961"/>
            <a:ext cx="3016559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Na</a:t>
            </a:r>
          </a:p>
        </p:txBody>
      </p:sp>
      <p:sp>
        <p:nvSpPr>
          <p:cNvPr id="59" name="Case 2 - serum Na">
            <a:extLst>
              <a:ext uri="{FF2B5EF4-FFF2-40B4-BE49-F238E27FC236}">
                <a16:creationId xmlns:a16="http://schemas.microsoft.com/office/drawing/2014/main" id="{7598FE16-3184-45B2-8323-741176FE85F5}"/>
              </a:ext>
            </a:extLst>
          </p:cNvPr>
          <p:cNvSpPr/>
          <p:nvPr/>
        </p:nvSpPr>
        <p:spPr>
          <a:xfrm>
            <a:off x="5194376" y="2541442"/>
            <a:ext cx="3070527" cy="111381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62" name="Case 2 - CNI trough answer">
            <a:extLst>
              <a:ext uri="{FF2B5EF4-FFF2-40B4-BE49-F238E27FC236}">
                <a16:creationId xmlns:a16="http://schemas.microsoft.com/office/drawing/2014/main" id="{7D8EC209-41FD-4089-B60D-EA29368F0A95}"/>
              </a:ext>
            </a:extLst>
          </p:cNvPr>
          <p:cNvSpPr/>
          <p:nvPr/>
        </p:nvSpPr>
        <p:spPr>
          <a:xfrm>
            <a:off x="5184778" y="2518753"/>
            <a:ext cx="3080926" cy="11478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Hyperosm</a:t>
            </a:r>
            <a:r>
              <a:rPr lang="en-US" sz="1400" dirty="0"/>
              <a:t> </a:t>
            </a:r>
            <a:r>
              <a:rPr lang="en-US" sz="1400" dirty="0" err="1"/>
              <a:t>hypoNa</a:t>
            </a:r>
            <a:r>
              <a:rPr lang="en-US" sz="1400" dirty="0"/>
              <a:t>. “something else in the blood.” </a:t>
            </a:r>
            <a:r>
              <a:rPr lang="en-US" sz="1400" dirty="0" err="1"/>
              <a:t>Glc</a:t>
            </a:r>
            <a:r>
              <a:rPr lang="en-US" sz="1400" dirty="0"/>
              <a:t> is the active </a:t>
            </a:r>
            <a:r>
              <a:rPr lang="en-US" sz="1400" dirty="0" err="1"/>
              <a:t>osm</a:t>
            </a:r>
            <a:r>
              <a:rPr lang="en-US" sz="1400" dirty="0"/>
              <a:t>.</a:t>
            </a:r>
          </a:p>
          <a:p>
            <a:pPr algn="ctr"/>
            <a:r>
              <a:rPr lang="en-US" sz="1400" b="1" dirty="0"/>
              <a:t>corrected Na </a:t>
            </a:r>
            <a:r>
              <a:rPr lang="en-US" sz="1400" dirty="0"/>
              <a:t>= measured </a:t>
            </a:r>
            <a:r>
              <a:rPr lang="en-US" sz="1400" b="1" dirty="0"/>
              <a:t>Na </a:t>
            </a:r>
            <a:r>
              <a:rPr lang="en-US" sz="1400" dirty="0"/>
              <a:t>+ [1.6 (</a:t>
            </a:r>
            <a:r>
              <a:rPr lang="en-US" sz="1400" b="1" dirty="0"/>
              <a:t>glucose</a:t>
            </a:r>
            <a:r>
              <a:rPr lang="en-US" sz="1400" dirty="0"/>
              <a:t> – 100) / 100]</a:t>
            </a:r>
          </a:p>
          <a:p>
            <a:pPr algn="ctr"/>
            <a:r>
              <a:rPr lang="en-US" sz="1400" dirty="0"/>
              <a:t>The calculated Na is 131. </a:t>
            </a:r>
          </a:p>
        </p:txBody>
      </p:sp>
      <p:sp>
        <p:nvSpPr>
          <p:cNvPr id="63" name="Case 2 - urine Osm">
            <a:extLst>
              <a:ext uri="{FF2B5EF4-FFF2-40B4-BE49-F238E27FC236}">
                <a16:creationId xmlns:a16="http://schemas.microsoft.com/office/drawing/2014/main" id="{5825D28B-06DB-42A5-B171-9A0FDCF4D6EA}"/>
              </a:ext>
            </a:extLst>
          </p:cNvPr>
          <p:cNvSpPr/>
          <p:nvPr/>
        </p:nvSpPr>
        <p:spPr>
          <a:xfrm>
            <a:off x="5224898" y="3804221"/>
            <a:ext cx="3025920" cy="4309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↑ suggesting ↑ ADH state. </a:t>
            </a:r>
          </a:p>
        </p:txBody>
      </p:sp>
      <p:sp>
        <p:nvSpPr>
          <p:cNvPr id="64" name="Case 2 -bx answer">
            <a:extLst>
              <a:ext uri="{FF2B5EF4-FFF2-40B4-BE49-F238E27FC236}">
                <a16:creationId xmlns:a16="http://schemas.microsoft.com/office/drawing/2014/main" id="{B3BD0C08-F139-41E0-AD29-AC11DE677511}"/>
              </a:ext>
            </a:extLst>
          </p:cNvPr>
          <p:cNvSpPr/>
          <p:nvPr/>
        </p:nvSpPr>
        <p:spPr>
          <a:xfrm>
            <a:off x="5231971" y="4360344"/>
            <a:ext cx="3035341" cy="4503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Na is borderline-low suggesting low ECV.</a:t>
            </a:r>
          </a:p>
        </p:txBody>
      </p:sp>
      <p:sp>
        <p:nvSpPr>
          <p:cNvPr id="66" name="Diagnosis - case 2">
            <a:extLst>
              <a:ext uri="{FF2B5EF4-FFF2-40B4-BE49-F238E27FC236}">
                <a16:creationId xmlns:a16="http://schemas.microsoft.com/office/drawing/2014/main" id="{04049759-12B9-405D-8C15-9F12B65C1DF2}"/>
              </a:ext>
            </a:extLst>
          </p:cNvPr>
          <p:cNvSpPr/>
          <p:nvPr/>
        </p:nvSpPr>
        <p:spPr>
          <a:xfrm>
            <a:off x="5218161" y="4959056"/>
            <a:ext cx="3049151" cy="128646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67" name="Diagnosis 2 answer">
            <a:extLst>
              <a:ext uri="{FF2B5EF4-FFF2-40B4-BE49-F238E27FC236}">
                <a16:creationId xmlns:a16="http://schemas.microsoft.com/office/drawing/2014/main" id="{B94FAB26-E471-47AC-B652-583E619D4199}"/>
              </a:ext>
            </a:extLst>
          </p:cNvPr>
          <p:cNvSpPr/>
          <p:nvPr/>
        </p:nvSpPr>
        <p:spPr>
          <a:xfrm>
            <a:off x="5224898" y="4960410"/>
            <a:ext cx="3085978" cy="12845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patient has hyperosmolar </a:t>
            </a:r>
            <a:r>
              <a:rPr lang="en-US" sz="1400" dirty="0" err="1"/>
              <a:t>hypoNa</a:t>
            </a:r>
            <a:r>
              <a:rPr lang="en-US" sz="1400" dirty="0"/>
              <a:t> 2/2 to excess </a:t>
            </a:r>
            <a:r>
              <a:rPr lang="en-US" sz="1400" dirty="0" err="1"/>
              <a:t>Glc</a:t>
            </a:r>
            <a:r>
              <a:rPr lang="en-US" sz="1400" dirty="0"/>
              <a:t>. However, they also have true </a:t>
            </a:r>
            <a:r>
              <a:rPr lang="en-US" sz="1400" dirty="0" err="1"/>
              <a:t>hypoNa</a:t>
            </a:r>
            <a:r>
              <a:rPr lang="en-US" sz="1400" dirty="0"/>
              <a:t> (that is mild at 131). This hyponatremia is 2/2 to hypovolemia. </a:t>
            </a:r>
          </a:p>
        </p:txBody>
      </p:sp>
      <p:sp>
        <p:nvSpPr>
          <p:cNvPr id="84" name="Case 3 - urine Osm">
            <a:extLst>
              <a:ext uri="{FF2B5EF4-FFF2-40B4-BE49-F238E27FC236}">
                <a16:creationId xmlns:a16="http://schemas.microsoft.com/office/drawing/2014/main" id="{751536CE-D22B-4C68-A50A-0628CE3C2013}"/>
              </a:ext>
            </a:extLst>
          </p:cNvPr>
          <p:cNvSpPr/>
          <p:nvPr/>
        </p:nvSpPr>
        <p:spPr>
          <a:xfrm>
            <a:off x="8683101" y="2697523"/>
            <a:ext cx="2862200" cy="110964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Urine </a:t>
            </a:r>
            <a:r>
              <a:rPr lang="en-US" sz="2000" dirty="0" err="1"/>
              <a:t>Osm</a:t>
            </a:r>
            <a:endParaRPr lang="en-US" sz="2000" dirty="0"/>
          </a:p>
        </p:txBody>
      </p:sp>
      <p:sp>
        <p:nvSpPr>
          <p:cNvPr id="85" name="Case 3- urine Na">
            <a:extLst>
              <a:ext uri="{FF2B5EF4-FFF2-40B4-BE49-F238E27FC236}">
                <a16:creationId xmlns:a16="http://schemas.microsoft.com/office/drawing/2014/main" id="{02102535-020A-44F5-9B47-CD90839F111D}"/>
              </a:ext>
            </a:extLst>
          </p:cNvPr>
          <p:cNvSpPr/>
          <p:nvPr/>
        </p:nvSpPr>
        <p:spPr>
          <a:xfrm>
            <a:off x="8677413" y="3950898"/>
            <a:ext cx="2862198" cy="48211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Na</a:t>
            </a:r>
          </a:p>
        </p:txBody>
      </p:sp>
      <p:sp>
        <p:nvSpPr>
          <p:cNvPr id="86" name="Case 3 - serum Osm">
            <a:extLst>
              <a:ext uri="{FF2B5EF4-FFF2-40B4-BE49-F238E27FC236}">
                <a16:creationId xmlns:a16="http://schemas.microsoft.com/office/drawing/2014/main" id="{C87829A8-A416-4710-AB2D-8452BD5328A8}"/>
              </a:ext>
            </a:extLst>
          </p:cNvPr>
          <p:cNvSpPr/>
          <p:nvPr/>
        </p:nvSpPr>
        <p:spPr>
          <a:xfrm>
            <a:off x="8692065" y="2073147"/>
            <a:ext cx="2852536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89" name="Case 3 - urine osm answer">
            <a:extLst>
              <a:ext uri="{FF2B5EF4-FFF2-40B4-BE49-F238E27FC236}">
                <a16:creationId xmlns:a16="http://schemas.microsoft.com/office/drawing/2014/main" id="{17F2A873-94CB-4FD9-AE17-7155B94E3E8E}"/>
              </a:ext>
            </a:extLst>
          </p:cNvPr>
          <p:cNvSpPr/>
          <p:nvPr/>
        </p:nvSpPr>
        <p:spPr>
          <a:xfrm>
            <a:off x="8699850" y="2073146"/>
            <a:ext cx="2852536" cy="44560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is low, or true </a:t>
            </a:r>
            <a:r>
              <a:rPr lang="en-US" sz="1400" dirty="0" err="1"/>
              <a:t>hypoNa</a:t>
            </a:r>
            <a:r>
              <a:rPr lang="en-US" sz="1400" dirty="0"/>
              <a:t>.</a:t>
            </a:r>
          </a:p>
        </p:txBody>
      </p:sp>
      <p:sp>
        <p:nvSpPr>
          <p:cNvPr id="90" name="Case 2 - renal duplex answer">
            <a:extLst>
              <a:ext uri="{FF2B5EF4-FFF2-40B4-BE49-F238E27FC236}">
                <a16:creationId xmlns:a16="http://schemas.microsoft.com/office/drawing/2014/main" id="{D0F96365-EB5E-4652-9EEF-1FFE0BD40E65}"/>
              </a:ext>
            </a:extLst>
          </p:cNvPr>
          <p:cNvSpPr/>
          <p:nvPr/>
        </p:nvSpPr>
        <p:spPr>
          <a:xfrm>
            <a:off x="8682967" y="2680258"/>
            <a:ext cx="2861634" cy="11337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is normal, suggesting ADH is off. This only occurs in poor solute intake or excess water intake.</a:t>
            </a:r>
          </a:p>
        </p:txBody>
      </p:sp>
      <p:sp>
        <p:nvSpPr>
          <p:cNvPr id="91" name="Case 3 - urin Na answer">
            <a:extLst>
              <a:ext uri="{FF2B5EF4-FFF2-40B4-BE49-F238E27FC236}">
                <a16:creationId xmlns:a16="http://schemas.microsoft.com/office/drawing/2014/main" id="{C5E8A426-8C10-4B1F-B5AE-C5FBA4D939E3}"/>
              </a:ext>
            </a:extLst>
          </p:cNvPr>
          <p:cNvSpPr/>
          <p:nvPr/>
        </p:nvSpPr>
        <p:spPr>
          <a:xfrm>
            <a:off x="8682967" y="3940011"/>
            <a:ext cx="2885783" cy="4973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needed in this case.</a:t>
            </a:r>
          </a:p>
        </p:txBody>
      </p:sp>
      <p:sp>
        <p:nvSpPr>
          <p:cNvPr id="93" name="Diagnosis - case 2">
            <a:extLst>
              <a:ext uri="{FF2B5EF4-FFF2-40B4-BE49-F238E27FC236}">
                <a16:creationId xmlns:a16="http://schemas.microsoft.com/office/drawing/2014/main" id="{761934D2-CCF1-4DD7-B1DD-03C5C1C26EB4}"/>
              </a:ext>
            </a:extLst>
          </p:cNvPr>
          <p:cNvSpPr/>
          <p:nvPr/>
        </p:nvSpPr>
        <p:spPr>
          <a:xfrm>
            <a:off x="8673756" y="4604235"/>
            <a:ext cx="2851349" cy="6711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DIAGNOSIS</a:t>
            </a:r>
          </a:p>
        </p:txBody>
      </p:sp>
      <p:sp>
        <p:nvSpPr>
          <p:cNvPr id="94" name="Diagnosis 2 answer">
            <a:extLst>
              <a:ext uri="{FF2B5EF4-FFF2-40B4-BE49-F238E27FC236}">
                <a16:creationId xmlns:a16="http://schemas.microsoft.com/office/drawing/2014/main" id="{1312E8FF-C9C6-4EC6-AAB6-91405806146F}"/>
              </a:ext>
            </a:extLst>
          </p:cNvPr>
          <p:cNvSpPr/>
          <p:nvPr/>
        </p:nvSpPr>
        <p:spPr>
          <a:xfrm>
            <a:off x="8682964" y="4604235"/>
            <a:ext cx="2885786" cy="67111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Given alcohol use history, this is likely beer </a:t>
            </a:r>
            <a:r>
              <a:rPr lang="en-US" sz="1600" dirty="0" err="1"/>
              <a:t>potomania</a:t>
            </a:r>
            <a:endParaRPr lang="en-US" sz="1600" dirty="0"/>
          </a:p>
        </p:txBody>
      </p:sp>
      <p:sp>
        <p:nvSpPr>
          <p:cNvPr id="97" name="Case 1 text">
            <a:extLst>
              <a:ext uri="{FF2B5EF4-FFF2-40B4-BE49-F238E27FC236}">
                <a16:creationId xmlns:a16="http://schemas.microsoft.com/office/drawing/2014/main" id="{31E44B2A-318E-47AE-B469-379C251AE607}"/>
              </a:ext>
            </a:extLst>
          </p:cNvPr>
          <p:cNvSpPr txBox="1"/>
          <p:nvPr/>
        </p:nvSpPr>
        <p:spPr>
          <a:xfrm>
            <a:off x="5290582" y="662547"/>
            <a:ext cx="310736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21 </a:t>
            </a:r>
            <a:r>
              <a:rPr lang="en-US" sz="1400" dirty="0" err="1"/>
              <a:t>yo</a:t>
            </a:r>
            <a:r>
              <a:rPr lang="en-US" sz="1400" dirty="0"/>
              <a:t> M with type I DM who presents with nausea/vomiting and abdominal pain. He presents with blood glucose of 500 and + ketones on UA. Serum Na is 125. </a:t>
            </a:r>
          </a:p>
          <a:p>
            <a:pPr marL="342900" indent="-233363">
              <a:buAutoNum type="arabicPeriod"/>
            </a:pPr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310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800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Na 20</a:t>
            </a:r>
          </a:p>
          <a:p>
            <a:endParaRPr lang="en-US" sz="1600" dirty="0"/>
          </a:p>
        </p:txBody>
      </p:sp>
      <p:sp>
        <p:nvSpPr>
          <p:cNvPr id="98" name="Case 1 text">
            <a:extLst>
              <a:ext uri="{FF2B5EF4-FFF2-40B4-BE49-F238E27FC236}">
                <a16:creationId xmlns:a16="http://schemas.microsoft.com/office/drawing/2014/main" id="{BA7E4392-69E0-4F51-918C-9B74A89CFAD2}"/>
              </a:ext>
            </a:extLst>
          </p:cNvPr>
          <p:cNvSpPr txBox="1"/>
          <p:nvPr/>
        </p:nvSpPr>
        <p:spPr>
          <a:xfrm>
            <a:off x="8600069" y="591402"/>
            <a:ext cx="3107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68 </a:t>
            </a:r>
            <a:r>
              <a:rPr lang="en-US" sz="1400" dirty="0" err="1"/>
              <a:t>yo</a:t>
            </a:r>
            <a:r>
              <a:rPr lang="en-US" sz="1400" dirty="0"/>
              <a:t> M with a history of alcohol use disorder presents with alcohol withdrawal. Serum Na is 125.</a:t>
            </a:r>
          </a:p>
          <a:p>
            <a:pPr marL="342900" indent="-233363">
              <a:buAutoNum type="arabicPeriod"/>
            </a:pPr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270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60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Na 65</a:t>
            </a:r>
            <a:endParaRPr lang="en-US" sz="16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F74BA7-0911-4A18-BB3C-3E3306BFD7E4}"/>
              </a:ext>
            </a:extLst>
          </p:cNvPr>
          <p:cNvCxnSpPr>
            <a:cxnSpLocks/>
          </p:cNvCxnSpPr>
          <p:nvPr/>
        </p:nvCxnSpPr>
        <p:spPr>
          <a:xfrm>
            <a:off x="5052829" y="130497"/>
            <a:ext cx="1" cy="668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487B4D6A-44CA-428D-9FD5-8C9F8112FFC2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C378FA72-982B-44A1-ABEF-374EB612C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53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371EAD7B-C910-4D3C-A16F-5D1C5E8C5124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54" name="Graphic 53" descr="Cursor">
            <a:extLst>
              <a:ext uri="{FF2B5EF4-FFF2-40B4-BE49-F238E27FC236}">
                <a16:creationId xmlns:a16="http://schemas.microsoft.com/office/drawing/2014/main" id="{D7F14039-7DFC-4DA3-A60E-F3DA7A38A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55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06BC83E8-D9A6-4AA5-983B-CB645137159C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56" name="Graphic 55" descr="Cursor">
            <a:extLst>
              <a:ext uri="{FF2B5EF4-FFF2-40B4-BE49-F238E27FC236}">
                <a16:creationId xmlns:a16="http://schemas.microsoft.com/office/drawing/2014/main" id="{31BB4BFD-DDA1-47B8-ACFA-38EFDA33A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60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1A9E669D-C5EA-42AD-B895-9BDEB8086EAC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Cases</a:t>
            </a:r>
            <a:endParaRPr lang="en-US" sz="1400" i="1" dirty="0">
              <a:solidFill>
                <a:schemeClr val="bg1"/>
              </a:solidFill>
            </a:endParaRPr>
          </a:p>
        </p:txBody>
      </p:sp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17313DCF-A47A-4A49-9BE9-06738831F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2537" y="2219332"/>
            <a:ext cx="247550" cy="247550"/>
          </a:xfrm>
          <a:prstGeom prst="rect">
            <a:avLst/>
          </a:prstGeom>
        </p:spPr>
      </p:pic>
      <p:pic>
        <p:nvPicPr>
          <p:cNvPr id="76" name="Graphic 75" descr="Cursor">
            <a:extLst>
              <a:ext uri="{FF2B5EF4-FFF2-40B4-BE49-F238E27FC236}">
                <a16:creationId xmlns:a16="http://schemas.microsoft.com/office/drawing/2014/main" id="{74C6EAB6-1350-4692-812B-01B9C3B25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8432" y="2774536"/>
            <a:ext cx="247550" cy="247550"/>
          </a:xfrm>
          <a:prstGeom prst="rect">
            <a:avLst/>
          </a:prstGeom>
        </p:spPr>
      </p:pic>
      <p:pic>
        <p:nvPicPr>
          <p:cNvPr id="77" name="Graphic 76" descr="Cursor">
            <a:extLst>
              <a:ext uri="{FF2B5EF4-FFF2-40B4-BE49-F238E27FC236}">
                <a16:creationId xmlns:a16="http://schemas.microsoft.com/office/drawing/2014/main" id="{9A56F9FF-6033-4E7C-977C-036380D84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666" y="3419094"/>
            <a:ext cx="247550" cy="247550"/>
          </a:xfrm>
          <a:prstGeom prst="rect">
            <a:avLst/>
          </a:prstGeom>
        </p:spPr>
      </p:pic>
      <p:pic>
        <p:nvPicPr>
          <p:cNvPr id="78" name="Graphic 77" descr="Cursor">
            <a:extLst>
              <a:ext uri="{FF2B5EF4-FFF2-40B4-BE49-F238E27FC236}">
                <a16:creationId xmlns:a16="http://schemas.microsoft.com/office/drawing/2014/main" id="{9A86F1A2-F699-4EB7-B0A1-88C454B34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1337" y="4529743"/>
            <a:ext cx="247550" cy="247550"/>
          </a:xfrm>
          <a:prstGeom prst="rect">
            <a:avLst/>
          </a:prstGeom>
        </p:spPr>
      </p:pic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D4CFF19E-4D91-4606-B3F1-C2FB62590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001" y="3504690"/>
            <a:ext cx="247550" cy="247550"/>
          </a:xfrm>
          <a:prstGeom prst="rect">
            <a:avLst/>
          </a:prstGeom>
        </p:spPr>
      </p:pic>
      <p:pic>
        <p:nvPicPr>
          <p:cNvPr id="80" name="Graphic 79" descr="Cursor">
            <a:extLst>
              <a:ext uri="{FF2B5EF4-FFF2-40B4-BE49-F238E27FC236}">
                <a16:creationId xmlns:a16="http://schemas.microsoft.com/office/drawing/2014/main" id="{260ADB9E-1B9B-41EF-ABDC-E508C1A1B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0326" y="4094005"/>
            <a:ext cx="247550" cy="247550"/>
          </a:xfrm>
          <a:prstGeom prst="rect">
            <a:avLst/>
          </a:prstGeom>
        </p:spPr>
      </p:pic>
      <p:pic>
        <p:nvPicPr>
          <p:cNvPr id="81" name="Graphic 80" descr="Cursor">
            <a:extLst>
              <a:ext uri="{FF2B5EF4-FFF2-40B4-BE49-F238E27FC236}">
                <a16:creationId xmlns:a16="http://schemas.microsoft.com/office/drawing/2014/main" id="{572B6062-FB49-4892-ADE1-6EA9C720D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610" y="4662102"/>
            <a:ext cx="247550" cy="247550"/>
          </a:xfrm>
          <a:prstGeom prst="rect">
            <a:avLst/>
          </a:prstGeom>
        </p:spPr>
      </p:pic>
      <p:pic>
        <p:nvPicPr>
          <p:cNvPr id="82" name="Graphic 81" descr="Cursor">
            <a:extLst>
              <a:ext uri="{FF2B5EF4-FFF2-40B4-BE49-F238E27FC236}">
                <a16:creationId xmlns:a16="http://schemas.microsoft.com/office/drawing/2014/main" id="{462A43D3-8127-4D85-A3ED-B2655314B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1496" y="6068842"/>
            <a:ext cx="247550" cy="247550"/>
          </a:xfrm>
          <a:prstGeom prst="rect">
            <a:avLst/>
          </a:prstGeom>
        </p:spPr>
      </p:pic>
      <p:pic>
        <p:nvPicPr>
          <p:cNvPr id="83" name="Graphic 82" descr="Cursor">
            <a:extLst>
              <a:ext uri="{FF2B5EF4-FFF2-40B4-BE49-F238E27FC236}">
                <a16:creationId xmlns:a16="http://schemas.microsoft.com/office/drawing/2014/main" id="{2047AC12-14B6-45B9-9C44-21F67FC2E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1714" y="2388438"/>
            <a:ext cx="247550" cy="247550"/>
          </a:xfrm>
          <a:prstGeom prst="rect">
            <a:avLst/>
          </a:prstGeom>
        </p:spPr>
      </p:pic>
      <p:pic>
        <p:nvPicPr>
          <p:cNvPr id="87" name="Graphic 86" descr="Cursor">
            <a:extLst>
              <a:ext uri="{FF2B5EF4-FFF2-40B4-BE49-F238E27FC236}">
                <a16:creationId xmlns:a16="http://schemas.microsoft.com/office/drawing/2014/main" id="{DBDD1C06-0249-4632-A4E3-B81F0556A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6988" y="3652007"/>
            <a:ext cx="247550" cy="247550"/>
          </a:xfrm>
          <a:prstGeom prst="rect">
            <a:avLst/>
          </a:prstGeom>
        </p:spPr>
      </p:pic>
      <p:pic>
        <p:nvPicPr>
          <p:cNvPr id="88" name="Graphic 87" descr="Cursor">
            <a:extLst>
              <a:ext uri="{FF2B5EF4-FFF2-40B4-BE49-F238E27FC236}">
                <a16:creationId xmlns:a16="http://schemas.microsoft.com/office/drawing/2014/main" id="{0E33CC1D-280E-44C8-BB2E-D057D8562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6988" y="4304684"/>
            <a:ext cx="247550" cy="247550"/>
          </a:xfrm>
          <a:prstGeom prst="rect">
            <a:avLst/>
          </a:prstGeom>
        </p:spPr>
      </p:pic>
      <p:pic>
        <p:nvPicPr>
          <p:cNvPr id="92" name="Graphic 91" descr="Cursor">
            <a:extLst>
              <a:ext uri="{FF2B5EF4-FFF2-40B4-BE49-F238E27FC236}">
                <a16:creationId xmlns:a16="http://schemas.microsoft.com/office/drawing/2014/main" id="{6DF71AE6-0A15-4312-B08B-83B66AE36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8611" y="5151577"/>
            <a:ext cx="247550" cy="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7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40" grpId="0" animBg="1"/>
      <p:bldP spid="62" grpId="0" animBg="1"/>
      <p:bldP spid="63" grpId="0" animBg="1"/>
      <p:bldP spid="64" grpId="0" animBg="1"/>
      <p:bldP spid="67" grpId="0" animBg="1"/>
      <p:bldP spid="89" grpId="0" animBg="1"/>
      <p:bldP spid="90" grpId="0" animBg="1"/>
      <p:bldP spid="91" grpId="0" animBg="1"/>
      <p:bldP spid="9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1048</Words>
  <Application>Microsoft Office PowerPoint</Application>
  <PresentationFormat>Widescreen</PresentationFormat>
  <Paragraphs>210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Poly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22</cp:revision>
  <dcterms:created xsi:type="dcterms:W3CDTF">2020-10-17T02:53:20Z</dcterms:created>
  <dcterms:modified xsi:type="dcterms:W3CDTF">2021-10-05T17:44:17Z</dcterms:modified>
</cp:coreProperties>
</file>