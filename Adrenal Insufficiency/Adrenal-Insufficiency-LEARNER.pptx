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2CnxCz756N/jsXA+SS1Yg==" hashData="U0pZOorjdPBHE4IhKT3kr5IKahvwBjZ/oHdDcaRb8wduGtkd3eQJUWjal8gO0AV6F+KpchPBBB5xqlwwTOsxq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C6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12EC2-12EA-4895-8716-98A8E6ADA0C9}" v="146" dt="2020-09-23T19:30:22.083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" userId="8ae8df808a00c05c" providerId="LiveId" clId="{65012EC2-12EA-4895-8716-98A8E6ADA0C9}"/>
    <pc:docChg chg="undo custSel addSld delSld modSld sldOrd">
      <pc:chgData name="Teach" userId="8ae8df808a00c05c" providerId="LiveId" clId="{65012EC2-12EA-4895-8716-98A8E6ADA0C9}" dt="2020-09-23T19:30:58.035" v="1140" actId="14100"/>
      <pc:docMkLst>
        <pc:docMk/>
      </pc:docMkLst>
      <pc:sldChg chg="del">
        <pc:chgData name="Teach" userId="8ae8df808a00c05c" providerId="LiveId" clId="{65012EC2-12EA-4895-8716-98A8E6ADA0C9}" dt="2020-09-23T17:34:19.359" v="1049" actId="47"/>
        <pc:sldMkLst>
          <pc:docMk/>
          <pc:sldMk cId="2744886524" sldId="256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2336832502" sldId="257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3931054891" sldId="258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4160089482" sldId="259"/>
        </pc:sldMkLst>
      </pc:sldChg>
      <pc:sldChg chg="del ord">
        <pc:chgData name="Teach" userId="8ae8df808a00c05c" providerId="LiveId" clId="{65012EC2-12EA-4895-8716-98A8E6ADA0C9}" dt="2020-09-23T17:34:21.120" v="1050" actId="47"/>
        <pc:sldMkLst>
          <pc:docMk/>
          <pc:sldMk cId="4135215066" sldId="260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3163069583" sldId="262"/>
        </pc:sldMkLst>
      </pc:sldChg>
      <pc:sldChg chg="del ord">
        <pc:chgData name="Teach" userId="8ae8df808a00c05c" providerId="LiveId" clId="{65012EC2-12EA-4895-8716-98A8E6ADA0C9}" dt="2020-09-23T17:34:19.359" v="1049" actId="47"/>
        <pc:sldMkLst>
          <pc:docMk/>
          <pc:sldMk cId="935550522" sldId="263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3815469058" sldId="264"/>
        </pc:sldMkLst>
      </pc:sldChg>
      <pc:sldChg chg="del ord">
        <pc:chgData name="Teach" userId="8ae8df808a00c05c" providerId="LiveId" clId="{65012EC2-12EA-4895-8716-98A8E6ADA0C9}" dt="2020-09-23T17:34:19.359" v="1049" actId="47"/>
        <pc:sldMkLst>
          <pc:docMk/>
          <pc:sldMk cId="3293517957" sldId="265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4185165597" sldId="266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1912863512" sldId="268"/>
        </pc:sldMkLst>
      </pc:sldChg>
      <pc:sldChg chg="del">
        <pc:chgData name="Teach" userId="8ae8df808a00c05c" providerId="LiveId" clId="{65012EC2-12EA-4895-8716-98A8E6ADA0C9}" dt="2020-09-23T17:34:22.271" v="1051" actId="47"/>
        <pc:sldMkLst>
          <pc:docMk/>
          <pc:sldMk cId="2766911390" sldId="269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768892855" sldId="270"/>
        </pc:sldMkLst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1810216100" sldId="272"/>
        </pc:sldMkLst>
      </pc:sldChg>
      <pc:sldChg chg="delSp modSp del mod">
        <pc:chgData name="Teach" userId="8ae8df808a00c05c" providerId="LiveId" clId="{65012EC2-12EA-4895-8716-98A8E6ADA0C9}" dt="2020-09-23T17:34:19.359" v="1049" actId="47"/>
        <pc:sldMkLst>
          <pc:docMk/>
          <pc:sldMk cId="1843056192" sldId="273"/>
        </pc:sldMkLst>
        <pc:spChg chg="mod">
          <ac:chgData name="Teach" userId="8ae8df808a00c05c" providerId="LiveId" clId="{65012EC2-12EA-4895-8716-98A8E6ADA0C9}" dt="2020-09-23T16:32:37.441" v="11" actId="207"/>
          <ac:spMkLst>
            <pc:docMk/>
            <pc:sldMk cId="1843056192" sldId="273"/>
            <ac:spMk id="50" creationId="{47CDFC3D-4784-40DD-ADA3-8B2622B4B193}"/>
          </ac:spMkLst>
        </pc:spChg>
        <pc:spChg chg="mod">
          <ac:chgData name="Teach" userId="8ae8df808a00c05c" providerId="LiveId" clId="{65012EC2-12EA-4895-8716-98A8E6ADA0C9}" dt="2020-09-23T16:32:34.537" v="10" actId="207"/>
          <ac:spMkLst>
            <pc:docMk/>
            <pc:sldMk cId="1843056192" sldId="273"/>
            <ac:spMk id="51" creationId="{ED94A244-E24B-43D5-BC7B-3A7950E88D71}"/>
          </ac:spMkLst>
        </pc:spChg>
        <pc:spChg chg="mod">
          <ac:chgData name="Teach" userId="8ae8df808a00c05c" providerId="LiveId" clId="{65012EC2-12EA-4895-8716-98A8E6ADA0C9}" dt="2020-09-23T16:32:41.021" v="12" actId="207"/>
          <ac:spMkLst>
            <pc:docMk/>
            <pc:sldMk cId="1843056192" sldId="273"/>
            <ac:spMk id="52" creationId="{6B3F42D6-8AB0-44DC-B772-AECE383719D3}"/>
          </ac:spMkLst>
        </pc:spChg>
        <pc:spChg chg="mod">
          <ac:chgData name="Teach" userId="8ae8df808a00c05c" providerId="LiveId" clId="{65012EC2-12EA-4895-8716-98A8E6ADA0C9}" dt="2020-09-23T16:31:32.772" v="3" actId="13822"/>
          <ac:spMkLst>
            <pc:docMk/>
            <pc:sldMk cId="1843056192" sldId="273"/>
            <ac:spMk id="56" creationId="{568FCA10-B5C3-406E-88F0-BD3627A8CD5C}"/>
          </ac:spMkLst>
        </pc:spChg>
        <pc:spChg chg="mod">
          <ac:chgData name="Teach" userId="8ae8df808a00c05c" providerId="LiveId" clId="{65012EC2-12EA-4895-8716-98A8E6ADA0C9}" dt="2020-09-23T16:31:36.549" v="4" actId="13822"/>
          <ac:spMkLst>
            <pc:docMk/>
            <pc:sldMk cId="1843056192" sldId="273"/>
            <ac:spMk id="86" creationId="{93D26783-C623-4DA1-AA52-393430A876EC}"/>
          </ac:spMkLst>
        </pc:spChg>
        <pc:spChg chg="mod">
          <ac:chgData name="Teach" userId="8ae8df808a00c05c" providerId="LiveId" clId="{65012EC2-12EA-4895-8716-98A8E6ADA0C9}" dt="2020-09-23T16:31:36.549" v="4" actId="13822"/>
          <ac:spMkLst>
            <pc:docMk/>
            <pc:sldMk cId="1843056192" sldId="273"/>
            <ac:spMk id="87" creationId="{DAC92CB2-B6CB-41A1-B0B5-8FD92A98A4AF}"/>
          </ac:spMkLst>
        </pc:spChg>
        <pc:spChg chg="mod">
          <ac:chgData name="Teach" userId="8ae8df808a00c05c" providerId="LiveId" clId="{65012EC2-12EA-4895-8716-98A8E6ADA0C9}" dt="2020-09-23T16:32:16.436" v="8" actId="13822"/>
          <ac:spMkLst>
            <pc:docMk/>
            <pc:sldMk cId="1843056192" sldId="273"/>
            <ac:spMk id="89" creationId="{2EB8C19D-AD12-48AC-A043-3B5F5115F076}"/>
          </ac:spMkLst>
        </pc:spChg>
        <pc:spChg chg="mod">
          <ac:chgData name="Teach" userId="8ae8df808a00c05c" providerId="LiveId" clId="{65012EC2-12EA-4895-8716-98A8E6ADA0C9}" dt="2020-09-23T16:31:43.997" v="6" actId="13822"/>
          <ac:spMkLst>
            <pc:docMk/>
            <pc:sldMk cId="1843056192" sldId="273"/>
            <ac:spMk id="90" creationId="{828E5D58-96EF-4FE9-81C3-26F1BAD9796C}"/>
          </ac:spMkLst>
        </pc:spChg>
        <pc:cxnChg chg="del">
          <ac:chgData name="Teach" userId="8ae8df808a00c05c" providerId="LiveId" clId="{65012EC2-12EA-4895-8716-98A8E6ADA0C9}" dt="2020-09-23T16:35:23.823" v="14" actId="478"/>
          <ac:cxnSpMkLst>
            <pc:docMk/>
            <pc:sldMk cId="1843056192" sldId="273"/>
            <ac:cxnSpMk id="94" creationId="{26BB8360-09F8-43D0-93C1-0CD1E62A7284}"/>
          </ac:cxnSpMkLst>
        </pc:cxnChg>
        <pc:cxnChg chg="del">
          <ac:chgData name="Teach" userId="8ae8df808a00c05c" providerId="LiveId" clId="{65012EC2-12EA-4895-8716-98A8E6ADA0C9}" dt="2020-09-23T16:35:19.858" v="13" actId="478"/>
          <ac:cxnSpMkLst>
            <pc:docMk/>
            <pc:sldMk cId="1843056192" sldId="273"/>
            <ac:cxnSpMk id="95" creationId="{32C9FBF0-6528-4562-A897-1528ED27772D}"/>
          </ac:cxnSpMkLst>
        </pc:cxnChg>
      </pc:sldChg>
      <pc:sldChg chg="del">
        <pc:chgData name="Teach" userId="8ae8df808a00c05c" providerId="LiveId" clId="{65012EC2-12EA-4895-8716-98A8E6ADA0C9}" dt="2020-09-23T17:34:19.359" v="1049" actId="47"/>
        <pc:sldMkLst>
          <pc:docMk/>
          <pc:sldMk cId="46039305" sldId="274"/>
        </pc:sldMkLst>
      </pc:sldChg>
      <pc:sldChg chg="addSp delSp modSp add del mod modAnim">
        <pc:chgData name="Teach" userId="8ae8df808a00c05c" providerId="LiveId" clId="{65012EC2-12EA-4895-8716-98A8E6ADA0C9}" dt="2020-09-23T19:30:31.063" v="1135" actId="47"/>
        <pc:sldMkLst>
          <pc:docMk/>
          <pc:sldMk cId="912318640" sldId="275"/>
        </pc:sldMkLst>
        <pc:spChg chg="mod">
          <ac:chgData name="Teach" userId="8ae8df808a00c05c" providerId="LiveId" clId="{65012EC2-12EA-4895-8716-98A8E6ADA0C9}" dt="2020-09-23T17:05:46.347" v="600" actId="164"/>
          <ac:spMkLst>
            <pc:docMk/>
            <pc:sldMk cId="912318640" sldId="275"/>
            <ac:spMk id="2" creationId="{CBD8B231-E97F-46F9-B734-B0DC8F3EC6BF}"/>
          </ac:spMkLst>
        </pc:spChg>
        <pc:spChg chg="mod">
          <ac:chgData name="Teach" userId="8ae8df808a00c05c" providerId="LiveId" clId="{65012EC2-12EA-4895-8716-98A8E6ADA0C9}" dt="2020-09-23T18:47:40.611" v="1103" actId="13822"/>
          <ac:spMkLst>
            <pc:docMk/>
            <pc:sldMk cId="912318640" sldId="275"/>
            <ac:spMk id="4" creationId="{BE9CC463-B1A9-4EB5-904D-FC1C1FEB8CED}"/>
          </ac:spMkLst>
        </pc:spChg>
        <pc:spChg chg="mod">
          <ac:chgData name="Teach" userId="8ae8df808a00c05c" providerId="LiveId" clId="{65012EC2-12EA-4895-8716-98A8E6ADA0C9}" dt="2020-09-23T17:05:46.347" v="600" actId="164"/>
          <ac:spMkLst>
            <pc:docMk/>
            <pc:sldMk cId="912318640" sldId="275"/>
            <ac:spMk id="6" creationId="{F4062806-99CC-491F-8B34-3D3C313F141A}"/>
          </ac:spMkLst>
        </pc:spChg>
        <pc:spChg chg="mod">
          <ac:chgData name="Teach" userId="8ae8df808a00c05c" providerId="LiveId" clId="{65012EC2-12EA-4895-8716-98A8E6ADA0C9}" dt="2020-09-23T17:05:46.347" v="600" actId="164"/>
          <ac:spMkLst>
            <pc:docMk/>
            <pc:sldMk cId="912318640" sldId="275"/>
            <ac:spMk id="8" creationId="{CCA4766F-DA6B-4837-B23E-164D0CD77B1E}"/>
          </ac:spMkLst>
        </pc:spChg>
        <pc:spChg chg="mod">
          <ac:chgData name="Teach" userId="8ae8df808a00c05c" providerId="LiveId" clId="{65012EC2-12EA-4895-8716-98A8E6ADA0C9}" dt="2020-09-23T18:49:14.078" v="1117" actId="207"/>
          <ac:spMkLst>
            <pc:docMk/>
            <pc:sldMk cId="912318640" sldId="275"/>
            <ac:spMk id="9" creationId="{C42E255F-9D15-4A93-9CA4-3631055D4A7A}"/>
          </ac:spMkLst>
        </pc:spChg>
        <pc:spChg chg="mod">
          <ac:chgData name="Teach" userId="8ae8df808a00c05c" providerId="LiveId" clId="{65012EC2-12EA-4895-8716-98A8E6ADA0C9}" dt="2020-09-23T18:49:14.078" v="1117" actId="207"/>
          <ac:spMkLst>
            <pc:docMk/>
            <pc:sldMk cId="912318640" sldId="275"/>
            <ac:spMk id="10" creationId="{E43C0288-1783-4620-93F2-E90BC9B57DC5}"/>
          </ac:spMkLst>
        </pc:spChg>
        <pc:spChg chg="mod">
          <ac:chgData name="Teach" userId="8ae8df808a00c05c" providerId="LiveId" clId="{65012EC2-12EA-4895-8716-98A8E6ADA0C9}" dt="2020-09-23T18:49:14.078" v="1117" actId="207"/>
          <ac:spMkLst>
            <pc:docMk/>
            <pc:sldMk cId="912318640" sldId="275"/>
            <ac:spMk id="18" creationId="{35B74A80-85AA-4CBC-B79D-5D2FE541F3A5}"/>
          </ac:spMkLst>
        </pc:spChg>
        <pc:spChg chg="add del mod">
          <ac:chgData name="Teach" userId="8ae8df808a00c05c" providerId="LiveId" clId="{65012EC2-12EA-4895-8716-98A8E6ADA0C9}" dt="2020-09-23T18:43:03.838" v="1075" actId="478"/>
          <ac:spMkLst>
            <pc:docMk/>
            <pc:sldMk cId="912318640" sldId="275"/>
            <ac:spMk id="19" creationId="{4447252B-A2F0-45FE-988B-DD1E61BD9BE4}"/>
          </ac:spMkLst>
        </pc:spChg>
        <pc:spChg chg="mod">
          <ac:chgData name="Teach" userId="8ae8df808a00c05c" providerId="LiveId" clId="{65012EC2-12EA-4895-8716-98A8E6ADA0C9}" dt="2020-09-23T18:49:00.084" v="1116" actId="207"/>
          <ac:spMkLst>
            <pc:docMk/>
            <pc:sldMk cId="912318640" sldId="275"/>
            <ac:spMk id="27" creationId="{7E66697E-6549-47F3-A36C-341D65B921DD}"/>
          </ac:spMkLst>
        </pc:spChg>
        <pc:spChg chg="mod">
          <ac:chgData name="Teach" userId="8ae8df808a00c05c" providerId="LiveId" clId="{65012EC2-12EA-4895-8716-98A8E6ADA0C9}" dt="2020-09-23T16:44:30.108" v="102" actId="208"/>
          <ac:spMkLst>
            <pc:docMk/>
            <pc:sldMk cId="912318640" sldId="275"/>
            <ac:spMk id="30" creationId="{8609D442-DEBA-4728-A3DA-77DC760C92BA}"/>
          </ac:spMkLst>
        </pc:spChg>
        <pc:spChg chg="mod">
          <ac:chgData name="Teach" userId="8ae8df808a00c05c" providerId="LiveId" clId="{65012EC2-12EA-4895-8716-98A8E6ADA0C9}" dt="2020-09-23T16:44:30.108" v="102" actId="208"/>
          <ac:spMkLst>
            <pc:docMk/>
            <pc:sldMk cId="912318640" sldId="275"/>
            <ac:spMk id="31" creationId="{2B25AC61-6C7F-4BFF-BBDB-7C2674CCD231}"/>
          </ac:spMkLst>
        </pc:spChg>
        <pc:spChg chg="mod">
          <ac:chgData name="Teach" userId="8ae8df808a00c05c" providerId="LiveId" clId="{65012EC2-12EA-4895-8716-98A8E6ADA0C9}" dt="2020-09-23T16:39:01.605" v="22" actId="255"/>
          <ac:spMkLst>
            <pc:docMk/>
            <pc:sldMk cId="912318640" sldId="275"/>
            <ac:spMk id="33" creationId="{9B207A94-85A5-40C1-9D96-449AA3D96FC7}"/>
          </ac:spMkLst>
        </pc:spChg>
        <pc:spChg chg="mod">
          <ac:chgData name="Teach" userId="8ae8df808a00c05c" providerId="LiveId" clId="{65012EC2-12EA-4895-8716-98A8E6ADA0C9}" dt="2020-09-23T18:47:48.755" v="1104" actId="13822"/>
          <ac:spMkLst>
            <pc:docMk/>
            <pc:sldMk cId="912318640" sldId="275"/>
            <ac:spMk id="34" creationId="{F5452A34-D238-436C-A682-23ED8E4E608F}"/>
          </ac:spMkLst>
        </pc:spChg>
        <pc:spChg chg="add mod">
          <ac:chgData name="Teach" userId="8ae8df808a00c05c" providerId="LiveId" clId="{65012EC2-12EA-4895-8716-98A8E6ADA0C9}" dt="2020-09-23T18:46:11.321" v="1091" actId="13822"/>
          <ac:spMkLst>
            <pc:docMk/>
            <pc:sldMk cId="912318640" sldId="275"/>
            <ac:spMk id="38" creationId="{A2CA4239-C287-40CF-BC08-22FE393BE9AB}"/>
          </ac:spMkLst>
        </pc:spChg>
        <pc:spChg chg="mod">
          <ac:chgData name="Teach" userId="8ae8df808a00c05c" providerId="LiveId" clId="{65012EC2-12EA-4895-8716-98A8E6ADA0C9}" dt="2020-09-23T17:26:04.961" v="823" actId="962"/>
          <ac:spMkLst>
            <pc:docMk/>
            <pc:sldMk cId="912318640" sldId="275"/>
            <ac:spMk id="44" creationId="{51F269DD-3D5F-4121-A077-F0925FEE3AB5}"/>
          </ac:spMkLst>
        </pc:spChg>
        <pc:spChg chg="mod">
          <ac:chgData name="Teach" userId="8ae8df808a00c05c" providerId="LiveId" clId="{65012EC2-12EA-4895-8716-98A8E6ADA0C9}" dt="2020-09-23T18:46:53.900" v="1096" actId="207"/>
          <ac:spMkLst>
            <pc:docMk/>
            <pc:sldMk cId="912318640" sldId="275"/>
            <ac:spMk id="45" creationId="{82EF4DDB-B088-4882-9515-3D01B6A1B7EF}"/>
          </ac:spMkLst>
        </pc:spChg>
        <pc:spChg chg="mod">
          <ac:chgData name="Teach" userId="8ae8df808a00c05c" providerId="LiveId" clId="{65012EC2-12EA-4895-8716-98A8E6ADA0C9}" dt="2020-09-23T18:45:46.542" v="1088" actId="207"/>
          <ac:spMkLst>
            <pc:docMk/>
            <pc:sldMk cId="912318640" sldId="275"/>
            <ac:spMk id="49" creationId="{B5A52393-BD24-4B07-B923-ECE0AF448607}"/>
          </ac:spMkLst>
        </pc:spChg>
        <pc:spChg chg="mod">
          <ac:chgData name="Teach" userId="8ae8df808a00c05c" providerId="LiveId" clId="{65012EC2-12EA-4895-8716-98A8E6ADA0C9}" dt="2020-09-23T17:22:36.818" v="799" actId="1582"/>
          <ac:spMkLst>
            <pc:docMk/>
            <pc:sldMk cId="912318640" sldId="275"/>
            <ac:spMk id="50" creationId="{F753522F-860E-4163-8A25-A668E695CE9E}"/>
          </ac:spMkLst>
        </pc:spChg>
        <pc:spChg chg="mod">
          <ac:chgData name="Teach" userId="8ae8df808a00c05c" providerId="LiveId" clId="{65012EC2-12EA-4895-8716-98A8E6ADA0C9}" dt="2020-09-23T18:46:59.464" v="1098" actId="207"/>
          <ac:spMkLst>
            <pc:docMk/>
            <pc:sldMk cId="912318640" sldId="275"/>
            <ac:spMk id="51" creationId="{CECAF2F9-58AA-4829-BFE2-224FC523F8A8}"/>
          </ac:spMkLst>
        </pc:spChg>
        <pc:spChg chg="mod">
          <ac:chgData name="Teach" userId="8ae8df808a00c05c" providerId="LiveId" clId="{65012EC2-12EA-4895-8716-98A8E6ADA0C9}" dt="2020-09-23T17:22:36.818" v="799" actId="1582"/>
          <ac:spMkLst>
            <pc:docMk/>
            <pc:sldMk cId="912318640" sldId="275"/>
            <ac:spMk id="52" creationId="{4781149B-A717-4EB0-9DCD-9E71C24EFCE4}"/>
          </ac:spMkLst>
        </pc:spChg>
        <pc:spChg chg="mod">
          <ac:chgData name="Teach" userId="8ae8df808a00c05c" providerId="LiveId" clId="{65012EC2-12EA-4895-8716-98A8E6ADA0C9}" dt="2020-09-23T18:46:56.935" v="1097" actId="207"/>
          <ac:spMkLst>
            <pc:docMk/>
            <pc:sldMk cId="912318640" sldId="275"/>
            <ac:spMk id="53" creationId="{E03B6B6E-E8CA-474A-8CE6-E0424BD558F8}"/>
          </ac:spMkLst>
        </pc:spChg>
        <pc:spChg chg="mod">
          <ac:chgData name="Teach" userId="8ae8df808a00c05c" providerId="LiveId" clId="{65012EC2-12EA-4895-8716-98A8E6ADA0C9}" dt="2020-09-23T17:22:51.618" v="801" actId="1076"/>
          <ac:spMkLst>
            <pc:docMk/>
            <pc:sldMk cId="912318640" sldId="275"/>
            <ac:spMk id="54" creationId="{A35F912D-74A8-47A8-9197-7B2FC5E15376}"/>
          </ac:spMkLst>
        </pc:spChg>
        <pc:spChg chg="mod">
          <ac:chgData name="Teach" userId="8ae8df808a00c05c" providerId="LiveId" clId="{65012EC2-12EA-4895-8716-98A8E6ADA0C9}" dt="2020-09-23T18:46:56.935" v="1097" actId="207"/>
          <ac:spMkLst>
            <pc:docMk/>
            <pc:sldMk cId="912318640" sldId="275"/>
            <ac:spMk id="55" creationId="{019F0631-DE94-40CC-9332-E5D221173FCE}"/>
          </ac:spMkLst>
        </pc:spChg>
        <pc:spChg chg="mod">
          <ac:chgData name="Teach" userId="8ae8df808a00c05c" providerId="LiveId" clId="{65012EC2-12EA-4895-8716-98A8E6ADA0C9}" dt="2020-09-23T17:05:46.347" v="600" actId="164"/>
          <ac:spMkLst>
            <pc:docMk/>
            <pc:sldMk cId="912318640" sldId="275"/>
            <ac:spMk id="56" creationId="{D3CFACAF-F6F9-4FA3-8141-E1896F6B19A1}"/>
          </ac:spMkLst>
        </pc:spChg>
        <pc:spChg chg="mod">
          <ac:chgData name="Teach" userId="8ae8df808a00c05c" providerId="LiveId" clId="{65012EC2-12EA-4895-8716-98A8E6ADA0C9}" dt="2020-09-23T18:47:07.642" v="1099" actId="207"/>
          <ac:spMkLst>
            <pc:docMk/>
            <pc:sldMk cId="912318640" sldId="275"/>
            <ac:spMk id="58" creationId="{39D6AF12-A742-49A6-895A-926B43867E4B}"/>
          </ac:spMkLst>
        </pc:spChg>
        <pc:spChg chg="mod">
          <ac:chgData name="Teach" userId="8ae8df808a00c05c" providerId="LiveId" clId="{65012EC2-12EA-4895-8716-98A8E6ADA0C9}" dt="2020-09-23T17:24:23.257" v="812" actId="164"/>
          <ac:spMkLst>
            <pc:docMk/>
            <pc:sldMk cId="912318640" sldId="275"/>
            <ac:spMk id="60" creationId="{A6495E6F-84EF-4ED8-BC29-F4E96C320A24}"/>
          </ac:spMkLst>
        </pc:spChg>
        <pc:spChg chg="mod">
          <ac:chgData name="Teach" userId="8ae8df808a00c05c" providerId="LiveId" clId="{65012EC2-12EA-4895-8716-98A8E6ADA0C9}" dt="2020-09-23T17:13:22.967" v="712" actId="164"/>
          <ac:spMkLst>
            <pc:docMk/>
            <pc:sldMk cId="912318640" sldId="275"/>
            <ac:spMk id="61" creationId="{84EB878F-9086-4470-AEAF-097322C649A9}"/>
          </ac:spMkLst>
        </pc:spChg>
        <pc:spChg chg="mod">
          <ac:chgData name="Teach" userId="8ae8df808a00c05c" providerId="LiveId" clId="{65012EC2-12EA-4895-8716-98A8E6ADA0C9}" dt="2020-09-23T18:47:24.531" v="1102" actId="208"/>
          <ac:spMkLst>
            <pc:docMk/>
            <pc:sldMk cId="912318640" sldId="275"/>
            <ac:spMk id="62" creationId="{C978A579-9470-4B83-9EE2-B4C912D38575}"/>
          </ac:spMkLst>
        </pc:spChg>
        <pc:spChg chg="mod">
          <ac:chgData name="Teach" userId="8ae8df808a00c05c" providerId="LiveId" clId="{65012EC2-12EA-4895-8716-98A8E6ADA0C9}" dt="2020-09-23T18:47:12.775" v="1100" actId="207"/>
          <ac:spMkLst>
            <pc:docMk/>
            <pc:sldMk cId="912318640" sldId="275"/>
            <ac:spMk id="64" creationId="{9D7E59F1-28E1-457A-BE00-6E2DB4325924}"/>
          </ac:spMkLst>
        </pc:spChg>
        <pc:spChg chg="mod">
          <ac:chgData name="Teach" userId="8ae8df808a00c05c" providerId="LiveId" clId="{65012EC2-12EA-4895-8716-98A8E6ADA0C9}" dt="2020-09-23T18:50:41.058" v="1124" actId="1076"/>
          <ac:spMkLst>
            <pc:docMk/>
            <pc:sldMk cId="912318640" sldId="275"/>
            <ac:spMk id="65" creationId="{CA5B2A21-1CA5-4825-8F3B-A839DC8417A2}"/>
          </ac:spMkLst>
        </pc:spChg>
        <pc:spChg chg="mod">
          <ac:chgData name="Teach" userId="8ae8df808a00c05c" providerId="LiveId" clId="{65012EC2-12EA-4895-8716-98A8E6ADA0C9}" dt="2020-09-23T18:44:47.168" v="1086" actId="16037"/>
          <ac:spMkLst>
            <pc:docMk/>
            <pc:sldMk cId="912318640" sldId="275"/>
            <ac:spMk id="66" creationId="{A7C99C4D-1C3E-4915-B4B2-6F3AA84714B2}"/>
          </ac:spMkLst>
        </pc:spChg>
        <pc:spChg chg="mod">
          <ac:chgData name="Teach" userId="8ae8df808a00c05c" providerId="LiveId" clId="{65012EC2-12EA-4895-8716-98A8E6ADA0C9}" dt="2020-09-23T17:12:22.900" v="700" actId="1076"/>
          <ac:spMkLst>
            <pc:docMk/>
            <pc:sldMk cId="912318640" sldId="275"/>
            <ac:spMk id="67" creationId="{FD8D644B-1F22-4BB1-94DD-729FF5BE2165}"/>
          </ac:spMkLst>
        </pc:spChg>
        <pc:spChg chg="mod">
          <ac:chgData name="Teach" userId="8ae8df808a00c05c" providerId="LiveId" clId="{65012EC2-12EA-4895-8716-98A8E6ADA0C9}" dt="2020-09-23T17:13:06.870" v="710" actId="164"/>
          <ac:spMkLst>
            <pc:docMk/>
            <pc:sldMk cId="912318640" sldId="275"/>
            <ac:spMk id="69" creationId="{7DC42C1A-ED4C-445E-B263-CCFE483AD852}"/>
          </ac:spMkLst>
        </pc:spChg>
        <pc:spChg chg="mod">
          <ac:chgData name="Teach" userId="8ae8df808a00c05c" providerId="LiveId" clId="{65012EC2-12EA-4895-8716-98A8E6ADA0C9}" dt="2020-09-23T18:51:04.782" v="1125" actId="207"/>
          <ac:spMkLst>
            <pc:docMk/>
            <pc:sldMk cId="912318640" sldId="275"/>
            <ac:spMk id="72" creationId="{A92ECB46-C1CB-4575-8F4F-7E11C87C2D8F}"/>
          </ac:spMkLst>
        </pc:spChg>
        <pc:spChg chg="add mod">
          <ac:chgData name="Teach" userId="8ae8df808a00c05c" providerId="LiveId" clId="{65012EC2-12EA-4895-8716-98A8E6ADA0C9}" dt="2020-09-23T17:05:46.347" v="600" actId="164"/>
          <ac:spMkLst>
            <pc:docMk/>
            <pc:sldMk cId="912318640" sldId="275"/>
            <ac:spMk id="73" creationId="{73999FF8-FE27-4B14-8503-ED167BEFF16E}"/>
          </ac:spMkLst>
        </pc:spChg>
        <pc:spChg chg="mod">
          <ac:chgData name="Teach" userId="8ae8df808a00c05c" providerId="LiveId" clId="{65012EC2-12EA-4895-8716-98A8E6ADA0C9}" dt="2020-09-23T17:13:22.967" v="712" actId="164"/>
          <ac:spMkLst>
            <pc:docMk/>
            <pc:sldMk cId="912318640" sldId="275"/>
            <ac:spMk id="74" creationId="{A500145F-760B-40E1-B3B9-EC28C2C78186}"/>
          </ac:spMkLst>
        </pc:spChg>
        <pc:spChg chg="add mod">
          <ac:chgData name="Teach" userId="8ae8df808a00c05c" providerId="LiveId" clId="{65012EC2-12EA-4895-8716-98A8E6ADA0C9}" dt="2020-09-23T18:46:20.624" v="1093" actId="207"/>
          <ac:spMkLst>
            <pc:docMk/>
            <pc:sldMk cId="912318640" sldId="275"/>
            <ac:spMk id="79" creationId="{C1DC84D5-3879-4731-ACC8-6042A34F8636}"/>
          </ac:spMkLst>
        </pc:spChg>
        <pc:spChg chg="add mod">
          <ac:chgData name="Teach" userId="8ae8df808a00c05c" providerId="LiveId" clId="{65012EC2-12EA-4895-8716-98A8E6ADA0C9}" dt="2020-09-23T18:46:13.898" v="1092" actId="13822"/>
          <ac:spMkLst>
            <pc:docMk/>
            <pc:sldMk cId="912318640" sldId="275"/>
            <ac:spMk id="80" creationId="{A507740A-EA38-419D-830F-D06011EFF508}"/>
          </ac:spMkLst>
        </pc:spChg>
        <pc:spChg chg="add del mod">
          <ac:chgData name="Teach" userId="8ae8df808a00c05c" providerId="LiveId" clId="{65012EC2-12EA-4895-8716-98A8E6ADA0C9}" dt="2020-09-23T17:10:13.511" v="640" actId="478"/>
          <ac:spMkLst>
            <pc:docMk/>
            <pc:sldMk cId="912318640" sldId="275"/>
            <ac:spMk id="82" creationId="{9A9DEE7B-09F2-4228-BE04-3564E4F11894}"/>
          </ac:spMkLst>
        </pc:spChg>
        <pc:spChg chg="add mod">
          <ac:chgData name="Teach" userId="8ae8df808a00c05c" providerId="LiveId" clId="{65012EC2-12EA-4895-8716-98A8E6ADA0C9}" dt="2020-09-23T17:13:06.870" v="710" actId="164"/>
          <ac:spMkLst>
            <pc:docMk/>
            <pc:sldMk cId="912318640" sldId="275"/>
            <ac:spMk id="91" creationId="{ABF8AB27-3CA5-49AD-9F11-AD0419DE3F5D}"/>
          </ac:spMkLst>
        </pc:spChg>
        <pc:spChg chg="add mod">
          <ac:chgData name="Teach" userId="8ae8df808a00c05c" providerId="LiveId" clId="{65012EC2-12EA-4895-8716-98A8E6ADA0C9}" dt="2020-09-23T17:16:38.635" v="736" actId="164"/>
          <ac:spMkLst>
            <pc:docMk/>
            <pc:sldMk cId="912318640" sldId="275"/>
            <ac:spMk id="94" creationId="{953F7111-958D-42C8-867F-C36DAE1EC80B}"/>
          </ac:spMkLst>
        </pc:spChg>
        <pc:spChg chg="add del">
          <ac:chgData name="Teach" userId="8ae8df808a00c05c" providerId="LiveId" clId="{65012EC2-12EA-4895-8716-98A8E6ADA0C9}" dt="2020-09-23T17:18:22.377" v="748" actId="478"/>
          <ac:spMkLst>
            <pc:docMk/>
            <pc:sldMk cId="912318640" sldId="275"/>
            <ac:spMk id="96" creationId="{B64CDC73-CF9B-46C6-8BF9-A98C50A45C3D}"/>
          </ac:spMkLst>
        </pc:spChg>
        <pc:spChg chg="add mod">
          <ac:chgData name="Teach" userId="8ae8df808a00c05c" providerId="LiveId" clId="{65012EC2-12EA-4895-8716-98A8E6ADA0C9}" dt="2020-09-23T17:30:15.442" v="920" actId="403"/>
          <ac:spMkLst>
            <pc:docMk/>
            <pc:sldMk cId="912318640" sldId="275"/>
            <ac:spMk id="114" creationId="{4FBA6E06-0CB3-403E-B631-22ECE87248B9}"/>
          </ac:spMkLst>
        </pc:spChg>
        <pc:spChg chg="add mod">
          <ac:chgData name="Teach" userId="8ae8df808a00c05c" providerId="LiveId" clId="{65012EC2-12EA-4895-8716-98A8E6ADA0C9}" dt="2020-09-23T18:48:29.244" v="1114" actId="17032"/>
          <ac:spMkLst>
            <pc:docMk/>
            <pc:sldMk cId="912318640" sldId="275"/>
            <ac:spMk id="115" creationId="{A964C2EA-F7DC-4079-8209-89E642649ADD}"/>
          </ac:spMkLst>
        </pc:spChg>
        <pc:spChg chg="mod">
          <ac:chgData name="Teach" userId="8ae8df808a00c05c" providerId="LiveId" clId="{65012EC2-12EA-4895-8716-98A8E6ADA0C9}" dt="2020-09-23T17:32:12.601" v="1032" actId="313"/>
          <ac:spMkLst>
            <pc:docMk/>
            <pc:sldMk cId="912318640" sldId="275"/>
            <ac:spMk id="118" creationId="{765C9D38-3EB2-44CD-AD5A-D2E7D691F49F}"/>
          </ac:spMkLst>
        </pc:spChg>
        <pc:spChg chg="mod">
          <ac:chgData name="Teach" userId="8ae8df808a00c05c" providerId="LiveId" clId="{65012EC2-12EA-4895-8716-98A8E6ADA0C9}" dt="2020-09-23T18:48:32.699" v="1115" actId="17032"/>
          <ac:spMkLst>
            <pc:docMk/>
            <pc:sldMk cId="912318640" sldId="275"/>
            <ac:spMk id="119" creationId="{F1528561-84DB-4DF1-93FB-BF1113B35EE5}"/>
          </ac:spMkLst>
        </pc:spChg>
        <pc:grpChg chg="mod">
          <ac:chgData name="Teach" userId="8ae8df808a00c05c" providerId="LiveId" clId="{65012EC2-12EA-4895-8716-98A8E6ADA0C9}" dt="2020-09-23T17:01:53.897" v="577" actId="164"/>
          <ac:grpSpMkLst>
            <pc:docMk/>
            <pc:sldMk cId="912318640" sldId="275"/>
            <ac:grpSpMk id="11" creationId="{B4787BAD-785C-4E7E-82AE-1809B156662C}"/>
          </ac:grpSpMkLst>
        </pc:grpChg>
        <pc:grpChg chg="mod">
          <ac:chgData name="Teach" userId="8ae8df808a00c05c" providerId="LiveId" clId="{65012EC2-12EA-4895-8716-98A8E6ADA0C9}" dt="2020-09-23T17:05:46.347" v="600" actId="164"/>
          <ac:grpSpMkLst>
            <pc:docMk/>
            <pc:sldMk cId="912318640" sldId="275"/>
            <ac:grpSpMk id="29" creationId="{BEA0775F-74A7-4225-A28A-411902CF71D9}"/>
          </ac:grpSpMkLst>
        </pc:grpChg>
        <pc:grpChg chg="mod">
          <ac:chgData name="Teach" userId="8ae8df808a00c05c" providerId="LiveId" clId="{65012EC2-12EA-4895-8716-98A8E6ADA0C9}" dt="2020-09-23T17:05:46.347" v="600" actId="164"/>
          <ac:grpSpMkLst>
            <pc:docMk/>
            <pc:sldMk cId="912318640" sldId="275"/>
            <ac:grpSpMk id="32" creationId="{ADB83B48-541B-4448-BF94-B3BBBCB3CCC7}"/>
          </ac:grpSpMkLst>
        </pc:grpChg>
        <pc:grpChg chg="add mod ord">
          <ac:chgData name="Teach" userId="8ae8df808a00c05c" providerId="LiveId" clId="{65012EC2-12EA-4895-8716-98A8E6ADA0C9}" dt="2020-09-23T17:12:06.826" v="698" actId="13244"/>
          <ac:grpSpMkLst>
            <pc:docMk/>
            <pc:sldMk cId="912318640" sldId="275"/>
            <ac:grpSpMk id="40" creationId="{7E14A74E-BAE2-4C99-9A83-247D0C667334}"/>
          </ac:grpSpMkLst>
        </pc:grpChg>
        <pc:grpChg chg="add mod ord">
          <ac:chgData name="Teach" userId="8ae8df808a00c05c" providerId="LiveId" clId="{65012EC2-12EA-4895-8716-98A8E6ADA0C9}" dt="2020-09-23T17:19:28.737" v="765" actId="1076"/>
          <ac:grpSpMkLst>
            <pc:docMk/>
            <pc:sldMk cId="912318640" sldId="275"/>
            <ac:grpSpMk id="42" creationId="{5D60CC1D-3FBB-49C0-88BF-FC1B37CFEF4B}"/>
          </ac:grpSpMkLst>
        </pc:grpChg>
        <pc:grpChg chg="add mod">
          <ac:chgData name="Teach" userId="8ae8df808a00c05c" providerId="LiveId" clId="{65012EC2-12EA-4895-8716-98A8E6ADA0C9}" dt="2020-09-23T17:11:48.666" v="695" actId="962"/>
          <ac:grpSpMkLst>
            <pc:docMk/>
            <pc:sldMk cId="912318640" sldId="275"/>
            <ac:grpSpMk id="90" creationId="{588D4996-4FFE-49EE-B349-0BBAA1C51EF6}"/>
          </ac:grpSpMkLst>
        </pc:grpChg>
        <pc:grpChg chg="add mod ord">
          <ac:chgData name="Teach" userId="8ae8df808a00c05c" providerId="LiveId" clId="{65012EC2-12EA-4895-8716-98A8E6ADA0C9}" dt="2020-09-23T17:13:42.152" v="715" actId="13244"/>
          <ac:grpSpMkLst>
            <pc:docMk/>
            <pc:sldMk cId="912318640" sldId="275"/>
            <ac:grpSpMk id="92" creationId="{A75D37B1-18F8-4DCB-AF23-8CF70DE7EDF2}"/>
          </ac:grpSpMkLst>
        </pc:grpChg>
        <pc:grpChg chg="add mod ord">
          <ac:chgData name="Teach" userId="8ae8df808a00c05c" providerId="LiveId" clId="{65012EC2-12EA-4895-8716-98A8E6ADA0C9}" dt="2020-09-23T17:13:38.373" v="714" actId="13244"/>
          <ac:grpSpMkLst>
            <pc:docMk/>
            <pc:sldMk cId="912318640" sldId="275"/>
            <ac:grpSpMk id="93" creationId="{B5E5D88B-620C-4860-BE14-020608279194}"/>
          </ac:grpSpMkLst>
        </pc:grpChg>
        <pc:grpChg chg="add mod ord">
          <ac:chgData name="Teach" userId="8ae8df808a00c05c" providerId="LiveId" clId="{65012EC2-12EA-4895-8716-98A8E6ADA0C9}" dt="2020-09-23T17:16:55.337" v="738" actId="13244"/>
          <ac:grpSpMkLst>
            <pc:docMk/>
            <pc:sldMk cId="912318640" sldId="275"/>
            <ac:grpSpMk id="95" creationId="{D47FAF70-1D7F-40D4-B3EE-E6094E32047A}"/>
          </ac:grpSpMkLst>
        </pc:grpChg>
        <pc:grpChg chg="add mod">
          <ac:chgData name="Teach" userId="8ae8df808a00c05c" providerId="LiveId" clId="{65012EC2-12EA-4895-8716-98A8E6ADA0C9}" dt="2020-09-23T17:19:23.702" v="763" actId="962"/>
          <ac:grpSpMkLst>
            <pc:docMk/>
            <pc:sldMk cId="912318640" sldId="275"/>
            <ac:grpSpMk id="105" creationId="{9402AF13-41A1-4BAA-BDB7-5AAFA6D4C887}"/>
          </ac:grpSpMkLst>
        </pc:grpChg>
        <pc:grpChg chg="add mod">
          <ac:chgData name="Teach" userId="8ae8df808a00c05c" providerId="LiveId" clId="{65012EC2-12EA-4895-8716-98A8E6ADA0C9}" dt="2020-09-23T17:19:40.285" v="768" actId="962"/>
          <ac:grpSpMkLst>
            <pc:docMk/>
            <pc:sldMk cId="912318640" sldId="275"/>
            <ac:grpSpMk id="106" creationId="{DEF7FDF1-C395-4CBE-B7DF-AD169C3F6ACB}"/>
          </ac:grpSpMkLst>
        </pc:grpChg>
        <pc:grpChg chg="add mod">
          <ac:chgData name="Teach" userId="8ae8df808a00c05c" providerId="LiveId" clId="{65012EC2-12EA-4895-8716-98A8E6ADA0C9}" dt="2020-09-23T17:19:53.557" v="771" actId="962"/>
          <ac:grpSpMkLst>
            <pc:docMk/>
            <pc:sldMk cId="912318640" sldId="275"/>
            <ac:grpSpMk id="109" creationId="{98551567-3DB5-4069-91BA-5DE7B42241D4}"/>
          </ac:grpSpMkLst>
        </pc:grpChg>
        <pc:grpChg chg="add mod">
          <ac:chgData name="Teach" userId="8ae8df808a00c05c" providerId="LiveId" clId="{65012EC2-12EA-4895-8716-98A8E6ADA0C9}" dt="2020-09-23T17:23:16.036" v="803" actId="962"/>
          <ac:grpSpMkLst>
            <pc:docMk/>
            <pc:sldMk cId="912318640" sldId="275"/>
            <ac:grpSpMk id="112" creationId="{DF23BBF0-EC52-4870-BB0F-45C28E0E3E4D}"/>
          </ac:grpSpMkLst>
        </pc:grpChg>
        <pc:grpChg chg="add mod">
          <ac:chgData name="Teach" userId="8ae8df808a00c05c" providerId="LiveId" clId="{65012EC2-12EA-4895-8716-98A8E6ADA0C9}" dt="2020-09-23T18:47:12.775" v="1100" actId="207"/>
          <ac:grpSpMkLst>
            <pc:docMk/>
            <pc:sldMk cId="912318640" sldId="275"/>
            <ac:grpSpMk id="113" creationId="{713CD212-E514-4B29-9B60-E92EB7B2BD0D}"/>
          </ac:grpSpMkLst>
        </pc:grpChg>
        <pc:grpChg chg="add mod">
          <ac:chgData name="Teach" userId="8ae8df808a00c05c" providerId="LiveId" clId="{65012EC2-12EA-4895-8716-98A8E6ADA0C9}" dt="2020-09-23T17:30:19.957" v="921" actId="14100"/>
          <ac:grpSpMkLst>
            <pc:docMk/>
            <pc:sldMk cId="912318640" sldId="275"/>
            <ac:grpSpMk id="116" creationId="{3F05EFF6-CE05-4032-A2F7-29C6D6ED3145}"/>
          </ac:grpSpMkLst>
        </pc:grpChg>
        <pc:grpChg chg="add mod">
          <ac:chgData name="Teach" userId="8ae8df808a00c05c" providerId="LiveId" clId="{65012EC2-12EA-4895-8716-98A8E6ADA0C9}" dt="2020-09-23T17:32:33.054" v="1036" actId="164"/>
          <ac:grpSpMkLst>
            <pc:docMk/>
            <pc:sldMk cId="912318640" sldId="275"/>
            <ac:grpSpMk id="117" creationId="{1A9E561C-684F-4C9C-9A18-0DE9B33B6461}"/>
          </ac:grpSpMkLst>
        </pc:grpChg>
        <pc:grpChg chg="add mod">
          <ac:chgData name="Teach" userId="8ae8df808a00c05c" providerId="LiveId" clId="{65012EC2-12EA-4895-8716-98A8E6ADA0C9}" dt="2020-09-23T17:32:39.958" v="1037" actId="962"/>
          <ac:grpSpMkLst>
            <pc:docMk/>
            <pc:sldMk cId="912318640" sldId="275"/>
            <ac:grpSpMk id="122" creationId="{9719999C-D37F-49BD-8243-8936922E430E}"/>
          </ac:grpSpMkLst>
        </pc:grpChg>
        <pc:picChg chg="add del mod">
          <ac:chgData name="Teach" userId="8ae8df808a00c05c" providerId="LiveId" clId="{65012EC2-12EA-4895-8716-98A8E6ADA0C9}" dt="2020-09-23T18:43:04.697" v="1076" actId="478"/>
          <ac:picMkLst>
            <pc:docMk/>
            <pc:sldMk cId="912318640" sldId="275"/>
            <ac:picMk id="3" creationId="{D4CF9D9C-6038-44D3-B589-717FD27EBD61}"/>
          </ac:picMkLst>
        </pc:picChg>
        <pc:picChg chg="add del mod">
          <ac:chgData name="Teach" userId="8ae8df808a00c05c" providerId="LiveId" clId="{65012EC2-12EA-4895-8716-98A8E6ADA0C9}" dt="2020-09-23T18:43:20.290" v="1080" actId="478"/>
          <ac:picMkLst>
            <pc:docMk/>
            <pc:sldMk cId="912318640" sldId="275"/>
            <ac:picMk id="21" creationId="{F83DA603-0A4D-4C58-A68E-86DE44632891}"/>
          </ac:picMkLst>
        </pc:picChg>
        <pc:picChg chg="add mod">
          <ac:chgData name="Teach" userId="8ae8df808a00c05c" providerId="LiveId" clId="{65012EC2-12EA-4895-8716-98A8E6ADA0C9}" dt="2020-09-23T18:43:31.930" v="1085" actId="1076"/>
          <ac:picMkLst>
            <pc:docMk/>
            <pc:sldMk cId="912318640" sldId="275"/>
            <ac:picMk id="24" creationId="{B6998AC4-DCF0-423A-A46A-B248D09C3CC0}"/>
          </ac:picMkLst>
        </pc:picChg>
        <pc:cxnChg chg="mod">
          <ac:chgData name="Teach" userId="8ae8df808a00c05c" providerId="LiveId" clId="{65012EC2-12EA-4895-8716-98A8E6ADA0C9}" dt="2020-09-23T17:05:46.347" v="600" actId="164"/>
          <ac:cxnSpMkLst>
            <pc:docMk/>
            <pc:sldMk cId="912318640" sldId="275"/>
            <ac:cxnSpMk id="5" creationId="{0A3A732E-20CB-4754-A709-22A4DC92D1EB}"/>
          </ac:cxnSpMkLst>
        </pc:cxnChg>
        <pc:cxnChg chg="mod">
          <ac:chgData name="Teach" userId="8ae8df808a00c05c" providerId="LiveId" clId="{65012EC2-12EA-4895-8716-98A8E6ADA0C9}" dt="2020-09-23T17:05:46.347" v="600" actId="164"/>
          <ac:cxnSpMkLst>
            <pc:docMk/>
            <pc:sldMk cId="912318640" sldId="275"/>
            <ac:cxnSpMk id="7" creationId="{AB0585A8-616D-4655-B335-8F391D7E959E}"/>
          </ac:cxnSpMkLst>
        </pc:cxnChg>
        <pc:cxnChg chg="mod">
          <ac:chgData name="Teach" userId="8ae8df808a00c05c" providerId="LiveId" clId="{65012EC2-12EA-4895-8716-98A8E6ADA0C9}" dt="2020-09-23T16:44:38.775" v="103" actId="14100"/>
          <ac:cxnSpMkLst>
            <pc:docMk/>
            <pc:sldMk cId="912318640" sldId="275"/>
            <ac:cxnSpMk id="14" creationId="{96F3EEF4-22A4-458E-B783-A7E96A873E98}"/>
          </ac:cxnSpMkLst>
        </pc:cxnChg>
        <pc:cxnChg chg="mod">
          <ac:chgData name="Teach" userId="8ae8df808a00c05c" providerId="LiveId" clId="{65012EC2-12EA-4895-8716-98A8E6ADA0C9}" dt="2020-09-23T16:44:47.460" v="108" actId="1037"/>
          <ac:cxnSpMkLst>
            <pc:docMk/>
            <pc:sldMk cId="912318640" sldId="275"/>
            <ac:cxnSpMk id="16" creationId="{BFF70123-203D-4C5A-98F9-52A8438026BC}"/>
          </ac:cxnSpMkLst>
        </pc:cxnChg>
        <pc:cxnChg chg="add mod">
          <ac:chgData name="Teach" userId="8ae8df808a00c05c" providerId="LiveId" clId="{65012EC2-12EA-4895-8716-98A8E6ADA0C9}" dt="2020-09-23T17:01:53.897" v="577" actId="164"/>
          <ac:cxnSpMkLst>
            <pc:docMk/>
            <pc:sldMk cId="912318640" sldId="275"/>
            <ac:cxnSpMk id="22" creationId="{FE371022-AD4E-41CC-8D6B-5199BC23FA0A}"/>
          </ac:cxnSpMkLst>
        </pc:cxnChg>
        <pc:cxnChg chg="mod">
          <ac:chgData name="Teach" userId="8ae8df808a00c05c" providerId="LiveId" clId="{65012EC2-12EA-4895-8716-98A8E6ADA0C9}" dt="2020-09-23T18:48:14.862" v="1112" actId="1038"/>
          <ac:cxnSpMkLst>
            <pc:docMk/>
            <pc:sldMk cId="912318640" sldId="275"/>
            <ac:cxnSpMk id="35" creationId="{DEF02D11-DCCE-4E9E-AB3D-7AD18623A97B}"/>
          </ac:cxnSpMkLst>
        </pc:cxnChg>
        <pc:cxnChg chg="mod">
          <ac:chgData name="Teach" userId="8ae8df808a00c05c" providerId="LiveId" clId="{65012EC2-12EA-4895-8716-98A8E6ADA0C9}" dt="2020-09-23T18:48:04.669" v="1106" actId="14100"/>
          <ac:cxnSpMkLst>
            <pc:docMk/>
            <pc:sldMk cId="912318640" sldId="275"/>
            <ac:cxnSpMk id="36" creationId="{9FDC2118-206F-4BD4-A3BA-1FE02C2A0896}"/>
          </ac:cxnSpMkLst>
        </pc:cxnChg>
        <pc:cxnChg chg="mod">
          <ac:chgData name="Teach" userId="8ae8df808a00c05c" providerId="LiveId" clId="{65012EC2-12EA-4895-8716-98A8E6ADA0C9}" dt="2020-09-23T17:16:38.635" v="736" actId="164"/>
          <ac:cxnSpMkLst>
            <pc:docMk/>
            <pc:sldMk cId="912318640" sldId="275"/>
            <ac:cxnSpMk id="57" creationId="{6BB470EA-F630-435D-A504-A1BFF7992BF2}"/>
          </ac:cxnSpMkLst>
        </pc:cxnChg>
        <pc:cxnChg chg="mod">
          <ac:chgData name="Teach" userId="8ae8df808a00c05c" providerId="LiveId" clId="{65012EC2-12EA-4895-8716-98A8E6ADA0C9}" dt="2020-09-23T17:16:38.635" v="736" actId="164"/>
          <ac:cxnSpMkLst>
            <pc:docMk/>
            <pc:sldMk cId="912318640" sldId="275"/>
            <ac:cxnSpMk id="59" creationId="{C59203F4-FC1C-4741-940E-9AADB07B04FD}"/>
          </ac:cxnSpMkLst>
        </pc:cxnChg>
        <pc:cxnChg chg="mod">
          <ac:chgData name="Teach" userId="8ae8df808a00c05c" providerId="LiveId" clId="{65012EC2-12EA-4895-8716-98A8E6ADA0C9}" dt="2020-09-23T17:13:22.967" v="712" actId="164"/>
          <ac:cxnSpMkLst>
            <pc:docMk/>
            <pc:sldMk cId="912318640" sldId="275"/>
            <ac:cxnSpMk id="63" creationId="{328583C1-0D03-42A9-B117-E8FE9CD517B3}"/>
          </ac:cxnSpMkLst>
        </pc:cxnChg>
        <pc:cxnChg chg="mod">
          <ac:chgData name="Teach" userId="8ae8df808a00c05c" providerId="LiveId" clId="{65012EC2-12EA-4895-8716-98A8E6ADA0C9}" dt="2020-09-23T17:13:06.870" v="710" actId="164"/>
          <ac:cxnSpMkLst>
            <pc:docMk/>
            <pc:sldMk cId="912318640" sldId="275"/>
            <ac:cxnSpMk id="68" creationId="{DE11EC0E-40A4-44BD-8891-488A7ED7DE5F}"/>
          </ac:cxnSpMkLst>
        </pc:cxnChg>
        <pc:cxnChg chg="mod">
          <ac:chgData name="Teach" userId="8ae8df808a00c05c" providerId="LiveId" clId="{65012EC2-12EA-4895-8716-98A8E6ADA0C9}" dt="2020-09-23T17:19:28.737" v="765" actId="1076"/>
          <ac:cxnSpMkLst>
            <pc:docMk/>
            <pc:sldMk cId="912318640" sldId="275"/>
            <ac:cxnSpMk id="70" creationId="{8CE366A3-8F3A-4E3B-ADE4-6F04C513E57F}"/>
          </ac:cxnSpMkLst>
        </pc:cxnChg>
        <pc:cxnChg chg="del mod">
          <ac:chgData name="Teach" userId="8ae8df808a00c05c" providerId="LiveId" clId="{65012EC2-12EA-4895-8716-98A8E6ADA0C9}" dt="2020-09-23T17:10:14.271" v="641" actId="478"/>
          <ac:cxnSpMkLst>
            <pc:docMk/>
            <pc:sldMk cId="912318640" sldId="275"/>
            <ac:cxnSpMk id="71" creationId="{C98ACC39-D44E-4FBF-900C-FB1D7100F085}"/>
          </ac:cxnSpMkLst>
        </pc:cxnChg>
        <pc:cxnChg chg="add mod">
          <ac:chgData name="Teach" userId="8ae8df808a00c05c" providerId="LiveId" clId="{65012EC2-12EA-4895-8716-98A8E6ADA0C9}" dt="2020-09-23T17:01:53.897" v="577" actId="164"/>
          <ac:cxnSpMkLst>
            <pc:docMk/>
            <pc:sldMk cId="912318640" sldId="275"/>
            <ac:cxnSpMk id="75" creationId="{07824F5C-EB7D-408D-81F6-555B5FFFFEF1}"/>
          </ac:cxnSpMkLst>
        </pc:cxnChg>
        <pc:cxnChg chg="add mod">
          <ac:chgData name="Teach" userId="8ae8df808a00c05c" providerId="LiveId" clId="{65012EC2-12EA-4895-8716-98A8E6ADA0C9}" dt="2020-09-23T17:01:53.897" v="577" actId="164"/>
          <ac:cxnSpMkLst>
            <pc:docMk/>
            <pc:sldMk cId="912318640" sldId="275"/>
            <ac:cxnSpMk id="76" creationId="{D0573FC7-A4A8-4D42-BD6A-CDB7C35B34BF}"/>
          </ac:cxnSpMkLst>
        </pc:cxnChg>
        <pc:cxnChg chg="add mod">
          <ac:chgData name="Teach" userId="8ae8df808a00c05c" providerId="LiveId" clId="{65012EC2-12EA-4895-8716-98A8E6ADA0C9}" dt="2020-09-23T17:01:53.897" v="577" actId="164"/>
          <ac:cxnSpMkLst>
            <pc:docMk/>
            <pc:sldMk cId="912318640" sldId="275"/>
            <ac:cxnSpMk id="77" creationId="{4D87E846-E595-4CB9-B81C-E5F90BE05BA3}"/>
          </ac:cxnSpMkLst>
        </pc:cxnChg>
        <pc:cxnChg chg="add mod">
          <ac:chgData name="Teach" userId="8ae8df808a00c05c" providerId="LiveId" clId="{65012EC2-12EA-4895-8716-98A8E6ADA0C9}" dt="2020-09-23T17:19:15.811" v="762" actId="164"/>
          <ac:cxnSpMkLst>
            <pc:docMk/>
            <pc:sldMk cId="912318640" sldId="275"/>
            <ac:cxnSpMk id="98" creationId="{13787B81-5159-4564-A8B0-20EADFAAB4EC}"/>
          </ac:cxnSpMkLst>
        </pc:cxnChg>
        <pc:cxnChg chg="add del mod">
          <ac:chgData name="Teach" userId="8ae8df808a00c05c" providerId="LiveId" clId="{65012EC2-12EA-4895-8716-98A8E6ADA0C9}" dt="2020-09-23T17:19:00.995" v="758" actId="478"/>
          <ac:cxnSpMkLst>
            <pc:docMk/>
            <pc:sldMk cId="912318640" sldId="275"/>
            <ac:cxnSpMk id="100" creationId="{1760CAFE-1450-4A99-A2BE-57B8820709E4}"/>
          </ac:cxnSpMkLst>
        </pc:cxnChg>
        <pc:cxnChg chg="add mod">
          <ac:chgData name="Teach" userId="8ae8df808a00c05c" providerId="LiveId" clId="{65012EC2-12EA-4895-8716-98A8E6ADA0C9}" dt="2020-09-23T17:19:15.811" v="762" actId="164"/>
          <ac:cxnSpMkLst>
            <pc:docMk/>
            <pc:sldMk cId="912318640" sldId="275"/>
            <ac:cxnSpMk id="104" creationId="{AC8EBEE3-D817-433D-B0C9-3EEE19BE0ED8}"/>
          </ac:cxnSpMkLst>
        </pc:cxnChg>
        <pc:cxnChg chg="mod">
          <ac:chgData name="Teach" userId="8ae8df808a00c05c" providerId="LiveId" clId="{65012EC2-12EA-4895-8716-98A8E6ADA0C9}" dt="2020-09-23T17:19:30.218" v="766"/>
          <ac:cxnSpMkLst>
            <pc:docMk/>
            <pc:sldMk cId="912318640" sldId="275"/>
            <ac:cxnSpMk id="107" creationId="{4295F3F2-CD40-4AF7-A016-F01607786668}"/>
          </ac:cxnSpMkLst>
        </pc:cxnChg>
        <pc:cxnChg chg="mod">
          <ac:chgData name="Teach" userId="8ae8df808a00c05c" providerId="LiveId" clId="{65012EC2-12EA-4895-8716-98A8E6ADA0C9}" dt="2020-09-23T17:19:30.218" v="766"/>
          <ac:cxnSpMkLst>
            <pc:docMk/>
            <pc:sldMk cId="912318640" sldId="275"/>
            <ac:cxnSpMk id="108" creationId="{2EDFF1CC-B446-4574-AB4A-7B4B8121796D}"/>
          </ac:cxnSpMkLst>
        </pc:cxnChg>
        <pc:cxnChg chg="mod">
          <ac:chgData name="Teach" userId="8ae8df808a00c05c" providerId="LiveId" clId="{65012EC2-12EA-4895-8716-98A8E6ADA0C9}" dt="2020-09-23T17:19:44.406" v="769"/>
          <ac:cxnSpMkLst>
            <pc:docMk/>
            <pc:sldMk cId="912318640" sldId="275"/>
            <ac:cxnSpMk id="110" creationId="{1375EC38-595C-4FD0-BC12-DF18883429FF}"/>
          </ac:cxnSpMkLst>
        </pc:cxnChg>
        <pc:cxnChg chg="mod">
          <ac:chgData name="Teach" userId="8ae8df808a00c05c" providerId="LiveId" clId="{65012EC2-12EA-4895-8716-98A8E6ADA0C9}" dt="2020-09-23T17:19:44.406" v="769"/>
          <ac:cxnSpMkLst>
            <pc:docMk/>
            <pc:sldMk cId="912318640" sldId="275"/>
            <ac:cxnSpMk id="111" creationId="{500A2D58-EE70-4213-81C9-4CA1DC61EE5F}"/>
          </ac:cxnSpMkLst>
        </pc:cxnChg>
        <pc:cxnChg chg="add mod">
          <ac:chgData name="Teach" userId="8ae8df808a00c05c" providerId="LiveId" clId="{65012EC2-12EA-4895-8716-98A8E6ADA0C9}" dt="2020-09-23T17:32:33.054" v="1036" actId="164"/>
          <ac:cxnSpMkLst>
            <pc:docMk/>
            <pc:sldMk cId="912318640" sldId="275"/>
            <ac:cxnSpMk id="121" creationId="{E21CD727-F373-40EB-89CB-D1BC9C359342}"/>
          </ac:cxnSpMkLst>
        </pc:cxnChg>
      </pc:sldChg>
      <pc:sldChg chg="modSp add mod">
        <pc:chgData name="Teach" userId="8ae8df808a00c05c" providerId="LiveId" clId="{65012EC2-12EA-4895-8716-98A8E6ADA0C9}" dt="2020-09-23T19:30:58.035" v="1140" actId="14100"/>
        <pc:sldMkLst>
          <pc:docMk/>
          <pc:sldMk cId="4052539969" sldId="276"/>
        </pc:sldMkLst>
        <pc:spChg chg="mod">
          <ac:chgData name="Teach" userId="8ae8df808a00c05c" providerId="LiveId" clId="{65012EC2-12EA-4895-8716-98A8E6ADA0C9}" dt="2020-09-23T19:30:11.594" v="1130" actId="1076"/>
          <ac:spMkLst>
            <pc:docMk/>
            <pc:sldMk cId="4052539969" sldId="276"/>
            <ac:spMk id="38" creationId="{A2CA4239-C287-40CF-BC08-22FE393BE9AB}"/>
          </ac:spMkLst>
        </pc:spChg>
        <pc:spChg chg="mod">
          <ac:chgData name="Teach" userId="8ae8df808a00c05c" providerId="LiveId" clId="{65012EC2-12EA-4895-8716-98A8E6ADA0C9}" dt="2020-09-23T19:30:24.700" v="1134" actId="1076"/>
          <ac:spMkLst>
            <pc:docMk/>
            <pc:sldMk cId="4052539969" sldId="276"/>
            <ac:spMk id="79" creationId="{C1DC84D5-3879-4731-ACC8-6042A34F8636}"/>
          </ac:spMkLst>
        </pc:spChg>
        <pc:spChg chg="mod">
          <ac:chgData name="Teach" userId="8ae8df808a00c05c" providerId="LiveId" clId="{65012EC2-12EA-4895-8716-98A8E6ADA0C9}" dt="2020-09-23T19:30:52.454" v="1139" actId="1076"/>
          <ac:spMkLst>
            <pc:docMk/>
            <pc:sldMk cId="4052539969" sldId="276"/>
            <ac:spMk id="118" creationId="{765C9D38-3EB2-44CD-AD5A-D2E7D691F49F}"/>
          </ac:spMkLst>
        </pc:spChg>
        <pc:cxnChg chg="mod">
          <ac:chgData name="Teach" userId="8ae8df808a00c05c" providerId="LiveId" clId="{65012EC2-12EA-4895-8716-98A8E6ADA0C9}" dt="2020-09-23T19:30:58.035" v="1140" actId="14100"/>
          <ac:cxnSpMkLst>
            <pc:docMk/>
            <pc:sldMk cId="4052539969" sldId="276"/>
            <ac:cxnSpMk id="121" creationId="{E21CD727-F373-40EB-89CB-D1BC9C35934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A353D-2467-4A87-96B1-8C086A3687AB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9CB61-763B-47B9-B51D-B1F75DF1B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2040AE-58F2-465E-A9E8-296AE7F028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93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1D6EF-17C6-45C1-B222-CC92C0AF5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1542D-6760-4D53-9C81-39D668CFC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AA7D-550A-48DC-8F9D-AF33CDBA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74F3E-2E98-4131-9110-621358D6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95651-6D70-4E02-AD72-97124FB2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8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25C9-6CD3-4A5A-8A7A-BAA87AC5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9FA7-C3BE-420E-9464-5FA63C7B1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606FE-1049-48B4-8141-8CA0C043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D2AE-75A4-4C38-9EB8-187C87E5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8B359-E1CF-4239-9296-3512F271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0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DE8C-EF84-4F68-9E16-78E17D5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ABAF8-3A66-4A2F-966C-E2E7EC6BC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C1E99-27FC-4E72-A23F-ABAC04F5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DCDF3-29DC-4668-8284-7CCB9A86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48CC-7057-4E03-9030-4FEE7A9B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8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0C172-0B55-479A-B0A1-BB38ED55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90665-FEA6-4384-9CD0-C2B0FE2BE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1481C-9ECF-40F3-A32F-5839DE922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A4EFF-AED1-4347-B8C5-7623FB38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BA09A-FAB1-4FAA-901F-773AF6C9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FCF44-A5F9-48DB-B06A-3CC246A7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9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073B-713A-4DD7-9A1A-0897C7422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E30C3-BF25-4679-AE69-6CB2C574B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1EB24-37BB-43CE-B5BF-8DAD1BCF9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58D2A-A7BD-46BE-86B6-4B0FA5334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756A1-FE6C-4C3C-8D0E-086F109C1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33ACAA-8BB2-4DAA-BDF4-CFE307F9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B6E37-506B-4131-939E-7EEC2E73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80C6F-6BF2-42C2-B063-662AA874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0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E649-8BDB-4DE7-86F3-448F290E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D0619-D0E4-4EDA-BA31-D1C7E05A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026569-7C41-40BC-B649-61FD2616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B1DFF8-6A3B-4AA6-8E06-98F7602C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26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F8D7F-3065-4175-A34C-1DA5659F3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4BFF0-290F-41FE-9615-AEB4CFB20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E09D8-4799-4D7B-9459-7B401E504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2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A7DCD-5FAD-46A1-93D3-D0BFA595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9FBE-6D0A-45BE-A015-988A1EEC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EBE4D-39EC-4C9F-9D2C-51100E528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F471-5EF5-4D4F-996D-27DA0DFD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CF1FF-70BD-4233-88DC-BDA43B41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07D43-1E93-4CF8-A40E-FE789131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6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685C-C92B-4104-92AA-BEC15178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159E1-6E18-4542-8680-0650234C45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F5DF3-9547-4ADC-8007-98B8083D3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4FA5-DE05-48EA-91BB-1AC681E8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221CE-8812-4017-84F3-8E496475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1F154-E629-4F8F-83F6-7981FA32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2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EE6E-1764-4EC3-AD79-17E72049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95C3F-D869-4C6B-92E7-36263C72B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E6B37-5072-4283-BF00-4F8C65CE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EFB16-F3C1-4C08-B27F-0B15E5CFF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6FB5-E929-4A1D-B817-4001D492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3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C62D3-999D-4CB8-BA5F-6FDDC960E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6DA47-28E7-43CF-8243-5BF38C99A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8A7D-E903-419D-8215-2964C06D9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1AC0A-8BB7-4812-A738-70E873D6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08569-8471-4541-8B79-4917D8D03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90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CB15A-B95C-46B4-918B-613D55EB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6876B-0DB1-4FA6-A05C-15C77CF5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F03CF-C7BB-4CF0-86F7-3D390C876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B7678-DD2D-4641-8120-3290B61533BE}" type="datetimeFigureOut">
              <a:rPr lang="en-US" smtClean="0"/>
              <a:t>9/23/2020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6BD80-5172-4311-8B03-33F69D7AD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638B9-315A-4FEB-ACEB-A1FACB7D2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8BA6F-BF6B-4F2B-A575-C784FF947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3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Initial image">
            <a:extLst>
              <a:ext uri="{FF2B5EF4-FFF2-40B4-BE49-F238E27FC236}">
                <a16:creationId xmlns:a16="http://schemas.microsoft.com/office/drawing/2014/main" id="{5D60CC1D-3FBB-49C0-88BF-FC1B37CFEF4B}"/>
              </a:ext>
            </a:extLst>
          </p:cNvPr>
          <p:cNvGrpSpPr/>
          <p:nvPr/>
        </p:nvGrpSpPr>
        <p:grpSpPr>
          <a:xfrm>
            <a:off x="5195247" y="522686"/>
            <a:ext cx="6697951" cy="5475419"/>
            <a:chOff x="5195247" y="623354"/>
            <a:chExt cx="6697951" cy="547541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D8B231-E97F-46F9-B734-B0DC8F3EC6BF}"/>
                </a:ext>
              </a:extLst>
            </p:cNvPr>
            <p:cNvSpPr/>
            <p:nvPr/>
          </p:nvSpPr>
          <p:spPr>
            <a:xfrm>
              <a:off x="5195247" y="1029861"/>
              <a:ext cx="3511014" cy="4101427"/>
            </a:xfrm>
            <a:prstGeom prst="rect">
              <a:avLst/>
            </a:prstGeom>
            <a:ln w="28575">
              <a:solidFill>
                <a:schemeClr val="accent1"/>
              </a:solidFill>
              <a:prstDash val="dash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E9CC463-B1A9-4EB5-904D-FC1C1FEB8CED}"/>
                </a:ext>
              </a:extLst>
            </p:cNvPr>
            <p:cNvSpPr/>
            <p:nvPr/>
          </p:nvSpPr>
          <p:spPr>
            <a:xfrm>
              <a:off x="6587884" y="1079145"/>
              <a:ext cx="670760" cy="734323"/>
            </a:xfrm>
            <a:custGeom>
              <a:avLst/>
              <a:gdLst>
                <a:gd name="connsiteX0" fmla="*/ 0 w 528011"/>
                <a:gd name="connsiteY0" fmla="*/ 263448 h 526896"/>
                <a:gd name="connsiteX1" fmla="*/ 264006 w 528011"/>
                <a:gd name="connsiteY1" fmla="*/ 0 h 526896"/>
                <a:gd name="connsiteX2" fmla="*/ 528012 w 528011"/>
                <a:gd name="connsiteY2" fmla="*/ 263448 h 526896"/>
                <a:gd name="connsiteX3" fmla="*/ 264006 w 528011"/>
                <a:gd name="connsiteY3" fmla="*/ 526896 h 526896"/>
                <a:gd name="connsiteX4" fmla="*/ 0 w 528011"/>
                <a:gd name="connsiteY4" fmla="*/ 263448 h 526896"/>
                <a:gd name="connsiteX0" fmla="*/ 67094 w 595106"/>
                <a:gd name="connsiteY0" fmla="*/ 263448 h 619175"/>
                <a:gd name="connsiteX1" fmla="*/ 331100 w 595106"/>
                <a:gd name="connsiteY1" fmla="*/ 0 h 619175"/>
                <a:gd name="connsiteX2" fmla="*/ 595106 w 595106"/>
                <a:gd name="connsiteY2" fmla="*/ 263448 h 619175"/>
                <a:gd name="connsiteX3" fmla="*/ 79431 w 595106"/>
                <a:gd name="connsiteY3" fmla="*/ 619175 h 619175"/>
                <a:gd name="connsiteX4" fmla="*/ 67094 w 595106"/>
                <a:gd name="connsiteY4" fmla="*/ 263448 h 619175"/>
                <a:gd name="connsiteX0" fmla="*/ 42884 w 570896"/>
                <a:gd name="connsiteY0" fmla="*/ 271849 h 619192"/>
                <a:gd name="connsiteX1" fmla="*/ 306890 w 570896"/>
                <a:gd name="connsiteY1" fmla="*/ 12 h 619192"/>
                <a:gd name="connsiteX2" fmla="*/ 570896 w 570896"/>
                <a:gd name="connsiteY2" fmla="*/ 263460 h 619192"/>
                <a:gd name="connsiteX3" fmla="*/ 55221 w 570896"/>
                <a:gd name="connsiteY3" fmla="*/ 619187 h 619192"/>
                <a:gd name="connsiteX4" fmla="*/ 42884 w 570896"/>
                <a:gd name="connsiteY4" fmla="*/ 271849 h 619192"/>
                <a:gd name="connsiteX0" fmla="*/ 39190 w 511456"/>
                <a:gd name="connsiteY0" fmla="*/ 271849 h 619192"/>
                <a:gd name="connsiteX1" fmla="*/ 303196 w 511456"/>
                <a:gd name="connsiteY1" fmla="*/ 12 h 619192"/>
                <a:gd name="connsiteX2" fmla="*/ 511456 w 511456"/>
                <a:gd name="connsiteY2" fmla="*/ 263460 h 619192"/>
                <a:gd name="connsiteX3" fmla="*/ 51527 w 511456"/>
                <a:gd name="connsiteY3" fmla="*/ 619187 h 619192"/>
                <a:gd name="connsiteX4" fmla="*/ 39190 w 511456"/>
                <a:gd name="connsiteY4" fmla="*/ 271849 h 619192"/>
                <a:gd name="connsiteX0" fmla="*/ 39190 w 525993"/>
                <a:gd name="connsiteY0" fmla="*/ 271859 h 619202"/>
                <a:gd name="connsiteX1" fmla="*/ 303196 w 525993"/>
                <a:gd name="connsiteY1" fmla="*/ 22 h 619202"/>
                <a:gd name="connsiteX2" fmla="*/ 511456 w 525993"/>
                <a:gd name="connsiteY2" fmla="*/ 263470 h 619202"/>
                <a:gd name="connsiteX3" fmla="*/ 51527 w 525993"/>
                <a:gd name="connsiteY3" fmla="*/ 619197 h 619202"/>
                <a:gd name="connsiteX4" fmla="*/ 39190 w 525993"/>
                <a:gd name="connsiteY4" fmla="*/ 271859 h 619202"/>
                <a:gd name="connsiteX0" fmla="*/ 39190 w 525993"/>
                <a:gd name="connsiteY0" fmla="*/ 271859 h 619202"/>
                <a:gd name="connsiteX1" fmla="*/ 303196 w 525993"/>
                <a:gd name="connsiteY1" fmla="*/ 22 h 619202"/>
                <a:gd name="connsiteX2" fmla="*/ 511456 w 525993"/>
                <a:gd name="connsiteY2" fmla="*/ 263470 h 619202"/>
                <a:gd name="connsiteX3" fmla="*/ 51527 w 525993"/>
                <a:gd name="connsiteY3" fmla="*/ 619197 h 619202"/>
                <a:gd name="connsiteX4" fmla="*/ 39190 w 525993"/>
                <a:gd name="connsiteY4" fmla="*/ 271859 h 619202"/>
                <a:gd name="connsiteX0" fmla="*/ 42883 w 583176"/>
                <a:gd name="connsiteY0" fmla="*/ 271841 h 619183"/>
                <a:gd name="connsiteX1" fmla="*/ 306889 w 583176"/>
                <a:gd name="connsiteY1" fmla="*/ 4 h 619183"/>
                <a:gd name="connsiteX2" fmla="*/ 570895 w 583176"/>
                <a:gd name="connsiteY2" fmla="*/ 277388 h 619183"/>
                <a:gd name="connsiteX3" fmla="*/ 55220 w 583176"/>
                <a:gd name="connsiteY3" fmla="*/ 619179 h 619183"/>
                <a:gd name="connsiteX4" fmla="*/ 42883 w 583176"/>
                <a:gd name="connsiteY4" fmla="*/ 271841 h 619183"/>
                <a:gd name="connsiteX0" fmla="*/ 42883 w 590099"/>
                <a:gd name="connsiteY0" fmla="*/ 307523 h 654865"/>
                <a:gd name="connsiteX1" fmla="*/ 306889 w 590099"/>
                <a:gd name="connsiteY1" fmla="*/ 35686 h 654865"/>
                <a:gd name="connsiteX2" fmla="*/ 570895 w 590099"/>
                <a:gd name="connsiteY2" fmla="*/ 313070 h 654865"/>
                <a:gd name="connsiteX3" fmla="*/ 55220 w 590099"/>
                <a:gd name="connsiteY3" fmla="*/ 654861 h 654865"/>
                <a:gd name="connsiteX4" fmla="*/ 42883 w 590099"/>
                <a:gd name="connsiteY4" fmla="*/ 307523 h 654865"/>
                <a:gd name="connsiteX0" fmla="*/ 42883 w 592033"/>
                <a:gd name="connsiteY0" fmla="*/ 310277 h 657619"/>
                <a:gd name="connsiteX1" fmla="*/ 306889 w 592033"/>
                <a:gd name="connsiteY1" fmla="*/ 38440 h 657619"/>
                <a:gd name="connsiteX2" fmla="*/ 570895 w 592033"/>
                <a:gd name="connsiteY2" fmla="*/ 315824 h 657619"/>
                <a:gd name="connsiteX3" fmla="*/ 55220 w 592033"/>
                <a:gd name="connsiteY3" fmla="*/ 657615 h 657619"/>
                <a:gd name="connsiteX4" fmla="*/ 42883 w 592033"/>
                <a:gd name="connsiteY4" fmla="*/ 310277 h 657619"/>
                <a:gd name="connsiteX0" fmla="*/ 41310 w 587778"/>
                <a:gd name="connsiteY0" fmla="*/ 328850 h 676192"/>
                <a:gd name="connsiteX1" fmla="*/ 277443 w 587778"/>
                <a:gd name="connsiteY1" fmla="*/ 36108 h 676192"/>
                <a:gd name="connsiteX2" fmla="*/ 569322 w 587778"/>
                <a:gd name="connsiteY2" fmla="*/ 334397 h 676192"/>
                <a:gd name="connsiteX3" fmla="*/ 53647 w 587778"/>
                <a:gd name="connsiteY3" fmla="*/ 676188 h 676192"/>
                <a:gd name="connsiteX4" fmla="*/ 41310 w 587778"/>
                <a:gd name="connsiteY4" fmla="*/ 328850 h 676192"/>
                <a:gd name="connsiteX0" fmla="*/ 41310 w 587239"/>
                <a:gd name="connsiteY0" fmla="*/ 313348 h 660690"/>
                <a:gd name="connsiteX1" fmla="*/ 277443 w 587239"/>
                <a:gd name="connsiteY1" fmla="*/ 20606 h 660690"/>
                <a:gd name="connsiteX2" fmla="*/ 569322 w 587239"/>
                <a:gd name="connsiteY2" fmla="*/ 318895 h 660690"/>
                <a:gd name="connsiteX3" fmla="*/ 53647 w 587239"/>
                <a:gd name="connsiteY3" fmla="*/ 660686 h 660690"/>
                <a:gd name="connsiteX4" fmla="*/ 41310 w 587239"/>
                <a:gd name="connsiteY4" fmla="*/ 313348 h 660690"/>
                <a:gd name="connsiteX0" fmla="*/ 14366 w 560295"/>
                <a:gd name="connsiteY0" fmla="*/ 313348 h 604948"/>
                <a:gd name="connsiteX1" fmla="*/ 250499 w 560295"/>
                <a:gd name="connsiteY1" fmla="*/ 20606 h 604948"/>
                <a:gd name="connsiteX2" fmla="*/ 542378 w 560295"/>
                <a:gd name="connsiteY2" fmla="*/ 318895 h 604948"/>
                <a:gd name="connsiteX3" fmla="*/ 82449 w 560295"/>
                <a:gd name="connsiteY3" fmla="*/ 604940 h 604948"/>
                <a:gd name="connsiteX4" fmla="*/ 14366 w 560295"/>
                <a:gd name="connsiteY4" fmla="*/ 313348 h 604948"/>
                <a:gd name="connsiteX0" fmla="*/ 14366 w 557161"/>
                <a:gd name="connsiteY0" fmla="*/ 318359 h 609959"/>
                <a:gd name="connsiteX1" fmla="*/ 250499 w 557161"/>
                <a:gd name="connsiteY1" fmla="*/ 25617 h 609959"/>
                <a:gd name="connsiteX2" fmla="*/ 542378 w 557161"/>
                <a:gd name="connsiteY2" fmla="*/ 323906 h 609959"/>
                <a:gd name="connsiteX3" fmla="*/ 82449 w 557161"/>
                <a:gd name="connsiteY3" fmla="*/ 609951 h 609959"/>
                <a:gd name="connsiteX4" fmla="*/ 14366 w 557161"/>
                <a:gd name="connsiteY4" fmla="*/ 318359 h 60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7161" h="609959">
                  <a:moveTo>
                    <a:pt x="14366" y="318359"/>
                  </a:moveTo>
                  <a:cubicBezTo>
                    <a:pt x="42374" y="220970"/>
                    <a:pt x="78878" y="122249"/>
                    <a:pt x="250499" y="25617"/>
                  </a:cubicBezTo>
                  <a:cubicBezTo>
                    <a:pt x="422120" y="-71015"/>
                    <a:pt x="612061" y="122662"/>
                    <a:pt x="542378" y="323906"/>
                  </a:cubicBezTo>
                  <a:cubicBezTo>
                    <a:pt x="416949" y="539087"/>
                    <a:pt x="170451" y="610875"/>
                    <a:pt x="82449" y="609951"/>
                  </a:cubicBezTo>
                  <a:cubicBezTo>
                    <a:pt x="-5553" y="609027"/>
                    <a:pt x="-13642" y="415748"/>
                    <a:pt x="14366" y="318359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A3A732E-20CB-4754-A709-22A4DC92D1E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715" y="1780570"/>
              <a:ext cx="0" cy="41249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062806-99CC-491F-8B34-3D3C313F141A}"/>
                </a:ext>
              </a:extLst>
            </p:cNvPr>
            <p:cNvSpPr txBox="1"/>
            <p:nvPr/>
          </p:nvSpPr>
          <p:spPr>
            <a:xfrm>
              <a:off x="7407222" y="2349040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Pituitary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B0585A8-616D-4655-B335-8F391D7E959E}"/>
                </a:ext>
              </a:extLst>
            </p:cNvPr>
            <p:cNvCxnSpPr/>
            <p:nvPr/>
          </p:nvCxnSpPr>
          <p:spPr>
            <a:xfrm>
              <a:off x="6961921" y="3117633"/>
              <a:ext cx="5" cy="289792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A4766F-DA6B-4837-B23E-164D0CD77B1E}"/>
                </a:ext>
              </a:extLst>
            </p:cNvPr>
            <p:cNvSpPr txBox="1"/>
            <p:nvPr/>
          </p:nvSpPr>
          <p:spPr>
            <a:xfrm>
              <a:off x="7134744" y="3506431"/>
              <a:ext cx="16592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Adrenal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66697E-6549-47F3-A36C-341D65B921DD}"/>
                </a:ext>
              </a:extLst>
            </p:cNvPr>
            <p:cNvSpPr txBox="1"/>
            <p:nvPr/>
          </p:nvSpPr>
          <p:spPr>
            <a:xfrm>
              <a:off x="6257924" y="623354"/>
              <a:ext cx="15393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HPA axis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A0775F-74A7-4225-A28A-411902CF71D9}"/>
                </a:ext>
              </a:extLst>
            </p:cNvPr>
            <p:cNvGrpSpPr/>
            <p:nvPr/>
          </p:nvGrpSpPr>
          <p:grpSpPr>
            <a:xfrm>
              <a:off x="6603894" y="2247859"/>
              <a:ext cx="686100" cy="765471"/>
              <a:chOff x="4288780" y="2733040"/>
              <a:chExt cx="686100" cy="765471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609D442-DEBA-4728-A3DA-77DC760C92BA}"/>
                  </a:ext>
                </a:extLst>
              </p:cNvPr>
              <p:cNvSpPr/>
              <p:nvPr/>
            </p:nvSpPr>
            <p:spPr>
              <a:xfrm>
                <a:off x="4288780" y="2748279"/>
                <a:ext cx="267980" cy="726749"/>
              </a:xfrm>
              <a:custGeom>
                <a:avLst/>
                <a:gdLst>
                  <a:gd name="connsiteX0" fmla="*/ 31462 w 229582"/>
                  <a:gd name="connsiteY0" fmla="*/ 0 h 777240"/>
                  <a:gd name="connsiteX1" fmla="*/ 178782 w 229582"/>
                  <a:gd name="connsiteY1" fmla="*/ 132080 h 777240"/>
                  <a:gd name="connsiteX2" fmla="*/ 112742 w 229582"/>
                  <a:gd name="connsiteY2" fmla="*/ 406400 h 777240"/>
                  <a:gd name="connsiteX3" fmla="*/ 6062 w 229582"/>
                  <a:gd name="connsiteY3" fmla="*/ 528320 h 777240"/>
                  <a:gd name="connsiteX4" fmla="*/ 36542 w 229582"/>
                  <a:gd name="connsiteY4" fmla="*/ 716280 h 777240"/>
                  <a:gd name="connsiteX5" fmla="*/ 229582 w 229582"/>
                  <a:gd name="connsiteY5" fmla="*/ 777240 h 777240"/>
                  <a:gd name="connsiteX0" fmla="*/ 32212 w 230332"/>
                  <a:gd name="connsiteY0" fmla="*/ 0 h 777240"/>
                  <a:gd name="connsiteX1" fmla="*/ 179532 w 230332"/>
                  <a:gd name="connsiteY1" fmla="*/ 132080 h 777240"/>
                  <a:gd name="connsiteX2" fmla="*/ 123652 w 230332"/>
                  <a:gd name="connsiteY2" fmla="*/ 314960 h 777240"/>
                  <a:gd name="connsiteX3" fmla="*/ 6812 w 230332"/>
                  <a:gd name="connsiteY3" fmla="*/ 528320 h 777240"/>
                  <a:gd name="connsiteX4" fmla="*/ 37292 w 230332"/>
                  <a:gd name="connsiteY4" fmla="*/ 716280 h 777240"/>
                  <a:gd name="connsiteX5" fmla="*/ 230332 w 230332"/>
                  <a:gd name="connsiteY5" fmla="*/ 777240 h 777240"/>
                  <a:gd name="connsiteX0" fmla="*/ 32212 w 230332"/>
                  <a:gd name="connsiteY0" fmla="*/ 0 h 777240"/>
                  <a:gd name="connsiteX1" fmla="*/ 179532 w 230332"/>
                  <a:gd name="connsiteY1" fmla="*/ 132080 h 777240"/>
                  <a:gd name="connsiteX2" fmla="*/ 123652 w 230332"/>
                  <a:gd name="connsiteY2" fmla="*/ 314960 h 777240"/>
                  <a:gd name="connsiteX3" fmla="*/ 6812 w 230332"/>
                  <a:gd name="connsiteY3" fmla="*/ 528320 h 777240"/>
                  <a:gd name="connsiteX4" fmla="*/ 37292 w 230332"/>
                  <a:gd name="connsiteY4" fmla="*/ 716280 h 777240"/>
                  <a:gd name="connsiteX5" fmla="*/ 230332 w 230332"/>
                  <a:gd name="connsiteY5" fmla="*/ 777240 h 777240"/>
                  <a:gd name="connsiteX0" fmla="*/ 28047 w 226167"/>
                  <a:gd name="connsiteY0" fmla="*/ 0 h 777240"/>
                  <a:gd name="connsiteX1" fmla="*/ 175367 w 226167"/>
                  <a:gd name="connsiteY1" fmla="*/ 132080 h 777240"/>
                  <a:gd name="connsiteX2" fmla="*/ 119487 w 226167"/>
                  <a:gd name="connsiteY2" fmla="*/ 314960 h 777240"/>
                  <a:gd name="connsiteX3" fmla="*/ 2647 w 226167"/>
                  <a:gd name="connsiteY3" fmla="*/ 528320 h 777240"/>
                  <a:gd name="connsiteX4" fmla="*/ 53447 w 226167"/>
                  <a:gd name="connsiteY4" fmla="*/ 716280 h 777240"/>
                  <a:gd name="connsiteX5" fmla="*/ 226167 w 226167"/>
                  <a:gd name="connsiteY5" fmla="*/ 777240 h 777240"/>
                  <a:gd name="connsiteX0" fmla="*/ 28104 w 231304"/>
                  <a:gd name="connsiteY0" fmla="*/ 0 h 746760"/>
                  <a:gd name="connsiteX1" fmla="*/ 175424 w 231304"/>
                  <a:gd name="connsiteY1" fmla="*/ 132080 h 746760"/>
                  <a:gd name="connsiteX2" fmla="*/ 119544 w 231304"/>
                  <a:gd name="connsiteY2" fmla="*/ 314960 h 746760"/>
                  <a:gd name="connsiteX3" fmla="*/ 2704 w 231304"/>
                  <a:gd name="connsiteY3" fmla="*/ 528320 h 746760"/>
                  <a:gd name="connsiteX4" fmla="*/ 53504 w 231304"/>
                  <a:gd name="connsiteY4" fmla="*/ 716280 h 746760"/>
                  <a:gd name="connsiteX5" fmla="*/ 231304 w 231304"/>
                  <a:gd name="connsiteY5" fmla="*/ 746760 h 746760"/>
                  <a:gd name="connsiteX0" fmla="*/ 28574 w 267334"/>
                  <a:gd name="connsiteY0" fmla="*/ 0 h 733471"/>
                  <a:gd name="connsiteX1" fmla="*/ 175894 w 267334"/>
                  <a:gd name="connsiteY1" fmla="*/ 132080 h 733471"/>
                  <a:gd name="connsiteX2" fmla="*/ 120014 w 267334"/>
                  <a:gd name="connsiteY2" fmla="*/ 314960 h 733471"/>
                  <a:gd name="connsiteX3" fmla="*/ 3174 w 267334"/>
                  <a:gd name="connsiteY3" fmla="*/ 528320 h 733471"/>
                  <a:gd name="connsiteX4" fmla="*/ 53974 w 267334"/>
                  <a:gd name="connsiteY4" fmla="*/ 716280 h 733471"/>
                  <a:gd name="connsiteX5" fmla="*/ 267334 w 267334"/>
                  <a:gd name="connsiteY5" fmla="*/ 731520 h 733471"/>
                  <a:gd name="connsiteX0" fmla="*/ 28574 w 267334"/>
                  <a:gd name="connsiteY0" fmla="*/ 0 h 747069"/>
                  <a:gd name="connsiteX1" fmla="*/ 175894 w 267334"/>
                  <a:gd name="connsiteY1" fmla="*/ 132080 h 747069"/>
                  <a:gd name="connsiteX2" fmla="*/ 120014 w 267334"/>
                  <a:gd name="connsiteY2" fmla="*/ 314960 h 747069"/>
                  <a:gd name="connsiteX3" fmla="*/ 3174 w 267334"/>
                  <a:gd name="connsiteY3" fmla="*/ 528320 h 747069"/>
                  <a:gd name="connsiteX4" fmla="*/ 53974 w 267334"/>
                  <a:gd name="connsiteY4" fmla="*/ 716280 h 747069"/>
                  <a:gd name="connsiteX5" fmla="*/ 267334 w 267334"/>
                  <a:gd name="connsiteY5" fmla="*/ 731520 h 747069"/>
                  <a:gd name="connsiteX0" fmla="*/ 29220 w 267980"/>
                  <a:gd name="connsiteY0" fmla="*/ 0 h 747069"/>
                  <a:gd name="connsiteX1" fmla="*/ 176540 w 267980"/>
                  <a:gd name="connsiteY1" fmla="*/ 132080 h 747069"/>
                  <a:gd name="connsiteX2" fmla="*/ 130820 w 267980"/>
                  <a:gd name="connsiteY2" fmla="*/ 320040 h 747069"/>
                  <a:gd name="connsiteX3" fmla="*/ 3820 w 267980"/>
                  <a:gd name="connsiteY3" fmla="*/ 528320 h 747069"/>
                  <a:gd name="connsiteX4" fmla="*/ 54620 w 267980"/>
                  <a:gd name="connsiteY4" fmla="*/ 716280 h 747069"/>
                  <a:gd name="connsiteX5" fmla="*/ 267980 w 267980"/>
                  <a:gd name="connsiteY5" fmla="*/ 731520 h 747069"/>
                  <a:gd name="connsiteX0" fmla="*/ 29220 w 267980"/>
                  <a:gd name="connsiteY0" fmla="*/ 0 h 747069"/>
                  <a:gd name="connsiteX1" fmla="*/ 196860 w 267980"/>
                  <a:gd name="connsiteY1" fmla="*/ 162560 h 747069"/>
                  <a:gd name="connsiteX2" fmla="*/ 130820 w 267980"/>
                  <a:gd name="connsiteY2" fmla="*/ 320040 h 747069"/>
                  <a:gd name="connsiteX3" fmla="*/ 3820 w 267980"/>
                  <a:gd name="connsiteY3" fmla="*/ 528320 h 747069"/>
                  <a:gd name="connsiteX4" fmla="*/ 54620 w 267980"/>
                  <a:gd name="connsiteY4" fmla="*/ 716280 h 747069"/>
                  <a:gd name="connsiteX5" fmla="*/ 267980 w 267980"/>
                  <a:gd name="connsiteY5" fmla="*/ 731520 h 747069"/>
                  <a:gd name="connsiteX0" fmla="*/ 29220 w 267980"/>
                  <a:gd name="connsiteY0" fmla="*/ 0 h 726749"/>
                  <a:gd name="connsiteX1" fmla="*/ 196860 w 267980"/>
                  <a:gd name="connsiteY1" fmla="*/ 142240 h 726749"/>
                  <a:gd name="connsiteX2" fmla="*/ 130820 w 267980"/>
                  <a:gd name="connsiteY2" fmla="*/ 299720 h 726749"/>
                  <a:gd name="connsiteX3" fmla="*/ 3820 w 267980"/>
                  <a:gd name="connsiteY3" fmla="*/ 508000 h 726749"/>
                  <a:gd name="connsiteX4" fmla="*/ 54620 w 267980"/>
                  <a:gd name="connsiteY4" fmla="*/ 695960 h 726749"/>
                  <a:gd name="connsiteX5" fmla="*/ 267980 w 267980"/>
                  <a:gd name="connsiteY5" fmla="*/ 711200 h 726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980" h="726749">
                    <a:moveTo>
                      <a:pt x="29220" y="0"/>
                    </a:moveTo>
                    <a:cubicBezTo>
                      <a:pt x="96106" y="32173"/>
                      <a:pt x="179927" y="92287"/>
                      <a:pt x="196860" y="142240"/>
                    </a:cubicBezTo>
                    <a:cubicBezTo>
                      <a:pt x="213793" y="192193"/>
                      <a:pt x="162993" y="238760"/>
                      <a:pt x="130820" y="299720"/>
                    </a:cubicBezTo>
                    <a:cubicBezTo>
                      <a:pt x="98647" y="360680"/>
                      <a:pt x="16520" y="441960"/>
                      <a:pt x="3820" y="508000"/>
                    </a:cubicBezTo>
                    <a:cubicBezTo>
                      <a:pt x="-8880" y="574040"/>
                      <a:pt x="10593" y="662093"/>
                      <a:pt x="54620" y="695960"/>
                    </a:cubicBezTo>
                    <a:cubicBezTo>
                      <a:pt x="98647" y="729827"/>
                      <a:pt x="185006" y="737023"/>
                      <a:pt x="267980" y="71120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B25AC61-6C7F-4BFF-BBDB-7C2674CCD231}"/>
                  </a:ext>
                </a:extLst>
              </p:cNvPr>
              <p:cNvSpPr/>
              <p:nvPr/>
            </p:nvSpPr>
            <p:spPr>
              <a:xfrm>
                <a:off x="4446869" y="2733040"/>
                <a:ext cx="528011" cy="765471"/>
              </a:xfrm>
              <a:custGeom>
                <a:avLst/>
                <a:gdLst>
                  <a:gd name="connsiteX0" fmla="*/ 113764 w 556458"/>
                  <a:gd name="connsiteY0" fmla="*/ 0 h 775441"/>
                  <a:gd name="connsiteX1" fmla="*/ 149324 w 556458"/>
                  <a:gd name="connsiteY1" fmla="*/ 157480 h 775441"/>
                  <a:gd name="connsiteX2" fmla="*/ 88364 w 556458"/>
                  <a:gd name="connsiteY2" fmla="*/ 381000 h 775441"/>
                  <a:gd name="connsiteX3" fmla="*/ 42644 w 556458"/>
                  <a:gd name="connsiteY3" fmla="*/ 431800 h 775441"/>
                  <a:gd name="connsiteX4" fmla="*/ 2004 w 556458"/>
                  <a:gd name="connsiteY4" fmla="*/ 589280 h 775441"/>
                  <a:gd name="connsiteX5" fmla="*/ 108684 w 556458"/>
                  <a:gd name="connsiteY5" fmla="*/ 751840 h 775441"/>
                  <a:gd name="connsiteX6" fmla="*/ 423644 w 556458"/>
                  <a:gd name="connsiteY6" fmla="*/ 751840 h 775441"/>
                  <a:gd name="connsiteX7" fmla="*/ 555724 w 556458"/>
                  <a:gd name="connsiteY7" fmla="*/ 538480 h 775441"/>
                  <a:gd name="connsiteX8" fmla="*/ 372844 w 556458"/>
                  <a:gd name="connsiteY8" fmla="*/ 238760 h 775441"/>
                  <a:gd name="connsiteX9" fmla="*/ 327124 w 556458"/>
                  <a:gd name="connsiteY9" fmla="*/ 86360 h 775441"/>
                  <a:gd name="connsiteX10" fmla="*/ 469364 w 556458"/>
                  <a:gd name="connsiteY10" fmla="*/ 0 h 775441"/>
                  <a:gd name="connsiteX0" fmla="*/ 113800 w 556494"/>
                  <a:gd name="connsiteY0" fmla="*/ 0 h 775441"/>
                  <a:gd name="connsiteX1" fmla="*/ 149360 w 556494"/>
                  <a:gd name="connsiteY1" fmla="*/ 157480 h 775441"/>
                  <a:gd name="connsiteX2" fmla="*/ 93480 w 556494"/>
                  <a:gd name="connsiteY2" fmla="*/ 330200 h 775441"/>
                  <a:gd name="connsiteX3" fmla="*/ 42680 w 556494"/>
                  <a:gd name="connsiteY3" fmla="*/ 431800 h 775441"/>
                  <a:gd name="connsiteX4" fmla="*/ 2040 w 556494"/>
                  <a:gd name="connsiteY4" fmla="*/ 589280 h 775441"/>
                  <a:gd name="connsiteX5" fmla="*/ 108720 w 556494"/>
                  <a:gd name="connsiteY5" fmla="*/ 751840 h 775441"/>
                  <a:gd name="connsiteX6" fmla="*/ 423680 w 556494"/>
                  <a:gd name="connsiteY6" fmla="*/ 751840 h 775441"/>
                  <a:gd name="connsiteX7" fmla="*/ 555760 w 556494"/>
                  <a:gd name="connsiteY7" fmla="*/ 538480 h 775441"/>
                  <a:gd name="connsiteX8" fmla="*/ 372880 w 556494"/>
                  <a:gd name="connsiteY8" fmla="*/ 238760 h 775441"/>
                  <a:gd name="connsiteX9" fmla="*/ 327160 w 556494"/>
                  <a:gd name="connsiteY9" fmla="*/ 86360 h 775441"/>
                  <a:gd name="connsiteX10" fmla="*/ 469400 w 556494"/>
                  <a:gd name="connsiteY10" fmla="*/ 0 h 775441"/>
                  <a:gd name="connsiteX0" fmla="*/ 116800 w 559494"/>
                  <a:gd name="connsiteY0" fmla="*/ 0 h 775441"/>
                  <a:gd name="connsiteX1" fmla="*/ 152360 w 559494"/>
                  <a:gd name="connsiteY1" fmla="*/ 157480 h 775441"/>
                  <a:gd name="connsiteX2" fmla="*/ 96480 w 559494"/>
                  <a:gd name="connsiteY2" fmla="*/ 330200 h 775441"/>
                  <a:gd name="connsiteX3" fmla="*/ 25360 w 559494"/>
                  <a:gd name="connsiteY3" fmla="*/ 431800 h 775441"/>
                  <a:gd name="connsiteX4" fmla="*/ 5040 w 559494"/>
                  <a:gd name="connsiteY4" fmla="*/ 589280 h 775441"/>
                  <a:gd name="connsiteX5" fmla="*/ 111720 w 559494"/>
                  <a:gd name="connsiteY5" fmla="*/ 751840 h 775441"/>
                  <a:gd name="connsiteX6" fmla="*/ 426680 w 559494"/>
                  <a:gd name="connsiteY6" fmla="*/ 751840 h 775441"/>
                  <a:gd name="connsiteX7" fmla="*/ 558760 w 559494"/>
                  <a:gd name="connsiteY7" fmla="*/ 538480 h 775441"/>
                  <a:gd name="connsiteX8" fmla="*/ 375880 w 559494"/>
                  <a:gd name="connsiteY8" fmla="*/ 238760 h 775441"/>
                  <a:gd name="connsiteX9" fmla="*/ 330160 w 559494"/>
                  <a:gd name="connsiteY9" fmla="*/ 86360 h 775441"/>
                  <a:gd name="connsiteX10" fmla="*/ 472400 w 559494"/>
                  <a:gd name="connsiteY10" fmla="*/ 0 h 775441"/>
                  <a:gd name="connsiteX0" fmla="*/ 116800 w 559494"/>
                  <a:gd name="connsiteY0" fmla="*/ 0 h 775441"/>
                  <a:gd name="connsiteX1" fmla="*/ 172680 w 559494"/>
                  <a:gd name="connsiteY1" fmla="*/ 162560 h 775441"/>
                  <a:gd name="connsiteX2" fmla="*/ 96480 w 559494"/>
                  <a:gd name="connsiteY2" fmla="*/ 330200 h 775441"/>
                  <a:gd name="connsiteX3" fmla="*/ 25360 w 559494"/>
                  <a:gd name="connsiteY3" fmla="*/ 431800 h 775441"/>
                  <a:gd name="connsiteX4" fmla="*/ 5040 w 559494"/>
                  <a:gd name="connsiteY4" fmla="*/ 589280 h 775441"/>
                  <a:gd name="connsiteX5" fmla="*/ 111720 w 559494"/>
                  <a:gd name="connsiteY5" fmla="*/ 751840 h 775441"/>
                  <a:gd name="connsiteX6" fmla="*/ 426680 w 559494"/>
                  <a:gd name="connsiteY6" fmla="*/ 751840 h 775441"/>
                  <a:gd name="connsiteX7" fmla="*/ 558760 w 559494"/>
                  <a:gd name="connsiteY7" fmla="*/ 538480 h 775441"/>
                  <a:gd name="connsiteX8" fmla="*/ 375880 w 559494"/>
                  <a:gd name="connsiteY8" fmla="*/ 238760 h 775441"/>
                  <a:gd name="connsiteX9" fmla="*/ 330160 w 559494"/>
                  <a:gd name="connsiteY9" fmla="*/ 86360 h 775441"/>
                  <a:gd name="connsiteX10" fmla="*/ 472400 w 559494"/>
                  <a:gd name="connsiteY10" fmla="*/ 0 h 775441"/>
                  <a:gd name="connsiteX0" fmla="*/ 116447 w 559149"/>
                  <a:gd name="connsiteY0" fmla="*/ 0 h 765293"/>
                  <a:gd name="connsiteX1" fmla="*/ 172327 w 559149"/>
                  <a:gd name="connsiteY1" fmla="*/ 162560 h 765293"/>
                  <a:gd name="connsiteX2" fmla="*/ 96127 w 559149"/>
                  <a:gd name="connsiteY2" fmla="*/ 330200 h 765293"/>
                  <a:gd name="connsiteX3" fmla="*/ 25007 w 559149"/>
                  <a:gd name="connsiteY3" fmla="*/ 431800 h 765293"/>
                  <a:gd name="connsiteX4" fmla="*/ 4687 w 559149"/>
                  <a:gd name="connsiteY4" fmla="*/ 589280 h 765293"/>
                  <a:gd name="connsiteX5" fmla="*/ 106287 w 559149"/>
                  <a:gd name="connsiteY5" fmla="*/ 726440 h 765293"/>
                  <a:gd name="connsiteX6" fmla="*/ 426327 w 559149"/>
                  <a:gd name="connsiteY6" fmla="*/ 751840 h 765293"/>
                  <a:gd name="connsiteX7" fmla="*/ 558407 w 559149"/>
                  <a:gd name="connsiteY7" fmla="*/ 538480 h 765293"/>
                  <a:gd name="connsiteX8" fmla="*/ 375527 w 559149"/>
                  <a:gd name="connsiteY8" fmla="*/ 238760 h 765293"/>
                  <a:gd name="connsiteX9" fmla="*/ 329807 w 559149"/>
                  <a:gd name="connsiteY9" fmla="*/ 86360 h 765293"/>
                  <a:gd name="connsiteX10" fmla="*/ 472047 w 559149"/>
                  <a:gd name="connsiteY10" fmla="*/ 0 h 765293"/>
                  <a:gd name="connsiteX0" fmla="*/ 116447 w 558840"/>
                  <a:gd name="connsiteY0" fmla="*/ 0 h 746882"/>
                  <a:gd name="connsiteX1" fmla="*/ 172327 w 558840"/>
                  <a:gd name="connsiteY1" fmla="*/ 162560 h 746882"/>
                  <a:gd name="connsiteX2" fmla="*/ 96127 w 558840"/>
                  <a:gd name="connsiteY2" fmla="*/ 330200 h 746882"/>
                  <a:gd name="connsiteX3" fmla="*/ 25007 w 558840"/>
                  <a:gd name="connsiteY3" fmla="*/ 431800 h 746882"/>
                  <a:gd name="connsiteX4" fmla="*/ 4687 w 558840"/>
                  <a:gd name="connsiteY4" fmla="*/ 589280 h 746882"/>
                  <a:gd name="connsiteX5" fmla="*/ 106287 w 558840"/>
                  <a:gd name="connsiteY5" fmla="*/ 726440 h 746882"/>
                  <a:gd name="connsiteX6" fmla="*/ 416167 w 558840"/>
                  <a:gd name="connsiteY6" fmla="*/ 726440 h 746882"/>
                  <a:gd name="connsiteX7" fmla="*/ 558407 w 558840"/>
                  <a:gd name="connsiteY7" fmla="*/ 538480 h 746882"/>
                  <a:gd name="connsiteX8" fmla="*/ 375527 w 558840"/>
                  <a:gd name="connsiteY8" fmla="*/ 238760 h 746882"/>
                  <a:gd name="connsiteX9" fmla="*/ 329807 w 558840"/>
                  <a:gd name="connsiteY9" fmla="*/ 86360 h 746882"/>
                  <a:gd name="connsiteX10" fmla="*/ 472047 w 558840"/>
                  <a:gd name="connsiteY10" fmla="*/ 0 h 746882"/>
                  <a:gd name="connsiteX0" fmla="*/ 116447 w 523531"/>
                  <a:gd name="connsiteY0" fmla="*/ 0 h 750349"/>
                  <a:gd name="connsiteX1" fmla="*/ 172327 w 523531"/>
                  <a:gd name="connsiteY1" fmla="*/ 162560 h 750349"/>
                  <a:gd name="connsiteX2" fmla="*/ 96127 w 523531"/>
                  <a:gd name="connsiteY2" fmla="*/ 330200 h 750349"/>
                  <a:gd name="connsiteX3" fmla="*/ 25007 w 523531"/>
                  <a:gd name="connsiteY3" fmla="*/ 431800 h 750349"/>
                  <a:gd name="connsiteX4" fmla="*/ 4687 w 523531"/>
                  <a:gd name="connsiteY4" fmla="*/ 589280 h 750349"/>
                  <a:gd name="connsiteX5" fmla="*/ 106287 w 523531"/>
                  <a:gd name="connsiteY5" fmla="*/ 726440 h 750349"/>
                  <a:gd name="connsiteX6" fmla="*/ 416167 w 523531"/>
                  <a:gd name="connsiteY6" fmla="*/ 726440 h 750349"/>
                  <a:gd name="connsiteX7" fmla="*/ 522847 w 523531"/>
                  <a:gd name="connsiteY7" fmla="*/ 487680 h 750349"/>
                  <a:gd name="connsiteX8" fmla="*/ 375527 w 523531"/>
                  <a:gd name="connsiteY8" fmla="*/ 238760 h 750349"/>
                  <a:gd name="connsiteX9" fmla="*/ 329807 w 523531"/>
                  <a:gd name="connsiteY9" fmla="*/ 86360 h 750349"/>
                  <a:gd name="connsiteX10" fmla="*/ 472047 w 523531"/>
                  <a:gd name="connsiteY10" fmla="*/ 0 h 750349"/>
                  <a:gd name="connsiteX0" fmla="*/ 116447 w 524614"/>
                  <a:gd name="connsiteY0" fmla="*/ 0 h 750349"/>
                  <a:gd name="connsiteX1" fmla="*/ 172327 w 524614"/>
                  <a:gd name="connsiteY1" fmla="*/ 162560 h 750349"/>
                  <a:gd name="connsiteX2" fmla="*/ 96127 w 524614"/>
                  <a:gd name="connsiteY2" fmla="*/ 330200 h 750349"/>
                  <a:gd name="connsiteX3" fmla="*/ 25007 w 524614"/>
                  <a:gd name="connsiteY3" fmla="*/ 431800 h 750349"/>
                  <a:gd name="connsiteX4" fmla="*/ 4687 w 524614"/>
                  <a:gd name="connsiteY4" fmla="*/ 589280 h 750349"/>
                  <a:gd name="connsiteX5" fmla="*/ 106287 w 524614"/>
                  <a:gd name="connsiteY5" fmla="*/ 726440 h 750349"/>
                  <a:gd name="connsiteX6" fmla="*/ 416167 w 524614"/>
                  <a:gd name="connsiteY6" fmla="*/ 726440 h 750349"/>
                  <a:gd name="connsiteX7" fmla="*/ 522847 w 524614"/>
                  <a:gd name="connsiteY7" fmla="*/ 487680 h 750349"/>
                  <a:gd name="connsiteX8" fmla="*/ 345047 w 524614"/>
                  <a:gd name="connsiteY8" fmla="*/ 238760 h 750349"/>
                  <a:gd name="connsiteX9" fmla="*/ 329807 w 524614"/>
                  <a:gd name="connsiteY9" fmla="*/ 86360 h 750349"/>
                  <a:gd name="connsiteX10" fmla="*/ 472047 w 524614"/>
                  <a:gd name="connsiteY10" fmla="*/ 0 h 750349"/>
                  <a:gd name="connsiteX0" fmla="*/ 116447 w 524614"/>
                  <a:gd name="connsiteY0" fmla="*/ 0 h 750349"/>
                  <a:gd name="connsiteX1" fmla="*/ 172327 w 524614"/>
                  <a:gd name="connsiteY1" fmla="*/ 162560 h 750349"/>
                  <a:gd name="connsiteX2" fmla="*/ 96127 w 524614"/>
                  <a:gd name="connsiteY2" fmla="*/ 330200 h 750349"/>
                  <a:gd name="connsiteX3" fmla="*/ 25007 w 524614"/>
                  <a:gd name="connsiteY3" fmla="*/ 431800 h 750349"/>
                  <a:gd name="connsiteX4" fmla="*/ 4687 w 524614"/>
                  <a:gd name="connsiteY4" fmla="*/ 589280 h 750349"/>
                  <a:gd name="connsiteX5" fmla="*/ 106287 w 524614"/>
                  <a:gd name="connsiteY5" fmla="*/ 726440 h 750349"/>
                  <a:gd name="connsiteX6" fmla="*/ 416167 w 524614"/>
                  <a:gd name="connsiteY6" fmla="*/ 726440 h 750349"/>
                  <a:gd name="connsiteX7" fmla="*/ 522847 w 524614"/>
                  <a:gd name="connsiteY7" fmla="*/ 487680 h 750349"/>
                  <a:gd name="connsiteX8" fmla="*/ 345047 w 524614"/>
                  <a:gd name="connsiteY8" fmla="*/ 238760 h 750349"/>
                  <a:gd name="connsiteX9" fmla="*/ 339967 w 524614"/>
                  <a:gd name="connsiteY9" fmla="*/ 86360 h 750349"/>
                  <a:gd name="connsiteX10" fmla="*/ 472047 w 524614"/>
                  <a:gd name="connsiteY10" fmla="*/ 0 h 750349"/>
                  <a:gd name="connsiteX0" fmla="*/ 120050 w 528011"/>
                  <a:gd name="connsiteY0" fmla="*/ 0 h 765471"/>
                  <a:gd name="connsiteX1" fmla="*/ 175930 w 528011"/>
                  <a:gd name="connsiteY1" fmla="*/ 162560 h 765471"/>
                  <a:gd name="connsiteX2" fmla="*/ 99730 w 528011"/>
                  <a:gd name="connsiteY2" fmla="*/ 330200 h 765471"/>
                  <a:gd name="connsiteX3" fmla="*/ 28610 w 528011"/>
                  <a:gd name="connsiteY3" fmla="*/ 431800 h 765471"/>
                  <a:gd name="connsiteX4" fmla="*/ 8290 w 528011"/>
                  <a:gd name="connsiteY4" fmla="*/ 589280 h 765471"/>
                  <a:gd name="connsiteX5" fmla="*/ 160690 w 528011"/>
                  <a:gd name="connsiteY5" fmla="*/ 751840 h 765471"/>
                  <a:gd name="connsiteX6" fmla="*/ 419770 w 528011"/>
                  <a:gd name="connsiteY6" fmla="*/ 726440 h 765471"/>
                  <a:gd name="connsiteX7" fmla="*/ 526450 w 528011"/>
                  <a:gd name="connsiteY7" fmla="*/ 487680 h 765471"/>
                  <a:gd name="connsiteX8" fmla="*/ 348650 w 528011"/>
                  <a:gd name="connsiteY8" fmla="*/ 238760 h 765471"/>
                  <a:gd name="connsiteX9" fmla="*/ 343570 w 528011"/>
                  <a:gd name="connsiteY9" fmla="*/ 86360 h 765471"/>
                  <a:gd name="connsiteX10" fmla="*/ 475650 w 528011"/>
                  <a:gd name="connsiteY10" fmla="*/ 0 h 765471"/>
                  <a:gd name="connsiteX0" fmla="*/ 120050 w 528011"/>
                  <a:gd name="connsiteY0" fmla="*/ 0 h 765471"/>
                  <a:gd name="connsiteX1" fmla="*/ 191170 w 528011"/>
                  <a:gd name="connsiteY1" fmla="*/ 177800 h 765471"/>
                  <a:gd name="connsiteX2" fmla="*/ 99730 w 528011"/>
                  <a:gd name="connsiteY2" fmla="*/ 330200 h 765471"/>
                  <a:gd name="connsiteX3" fmla="*/ 28610 w 528011"/>
                  <a:gd name="connsiteY3" fmla="*/ 431800 h 765471"/>
                  <a:gd name="connsiteX4" fmla="*/ 8290 w 528011"/>
                  <a:gd name="connsiteY4" fmla="*/ 589280 h 765471"/>
                  <a:gd name="connsiteX5" fmla="*/ 160690 w 528011"/>
                  <a:gd name="connsiteY5" fmla="*/ 751840 h 765471"/>
                  <a:gd name="connsiteX6" fmla="*/ 419770 w 528011"/>
                  <a:gd name="connsiteY6" fmla="*/ 726440 h 765471"/>
                  <a:gd name="connsiteX7" fmla="*/ 526450 w 528011"/>
                  <a:gd name="connsiteY7" fmla="*/ 487680 h 765471"/>
                  <a:gd name="connsiteX8" fmla="*/ 348650 w 528011"/>
                  <a:gd name="connsiteY8" fmla="*/ 238760 h 765471"/>
                  <a:gd name="connsiteX9" fmla="*/ 343570 w 528011"/>
                  <a:gd name="connsiteY9" fmla="*/ 86360 h 765471"/>
                  <a:gd name="connsiteX10" fmla="*/ 475650 w 528011"/>
                  <a:gd name="connsiteY10" fmla="*/ 0 h 765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8011" h="765471">
                    <a:moveTo>
                      <a:pt x="120050" y="0"/>
                    </a:moveTo>
                    <a:cubicBezTo>
                      <a:pt x="139946" y="46990"/>
                      <a:pt x="194557" y="122767"/>
                      <a:pt x="191170" y="177800"/>
                    </a:cubicBezTo>
                    <a:cubicBezTo>
                      <a:pt x="187783" y="232833"/>
                      <a:pt x="126823" y="287867"/>
                      <a:pt x="99730" y="330200"/>
                    </a:cubicBezTo>
                    <a:cubicBezTo>
                      <a:pt x="72637" y="372533"/>
                      <a:pt x="43850" y="388620"/>
                      <a:pt x="28610" y="431800"/>
                    </a:cubicBezTo>
                    <a:cubicBezTo>
                      <a:pt x="13370" y="474980"/>
                      <a:pt x="-13723" y="535940"/>
                      <a:pt x="8290" y="589280"/>
                    </a:cubicBezTo>
                    <a:cubicBezTo>
                      <a:pt x="30303" y="642620"/>
                      <a:pt x="92110" y="728980"/>
                      <a:pt x="160690" y="751840"/>
                    </a:cubicBezTo>
                    <a:cubicBezTo>
                      <a:pt x="229270" y="774700"/>
                      <a:pt x="358810" y="770467"/>
                      <a:pt x="419770" y="726440"/>
                    </a:cubicBezTo>
                    <a:cubicBezTo>
                      <a:pt x="480730" y="682413"/>
                      <a:pt x="538303" y="568960"/>
                      <a:pt x="526450" y="487680"/>
                    </a:cubicBezTo>
                    <a:cubicBezTo>
                      <a:pt x="514597" y="406400"/>
                      <a:pt x="379130" y="305647"/>
                      <a:pt x="348650" y="238760"/>
                    </a:cubicBezTo>
                    <a:cubicBezTo>
                      <a:pt x="318170" y="171873"/>
                      <a:pt x="322403" y="126153"/>
                      <a:pt x="343570" y="86360"/>
                    </a:cubicBezTo>
                    <a:cubicBezTo>
                      <a:pt x="364737" y="46567"/>
                      <a:pt x="412573" y="23283"/>
                      <a:pt x="475650" y="0"/>
                    </a:cubicBezTo>
                  </a:path>
                </a:pathLst>
              </a:cu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DB83B48-541B-4448-BF94-B3BBBCB3CCC7}"/>
                </a:ext>
              </a:extLst>
            </p:cNvPr>
            <p:cNvGrpSpPr/>
            <p:nvPr/>
          </p:nvGrpSpPr>
          <p:grpSpPr>
            <a:xfrm>
              <a:off x="6286183" y="3510356"/>
              <a:ext cx="1384417" cy="798669"/>
              <a:chOff x="4133569" y="3997059"/>
              <a:chExt cx="1303138" cy="770666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B207A94-85A5-40C1-9D96-449AA3D96FC7}"/>
                  </a:ext>
                </a:extLst>
              </p:cNvPr>
              <p:cNvSpPr/>
              <p:nvPr/>
            </p:nvSpPr>
            <p:spPr>
              <a:xfrm>
                <a:off x="4133569" y="3997059"/>
                <a:ext cx="1303138" cy="770666"/>
              </a:xfrm>
              <a:custGeom>
                <a:avLst/>
                <a:gdLst>
                  <a:gd name="connsiteX0" fmla="*/ 675483 w 1289817"/>
                  <a:gd name="connsiteY0" fmla="*/ 20505 h 687136"/>
                  <a:gd name="connsiteX1" fmla="*/ 548483 w 1289817"/>
                  <a:gd name="connsiteY1" fmla="*/ 35745 h 687136"/>
                  <a:gd name="connsiteX2" fmla="*/ 330043 w 1289817"/>
                  <a:gd name="connsiteY2" fmla="*/ 350705 h 687136"/>
                  <a:gd name="connsiteX3" fmla="*/ 101443 w 1289817"/>
                  <a:gd name="connsiteY3" fmla="*/ 513265 h 687136"/>
                  <a:gd name="connsiteX4" fmla="*/ 25243 w 1289817"/>
                  <a:gd name="connsiteY4" fmla="*/ 660585 h 687136"/>
                  <a:gd name="connsiteX5" fmla="*/ 528163 w 1289817"/>
                  <a:gd name="connsiteY5" fmla="*/ 685985 h 687136"/>
                  <a:gd name="connsiteX6" fmla="*/ 1239363 w 1289817"/>
                  <a:gd name="connsiteY6" fmla="*/ 645345 h 687136"/>
                  <a:gd name="connsiteX7" fmla="*/ 1219043 w 1289817"/>
                  <a:gd name="connsiteY7" fmla="*/ 508185 h 687136"/>
                  <a:gd name="connsiteX8" fmla="*/ 1117443 w 1289817"/>
                  <a:gd name="connsiteY8" fmla="*/ 437065 h 687136"/>
                  <a:gd name="connsiteX9" fmla="*/ 863443 w 1289817"/>
                  <a:gd name="connsiteY9" fmla="*/ 213545 h 687136"/>
                  <a:gd name="connsiteX10" fmla="*/ 675483 w 1289817"/>
                  <a:gd name="connsiteY10" fmla="*/ 20505 h 687136"/>
                  <a:gd name="connsiteX0" fmla="*/ 668531 w 1282865"/>
                  <a:gd name="connsiteY0" fmla="*/ 20505 h 689358"/>
                  <a:gd name="connsiteX1" fmla="*/ 541531 w 1282865"/>
                  <a:gd name="connsiteY1" fmla="*/ 35745 h 689358"/>
                  <a:gd name="connsiteX2" fmla="*/ 323091 w 1282865"/>
                  <a:gd name="connsiteY2" fmla="*/ 350705 h 689358"/>
                  <a:gd name="connsiteX3" fmla="*/ 130051 w 1282865"/>
                  <a:gd name="connsiteY3" fmla="*/ 452305 h 689358"/>
                  <a:gd name="connsiteX4" fmla="*/ 18291 w 1282865"/>
                  <a:gd name="connsiteY4" fmla="*/ 660585 h 689358"/>
                  <a:gd name="connsiteX5" fmla="*/ 521211 w 1282865"/>
                  <a:gd name="connsiteY5" fmla="*/ 685985 h 689358"/>
                  <a:gd name="connsiteX6" fmla="*/ 1232411 w 1282865"/>
                  <a:gd name="connsiteY6" fmla="*/ 645345 h 689358"/>
                  <a:gd name="connsiteX7" fmla="*/ 1212091 w 1282865"/>
                  <a:gd name="connsiteY7" fmla="*/ 508185 h 689358"/>
                  <a:gd name="connsiteX8" fmla="*/ 1110491 w 1282865"/>
                  <a:gd name="connsiteY8" fmla="*/ 437065 h 689358"/>
                  <a:gd name="connsiteX9" fmla="*/ 856491 w 1282865"/>
                  <a:gd name="connsiteY9" fmla="*/ 213545 h 689358"/>
                  <a:gd name="connsiteX10" fmla="*/ 668531 w 1282865"/>
                  <a:gd name="connsiteY10" fmla="*/ 20505 h 689358"/>
                  <a:gd name="connsiteX0" fmla="*/ 668531 w 1282865"/>
                  <a:gd name="connsiteY0" fmla="*/ 20505 h 689358"/>
                  <a:gd name="connsiteX1" fmla="*/ 541531 w 1282865"/>
                  <a:gd name="connsiteY1" fmla="*/ 35745 h 689358"/>
                  <a:gd name="connsiteX2" fmla="*/ 323091 w 1282865"/>
                  <a:gd name="connsiteY2" fmla="*/ 350705 h 689358"/>
                  <a:gd name="connsiteX3" fmla="*/ 130051 w 1282865"/>
                  <a:gd name="connsiteY3" fmla="*/ 452305 h 689358"/>
                  <a:gd name="connsiteX4" fmla="*/ 18291 w 1282865"/>
                  <a:gd name="connsiteY4" fmla="*/ 660585 h 689358"/>
                  <a:gd name="connsiteX5" fmla="*/ 521211 w 1282865"/>
                  <a:gd name="connsiteY5" fmla="*/ 685985 h 689358"/>
                  <a:gd name="connsiteX6" fmla="*/ 1232411 w 1282865"/>
                  <a:gd name="connsiteY6" fmla="*/ 645345 h 689358"/>
                  <a:gd name="connsiteX7" fmla="*/ 1212091 w 1282865"/>
                  <a:gd name="connsiteY7" fmla="*/ 508185 h 689358"/>
                  <a:gd name="connsiteX8" fmla="*/ 1110491 w 1282865"/>
                  <a:gd name="connsiteY8" fmla="*/ 437065 h 689358"/>
                  <a:gd name="connsiteX9" fmla="*/ 856491 w 1282865"/>
                  <a:gd name="connsiteY9" fmla="*/ 213545 h 689358"/>
                  <a:gd name="connsiteX10" fmla="*/ 668531 w 1282865"/>
                  <a:gd name="connsiteY10" fmla="*/ 20505 h 689358"/>
                  <a:gd name="connsiteX0" fmla="*/ 619104 w 1233438"/>
                  <a:gd name="connsiteY0" fmla="*/ 20505 h 686133"/>
                  <a:gd name="connsiteX1" fmla="*/ 492104 w 1233438"/>
                  <a:gd name="connsiteY1" fmla="*/ 35745 h 686133"/>
                  <a:gd name="connsiteX2" fmla="*/ 273664 w 1233438"/>
                  <a:gd name="connsiteY2" fmla="*/ 350705 h 686133"/>
                  <a:gd name="connsiteX3" fmla="*/ 80624 w 1233438"/>
                  <a:gd name="connsiteY3" fmla="*/ 452305 h 686133"/>
                  <a:gd name="connsiteX4" fmla="*/ 24744 w 1233438"/>
                  <a:gd name="connsiteY4" fmla="*/ 635185 h 686133"/>
                  <a:gd name="connsiteX5" fmla="*/ 471784 w 1233438"/>
                  <a:gd name="connsiteY5" fmla="*/ 685985 h 686133"/>
                  <a:gd name="connsiteX6" fmla="*/ 1182984 w 1233438"/>
                  <a:gd name="connsiteY6" fmla="*/ 645345 h 686133"/>
                  <a:gd name="connsiteX7" fmla="*/ 1162664 w 1233438"/>
                  <a:gd name="connsiteY7" fmla="*/ 508185 h 686133"/>
                  <a:gd name="connsiteX8" fmla="*/ 1061064 w 1233438"/>
                  <a:gd name="connsiteY8" fmla="*/ 437065 h 686133"/>
                  <a:gd name="connsiteX9" fmla="*/ 807064 w 1233438"/>
                  <a:gd name="connsiteY9" fmla="*/ 213545 h 686133"/>
                  <a:gd name="connsiteX10" fmla="*/ 619104 w 1233438"/>
                  <a:gd name="connsiteY10" fmla="*/ 20505 h 686133"/>
                  <a:gd name="connsiteX0" fmla="*/ 619801 w 1234135"/>
                  <a:gd name="connsiteY0" fmla="*/ 11529 h 677157"/>
                  <a:gd name="connsiteX1" fmla="*/ 492801 w 1234135"/>
                  <a:gd name="connsiteY1" fmla="*/ 26769 h 677157"/>
                  <a:gd name="connsiteX2" fmla="*/ 299761 w 1234135"/>
                  <a:gd name="connsiteY2" fmla="*/ 184249 h 677157"/>
                  <a:gd name="connsiteX3" fmla="*/ 81321 w 1234135"/>
                  <a:gd name="connsiteY3" fmla="*/ 443329 h 677157"/>
                  <a:gd name="connsiteX4" fmla="*/ 25441 w 1234135"/>
                  <a:gd name="connsiteY4" fmla="*/ 626209 h 677157"/>
                  <a:gd name="connsiteX5" fmla="*/ 472481 w 1234135"/>
                  <a:gd name="connsiteY5" fmla="*/ 677009 h 677157"/>
                  <a:gd name="connsiteX6" fmla="*/ 1183681 w 1234135"/>
                  <a:gd name="connsiteY6" fmla="*/ 636369 h 677157"/>
                  <a:gd name="connsiteX7" fmla="*/ 1163361 w 1234135"/>
                  <a:gd name="connsiteY7" fmla="*/ 499209 h 677157"/>
                  <a:gd name="connsiteX8" fmla="*/ 1061761 w 1234135"/>
                  <a:gd name="connsiteY8" fmla="*/ 428089 h 677157"/>
                  <a:gd name="connsiteX9" fmla="*/ 807761 w 1234135"/>
                  <a:gd name="connsiteY9" fmla="*/ 204569 h 677157"/>
                  <a:gd name="connsiteX10" fmla="*/ 619801 w 1234135"/>
                  <a:gd name="connsiteY10" fmla="*/ 11529 h 677157"/>
                  <a:gd name="connsiteX0" fmla="*/ 620982 w 1235316"/>
                  <a:gd name="connsiteY0" fmla="*/ 11296 h 676924"/>
                  <a:gd name="connsiteX1" fmla="*/ 493982 w 1235316"/>
                  <a:gd name="connsiteY1" fmla="*/ 26536 h 676924"/>
                  <a:gd name="connsiteX2" fmla="*/ 341582 w 1235316"/>
                  <a:gd name="connsiteY2" fmla="*/ 178936 h 676924"/>
                  <a:gd name="connsiteX3" fmla="*/ 82502 w 1235316"/>
                  <a:gd name="connsiteY3" fmla="*/ 443096 h 676924"/>
                  <a:gd name="connsiteX4" fmla="*/ 26622 w 1235316"/>
                  <a:gd name="connsiteY4" fmla="*/ 625976 h 676924"/>
                  <a:gd name="connsiteX5" fmla="*/ 473662 w 1235316"/>
                  <a:gd name="connsiteY5" fmla="*/ 676776 h 676924"/>
                  <a:gd name="connsiteX6" fmla="*/ 1184862 w 1235316"/>
                  <a:gd name="connsiteY6" fmla="*/ 636136 h 676924"/>
                  <a:gd name="connsiteX7" fmla="*/ 1164542 w 1235316"/>
                  <a:gd name="connsiteY7" fmla="*/ 498976 h 676924"/>
                  <a:gd name="connsiteX8" fmla="*/ 1062942 w 1235316"/>
                  <a:gd name="connsiteY8" fmla="*/ 427856 h 676924"/>
                  <a:gd name="connsiteX9" fmla="*/ 808942 w 1235316"/>
                  <a:gd name="connsiteY9" fmla="*/ 204336 h 676924"/>
                  <a:gd name="connsiteX10" fmla="*/ 620982 w 1235316"/>
                  <a:gd name="connsiteY10" fmla="*/ 11296 h 676924"/>
                  <a:gd name="connsiteX0" fmla="*/ 620982 w 1235316"/>
                  <a:gd name="connsiteY0" fmla="*/ 11296 h 676924"/>
                  <a:gd name="connsiteX1" fmla="*/ 493982 w 1235316"/>
                  <a:gd name="connsiteY1" fmla="*/ 26536 h 676924"/>
                  <a:gd name="connsiteX2" fmla="*/ 341582 w 1235316"/>
                  <a:gd name="connsiteY2" fmla="*/ 178936 h 676924"/>
                  <a:gd name="connsiteX3" fmla="*/ 82502 w 1235316"/>
                  <a:gd name="connsiteY3" fmla="*/ 443096 h 676924"/>
                  <a:gd name="connsiteX4" fmla="*/ 26622 w 1235316"/>
                  <a:gd name="connsiteY4" fmla="*/ 625976 h 676924"/>
                  <a:gd name="connsiteX5" fmla="*/ 473662 w 1235316"/>
                  <a:gd name="connsiteY5" fmla="*/ 676776 h 676924"/>
                  <a:gd name="connsiteX6" fmla="*/ 1184862 w 1235316"/>
                  <a:gd name="connsiteY6" fmla="*/ 636136 h 676924"/>
                  <a:gd name="connsiteX7" fmla="*/ 1164542 w 1235316"/>
                  <a:gd name="connsiteY7" fmla="*/ 498976 h 676924"/>
                  <a:gd name="connsiteX8" fmla="*/ 1062942 w 1235316"/>
                  <a:gd name="connsiteY8" fmla="*/ 427856 h 676924"/>
                  <a:gd name="connsiteX9" fmla="*/ 819102 w 1235316"/>
                  <a:gd name="connsiteY9" fmla="*/ 173856 h 676924"/>
                  <a:gd name="connsiteX10" fmla="*/ 620982 w 1235316"/>
                  <a:gd name="connsiteY10" fmla="*/ 11296 h 676924"/>
                  <a:gd name="connsiteX0" fmla="*/ 620982 w 1236230"/>
                  <a:gd name="connsiteY0" fmla="*/ 11296 h 676924"/>
                  <a:gd name="connsiteX1" fmla="*/ 493982 w 1236230"/>
                  <a:gd name="connsiteY1" fmla="*/ 26536 h 676924"/>
                  <a:gd name="connsiteX2" fmla="*/ 341582 w 1236230"/>
                  <a:gd name="connsiteY2" fmla="*/ 178936 h 676924"/>
                  <a:gd name="connsiteX3" fmla="*/ 82502 w 1236230"/>
                  <a:gd name="connsiteY3" fmla="*/ 443096 h 676924"/>
                  <a:gd name="connsiteX4" fmla="*/ 26622 w 1236230"/>
                  <a:gd name="connsiteY4" fmla="*/ 625976 h 676924"/>
                  <a:gd name="connsiteX5" fmla="*/ 473662 w 1236230"/>
                  <a:gd name="connsiteY5" fmla="*/ 676776 h 676924"/>
                  <a:gd name="connsiteX6" fmla="*/ 1184862 w 1236230"/>
                  <a:gd name="connsiteY6" fmla="*/ 636136 h 676924"/>
                  <a:gd name="connsiteX7" fmla="*/ 1164542 w 1236230"/>
                  <a:gd name="connsiteY7" fmla="*/ 498976 h 676924"/>
                  <a:gd name="connsiteX8" fmla="*/ 1037542 w 1236230"/>
                  <a:gd name="connsiteY8" fmla="*/ 366896 h 676924"/>
                  <a:gd name="connsiteX9" fmla="*/ 819102 w 1236230"/>
                  <a:gd name="connsiteY9" fmla="*/ 173856 h 676924"/>
                  <a:gd name="connsiteX10" fmla="*/ 620982 w 1236230"/>
                  <a:gd name="connsiteY10" fmla="*/ 11296 h 676924"/>
                  <a:gd name="connsiteX0" fmla="*/ 620982 w 1224634"/>
                  <a:gd name="connsiteY0" fmla="*/ 11296 h 676924"/>
                  <a:gd name="connsiteX1" fmla="*/ 493982 w 1224634"/>
                  <a:gd name="connsiteY1" fmla="*/ 26536 h 676924"/>
                  <a:gd name="connsiteX2" fmla="*/ 341582 w 1224634"/>
                  <a:gd name="connsiteY2" fmla="*/ 178936 h 676924"/>
                  <a:gd name="connsiteX3" fmla="*/ 82502 w 1224634"/>
                  <a:gd name="connsiteY3" fmla="*/ 443096 h 676924"/>
                  <a:gd name="connsiteX4" fmla="*/ 26622 w 1224634"/>
                  <a:gd name="connsiteY4" fmla="*/ 625976 h 676924"/>
                  <a:gd name="connsiteX5" fmla="*/ 473662 w 1224634"/>
                  <a:gd name="connsiteY5" fmla="*/ 676776 h 676924"/>
                  <a:gd name="connsiteX6" fmla="*/ 1184862 w 1224634"/>
                  <a:gd name="connsiteY6" fmla="*/ 636136 h 676924"/>
                  <a:gd name="connsiteX7" fmla="*/ 1123902 w 1224634"/>
                  <a:gd name="connsiteY7" fmla="*/ 498976 h 676924"/>
                  <a:gd name="connsiteX8" fmla="*/ 1037542 w 1224634"/>
                  <a:gd name="connsiteY8" fmla="*/ 366896 h 676924"/>
                  <a:gd name="connsiteX9" fmla="*/ 819102 w 1224634"/>
                  <a:gd name="connsiteY9" fmla="*/ 173856 h 676924"/>
                  <a:gd name="connsiteX10" fmla="*/ 620982 w 1224634"/>
                  <a:gd name="connsiteY10" fmla="*/ 11296 h 676924"/>
                  <a:gd name="connsiteX0" fmla="*/ 620982 w 1160722"/>
                  <a:gd name="connsiteY0" fmla="*/ 11296 h 676815"/>
                  <a:gd name="connsiteX1" fmla="*/ 493982 w 1160722"/>
                  <a:gd name="connsiteY1" fmla="*/ 26536 h 676815"/>
                  <a:gd name="connsiteX2" fmla="*/ 341582 w 1160722"/>
                  <a:gd name="connsiteY2" fmla="*/ 178936 h 676815"/>
                  <a:gd name="connsiteX3" fmla="*/ 82502 w 1160722"/>
                  <a:gd name="connsiteY3" fmla="*/ 443096 h 676815"/>
                  <a:gd name="connsiteX4" fmla="*/ 26622 w 1160722"/>
                  <a:gd name="connsiteY4" fmla="*/ 625976 h 676815"/>
                  <a:gd name="connsiteX5" fmla="*/ 473662 w 1160722"/>
                  <a:gd name="connsiteY5" fmla="*/ 676776 h 676815"/>
                  <a:gd name="connsiteX6" fmla="*/ 1103582 w 1160722"/>
                  <a:gd name="connsiteY6" fmla="*/ 620896 h 676815"/>
                  <a:gd name="connsiteX7" fmla="*/ 1123902 w 1160722"/>
                  <a:gd name="connsiteY7" fmla="*/ 498976 h 676815"/>
                  <a:gd name="connsiteX8" fmla="*/ 1037542 w 1160722"/>
                  <a:gd name="connsiteY8" fmla="*/ 366896 h 676815"/>
                  <a:gd name="connsiteX9" fmla="*/ 819102 w 1160722"/>
                  <a:gd name="connsiteY9" fmla="*/ 173856 h 676815"/>
                  <a:gd name="connsiteX10" fmla="*/ 620982 w 1160722"/>
                  <a:gd name="connsiteY10" fmla="*/ 11296 h 676815"/>
                  <a:gd name="connsiteX0" fmla="*/ 622469 w 1160750"/>
                  <a:gd name="connsiteY0" fmla="*/ 11296 h 657054"/>
                  <a:gd name="connsiteX1" fmla="*/ 495469 w 1160750"/>
                  <a:gd name="connsiteY1" fmla="*/ 26536 h 657054"/>
                  <a:gd name="connsiteX2" fmla="*/ 343069 w 1160750"/>
                  <a:gd name="connsiteY2" fmla="*/ 178936 h 657054"/>
                  <a:gd name="connsiteX3" fmla="*/ 83989 w 1160750"/>
                  <a:gd name="connsiteY3" fmla="*/ 443096 h 657054"/>
                  <a:gd name="connsiteX4" fmla="*/ 28109 w 1160750"/>
                  <a:gd name="connsiteY4" fmla="*/ 625976 h 657054"/>
                  <a:gd name="connsiteX5" fmla="*/ 495469 w 1160750"/>
                  <a:gd name="connsiteY5" fmla="*/ 656456 h 657054"/>
                  <a:gd name="connsiteX6" fmla="*/ 1105069 w 1160750"/>
                  <a:gd name="connsiteY6" fmla="*/ 620896 h 657054"/>
                  <a:gd name="connsiteX7" fmla="*/ 1125389 w 1160750"/>
                  <a:gd name="connsiteY7" fmla="*/ 498976 h 657054"/>
                  <a:gd name="connsiteX8" fmla="*/ 1039029 w 1160750"/>
                  <a:gd name="connsiteY8" fmla="*/ 366896 h 657054"/>
                  <a:gd name="connsiteX9" fmla="*/ 820589 w 1160750"/>
                  <a:gd name="connsiteY9" fmla="*/ 173856 h 657054"/>
                  <a:gd name="connsiteX10" fmla="*/ 622469 w 1160750"/>
                  <a:gd name="connsiteY10" fmla="*/ 11296 h 657054"/>
                  <a:gd name="connsiteX0" fmla="*/ 622469 w 1150654"/>
                  <a:gd name="connsiteY0" fmla="*/ 11296 h 658494"/>
                  <a:gd name="connsiteX1" fmla="*/ 495469 w 1150654"/>
                  <a:gd name="connsiteY1" fmla="*/ 26536 h 658494"/>
                  <a:gd name="connsiteX2" fmla="*/ 343069 w 1150654"/>
                  <a:gd name="connsiteY2" fmla="*/ 178936 h 658494"/>
                  <a:gd name="connsiteX3" fmla="*/ 83989 w 1150654"/>
                  <a:gd name="connsiteY3" fmla="*/ 443096 h 658494"/>
                  <a:gd name="connsiteX4" fmla="*/ 28109 w 1150654"/>
                  <a:gd name="connsiteY4" fmla="*/ 625976 h 658494"/>
                  <a:gd name="connsiteX5" fmla="*/ 495469 w 1150654"/>
                  <a:gd name="connsiteY5" fmla="*/ 656456 h 658494"/>
                  <a:gd name="connsiteX6" fmla="*/ 1089829 w 1150654"/>
                  <a:gd name="connsiteY6" fmla="*/ 600576 h 658494"/>
                  <a:gd name="connsiteX7" fmla="*/ 1125389 w 1150654"/>
                  <a:gd name="connsiteY7" fmla="*/ 498976 h 658494"/>
                  <a:gd name="connsiteX8" fmla="*/ 1039029 w 1150654"/>
                  <a:gd name="connsiteY8" fmla="*/ 366896 h 658494"/>
                  <a:gd name="connsiteX9" fmla="*/ 820589 w 1150654"/>
                  <a:gd name="connsiteY9" fmla="*/ 173856 h 658494"/>
                  <a:gd name="connsiteX10" fmla="*/ 622469 w 1150654"/>
                  <a:gd name="connsiteY10" fmla="*/ 11296 h 658494"/>
                  <a:gd name="connsiteX0" fmla="*/ 594789 w 1122974"/>
                  <a:gd name="connsiteY0" fmla="*/ 11296 h 656902"/>
                  <a:gd name="connsiteX1" fmla="*/ 467789 w 1122974"/>
                  <a:gd name="connsiteY1" fmla="*/ 26536 h 656902"/>
                  <a:gd name="connsiteX2" fmla="*/ 315389 w 1122974"/>
                  <a:gd name="connsiteY2" fmla="*/ 178936 h 656902"/>
                  <a:gd name="connsiteX3" fmla="*/ 56309 w 1122974"/>
                  <a:gd name="connsiteY3" fmla="*/ 443096 h 656902"/>
                  <a:gd name="connsiteX4" fmla="*/ 35989 w 1122974"/>
                  <a:gd name="connsiteY4" fmla="*/ 615816 h 656902"/>
                  <a:gd name="connsiteX5" fmla="*/ 467789 w 1122974"/>
                  <a:gd name="connsiteY5" fmla="*/ 656456 h 656902"/>
                  <a:gd name="connsiteX6" fmla="*/ 1062149 w 1122974"/>
                  <a:gd name="connsiteY6" fmla="*/ 600576 h 656902"/>
                  <a:gd name="connsiteX7" fmla="*/ 1097709 w 1122974"/>
                  <a:gd name="connsiteY7" fmla="*/ 498976 h 656902"/>
                  <a:gd name="connsiteX8" fmla="*/ 1011349 w 1122974"/>
                  <a:gd name="connsiteY8" fmla="*/ 366896 h 656902"/>
                  <a:gd name="connsiteX9" fmla="*/ 792909 w 1122974"/>
                  <a:gd name="connsiteY9" fmla="*/ 173856 h 656902"/>
                  <a:gd name="connsiteX10" fmla="*/ 594789 w 1122974"/>
                  <a:gd name="connsiteY10" fmla="*/ 11296 h 656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2974" h="656902">
                    <a:moveTo>
                      <a:pt x="594789" y="11296"/>
                    </a:moveTo>
                    <a:cubicBezTo>
                      <a:pt x="560075" y="-8601"/>
                      <a:pt x="514356" y="-1404"/>
                      <a:pt x="467789" y="26536"/>
                    </a:cubicBezTo>
                    <a:cubicBezTo>
                      <a:pt x="421222" y="54476"/>
                      <a:pt x="383969" y="109509"/>
                      <a:pt x="315389" y="178936"/>
                    </a:cubicBezTo>
                    <a:cubicBezTo>
                      <a:pt x="246809" y="248363"/>
                      <a:pt x="102876" y="370283"/>
                      <a:pt x="56309" y="443096"/>
                    </a:cubicBezTo>
                    <a:cubicBezTo>
                      <a:pt x="9742" y="515909"/>
                      <a:pt x="-32591" y="580256"/>
                      <a:pt x="35989" y="615816"/>
                    </a:cubicBezTo>
                    <a:cubicBezTo>
                      <a:pt x="104569" y="651376"/>
                      <a:pt x="296762" y="658996"/>
                      <a:pt x="467789" y="656456"/>
                    </a:cubicBezTo>
                    <a:cubicBezTo>
                      <a:pt x="638816" y="653916"/>
                      <a:pt x="957162" y="626823"/>
                      <a:pt x="1062149" y="600576"/>
                    </a:cubicBezTo>
                    <a:cubicBezTo>
                      <a:pt x="1167136" y="574329"/>
                      <a:pt x="1106176" y="537923"/>
                      <a:pt x="1097709" y="498976"/>
                    </a:cubicBezTo>
                    <a:cubicBezTo>
                      <a:pt x="1089242" y="460029"/>
                      <a:pt x="1070616" y="416003"/>
                      <a:pt x="1011349" y="366896"/>
                    </a:cubicBezTo>
                    <a:cubicBezTo>
                      <a:pt x="952082" y="317789"/>
                      <a:pt x="792909" y="173856"/>
                      <a:pt x="792909" y="173856"/>
                    </a:cubicBezTo>
                    <a:lnTo>
                      <a:pt x="594789" y="11296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5452A34-D238-436C-A682-23ED8E4E608F}"/>
                  </a:ext>
                </a:extLst>
              </p:cNvPr>
              <p:cNvSpPr/>
              <p:nvPr/>
            </p:nvSpPr>
            <p:spPr>
              <a:xfrm>
                <a:off x="4393595" y="4206140"/>
                <a:ext cx="731214" cy="404576"/>
              </a:xfrm>
              <a:custGeom>
                <a:avLst/>
                <a:gdLst>
                  <a:gd name="connsiteX0" fmla="*/ 314557 w 630121"/>
                  <a:gd name="connsiteY0" fmla="*/ 363 h 344853"/>
                  <a:gd name="connsiteX1" fmla="*/ 91037 w 630121"/>
                  <a:gd name="connsiteY1" fmla="*/ 203563 h 344853"/>
                  <a:gd name="connsiteX2" fmla="*/ 9757 w 630121"/>
                  <a:gd name="connsiteY2" fmla="*/ 330563 h 344853"/>
                  <a:gd name="connsiteX3" fmla="*/ 299317 w 630121"/>
                  <a:gd name="connsiteY3" fmla="*/ 340723 h 344853"/>
                  <a:gd name="connsiteX4" fmla="*/ 624437 w 630121"/>
                  <a:gd name="connsiteY4" fmla="*/ 320403 h 344853"/>
                  <a:gd name="connsiteX5" fmla="*/ 492357 w 630121"/>
                  <a:gd name="connsiteY5" fmla="*/ 157843 h 344853"/>
                  <a:gd name="connsiteX6" fmla="*/ 314557 w 630121"/>
                  <a:gd name="connsiteY6" fmla="*/ 363 h 344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30121" h="344853">
                    <a:moveTo>
                      <a:pt x="314557" y="363"/>
                    </a:moveTo>
                    <a:cubicBezTo>
                      <a:pt x="247670" y="7983"/>
                      <a:pt x="141837" y="148530"/>
                      <a:pt x="91037" y="203563"/>
                    </a:cubicBezTo>
                    <a:cubicBezTo>
                      <a:pt x="40237" y="258596"/>
                      <a:pt x="-24956" y="307703"/>
                      <a:pt x="9757" y="330563"/>
                    </a:cubicBezTo>
                    <a:cubicBezTo>
                      <a:pt x="44470" y="353423"/>
                      <a:pt x="196870" y="342416"/>
                      <a:pt x="299317" y="340723"/>
                    </a:cubicBezTo>
                    <a:cubicBezTo>
                      <a:pt x="401764" y="339030"/>
                      <a:pt x="592264" y="350883"/>
                      <a:pt x="624437" y="320403"/>
                    </a:cubicBezTo>
                    <a:cubicBezTo>
                      <a:pt x="656610" y="289923"/>
                      <a:pt x="544004" y="208643"/>
                      <a:pt x="492357" y="157843"/>
                    </a:cubicBezTo>
                    <a:cubicBezTo>
                      <a:pt x="440710" y="107043"/>
                      <a:pt x="381444" y="-7257"/>
                      <a:pt x="314557" y="363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  <p:sp>
          <p:nvSpPr>
            <p:cNvPr id="56" name="Freeform 102">
              <a:extLst>
                <a:ext uri="{FF2B5EF4-FFF2-40B4-BE49-F238E27FC236}">
                  <a16:creationId xmlns:a16="http://schemas.microsoft.com/office/drawing/2014/main" id="{D3CFACAF-F6F9-4FA3-8141-E1896F6B19A1}"/>
                </a:ext>
              </a:extLst>
            </p:cNvPr>
            <p:cNvSpPr/>
            <p:nvPr/>
          </p:nvSpPr>
          <p:spPr>
            <a:xfrm>
              <a:off x="6615764" y="4589180"/>
              <a:ext cx="5230712" cy="1189675"/>
            </a:xfrm>
            <a:custGeom>
              <a:avLst/>
              <a:gdLst>
                <a:gd name="connsiteX0" fmla="*/ 8965 w 5378823"/>
                <a:gd name="connsiteY0" fmla="*/ 1855694 h 1990165"/>
                <a:gd name="connsiteX1" fmla="*/ 8965 w 5378823"/>
                <a:gd name="connsiteY1" fmla="*/ 1353670 h 1990165"/>
                <a:gd name="connsiteX2" fmla="*/ 654423 w 5378823"/>
                <a:gd name="connsiteY2" fmla="*/ 1353670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8965 w 5378823"/>
                <a:gd name="connsiteY0" fmla="*/ 1855694 h 1990165"/>
                <a:gd name="connsiteX1" fmla="*/ 8965 w 5378823"/>
                <a:gd name="connsiteY1" fmla="*/ 1255765 h 1990165"/>
                <a:gd name="connsiteX2" fmla="*/ 654423 w 5378823"/>
                <a:gd name="connsiteY2" fmla="*/ 1353670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8965 w 5378823"/>
                <a:gd name="connsiteY0" fmla="*/ 1855694 h 1990165"/>
                <a:gd name="connsiteX1" fmla="*/ 8965 w 5378823"/>
                <a:gd name="connsiteY1" fmla="*/ 1255765 h 1990165"/>
                <a:gd name="connsiteX2" fmla="*/ 644898 w 5378823"/>
                <a:gd name="connsiteY2" fmla="*/ 1255765 h 1990165"/>
                <a:gd name="connsiteX3" fmla="*/ 636494 w 5378823"/>
                <a:gd name="connsiteY3" fmla="*/ 708212 h 1990165"/>
                <a:gd name="connsiteX4" fmla="*/ 3218329 w 5378823"/>
                <a:gd name="connsiteY4" fmla="*/ 717176 h 1990165"/>
                <a:gd name="connsiteX5" fmla="*/ 3200400 w 5378823"/>
                <a:gd name="connsiteY5" fmla="*/ 0 h 1990165"/>
                <a:gd name="connsiteX6" fmla="*/ 5378823 w 5378823"/>
                <a:gd name="connsiteY6" fmla="*/ 8965 h 1990165"/>
                <a:gd name="connsiteX7" fmla="*/ 5360894 w 5378823"/>
                <a:gd name="connsiteY7" fmla="*/ 1990165 h 1990165"/>
                <a:gd name="connsiteX8" fmla="*/ 0 w 5378823"/>
                <a:gd name="connsiteY8" fmla="*/ 1990165 h 1990165"/>
                <a:gd name="connsiteX9" fmla="*/ 8965 w 5378823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209364 w 5369858"/>
                <a:gd name="connsiteY4" fmla="*/ 717176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199839 w 5369858"/>
                <a:gd name="connsiteY4" fmla="*/ 717176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165189 w 5369858"/>
                <a:gd name="connsiteY4" fmla="*/ 688169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55694 h 1990165"/>
                <a:gd name="connsiteX1" fmla="*/ 0 w 5369858"/>
                <a:gd name="connsiteY1" fmla="*/ 1255765 h 1990165"/>
                <a:gd name="connsiteX2" fmla="*/ 635933 w 5369858"/>
                <a:gd name="connsiteY2" fmla="*/ 1255765 h 1990165"/>
                <a:gd name="connsiteX3" fmla="*/ 627529 w 5369858"/>
                <a:gd name="connsiteY3" fmla="*/ 708212 h 1990165"/>
                <a:gd name="connsiteX4" fmla="*/ 3208505 w 5369858"/>
                <a:gd name="connsiteY4" fmla="*/ 678500 h 1990165"/>
                <a:gd name="connsiteX5" fmla="*/ 3191435 w 5369858"/>
                <a:gd name="connsiteY5" fmla="*/ 0 h 1990165"/>
                <a:gd name="connsiteX6" fmla="*/ 5369858 w 5369858"/>
                <a:gd name="connsiteY6" fmla="*/ 8965 h 1990165"/>
                <a:gd name="connsiteX7" fmla="*/ 5351929 w 5369858"/>
                <a:gd name="connsiteY7" fmla="*/ 1990165 h 1990165"/>
                <a:gd name="connsiteX8" fmla="*/ 560 w 5369858"/>
                <a:gd name="connsiteY8" fmla="*/ 1990165 h 1990165"/>
                <a:gd name="connsiteX9" fmla="*/ 0 w 5369858"/>
                <a:gd name="connsiteY9" fmla="*/ 1855694 h 1990165"/>
                <a:gd name="connsiteX0" fmla="*/ 0 w 5369858"/>
                <a:gd name="connsiteY0" fmla="*/ 1846729 h 1981200"/>
                <a:gd name="connsiteX1" fmla="*/ 0 w 5369858"/>
                <a:gd name="connsiteY1" fmla="*/ 1246800 h 1981200"/>
                <a:gd name="connsiteX2" fmla="*/ 635933 w 5369858"/>
                <a:gd name="connsiteY2" fmla="*/ 1246800 h 1981200"/>
                <a:gd name="connsiteX3" fmla="*/ 627529 w 5369858"/>
                <a:gd name="connsiteY3" fmla="*/ 699247 h 1981200"/>
                <a:gd name="connsiteX4" fmla="*/ 3208505 w 5369858"/>
                <a:gd name="connsiteY4" fmla="*/ 669535 h 1981200"/>
                <a:gd name="connsiteX5" fmla="*/ 3182772 w 5369858"/>
                <a:gd name="connsiteY5" fmla="*/ 39380 h 1981200"/>
                <a:gd name="connsiteX6" fmla="*/ 5369858 w 5369858"/>
                <a:gd name="connsiteY6" fmla="*/ 0 h 1981200"/>
                <a:gd name="connsiteX7" fmla="*/ 5351929 w 5369858"/>
                <a:gd name="connsiteY7" fmla="*/ 1981200 h 1981200"/>
                <a:gd name="connsiteX8" fmla="*/ 560 w 5369858"/>
                <a:gd name="connsiteY8" fmla="*/ 1981200 h 1981200"/>
                <a:gd name="connsiteX9" fmla="*/ 0 w 5369858"/>
                <a:gd name="connsiteY9" fmla="*/ 1846729 h 1981200"/>
                <a:gd name="connsiteX0" fmla="*/ 0 w 5369858"/>
                <a:gd name="connsiteY0" fmla="*/ 1846729 h 1981200"/>
                <a:gd name="connsiteX1" fmla="*/ 0 w 5369858"/>
                <a:gd name="connsiteY1" fmla="*/ 1246800 h 1981200"/>
                <a:gd name="connsiteX2" fmla="*/ 635933 w 5369858"/>
                <a:gd name="connsiteY2" fmla="*/ 1246800 h 1981200"/>
                <a:gd name="connsiteX3" fmla="*/ 627529 w 5369858"/>
                <a:gd name="connsiteY3" fmla="*/ 699247 h 1981200"/>
                <a:gd name="connsiteX4" fmla="*/ 3208505 w 5369858"/>
                <a:gd name="connsiteY4" fmla="*/ 688872 h 1981200"/>
                <a:gd name="connsiteX5" fmla="*/ 3182772 w 5369858"/>
                <a:gd name="connsiteY5" fmla="*/ 39380 h 1981200"/>
                <a:gd name="connsiteX6" fmla="*/ 5369858 w 5369858"/>
                <a:gd name="connsiteY6" fmla="*/ 0 h 1981200"/>
                <a:gd name="connsiteX7" fmla="*/ 5351929 w 5369858"/>
                <a:gd name="connsiteY7" fmla="*/ 1981200 h 1981200"/>
                <a:gd name="connsiteX8" fmla="*/ 560 w 5369858"/>
                <a:gd name="connsiteY8" fmla="*/ 1981200 h 1981200"/>
                <a:gd name="connsiteX9" fmla="*/ 0 w 5369858"/>
                <a:gd name="connsiteY9" fmla="*/ 1846729 h 1981200"/>
                <a:gd name="connsiteX0" fmla="*/ 0 w 5369858"/>
                <a:gd name="connsiteY0" fmla="*/ 1807349 h 1941820"/>
                <a:gd name="connsiteX1" fmla="*/ 0 w 5369858"/>
                <a:gd name="connsiteY1" fmla="*/ 1207420 h 1941820"/>
                <a:gd name="connsiteX2" fmla="*/ 635933 w 5369858"/>
                <a:gd name="connsiteY2" fmla="*/ 1207420 h 1941820"/>
                <a:gd name="connsiteX3" fmla="*/ 627529 w 5369858"/>
                <a:gd name="connsiteY3" fmla="*/ 659867 h 1941820"/>
                <a:gd name="connsiteX4" fmla="*/ 3208505 w 5369858"/>
                <a:gd name="connsiteY4" fmla="*/ 649492 h 1941820"/>
                <a:gd name="connsiteX5" fmla="*/ 3182772 w 5369858"/>
                <a:gd name="connsiteY5" fmla="*/ 0 h 1941820"/>
                <a:gd name="connsiteX6" fmla="*/ 5369858 w 5369858"/>
                <a:gd name="connsiteY6" fmla="*/ 8964 h 1941820"/>
                <a:gd name="connsiteX7" fmla="*/ 5351929 w 5369858"/>
                <a:gd name="connsiteY7" fmla="*/ 1941820 h 1941820"/>
                <a:gd name="connsiteX8" fmla="*/ 560 w 5369858"/>
                <a:gd name="connsiteY8" fmla="*/ 1941820 h 1941820"/>
                <a:gd name="connsiteX9" fmla="*/ 0 w 5369858"/>
                <a:gd name="connsiteY9" fmla="*/ 1807349 h 1941820"/>
                <a:gd name="connsiteX0" fmla="*/ 0 w 5369858"/>
                <a:gd name="connsiteY0" fmla="*/ 1807349 h 1941820"/>
                <a:gd name="connsiteX1" fmla="*/ 0 w 5369858"/>
                <a:gd name="connsiteY1" fmla="*/ 1207420 h 1941820"/>
                <a:gd name="connsiteX2" fmla="*/ 635933 w 5369858"/>
                <a:gd name="connsiteY2" fmla="*/ 1207420 h 1941820"/>
                <a:gd name="connsiteX3" fmla="*/ 627529 w 5369858"/>
                <a:gd name="connsiteY3" fmla="*/ 659867 h 1941820"/>
                <a:gd name="connsiteX4" fmla="*/ 3208505 w 5369858"/>
                <a:gd name="connsiteY4" fmla="*/ 649492 h 1941820"/>
                <a:gd name="connsiteX5" fmla="*/ 3208760 w 5369858"/>
                <a:gd name="connsiteY5" fmla="*/ 0 h 1941820"/>
                <a:gd name="connsiteX6" fmla="*/ 5369858 w 5369858"/>
                <a:gd name="connsiteY6" fmla="*/ 8964 h 1941820"/>
                <a:gd name="connsiteX7" fmla="*/ 5351929 w 5369858"/>
                <a:gd name="connsiteY7" fmla="*/ 1941820 h 1941820"/>
                <a:gd name="connsiteX8" fmla="*/ 560 w 5369858"/>
                <a:gd name="connsiteY8" fmla="*/ 1941820 h 1941820"/>
                <a:gd name="connsiteX9" fmla="*/ 0 w 5369858"/>
                <a:gd name="connsiteY9" fmla="*/ 1807349 h 1941820"/>
                <a:gd name="connsiteX0" fmla="*/ 0 w 5369858"/>
                <a:gd name="connsiteY0" fmla="*/ 1837151 h 1971622"/>
                <a:gd name="connsiteX1" fmla="*/ 0 w 5369858"/>
                <a:gd name="connsiteY1" fmla="*/ 1237222 h 1971622"/>
                <a:gd name="connsiteX2" fmla="*/ 635933 w 5369858"/>
                <a:gd name="connsiteY2" fmla="*/ 1237222 h 1971622"/>
                <a:gd name="connsiteX3" fmla="*/ 627529 w 5369858"/>
                <a:gd name="connsiteY3" fmla="*/ 689669 h 1971622"/>
                <a:gd name="connsiteX4" fmla="*/ 3208505 w 5369858"/>
                <a:gd name="connsiteY4" fmla="*/ 679294 h 1971622"/>
                <a:gd name="connsiteX5" fmla="*/ 5369858 w 5369858"/>
                <a:gd name="connsiteY5" fmla="*/ 38766 h 1971622"/>
                <a:gd name="connsiteX6" fmla="*/ 5351929 w 5369858"/>
                <a:gd name="connsiteY6" fmla="*/ 1971622 h 1971622"/>
                <a:gd name="connsiteX7" fmla="*/ 560 w 5369858"/>
                <a:gd name="connsiteY7" fmla="*/ 1971622 h 1971622"/>
                <a:gd name="connsiteX8" fmla="*/ 0 w 5369858"/>
                <a:gd name="connsiteY8" fmla="*/ 1837151 h 1971622"/>
                <a:gd name="connsiteX0" fmla="*/ 0 w 5369858"/>
                <a:gd name="connsiteY0" fmla="*/ 1347767 h 1482238"/>
                <a:gd name="connsiteX1" fmla="*/ 0 w 5369858"/>
                <a:gd name="connsiteY1" fmla="*/ 747838 h 1482238"/>
                <a:gd name="connsiteX2" fmla="*/ 635933 w 5369858"/>
                <a:gd name="connsiteY2" fmla="*/ 747838 h 1482238"/>
                <a:gd name="connsiteX3" fmla="*/ 627529 w 5369858"/>
                <a:gd name="connsiteY3" fmla="*/ 200285 h 1482238"/>
                <a:gd name="connsiteX4" fmla="*/ 3208505 w 5369858"/>
                <a:gd name="connsiteY4" fmla="*/ 189910 h 1482238"/>
                <a:gd name="connsiteX5" fmla="*/ 5369858 w 5369858"/>
                <a:gd name="connsiteY5" fmla="*/ 95448 h 1482238"/>
                <a:gd name="connsiteX6" fmla="*/ 5351929 w 5369858"/>
                <a:gd name="connsiteY6" fmla="*/ 1482238 h 1482238"/>
                <a:gd name="connsiteX7" fmla="*/ 560 w 5369858"/>
                <a:gd name="connsiteY7" fmla="*/ 1482238 h 1482238"/>
                <a:gd name="connsiteX8" fmla="*/ 0 w 5369858"/>
                <a:gd name="connsiteY8" fmla="*/ 1347767 h 1482238"/>
                <a:gd name="connsiteX0" fmla="*/ 0 w 5369858"/>
                <a:gd name="connsiteY0" fmla="*/ 1252319 h 1386790"/>
                <a:gd name="connsiteX1" fmla="*/ 0 w 5369858"/>
                <a:gd name="connsiteY1" fmla="*/ 652390 h 1386790"/>
                <a:gd name="connsiteX2" fmla="*/ 635933 w 5369858"/>
                <a:gd name="connsiteY2" fmla="*/ 652390 h 1386790"/>
                <a:gd name="connsiteX3" fmla="*/ 627529 w 5369858"/>
                <a:gd name="connsiteY3" fmla="*/ 104837 h 1386790"/>
                <a:gd name="connsiteX4" fmla="*/ 3208505 w 5369858"/>
                <a:gd name="connsiteY4" fmla="*/ 94462 h 1386790"/>
                <a:gd name="connsiteX5" fmla="*/ 5369858 w 5369858"/>
                <a:gd name="connsiteY5" fmla="*/ 0 h 1386790"/>
                <a:gd name="connsiteX6" fmla="*/ 5351929 w 5369858"/>
                <a:gd name="connsiteY6" fmla="*/ 1386790 h 1386790"/>
                <a:gd name="connsiteX7" fmla="*/ 560 w 5369858"/>
                <a:gd name="connsiteY7" fmla="*/ 1386790 h 1386790"/>
                <a:gd name="connsiteX8" fmla="*/ 0 w 5369858"/>
                <a:gd name="connsiteY8" fmla="*/ 1252319 h 1386790"/>
                <a:gd name="connsiteX0" fmla="*/ 0 w 5352691"/>
                <a:gd name="connsiteY0" fmla="*/ 1235773 h 1370244"/>
                <a:gd name="connsiteX1" fmla="*/ 0 w 5352691"/>
                <a:gd name="connsiteY1" fmla="*/ 635844 h 1370244"/>
                <a:gd name="connsiteX2" fmla="*/ 635933 w 5352691"/>
                <a:gd name="connsiteY2" fmla="*/ 635844 h 1370244"/>
                <a:gd name="connsiteX3" fmla="*/ 627529 w 5352691"/>
                <a:gd name="connsiteY3" fmla="*/ 88291 h 1370244"/>
                <a:gd name="connsiteX4" fmla="*/ 3208505 w 5352691"/>
                <a:gd name="connsiteY4" fmla="*/ 77916 h 1370244"/>
                <a:gd name="connsiteX5" fmla="*/ 5352691 w 5352691"/>
                <a:gd name="connsiteY5" fmla="*/ 2614 h 1370244"/>
                <a:gd name="connsiteX6" fmla="*/ 5351929 w 5352691"/>
                <a:gd name="connsiteY6" fmla="*/ 1370244 h 1370244"/>
                <a:gd name="connsiteX7" fmla="*/ 560 w 5352691"/>
                <a:gd name="connsiteY7" fmla="*/ 1370244 h 1370244"/>
                <a:gd name="connsiteX8" fmla="*/ 0 w 5352691"/>
                <a:gd name="connsiteY8" fmla="*/ 1235773 h 1370244"/>
                <a:gd name="connsiteX0" fmla="*/ 0 w 5361274"/>
                <a:gd name="connsiteY0" fmla="*/ 1204660 h 1339131"/>
                <a:gd name="connsiteX1" fmla="*/ 0 w 5361274"/>
                <a:gd name="connsiteY1" fmla="*/ 604731 h 1339131"/>
                <a:gd name="connsiteX2" fmla="*/ 635933 w 5361274"/>
                <a:gd name="connsiteY2" fmla="*/ 604731 h 1339131"/>
                <a:gd name="connsiteX3" fmla="*/ 627529 w 5361274"/>
                <a:gd name="connsiteY3" fmla="*/ 57178 h 1339131"/>
                <a:gd name="connsiteX4" fmla="*/ 3208505 w 5361274"/>
                <a:gd name="connsiteY4" fmla="*/ 46803 h 1339131"/>
                <a:gd name="connsiteX5" fmla="*/ 5361274 w 5361274"/>
                <a:gd name="connsiteY5" fmla="*/ 48142 h 1339131"/>
                <a:gd name="connsiteX6" fmla="*/ 5351929 w 5361274"/>
                <a:gd name="connsiteY6" fmla="*/ 1339131 h 1339131"/>
                <a:gd name="connsiteX7" fmla="*/ 560 w 5361274"/>
                <a:gd name="connsiteY7" fmla="*/ 1339131 h 1339131"/>
                <a:gd name="connsiteX8" fmla="*/ 0 w 5361274"/>
                <a:gd name="connsiteY8" fmla="*/ 1204660 h 1339131"/>
                <a:gd name="connsiteX0" fmla="*/ 0 w 5351929"/>
                <a:gd name="connsiteY0" fmla="*/ 1235772 h 1370243"/>
                <a:gd name="connsiteX1" fmla="*/ 0 w 5351929"/>
                <a:gd name="connsiteY1" fmla="*/ 635843 h 1370243"/>
                <a:gd name="connsiteX2" fmla="*/ 635933 w 5351929"/>
                <a:gd name="connsiteY2" fmla="*/ 635843 h 1370243"/>
                <a:gd name="connsiteX3" fmla="*/ 627529 w 5351929"/>
                <a:gd name="connsiteY3" fmla="*/ 88290 h 1370243"/>
                <a:gd name="connsiteX4" fmla="*/ 3208505 w 5351929"/>
                <a:gd name="connsiteY4" fmla="*/ 77915 h 1370243"/>
                <a:gd name="connsiteX5" fmla="*/ 5335524 w 5351929"/>
                <a:gd name="connsiteY5" fmla="*/ 2613 h 1370243"/>
                <a:gd name="connsiteX6" fmla="*/ 5351929 w 5351929"/>
                <a:gd name="connsiteY6" fmla="*/ 1370243 h 1370243"/>
                <a:gd name="connsiteX7" fmla="*/ 560 w 5351929"/>
                <a:gd name="connsiteY7" fmla="*/ 1370243 h 1370243"/>
                <a:gd name="connsiteX8" fmla="*/ 0 w 5351929"/>
                <a:gd name="connsiteY8" fmla="*/ 1235772 h 1370243"/>
                <a:gd name="connsiteX0" fmla="*/ 0 w 5351929"/>
                <a:gd name="connsiteY0" fmla="*/ 1220311 h 1354782"/>
                <a:gd name="connsiteX1" fmla="*/ 0 w 5351929"/>
                <a:gd name="connsiteY1" fmla="*/ 620382 h 1354782"/>
                <a:gd name="connsiteX2" fmla="*/ 635933 w 5351929"/>
                <a:gd name="connsiteY2" fmla="*/ 620382 h 1354782"/>
                <a:gd name="connsiteX3" fmla="*/ 627529 w 5351929"/>
                <a:gd name="connsiteY3" fmla="*/ 72829 h 1354782"/>
                <a:gd name="connsiteX4" fmla="*/ 3208505 w 5351929"/>
                <a:gd name="connsiteY4" fmla="*/ 62454 h 1354782"/>
                <a:gd name="connsiteX5" fmla="*/ 5344108 w 5351929"/>
                <a:gd name="connsiteY5" fmla="*/ 15892 h 1354782"/>
                <a:gd name="connsiteX6" fmla="*/ 5351929 w 5351929"/>
                <a:gd name="connsiteY6" fmla="*/ 1354782 h 1354782"/>
                <a:gd name="connsiteX7" fmla="*/ 560 w 5351929"/>
                <a:gd name="connsiteY7" fmla="*/ 1354782 h 1354782"/>
                <a:gd name="connsiteX8" fmla="*/ 0 w 5351929"/>
                <a:gd name="connsiteY8" fmla="*/ 1220311 h 1354782"/>
                <a:gd name="connsiteX0" fmla="*/ 0 w 5351929"/>
                <a:gd name="connsiteY0" fmla="*/ 1204419 h 1338890"/>
                <a:gd name="connsiteX1" fmla="*/ 0 w 5351929"/>
                <a:gd name="connsiteY1" fmla="*/ 604490 h 1338890"/>
                <a:gd name="connsiteX2" fmla="*/ 635933 w 5351929"/>
                <a:gd name="connsiteY2" fmla="*/ 604490 h 1338890"/>
                <a:gd name="connsiteX3" fmla="*/ 627529 w 5351929"/>
                <a:gd name="connsiteY3" fmla="*/ 56937 h 1338890"/>
                <a:gd name="connsiteX4" fmla="*/ 3208505 w 5351929"/>
                <a:gd name="connsiteY4" fmla="*/ 46562 h 1338890"/>
                <a:gd name="connsiteX5" fmla="*/ 5344108 w 5351929"/>
                <a:gd name="connsiteY5" fmla="*/ 0 h 1338890"/>
                <a:gd name="connsiteX6" fmla="*/ 5351929 w 5351929"/>
                <a:gd name="connsiteY6" fmla="*/ 1338890 h 1338890"/>
                <a:gd name="connsiteX7" fmla="*/ 560 w 5351929"/>
                <a:gd name="connsiteY7" fmla="*/ 1338890 h 1338890"/>
                <a:gd name="connsiteX8" fmla="*/ 0 w 5351929"/>
                <a:gd name="connsiteY8" fmla="*/ 1204419 h 1338890"/>
                <a:gd name="connsiteX0" fmla="*/ 0 w 5351929"/>
                <a:gd name="connsiteY0" fmla="*/ 1204419 h 1338890"/>
                <a:gd name="connsiteX1" fmla="*/ 0 w 5351929"/>
                <a:gd name="connsiteY1" fmla="*/ 604490 h 1338890"/>
                <a:gd name="connsiteX2" fmla="*/ 635933 w 5351929"/>
                <a:gd name="connsiteY2" fmla="*/ 604490 h 1338890"/>
                <a:gd name="connsiteX3" fmla="*/ 627529 w 5351929"/>
                <a:gd name="connsiteY3" fmla="*/ 56937 h 1338890"/>
                <a:gd name="connsiteX4" fmla="*/ 3208505 w 5351929"/>
                <a:gd name="connsiteY4" fmla="*/ 46562 h 1338890"/>
                <a:gd name="connsiteX5" fmla="*/ 5344108 w 5351929"/>
                <a:gd name="connsiteY5" fmla="*/ 0 h 1338890"/>
                <a:gd name="connsiteX6" fmla="*/ 5351929 w 5351929"/>
                <a:gd name="connsiteY6" fmla="*/ 1338890 h 1338890"/>
                <a:gd name="connsiteX7" fmla="*/ 560 w 5351929"/>
                <a:gd name="connsiteY7" fmla="*/ 1338890 h 1338890"/>
                <a:gd name="connsiteX8" fmla="*/ 0 w 5351929"/>
                <a:gd name="connsiteY8" fmla="*/ 1204419 h 1338890"/>
                <a:gd name="connsiteX0" fmla="*/ 0 w 5351929"/>
                <a:gd name="connsiteY0" fmla="*/ 1224123 h 1358594"/>
                <a:gd name="connsiteX1" fmla="*/ 0 w 5351929"/>
                <a:gd name="connsiteY1" fmla="*/ 624194 h 1358594"/>
                <a:gd name="connsiteX2" fmla="*/ 635933 w 5351929"/>
                <a:gd name="connsiteY2" fmla="*/ 624194 h 1358594"/>
                <a:gd name="connsiteX3" fmla="*/ 627529 w 5351929"/>
                <a:gd name="connsiteY3" fmla="*/ 0 h 1358594"/>
                <a:gd name="connsiteX4" fmla="*/ 3208505 w 5351929"/>
                <a:gd name="connsiteY4" fmla="*/ 66266 h 1358594"/>
                <a:gd name="connsiteX5" fmla="*/ 5344108 w 5351929"/>
                <a:gd name="connsiteY5" fmla="*/ 19704 h 1358594"/>
                <a:gd name="connsiteX6" fmla="*/ 5351929 w 5351929"/>
                <a:gd name="connsiteY6" fmla="*/ 1358594 h 1358594"/>
                <a:gd name="connsiteX7" fmla="*/ 560 w 5351929"/>
                <a:gd name="connsiteY7" fmla="*/ 1358594 h 1358594"/>
                <a:gd name="connsiteX8" fmla="*/ 0 w 5351929"/>
                <a:gd name="connsiteY8" fmla="*/ 1224123 h 1358594"/>
                <a:gd name="connsiteX0" fmla="*/ 0 w 5351929"/>
                <a:gd name="connsiteY0" fmla="*/ 1224123 h 1358594"/>
                <a:gd name="connsiteX1" fmla="*/ 0 w 5351929"/>
                <a:gd name="connsiteY1" fmla="*/ 624194 h 1358594"/>
                <a:gd name="connsiteX2" fmla="*/ 635933 w 5351929"/>
                <a:gd name="connsiteY2" fmla="*/ 624194 h 1358594"/>
                <a:gd name="connsiteX3" fmla="*/ 627529 w 5351929"/>
                <a:gd name="connsiteY3" fmla="*/ 0 h 1358594"/>
                <a:gd name="connsiteX4" fmla="*/ 3208505 w 5351929"/>
                <a:gd name="connsiteY4" fmla="*/ 18365 h 1358594"/>
                <a:gd name="connsiteX5" fmla="*/ 5344108 w 5351929"/>
                <a:gd name="connsiteY5" fmla="*/ 19704 h 1358594"/>
                <a:gd name="connsiteX6" fmla="*/ 5351929 w 5351929"/>
                <a:gd name="connsiteY6" fmla="*/ 1358594 h 1358594"/>
                <a:gd name="connsiteX7" fmla="*/ 560 w 5351929"/>
                <a:gd name="connsiteY7" fmla="*/ 1358594 h 1358594"/>
                <a:gd name="connsiteX8" fmla="*/ 0 w 5351929"/>
                <a:gd name="connsiteY8" fmla="*/ 1224123 h 1358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1929" h="1358594">
                  <a:moveTo>
                    <a:pt x="0" y="1224123"/>
                  </a:moveTo>
                  <a:lnTo>
                    <a:pt x="0" y="624194"/>
                  </a:lnTo>
                  <a:lnTo>
                    <a:pt x="635933" y="624194"/>
                  </a:lnTo>
                  <a:lnTo>
                    <a:pt x="627529" y="0"/>
                  </a:lnTo>
                  <a:lnTo>
                    <a:pt x="3208505" y="18365"/>
                  </a:lnTo>
                  <a:lnTo>
                    <a:pt x="5344108" y="19704"/>
                  </a:lnTo>
                  <a:lnTo>
                    <a:pt x="5351929" y="1358594"/>
                  </a:lnTo>
                  <a:lnTo>
                    <a:pt x="560" y="1358594"/>
                  </a:lnTo>
                  <a:cubicBezTo>
                    <a:pt x="373" y="1313770"/>
                    <a:pt x="187" y="1268947"/>
                    <a:pt x="0" y="1224123"/>
                  </a:cubicBezTo>
                  <a:close/>
                </a:path>
              </a:pathLst>
            </a:custGeom>
            <a:ln w="28575"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66" name="Freeform 84">
              <a:extLst>
                <a:ext uri="{FF2B5EF4-FFF2-40B4-BE49-F238E27FC236}">
                  <a16:creationId xmlns:a16="http://schemas.microsoft.com/office/drawing/2014/main" id="{A7C99C4D-1C3E-4915-B4B2-6F3AA84714B2}"/>
                </a:ext>
              </a:extLst>
            </p:cNvPr>
            <p:cNvSpPr/>
            <p:nvPr/>
          </p:nvSpPr>
          <p:spPr>
            <a:xfrm>
              <a:off x="10281335" y="4664854"/>
              <a:ext cx="691122" cy="1057091"/>
            </a:xfrm>
            <a:custGeom>
              <a:avLst/>
              <a:gdLst>
                <a:gd name="connsiteX0" fmla="*/ 44316 w 878846"/>
                <a:gd name="connsiteY0" fmla="*/ 1202530 h 1619408"/>
                <a:gd name="connsiteX1" fmla="*/ 210570 w 878846"/>
                <a:gd name="connsiteY1" fmla="*/ 786894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78846"/>
                <a:gd name="connsiteY0" fmla="*/ 1202530 h 1619408"/>
                <a:gd name="connsiteX1" fmla="*/ 257057 w 878846"/>
                <a:gd name="connsiteY1" fmla="*/ 756091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78846"/>
                <a:gd name="connsiteY0" fmla="*/ 1202530 h 1619408"/>
                <a:gd name="connsiteX1" fmla="*/ 233814 w 878846"/>
                <a:gd name="connsiteY1" fmla="*/ 786894 h 1619408"/>
                <a:gd name="connsiteX2" fmla="*/ 60941 w 878846"/>
                <a:gd name="connsiteY2" fmla="*/ 338006 h 1619408"/>
                <a:gd name="connsiteX3" fmla="*/ 144068 w 878846"/>
                <a:gd name="connsiteY3" fmla="*/ 5497 h 1619408"/>
                <a:gd name="connsiteX4" fmla="*/ 559705 w 878846"/>
                <a:gd name="connsiteY4" fmla="*/ 171752 h 1619408"/>
                <a:gd name="connsiteX5" fmla="*/ 875588 w 878846"/>
                <a:gd name="connsiteY5" fmla="*/ 687141 h 1619408"/>
                <a:gd name="connsiteX6" fmla="*/ 692708 w 878846"/>
                <a:gd name="connsiteY6" fmla="*/ 1385410 h 1619408"/>
                <a:gd name="connsiteX7" fmla="*/ 210570 w 878846"/>
                <a:gd name="connsiteY7" fmla="*/ 1618166 h 1619408"/>
                <a:gd name="connsiteX8" fmla="*/ 11065 w 878846"/>
                <a:gd name="connsiteY8" fmla="*/ 1468537 h 1619408"/>
                <a:gd name="connsiteX9" fmla="*/ 27690 w 878846"/>
                <a:gd name="connsiteY9" fmla="*/ 1269032 h 1619408"/>
                <a:gd name="connsiteX10" fmla="*/ 44316 w 878846"/>
                <a:gd name="connsiteY10" fmla="*/ 1202530 h 1619408"/>
                <a:gd name="connsiteX0" fmla="*/ 44316 w 845045"/>
                <a:gd name="connsiteY0" fmla="*/ 1202530 h 1619408"/>
                <a:gd name="connsiteX1" fmla="*/ 233814 w 845045"/>
                <a:gd name="connsiteY1" fmla="*/ 786894 h 1619408"/>
                <a:gd name="connsiteX2" fmla="*/ 60941 w 845045"/>
                <a:gd name="connsiteY2" fmla="*/ 338006 h 1619408"/>
                <a:gd name="connsiteX3" fmla="*/ 144068 w 845045"/>
                <a:gd name="connsiteY3" fmla="*/ 5497 h 1619408"/>
                <a:gd name="connsiteX4" fmla="*/ 559705 w 845045"/>
                <a:gd name="connsiteY4" fmla="*/ 171752 h 1619408"/>
                <a:gd name="connsiteX5" fmla="*/ 840723 w 845045"/>
                <a:gd name="connsiteY5" fmla="*/ 687142 h 1619408"/>
                <a:gd name="connsiteX6" fmla="*/ 692708 w 845045"/>
                <a:gd name="connsiteY6" fmla="*/ 1385410 h 1619408"/>
                <a:gd name="connsiteX7" fmla="*/ 210570 w 845045"/>
                <a:gd name="connsiteY7" fmla="*/ 1618166 h 1619408"/>
                <a:gd name="connsiteX8" fmla="*/ 11065 w 845045"/>
                <a:gd name="connsiteY8" fmla="*/ 1468537 h 1619408"/>
                <a:gd name="connsiteX9" fmla="*/ 27690 w 845045"/>
                <a:gd name="connsiteY9" fmla="*/ 1269032 h 1619408"/>
                <a:gd name="connsiteX10" fmla="*/ 44316 w 845045"/>
                <a:gd name="connsiteY10" fmla="*/ 1202530 h 1619408"/>
                <a:gd name="connsiteX0" fmla="*/ 25985 w 826714"/>
                <a:gd name="connsiteY0" fmla="*/ 1202530 h 1622306"/>
                <a:gd name="connsiteX1" fmla="*/ 215483 w 826714"/>
                <a:gd name="connsiteY1" fmla="*/ 786894 h 1622306"/>
                <a:gd name="connsiteX2" fmla="*/ 42610 w 826714"/>
                <a:gd name="connsiteY2" fmla="*/ 338006 h 1622306"/>
                <a:gd name="connsiteX3" fmla="*/ 125737 w 826714"/>
                <a:gd name="connsiteY3" fmla="*/ 5497 h 1622306"/>
                <a:gd name="connsiteX4" fmla="*/ 541374 w 826714"/>
                <a:gd name="connsiteY4" fmla="*/ 171752 h 1622306"/>
                <a:gd name="connsiteX5" fmla="*/ 822392 w 826714"/>
                <a:gd name="connsiteY5" fmla="*/ 687142 h 1622306"/>
                <a:gd name="connsiteX6" fmla="*/ 674377 w 826714"/>
                <a:gd name="connsiteY6" fmla="*/ 1385410 h 1622306"/>
                <a:gd name="connsiteX7" fmla="*/ 192239 w 826714"/>
                <a:gd name="connsiteY7" fmla="*/ 1618166 h 1622306"/>
                <a:gd name="connsiteX8" fmla="*/ 15978 w 826714"/>
                <a:gd name="connsiteY8" fmla="*/ 1514742 h 1622306"/>
                <a:gd name="connsiteX9" fmla="*/ 9359 w 826714"/>
                <a:gd name="connsiteY9" fmla="*/ 1269032 h 1622306"/>
                <a:gd name="connsiteX10" fmla="*/ 25985 w 826714"/>
                <a:gd name="connsiteY10" fmla="*/ 1202530 h 1622306"/>
                <a:gd name="connsiteX0" fmla="*/ 20961 w 838316"/>
                <a:gd name="connsiteY0" fmla="*/ 1269032 h 1622306"/>
                <a:gd name="connsiteX1" fmla="*/ 227085 w 838316"/>
                <a:gd name="connsiteY1" fmla="*/ 786894 h 1622306"/>
                <a:gd name="connsiteX2" fmla="*/ 54212 w 838316"/>
                <a:gd name="connsiteY2" fmla="*/ 338006 h 1622306"/>
                <a:gd name="connsiteX3" fmla="*/ 137339 w 838316"/>
                <a:gd name="connsiteY3" fmla="*/ 5497 h 1622306"/>
                <a:gd name="connsiteX4" fmla="*/ 552976 w 838316"/>
                <a:gd name="connsiteY4" fmla="*/ 171752 h 1622306"/>
                <a:gd name="connsiteX5" fmla="*/ 833994 w 838316"/>
                <a:gd name="connsiteY5" fmla="*/ 687142 h 1622306"/>
                <a:gd name="connsiteX6" fmla="*/ 685979 w 838316"/>
                <a:gd name="connsiteY6" fmla="*/ 1385410 h 1622306"/>
                <a:gd name="connsiteX7" fmla="*/ 203841 w 838316"/>
                <a:gd name="connsiteY7" fmla="*/ 1618166 h 1622306"/>
                <a:gd name="connsiteX8" fmla="*/ 27580 w 838316"/>
                <a:gd name="connsiteY8" fmla="*/ 1514742 h 1622306"/>
                <a:gd name="connsiteX9" fmla="*/ 20961 w 838316"/>
                <a:gd name="connsiteY9" fmla="*/ 1269032 h 1622306"/>
                <a:gd name="connsiteX0" fmla="*/ 33539 w 827650"/>
                <a:gd name="connsiteY0" fmla="*/ 1207425 h 1622306"/>
                <a:gd name="connsiteX1" fmla="*/ 216419 w 827650"/>
                <a:gd name="connsiteY1" fmla="*/ 786894 h 1622306"/>
                <a:gd name="connsiteX2" fmla="*/ 43546 w 827650"/>
                <a:gd name="connsiteY2" fmla="*/ 338006 h 1622306"/>
                <a:gd name="connsiteX3" fmla="*/ 126673 w 827650"/>
                <a:gd name="connsiteY3" fmla="*/ 5497 h 1622306"/>
                <a:gd name="connsiteX4" fmla="*/ 542310 w 827650"/>
                <a:gd name="connsiteY4" fmla="*/ 171752 h 1622306"/>
                <a:gd name="connsiteX5" fmla="*/ 823328 w 827650"/>
                <a:gd name="connsiteY5" fmla="*/ 687142 h 1622306"/>
                <a:gd name="connsiteX6" fmla="*/ 675313 w 827650"/>
                <a:gd name="connsiteY6" fmla="*/ 1385410 h 1622306"/>
                <a:gd name="connsiteX7" fmla="*/ 193175 w 827650"/>
                <a:gd name="connsiteY7" fmla="*/ 1618166 h 1622306"/>
                <a:gd name="connsiteX8" fmla="*/ 16914 w 827650"/>
                <a:gd name="connsiteY8" fmla="*/ 1514742 h 1622306"/>
                <a:gd name="connsiteX9" fmla="*/ 33539 w 827650"/>
                <a:gd name="connsiteY9" fmla="*/ 1207425 h 1622306"/>
                <a:gd name="connsiteX0" fmla="*/ 31555 w 825666"/>
                <a:gd name="connsiteY0" fmla="*/ 1207425 h 1622306"/>
                <a:gd name="connsiteX1" fmla="*/ 167948 w 825666"/>
                <a:gd name="connsiteY1" fmla="*/ 833099 h 1622306"/>
                <a:gd name="connsiteX2" fmla="*/ 41562 w 825666"/>
                <a:gd name="connsiteY2" fmla="*/ 338006 h 1622306"/>
                <a:gd name="connsiteX3" fmla="*/ 124689 w 825666"/>
                <a:gd name="connsiteY3" fmla="*/ 5497 h 1622306"/>
                <a:gd name="connsiteX4" fmla="*/ 540326 w 825666"/>
                <a:gd name="connsiteY4" fmla="*/ 171752 h 1622306"/>
                <a:gd name="connsiteX5" fmla="*/ 821344 w 825666"/>
                <a:gd name="connsiteY5" fmla="*/ 687142 h 1622306"/>
                <a:gd name="connsiteX6" fmla="*/ 673329 w 825666"/>
                <a:gd name="connsiteY6" fmla="*/ 1385410 h 1622306"/>
                <a:gd name="connsiteX7" fmla="*/ 191191 w 825666"/>
                <a:gd name="connsiteY7" fmla="*/ 1618166 h 1622306"/>
                <a:gd name="connsiteX8" fmla="*/ 14930 w 825666"/>
                <a:gd name="connsiteY8" fmla="*/ 1514742 h 1622306"/>
                <a:gd name="connsiteX9" fmla="*/ 31555 w 825666"/>
                <a:gd name="connsiteY9" fmla="*/ 1207425 h 162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5666" h="1622306">
                  <a:moveTo>
                    <a:pt x="31555" y="1207425"/>
                  </a:moveTo>
                  <a:cubicBezTo>
                    <a:pt x="57058" y="1093818"/>
                    <a:pt x="166280" y="978002"/>
                    <a:pt x="167948" y="833099"/>
                  </a:cubicBezTo>
                  <a:cubicBezTo>
                    <a:pt x="169616" y="688196"/>
                    <a:pt x="48772" y="475940"/>
                    <a:pt x="41562" y="338006"/>
                  </a:cubicBezTo>
                  <a:cubicBezTo>
                    <a:pt x="34352" y="200072"/>
                    <a:pt x="41562" y="33206"/>
                    <a:pt x="124689" y="5497"/>
                  </a:cubicBezTo>
                  <a:cubicBezTo>
                    <a:pt x="207816" y="-22212"/>
                    <a:pt x="424217" y="58145"/>
                    <a:pt x="540326" y="171752"/>
                  </a:cubicBezTo>
                  <a:cubicBezTo>
                    <a:pt x="656435" y="285359"/>
                    <a:pt x="799177" y="484866"/>
                    <a:pt x="821344" y="687142"/>
                  </a:cubicBezTo>
                  <a:cubicBezTo>
                    <a:pt x="843511" y="889418"/>
                    <a:pt x="778355" y="1230239"/>
                    <a:pt x="673329" y="1385410"/>
                  </a:cubicBezTo>
                  <a:cubicBezTo>
                    <a:pt x="568304" y="1540581"/>
                    <a:pt x="300924" y="1596611"/>
                    <a:pt x="191191" y="1618166"/>
                  </a:cubicBezTo>
                  <a:cubicBezTo>
                    <a:pt x="81458" y="1639721"/>
                    <a:pt x="45410" y="1572931"/>
                    <a:pt x="14930" y="1514742"/>
                  </a:cubicBezTo>
                  <a:cubicBezTo>
                    <a:pt x="-15550" y="1456553"/>
                    <a:pt x="6052" y="1321032"/>
                    <a:pt x="31555" y="1207425"/>
                  </a:cubicBezTo>
                  <a:close/>
                </a:path>
              </a:pathLst>
            </a:cu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D8D644B-1F22-4BB1-94DD-729FF5BE2165}"/>
                </a:ext>
              </a:extLst>
            </p:cNvPr>
            <p:cNvSpPr txBox="1"/>
            <p:nvPr/>
          </p:nvSpPr>
          <p:spPr>
            <a:xfrm>
              <a:off x="10555225" y="4577039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Kidney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ECB46-C1CB-4575-8F4F-7E11C87C2D8F}"/>
                </a:ext>
              </a:extLst>
            </p:cNvPr>
            <p:cNvSpPr txBox="1"/>
            <p:nvPr/>
          </p:nvSpPr>
          <p:spPr>
            <a:xfrm>
              <a:off x="10778867" y="5790996"/>
              <a:ext cx="11143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RAAS axis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3999FF8-FE27-4B14-8503-ED167BEFF16E}"/>
                </a:ext>
              </a:extLst>
            </p:cNvPr>
            <p:cNvSpPr txBox="1"/>
            <p:nvPr/>
          </p:nvSpPr>
          <p:spPr>
            <a:xfrm>
              <a:off x="7346279" y="1188453"/>
              <a:ext cx="1236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Hypothalamus</a:t>
              </a:r>
            </a:p>
          </p:txBody>
        </p:sp>
      </p:grpSp>
      <p:sp>
        <p:nvSpPr>
          <p:cNvPr id="9" name="CRH">
            <a:extLst>
              <a:ext uri="{FF2B5EF4-FFF2-40B4-BE49-F238E27FC236}">
                <a16:creationId xmlns:a16="http://schemas.microsoft.com/office/drawing/2014/main" id="{C42E255F-9D15-4A93-9CA4-3631055D4A7A}"/>
              </a:ext>
            </a:extLst>
          </p:cNvPr>
          <p:cNvSpPr txBox="1"/>
          <p:nvPr/>
        </p:nvSpPr>
        <p:spPr>
          <a:xfrm>
            <a:off x="6176414" y="1712800"/>
            <a:ext cx="764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CRH</a:t>
            </a:r>
          </a:p>
        </p:txBody>
      </p:sp>
      <p:sp>
        <p:nvSpPr>
          <p:cNvPr id="10" name="ACTH">
            <a:extLst>
              <a:ext uri="{FF2B5EF4-FFF2-40B4-BE49-F238E27FC236}">
                <a16:creationId xmlns:a16="http://schemas.microsoft.com/office/drawing/2014/main" id="{E43C0288-1783-4620-93F2-E90BC9B57DC5}"/>
              </a:ext>
            </a:extLst>
          </p:cNvPr>
          <p:cNvSpPr txBox="1"/>
          <p:nvPr/>
        </p:nvSpPr>
        <p:spPr>
          <a:xfrm>
            <a:off x="6226102" y="2967457"/>
            <a:ext cx="715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ACTH</a:t>
            </a:r>
          </a:p>
        </p:txBody>
      </p:sp>
      <p:grpSp>
        <p:nvGrpSpPr>
          <p:cNvPr id="40" name="cortisol feedback">
            <a:extLst>
              <a:ext uri="{FF2B5EF4-FFF2-40B4-BE49-F238E27FC236}">
                <a16:creationId xmlns:a16="http://schemas.microsoft.com/office/drawing/2014/main" id="{7E14A74E-BAE2-4C99-9A83-247D0C667334}"/>
              </a:ext>
            </a:extLst>
          </p:cNvPr>
          <p:cNvGrpSpPr/>
          <p:nvPr/>
        </p:nvGrpSpPr>
        <p:grpSpPr>
          <a:xfrm>
            <a:off x="5417072" y="1216506"/>
            <a:ext cx="896682" cy="3455037"/>
            <a:chOff x="4988897" y="1317174"/>
            <a:chExt cx="1324857" cy="345503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787BAD-785C-4E7E-82AE-1809B156662C}"/>
                </a:ext>
              </a:extLst>
            </p:cNvPr>
            <p:cNvGrpSpPr/>
            <p:nvPr/>
          </p:nvGrpSpPr>
          <p:grpSpPr>
            <a:xfrm>
              <a:off x="4990661" y="1317174"/>
              <a:ext cx="1323093" cy="3455037"/>
              <a:chOff x="4355862" y="2037701"/>
              <a:chExt cx="1323093" cy="3507363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A020C95-B493-4647-A69B-6C3703B760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0876" y="5545064"/>
                <a:ext cx="114024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442DD6D-1D61-4C86-9CA9-A27AE354FE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5862" y="2212577"/>
                <a:ext cx="2" cy="3332487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6F3EEF4-22A4-458E-B783-A7E96A873E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5862" y="2212574"/>
                <a:ext cx="1317289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81E7D9E-9B4E-4AAC-BE2E-AAB9C0DB1BA2}"/>
                  </a:ext>
                </a:extLst>
              </p:cNvPr>
              <p:cNvCxnSpPr/>
              <p:nvPr/>
            </p:nvCxnSpPr>
            <p:spPr>
              <a:xfrm flipV="1">
                <a:off x="4355862" y="3581600"/>
                <a:ext cx="1317289" cy="10342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FF70123-203D-4C5A-98F9-52A8438026BC}"/>
                  </a:ext>
                </a:extLst>
              </p:cNvPr>
              <p:cNvCxnSpPr/>
              <p:nvPr/>
            </p:nvCxnSpPr>
            <p:spPr>
              <a:xfrm>
                <a:off x="5678955" y="2037701"/>
                <a:ext cx="0" cy="37817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D616365-4C73-40AF-A024-2631F8F6F9E3}"/>
                  </a:ext>
                </a:extLst>
              </p:cNvPr>
              <p:cNvCxnSpPr/>
              <p:nvPr/>
            </p:nvCxnSpPr>
            <p:spPr>
              <a:xfrm>
                <a:off x="5678084" y="3392514"/>
                <a:ext cx="0" cy="37817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371022-AD4E-41CC-8D6B-5199BC23FA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7973" y="4766757"/>
              <a:ext cx="46852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07824F5C-EB7D-408D-81F6-555B5FFFF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88897" y="3660319"/>
              <a:ext cx="1" cy="5365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0573FC7-A4A8-4D42-BD6A-CDB7C35B3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15719" y="2838040"/>
              <a:ext cx="346711" cy="21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D87E846-E595-4CB9-B81C-E5F90BE05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2699" y="1483985"/>
              <a:ext cx="481463" cy="75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Cortisol">
            <a:extLst>
              <a:ext uri="{FF2B5EF4-FFF2-40B4-BE49-F238E27FC236}">
                <a16:creationId xmlns:a16="http://schemas.microsoft.com/office/drawing/2014/main" id="{588D4996-4FFE-49EE-B349-0BBAA1C51EF6}"/>
              </a:ext>
            </a:extLst>
          </p:cNvPr>
          <p:cNvGrpSpPr/>
          <p:nvPr/>
        </p:nvGrpSpPr>
        <p:grpSpPr>
          <a:xfrm>
            <a:off x="6044315" y="3933546"/>
            <a:ext cx="1134386" cy="862743"/>
            <a:chOff x="6044315" y="4034214"/>
            <a:chExt cx="1134386" cy="86274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5B74A80-85AA-4CBC-B79D-5D2FE541F3A5}"/>
                </a:ext>
              </a:extLst>
            </p:cNvPr>
            <p:cNvSpPr txBox="1"/>
            <p:nvPr/>
          </p:nvSpPr>
          <p:spPr>
            <a:xfrm>
              <a:off x="6044315" y="4589180"/>
              <a:ext cx="1134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1">
                      <a:lumMod val="75000"/>
                    </a:schemeClr>
                  </a:solidFill>
                </a:rPr>
                <a:t>Cortisol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FDC2118-206F-4BD4-A3BA-1FE02C2A0896}"/>
                </a:ext>
              </a:extLst>
            </p:cNvPr>
            <p:cNvCxnSpPr>
              <a:cxnSpLocks/>
              <a:endCxn id="18" idx="0"/>
            </p:cNvCxnSpPr>
            <p:nvPr/>
          </p:nvCxnSpPr>
          <p:spPr>
            <a:xfrm flipH="1">
              <a:off x="6611508" y="4034214"/>
              <a:ext cx="395295" cy="554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Aldosterone">
            <a:extLst>
              <a:ext uri="{FF2B5EF4-FFF2-40B4-BE49-F238E27FC236}">
                <a16:creationId xmlns:a16="http://schemas.microsoft.com/office/drawing/2014/main" id="{B5E5D88B-620C-4860-BE14-020608279194}"/>
              </a:ext>
            </a:extLst>
          </p:cNvPr>
          <p:cNvGrpSpPr/>
          <p:nvPr/>
        </p:nvGrpSpPr>
        <p:grpSpPr>
          <a:xfrm>
            <a:off x="6746035" y="4023346"/>
            <a:ext cx="5058067" cy="1457797"/>
            <a:chOff x="6746035" y="4124014"/>
            <a:chExt cx="5058067" cy="1457797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EB878F-9086-4470-AEAF-097322C649A9}"/>
                </a:ext>
              </a:extLst>
            </p:cNvPr>
            <p:cNvSpPr txBox="1"/>
            <p:nvPr/>
          </p:nvSpPr>
          <p:spPr>
            <a:xfrm>
              <a:off x="6746035" y="5247383"/>
              <a:ext cx="13205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Aldosterone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28583C1-0D03-42A9-B117-E8FE9CD517B3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>
              <a:off x="8066600" y="5401272"/>
              <a:ext cx="1932027" cy="10171"/>
            </a:xfrm>
            <a:prstGeom prst="line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500145F-760B-40E1-B3B9-EC28C2C78186}"/>
                </a:ext>
              </a:extLst>
            </p:cNvPr>
            <p:cNvSpPr txBox="1"/>
            <p:nvPr/>
          </p:nvSpPr>
          <p:spPr>
            <a:xfrm>
              <a:off x="10689771" y="4843147"/>
              <a:ext cx="111433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↓ K</a:t>
              </a: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↑ Na</a:t>
              </a:r>
            </a:p>
            <a:p>
              <a:pPr algn="ctr"/>
              <a:r>
                <a:rPr lang="en-US" sz="1400" dirty="0">
                  <a:solidFill>
                    <a:schemeClr val="accent2"/>
                  </a:solidFill>
                </a:rPr>
                <a:t>↑ fluid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F02D11-DCCE-4E9E-AB3D-7AD18623A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0206" y="4124014"/>
              <a:ext cx="5822" cy="110334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2" name="RAAS activation">
            <a:extLst>
              <a:ext uri="{FF2B5EF4-FFF2-40B4-BE49-F238E27FC236}">
                <a16:creationId xmlns:a16="http://schemas.microsoft.com/office/drawing/2014/main" id="{A75D37B1-18F8-4DCB-AF23-8CF70DE7EDF2}"/>
              </a:ext>
            </a:extLst>
          </p:cNvPr>
          <p:cNvGrpSpPr/>
          <p:nvPr/>
        </p:nvGrpSpPr>
        <p:grpSpPr>
          <a:xfrm>
            <a:off x="7595614" y="4039207"/>
            <a:ext cx="2732601" cy="873911"/>
            <a:chOff x="7595614" y="4139875"/>
            <a:chExt cx="2732601" cy="873911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11EC0E-40A4-44BD-8891-488A7ED7DE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51309" y="4864483"/>
              <a:ext cx="680429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C42C1A-ED4C-445E-B263-CCFE483AD852}"/>
                </a:ext>
              </a:extLst>
            </p:cNvPr>
            <p:cNvSpPr txBox="1"/>
            <p:nvPr/>
          </p:nvSpPr>
          <p:spPr>
            <a:xfrm>
              <a:off x="7794694" y="4687449"/>
              <a:ext cx="1356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RAAS activation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CE366A3-8F3A-4E3B-ADE4-6F04C513E57F}"/>
                </a:ext>
              </a:extLst>
            </p:cNvPr>
            <p:cNvCxnSpPr>
              <a:cxnSpLocks/>
              <a:endCxn id="33" idx="6"/>
            </p:cNvCxnSpPr>
            <p:nvPr/>
          </p:nvCxnSpPr>
          <p:spPr>
            <a:xfrm flipH="1" flipV="1">
              <a:off x="7595614" y="4139875"/>
              <a:ext cx="412023" cy="455345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F8AB27-3CA5-49AD-9F11-AD0419DE3F5D}"/>
                </a:ext>
              </a:extLst>
            </p:cNvPr>
            <p:cNvSpPr txBox="1"/>
            <p:nvPr/>
          </p:nvSpPr>
          <p:spPr>
            <a:xfrm>
              <a:off x="9807247" y="4706009"/>
              <a:ext cx="5209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JGA</a:t>
              </a:r>
            </a:p>
          </p:txBody>
        </p:sp>
      </p:grpSp>
      <p:grpSp>
        <p:nvGrpSpPr>
          <p:cNvPr id="95" name="Teach AI">
            <a:extLst>
              <a:ext uri="{FF2B5EF4-FFF2-40B4-BE49-F238E27FC236}">
                <a16:creationId xmlns:a16="http://schemas.microsoft.com/office/drawing/2014/main" id="{D47FAF70-1D7F-40D4-B3EE-E6094E32047A}"/>
              </a:ext>
            </a:extLst>
          </p:cNvPr>
          <p:cNvGrpSpPr/>
          <p:nvPr/>
        </p:nvGrpSpPr>
        <p:grpSpPr>
          <a:xfrm>
            <a:off x="216779" y="564073"/>
            <a:ext cx="11733918" cy="764646"/>
            <a:chOff x="216779" y="664741"/>
            <a:chExt cx="11733918" cy="76464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2EF4DDB-B088-4882-9515-3D01B6A1B7EF}"/>
                </a:ext>
              </a:extLst>
            </p:cNvPr>
            <p:cNvSpPr txBox="1"/>
            <p:nvPr/>
          </p:nvSpPr>
          <p:spPr>
            <a:xfrm>
              <a:off x="3614093" y="701395"/>
              <a:ext cx="1506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1"/>
                  </a:solidFill>
                </a:rPr>
                <a:t>TEST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5A52393-BD24-4B07-B923-ECE0AF448607}"/>
                </a:ext>
              </a:extLst>
            </p:cNvPr>
            <p:cNvSpPr txBox="1"/>
            <p:nvPr/>
          </p:nvSpPr>
          <p:spPr>
            <a:xfrm>
              <a:off x="1731900" y="695093"/>
              <a:ext cx="755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C00000"/>
                  </a:solidFill>
                </a:rPr>
                <a:t>CAUSES</a:t>
              </a: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BB470EA-F630-435D-A504-A1BFF7992BF2}"/>
                </a:ext>
              </a:extLst>
            </p:cNvPr>
            <p:cNvCxnSpPr>
              <a:cxnSpLocks/>
            </p:cNvCxnSpPr>
            <p:nvPr/>
          </p:nvCxnSpPr>
          <p:spPr>
            <a:xfrm>
              <a:off x="216779" y="1029861"/>
              <a:ext cx="47905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D6AF12-A742-49A6-895A-926B43867E4B}"/>
                </a:ext>
              </a:extLst>
            </p:cNvPr>
            <p:cNvSpPr txBox="1"/>
            <p:nvPr/>
          </p:nvSpPr>
          <p:spPr>
            <a:xfrm>
              <a:off x="9873477" y="695093"/>
              <a:ext cx="1506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accent3">
                      <a:lumMod val="75000"/>
                    </a:schemeClr>
                  </a:solidFill>
                </a:rPr>
                <a:t>TREATMENT</a:t>
              </a: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59203F4-FC1C-4741-940E-9AADB07B04FD}"/>
                </a:ext>
              </a:extLst>
            </p:cNvPr>
            <p:cNvCxnSpPr>
              <a:cxnSpLocks/>
            </p:cNvCxnSpPr>
            <p:nvPr/>
          </p:nvCxnSpPr>
          <p:spPr>
            <a:xfrm>
              <a:off x="8863305" y="1029861"/>
              <a:ext cx="308739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A5B2A21-1CA5-4825-8F3B-A839DC8417A2}"/>
                </a:ext>
              </a:extLst>
            </p:cNvPr>
            <p:cNvSpPr txBox="1"/>
            <p:nvPr/>
          </p:nvSpPr>
          <p:spPr>
            <a:xfrm>
              <a:off x="9892744" y="1029277"/>
              <a:ext cx="15940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GCC = glucocorticoid</a:t>
              </a:r>
            </a:p>
            <a:p>
              <a:r>
                <a:rPr lang="en-US" sz="1000" dirty="0"/>
                <a:t>MCC = mineralocorticoid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53F7111-958D-42C8-867F-C36DAE1EC80B}"/>
                </a:ext>
              </a:extLst>
            </p:cNvPr>
            <p:cNvSpPr txBox="1"/>
            <p:nvPr/>
          </p:nvSpPr>
          <p:spPr>
            <a:xfrm>
              <a:off x="256874" y="664741"/>
              <a:ext cx="7551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AI</a:t>
              </a:r>
            </a:p>
          </p:txBody>
        </p:sp>
      </p:grpSp>
      <p:sp>
        <p:nvSpPr>
          <p:cNvPr id="44" name="title">
            <a:extLst>
              <a:ext uri="{FF2B5EF4-FFF2-40B4-BE49-F238E27FC236}">
                <a16:creationId xmlns:a16="http://schemas.microsoft.com/office/drawing/2014/main" id="{51F269DD-3D5F-4121-A077-F0925FEE3AB5}"/>
              </a:ext>
            </a:extLst>
          </p:cNvPr>
          <p:cNvSpPr txBox="1"/>
          <p:nvPr/>
        </p:nvSpPr>
        <p:spPr>
          <a:xfrm>
            <a:off x="4681804" y="116300"/>
            <a:ext cx="2389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ADRENAL INSUFFICIENCY</a:t>
            </a:r>
          </a:p>
        </p:txBody>
      </p:sp>
      <p:sp>
        <p:nvSpPr>
          <p:cNvPr id="50" name="Tertiary AI">
            <a:extLst>
              <a:ext uri="{FF2B5EF4-FFF2-40B4-BE49-F238E27FC236}">
                <a16:creationId xmlns:a16="http://schemas.microsoft.com/office/drawing/2014/main" id="{F753522F-860E-4163-8A25-A668E695CE9E}"/>
              </a:ext>
            </a:extLst>
          </p:cNvPr>
          <p:cNvSpPr txBox="1"/>
          <p:nvPr/>
        </p:nvSpPr>
        <p:spPr>
          <a:xfrm>
            <a:off x="128777" y="1411929"/>
            <a:ext cx="1011375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Tertiary </a:t>
            </a:r>
          </a:p>
        </p:txBody>
      </p:sp>
      <p:sp>
        <p:nvSpPr>
          <p:cNvPr id="51" name="Tests tertiary">
            <a:extLst>
              <a:ext uri="{FF2B5EF4-FFF2-40B4-BE49-F238E27FC236}">
                <a16:creationId xmlns:a16="http://schemas.microsoft.com/office/drawing/2014/main" id="{CECAF2F9-58AA-4829-BFE2-224FC523F8A8}"/>
              </a:ext>
            </a:extLst>
          </p:cNvPr>
          <p:cNvSpPr txBox="1"/>
          <p:nvPr/>
        </p:nvSpPr>
        <p:spPr>
          <a:xfrm>
            <a:off x="3420782" y="1301517"/>
            <a:ext cx="1715907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Positive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ACTH 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(even after CRH test)</a:t>
            </a:r>
          </a:p>
        </p:txBody>
      </p:sp>
      <p:sp>
        <p:nvSpPr>
          <p:cNvPr id="52" name="Secondary AI">
            <a:extLst>
              <a:ext uri="{FF2B5EF4-FFF2-40B4-BE49-F238E27FC236}">
                <a16:creationId xmlns:a16="http://schemas.microsoft.com/office/drawing/2014/main" id="{4781149B-A717-4EB0-9DCD-9E71C24EFCE4}"/>
              </a:ext>
            </a:extLst>
          </p:cNvPr>
          <p:cNvSpPr txBox="1"/>
          <p:nvPr/>
        </p:nvSpPr>
        <p:spPr>
          <a:xfrm>
            <a:off x="94902" y="2490467"/>
            <a:ext cx="1045251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Secondary </a:t>
            </a:r>
          </a:p>
        </p:txBody>
      </p:sp>
      <p:sp>
        <p:nvSpPr>
          <p:cNvPr id="53" name="Test secondary">
            <a:extLst>
              <a:ext uri="{FF2B5EF4-FFF2-40B4-BE49-F238E27FC236}">
                <a16:creationId xmlns:a16="http://schemas.microsoft.com/office/drawing/2014/main" id="{E03B6B6E-E8CA-474A-8CE6-E0424BD558F8}"/>
              </a:ext>
            </a:extLst>
          </p:cNvPr>
          <p:cNvSpPr txBox="1"/>
          <p:nvPr/>
        </p:nvSpPr>
        <p:spPr>
          <a:xfrm>
            <a:off x="3516325" y="2447306"/>
            <a:ext cx="152067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Positive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ACTH</a:t>
            </a:r>
          </a:p>
        </p:txBody>
      </p:sp>
      <p:sp>
        <p:nvSpPr>
          <p:cNvPr id="54" name="Primary AI">
            <a:extLst>
              <a:ext uri="{FF2B5EF4-FFF2-40B4-BE49-F238E27FC236}">
                <a16:creationId xmlns:a16="http://schemas.microsoft.com/office/drawing/2014/main" id="{A35F912D-74A8-47A8-9197-7B2FC5E15376}"/>
              </a:ext>
            </a:extLst>
          </p:cNvPr>
          <p:cNvSpPr txBox="1"/>
          <p:nvPr/>
        </p:nvSpPr>
        <p:spPr>
          <a:xfrm>
            <a:off x="94901" y="3972258"/>
            <a:ext cx="1045251" cy="340519"/>
          </a:xfrm>
          <a:prstGeom prst="roundRect">
            <a:avLst/>
          </a:prstGeom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Primary</a:t>
            </a:r>
          </a:p>
        </p:txBody>
      </p:sp>
      <p:sp>
        <p:nvSpPr>
          <p:cNvPr id="55" name="Test Primary">
            <a:extLst>
              <a:ext uri="{FF2B5EF4-FFF2-40B4-BE49-F238E27FC236}">
                <a16:creationId xmlns:a16="http://schemas.microsoft.com/office/drawing/2014/main" id="{019F0631-DE94-40CC-9332-E5D221173FCE}"/>
              </a:ext>
            </a:extLst>
          </p:cNvPr>
          <p:cNvSpPr txBox="1"/>
          <p:nvPr/>
        </p:nvSpPr>
        <p:spPr>
          <a:xfrm>
            <a:off x="3476915" y="3706571"/>
            <a:ext cx="16004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Negative </a:t>
            </a:r>
            <a:r>
              <a:rPr lang="en-US" sz="1400" dirty="0" err="1">
                <a:solidFill>
                  <a:schemeClr val="accent1"/>
                </a:solidFill>
              </a:rPr>
              <a:t>Cort</a:t>
            </a:r>
            <a:r>
              <a:rPr lang="en-US" sz="1400" dirty="0">
                <a:solidFill>
                  <a:schemeClr val="accent1"/>
                </a:solidFill>
              </a:rPr>
              <a:t> Stim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↑ ACTH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↓ aldosterone 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↑ renin</a:t>
            </a:r>
          </a:p>
        </p:txBody>
      </p:sp>
      <p:grpSp>
        <p:nvGrpSpPr>
          <p:cNvPr id="113" name="treatment sec and ter">
            <a:extLst>
              <a:ext uri="{FF2B5EF4-FFF2-40B4-BE49-F238E27FC236}">
                <a16:creationId xmlns:a16="http://schemas.microsoft.com/office/drawing/2014/main" id="{713CD212-E514-4B29-9B60-E92EB7B2BD0D}"/>
              </a:ext>
            </a:extLst>
          </p:cNvPr>
          <p:cNvGrpSpPr/>
          <p:nvPr/>
        </p:nvGrpSpPr>
        <p:grpSpPr>
          <a:xfrm>
            <a:off x="8793896" y="972020"/>
            <a:ext cx="3216092" cy="2069041"/>
            <a:chOff x="8793896" y="1072688"/>
            <a:chExt cx="3216092" cy="206904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6495E6F-84EF-4ED8-BC29-F4E96C320A24}"/>
                </a:ext>
              </a:extLst>
            </p:cNvPr>
            <p:cNvSpPr txBox="1"/>
            <p:nvPr/>
          </p:nvSpPr>
          <p:spPr>
            <a:xfrm>
              <a:off x="9244729" y="1556370"/>
              <a:ext cx="2765259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accent3">
                      <a:lumMod val="75000"/>
                    </a:schemeClr>
                  </a:solidFill>
                </a:rPr>
                <a:t>Hydrocortisone 15 – 20 mg/ 24 h split into BID or TID dosing</a:t>
              </a:r>
            </a:p>
            <a:p>
              <a:pPr algn="ctr"/>
              <a:r>
                <a:rPr lang="en-US" sz="1400" dirty="0">
                  <a:solidFill>
                    <a:schemeClr val="accent3">
                      <a:lumMod val="75000"/>
                    </a:schemeClr>
                  </a:solidFill>
                </a:rPr>
                <a:t>(Half to 2/3 daily dose given in AM)</a:t>
              </a:r>
            </a:p>
          </p:txBody>
        </p:sp>
        <p:sp>
          <p:nvSpPr>
            <p:cNvPr id="62" name="Right Brace 61">
              <a:extLst>
                <a:ext uri="{FF2B5EF4-FFF2-40B4-BE49-F238E27FC236}">
                  <a16:creationId xmlns:a16="http://schemas.microsoft.com/office/drawing/2014/main" id="{C978A579-9470-4B83-9EE2-B4C912D38575}"/>
                </a:ext>
              </a:extLst>
            </p:cNvPr>
            <p:cNvSpPr/>
            <p:nvPr/>
          </p:nvSpPr>
          <p:spPr>
            <a:xfrm>
              <a:off x="8793896" y="1072688"/>
              <a:ext cx="339656" cy="2069041"/>
            </a:xfrm>
            <a:prstGeom prst="rightBrac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64" name="Treatment Primary">
            <a:extLst>
              <a:ext uri="{FF2B5EF4-FFF2-40B4-BE49-F238E27FC236}">
                <a16:creationId xmlns:a16="http://schemas.microsoft.com/office/drawing/2014/main" id="{9D7E59F1-28E1-457A-BE00-6E2DB4325924}"/>
              </a:ext>
            </a:extLst>
          </p:cNvPr>
          <p:cNvSpPr txBox="1"/>
          <p:nvPr/>
        </p:nvSpPr>
        <p:spPr>
          <a:xfrm>
            <a:off x="9048869" y="3527510"/>
            <a:ext cx="3089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Hydrocortisone 20 – 25 mg/ 24 h (GCC)</a:t>
            </a:r>
          </a:p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Fludrocortisone 0.1 mg </a:t>
            </a:r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qAM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(MCC)</a:t>
            </a:r>
          </a:p>
          <a:p>
            <a:pPr algn="ctr"/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± DHEA 25 – 50 mg </a:t>
            </a:r>
            <a:r>
              <a:rPr lang="en-US" sz="1400" dirty="0" err="1">
                <a:solidFill>
                  <a:schemeClr val="accent3">
                    <a:lumMod val="75000"/>
                  </a:schemeClr>
                </a:solidFill>
              </a:rPr>
              <a:t>qAM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 (androgen)</a:t>
            </a:r>
          </a:p>
        </p:txBody>
      </p:sp>
      <p:sp>
        <p:nvSpPr>
          <p:cNvPr id="79" name="Causes primary">
            <a:extLst>
              <a:ext uri="{FF2B5EF4-FFF2-40B4-BE49-F238E27FC236}">
                <a16:creationId xmlns:a16="http://schemas.microsoft.com/office/drawing/2014/main" id="{C1DC84D5-3879-4731-ACC8-6042A34F8636}"/>
              </a:ext>
            </a:extLst>
          </p:cNvPr>
          <p:cNvSpPr txBox="1"/>
          <p:nvPr/>
        </p:nvSpPr>
        <p:spPr>
          <a:xfrm>
            <a:off x="1462441" y="3354106"/>
            <a:ext cx="213006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solidFill>
                  <a:srgbClr val="C00000"/>
                </a:solidFill>
              </a:rPr>
              <a:t>Autoimmune adrenalitis</a:t>
            </a:r>
          </a:p>
          <a:p>
            <a:r>
              <a:rPr lang="en-US" sz="1200" u="sng" dirty="0">
                <a:solidFill>
                  <a:srgbClr val="C00000"/>
                </a:solidFill>
              </a:rPr>
              <a:t>Infectious adrenalitis</a:t>
            </a:r>
          </a:p>
          <a:p>
            <a:r>
              <a:rPr lang="en-US" sz="1200" dirty="0">
                <a:solidFill>
                  <a:srgbClr val="C00000"/>
                </a:solidFill>
              </a:rPr>
              <a:t>- TB, fungi, syphilis</a:t>
            </a:r>
          </a:p>
          <a:p>
            <a:r>
              <a:rPr lang="en-US" sz="1200" u="sng" dirty="0">
                <a:solidFill>
                  <a:srgbClr val="C00000"/>
                </a:solidFill>
              </a:rPr>
              <a:t>Tumor/ Metastases</a:t>
            </a:r>
          </a:p>
          <a:p>
            <a:r>
              <a:rPr lang="en-US" sz="1200" u="sng" dirty="0">
                <a:solidFill>
                  <a:srgbClr val="C00000"/>
                </a:solidFill>
              </a:rPr>
              <a:t>Hemorrhage</a:t>
            </a:r>
          </a:p>
          <a:p>
            <a:r>
              <a:rPr lang="en-US" sz="1200" u="sng" dirty="0">
                <a:solidFill>
                  <a:srgbClr val="C00000"/>
                </a:solidFill>
              </a:rPr>
              <a:t>Drugs</a:t>
            </a:r>
            <a:r>
              <a:rPr lang="en-US" sz="1200" dirty="0">
                <a:solidFill>
                  <a:srgbClr val="C00000"/>
                </a:solidFill>
              </a:rPr>
              <a:t> </a:t>
            </a:r>
          </a:p>
          <a:p>
            <a:r>
              <a:rPr lang="en-US" sz="1200" dirty="0">
                <a:solidFill>
                  <a:srgbClr val="C00000"/>
                </a:solidFill>
              </a:rPr>
              <a:t>- steroids, azoles, etomidate, PBT, phenytoin, rifampicin</a:t>
            </a:r>
          </a:p>
        </p:txBody>
      </p:sp>
      <p:grpSp>
        <p:nvGrpSpPr>
          <p:cNvPr id="112" name="Causes sec and ter">
            <a:extLst>
              <a:ext uri="{FF2B5EF4-FFF2-40B4-BE49-F238E27FC236}">
                <a16:creationId xmlns:a16="http://schemas.microsoft.com/office/drawing/2014/main" id="{DF23BBF0-EC52-4870-BB0F-45C28E0E3E4D}"/>
              </a:ext>
            </a:extLst>
          </p:cNvPr>
          <p:cNvGrpSpPr/>
          <p:nvPr/>
        </p:nvGrpSpPr>
        <p:grpSpPr>
          <a:xfrm>
            <a:off x="1076868" y="1017613"/>
            <a:ext cx="2552288" cy="2308324"/>
            <a:chOff x="1076868" y="1118281"/>
            <a:chExt cx="2552288" cy="230832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2CA4239-C287-40CF-BC08-22FE393BE9AB}"/>
                </a:ext>
              </a:extLst>
            </p:cNvPr>
            <p:cNvSpPr txBox="1"/>
            <p:nvPr/>
          </p:nvSpPr>
          <p:spPr>
            <a:xfrm>
              <a:off x="1596987" y="1118281"/>
              <a:ext cx="203216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u="sng" dirty="0">
                  <a:solidFill>
                    <a:srgbClr val="C00000"/>
                  </a:solidFill>
                </a:rPr>
                <a:t>Mass Lesions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rgbClr val="C00000"/>
                  </a:solidFill>
                </a:rPr>
                <a:t>Craniopharyngiomas</a:t>
              </a:r>
            </a:p>
            <a:p>
              <a:pPr marL="171450" indent="-171450">
                <a:buFontTx/>
                <a:buChar char="-"/>
              </a:pPr>
              <a:r>
                <a:rPr lang="en-US" sz="1200" dirty="0">
                  <a:solidFill>
                    <a:srgbClr val="C00000"/>
                  </a:solidFill>
                </a:rPr>
                <a:t>metastases</a:t>
              </a:r>
            </a:p>
            <a:p>
              <a:r>
                <a:rPr lang="en-US" sz="1200" u="sng" dirty="0">
                  <a:solidFill>
                    <a:srgbClr val="C00000"/>
                  </a:solidFill>
                </a:rPr>
                <a:t>XRT</a:t>
              </a:r>
            </a:p>
            <a:p>
              <a:r>
                <a:rPr lang="en-US" sz="1200" u="sng" dirty="0">
                  <a:solidFill>
                    <a:srgbClr val="C00000"/>
                  </a:solidFill>
                </a:rPr>
                <a:t>Infiltrative</a:t>
              </a:r>
              <a:r>
                <a:rPr lang="en-US" sz="1200" dirty="0">
                  <a:solidFill>
                    <a:srgbClr val="C00000"/>
                  </a:solidFill>
                </a:rPr>
                <a:t> 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- hemochromatosis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- sarcoidosis</a:t>
              </a:r>
            </a:p>
            <a:p>
              <a:r>
                <a:rPr lang="en-US" sz="1200" u="sng" dirty="0">
                  <a:solidFill>
                    <a:srgbClr val="C00000"/>
                  </a:solidFill>
                </a:rPr>
                <a:t>Infectious</a:t>
              </a:r>
            </a:p>
            <a:p>
              <a:r>
                <a:rPr lang="en-US" sz="1200" dirty="0">
                  <a:solidFill>
                    <a:srgbClr val="C00000"/>
                  </a:solidFill>
                </a:rPr>
                <a:t>- TB or Abscess</a:t>
              </a:r>
            </a:p>
            <a:p>
              <a:r>
                <a:rPr lang="en-US" sz="1200" u="sng" dirty="0">
                  <a:solidFill>
                    <a:srgbClr val="C00000"/>
                  </a:solidFill>
                </a:rPr>
                <a:t>Infarction</a:t>
              </a:r>
              <a:r>
                <a:rPr lang="en-US" sz="1200" dirty="0">
                  <a:solidFill>
                    <a:srgbClr val="C00000"/>
                  </a:solidFill>
                </a:rPr>
                <a:t> (Sheehan Syndrome)</a:t>
              </a:r>
            </a:p>
            <a:p>
              <a:r>
                <a:rPr lang="en-US" sz="1200" u="sng" dirty="0">
                  <a:solidFill>
                    <a:srgbClr val="C00000"/>
                  </a:solidFill>
                </a:rPr>
                <a:t>Trauma/Surgery</a:t>
              </a:r>
            </a:p>
          </p:txBody>
        </p:sp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A507740A-EA38-419D-830F-D06011EFF508}"/>
                </a:ext>
              </a:extLst>
            </p:cNvPr>
            <p:cNvSpPr/>
            <p:nvPr/>
          </p:nvSpPr>
          <p:spPr>
            <a:xfrm>
              <a:off x="1076868" y="1134464"/>
              <a:ext cx="339656" cy="2241436"/>
            </a:xfrm>
            <a:prstGeom prst="rightBrac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rgbClr val="C00000"/>
                </a:solidFill>
              </a:endParaRPr>
            </a:p>
          </p:txBody>
        </p:sp>
      </p:grpSp>
      <p:grpSp>
        <p:nvGrpSpPr>
          <p:cNvPr id="105" name="X primary">
            <a:extLst>
              <a:ext uri="{FF2B5EF4-FFF2-40B4-BE49-F238E27FC236}">
                <a16:creationId xmlns:a16="http://schemas.microsoft.com/office/drawing/2014/main" id="{9402AF13-41A1-4BAA-BDB7-5AAFA6D4C887}"/>
              </a:ext>
            </a:extLst>
          </p:cNvPr>
          <p:cNvGrpSpPr/>
          <p:nvPr/>
        </p:nvGrpSpPr>
        <p:grpSpPr>
          <a:xfrm>
            <a:off x="6636132" y="3492042"/>
            <a:ext cx="715961" cy="679825"/>
            <a:chOff x="6636132" y="3592710"/>
            <a:chExt cx="715961" cy="679825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3787B81-5159-4564-A8B0-20EADFAAB4EC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C8EBEE3-D817-433D-B0C9-3EEE19BE0E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6" name="X Secondary">
            <a:extLst>
              <a:ext uri="{FF2B5EF4-FFF2-40B4-BE49-F238E27FC236}">
                <a16:creationId xmlns:a16="http://schemas.microsoft.com/office/drawing/2014/main" id="{DEF7FDF1-C395-4CBE-B7DF-AD169C3F6ACB}"/>
              </a:ext>
            </a:extLst>
          </p:cNvPr>
          <p:cNvGrpSpPr/>
          <p:nvPr/>
        </p:nvGrpSpPr>
        <p:grpSpPr>
          <a:xfrm>
            <a:off x="6647443" y="2191565"/>
            <a:ext cx="715961" cy="679825"/>
            <a:chOff x="6636132" y="3592710"/>
            <a:chExt cx="715961" cy="679825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295F3F2-CD40-4AF7-A016-F01607786668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2EDFF1CC-B446-4574-AB4A-7B4B81217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X Tertiary">
            <a:extLst>
              <a:ext uri="{FF2B5EF4-FFF2-40B4-BE49-F238E27FC236}">
                <a16:creationId xmlns:a16="http://schemas.microsoft.com/office/drawing/2014/main" id="{98551567-3DB5-4069-91BA-5DE7B42241D4}"/>
              </a:ext>
            </a:extLst>
          </p:cNvPr>
          <p:cNvGrpSpPr/>
          <p:nvPr/>
        </p:nvGrpSpPr>
        <p:grpSpPr>
          <a:xfrm>
            <a:off x="6596331" y="999123"/>
            <a:ext cx="715961" cy="679825"/>
            <a:chOff x="6636132" y="3592710"/>
            <a:chExt cx="715961" cy="679825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375EC38-595C-4FD0-BC12-DF18883429FF}"/>
                </a:ext>
              </a:extLst>
            </p:cNvPr>
            <p:cNvCxnSpPr>
              <a:cxnSpLocks/>
            </p:cNvCxnSpPr>
            <p:nvPr/>
          </p:nvCxnSpPr>
          <p:spPr>
            <a:xfrm>
              <a:off x="6661514" y="3592710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00A2D58-EE70-4213-81C9-4CA1DC61EE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6132" y="3600809"/>
              <a:ext cx="690579" cy="671726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6" name="How to start">
            <a:extLst>
              <a:ext uri="{FF2B5EF4-FFF2-40B4-BE49-F238E27FC236}">
                <a16:creationId xmlns:a16="http://schemas.microsoft.com/office/drawing/2014/main" id="{3F05EFF6-CE05-4032-A2F7-29C6D6ED3145}"/>
              </a:ext>
            </a:extLst>
          </p:cNvPr>
          <p:cNvGrpSpPr/>
          <p:nvPr/>
        </p:nvGrpSpPr>
        <p:grpSpPr>
          <a:xfrm>
            <a:off x="5391398" y="5944329"/>
            <a:ext cx="3734491" cy="584775"/>
            <a:chOff x="4971770" y="6049863"/>
            <a:chExt cx="4041924" cy="584775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FBA6E06-0CB3-403E-B631-22ECE87248B9}"/>
                </a:ext>
              </a:extLst>
            </p:cNvPr>
            <p:cNvSpPr txBox="1"/>
            <p:nvPr/>
          </p:nvSpPr>
          <p:spPr>
            <a:xfrm>
              <a:off x="4971770" y="6049863"/>
              <a:ext cx="40419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Advance slides to review hormone pathways for HPA Axis and RAAS Axis</a:t>
              </a:r>
            </a:p>
          </p:txBody>
        </p:sp>
        <p:sp>
          <p:nvSpPr>
            <p:cNvPr id="115" name="Explosion: 8 Points 114">
              <a:extLst>
                <a:ext uri="{FF2B5EF4-FFF2-40B4-BE49-F238E27FC236}">
                  <a16:creationId xmlns:a16="http://schemas.microsoft.com/office/drawing/2014/main" id="{A964C2EA-F7DC-4079-8209-89E642649ADD}"/>
                </a:ext>
              </a:extLst>
            </p:cNvPr>
            <p:cNvSpPr/>
            <p:nvPr/>
          </p:nvSpPr>
          <p:spPr>
            <a:xfrm>
              <a:off x="5297636" y="6076900"/>
              <a:ext cx="119032" cy="126969"/>
            </a:xfrm>
            <a:prstGeom prst="irregularSeal1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122" name="How to review AI">
            <a:extLst>
              <a:ext uri="{FF2B5EF4-FFF2-40B4-BE49-F238E27FC236}">
                <a16:creationId xmlns:a16="http://schemas.microsoft.com/office/drawing/2014/main" id="{9719999C-D37F-49BD-8243-8936922E430E}"/>
              </a:ext>
            </a:extLst>
          </p:cNvPr>
          <p:cNvGrpSpPr/>
          <p:nvPr/>
        </p:nvGrpSpPr>
        <p:grpSpPr>
          <a:xfrm>
            <a:off x="577364" y="4367547"/>
            <a:ext cx="3610126" cy="1127839"/>
            <a:chOff x="577364" y="4468215"/>
            <a:chExt cx="3610126" cy="1127839"/>
          </a:xfrm>
        </p:grpSpPr>
        <p:grpSp>
          <p:nvGrpSpPr>
            <p:cNvPr id="117" name="How to review AI">
              <a:extLst>
                <a:ext uri="{FF2B5EF4-FFF2-40B4-BE49-F238E27FC236}">
                  <a16:creationId xmlns:a16="http://schemas.microsoft.com/office/drawing/2014/main" id="{1A9E561C-684F-4C9C-9A18-0DE9B33B6461}"/>
                </a:ext>
              </a:extLst>
            </p:cNvPr>
            <p:cNvGrpSpPr/>
            <p:nvPr/>
          </p:nvGrpSpPr>
          <p:grpSpPr>
            <a:xfrm>
              <a:off x="577364" y="5013786"/>
              <a:ext cx="3610126" cy="582268"/>
              <a:chOff x="4399255" y="5828733"/>
              <a:chExt cx="3907321" cy="582268"/>
            </a:xfrm>
          </p:grpSpPr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765C9D38-3EB2-44CD-AD5A-D2E7D691F49F}"/>
                  </a:ext>
                </a:extLst>
              </p:cNvPr>
              <p:cNvSpPr txBox="1"/>
              <p:nvPr/>
            </p:nvSpPr>
            <p:spPr>
              <a:xfrm>
                <a:off x="4399255" y="5887781"/>
                <a:ext cx="39073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Click on the “AI buttons” to advance through the causes, tests and treatments for each.  </a:t>
                </a:r>
              </a:p>
            </p:txBody>
          </p:sp>
          <p:sp>
            <p:nvSpPr>
              <p:cNvPr id="119" name="Explosion: 8 Points 118">
                <a:extLst>
                  <a:ext uri="{FF2B5EF4-FFF2-40B4-BE49-F238E27FC236}">
                    <a16:creationId xmlns:a16="http://schemas.microsoft.com/office/drawing/2014/main" id="{F1528561-84DB-4DF1-93FB-BF1113B35EE5}"/>
                  </a:ext>
                </a:extLst>
              </p:cNvPr>
              <p:cNvSpPr/>
              <p:nvPr/>
            </p:nvSpPr>
            <p:spPr>
              <a:xfrm>
                <a:off x="4461056" y="5828733"/>
                <a:ext cx="141203" cy="122918"/>
              </a:xfrm>
              <a:prstGeom prst="irregularSeal1">
                <a:avLst/>
              </a:pr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E21CD727-F373-40EB-89CB-D1BC9C359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038" y="4468215"/>
              <a:ext cx="254830" cy="6422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Picture 23" descr="A close up of a sign&#10;&#10;Description automatically generated">
            <a:extLst>
              <a:ext uri="{FF2B5EF4-FFF2-40B4-BE49-F238E27FC236}">
                <a16:creationId xmlns:a16="http://schemas.microsoft.com/office/drawing/2014/main" id="{B6998AC4-DCF0-423A-A46A-B248D09C3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704" y="6281993"/>
            <a:ext cx="1428872" cy="543668"/>
          </a:xfrm>
          <a:prstGeom prst="rect">
            <a:avLst/>
          </a:prstGeom>
        </p:spPr>
      </p:pic>
      <p:sp>
        <p:nvSpPr>
          <p:cNvPr id="19" name="Morning cort">
            <a:extLst>
              <a:ext uri="{FF2B5EF4-FFF2-40B4-BE49-F238E27FC236}">
                <a16:creationId xmlns:a16="http://schemas.microsoft.com/office/drawing/2014/main" id="{60AEA2D5-558B-45EE-A5A2-6CB3DBCFFB1C}"/>
              </a:ext>
            </a:extLst>
          </p:cNvPr>
          <p:cNvSpPr txBox="1"/>
          <p:nvPr/>
        </p:nvSpPr>
        <p:spPr>
          <a:xfrm>
            <a:off x="51287" y="5685427"/>
            <a:ext cx="1223840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8am Cortisol to diagnose:</a:t>
            </a:r>
          </a:p>
          <a:p>
            <a:pPr algn="ctr"/>
            <a:r>
              <a:rPr lang="en-US" sz="1200" dirty="0"/>
              <a:t> &lt;3 – ruled in</a:t>
            </a:r>
          </a:p>
          <a:p>
            <a:pPr algn="ctr"/>
            <a:r>
              <a:rPr lang="en-US" sz="1200" dirty="0"/>
              <a:t>&lt;10 – suspected </a:t>
            </a:r>
          </a:p>
          <a:p>
            <a:pPr algn="ctr"/>
            <a:r>
              <a:rPr lang="en-US" sz="1200" dirty="0"/>
              <a:t>&gt;18 – ruled out</a:t>
            </a:r>
          </a:p>
        </p:txBody>
      </p:sp>
      <p:sp>
        <p:nvSpPr>
          <p:cNvPr id="96" name="Cort Stim">
            <a:extLst>
              <a:ext uri="{FF2B5EF4-FFF2-40B4-BE49-F238E27FC236}">
                <a16:creationId xmlns:a16="http://schemas.microsoft.com/office/drawing/2014/main" id="{460A0B02-EEA3-4E60-8FC8-5C23C1E4DE87}"/>
              </a:ext>
            </a:extLst>
          </p:cNvPr>
          <p:cNvSpPr txBox="1"/>
          <p:nvPr/>
        </p:nvSpPr>
        <p:spPr>
          <a:xfrm>
            <a:off x="3358890" y="5791889"/>
            <a:ext cx="184711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Cortisol stim test: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~ 8a cortisol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~ 8a </a:t>
            </a:r>
            <a:r>
              <a:rPr lang="en-US" sz="1200" dirty="0" err="1">
                <a:solidFill>
                  <a:schemeClr val="accent1"/>
                </a:solidFill>
              </a:rPr>
              <a:t>cosyntropin</a:t>
            </a:r>
            <a:r>
              <a:rPr lang="en-US" sz="1200" dirty="0">
                <a:solidFill>
                  <a:schemeClr val="accent1"/>
                </a:solidFill>
              </a:rPr>
              <a:t> dose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accent1"/>
                </a:solidFill>
              </a:rPr>
              <a:t>Cortisol level @ 60min</a:t>
            </a:r>
          </a:p>
        </p:txBody>
      </p:sp>
    </p:spTree>
    <p:extLst>
      <p:ext uri="{BB962C8B-B14F-4D97-AF65-F5344CB8AC3E}">
        <p14:creationId xmlns:p14="http://schemas.microsoft.com/office/powerpoint/2010/main" val="405253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50" grpId="0" animBg="1"/>
      <p:bldP spid="51" grpId="0"/>
      <p:bldP spid="52" grpId="0" animBg="1"/>
      <p:bldP spid="53" grpId="0"/>
      <p:bldP spid="54" grpId="0" animBg="1"/>
      <p:bldP spid="55" grpId="0"/>
      <p:bldP spid="64" grpId="0"/>
      <p:bldP spid="79" grpId="0"/>
      <p:bldP spid="19" grpId="0" animBg="1"/>
      <p:bldP spid="96" grpId="0" animBg="1"/>
      <p:bldP spid="96" grpId="1" animBg="1"/>
      <p:bldP spid="96" grpId="2" animBg="1"/>
    </p:bldLst>
  </p:timing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1823</TotalTime>
  <Words>230</Words>
  <Application>Microsoft Office PowerPoint</Application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Adrenal Insufficiency</dc:title>
  <dc:creator>Yilin Zhang</dc:creator>
  <cp:lastModifiedBy>Teach</cp:lastModifiedBy>
  <cp:revision>4</cp:revision>
  <dcterms:created xsi:type="dcterms:W3CDTF">2017-11-19T23:11:09Z</dcterms:created>
  <dcterms:modified xsi:type="dcterms:W3CDTF">2020-09-23T19:32:58Z</dcterms:modified>
</cp:coreProperties>
</file>