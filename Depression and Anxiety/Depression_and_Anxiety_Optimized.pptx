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1.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handoutMasterIdLst>
    <p:handoutMasterId r:id="rId24"/>
  </p:handoutMasterIdLst>
  <p:sldIdLst>
    <p:sldId id="374" r:id="rId5"/>
    <p:sldId id="410" r:id="rId6"/>
    <p:sldId id="413" r:id="rId7"/>
    <p:sldId id="396" r:id="rId8"/>
    <p:sldId id="397" r:id="rId9"/>
    <p:sldId id="408" r:id="rId10"/>
    <p:sldId id="401" r:id="rId11"/>
    <p:sldId id="414" r:id="rId12"/>
    <p:sldId id="409" r:id="rId13"/>
    <p:sldId id="403" r:id="rId14"/>
    <p:sldId id="404" r:id="rId15"/>
    <p:sldId id="405" r:id="rId16"/>
    <p:sldId id="406" r:id="rId17"/>
    <p:sldId id="407" r:id="rId18"/>
    <p:sldId id="402" r:id="rId19"/>
    <p:sldId id="389" r:id="rId20"/>
    <p:sldId id="368" r:id="rId21"/>
    <p:sldId id="370" r:id="rId22"/>
    <p:sldId id="415" r:id="rId32"/>
    <p:sldId id="416" r:id="rId33"/>
    <p:sldId id="41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efilek, Benjamin" initials="TB" lastIdx="1" clrIdx="0">
    <p:extLst>
      <p:ext uri="{19B8F6BF-5375-455C-9EA6-DF929625EA0E}">
        <p15:presenceInfo xmlns:p15="http://schemas.microsoft.com/office/powerpoint/2012/main" userId="Trefilek, Benja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66"/>
    <a:srgbClr val="FF6699"/>
    <a:srgbClr val="FF0066"/>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306D3C-8EE8-4782-8CF9-E64563CFBD6B}" v="184" dt="2021-12-29T22:17:00.6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36" autoAdjust="0"/>
  </p:normalViewPr>
  <p:slideViewPr>
    <p:cSldViewPr snapToGrid="0">
      <p:cViewPr varScale="1">
        <p:scale>
          <a:sx n="101" d="100"/>
          <a:sy n="101" d="100"/>
        </p:scale>
        <p:origin x="876" y="11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nn, Kathryn" userId="S::kathryn.guinn@cuanschutz.edu::f9c75f47-8b42-49fe-a875-d2480b6c7c6c" providerId="AD" clId="Web-{0FC7DD1C-8A52-A25D-F664-4004584076F8}"/>
    <pc:docChg chg="modSld">
      <pc:chgData name="Guinn, Kathryn" userId="S::kathryn.guinn@cuanschutz.edu::f9c75f47-8b42-49fe-a875-d2480b6c7c6c" providerId="AD" clId="Web-{0FC7DD1C-8A52-A25D-F664-4004584076F8}" dt="2021-07-24T18:49:03.299" v="32" actId="20577"/>
      <pc:docMkLst>
        <pc:docMk/>
      </pc:docMkLst>
      <pc:sldChg chg="modSp">
        <pc:chgData name="Guinn, Kathryn" userId="S::kathryn.guinn@cuanschutz.edu::f9c75f47-8b42-49fe-a875-d2480b6c7c6c" providerId="AD" clId="Web-{0FC7DD1C-8A52-A25D-F664-4004584076F8}" dt="2021-07-24T18:49:03.299" v="32" actId="20577"/>
        <pc:sldMkLst>
          <pc:docMk/>
          <pc:sldMk cId="1396164456" sldId="397"/>
        </pc:sldMkLst>
        <pc:spChg chg="mod">
          <ac:chgData name="Guinn, Kathryn" userId="S::kathryn.guinn@cuanschutz.edu::f9c75f47-8b42-49fe-a875-d2480b6c7c6c" providerId="AD" clId="Web-{0FC7DD1C-8A52-A25D-F664-4004584076F8}" dt="2021-07-24T18:49:03.299" v="32" actId="20577"/>
          <ac:spMkLst>
            <pc:docMk/>
            <pc:sldMk cId="1396164456" sldId="397"/>
            <ac:spMk id="38" creationId="{EB504CB5-7EE4-44DF-9939-9643729E5EDA}"/>
          </ac:spMkLst>
        </pc:spChg>
      </pc:sldChg>
    </pc:docChg>
  </pc:docChgLst>
  <pc:docChgLst>
    <pc:chgData name="Fainstad, Brandon" userId="aac92477-536e-4d21-9f70-fa5cd941f380" providerId="ADAL" clId="{AE306D3C-8EE8-4782-8CF9-E64563CFBD6B}"/>
    <pc:docChg chg="undo custSel addSld delSld modSld sldOrd">
      <pc:chgData name="Fainstad, Brandon" userId="aac92477-536e-4d21-9f70-fa5cd941f380" providerId="ADAL" clId="{AE306D3C-8EE8-4782-8CF9-E64563CFBD6B}" dt="2021-12-29T22:28:34.319" v="452" actId="47"/>
      <pc:docMkLst>
        <pc:docMk/>
      </pc:docMkLst>
      <pc:sldChg chg="addSp delSp modSp mod">
        <pc:chgData name="Fainstad, Brandon" userId="aac92477-536e-4d21-9f70-fa5cd941f380" providerId="ADAL" clId="{AE306D3C-8EE8-4782-8CF9-E64563CFBD6B}" dt="2021-12-29T21:19:27.276" v="394"/>
        <pc:sldMkLst>
          <pc:docMk/>
          <pc:sldMk cId="622640154" sldId="374"/>
        </pc:sldMkLst>
        <pc:spChg chg="del mod">
          <ac:chgData name="Fainstad, Brandon" userId="aac92477-536e-4d21-9f70-fa5cd941f380" providerId="ADAL" clId="{AE306D3C-8EE8-4782-8CF9-E64563CFBD6B}" dt="2021-12-29T20:38:35.072" v="4" actId="478"/>
          <ac:spMkLst>
            <pc:docMk/>
            <pc:sldMk cId="622640154" sldId="374"/>
            <ac:spMk id="3" creationId="{C8CC3598-D6C0-4E09-BE7B-CC1E3B7E222B}"/>
          </ac:spMkLst>
        </pc:spChg>
        <pc:spChg chg="mod">
          <ac:chgData name="Fainstad, Brandon" userId="aac92477-536e-4d21-9f70-fa5cd941f380" providerId="ADAL" clId="{AE306D3C-8EE8-4782-8CF9-E64563CFBD6B}" dt="2021-12-29T20:46:46.606" v="86" actId="1076"/>
          <ac:spMkLst>
            <pc:docMk/>
            <pc:sldMk cId="622640154" sldId="374"/>
            <ac:spMk id="4" creationId="{C7792C42-0B75-44AB-87C8-BF6885B91A6E}"/>
          </ac:spMkLst>
        </pc:spChg>
        <pc:spChg chg="mod topLvl">
          <ac:chgData name="Fainstad, Brandon" userId="aac92477-536e-4d21-9f70-fa5cd941f380" providerId="ADAL" clId="{AE306D3C-8EE8-4782-8CF9-E64563CFBD6B}" dt="2021-12-29T20:44:35.073" v="69" actId="14100"/>
          <ac:spMkLst>
            <pc:docMk/>
            <pc:sldMk cId="622640154" sldId="374"/>
            <ac:spMk id="23" creationId="{B54F26E8-BFE7-43AB-9C96-695BD3693585}"/>
          </ac:spMkLst>
        </pc:spChg>
        <pc:spChg chg="mod">
          <ac:chgData name="Fainstad, Brandon" userId="aac92477-536e-4d21-9f70-fa5cd941f380" providerId="ADAL" clId="{AE306D3C-8EE8-4782-8CF9-E64563CFBD6B}" dt="2021-12-29T20:46:46.606" v="86" actId="1076"/>
          <ac:spMkLst>
            <pc:docMk/>
            <pc:sldMk cId="622640154" sldId="374"/>
            <ac:spMk id="25" creationId="{651230BD-33B6-469A-B284-B621161C527B}"/>
          </ac:spMkLst>
        </pc:spChg>
        <pc:spChg chg="mod topLvl">
          <ac:chgData name="Fainstad, Brandon" userId="aac92477-536e-4d21-9f70-fa5cd941f380" providerId="ADAL" clId="{AE306D3C-8EE8-4782-8CF9-E64563CFBD6B}" dt="2021-12-29T21:19:27.276" v="394"/>
          <ac:spMkLst>
            <pc:docMk/>
            <pc:sldMk cId="622640154" sldId="374"/>
            <ac:spMk id="27" creationId="{53A46467-6A44-4D40-872F-8DC2AE6746AE}"/>
          </ac:spMkLst>
        </pc:spChg>
        <pc:spChg chg="del mod topLvl">
          <ac:chgData name="Fainstad, Brandon" userId="aac92477-536e-4d21-9f70-fa5cd941f380" providerId="ADAL" clId="{AE306D3C-8EE8-4782-8CF9-E64563CFBD6B}" dt="2021-12-29T20:46:29.892" v="80" actId="478"/>
          <ac:spMkLst>
            <pc:docMk/>
            <pc:sldMk cId="622640154" sldId="374"/>
            <ac:spMk id="30" creationId="{FFA2C41F-DD0F-4354-9DBC-1C6865C2B4EC}"/>
          </ac:spMkLst>
        </pc:spChg>
        <pc:spChg chg="mod topLvl">
          <ac:chgData name="Fainstad, Brandon" userId="aac92477-536e-4d21-9f70-fa5cd941f380" providerId="ADAL" clId="{AE306D3C-8EE8-4782-8CF9-E64563CFBD6B}" dt="2021-12-29T20:46:21.955" v="79"/>
          <ac:spMkLst>
            <pc:docMk/>
            <pc:sldMk cId="622640154" sldId="374"/>
            <ac:spMk id="32" creationId="{750F37C2-A2BE-4F94-82DE-514D3313E429}"/>
          </ac:spMkLst>
        </pc:spChg>
        <pc:spChg chg="mod topLvl">
          <ac:chgData name="Fainstad, Brandon" userId="aac92477-536e-4d21-9f70-fa5cd941f380" providerId="ADAL" clId="{AE306D3C-8EE8-4782-8CF9-E64563CFBD6B}" dt="2021-12-29T20:44:27.045" v="67" actId="14100"/>
          <ac:spMkLst>
            <pc:docMk/>
            <pc:sldMk cId="622640154" sldId="374"/>
            <ac:spMk id="35" creationId="{8AD5827E-17C2-4114-A2BA-E0B83B5D00FA}"/>
          </ac:spMkLst>
        </pc:spChg>
        <pc:grpChg chg="add del mod">
          <ac:chgData name="Fainstad, Brandon" userId="aac92477-536e-4d21-9f70-fa5cd941f380" providerId="ADAL" clId="{AE306D3C-8EE8-4782-8CF9-E64563CFBD6B}" dt="2021-12-29T20:42:35.352" v="46" actId="165"/>
          <ac:grpSpMkLst>
            <pc:docMk/>
            <pc:sldMk cId="622640154" sldId="374"/>
            <ac:grpSpMk id="20" creationId="{D559F2B6-AB10-46E5-813D-2A79E3035755}"/>
          </ac:grpSpMkLst>
        </pc:grpChg>
        <pc:grpChg chg="del">
          <ac:chgData name="Fainstad, Brandon" userId="aac92477-536e-4d21-9f70-fa5cd941f380" providerId="ADAL" clId="{AE306D3C-8EE8-4782-8CF9-E64563CFBD6B}" dt="2021-12-29T20:39:01.366" v="14" actId="165"/>
          <ac:grpSpMkLst>
            <pc:docMk/>
            <pc:sldMk cId="622640154" sldId="374"/>
            <ac:grpSpMk id="22" creationId="{AB55D855-929B-4F0D-B323-F2804E94C487}"/>
          </ac:grpSpMkLst>
        </pc:grpChg>
        <pc:grpChg chg="add del mod">
          <ac:chgData name="Fainstad, Brandon" userId="aac92477-536e-4d21-9f70-fa5cd941f380" providerId="ADAL" clId="{AE306D3C-8EE8-4782-8CF9-E64563CFBD6B}" dt="2021-12-29T20:43:18.136" v="57" actId="165"/>
          <ac:grpSpMkLst>
            <pc:docMk/>
            <pc:sldMk cId="622640154" sldId="374"/>
            <ac:grpSpMk id="29" creationId="{58EC91EB-7C73-49B9-A9EE-CF04086719F2}"/>
          </ac:grpSpMkLst>
        </pc:grpChg>
        <pc:grpChg chg="del mod">
          <ac:chgData name="Fainstad, Brandon" userId="aac92477-536e-4d21-9f70-fa5cd941f380" providerId="ADAL" clId="{AE306D3C-8EE8-4782-8CF9-E64563CFBD6B}" dt="2021-12-29T20:38:43.816" v="8" actId="165"/>
          <ac:grpSpMkLst>
            <pc:docMk/>
            <pc:sldMk cId="622640154" sldId="374"/>
            <ac:grpSpMk id="31" creationId="{E9C76A76-ED7B-46E5-9B20-367F8DFD766C}"/>
          </ac:grpSpMkLst>
        </pc:grpChg>
        <pc:grpChg chg="del">
          <ac:chgData name="Fainstad, Brandon" userId="aac92477-536e-4d21-9f70-fa5cd941f380" providerId="ADAL" clId="{AE306D3C-8EE8-4782-8CF9-E64563CFBD6B}" dt="2021-12-29T20:38:50.273" v="10" actId="165"/>
          <ac:grpSpMkLst>
            <pc:docMk/>
            <pc:sldMk cId="622640154" sldId="374"/>
            <ac:grpSpMk id="34" creationId="{332F6CA8-E00B-42EA-86A2-CBA248AFED18}"/>
          </ac:grpSpMkLst>
        </pc:grpChg>
        <pc:grpChg chg="add del mod">
          <ac:chgData name="Fainstad, Brandon" userId="aac92477-536e-4d21-9f70-fa5cd941f380" providerId="ADAL" clId="{AE306D3C-8EE8-4782-8CF9-E64563CFBD6B}" dt="2021-12-29T20:46:36.479" v="83" actId="165"/>
          <ac:grpSpMkLst>
            <pc:docMk/>
            <pc:sldMk cId="622640154" sldId="374"/>
            <ac:grpSpMk id="39" creationId="{DEB32AB9-E2AE-405E-8938-27F30B0CA547}"/>
          </ac:grpSpMkLst>
        </pc:grpChg>
        <pc:picChg chg="del mod">
          <ac:chgData name="Fainstad, Brandon" userId="aac92477-536e-4d21-9f70-fa5cd941f380" providerId="ADAL" clId="{AE306D3C-8EE8-4782-8CF9-E64563CFBD6B}" dt="2021-12-29T20:38:32.948" v="3" actId="27803"/>
          <ac:picMkLst>
            <pc:docMk/>
            <pc:sldMk cId="622640154" sldId="374"/>
            <ac:picMk id="17" creationId="{C8CC3598-D6C0-4E09-BE7B-CC1E3B7E222B}"/>
          </ac:picMkLst>
        </pc:picChg>
        <pc:picChg chg="mod topLvl">
          <ac:chgData name="Fainstad, Brandon" userId="aac92477-536e-4d21-9f70-fa5cd941f380" providerId="ADAL" clId="{AE306D3C-8EE8-4782-8CF9-E64563CFBD6B}" dt="2021-12-29T20:43:03.514" v="53" actId="1076"/>
          <ac:picMkLst>
            <pc:docMk/>
            <pc:sldMk cId="622640154" sldId="374"/>
            <ac:picMk id="24" creationId="{A96C56BD-A367-4508-B7E1-9D385BFD952A}"/>
          </ac:picMkLst>
        </pc:picChg>
        <pc:picChg chg="del mod">
          <ac:chgData name="Fainstad, Brandon" userId="aac92477-536e-4d21-9f70-fa5cd941f380" providerId="ADAL" clId="{AE306D3C-8EE8-4782-8CF9-E64563CFBD6B}" dt="2021-12-29T20:38:32.948" v="3" actId="27803"/>
          <ac:picMkLst>
            <pc:docMk/>
            <pc:sldMk cId="622640154" sldId="374"/>
            <ac:picMk id="26" creationId="{C7792C42-0B75-44AB-87C8-BF6885B91A6E}"/>
          </ac:picMkLst>
        </pc:picChg>
        <pc:picChg chg="mod topLvl">
          <ac:chgData name="Fainstad, Brandon" userId="aac92477-536e-4d21-9f70-fa5cd941f380" providerId="ADAL" clId="{AE306D3C-8EE8-4782-8CF9-E64563CFBD6B}" dt="2021-12-29T20:43:14.163" v="56" actId="1076"/>
          <ac:picMkLst>
            <pc:docMk/>
            <pc:sldMk cId="622640154" sldId="374"/>
            <ac:picMk id="28" creationId="{F8259166-CC8C-4BB6-A344-D1412A4B2260}"/>
          </ac:picMkLst>
        </pc:picChg>
        <pc:picChg chg="mod topLvl">
          <ac:chgData name="Fainstad, Brandon" userId="aac92477-536e-4d21-9f70-fa5cd941f380" providerId="ADAL" clId="{AE306D3C-8EE8-4782-8CF9-E64563CFBD6B}" dt="2021-12-29T20:43:08.268" v="55" actId="1076"/>
          <ac:picMkLst>
            <pc:docMk/>
            <pc:sldMk cId="622640154" sldId="374"/>
            <ac:picMk id="33" creationId="{28EF2F85-FF7C-44BC-B2CC-63A3BAA6000D}"/>
          </ac:picMkLst>
        </pc:picChg>
        <pc:picChg chg="mod topLvl">
          <ac:chgData name="Fainstad, Brandon" userId="aac92477-536e-4d21-9f70-fa5cd941f380" providerId="ADAL" clId="{AE306D3C-8EE8-4782-8CF9-E64563CFBD6B}" dt="2021-12-29T20:43:05.644" v="54" actId="1076"/>
          <ac:picMkLst>
            <pc:docMk/>
            <pc:sldMk cId="622640154" sldId="374"/>
            <ac:picMk id="36" creationId="{78E6A426-ED86-455C-94CC-AB0A5F923350}"/>
          </ac:picMkLst>
        </pc:picChg>
        <pc:picChg chg="del mod topLvl">
          <ac:chgData name="Fainstad, Brandon" userId="aac92477-536e-4d21-9f70-fa5cd941f380" providerId="ADAL" clId="{AE306D3C-8EE8-4782-8CF9-E64563CFBD6B}" dt="2021-12-29T20:46:29.892" v="80" actId="478"/>
          <ac:picMkLst>
            <pc:docMk/>
            <pc:sldMk cId="622640154" sldId="374"/>
            <ac:picMk id="38" creationId="{30EFD7C4-75F0-4A74-AAB0-89C77908E0DA}"/>
          </ac:picMkLst>
        </pc:picChg>
        <pc:cxnChg chg="del mod">
          <ac:chgData name="Fainstad, Brandon" userId="aac92477-536e-4d21-9f70-fa5cd941f380" providerId="ADAL" clId="{AE306D3C-8EE8-4782-8CF9-E64563CFBD6B}" dt="2021-12-29T20:40:50.604" v="29" actId="478"/>
          <ac:cxnSpMkLst>
            <pc:docMk/>
            <pc:sldMk cId="622640154" sldId="374"/>
            <ac:cxnSpMk id="37" creationId="{8B87FBCD-A0E7-4265-970D-D11509FAE6FC}"/>
          </ac:cxnSpMkLst>
        </pc:cxnChg>
        <pc:cxnChg chg="mod topLvl">
          <ac:chgData name="Fainstad, Brandon" userId="aac92477-536e-4d21-9f70-fa5cd941f380" providerId="ADAL" clId="{AE306D3C-8EE8-4782-8CF9-E64563CFBD6B}" dt="2021-12-29T20:46:42.463" v="85" actId="14100"/>
          <ac:cxnSpMkLst>
            <pc:docMk/>
            <pc:sldMk cId="622640154" sldId="374"/>
            <ac:cxnSpMk id="40" creationId="{7A1C27AB-D872-46C8-AC60-1B573E95B4E7}"/>
          </ac:cxnSpMkLst>
        </pc:cxnChg>
        <pc:cxnChg chg="del mod topLvl">
          <ac:chgData name="Fainstad, Brandon" userId="aac92477-536e-4d21-9f70-fa5cd941f380" providerId="ADAL" clId="{AE306D3C-8EE8-4782-8CF9-E64563CFBD6B}" dt="2021-12-29T20:46:39.660" v="84" actId="478"/>
          <ac:cxnSpMkLst>
            <pc:docMk/>
            <pc:sldMk cId="622640154" sldId="374"/>
            <ac:cxnSpMk id="41" creationId="{AEA502C9-510F-4717-9B23-3EAC3F4D9735}"/>
          </ac:cxnSpMkLst>
        </pc:cxnChg>
        <pc:cxnChg chg="add mod">
          <ac:chgData name="Fainstad, Brandon" userId="aac92477-536e-4d21-9f70-fa5cd941f380" providerId="ADAL" clId="{AE306D3C-8EE8-4782-8CF9-E64563CFBD6B}" dt="2021-12-29T20:44:39.692" v="70" actId="14100"/>
          <ac:cxnSpMkLst>
            <pc:docMk/>
            <pc:sldMk cId="622640154" sldId="374"/>
            <ac:cxnSpMk id="42" creationId="{D8CD3CF0-66A6-43F0-A72F-16FEE5FC9BB5}"/>
          </ac:cxnSpMkLst>
        </pc:cxnChg>
      </pc:sldChg>
      <pc:sldChg chg="modTransition">
        <pc:chgData name="Fainstad, Brandon" userId="aac92477-536e-4d21-9f70-fa5cd941f380" providerId="ADAL" clId="{AE306D3C-8EE8-4782-8CF9-E64563CFBD6B}" dt="2021-12-29T22:02:26.485" v="424"/>
        <pc:sldMkLst>
          <pc:docMk/>
          <pc:sldMk cId="2657353179" sldId="389"/>
        </pc:sldMkLst>
      </pc:sldChg>
      <pc:sldChg chg="addSp delSp modSp mod modAnim">
        <pc:chgData name="Fainstad, Brandon" userId="aac92477-536e-4d21-9f70-fa5cd941f380" providerId="ADAL" clId="{AE306D3C-8EE8-4782-8CF9-E64563CFBD6B}" dt="2021-12-29T21:19:45.343" v="400"/>
        <pc:sldMkLst>
          <pc:docMk/>
          <pc:sldMk cId="2972588755" sldId="396"/>
        </pc:sldMkLst>
        <pc:spChg chg="add mod">
          <ac:chgData name="Fainstad, Brandon" userId="aac92477-536e-4d21-9f70-fa5cd941f380" providerId="ADAL" clId="{AE306D3C-8EE8-4782-8CF9-E64563CFBD6B}" dt="2021-12-29T21:19:45.343" v="400"/>
          <ac:spMkLst>
            <pc:docMk/>
            <pc:sldMk cId="2972588755" sldId="396"/>
            <ac:spMk id="35" creationId="{00A21B9D-F168-493C-925B-88DC67DC6BB3}"/>
          </ac:spMkLst>
        </pc:spChg>
        <pc:spChg chg="add del mod">
          <ac:chgData name="Fainstad, Brandon" userId="aac92477-536e-4d21-9f70-fa5cd941f380" providerId="ADAL" clId="{AE306D3C-8EE8-4782-8CF9-E64563CFBD6B}" dt="2021-12-29T20:47:19.115" v="91" actId="478"/>
          <ac:spMkLst>
            <pc:docMk/>
            <pc:sldMk cId="2972588755" sldId="396"/>
            <ac:spMk id="36" creationId="{8307F4CB-8834-45DE-A15E-5D680BD7E4D0}"/>
          </ac:spMkLst>
        </pc:spChg>
        <pc:spChg chg="add del mod">
          <ac:chgData name="Fainstad, Brandon" userId="aac92477-536e-4d21-9f70-fa5cd941f380" providerId="ADAL" clId="{AE306D3C-8EE8-4782-8CF9-E64563CFBD6B}" dt="2021-12-29T20:47:19.115" v="91" actId="478"/>
          <ac:spMkLst>
            <pc:docMk/>
            <pc:sldMk cId="2972588755" sldId="396"/>
            <ac:spMk id="38" creationId="{185205EE-175A-43FC-B362-F8FB260733C4}"/>
          </ac:spMkLst>
        </pc:spChg>
        <pc:spChg chg="add del mod">
          <ac:chgData name="Fainstad, Brandon" userId="aac92477-536e-4d21-9f70-fa5cd941f380" providerId="ADAL" clId="{AE306D3C-8EE8-4782-8CF9-E64563CFBD6B}" dt="2021-12-29T20:47:19.115" v="91" actId="478"/>
          <ac:spMkLst>
            <pc:docMk/>
            <pc:sldMk cId="2972588755" sldId="396"/>
            <ac:spMk id="51" creationId="{C0F11665-43C2-4B26-BDD8-ADE644C89547}"/>
          </ac:spMkLst>
        </pc:spChg>
        <pc:spChg chg="add del mod">
          <ac:chgData name="Fainstad, Brandon" userId="aac92477-536e-4d21-9f70-fa5cd941f380" providerId="ADAL" clId="{AE306D3C-8EE8-4782-8CF9-E64563CFBD6B}" dt="2021-12-29T20:47:19.115" v="91" actId="478"/>
          <ac:spMkLst>
            <pc:docMk/>
            <pc:sldMk cId="2972588755" sldId="396"/>
            <ac:spMk id="52" creationId="{EE0697B2-2400-4152-AE58-1955E76CCCA7}"/>
          </ac:spMkLst>
        </pc:spChg>
        <pc:spChg chg="add del mod">
          <ac:chgData name="Fainstad, Brandon" userId="aac92477-536e-4d21-9f70-fa5cd941f380" providerId="ADAL" clId="{AE306D3C-8EE8-4782-8CF9-E64563CFBD6B}" dt="2021-12-29T20:47:19.115" v="91" actId="478"/>
          <ac:spMkLst>
            <pc:docMk/>
            <pc:sldMk cId="2972588755" sldId="396"/>
            <ac:spMk id="54" creationId="{AA8000AC-94FC-49AF-8FEF-33F3E641FFE5}"/>
          </ac:spMkLst>
        </pc:spChg>
        <pc:spChg chg="add del mod">
          <ac:chgData name="Fainstad, Brandon" userId="aac92477-536e-4d21-9f70-fa5cd941f380" providerId="ADAL" clId="{AE306D3C-8EE8-4782-8CF9-E64563CFBD6B}" dt="2021-12-29T20:47:19.115" v="91" actId="478"/>
          <ac:spMkLst>
            <pc:docMk/>
            <pc:sldMk cId="2972588755" sldId="396"/>
            <ac:spMk id="59" creationId="{B0EFFA36-CD2F-4C52-9336-2EC3D07E2984}"/>
          </ac:spMkLst>
        </pc:spChg>
        <pc:spChg chg="add del mod">
          <ac:chgData name="Fainstad, Brandon" userId="aac92477-536e-4d21-9f70-fa5cd941f380" providerId="ADAL" clId="{AE306D3C-8EE8-4782-8CF9-E64563CFBD6B}" dt="2021-12-29T20:47:19.115" v="91" actId="478"/>
          <ac:spMkLst>
            <pc:docMk/>
            <pc:sldMk cId="2972588755" sldId="396"/>
            <ac:spMk id="61" creationId="{C35FCB5C-E9A5-4BFC-9392-B4C366C996FD}"/>
          </ac:spMkLst>
        </pc:spChg>
        <pc:spChg chg="add mod">
          <ac:chgData name="Fainstad, Brandon" userId="aac92477-536e-4d21-9f70-fa5cd941f380" providerId="ADAL" clId="{AE306D3C-8EE8-4782-8CF9-E64563CFBD6B}" dt="2021-12-29T20:47:19.365" v="92"/>
          <ac:spMkLst>
            <pc:docMk/>
            <pc:sldMk cId="2972588755" sldId="396"/>
            <ac:spMk id="67" creationId="{F57E49DC-B426-4915-9E1C-42EFC1DAB97E}"/>
          </ac:spMkLst>
        </pc:spChg>
        <pc:spChg chg="add mod">
          <ac:chgData name="Fainstad, Brandon" userId="aac92477-536e-4d21-9f70-fa5cd941f380" providerId="ADAL" clId="{AE306D3C-8EE8-4782-8CF9-E64563CFBD6B}" dt="2021-12-29T20:47:19.365" v="92"/>
          <ac:spMkLst>
            <pc:docMk/>
            <pc:sldMk cId="2972588755" sldId="396"/>
            <ac:spMk id="69" creationId="{9C19290C-1E9D-47D6-8CB5-DEF024F4F0BF}"/>
          </ac:spMkLst>
        </pc:spChg>
        <pc:spChg chg="add mod">
          <ac:chgData name="Fainstad, Brandon" userId="aac92477-536e-4d21-9f70-fa5cd941f380" providerId="ADAL" clId="{AE306D3C-8EE8-4782-8CF9-E64563CFBD6B}" dt="2021-12-29T20:47:19.365" v="92"/>
          <ac:spMkLst>
            <pc:docMk/>
            <pc:sldMk cId="2972588755" sldId="396"/>
            <ac:spMk id="70" creationId="{220B9650-04AB-4579-AB3E-23EDE310BB70}"/>
          </ac:spMkLst>
        </pc:spChg>
        <pc:spChg chg="add mod">
          <ac:chgData name="Fainstad, Brandon" userId="aac92477-536e-4d21-9f70-fa5cd941f380" providerId="ADAL" clId="{AE306D3C-8EE8-4782-8CF9-E64563CFBD6B}" dt="2021-12-29T20:47:19.365" v="92"/>
          <ac:spMkLst>
            <pc:docMk/>
            <pc:sldMk cId="2972588755" sldId="396"/>
            <ac:spMk id="72" creationId="{13917395-CCA6-4B7C-977E-8FB0AFDBDE9C}"/>
          </ac:spMkLst>
        </pc:spChg>
        <pc:spChg chg="del">
          <ac:chgData name="Fainstad, Brandon" userId="aac92477-536e-4d21-9f70-fa5cd941f380" providerId="ADAL" clId="{AE306D3C-8EE8-4782-8CF9-E64563CFBD6B}" dt="2021-12-29T20:45:07.228" v="75" actId="478"/>
          <ac:spMkLst>
            <pc:docMk/>
            <pc:sldMk cId="2972588755" sldId="396"/>
            <ac:spMk id="74" creationId="{9601726A-82C0-495F-A7C5-150E17439E7C}"/>
          </ac:spMkLst>
        </pc:spChg>
        <pc:spChg chg="add mod">
          <ac:chgData name="Fainstad, Brandon" userId="aac92477-536e-4d21-9f70-fa5cd941f380" providerId="ADAL" clId="{AE306D3C-8EE8-4782-8CF9-E64563CFBD6B}" dt="2021-12-29T20:48:46.669" v="122" actId="207"/>
          <ac:spMkLst>
            <pc:docMk/>
            <pc:sldMk cId="2972588755" sldId="396"/>
            <ac:spMk id="87" creationId="{9F6DE329-4099-45B1-89F0-71A4D6334315}"/>
          </ac:spMkLst>
        </pc:spChg>
        <pc:spChg chg="add del mod">
          <ac:chgData name="Fainstad, Brandon" userId="aac92477-536e-4d21-9f70-fa5cd941f380" providerId="ADAL" clId="{AE306D3C-8EE8-4782-8CF9-E64563CFBD6B}" dt="2021-12-29T21:19:44.990" v="399" actId="478"/>
          <ac:spMkLst>
            <pc:docMk/>
            <pc:sldMk cId="2972588755" sldId="396"/>
            <ac:spMk id="89" creationId="{52DA6262-74D6-497D-A130-EC28F918D3D0}"/>
          </ac:spMkLst>
        </pc:spChg>
        <pc:spChg chg="add mod">
          <ac:chgData name="Fainstad, Brandon" userId="aac92477-536e-4d21-9f70-fa5cd941f380" providerId="ADAL" clId="{AE306D3C-8EE8-4782-8CF9-E64563CFBD6B}" dt="2021-12-29T20:53:10.427" v="200" actId="1037"/>
          <ac:spMkLst>
            <pc:docMk/>
            <pc:sldMk cId="2972588755" sldId="396"/>
            <ac:spMk id="94" creationId="{B51A371A-6DC6-46A4-979D-0CBA4E7CE2C4}"/>
          </ac:spMkLst>
        </pc:spChg>
        <pc:grpChg chg="del">
          <ac:chgData name="Fainstad, Brandon" userId="aac92477-536e-4d21-9f70-fa5cd941f380" providerId="ADAL" clId="{AE306D3C-8EE8-4782-8CF9-E64563CFBD6B}" dt="2021-12-29T20:45:07.228" v="75" actId="478"/>
          <ac:grpSpMkLst>
            <pc:docMk/>
            <pc:sldMk cId="2972588755" sldId="396"/>
            <ac:grpSpMk id="41" creationId="{3E3D3949-3504-42BF-A7C2-CD21645AE0E1}"/>
          </ac:grpSpMkLst>
        </pc:grpChg>
        <pc:grpChg chg="del">
          <ac:chgData name="Fainstad, Brandon" userId="aac92477-536e-4d21-9f70-fa5cd941f380" providerId="ADAL" clId="{AE306D3C-8EE8-4782-8CF9-E64563CFBD6B}" dt="2021-12-29T20:45:07.228" v="75" actId="478"/>
          <ac:grpSpMkLst>
            <pc:docMk/>
            <pc:sldMk cId="2972588755" sldId="396"/>
            <ac:grpSpMk id="45" creationId="{BFA8CBC9-E42E-4916-8DD7-8D000FC3340E}"/>
          </ac:grpSpMkLst>
        </pc:grpChg>
        <pc:grpChg chg="add del mod">
          <ac:chgData name="Fainstad, Brandon" userId="aac92477-536e-4d21-9f70-fa5cd941f380" providerId="ADAL" clId="{AE306D3C-8EE8-4782-8CF9-E64563CFBD6B}" dt="2021-12-29T20:47:19.115" v="91" actId="478"/>
          <ac:grpSpMkLst>
            <pc:docMk/>
            <pc:sldMk cId="2972588755" sldId="396"/>
            <ac:grpSpMk id="63" creationId="{A9E28395-A4F6-4795-85A2-378158E8D53F}"/>
          </ac:grpSpMkLst>
        </pc:grpChg>
        <pc:grpChg chg="del">
          <ac:chgData name="Fainstad, Brandon" userId="aac92477-536e-4d21-9f70-fa5cd941f380" providerId="ADAL" clId="{AE306D3C-8EE8-4782-8CF9-E64563CFBD6B}" dt="2021-12-29T20:45:07.228" v="75" actId="478"/>
          <ac:grpSpMkLst>
            <pc:docMk/>
            <pc:sldMk cId="2972588755" sldId="396"/>
            <ac:grpSpMk id="90" creationId="{73DBE2E0-F749-440F-BFC7-C5C509436964}"/>
          </ac:grpSpMkLst>
        </pc:grpChg>
        <pc:picChg chg="add mod">
          <ac:chgData name="Fainstad, Brandon" userId="aac92477-536e-4d21-9f70-fa5cd941f380" providerId="ADAL" clId="{AE306D3C-8EE8-4782-8CF9-E64563CFBD6B}" dt="2021-12-29T21:19:45.343" v="400"/>
          <ac:picMkLst>
            <pc:docMk/>
            <pc:sldMk cId="2972588755" sldId="396"/>
            <ac:picMk id="36" creationId="{59180CA8-1E20-4340-A043-17EBBD2E2B22}"/>
          </ac:picMkLst>
        </pc:picChg>
        <pc:picChg chg="add del mod">
          <ac:chgData name="Fainstad, Brandon" userId="aac92477-536e-4d21-9f70-fa5cd941f380" providerId="ADAL" clId="{AE306D3C-8EE8-4782-8CF9-E64563CFBD6B}" dt="2021-12-29T20:47:19.115" v="91" actId="478"/>
          <ac:picMkLst>
            <pc:docMk/>
            <pc:sldMk cId="2972588755" sldId="396"/>
            <ac:picMk id="37" creationId="{FCA54BBA-1F27-4B6C-81D0-733C0056D68B}"/>
          </ac:picMkLst>
        </pc:picChg>
        <pc:picChg chg="del">
          <ac:chgData name="Fainstad, Brandon" userId="aac92477-536e-4d21-9f70-fa5cd941f380" providerId="ADAL" clId="{AE306D3C-8EE8-4782-8CF9-E64563CFBD6B}" dt="2021-12-29T20:45:07.228" v="75" actId="478"/>
          <ac:picMkLst>
            <pc:docMk/>
            <pc:sldMk cId="2972588755" sldId="396"/>
            <ac:picMk id="40" creationId="{FA547301-C3D1-4A25-9A6C-F6FB3253485C}"/>
          </ac:picMkLst>
        </pc:picChg>
        <pc:picChg chg="mod">
          <ac:chgData name="Fainstad, Brandon" userId="aac92477-536e-4d21-9f70-fa5cd941f380" providerId="ADAL" clId="{AE306D3C-8EE8-4782-8CF9-E64563CFBD6B}" dt="2021-12-29T21:17:33.809" v="389" actId="14100"/>
          <ac:picMkLst>
            <pc:docMk/>
            <pc:sldMk cId="2972588755" sldId="396"/>
            <ac:picMk id="48" creationId="{248C2114-B6FF-48A0-83BF-3AD2531F86DF}"/>
          </ac:picMkLst>
        </pc:picChg>
        <pc:picChg chg="add del mod">
          <ac:chgData name="Fainstad, Brandon" userId="aac92477-536e-4d21-9f70-fa5cd941f380" providerId="ADAL" clId="{AE306D3C-8EE8-4782-8CF9-E64563CFBD6B}" dt="2021-12-29T20:47:19.115" v="91" actId="478"/>
          <ac:picMkLst>
            <pc:docMk/>
            <pc:sldMk cId="2972588755" sldId="396"/>
            <ac:picMk id="53" creationId="{2D7AAF09-73C7-47B6-B193-01CE39404B3D}"/>
          </ac:picMkLst>
        </pc:picChg>
        <pc:picChg chg="add del mod">
          <ac:chgData name="Fainstad, Brandon" userId="aac92477-536e-4d21-9f70-fa5cd941f380" providerId="ADAL" clId="{AE306D3C-8EE8-4782-8CF9-E64563CFBD6B}" dt="2021-12-29T20:47:19.115" v="91" actId="478"/>
          <ac:picMkLst>
            <pc:docMk/>
            <pc:sldMk cId="2972588755" sldId="396"/>
            <ac:picMk id="58" creationId="{14058B5E-55DB-40A5-AE78-F916F6261EDA}"/>
          </ac:picMkLst>
        </pc:picChg>
        <pc:picChg chg="add del mod">
          <ac:chgData name="Fainstad, Brandon" userId="aac92477-536e-4d21-9f70-fa5cd941f380" providerId="ADAL" clId="{AE306D3C-8EE8-4782-8CF9-E64563CFBD6B}" dt="2021-12-29T20:47:19.115" v="91" actId="478"/>
          <ac:picMkLst>
            <pc:docMk/>
            <pc:sldMk cId="2972588755" sldId="396"/>
            <ac:picMk id="60" creationId="{7B3DB34D-5A41-4036-BFF0-E4A67267AEA3}"/>
          </ac:picMkLst>
        </pc:picChg>
        <pc:picChg chg="add del mod">
          <ac:chgData name="Fainstad, Brandon" userId="aac92477-536e-4d21-9f70-fa5cd941f380" providerId="ADAL" clId="{AE306D3C-8EE8-4782-8CF9-E64563CFBD6B}" dt="2021-12-29T20:47:19.115" v="91" actId="478"/>
          <ac:picMkLst>
            <pc:docMk/>
            <pc:sldMk cId="2972588755" sldId="396"/>
            <ac:picMk id="62" creationId="{FD574975-D33C-4E21-8366-B35E12F9B6F8}"/>
          </ac:picMkLst>
        </pc:picChg>
        <pc:picChg chg="add mod">
          <ac:chgData name="Fainstad, Brandon" userId="aac92477-536e-4d21-9f70-fa5cd941f380" providerId="ADAL" clId="{AE306D3C-8EE8-4782-8CF9-E64563CFBD6B}" dt="2021-12-29T20:47:19.365" v="92"/>
          <ac:picMkLst>
            <pc:docMk/>
            <pc:sldMk cId="2972588755" sldId="396"/>
            <ac:picMk id="68" creationId="{7E834416-95D4-4CAC-B6EA-BAA7C15DA936}"/>
          </ac:picMkLst>
        </pc:picChg>
        <pc:picChg chg="del">
          <ac:chgData name="Fainstad, Brandon" userId="aac92477-536e-4d21-9f70-fa5cd941f380" providerId="ADAL" clId="{AE306D3C-8EE8-4782-8CF9-E64563CFBD6B}" dt="2021-12-29T20:45:07.228" v="75" actId="478"/>
          <ac:picMkLst>
            <pc:docMk/>
            <pc:sldMk cId="2972588755" sldId="396"/>
            <ac:picMk id="85" creationId="{A9721D47-BB59-4BD4-9848-27A7CFEC1F00}"/>
          </ac:picMkLst>
        </pc:picChg>
        <pc:picChg chg="add mod">
          <ac:chgData name="Fainstad, Brandon" userId="aac92477-536e-4d21-9f70-fa5cd941f380" providerId="ADAL" clId="{AE306D3C-8EE8-4782-8CF9-E64563CFBD6B}" dt="2021-12-29T20:47:19.365" v="92"/>
          <ac:picMkLst>
            <pc:docMk/>
            <pc:sldMk cId="2972588755" sldId="396"/>
            <ac:picMk id="86" creationId="{D54128F8-C7ED-45CA-A13C-78E9D3BA338C}"/>
          </ac:picMkLst>
        </pc:picChg>
        <pc:picChg chg="add del mod">
          <ac:chgData name="Fainstad, Brandon" userId="aac92477-536e-4d21-9f70-fa5cd941f380" providerId="ADAL" clId="{AE306D3C-8EE8-4782-8CF9-E64563CFBD6B}" dt="2021-12-29T20:48:40.851" v="119" actId="478"/>
          <ac:picMkLst>
            <pc:docMk/>
            <pc:sldMk cId="2972588755" sldId="396"/>
            <ac:picMk id="88" creationId="{4277780E-B029-401D-BA43-E8E63E8D3C60}"/>
          </ac:picMkLst>
        </pc:picChg>
        <pc:picChg chg="add del mod">
          <ac:chgData name="Fainstad, Brandon" userId="aac92477-536e-4d21-9f70-fa5cd941f380" providerId="ADAL" clId="{AE306D3C-8EE8-4782-8CF9-E64563CFBD6B}" dt="2021-12-29T21:19:44.990" v="399" actId="478"/>
          <ac:picMkLst>
            <pc:docMk/>
            <pc:sldMk cId="2972588755" sldId="396"/>
            <ac:picMk id="91" creationId="{416DAD4A-DE3F-4253-B348-131ACCB170CE}"/>
          </ac:picMkLst>
        </pc:picChg>
        <pc:cxnChg chg="del mod">
          <ac:chgData name="Fainstad, Brandon" userId="aac92477-536e-4d21-9f70-fa5cd941f380" providerId="ADAL" clId="{AE306D3C-8EE8-4782-8CF9-E64563CFBD6B}" dt="2021-12-29T20:45:07.228" v="75" actId="478"/>
          <ac:cxnSpMkLst>
            <pc:docMk/>
            <pc:sldMk cId="2972588755" sldId="396"/>
            <ac:cxnSpMk id="50" creationId="{BAD5248A-BE4E-4B6E-B86F-3170234D91A0}"/>
          </ac:cxnSpMkLst>
        </pc:cxnChg>
        <pc:cxnChg chg="mod">
          <ac:chgData name="Fainstad, Brandon" userId="aac92477-536e-4d21-9f70-fa5cd941f380" providerId="ADAL" clId="{AE306D3C-8EE8-4782-8CF9-E64563CFBD6B}" dt="2021-12-29T20:47:19.115" v="91" actId="478"/>
          <ac:cxnSpMkLst>
            <pc:docMk/>
            <pc:sldMk cId="2972588755" sldId="396"/>
            <ac:cxnSpMk id="64" creationId="{1CEB24B5-DAA1-4FA8-9A8B-1F7C296F9E0F}"/>
          </ac:cxnSpMkLst>
        </pc:cxnChg>
        <pc:cxnChg chg="mod">
          <ac:chgData name="Fainstad, Brandon" userId="aac92477-536e-4d21-9f70-fa5cd941f380" providerId="ADAL" clId="{AE306D3C-8EE8-4782-8CF9-E64563CFBD6B}" dt="2021-12-29T20:47:19.115" v="91" actId="478"/>
          <ac:cxnSpMkLst>
            <pc:docMk/>
            <pc:sldMk cId="2972588755" sldId="396"/>
            <ac:cxnSpMk id="65" creationId="{F03E3802-554F-45D1-B412-CBDED9EB2FE0}"/>
          </ac:cxnSpMkLst>
        </pc:cxnChg>
        <pc:cxnChg chg="add del mod">
          <ac:chgData name="Fainstad, Brandon" userId="aac92477-536e-4d21-9f70-fa5cd941f380" providerId="ADAL" clId="{AE306D3C-8EE8-4782-8CF9-E64563CFBD6B}" dt="2021-12-29T20:47:19.115" v="91" actId="478"/>
          <ac:cxnSpMkLst>
            <pc:docMk/>
            <pc:sldMk cId="2972588755" sldId="396"/>
            <ac:cxnSpMk id="66" creationId="{01EC6304-52DC-4E0E-9CA1-911C1D3BAF6B}"/>
          </ac:cxnSpMkLst>
        </pc:cxnChg>
        <pc:cxnChg chg="add mod">
          <ac:chgData name="Fainstad, Brandon" userId="aac92477-536e-4d21-9f70-fa5cd941f380" providerId="ADAL" clId="{AE306D3C-8EE8-4782-8CF9-E64563CFBD6B}" dt="2021-12-29T21:19:44.990" v="399" actId="478"/>
          <ac:cxnSpMkLst>
            <pc:docMk/>
            <pc:sldMk cId="2972588755" sldId="396"/>
            <ac:cxnSpMk id="92" creationId="{2DCFC190-C128-4D4C-818A-9C2A60C4D67F}"/>
          </ac:cxnSpMkLst>
        </pc:cxnChg>
        <pc:cxnChg chg="add mod">
          <ac:chgData name="Fainstad, Brandon" userId="aac92477-536e-4d21-9f70-fa5cd941f380" providerId="ADAL" clId="{AE306D3C-8EE8-4782-8CF9-E64563CFBD6B}" dt="2021-12-29T20:47:19.365" v="92"/>
          <ac:cxnSpMkLst>
            <pc:docMk/>
            <pc:sldMk cId="2972588755" sldId="396"/>
            <ac:cxnSpMk id="93" creationId="{1B7B1050-AE4A-446B-AE90-3AC15C1F04F1}"/>
          </ac:cxnSpMkLst>
        </pc:cxnChg>
      </pc:sldChg>
      <pc:sldChg chg="addSp delSp modSp mod">
        <pc:chgData name="Fainstad, Brandon" userId="aac92477-536e-4d21-9f70-fa5cd941f380" providerId="ADAL" clId="{AE306D3C-8EE8-4782-8CF9-E64563CFBD6B}" dt="2021-12-29T21:19:49.101" v="402"/>
        <pc:sldMkLst>
          <pc:docMk/>
          <pc:sldMk cId="1396164456" sldId="397"/>
        </pc:sldMkLst>
        <pc:spChg chg="add mod">
          <ac:chgData name="Fainstad, Brandon" userId="aac92477-536e-4d21-9f70-fa5cd941f380" providerId="ADAL" clId="{AE306D3C-8EE8-4782-8CF9-E64563CFBD6B}" dt="2021-12-29T21:19:49.101" v="402"/>
          <ac:spMkLst>
            <pc:docMk/>
            <pc:sldMk cId="1396164456" sldId="397"/>
            <ac:spMk id="28" creationId="{85D55FF7-188A-444C-85B5-39F2DC7B71CE}"/>
          </ac:spMkLst>
        </pc:spChg>
        <pc:spChg chg="add mod">
          <ac:chgData name="Fainstad, Brandon" userId="aac92477-536e-4d21-9f70-fa5cd941f380" providerId="ADAL" clId="{AE306D3C-8EE8-4782-8CF9-E64563CFBD6B}" dt="2021-12-29T20:47:23.459" v="94"/>
          <ac:spMkLst>
            <pc:docMk/>
            <pc:sldMk cId="1396164456" sldId="397"/>
            <ac:spMk id="31" creationId="{ED0748DB-72AC-474E-890F-E40AF99BAD32}"/>
          </ac:spMkLst>
        </pc:spChg>
        <pc:spChg chg="add mod">
          <ac:chgData name="Fainstad, Brandon" userId="aac92477-536e-4d21-9f70-fa5cd941f380" providerId="ADAL" clId="{AE306D3C-8EE8-4782-8CF9-E64563CFBD6B}" dt="2021-12-29T20:47:23.459" v="94"/>
          <ac:spMkLst>
            <pc:docMk/>
            <pc:sldMk cId="1396164456" sldId="397"/>
            <ac:spMk id="33" creationId="{7B6A9F8B-23DC-4757-8F1B-EA720BBB0D5D}"/>
          </ac:spMkLst>
        </pc:spChg>
        <pc:spChg chg="add mod">
          <ac:chgData name="Fainstad, Brandon" userId="aac92477-536e-4d21-9f70-fa5cd941f380" providerId="ADAL" clId="{AE306D3C-8EE8-4782-8CF9-E64563CFBD6B}" dt="2021-12-29T20:47:23.459" v="94"/>
          <ac:spMkLst>
            <pc:docMk/>
            <pc:sldMk cId="1396164456" sldId="397"/>
            <ac:spMk id="34" creationId="{8BAF7B11-0B9F-4789-8BA2-E7D158590E16}"/>
          </ac:spMkLst>
        </pc:spChg>
        <pc:spChg chg="add mod">
          <ac:chgData name="Fainstad, Brandon" userId="aac92477-536e-4d21-9f70-fa5cd941f380" providerId="ADAL" clId="{AE306D3C-8EE8-4782-8CF9-E64563CFBD6B}" dt="2021-12-29T20:47:23.459" v="94"/>
          <ac:spMkLst>
            <pc:docMk/>
            <pc:sldMk cId="1396164456" sldId="397"/>
            <ac:spMk id="35" creationId="{46993248-D8EE-4674-A5D3-886FFF2633F1}"/>
          </ac:spMkLst>
        </pc:spChg>
        <pc:spChg chg="mod">
          <ac:chgData name="Fainstad, Brandon" userId="aac92477-536e-4d21-9f70-fa5cd941f380" providerId="ADAL" clId="{AE306D3C-8EE8-4782-8CF9-E64563CFBD6B}" dt="2021-12-29T20:52:36.321" v="181" actId="113"/>
          <ac:spMkLst>
            <pc:docMk/>
            <pc:sldMk cId="1396164456" sldId="397"/>
            <ac:spMk id="37" creationId="{76C186E2-B20D-4295-B296-D727AA75C38D}"/>
          </ac:spMkLst>
        </pc:spChg>
        <pc:spChg chg="mod">
          <ac:chgData name="Fainstad, Brandon" userId="aac92477-536e-4d21-9f70-fa5cd941f380" providerId="ADAL" clId="{AE306D3C-8EE8-4782-8CF9-E64563CFBD6B}" dt="2021-12-29T21:05:40.193" v="279" actId="6549"/>
          <ac:spMkLst>
            <pc:docMk/>
            <pc:sldMk cId="1396164456" sldId="397"/>
            <ac:spMk id="38" creationId="{EB504CB5-7EE4-44DF-9939-9643729E5EDA}"/>
          </ac:spMkLst>
        </pc:spChg>
        <pc:spChg chg="add mod">
          <ac:chgData name="Fainstad, Brandon" userId="aac92477-536e-4d21-9f70-fa5cd941f380" providerId="ADAL" clId="{AE306D3C-8EE8-4782-8CF9-E64563CFBD6B}" dt="2021-12-29T20:48:58.898" v="126" actId="113"/>
          <ac:spMkLst>
            <pc:docMk/>
            <pc:sldMk cId="1396164456" sldId="397"/>
            <ac:spMk id="39" creationId="{6EF3DD94-3736-462F-AB9F-563FBCA6DBC5}"/>
          </ac:spMkLst>
        </pc:spChg>
        <pc:spChg chg="del">
          <ac:chgData name="Fainstad, Brandon" userId="aac92477-536e-4d21-9f70-fa5cd941f380" providerId="ADAL" clId="{AE306D3C-8EE8-4782-8CF9-E64563CFBD6B}" dt="2021-12-29T20:47:23.131" v="93" actId="478"/>
          <ac:spMkLst>
            <pc:docMk/>
            <pc:sldMk cId="1396164456" sldId="397"/>
            <ac:spMk id="43" creationId="{0E9D3063-3BDB-445F-9923-673DA6479395}"/>
          </ac:spMkLst>
        </pc:spChg>
        <pc:spChg chg="add del mod">
          <ac:chgData name="Fainstad, Brandon" userId="aac92477-536e-4d21-9f70-fa5cd941f380" providerId="ADAL" clId="{AE306D3C-8EE8-4782-8CF9-E64563CFBD6B}" dt="2021-12-29T21:19:48.782" v="401" actId="478"/>
          <ac:spMkLst>
            <pc:docMk/>
            <pc:sldMk cId="1396164456" sldId="397"/>
            <ac:spMk id="46" creationId="{4FAEEAAC-812C-4851-8642-4F5868B66B7E}"/>
          </ac:spMkLst>
        </pc:spChg>
        <pc:grpChg chg="del">
          <ac:chgData name="Fainstad, Brandon" userId="aac92477-536e-4d21-9f70-fa5cd941f380" providerId="ADAL" clId="{AE306D3C-8EE8-4782-8CF9-E64563CFBD6B}" dt="2021-12-29T20:47:23.131" v="93" actId="478"/>
          <ac:grpSpMkLst>
            <pc:docMk/>
            <pc:sldMk cId="1396164456" sldId="397"/>
            <ac:grpSpMk id="49" creationId="{E4916E60-C6CD-4D04-BB7B-C4BAD2800B8D}"/>
          </ac:grpSpMkLst>
        </pc:grpChg>
        <pc:grpChg chg="del">
          <ac:chgData name="Fainstad, Brandon" userId="aac92477-536e-4d21-9f70-fa5cd941f380" providerId="ADAL" clId="{AE306D3C-8EE8-4782-8CF9-E64563CFBD6B}" dt="2021-12-29T20:47:23.131" v="93" actId="478"/>
          <ac:grpSpMkLst>
            <pc:docMk/>
            <pc:sldMk cId="1396164456" sldId="397"/>
            <ac:grpSpMk id="51" creationId="{54671680-0D16-46D1-BCEB-1A2874D46F1B}"/>
          </ac:grpSpMkLst>
        </pc:grpChg>
        <pc:grpChg chg="del">
          <ac:chgData name="Fainstad, Brandon" userId="aac92477-536e-4d21-9f70-fa5cd941f380" providerId="ADAL" clId="{AE306D3C-8EE8-4782-8CF9-E64563CFBD6B}" dt="2021-12-29T20:47:23.131" v="93" actId="478"/>
          <ac:grpSpMkLst>
            <pc:docMk/>
            <pc:sldMk cId="1396164456" sldId="397"/>
            <ac:grpSpMk id="58" creationId="{AB17469A-0E57-4AEC-A039-CE0DA0E64296}"/>
          </ac:grpSpMkLst>
        </pc:grpChg>
        <pc:picChg chg="add mod">
          <ac:chgData name="Fainstad, Brandon" userId="aac92477-536e-4d21-9f70-fa5cd941f380" providerId="ADAL" clId="{AE306D3C-8EE8-4782-8CF9-E64563CFBD6B}" dt="2021-12-29T21:19:49.101" v="402"/>
          <ac:picMkLst>
            <pc:docMk/>
            <pc:sldMk cId="1396164456" sldId="397"/>
            <ac:picMk id="29" creationId="{858A6E9E-5D66-4770-B065-1F104A2FF30F}"/>
          </ac:picMkLst>
        </pc:picChg>
        <pc:picChg chg="add mod">
          <ac:chgData name="Fainstad, Brandon" userId="aac92477-536e-4d21-9f70-fa5cd941f380" providerId="ADAL" clId="{AE306D3C-8EE8-4782-8CF9-E64563CFBD6B}" dt="2021-12-29T20:47:23.459" v="94"/>
          <ac:picMkLst>
            <pc:docMk/>
            <pc:sldMk cId="1396164456" sldId="397"/>
            <ac:picMk id="32" creationId="{7AE8C1C0-81D2-4ABF-AB6B-845C80FA546F}"/>
          </ac:picMkLst>
        </pc:picChg>
        <pc:picChg chg="add mod">
          <ac:chgData name="Fainstad, Brandon" userId="aac92477-536e-4d21-9f70-fa5cd941f380" providerId="ADAL" clId="{AE306D3C-8EE8-4782-8CF9-E64563CFBD6B}" dt="2021-12-29T20:47:23.459" v="94"/>
          <ac:picMkLst>
            <pc:docMk/>
            <pc:sldMk cId="1396164456" sldId="397"/>
            <ac:picMk id="36" creationId="{037A3676-F96E-405C-BEFD-19C9806A0FF5}"/>
          </ac:picMkLst>
        </pc:picChg>
        <pc:picChg chg="del">
          <ac:chgData name="Fainstad, Brandon" userId="aac92477-536e-4d21-9f70-fa5cd941f380" providerId="ADAL" clId="{AE306D3C-8EE8-4782-8CF9-E64563CFBD6B}" dt="2021-12-29T20:52:24.832" v="178" actId="478"/>
          <ac:picMkLst>
            <pc:docMk/>
            <pc:sldMk cId="1396164456" sldId="397"/>
            <ac:picMk id="41" creationId="{3020AFC9-E4F9-4944-8412-1B5B9F502791}"/>
          </ac:picMkLst>
        </pc:picChg>
        <pc:picChg chg="del">
          <ac:chgData name="Fainstad, Brandon" userId="aac92477-536e-4d21-9f70-fa5cd941f380" providerId="ADAL" clId="{AE306D3C-8EE8-4782-8CF9-E64563CFBD6B}" dt="2021-12-29T20:47:23.131" v="93" actId="478"/>
          <ac:picMkLst>
            <pc:docMk/>
            <pc:sldMk cId="1396164456" sldId="397"/>
            <ac:picMk id="44" creationId="{F170727A-D12B-408B-AEFC-AE154B2C655C}"/>
          </ac:picMkLst>
        </pc:picChg>
        <pc:picChg chg="add del mod">
          <ac:chgData name="Fainstad, Brandon" userId="aac92477-536e-4d21-9f70-fa5cd941f380" providerId="ADAL" clId="{AE306D3C-8EE8-4782-8CF9-E64563CFBD6B}" dt="2021-12-29T20:48:54.618" v="123" actId="478"/>
          <ac:picMkLst>
            <pc:docMk/>
            <pc:sldMk cId="1396164456" sldId="397"/>
            <ac:picMk id="45" creationId="{349F67A7-9907-48CC-B4EB-E7472F16DC05}"/>
          </ac:picMkLst>
        </pc:picChg>
        <pc:picChg chg="add del mod">
          <ac:chgData name="Fainstad, Brandon" userId="aac92477-536e-4d21-9f70-fa5cd941f380" providerId="ADAL" clId="{AE306D3C-8EE8-4782-8CF9-E64563CFBD6B}" dt="2021-12-29T21:19:48.782" v="401" actId="478"/>
          <ac:picMkLst>
            <pc:docMk/>
            <pc:sldMk cId="1396164456" sldId="397"/>
            <ac:picMk id="47" creationId="{85397296-FDD7-4CDA-9A89-C535CBE6D3FA}"/>
          </ac:picMkLst>
        </pc:picChg>
        <pc:picChg chg="del">
          <ac:chgData name="Fainstad, Brandon" userId="aac92477-536e-4d21-9f70-fa5cd941f380" providerId="ADAL" clId="{AE306D3C-8EE8-4782-8CF9-E64563CFBD6B}" dt="2021-12-29T20:47:23.131" v="93" actId="478"/>
          <ac:picMkLst>
            <pc:docMk/>
            <pc:sldMk cId="1396164456" sldId="397"/>
            <ac:picMk id="50" creationId="{D349092F-D512-4B05-8A58-4F512C97BC06}"/>
          </ac:picMkLst>
        </pc:picChg>
        <pc:cxnChg chg="add mod">
          <ac:chgData name="Fainstad, Brandon" userId="aac92477-536e-4d21-9f70-fa5cd941f380" providerId="ADAL" clId="{AE306D3C-8EE8-4782-8CF9-E64563CFBD6B}" dt="2021-12-29T21:19:48.782" v="401" actId="478"/>
          <ac:cxnSpMkLst>
            <pc:docMk/>
            <pc:sldMk cId="1396164456" sldId="397"/>
            <ac:cxnSpMk id="48" creationId="{5AC76CF6-C80E-42B2-9851-AC9D3012CAA9}"/>
          </ac:cxnSpMkLst>
        </pc:cxnChg>
        <pc:cxnChg chg="add mod">
          <ac:chgData name="Fainstad, Brandon" userId="aac92477-536e-4d21-9f70-fa5cd941f380" providerId="ADAL" clId="{AE306D3C-8EE8-4782-8CF9-E64563CFBD6B}" dt="2021-12-29T20:47:23.459" v="94"/>
          <ac:cxnSpMkLst>
            <pc:docMk/>
            <pc:sldMk cId="1396164456" sldId="397"/>
            <ac:cxnSpMk id="56" creationId="{1D48DD17-7ED0-4DA7-8392-DD9C56E042BE}"/>
          </ac:cxnSpMkLst>
        </pc:cxnChg>
        <pc:cxnChg chg="del mod">
          <ac:chgData name="Fainstad, Brandon" userId="aac92477-536e-4d21-9f70-fa5cd941f380" providerId="ADAL" clId="{AE306D3C-8EE8-4782-8CF9-E64563CFBD6B}" dt="2021-12-29T20:47:23.131" v="93" actId="478"/>
          <ac:cxnSpMkLst>
            <pc:docMk/>
            <pc:sldMk cId="1396164456" sldId="397"/>
            <ac:cxnSpMk id="62" creationId="{7B32B734-2232-401D-B520-32FD324BFEC6}"/>
          </ac:cxnSpMkLst>
        </pc:cxnChg>
      </pc:sldChg>
      <pc:sldChg chg="addSp delSp modSp mod modAnim">
        <pc:chgData name="Fainstad, Brandon" userId="aac92477-536e-4d21-9f70-fa5cd941f380" providerId="ADAL" clId="{AE306D3C-8EE8-4782-8CF9-E64563CFBD6B}" dt="2021-12-29T21:10:47.567" v="343"/>
        <pc:sldMkLst>
          <pc:docMk/>
          <pc:sldMk cId="1287804063" sldId="401"/>
        </pc:sldMkLst>
        <pc:spChg chg="del">
          <ac:chgData name="Fainstad, Brandon" userId="aac92477-536e-4d21-9f70-fa5cd941f380" providerId="ADAL" clId="{AE306D3C-8EE8-4782-8CF9-E64563CFBD6B}" dt="2021-12-29T20:47:33.245" v="97" actId="478"/>
          <ac:spMkLst>
            <pc:docMk/>
            <pc:sldMk cId="1287804063" sldId="401"/>
            <ac:spMk id="50" creationId="{926C85D4-E693-47ED-8295-9969A89E8E90}"/>
          </ac:spMkLst>
        </pc:spChg>
        <pc:spChg chg="add mod">
          <ac:chgData name="Fainstad, Brandon" userId="aac92477-536e-4d21-9f70-fa5cd941f380" providerId="ADAL" clId="{AE306D3C-8EE8-4782-8CF9-E64563CFBD6B}" dt="2021-12-29T20:47:33.526" v="98"/>
          <ac:spMkLst>
            <pc:docMk/>
            <pc:sldMk cId="1287804063" sldId="401"/>
            <ac:spMk id="52" creationId="{149159FE-10ED-4EFA-B500-54A97AE97412}"/>
          </ac:spMkLst>
        </pc:spChg>
        <pc:spChg chg="add mod">
          <ac:chgData name="Fainstad, Brandon" userId="aac92477-536e-4d21-9f70-fa5cd941f380" providerId="ADAL" clId="{AE306D3C-8EE8-4782-8CF9-E64563CFBD6B}" dt="2021-12-29T20:47:33.526" v="98"/>
          <ac:spMkLst>
            <pc:docMk/>
            <pc:sldMk cId="1287804063" sldId="401"/>
            <ac:spMk id="54" creationId="{CFF666E3-E8F4-46FE-847B-A8FC7CB7F09C}"/>
          </ac:spMkLst>
        </pc:spChg>
        <pc:spChg chg="add mod">
          <ac:chgData name="Fainstad, Brandon" userId="aac92477-536e-4d21-9f70-fa5cd941f380" providerId="ADAL" clId="{AE306D3C-8EE8-4782-8CF9-E64563CFBD6B}" dt="2021-12-29T20:47:33.526" v="98"/>
          <ac:spMkLst>
            <pc:docMk/>
            <pc:sldMk cId="1287804063" sldId="401"/>
            <ac:spMk id="55" creationId="{D2B91217-E61C-4EF5-9495-265998EC4F2A}"/>
          </ac:spMkLst>
        </pc:spChg>
        <pc:spChg chg="add mod">
          <ac:chgData name="Fainstad, Brandon" userId="aac92477-536e-4d21-9f70-fa5cd941f380" providerId="ADAL" clId="{AE306D3C-8EE8-4782-8CF9-E64563CFBD6B}" dt="2021-12-29T20:47:33.526" v="98"/>
          <ac:spMkLst>
            <pc:docMk/>
            <pc:sldMk cId="1287804063" sldId="401"/>
            <ac:spMk id="59" creationId="{BDE71C80-F9BE-48B7-97E2-2097823D4B04}"/>
          </ac:spMkLst>
        </pc:spChg>
        <pc:spChg chg="add mod">
          <ac:chgData name="Fainstad, Brandon" userId="aac92477-536e-4d21-9f70-fa5cd941f380" providerId="ADAL" clId="{AE306D3C-8EE8-4782-8CF9-E64563CFBD6B}" dt="2021-12-29T20:47:33.526" v="98"/>
          <ac:spMkLst>
            <pc:docMk/>
            <pc:sldMk cId="1287804063" sldId="401"/>
            <ac:spMk id="61" creationId="{34C744B3-AA00-4BA5-9934-45CB9FE6DF64}"/>
          </ac:spMkLst>
        </pc:spChg>
        <pc:spChg chg="add mod">
          <ac:chgData name="Fainstad, Brandon" userId="aac92477-536e-4d21-9f70-fa5cd941f380" providerId="ADAL" clId="{AE306D3C-8EE8-4782-8CF9-E64563CFBD6B}" dt="2021-12-29T20:49:22.822" v="135" actId="113"/>
          <ac:spMkLst>
            <pc:docMk/>
            <pc:sldMk cId="1287804063" sldId="401"/>
            <ac:spMk id="80" creationId="{9970190D-A9EF-4C59-B70C-CBD6D81E01E2}"/>
          </ac:spMkLst>
        </pc:spChg>
        <pc:spChg chg="mod">
          <ac:chgData name="Fainstad, Brandon" userId="aac92477-536e-4d21-9f70-fa5cd941f380" providerId="ADAL" clId="{AE306D3C-8EE8-4782-8CF9-E64563CFBD6B}" dt="2021-12-29T20:49:33.607" v="137" actId="14100"/>
          <ac:spMkLst>
            <pc:docMk/>
            <pc:sldMk cId="1287804063" sldId="401"/>
            <ac:spMk id="135" creationId="{D143F9CC-AEAD-432B-8FC6-E4015CD8A861}"/>
          </ac:spMkLst>
        </pc:spChg>
        <pc:grpChg chg="del">
          <ac:chgData name="Fainstad, Brandon" userId="aac92477-536e-4d21-9f70-fa5cd941f380" providerId="ADAL" clId="{AE306D3C-8EE8-4782-8CF9-E64563CFBD6B}" dt="2021-12-29T20:47:33.245" v="97" actId="478"/>
          <ac:grpSpMkLst>
            <pc:docMk/>
            <pc:sldMk cId="1287804063" sldId="401"/>
            <ac:grpSpMk id="56" creationId="{AEE71273-69D5-4D43-9F5A-9C170D69BEBA}"/>
          </ac:grpSpMkLst>
        </pc:grpChg>
        <pc:grpChg chg="del">
          <ac:chgData name="Fainstad, Brandon" userId="aac92477-536e-4d21-9f70-fa5cd941f380" providerId="ADAL" clId="{AE306D3C-8EE8-4782-8CF9-E64563CFBD6B}" dt="2021-12-29T20:47:33.245" v="97" actId="478"/>
          <ac:grpSpMkLst>
            <pc:docMk/>
            <pc:sldMk cId="1287804063" sldId="401"/>
            <ac:grpSpMk id="63" creationId="{F0880EE9-BD22-42B0-9505-30910615CCF2}"/>
          </ac:grpSpMkLst>
        </pc:grpChg>
        <pc:grpChg chg="del">
          <ac:chgData name="Fainstad, Brandon" userId="aac92477-536e-4d21-9f70-fa5cd941f380" providerId="ADAL" clId="{AE306D3C-8EE8-4782-8CF9-E64563CFBD6B}" dt="2021-12-29T20:47:33.245" v="97" actId="478"/>
          <ac:grpSpMkLst>
            <pc:docMk/>
            <pc:sldMk cId="1287804063" sldId="401"/>
            <ac:grpSpMk id="66" creationId="{DCA2135F-846E-4868-81BB-172E79AC7F4D}"/>
          </ac:grpSpMkLst>
        </pc:grpChg>
        <pc:grpChg chg="del">
          <ac:chgData name="Fainstad, Brandon" userId="aac92477-536e-4d21-9f70-fa5cd941f380" providerId="ADAL" clId="{AE306D3C-8EE8-4782-8CF9-E64563CFBD6B}" dt="2021-12-29T20:47:33.245" v="97" actId="478"/>
          <ac:grpSpMkLst>
            <pc:docMk/>
            <pc:sldMk cId="1287804063" sldId="401"/>
            <ac:grpSpMk id="69" creationId="{F423932E-F21A-422B-87B9-F894F4F66245}"/>
          </ac:grpSpMkLst>
        </pc:grpChg>
        <pc:grpChg chg="del">
          <ac:chgData name="Fainstad, Brandon" userId="aac92477-536e-4d21-9f70-fa5cd941f380" providerId="ADAL" clId="{AE306D3C-8EE8-4782-8CF9-E64563CFBD6B}" dt="2021-12-29T20:47:33.245" v="97" actId="478"/>
          <ac:grpSpMkLst>
            <pc:docMk/>
            <pc:sldMk cId="1287804063" sldId="401"/>
            <ac:grpSpMk id="73" creationId="{6C2DD27A-BD05-4A02-BFBE-B84B786B93FA}"/>
          </ac:grpSpMkLst>
        </pc:grpChg>
        <pc:grpChg chg="del">
          <ac:chgData name="Fainstad, Brandon" userId="aac92477-536e-4d21-9f70-fa5cd941f380" providerId="ADAL" clId="{AE306D3C-8EE8-4782-8CF9-E64563CFBD6B}" dt="2021-12-29T20:47:33.245" v="97" actId="478"/>
          <ac:grpSpMkLst>
            <pc:docMk/>
            <pc:sldMk cId="1287804063" sldId="401"/>
            <ac:grpSpMk id="76" creationId="{174C2D48-37C0-4A1E-A9A8-D3ED0E2083BB}"/>
          </ac:grpSpMkLst>
        </pc:grpChg>
        <pc:picChg chg="del">
          <ac:chgData name="Fainstad, Brandon" userId="aac92477-536e-4d21-9f70-fa5cd941f380" providerId="ADAL" clId="{AE306D3C-8EE8-4782-8CF9-E64563CFBD6B}" dt="2021-12-29T20:47:33.245" v="97" actId="478"/>
          <ac:picMkLst>
            <pc:docMk/>
            <pc:sldMk cId="1287804063" sldId="401"/>
            <ac:picMk id="51" creationId="{C0E8E864-00BC-46E1-9228-A474E3969AC6}"/>
          </ac:picMkLst>
        </pc:picChg>
        <pc:picChg chg="add mod">
          <ac:chgData name="Fainstad, Brandon" userId="aac92477-536e-4d21-9f70-fa5cd941f380" providerId="ADAL" clId="{AE306D3C-8EE8-4782-8CF9-E64563CFBD6B}" dt="2021-12-29T20:47:33.526" v="98"/>
          <ac:picMkLst>
            <pc:docMk/>
            <pc:sldMk cId="1287804063" sldId="401"/>
            <ac:picMk id="53" creationId="{8CFBED20-FA23-4496-AC8C-F7795B9D46B9}"/>
          </ac:picMkLst>
        </pc:picChg>
        <pc:picChg chg="add mod">
          <ac:chgData name="Fainstad, Brandon" userId="aac92477-536e-4d21-9f70-fa5cd941f380" providerId="ADAL" clId="{AE306D3C-8EE8-4782-8CF9-E64563CFBD6B}" dt="2021-12-29T20:47:33.526" v="98"/>
          <ac:picMkLst>
            <pc:docMk/>
            <pc:sldMk cId="1287804063" sldId="401"/>
            <ac:picMk id="60" creationId="{8F02E8EF-FFF2-41F5-AE5E-B6125C99C64C}"/>
          </ac:picMkLst>
        </pc:picChg>
        <pc:picChg chg="add mod">
          <ac:chgData name="Fainstad, Brandon" userId="aac92477-536e-4d21-9f70-fa5cd941f380" providerId="ADAL" clId="{AE306D3C-8EE8-4782-8CF9-E64563CFBD6B}" dt="2021-12-29T20:47:33.526" v="98"/>
          <ac:picMkLst>
            <pc:docMk/>
            <pc:sldMk cId="1287804063" sldId="401"/>
            <ac:picMk id="62" creationId="{DAAB988F-ABDB-4296-8B33-0BFDB2DEBE5D}"/>
          </ac:picMkLst>
        </pc:picChg>
        <pc:picChg chg="del">
          <ac:chgData name="Fainstad, Brandon" userId="aac92477-536e-4d21-9f70-fa5cd941f380" providerId="ADAL" clId="{AE306D3C-8EE8-4782-8CF9-E64563CFBD6B}" dt="2021-12-29T20:47:33.245" v="97" actId="478"/>
          <ac:picMkLst>
            <pc:docMk/>
            <pc:sldMk cId="1287804063" sldId="401"/>
            <ac:picMk id="72" creationId="{ABD670DF-E1EA-43F1-9125-F9AAC8AA8C5B}"/>
          </ac:picMkLst>
        </pc:picChg>
        <pc:picChg chg="add del mod">
          <ac:chgData name="Fainstad, Brandon" userId="aac92477-536e-4d21-9f70-fa5cd941f380" providerId="ADAL" clId="{AE306D3C-8EE8-4782-8CF9-E64563CFBD6B}" dt="2021-12-29T20:49:13.270" v="132" actId="478"/>
          <ac:picMkLst>
            <pc:docMk/>
            <pc:sldMk cId="1287804063" sldId="401"/>
            <ac:picMk id="81" creationId="{A3D7296E-CDD6-4EE9-85AE-B34D831655AE}"/>
          </ac:picMkLst>
        </pc:picChg>
        <pc:picChg chg="mod ord">
          <ac:chgData name="Fainstad, Brandon" userId="aac92477-536e-4d21-9f70-fa5cd941f380" providerId="ADAL" clId="{AE306D3C-8EE8-4782-8CF9-E64563CFBD6B}" dt="2021-12-29T20:49:37.369" v="138" actId="1076"/>
          <ac:picMkLst>
            <pc:docMk/>
            <pc:sldMk cId="1287804063" sldId="401"/>
            <ac:picMk id="152" creationId="{5B303BB3-BE66-4F93-B670-77B47AA1947F}"/>
          </ac:picMkLst>
        </pc:picChg>
        <pc:cxnChg chg="mod">
          <ac:chgData name="Fainstad, Brandon" userId="aac92477-536e-4d21-9f70-fa5cd941f380" providerId="ADAL" clId="{AE306D3C-8EE8-4782-8CF9-E64563CFBD6B}" dt="2021-12-29T20:47:33.245" v="97" actId="478"/>
          <ac:cxnSpMkLst>
            <pc:docMk/>
            <pc:sldMk cId="1287804063" sldId="401"/>
            <ac:cxnSpMk id="70" creationId="{4CB843F0-D14B-4363-AC6E-8D3E797BDE45}"/>
          </ac:cxnSpMkLst>
        </pc:cxnChg>
        <pc:cxnChg chg="mod">
          <ac:chgData name="Fainstad, Brandon" userId="aac92477-536e-4d21-9f70-fa5cd941f380" providerId="ADAL" clId="{AE306D3C-8EE8-4782-8CF9-E64563CFBD6B}" dt="2021-12-29T20:47:33.245" v="97" actId="478"/>
          <ac:cxnSpMkLst>
            <pc:docMk/>
            <pc:sldMk cId="1287804063" sldId="401"/>
            <ac:cxnSpMk id="71" creationId="{AB5A0B3B-F003-4FA5-9603-C7467B805FFF}"/>
          </ac:cxnSpMkLst>
        </pc:cxnChg>
        <pc:cxnChg chg="del mod">
          <ac:chgData name="Fainstad, Brandon" userId="aac92477-536e-4d21-9f70-fa5cd941f380" providerId="ADAL" clId="{AE306D3C-8EE8-4782-8CF9-E64563CFBD6B}" dt="2021-12-29T20:47:33.245" v="97" actId="478"/>
          <ac:cxnSpMkLst>
            <pc:docMk/>
            <pc:sldMk cId="1287804063" sldId="401"/>
            <ac:cxnSpMk id="79" creationId="{9B7E2C06-1FEA-4350-9765-12B6B8104BC1}"/>
          </ac:cxnSpMkLst>
        </pc:cxnChg>
        <pc:cxnChg chg="add mod">
          <ac:chgData name="Fainstad, Brandon" userId="aac92477-536e-4d21-9f70-fa5cd941f380" providerId="ADAL" clId="{AE306D3C-8EE8-4782-8CF9-E64563CFBD6B}" dt="2021-12-29T20:47:33.526" v="98"/>
          <ac:cxnSpMkLst>
            <pc:docMk/>
            <pc:sldMk cId="1287804063" sldId="401"/>
            <ac:cxnSpMk id="82" creationId="{A5DF6B4E-0053-4D99-9E9F-DCBB615C1483}"/>
          </ac:cxnSpMkLst>
        </pc:cxnChg>
        <pc:cxnChg chg="add mod">
          <ac:chgData name="Fainstad, Brandon" userId="aac92477-536e-4d21-9f70-fa5cd941f380" providerId="ADAL" clId="{AE306D3C-8EE8-4782-8CF9-E64563CFBD6B}" dt="2021-12-29T20:47:33.526" v="98"/>
          <ac:cxnSpMkLst>
            <pc:docMk/>
            <pc:sldMk cId="1287804063" sldId="401"/>
            <ac:cxnSpMk id="83" creationId="{C87DC571-9522-4E81-BB29-D938E12612BB}"/>
          </ac:cxnSpMkLst>
        </pc:cxnChg>
      </pc:sldChg>
      <pc:sldChg chg="addSp delSp modSp mod modTransition modAnim">
        <pc:chgData name="Fainstad, Brandon" userId="aac92477-536e-4d21-9f70-fa5cd941f380" providerId="ADAL" clId="{AE306D3C-8EE8-4782-8CF9-E64563CFBD6B}" dt="2021-12-29T22:02:23.683" v="423"/>
        <pc:sldMkLst>
          <pc:docMk/>
          <pc:sldMk cId="870610097" sldId="402"/>
        </pc:sldMkLst>
        <pc:spChg chg="add mod">
          <ac:chgData name="Fainstad, Brandon" userId="aac92477-536e-4d21-9f70-fa5cd941f380" providerId="ADAL" clId="{AE306D3C-8EE8-4782-8CF9-E64563CFBD6B}" dt="2021-12-29T20:48:10.320" v="114"/>
          <ac:spMkLst>
            <pc:docMk/>
            <pc:sldMk cId="870610097" sldId="402"/>
            <ac:spMk id="104" creationId="{27459BBC-5131-4AE4-902B-A384426C9F3D}"/>
          </ac:spMkLst>
        </pc:spChg>
        <pc:spChg chg="mod">
          <ac:chgData name="Fainstad, Brandon" userId="aac92477-536e-4d21-9f70-fa5cd941f380" providerId="ADAL" clId="{AE306D3C-8EE8-4782-8CF9-E64563CFBD6B}" dt="2021-12-29T21:12:45.625" v="368" actId="207"/>
          <ac:spMkLst>
            <pc:docMk/>
            <pc:sldMk cId="870610097" sldId="402"/>
            <ac:spMk id="156" creationId="{71C92EA6-CB0C-4AD9-9A67-4124BDB0C00D}"/>
          </ac:spMkLst>
        </pc:spChg>
        <pc:spChg chg="mod">
          <ac:chgData name="Fainstad, Brandon" userId="aac92477-536e-4d21-9f70-fa5cd941f380" providerId="ADAL" clId="{AE306D3C-8EE8-4782-8CF9-E64563CFBD6B}" dt="2021-12-29T21:13:06.393" v="370" actId="207"/>
          <ac:spMkLst>
            <pc:docMk/>
            <pc:sldMk cId="870610097" sldId="402"/>
            <ac:spMk id="162" creationId="{1BCBA396-B4FB-4EE8-B3C0-8A7A84BBD32B}"/>
          </ac:spMkLst>
        </pc:spChg>
        <pc:spChg chg="mod">
          <ac:chgData name="Fainstad, Brandon" userId="aac92477-536e-4d21-9f70-fa5cd941f380" providerId="ADAL" clId="{AE306D3C-8EE8-4782-8CF9-E64563CFBD6B}" dt="2021-12-29T21:12:56.558" v="369" actId="207"/>
          <ac:spMkLst>
            <pc:docMk/>
            <pc:sldMk cId="870610097" sldId="402"/>
            <ac:spMk id="163" creationId="{66CC0E1F-8F87-4BB6-96D4-E175BD55E1DA}"/>
          </ac:spMkLst>
        </pc:spChg>
        <pc:spChg chg="add mod">
          <ac:chgData name="Fainstad, Brandon" userId="aac92477-536e-4d21-9f70-fa5cd941f380" providerId="ADAL" clId="{AE306D3C-8EE8-4782-8CF9-E64563CFBD6B}" dt="2021-12-29T20:48:10.320" v="114"/>
          <ac:spMkLst>
            <pc:docMk/>
            <pc:sldMk cId="870610097" sldId="402"/>
            <ac:spMk id="167" creationId="{05BC6B2A-5A01-4E91-A762-3EBB0BA76040}"/>
          </ac:spMkLst>
        </pc:spChg>
        <pc:spChg chg="del">
          <ac:chgData name="Fainstad, Brandon" userId="aac92477-536e-4d21-9f70-fa5cd941f380" providerId="ADAL" clId="{AE306D3C-8EE8-4782-8CF9-E64563CFBD6B}" dt="2021-12-29T20:48:09.336" v="113" actId="478"/>
          <ac:spMkLst>
            <pc:docMk/>
            <pc:sldMk cId="870610097" sldId="402"/>
            <ac:spMk id="168" creationId="{B7F8CD6E-0A4D-4AF9-BB4D-F0012DFA1385}"/>
          </ac:spMkLst>
        </pc:spChg>
        <pc:spChg chg="add mod">
          <ac:chgData name="Fainstad, Brandon" userId="aac92477-536e-4d21-9f70-fa5cd941f380" providerId="ADAL" clId="{AE306D3C-8EE8-4782-8CF9-E64563CFBD6B}" dt="2021-12-29T20:48:10.320" v="114"/>
          <ac:spMkLst>
            <pc:docMk/>
            <pc:sldMk cId="870610097" sldId="402"/>
            <ac:spMk id="170" creationId="{EF735E8E-76C7-472F-99CA-EBBE642BA010}"/>
          </ac:spMkLst>
        </pc:spChg>
        <pc:spChg chg="add mod">
          <ac:chgData name="Fainstad, Brandon" userId="aac92477-536e-4d21-9f70-fa5cd941f380" providerId="ADAL" clId="{AE306D3C-8EE8-4782-8CF9-E64563CFBD6B}" dt="2021-12-29T20:48:10.320" v="114"/>
          <ac:spMkLst>
            <pc:docMk/>
            <pc:sldMk cId="870610097" sldId="402"/>
            <ac:spMk id="171" creationId="{A3FB31A9-C215-4C26-8BE0-9912A1BDB7A9}"/>
          </ac:spMkLst>
        </pc:spChg>
        <pc:spChg chg="add mod">
          <ac:chgData name="Fainstad, Brandon" userId="aac92477-536e-4d21-9f70-fa5cd941f380" providerId="ADAL" clId="{AE306D3C-8EE8-4782-8CF9-E64563CFBD6B}" dt="2021-12-29T20:48:10.320" v="114"/>
          <ac:spMkLst>
            <pc:docMk/>
            <pc:sldMk cId="870610097" sldId="402"/>
            <ac:spMk id="173" creationId="{E1C364C5-202F-4898-B83F-EB797CFAA43A}"/>
          </ac:spMkLst>
        </pc:spChg>
        <pc:spChg chg="add del mod">
          <ac:chgData name="Fainstad, Brandon" userId="aac92477-536e-4d21-9f70-fa5cd941f380" providerId="ADAL" clId="{AE306D3C-8EE8-4782-8CF9-E64563CFBD6B}" dt="2021-12-29T20:50:22.196" v="153" actId="478"/>
          <ac:spMkLst>
            <pc:docMk/>
            <pc:sldMk cId="870610097" sldId="402"/>
            <ac:spMk id="178" creationId="{BCEB221B-6585-4D9E-B7AA-51238E9E8B6C}"/>
          </ac:spMkLst>
        </pc:spChg>
        <pc:spChg chg="add mod">
          <ac:chgData name="Fainstad, Brandon" userId="aac92477-536e-4d21-9f70-fa5cd941f380" providerId="ADAL" clId="{AE306D3C-8EE8-4782-8CF9-E64563CFBD6B}" dt="2021-12-29T20:50:22.508" v="154"/>
          <ac:spMkLst>
            <pc:docMk/>
            <pc:sldMk cId="870610097" sldId="402"/>
            <ac:spMk id="199" creationId="{9CCC9CB0-B188-4A1D-858C-4A1F11B65DDA}"/>
          </ac:spMkLst>
        </pc:spChg>
        <pc:grpChg chg="del">
          <ac:chgData name="Fainstad, Brandon" userId="aac92477-536e-4d21-9f70-fa5cd941f380" providerId="ADAL" clId="{AE306D3C-8EE8-4782-8CF9-E64563CFBD6B}" dt="2021-12-29T20:48:09.336" v="113" actId="478"/>
          <ac:grpSpMkLst>
            <pc:docMk/>
            <pc:sldMk cId="870610097" sldId="402"/>
            <ac:grpSpMk id="174" creationId="{4A0D6059-32BB-481E-A64C-244ED7554455}"/>
          </ac:grpSpMkLst>
        </pc:grpChg>
        <pc:grpChg chg="del">
          <ac:chgData name="Fainstad, Brandon" userId="aac92477-536e-4d21-9f70-fa5cd941f380" providerId="ADAL" clId="{AE306D3C-8EE8-4782-8CF9-E64563CFBD6B}" dt="2021-12-29T20:48:09.336" v="113" actId="478"/>
          <ac:grpSpMkLst>
            <pc:docMk/>
            <pc:sldMk cId="870610097" sldId="402"/>
            <ac:grpSpMk id="181" creationId="{1CDE35B6-10CA-431A-95A9-96EA1DB0536D}"/>
          </ac:grpSpMkLst>
        </pc:grpChg>
        <pc:grpChg chg="del">
          <ac:chgData name="Fainstad, Brandon" userId="aac92477-536e-4d21-9f70-fa5cd941f380" providerId="ADAL" clId="{AE306D3C-8EE8-4782-8CF9-E64563CFBD6B}" dt="2021-12-29T20:48:09.336" v="113" actId="478"/>
          <ac:grpSpMkLst>
            <pc:docMk/>
            <pc:sldMk cId="870610097" sldId="402"/>
            <ac:grpSpMk id="184" creationId="{D794CBD4-8E58-47A3-A85B-DCF1FB619EF8}"/>
          </ac:grpSpMkLst>
        </pc:grpChg>
        <pc:grpChg chg="del">
          <ac:chgData name="Fainstad, Brandon" userId="aac92477-536e-4d21-9f70-fa5cd941f380" providerId="ADAL" clId="{AE306D3C-8EE8-4782-8CF9-E64563CFBD6B}" dt="2021-12-29T20:48:09.336" v="113" actId="478"/>
          <ac:grpSpMkLst>
            <pc:docMk/>
            <pc:sldMk cId="870610097" sldId="402"/>
            <ac:grpSpMk id="187" creationId="{085216EB-605A-4E63-9CC3-39149D673840}"/>
          </ac:grpSpMkLst>
        </pc:grpChg>
        <pc:grpChg chg="del">
          <ac:chgData name="Fainstad, Brandon" userId="aac92477-536e-4d21-9f70-fa5cd941f380" providerId="ADAL" clId="{AE306D3C-8EE8-4782-8CF9-E64563CFBD6B}" dt="2021-12-29T20:48:09.336" v="113" actId="478"/>
          <ac:grpSpMkLst>
            <pc:docMk/>
            <pc:sldMk cId="870610097" sldId="402"/>
            <ac:grpSpMk id="191" creationId="{3E4FD549-D5AC-4261-BA4C-902DEAD90BCF}"/>
          </ac:grpSpMkLst>
        </pc:grpChg>
        <pc:grpChg chg="del">
          <ac:chgData name="Fainstad, Brandon" userId="aac92477-536e-4d21-9f70-fa5cd941f380" providerId="ADAL" clId="{AE306D3C-8EE8-4782-8CF9-E64563CFBD6B}" dt="2021-12-29T20:48:09.336" v="113" actId="478"/>
          <ac:grpSpMkLst>
            <pc:docMk/>
            <pc:sldMk cId="870610097" sldId="402"/>
            <ac:grpSpMk id="194" creationId="{7715135D-92FC-4325-9F9E-697AB0C01E4B}"/>
          </ac:grpSpMkLst>
        </pc:grpChg>
        <pc:picChg chg="del">
          <ac:chgData name="Fainstad, Brandon" userId="aac92477-536e-4d21-9f70-fa5cd941f380" providerId="ADAL" clId="{AE306D3C-8EE8-4782-8CF9-E64563CFBD6B}" dt="2021-12-29T21:10:20.819" v="337" actId="478"/>
          <ac:picMkLst>
            <pc:docMk/>
            <pc:sldMk cId="870610097" sldId="402"/>
            <ac:picMk id="152" creationId="{5B303BB3-BE66-4F93-B670-77B47AA1947F}"/>
          </ac:picMkLst>
        </pc:picChg>
        <pc:picChg chg="add mod">
          <ac:chgData name="Fainstad, Brandon" userId="aac92477-536e-4d21-9f70-fa5cd941f380" providerId="ADAL" clId="{AE306D3C-8EE8-4782-8CF9-E64563CFBD6B}" dt="2021-12-29T20:48:10.320" v="114"/>
          <ac:picMkLst>
            <pc:docMk/>
            <pc:sldMk cId="870610097" sldId="402"/>
            <ac:picMk id="153" creationId="{50760EC8-7143-48A0-BD75-7E67D82FF5BA}"/>
          </ac:picMkLst>
        </pc:picChg>
        <pc:picChg chg="del">
          <ac:chgData name="Fainstad, Brandon" userId="aac92477-536e-4d21-9f70-fa5cd941f380" providerId="ADAL" clId="{AE306D3C-8EE8-4782-8CF9-E64563CFBD6B}" dt="2021-12-29T20:48:09.336" v="113" actId="478"/>
          <ac:picMkLst>
            <pc:docMk/>
            <pc:sldMk cId="870610097" sldId="402"/>
            <ac:picMk id="169" creationId="{C10150EA-9554-43EE-BC0F-ED4E72BB1705}"/>
          </ac:picMkLst>
        </pc:picChg>
        <pc:picChg chg="add mod">
          <ac:chgData name="Fainstad, Brandon" userId="aac92477-536e-4d21-9f70-fa5cd941f380" providerId="ADAL" clId="{AE306D3C-8EE8-4782-8CF9-E64563CFBD6B}" dt="2021-12-29T20:48:10.320" v="114"/>
          <ac:picMkLst>
            <pc:docMk/>
            <pc:sldMk cId="870610097" sldId="402"/>
            <ac:picMk id="172" creationId="{72D3D7DD-EB98-41A3-8F82-EC806F78B5AB}"/>
          </ac:picMkLst>
        </pc:picChg>
        <pc:picChg chg="add mod">
          <ac:chgData name="Fainstad, Brandon" userId="aac92477-536e-4d21-9f70-fa5cd941f380" providerId="ADAL" clId="{AE306D3C-8EE8-4782-8CF9-E64563CFBD6B}" dt="2021-12-29T20:48:10.320" v="114"/>
          <ac:picMkLst>
            <pc:docMk/>
            <pc:sldMk cId="870610097" sldId="402"/>
            <ac:picMk id="177" creationId="{10A6550F-01BA-4D19-A737-39D02B3E9ACA}"/>
          </ac:picMkLst>
        </pc:picChg>
        <pc:picChg chg="add del mod">
          <ac:chgData name="Fainstad, Brandon" userId="aac92477-536e-4d21-9f70-fa5cd941f380" providerId="ADAL" clId="{AE306D3C-8EE8-4782-8CF9-E64563CFBD6B}" dt="2021-12-29T20:50:22.196" v="153" actId="478"/>
          <ac:picMkLst>
            <pc:docMk/>
            <pc:sldMk cId="870610097" sldId="402"/>
            <ac:picMk id="179" creationId="{BB3B3A9A-B47B-4299-9A0A-36AFF977A84F}"/>
          </ac:picMkLst>
        </pc:picChg>
        <pc:picChg chg="del">
          <ac:chgData name="Fainstad, Brandon" userId="aac92477-536e-4d21-9f70-fa5cd941f380" providerId="ADAL" clId="{AE306D3C-8EE8-4782-8CF9-E64563CFBD6B}" dt="2021-12-29T20:48:09.336" v="113" actId="478"/>
          <ac:picMkLst>
            <pc:docMk/>
            <pc:sldMk cId="870610097" sldId="402"/>
            <ac:picMk id="190" creationId="{E08DC90D-5AF0-4356-88D9-288F7B9FB7F6}"/>
          </ac:picMkLst>
        </pc:picChg>
        <pc:cxnChg chg="add mod">
          <ac:chgData name="Fainstad, Brandon" userId="aac92477-536e-4d21-9f70-fa5cd941f380" providerId="ADAL" clId="{AE306D3C-8EE8-4782-8CF9-E64563CFBD6B}" dt="2021-12-29T20:50:22.196" v="153" actId="478"/>
          <ac:cxnSpMkLst>
            <pc:docMk/>
            <pc:sldMk cId="870610097" sldId="402"/>
            <ac:cxnSpMk id="180" creationId="{35DEC3E7-FEB4-409D-8C6B-F44ABD3D6891}"/>
          </ac:cxnSpMkLst>
        </pc:cxnChg>
        <pc:cxnChg chg="mod">
          <ac:chgData name="Fainstad, Brandon" userId="aac92477-536e-4d21-9f70-fa5cd941f380" providerId="ADAL" clId="{AE306D3C-8EE8-4782-8CF9-E64563CFBD6B}" dt="2021-12-29T20:48:09.336" v="113" actId="478"/>
          <ac:cxnSpMkLst>
            <pc:docMk/>
            <pc:sldMk cId="870610097" sldId="402"/>
            <ac:cxnSpMk id="188" creationId="{92212B39-3B21-413F-8999-4B3AE8F14AA3}"/>
          </ac:cxnSpMkLst>
        </pc:cxnChg>
        <pc:cxnChg chg="mod">
          <ac:chgData name="Fainstad, Brandon" userId="aac92477-536e-4d21-9f70-fa5cd941f380" providerId="ADAL" clId="{AE306D3C-8EE8-4782-8CF9-E64563CFBD6B}" dt="2021-12-29T20:48:09.336" v="113" actId="478"/>
          <ac:cxnSpMkLst>
            <pc:docMk/>
            <pc:sldMk cId="870610097" sldId="402"/>
            <ac:cxnSpMk id="189" creationId="{0CB4F99A-6B6A-42F3-8B5F-A931BE0FD6A3}"/>
          </ac:cxnSpMkLst>
        </pc:cxnChg>
        <pc:cxnChg chg="del mod">
          <ac:chgData name="Fainstad, Brandon" userId="aac92477-536e-4d21-9f70-fa5cd941f380" providerId="ADAL" clId="{AE306D3C-8EE8-4782-8CF9-E64563CFBD6B}" dt="2021-12-29T20:48:09.336" v="113" actId="478"/>
          <ac:cxnSpMkLst>
            <pc:docMk/>
            <pc:sldMk cId="870610097" sldId="402"/>
            <ac:cxnSpMk id="197" creationId="{6321CF00-0D84-43D7-98B0-68241CA548CA}"/>
          </ac:cxnSpMkLst>
        </pc:cxnChg>
        <pc:cxnChg chg="add mod">
          <ac:chgData name="Fainstad, Brandon" userId="aac92477-536e-4d21-9f70-fa5cd941f380" providerId="ADAL" clId="{AE306D3C-8EE8-4782-8CF9-E64563CFBD6B}" dt="2021-12-29T20:48:10.320" v="114"/>
          <ac:cxnSpMkLst>
            <pc:docMk/>
            <pc:sldMk cId="870610097" sldId="402"/>
            <ac:cxnSpMk id="198" creationId="{03FAD47E-F848-49B6-8202-763129D17EF1}"/>
          </ac:cxnSpMkLst>
        </pc:cxnChg>
      </pc:sldChg>
      <pc:sldChg chg="addSp delSp modSp mod">
        <pc:chgData name="Fainstad, Brandon" userId="aac92477-536e-4d21-9f70-fa5cd941f380" providerId="ADAL" clId="{AE306D3C-8EE8-4782-8CF9-E64563CFBD6B}" dt="2021-12-29T21:22:21.753" v="417"/>
        <pc:sldMkLst>
          <pc:docMk/>
          <pc:sldMk cId="2199620990" sldId="403"/>
        </pc:sldMkLst>
        <pc:spChg chg="add mod">
          <ac:chgData name="Fainstad, Brandon" userId="aac92477-536e-4d21-9f70-fa5cd941f380" providerId="ADAL" clId="{AE306D3C-8EE8-4782-8CF9-E64563CFBD6B}" dt="2021-12-29T21:09:04.096" v="319" actId="208"/>
          <ac:spMkLst>
            <pc:docMk/>
            <pc:sldMk cId="2199620990" sldId="403"/>
            <ac:spMk id="84" creationId="{2820192B-D6D1-49B1-9200-26CFE5CA0536}"/>
          </ac:spMkLst>
        </pc:spChg>
        <pc:spChg chg="add mod">
          <ac:chgData name="Fainstad, Brandon" userId="aac92477-536e-4d21-9f70-fa5cd941f380" providerId="ADAL" clId="{AE306D3C-8EE8-4782-8CF9-E64563CFBD6B}" dt="2021-12-29T21:11:22.928" v="349"/>
          <ac:spMkLst>
            <pc:docMk/>
            <pc:sldMk cId="2199620990" sldId="403"/>
            <ac:spMk id="97" creationId="{796F1777-8B7B-43EC-9BD7-2EF6020BD2FD}"/>
          </ac:spMkLst>
        </pc:spChg>
        <pc:spChg chg="del">
          <ac:chgData name="Fainstad, Brandon" userId="aac92477-536e-4d21-9f70-fa5cd941f380" providerId="ADAL" clId="{AE306D3C-8EE8-4782-8CF9-E64563CFBD6B}" dt="2021-12-29T21:11:22.616" v="348" actId="478"/>
          <ac:spMkLst>
            <pc:docMk/>
            <pc:sldMk cId="2199620990" sldId="403"/>
            <ac:spMk id="135" creationId="{F4571D76-2939-4C35-8B4B-A3B993D0780C}"/>
          </ac:spMkLst>
        </pc:spChg>
        <pc:spChg chg="add mod">
          <ac:chgData name="Fainstad, Brandon" userId="aac92477-536e-4d21-9f70-fa5cd941f380" providerId="ADAL" clId="{AE306D3C-8EE8-4782-8CF9-E64563CFBD6B}" dt="2021-12-29T20:47:47.825" v="104"/>
          <ac:spMkLst>
            <pc:docMk/>
            <pc:sldMk cId="2199620990" sldId="403"/>
            <ac:spMk id="141" creationId="{9EEC0B6F-FB93-4BE5-A0D1-0D799CE1A20C}"/>
          </ac:spMkLst>
        </pc:spChg>
        <pc:spChg chg="add mod">
          <ac:chgData name="Fainstad, Brandon" userId="aac92477-536e-4d21-9f70-fa5cd941f380" providerId="ADAL" clId="{AE306D3C-8EE8-4782-8CF9-E64563CFBD6B}" dt="2021-12-29T20:47:47.825" v="104"/>
          <ac:spMkLst>
            <pc:docMk/>
            <pc:sldMk cId="2199620990" sldId="403"/>
            <ac:spMk id="154" creationId="{93E93486-53C7-4ED8-83FE-DEC61EE67C74}"/>
          </ac:spMkLst>
        </pc:spChg>
        <pc:spChg chg="del">
          <ac:chgData name="Fainstad, Brandon" userId="aac92477-536e-4d21-9f70-fa5cd941f380" providerId="ADAL" clId="{AE306D3C-8EE8-4782-8CF9-E64563CFBD6B}" dt="2021-12-29T20:47:47.544" v="103" actId="478"/>
          <ac:spMkLst>
            <pc:docMk/>
            <pc:sldMk cId="2199620990" sldId="403"/>
            <ac:spMk id="155" creationId="{F978E870-E3F6-47D6-BC21-5B1F6373F593}"/>
          </ac:spMkLst>
        </pc:spChg>
        <pc:spChg chg="add mod">
          <ac:chgData name="Fainstad, Brandon" userId="aac92477-536e-4d21-9f70-fa5cd941f380" providerId="ADAL" clId="{AE306D3C-8EE8-4782-8CF9-E64563CFBD6B}" dt="2021-12-29T20:47:47.825" v="104"/>
          <ac:spMkLst>
            <pc:docMk/>
            <pc:sldMk cId="2199620990" sldId="403"/>
            <ac:spMk id="162" creationId="{8568B239-21FF-41EA-87EE-99BD8733D005}"/>
          </ac:spMkLst>
        </pc:spChg>
        <pc:spChg chg="add mod">
          <ac:chgData name="Fainstad, Brandon" userId="aac92477-536e-4d21-9f70-fa5cd941f380" providerId="ADAL" clId="{AE306D3C-8EE8-4782-8CF9-E64563CFBD6B}" dt="2021-12-29T20:47:47.825" v="104"/>
          <ac:spMkLst>
            <pc:docMk/>
            <pc:sldMk cId="2199620990" sldId="403"/>
            <ac:spMk id="163" creationId="{2630C49C-F3EF-4218-9843-03BEDEF4F1D8}"/>
          </ac:spMkLst>
        </pc:spChg>
        <pc:spChg chg="add mod">
          <ac:chgData name="Fainstad, Brandon" userId="aac92477-536e-4d21-9f70-fa5cd941f380" providerId="ADAL" clId="{AE306D3C-8EE8-4782-8CF9-E64563CFBD6B}" dt="2021-12-29T20:47:47.825" v="104"/>
          <ac:spMkLst>
            <pc:docMk/>
            <pc:sldMk cId="2199620990" sldId="403"/>
            <ac:spMk id="165" creationId="{F917379B-5E7E-41CC-BEAD-797F7FD11EE0}"/>
          </ac:spMkLst>
        </pc:spChg>
        <pc:spChg chg="add del mod">
          <ac:chgData name="Fainstad, Brandon" userId="aac92477-536e-4d21-9f70-fa5cd941f380" providerId="ADAL" clId="{AE306D3C-8EE8-4782-8CF9-E64563CFBD6B}" dt="2021-12-29T20:50:00.502" v="143" actId="478"/>
          <ac:spMkLst>
            <pc:docMk/>
            <pc:sldMk cId="2199620990" sldId="403"/>
            <ac:spMk id="170" creationId="{7B5A4532-F1DB-4946-87D8-30F80343190F}"/>
          </ac:spMkLst>
        </pc:spChg>
        <pc:spChg chg="add mod">
          <ac:chgData name="Fainstad, Brandon" userId="aac92477-536e-4d21-9f70-fa5cd941f380" providerId="ADAL" clId="{AE306D3C-8EE8-4782-8CF9-E64563CFBD6B}" dt="2021-12-29T20:50:00.721" v="144"/>
          <ac:spMkLst>
            <pc:docMk/>
            <pc:sldMk cId="2199620990" sldId="403"/>
            <ac:spMk id="183" creationId="{81B44DE2-F61F-4392-B008-7AF87E36F436}"/>
          </ac:spMkLst>
        </pc:spChg>
        <pc:grpChg chg="del">
          <ac:chgData name="Fainstad, Brandon" userId="aac92477-536e-4d21-9f70-fa5cd941f380" providerId="ADAL" clId="{AE306D3C-8EE8-4782-8CF9-E64563CFBD6B}" dt="2021-12-29T20:47:47.544" v="103" actId="478"/>
          <ac:grpSpMkLst>
            <pc:docMk/>
            <pc:sldMk cId="2199620990" sldId="403"/>
            <ac:grpSpMk id="98" creationId="{5F9CA898-CA4C-478D-85F7-66E1AEC55B8F}"/>
          </ac:grpSpMkLst>
        </pc:grpChg>
        <pc:grpChg chg="del">
          <ac:chgData name="Fainstad, Brandon" userId="aac92477-536e-4d21-9f70-fa5cd941f380" providerId="ADAL" clId="{AE306D3C-8EE8-4782-8CF9-E64563CFBD6B}" dt="2021-12-29T20:47:47.544" v="103" actId="478"/>
          <ac:grpSpMkLst>
            <pc:docMk/>
            <pc:sldMk cId="2199620990" sldId="403"/>
            <ac:grpSpMk id="101" creationId="{226EDC2E-A79D-4C39-AC01-A0B2B214F8C3}"/>
          </ac:grpSpMkLst>
        </pc:grpChg>
        <pc:grpChg chg="del">
          <ac:chgData name="Fainstad, Brandon" userId="aac92477-536e-4d21-9f70-fa5cd941f380" providerId="ADAL" clId="{AE306D3C-8EE8-4782-8CF9-E64563CFBD6B}" dt="2021-12-29T20:47:47.544" v="103" actId="478"/>
          <ac:grpSpMkLst>
            <pc:docMk/>
            <pc:sldMk cId="2199620990" sldId="403"/>
            <ac:grpSpMk id="166" creationId="{57F5E4BF-3631-4314-ACC0-856E57F6234E}"/>
          </ac:grpSpMkLst>
        </pc:grpChg>
        <pc:grpChg chg="del">
          <ac:chgData name="Fainstad, Brandon" userId="aac92477-536e-4d21-9f70-fa5cd941f380" providerId="ADAL" clId="{AE306D3C-8EE8-4782-8CF9-E64563CFBD6B}" dt="2021-12-29T20:47:47.544" v="103" actId="478"/>
          <ac:grpSpMkLst>
            <pc:docMk/>
            <pc:sldMk cId="2199620990" sldId="403"/>
            <ac:grpSpMk id="173" creationId="{8952A15A-4255-4DAF-9453-B475DA3FC2CE}"/>
          </ac:grpSpMkLst>
        </pc:grpChg>
        <pc:grpChg chg="del">
          <ac:chgData name="Fainstad, Brandon" userId="aac92477-536e-4d21-9f70-fa5cd941f380" providerId="ADAL" clId="{AE306D3C-8EE8-4782-8CF9-E64563CFBD6B}" dt="2021-12-29T20:47:47.544" v="103" actId="478"/>
          <ac:grpSpMkLst>
            <pc:docMk/>
            <pc:sldMk cId="2199620990" sldId="403"/>
            <ac:grpSpMk id="176" creationId="{10B69588-E72E-4F6F-AD90-FD2A23BDD947}"/>
          </ac:grpSpMkLst>
        </pc:grpChg>
        <pc:grpChg chg="del">
          <ac:chgData name="Fainstad, Brandon" userId="aac92477-536e-4d21-9f70-fa5cd941f380" providerId="ADAL" clId="{AE306D3C-8EE8-4782-8CF9-E64563CFBD6B}" dt="2021-12-29T20:47:47.544" v="103" actId="478"/>
          <ac:grpSpMkLst>
            <pc:docMk/>
            <pc:sldMk cId="2199620990" sldId="403"/>
            <ac:grpSpMk id="179" creationId="{50AC8B73-FFE9-4960-9E51-027E2C087BEA}"/>
          </ac:grpSpMkLst>
        </pc:grpChg>
        <pc:picChg chg="del">
          <ac:chgData name="Fainstad, Brandon" userId="aac92477-536e-4d21-9f70-fa5cd941f380" providerId="ADAL" clId="{AE306D3C-8EE8-4782-8CF9-E64563CFBD6B}" dt="2021-12-29T20:47:47.544" v="103" actId="478"/>
          <ac:picMkLst>
            <pc:docMk/>
            <pc:sldMk cId="2199620990" sldId="403"/>
            <ac:picMk id="97" creationId="{1523F75A-5B63-4EF0-80E4-167BBED238EA}"/>
          </ac:picMkLst>
        </pc:picChg>
        <pc:picChg chg="add mod">
          <ac:chgData name="Fainstad, Brandon" userId="aac92477-536e-4d21-9f70-fa5cd941f380" providerId="ADAL" clId="{AE306D3C-8EE8-4782-8CF9-E64563CFBD6B}" dt="2021-12-29T21:11:22.928" v="349"/>
          <ac:picMkLst>
            <pc:docMk/>
            <pc:sldMk cId="2199620990" sldId="403"/>
            <ac:picMk id="98" creationId="{488B9FA8-FD05-4C74-BC52-DE1C65F28068}"/>
          </ac:picMkLst>
        </pc:picChg>
        <pc:picChg chg="mod">
          <ac:chgData name="Fainstad, Brandon" userId="aac92477-536e-4d21-9f70-fa5cd941f380" providerId="ADAL" clId="{AE306D3C-8EE8-4782-8CF9-E64563CFBD6B}" dt="2021-12-29T21:22:21.753" v="417"/>
          <ac:picMkLst>
            <pc:docMk/>
            <pc:sldMk cId="2199620990" sldId="403"/>
            <ac:picMk id="106" creationId="{56EA628C-4CF6-4D5A-A460-92C16B5E83C6}"/>
          </ac:picMkLst>
        </pc:picChg>
        <pc:picChg chg="add mod">
          <ac:chgData name="Fainstad, Brandon" userId="aac92477-536e-4d21-9f70-fa5cd941f380" providerId="ADAL" clId="{AE306D3C-8EE8-4782-8CF9-E64563CFBD6B}" dt="2021-12-29T20:47:47.825" v="104"/>
          <ac:picMkLst>
            <pc:docMk/>
            <pc:sldMk cId="2199620990" sldId="403"/>
            <ac:picMk id="149" creationId="{0E2E7B11-0902-430A-BAC6-FFE138552C9F}"/>
          </ac:picMkLst>
        </pc:picChg>
        <pc:picChg chg="del">
          <ac:chgData name="Fainstad, Brandon" userId="aac92477-536e-4d21-9f70-fa5cd941f380" providerId="ADAL" clId="{AE306D3C-8EE8-4782-8CF9-E64563CFBD6B}" dt="2021-12-29T21:09:48.933" v="329" actId="478"/>
          <ac:picMkLst>
            <pc:docMk/>
            <pc:sldMk cId="2199620990" sldId="403"/>
            <ac:picMk id="151" creationId="{B629EA9A-7382-48A1-98A8-E8F7F08C5C8E}"/>
          </ac:picMkLst>
        </pc:picChg>
        <pc:picChg chg="del">
          <ac:chgData name="Fainstad, Brandon" userId="aac92477-536e-4d21-9f70-fa5cd941f380" providerId="ADAL" clId="{AE306D3C-8EE8-4782-8CF9-E64563CFBD6B}" dt="2021-12-29T21:11:22.616" v="348" actId="478"/>
          <ac:picMkLst>
            <pc:docMk/>
            <pc:sldMk cId="2199620990" sldId="403"/>
            <ac:picMk id="152" creationId="{5B303BB3-BE66-4F93-B670-77B47AA1947F}"/>
          </ac:picMkLst>
        </pc:picChg>
        <pc:picChg chg="del">
          <ac:chgData name="Fainstad, Brandon" userId="aac92477-536e-4d21-9f70-fa5cd941f380" providerId="ADAL" clId="{AE306D3C-8EE8-4782-8CF9-E64563CFBD6B}" dt="2021-12-29T21:06:06.933" v="281" actId="478"/>
          <ac:picMkLst>
            <pc:docMk/>
            <pc:sldMk cId="2199620990" sldId="403"/>
            <ac:picMk id="156" creationId="{52F6219F-DA78-4D46-B62B-39319E3C62B7}"/>
          </ac:picMkLst>
        </pc:picChg>
        <pc:picChg chg="del">
          <ac:chgData name="Fainstad, Brandon" userId="aac92477-536e-4d21-9f70-fa5cd941f380" providerId="ADAL" clId="{AE306D3C-8EE8-4782-8CF9-E64563CFBD6B}" dt="2021-12-29T20:47:47.544" v="103" actId="478"/>
          <ac:picMkLst>
            <pc:docMk/>
            <pc:sldMk cId="2199620990" sldId="403"/>
            <ac:picMk id="161" creationId="{AC7ABCC7-21B7-4734-9220-25745BB67E10}"/>
          </ac:picMkLst>
        </pc:picChg>
        <pc:picChg chg="add mod">
          <ac:chgData name="Fainstad, Brandon" userId="aac92477-536e-4d21-9f70-fa5cd941f380" providerId="ADAL" clId="{AE306D3C-8EE8-4782-8CF9-E64563CFBD6B}" dt="2021-12-29T20:47:47.825" v="104"/>
          <ac:picMkLst>
            <pc:docMk/>
            <pc:sldMk cId="2199620990" sldId="403"/>
            <ac:picMk id="164" creationId="{C1177FA4-620E-4D4F-AFB3-FF0EB0FF2EEF}"/>
          </ac:picMkLst>
        </pc:picChg>
        <pc:picChg chg="add mod">
          <ac:chgData name="Fainstad, Brandon" userId="aac92477-536e-4d21-9f70-fa5cd941f380" providerId="ADAL" clId="{AE306D3C-8EE8-4782-8CF9-E64563CFBD6B}" dt="2021-12-29T20:47:47.825" v="104"/>
          <ac:picMkLst>
            <pc:docMk/>
            <pc:sldMk cId="2199620990" sldId="403"/>
            <ac:picMk id="169" creationId="{0EEEE6AA-714A-4332-89D9-AA92BAE69E68}"/>
          </ac:picMkLst>
        </pc:picChg>
        <pc:picChg chg="add del mod">
          <ac:chgData name="Fainstad, Brandon" userId="aac92477-536e-4d21-9f70-fa5cd941f380" providerId="ADAL" clId="{AE306D3C-8EE8-4782-8CF9-E64563CFBD6B}" dt="2021-12-29T20:50:00.502" v="143" actId="478"/>
          <ac:picMkLst>
            <pc:docMk/>
            <pc:sldMk cId="2199620990" sldId="403"/>
            <ac:picMk id="171" creationId="{2A61F84E-31D0-4AEA-8196-71EB4F803019}"/>
          </ac:picMkLst>
        </pc:picChg>
        <pc:cxnChg chg="mod">
          <ac:chgData name="Fainstad, Brandon" userId="aac92477-536e-4d21-9f70-fa5cd941f380" providerId="ADAL" clId="{AE306D3C-8EE8-4782-8CF9-E64563CFBD6B}" dt="2021-12-29T21:08:58.888" v="318" actId="14100"/>
          <ac:cxnSpMkLst>
            <pc:docMk/>
            <pc:sldMk cId="2199620990" sldId="403"/>
            <ac:cxnSpMk id="6" creationId="{002C2371-942B-4FA9-AF23-BF282EC6F321}"/>
          </ac:cxnSpMkLst>
        </pc:cxnChg>
        <pc:cxnChg chg="del mod">
          <ac:chgData name="Fainstad, Brandon" userId="aac92477-536e-4d21-9f70-fa5cd941f380" providerId="ADAL" clId="{AE306D3C-8EE8-4782-8CF9-E64563CFBD6B}" dt="2021-12-29T20:47:47.544" v="103" actId="478"/>
          <ac:cxnSpMkLst>
            <pc:docMk/>
            <pc:sldMk cId="2199620990" sldId="403"/>
            <ac:cxnSpMk id="104" creationId="{17D00BA9-7399-457B-930B-D1A5B50BCF09}"/>
          </ac:cxnSpMkLst>
        </pc:cxnChg>
        <pc:cxnChg chg="add mod">
          <ac:chgData name="Fainstad, Brandon" userId="aac92477-536e-4d21-9f70-fa5cd941f380" providerId="ADAL" clId="{AE306D3C-8EE8-4782-8CF9-E64563CFBD6B}" dt="2021-12-29T20:50:00.502" v="143" actId="478"/>
          <ac:cxnSpMkLst>
            <pc:docMk/>
            <pc:sldMk cId="2199620990" sldId="403"/>
            <ac:cxnSpMk id="172" creationId="{C767119C-986F-415D-B8A8-E5BD3A332D6D}"/>
          </ac:cxnSpMkLst>
        </pc:cxnChg>
        <pc:cxnChg chg="mod">
          <ac:chgData name="Fainstad, Brandon" userId="aac92477-536e-4d21-9f70-fa5cd941f380" providerId="ADAL" clId="{AE306D3C-8EE8-4782-8CF9-E64563CFBD6B}" dt="2021-12-29T20:47:47.544" v="103" actId="478"/>
          <ac:cxnSpMkLst>
            <pc:docMk/>
            <pc:sldMk cId="2199620990" sldId="403"/>
            <ac:cxnSpMk id="180" creationId="{75B5987B-53DF-480D-9438-5DE61D1FCE85}"/>
          </ac:cxnSpMkLst>
        </pc:cxnChg>
        <pc:cxnChg chg="mod">
          <ac:chgData name="Fainstad, Brandon" userId="aac92477-536e-4d21-9f70-fa5cd941f380" providerId="ADAL" clId="{AE306D3C-8EE8-4782-8CF9-E64563CFBD6B}" dt="2021-12-29T20:47:47.544" v="103" actId="478"/>
          <ac:cxnSpMkLst>
            <pc:docMk/>
            <pc:sldMk cId="2199620990" sldId="403"/>
            <ac:cxnSpMk id="181" creationId="{AE072699-B5C7-4CC7-909A-DF7013FE088F}"/>
          </ac:cxnSpMkLst>
        </pc:cxnChg>
        <pc:cxnChg chg="add mod">
          <ac:chgData name="Fainstad, Brandon" userId="aac92477-536e-4d21-9f70-fa5cd941f380" providerId="ADAL" clId="{AE306D3C-8EE8-4782-8CF9-E64563CFBD6B}" dt="2021-12-29T20:47:47.825" v="104"/>
          <ac:cxnSpMkLst>
            <pc:docMk/>
            <pc:sldMk cId="2199620990" sldId="403"/>
            <ac:cxnSpMk id="182" creationId="{687BE936-A2C7-42B0-A3CC-9A5143011779}"/>
          </ac:cxnSpMkLst>
        </pc:cxnChg>
      </pc:sldChg>
      <pc:sldChg chg="addSp delSp modSp mod">
        <pc:chgData name="Fainstad, Brandon" userId="aac92477-536e-4d21-9f70-fa5cd941f380" providerId="ADAL" clId="{AE306D3C-8EE8-4782-8CF9-E64563CFBD6B}" dt="2021-12-29T21:22:29.454" v="418"/>
        <pc:sldMkLst>
          <pc:docMk/>
          <pc:sldMk cId="2879307557" sldId="404"/>
        </pc:sldMkLst>
        <pc:spChg chg="add mod">
          <ac:chgData name="Fainstad, Brandon" userId="aac92477-536e-4d21-9f70-fa5cd941f380" providerId="ADAL" clId="{AE306D3C-8EE8-4782-8CF9-E64563CFBD6B}" dt="2021-12-29T21:08:36.630" v="313" actId="14100"/>
          <ac:spMkLst>
            <pc:docMk/>
            <pc:sldMk cId="2879307557" sldId="404"/>
            <ac:spMk id="83" creationId="{A1423DBB-4C7E-4FB2-A9D3-A367D3835691}"/>
          </ac:spMkLst>
        </pc:spChg>
        <pc:spChg chg="add mod">
          <ac:chgData name="Fainstad, Brandon" userId="aac92477-536e-4d21-9f70-fa5cd941f380" providerId="ADAL" clId="{AE306D3C-8EE8-4782-8CF9-E64563CFBD6B}" dt="2021-12-29T21:11:26.152" v="351"/>
          <ac:spMkLst>
            <pc:docMk/>
            <pc:sldMk cId="2879307557" sldId="404"/>
            <ac:spMk id="84" creationId="{E3E8CEC3-619A-42C4-81FD-F47378ACDCF7}"/>
          </ac:spMkLst>
        </pc:spChg>
        <pc:spChg chg="del">
          <ac:chgData name="Fainstad, Brandon" userId="aac92477-536e-4d21-9f70-fa5cd941f380" providerId="ADAL" clId="{AE306D3C-8EE8-4782-8CF9-E64563CFBD6B}" dt="2021-12-29T21:11:25.886" v="350" actId="478"/>
          <ac:spMkLst>
            <pc:docMk/>
            <pc:sldMk cId="2879307557" sldId="404"/>
            <ac:spMk id="105" creationId="{F4598219-62F8-4873-A2A7-97E2FA46E94D}"/>
          </ac:spMkLst>
        </pc:spChg>
        <pc:spChg chg="add mod">
          <ac:chgData name="Fainstad, Brandon" userId="aac92477-536e-4d21-9f70-fa5cd941f380" providerId="ADAL" clId="{AE306D3C-8EE8-4782-8CF9-E64563CFBD6B}" dt="2021-12-29T20:47:52.398" v="106"/>
          <ac:spMkLst>
            <pc:docMk/>
            <pc:sldMk cId="2879307557" sldId="404"/>
            <ac:spMk id="107" creationId="{6990FB81-67A7-4292-AEB6-88F3AD6091C4}"/>
          </ac:spMkLst>
        </pc:spChg>
        <pc:spChg chg="add mod">
          <ac:chgData name="Fainstad, Brandon" userId="aac92477-536e-4d21-9f70-fa5cd941f380" providerId="ADAL" clId="{AE306D3C-8EE8-4782-8CF9-E64563CFBD6B}" dt="2021-12-29T20:47:52.398" v="106"/>
          <ac:spMkLst>
            <pc:docMk/>
            <pc:sldMk cId="2879307557" sldId="404"/>
            <ac:spMk id="109" creationId="{E1912B5D-45A8-4E0B-BBA6-E82330AF106E}"/>
          </ac:spMkLst>
        </pc:spChg>
        <pc:spChg chg="del">
          <ac:chgData name="Fainstad, Brandon" userId="aac92477-536e-4d21-9f70-fa5cd941f380" providerId="ADAL" clId="{AE306D3C-8EE8-4782-8CF9-E64563CFBD6B}" dt="2021-12-29T20:47:52.023" v="105" actId="478"/>
          <ac:spMkLst>
            <pc:docMk/>
            <pc:sldMk cId="2879307557" sldId="404"/>
            <ac:spMk id="110" creationId="{3E54BF3C-76D9-4A6F-8EA1-2931AEB087C1}"/>
          </ac:spMkLst>
        </pc:spChg>
        <pc:spChg chg="add mod">
          <ac:chgData name="Fainstad, Brandon" userId="aac92477-536e-4d21-9f70-fa5cd941f380" providerId="ADAL" clId="{AE306D3C-8EE8-4782-8CF9-E64563CFBD6B}" dt="2021-12-29T20:47:52.398" v="106"/>
          <ac:spMkLst>
            <pc:docMk/>
            <pc:sldMk cId="2879307557" sldId="404"/>
            <ac:spMk id="112" creationId="{20B27EB1-15C0-4CFC-902D-640D1196B6F6}"/>
          </ac:spMkLst>
        </pc:spChg>
        <pc:spChg chg="add mod">
          <ac:chgData name="Fainstad, Brandon" userId="aac92477-536e-4d21-9f70-fa5cd941f380" providerId="ADAL" clId="{AE306D3C-8EE8-4782-8CF9-E64563CFBD6B}" dt="2021-12-29T20:47:52.398" v="106"/>
          <ac:spMkLst>
            <pc:docMk/>
            <pc:sldMk cId="2879307557" sldId="404"/>
            <ac:spMk id="113" creationId="{E247BD0A-2A4C-4F50-8C1D-BC84DE24BF84}"/>
          </ac:spMkLst>
        </pc:spChg>
        <pc:spChg chg="add mod">
          <ac:chgData name="Fainstad, Brandon" userId="aac92477-536e-4d21-9f70-fa5cd941f380" providerId="ADAL" clId="{AE306D3C-8EE8-4782-8CF9-E64563CFBD6B}" dt="2021-12-29T20:47:52.398" v="106"/>
          <ac:spMkLst>
            <pc:docMk/>
            <pc:sldMk cId="2879307557" sldId="404"/>
            <ac:spMk id="115" creationId="{E8E8495B-8F1B-45E3-B039-5756FA8D4819}"/>
          </ac:spMkLst>
        </pc:spChg>
        <pc:spChg chg="add del mod">
          <ac:chgData name="Fainstad, Brandon" userId="aac92477-536e-4d21-9f70-fa5cd941f380" providerId="ADAL" clId="{AE306D3C-8EE8-4782-8CF9-E64563CFBD6B}" dt="2021-12-29T20:50:05.559" v="145" actId="478"/>
          <ac:spMkLst>
            <pc:docMk/>
            <pc:sldMk cId="2879307557" sldId="404"/>
            <ac:spMk id="120" creationId="{6EEFD2A0-FDEF-46D7-9911-CFFAF25A6477}"/>
          </ac:spMkLst>
        </pc:spChg>
        <pc:spChg chg="add mod">
          <ac:chgData name="Fainstad, Brandon" userId="aac92477-536e-4d21-9f70-fa5cd941f380" providerId="ADAL" clId="{AE306D3C-8EE8-4782-8CF9-E64563CFBD6B}" dt="2021-12-29T20:50:05.809" v="146"/>
          <ac:spMkLst>
            <pc:docMk/>
            <pc:sldMk cId="2879307557" sldId="404"/>
            <ac:spMk id="141" creationId="{D5AADF13-2417-4F07-BCFA-B3BCB5F5A52E}"/>
          </ac:spMkLst>
        </pc:spChg>
        <pc:grpChg chg="del">
          <ac:chgData name="Fainstad, Brandon" userId="aac92477-536e-4d21-9f70-fa5cd941f380" providerId="ADAL" clId="{AE306D3C-8EE8-4782-8CF9-E64563CFBD6B}" dt="2021-12-29T20:47:52.023" v="105" actId="478"/>
          <ac:grpSpMkLst>
            <pc:docMk/>
            <pc:sldMk cId="2879307557" sldId="404"/>
            <ac:grpSpMk id="97" creationId="{4215ADB7-136C-4E2A-86B4-96DC93B3E6CD}"/>
          </ac:grpSpMkLst>
        </pc:grpChg>
        <pc:grpChg chg="del">
          <ac:chgData name="Fainstad, Brandon" userId="aac92477-536e-4d21-9f70-fa5cd941f380" providerId="ADAL" clId="{AE306D3C-8EE8-4782-8CF9-E64563CFBD6B}" dt="2021-12-29T20:47:52.023" v="105" actId="478"/>
          <ac:grpSpMkLst>
            <pc:docMk/>
            <pc:sldMk cId="2879307557" sldId="404"/>
            <ac:grpSpMk id="100" creationId="{E0189374-EDBD-457D-94E6-E29B1AF1D3A8}"/>
          </ac:grpSpMkLst>
        </pc:grpChg>
        <pc:grpChg chg="del">
          <ac:chgData name="Fainstad, Brandon" userId="aac92477-536e-4d21-9f70-fa5cd941f380" providerId="ADAL" clId="{AE306D3C-8EE8-4782-8CF9-E64563CFBD6B}" dt="2021-12-29T20:47:52.023" v="105" actId="478"/>
          <ac:grpSpMkLst>
            <pc:docMk/>
            <pc:sldMk cId="2879307557" sldId="404"/>
            <ac:grpSpMk id="116" creationId="{6119381E-95D4-431D-83D4-53389CE83FB6}"/>
          </ac:grpSpMkLst>
        </pc:grpChg>
        <pc:grpChg chg="del">
          <ac:chgData name="Fainstad, Brandon" userId="aac92477-536e-4d21-9f70-fa5cd941f380" providerId="ADAL" clId="{AE306D3C-8EE8-4782-8CF9-E64563CFBD6B}" dt="2021-12-29T20:47:52.023" v="105" actId="478"/>
          <ac:grpSpMkLst>
            <pc:docMk/>
            <pc:sldMk cId="2879307557" sldId="404"/>
            <ac:grpSpMk id="123" creationId="{3E3B16D9-813D-46E5-B0F9-FA7427E76CC1}"/>
          </ac:grpSpMkLst>
        </pc:grpChg>
        <pc:grpChg chg="del">
          <ac:chgData name="Fainstad, Brandon" userId="aac92477-536e-4d21-9f70-fa5cd941f380" providerId="ADAL" clId="{AE306D3C-8EE8-4782-8CF9-E64563CFBD6B}" dt="2021-12-29T20:47:52.023" v="105" actId="478"/>
          <ac:grpSpMkLst>
            <pc:docMk/>
            <pc:sldMk cId="2879307557" sldId="404"/>
            <ac:grpSpMk id="126" creationId="{08C993BE-E476-46EC-AB94-6AA8AE7734D3}"/>
          </ac:grpSpMkLst>
        </pc:grpChg>
        <pc:grpChg chg="del">
          <ac:chgData name="Fainstad, Brandon" userId="aac92477-536e-4d21-9f70-fa5cd941f380" providerId="ADAL" clId="{AE306D3C-8EE8-4782-8CF9-E64563CFBD6B}" dt="2021-12-29T20:47:52.023" v="105" actId="478"/>
          <ac:grpSpMkLst>
            <pc:docMk/>
            <pc:sldMk cId="2879307557" sldId="404"/>
            <ac:grpSpMk id="129" creationId="{FE3E20AE-2E60-4116-BDE4-FD1F83DC9902}"/>
          </ac:grpSpMkLst>
        </pc:grpChg>
        <pc:picChg chg="add mod">
          <ac:chgData name="Fainstad, Brandon" userId="aac92477-536e-4d21-9f70-fa5cd941f380" providerId="ADAL" clId="{AE306D3C-8EE8-4782-8CF9-E64563CFBD6B}" dt="2021-12-29T21:11:26.152" v="351"/>
          <ac:picMkLst>
            <pc:docMk/>
            <pc:sldMk cId="2879307557" sldId="404"/>
            <ac:picMk id="85" creationId="{CD434DAB-E235-4EF4-847F-91639B70FB45}"/>
          </ac:picMkLst>
        </pc:picChg>
        <pc:picChg chg="del">
          <ac:chgData name="Fainstad, Brandon" userId="aac92477-536e-4d21-9f70-fa5cd941f380" providerId="ADAL" clId="{AE306D3C-8EE8-4782-8CF9-E64563CFBD6B}" dt="2021-12-29T20:47:52.023" v="105" actId="478"/>
          <ac:picMkLst>
            <pc:docMk/>
            <pc:sldMk cId="2879307557" sldId="404"/>
            <ac:picMk id="96" creationId="{143A6ADE-9821-4C39-8E77-7A6F34F84AA5}"/>
          </ac:picMkLst>
        </pc:picChg>
        <pc:picChg chg="add mod">
          <ac:chgData name="Fainstad, Brandon" userId="aac92477-536e-4d21-9f70-fa5cd941f380" providerId="ADAL" clId="{AE306D3C-8EE8-4782-8CF9-E64563CFBD6B}" dt="2021-12-29T20:47:52.398" v="106"/>
          <ac:picMkLst>
            <pc:docMk/>
            <pc:sldMk cId="2879307557" sldId="404"/>
            <ac:picMk id="108" creationId="{EC560E1D-4170-4231-BF95-730C245A84EE}"/>
          </ac:picMkLst>
        </pc:picChg>
        <pc:picChg chg="del">
          <ac:chgData name="Fainstad, Brandon" userId="aac92477-536e-4d21-9f70-fa5cd941f380" providerId="ADAL" clId="{AE306D3C-8EE8-4782-8CF9-E64563CFBD6B}" dt="2021-12-29T20:47:52.023" v="105" actId="478"/>
          <ac:picMkLst>
            <pc:docMk/>
            <pc:sldMk cId="2879307557" sldId="404"/>
            <ac:picMk id="111" creationId="{5C66E20B-B6A3-471E-9F4D-B86D2CE261DF}"/>
          </ac:picMkLst>
        </pc:picChg>
        <pc:picChg chg="add mod">
          <ac:chgData name="Fainstad, Brandon" userId="aac92477-536e-4d21-9f70-fa5cd941f380" providerId="ADAL" clId="{AE306D3C-8EE8-4782-8CF9-E64563CFBD6B}" dt="2021-12-29T20:47:52.398" v="106"/>
          <ac:picMkLst>
            <pc:docMk/>
            <pc:sldMk cId="2879307557" sldId="404"/>
            <ac:picMk id="114" creationId="{258C75DA-3D42-408E-8EF2-823819C57DE6}"/>
          </ac:picMkLst>
        </pc:picChg>
        <pc:picChg chg="add mod">
          <ac:chgData name="Fainstad, Brandon" userId="aac92477-536e-4d21-9f70-fa5cd941f380" providerId="ADAL" clId="{AE306D3C-8EE8-4782-8CF9-E64563CFBD6B}" dt="2021-12-29T20:47:52.398" v="106"/>
          <ac:picMkLst>
            <pc:docMk/>
            <pc:sldMk cId="2879307557" sldId="404"/>
            <ac:picMk id="119" creationId="{2F3C7229-363B-41C9-B90B-A17BBB339D1B}"/>
          </ac:picMkLst>
        </pc:picChg>
        <pc:picChg chg="add del mod">
          <ac:chgData name="Fainstad, Brandon" userId="aac92477-536e-4d21-9f70-fa5cd941f380" providerId="ADAL" clId="{AE306D3C-8EE8-4782-8CF9-E64563CFBD6B}" dt="2021-12-29T20:50:05.559" v="145" actId="478"/>
          <ac:picMkLst>
            <pc:docMk/>
            <pc:sldMk cId="2879307557" sldId="404"/>
            <ac:picMk id="121" creationId="{19F7ACFC-BC15-44D8-B5A0-F028B655795B}"/>
          </ac:picMkLst>
        </pc:picChg>
        <pc:picChg chg="mod">
          <ac:chgData name="Fainstad, Brandon" userId="aac92477-536e-4d21-9f70-fa5cd941f380" providerId="ADAL" clId="{AE306D3C-8EE8-4782-8CF9-E64563CFBD6B}" dt="2021-12-29T21:22:29.454" v="418"/>
          <ac:picMkLst>
            <pc:docMk/>
            <pc:sldMk cId="2879307557" sldId="404"/>
            <ac:picMk id="149" creationId="{E7C79811-732C-453B-8BB1-F232164D4FEE}"/>
          </ac:picMkLst>
        </pc:picChg>
        <pc:picChg chg="del">
          <ac:chgData name="Fainstad, Brandon" userId="aac92477-536e-4d21-9f70-fa5cd941f380" providerId="ADAL" clId="{AE306D3C-8EE8-4782-8CF9-E64563CFBD6B}" dt="2021-12-29T21:09:45.225" v="328" actId="478"/>
          <ac:picMkLst>
            <pc:docMk/>
            <pc:sldMk cId="2879307557" sldId="404"/>
            <ac:picMk id="151" creationId="{B629EA9A-7382-48A1-98A8-E8F7F08C5C8E}"/>
          </ac:picMkLst>
        </pc:picChg>
        <pc:picChg chg="del">
          <ac:chgData name="Fainstad, Brandon" userId="aac92477-536e-4d21-9f70-fa5cd941f380" providerId="ADAL" clId="{AE306D3C-8EE8-4782-8CF9-E64563CFBD6B}" dt="2021-12-29T21:11:25.886" v="350" actId="478"/>
          <ac:picMkLst>
            <pc:docMk/>
            <pc:sldMk cId="2879307557" sldId="404"/>
            <ac:picMk id="152" creationId="{5B303BB3-BE66-4F93-B670-77B47AA1947F}"/>
          </ac:picMkLst>
        </pc:picChg>
        <pc:picChg chg="del">
          <ac:chgData name="Fainstad, Brandon" userId="aac92477-536e-4d21-9f70-fa5cd941f380" providerId="ADAL" clId="{AE306D3C-8EE8-4782-8CF9-E64563CFBD6B}" dt="2021-12-29T21:06:02.929" v="280" actId="478"/>
          <ac:picMkLst>
            <pc:docMk/>
            <pc:sldMk cId="2879307557" sldId="404"/>
            <ac:picMk id="186" creationId="{A6F78736-F4D9-4789-866A-FD77491F1BF4}"/>
          </ac:picMkLst>
        </pc:picChg>
        <pc:cxnChg chg="del mod">
          <ac:chgData name="Fainstad, Brandon" userId="aac92477-536e-4d21-9f70-fa5cd941f380" providerId="ADAL" clId="{AE306D3C-8EE8-4782-8CF9-E64563CFBD6B}" dt="2021-12-29T20:47:52.023" v="105" actId="478"/>
          <ac:cxnSpMkLst>
            <pc:docMk/>
            <pc:sldMk cId="2879307557" sldId="404"/>
            <ac:cxnSpMk id="103" creationId="{A3FC5544-C1C2-429E-9415-6131FD8E6D55}"/>
          </ac:cxnSpMkLst>
        </pc:cxnChg>
        <pc:cxnChg chg="add mod">
          <ac:chgData name="Fainstad, Brandon" userId="aac92477-536e-4d21-9f70-fa5cd941f380" providerId="ADAL" clId="{AE306D3C-8EE8-4782-8CF9-E64563CFBD6B}" dt="2021-12-29T20:50:05.559" v="145" actId="478"/>
          <ac:cxnSpMkLst>
            <pc:docMk/>
            <pc:sldMk cId="2879307557" sldId="404"/>
            <ac:cxnSpMk id="122" creationId="{81B83D49-8C9C-4065-88A4-7B58EE5A9F27}"/>
          </ac:cxnSpMkLst>
        </pc:cxnChg>
        <pc:cxnChg chg="mod">
          <ac:chgData name="Fainstad, Brandon" userId="aac92477-536e-4d21-9f70-fa5cd941f380" providerId="ADAL" clId="{AE306D3C-8EE8-4782-8CF9-E64563CFBD6B}" dt="2021-12-29T20:47:52.023" v="105" actId="478"/>
          <ac:cxnSpMkLst>
            <pc:docMk/>
            <pc:sldMk cId="2879307557" sldId="404"/>
            <ac:cxnSpMk id="130" creationId="{67D067E3-E1FB-4DE9-8939-D4377A1FF4FB}"/>
          </ac:cxnSpMkLst>
        </pc:cxnChg>
        <pc:cxnChg chg="mod">
          <ac:chgData name="Fainstad, Brandon" userId="aac92477-536e-4d21-9f70-fa5cd941f380" providerId="ADAL" clId="{AE306D3C-8EE8-4782-8CF9-E64563CFBD6B}" dt="2021-12-29T20:47:52.023" v="105" actId="478"/>
          <ac:cxnSpMkLst>
            <pc:docMk/>
            <pc:sldMk cId="2879307557" sldId="404"/>
            <ac:cxnSpMk id="131" creationId="{0FBCA89E-A99D-458B-8AFA-8B796D60EA34}"/>
          </ac:cxnSpMkLst>
        </pc:cxnChg>
        <pc:cxnChg chg="add mod">
          <ac:chgData name="Fainstad, Brandon" userId="aac92477-536e-4d21-9f70-fa5cd941f380" providerId="ADAL" clId="{AE306D3C-8EE8-4782-8CF9-E64563CFBD6B}" dt="2021-12-29T20:47:52.398" v="106"/>
          <ac:cxnSpMkLst>
            <pc:docMk/>
            <pc:sldMk cId="2879307557" sldId="404"/>
            <ac:cxnSpMk id="132" creationId="{A9269B31-E72D-4CEB-86AC-A4531CEF74B5}"/>
          </ac:cxnSpMkLst>
        </pc:cxnChg>
      </pc:sldChg>
      <pc:sldChg chg="addSp delSp modSp mod">
        <pc:chgData name="Fainstad, Brandon" userId="aac92477-536e-4d21-9f70-fa5cd941f380" providerId="ADAL" clId="{AE306D3C-8EE8-4782-8CF9-E64563CFBD6B}" dt="2021-12-29T21:22:40.431" v="419"/>
        <pc:sldMkLst>
          <pc:docMk/>
          <pc:sldMk cId="822513148" sldId="405"/>
        </pc:sldMkLst>
        <pc:spChg chg="add mod">
          <ac:chgData name="Fainstad, Brandon" userId="aac92477-536e-4d21-9f70-fa5cd941f380" providerId="ADAL" clId="{AE306D3C-8EE8-4782-8CF9-E64563CFBD6B}" dt="2021-12-29T21:08:16.252" v="308" actId="208"/>
          <ac:spMkLst>
            <pc:docMk/>
            <pc:sldMk cId="822513148" sldId="405"/>
            <ac:spMk id="83" creationId="{98E19557-59E9-4884-806A-28F0239C20E0}"/>
          </ac:spMkLst>
        </pc:spChg>
        <pc:spChg chg="add mod">
          <ac:chgData name="Fainstad, Brandon" userId="aac92477-536e-4d21-9f70-fa5cd941f380" providerId="ADAL" clId="{AE306D3C-8EE8-4782-8CF9-E64563CFBD6B}" dt="2021-12-29T21:11:30.156" v="353"/>
          <ac:spMkLst>
            <pc:docMk/>
            <pc:sldMk cId="822513148" sldId="405"/>
            <ac:spMk id="96" creationId="{E34E82CE-6E92-4334-9C56-A7E7525DB301}"/>
          </ac:spMkLst>
        </pc:spChg>
        <pc:spChg chg="del">
          <ac:chgData name="Fainstad, Brandon" userId="aac92477-536e-4d21-9f70-fa5cd941f380" providerId="ADAL" clId="{AE306D3C-8EE8-4782-8CF9-E64563CFBD6B}" dt="2021-12-29T21:11:29.672" v="352" actId="478"/>
          <ac:spMkLst>
            <pc:docMk/>
            <pc:sldMk cId="822513148" sldId="405"/>
            <ac:spMk id="105" creationId="{BB26C048-F968-45DD-B272-FE1CFA70B827}"/>
          </ac:spMkLst>
        </pc:spChg>
        <pc:spChg chg="add mod">
          <ac:chgData name="Fainstad, Brandon" userId="aac92477-536e-4d21-9f70-fa5cd941f380" providerId="ADAL" clId="{AE306D3C-8EE8-4782-8CF9-E64563CFBD6B}" dt="2021-12-29T20:47:56.769" v="108"/>
          <ac:spMkLst>
            <pc:docMk/>
            <pc:sldMk cId="822513148" sldId="405"/>
            <ac:spMk id="107" creationId="{6851618A-FC4B-46DF-AE3F-8A686BB99783}"/>
          </ac:spMkLst>
        </pc:spChg>
        <pc:spChg chg="add mod">
          <ac:chgData name="Fainstad, Brandon" userId="aac92477-536e-4d21-9f70-fa5cd941f380" providerId="ADAL" clId="{AE306D3C-8EE8-4782-8CF9-E64563CFBD6B}" dt="2021-12-29T20:47:56.769" v="108"/>
          <ac:spMkLst>
            <pc:docMk/>
            <pc:sldMk cId="822513148" sldId="405"/>
            <ac:spMk id="109" creationId="{D88024E7-A505-4340-B7AE-B44EA5496089}"/>
          </ac:spMkLst>
        </pc:spChg>
        <pc:spChg chg="del">
          <ac:chgData name="Fainstad, Brandon" userId="aac92477-536e-4d21-9f70-fa5cd941f380" providerId="ADAL" clId="{AE306D3C-8EE8-4782-8CF9-E64563CFBD6B}" dt="2021-12-29T20:47:56.394" v="107" actId="478"/>
          <ac:spMkLst>
            <pc:docMk/>
            <pc:sldMk cId="822513148" sldId="405"/>
            <ac:spMk id="110" creationId="{126F9A84-4D2B-41E4-8DDD-2279136828FB}"/>
          </ac:spMkLst>
        </pc:spChg>
        <pc:spChg chg="add mod">
          <ac:chgData name="Fainstad, Brandon" userId="aac92477-536e-4d21-9f70-fa5cd941f380" providerId="ADAL" clId="{AE306D3C-8EE8-4782-8CF9-E64563CFBD6B}" dt="2021-12-29T20:47:56.769" v="108"/>
          <ac:spMkLst>
            <pc:docMk/>
            <pc:sldMk cId="822513148" sldId="405"/>
            <ac:spMk id="112" creationId="{AF29D607-8B3D-4298-9CFC-8F822833D8DA}"/>
          </ac:spMkLst>
        </pc:spChg>
        <pc:spChg chg="add mod">
          <ac:chgData name="Fainstad, Brandon" userId="aac92477-536e-4d21-9f70-fa5cd941f380" providerId="ADAL" clId="{AE306D3C-8EE8-4782-8CF9-E64563CFBD6B}" dt="2021-12-29T20:47:56.769" v="108"/>
          <ac:spMkLst>
            <pc:docMk/>
            <pc:sldMk cId="822513148" sldId="405"/>
            <ac:spMk id="113" creationId="{0B26D116-517C-4D21-98E3-080417547196}"/>
          </ac:spMkLst>
        </pc:spChg>
        <pc:spChg chg="add mod">
          <ac:chgData name="Fainstad, Brandon" userId="aac92477-536e-4d21-9f70-fa5cd941f380" providerId="ADAL" clId="{AE306D3C-8EE8-4782-8CF9-E64563CFBD6B}" dt="2021-12-29T20:47:56.769" v="108"/>
          <ac:spMkLst>
            <pc:docMk/>
            <pc:sldMk cId="822513148" sldId="405"/>
            <ac:spMk id="115" creationId="{693A5D2D-AF2C-460C-9260-DCD78ED4DDB1}"/>
          </ac:spMkLst>
        </pc:spChg>
        <pc:spChg chg="add del mod">
          <ac:chgData name="Fainstad, Brandon" userId="aac92477-536e-4d21-9f70-fa5cd941f380" providerId="ADAL" clId="{AE306D3C-8EE8-4782-8CF9-E64563CFBD6B}" dt="2021-12-29T20:50:09.289" v="147" actId="478"/>
          <ac:spMkLst>
            <pc:docMk/>
            <pc:sldMk cId="822513148" sldId="405"/>
            <ac:spMk id="120" creationId="{B8A21470-A5E9-4FD4-BAD3-D3D6B85987E5}"/>
          </ac:spMkLst>
        </pc:spChg>
        <pc:spChg chg="add mod">
          <ac:chgData name="Fainstad, Brandon" userId="aac92477-536e-4d21-9f70-fa5cd941f380" providerId="ADAL" clId="{AE306D3C-8EE8-4782-8CF9-E64563CFBD6B}" dt="2021-12-29T20:50:09.538" v="148"/>
          <ac:spMkLst>
            <pc:docMk/>
            <pc:sldMk cId="822513148" sldId="405"/>
            <ac:spMk id="141" creationId="{1FEA21FE-6BB6-4295-B9C2-6B2D12D89893}"/>
          </ac:spMkLst>
        </pc:spChg>
        <pc:grpChg chg="del">
          <ac:chgData name="Fainstad, Brandon" userId="aac92477-536e-4d21-9f70-fa5cd941f380" providerId="ADAL" clId="{AE306D3C-8EE8-4782-8CF9-E64563CFBD6B}" dt="2021-12-29T20:47:56.394" v="107" actId="478"/>
          <ac:grpSpMkLst>
            <pc:docMk/>
            <pc:sldMk cId="822513148" sldId="405"/>
            <ac:grpSpMk id="97" creationId="{FF33C729-774D-42E6-ACB5-5F8ADE2A6621}"/>
          </ac:grpSpMkLst>
        </pc:grpChg>
        <pc:grpChg chg="del">
          <ac:chgData name="Fainstad, Brandon" userId="aac92477-536e-4d21-9f70-fa5cd941f380" providerId="ADAL" clId="{AE306D3C-8EE8-4782-8CF9-E64563CFBD6B}" dt="2021-12-29T20:47:56.394" v="107" actId="478"/>
          <ac:grpSpMkLst>
            <pc:docMk/>
            <pc:sldMk cId="822513148" sldId="405"/>
            <ac:grpSpMk id="100" creationId="{98AAB29E-89EB-4838-AD16-B594B7D13B7E}"/>
          </ac:grpSpMkLst>
        </pc:grpChg>
        <pc:grpChg chg="del">
          <ac:chgData name="Fainstad, Brandon" userId="aac92477-536e-4d21-9f70-fa5cd941f380" providerId="ADAL" clId="{AE306D3C-8EE8-4782-8CF9-E64563CFBD6B}" dt="2021-12-29T20:47:56.394" v="107" actId="478"/>
          <ac:grpSpMkLst>
            <pc:docMk/>
            <pc:sldMk cId="822513148" sldId="405"/>
            <ac:grpSpMk id="116" creationId="{3FBD877B-D476-40AE-B93A-D2B2D935E79E}"/>
          </ac:grpSpMkLst>
        </pc:grpChg>
        <pc:grpChg chg="del">
          <ac:chgData name="Fainstad, Brandon" userId="aac92477-536e-4d21-9f70-fa5cd941f380" providerId="ADAL" clId="{AE306D3C-8EE8-4782-8CF9-E64563CFBD6B}" dt="2021-12-29T20:47:56.394" v="107" actId="478"/>
          <ac:grpSpMkLst>
            <pc:docMk/>
            <pc:sldMk cId="822513148" sldId="405"/>
            <ac:grpSpMk id="123" creationId="{9CF14195-B571-4BA7-B138-476D40520760}"/>
          </ac:grpSpMkLst>
        </pc:grpChg>
        <pc:grpChg chg="del">
          <ac:chgData name="Fainstad, Brandon" userId="aac92477-536e-4d21-9f70-fa5cd941f380" providerId="ADAL" clId="{AE306D3C-8EE8-4782-8CF9-E64563CFBD6B}" dt="2021-12-29T20:47:56.394" v="107" actId="478"/>
          <ac:grpSpMkLst>
            <pc:docMk/>
            <pc:sldMk cId="822513148" sldId="405"/>
            <ac:grpSpMk id="126" creationId="{14612C3D-38EA-47BD-8DD6-7F49AD4711C3}"/>
          </ac:grpSpMkLst>
        </pc:grpChg>
        <pc:grpChg chg="del">
          <ac:chgData name="Fainstad, Brandon" userId="aac92477-536e-4d21-9f70-fa5cd941f380" providerId="ADAL" clId="{AE306D3C-8EE8-4782-8CF9-E64563CFBD6B}" dt="2021-12-29T20:47:56.394" v="107" actId="478"/>
          <ac:grpSpMkLst>
            <pc:docMk/>
            <pc:sldMk cId="822513148" sldId="405"/>
            <ac:grpSpMk id="129" creationId="{D38580B3-AB5E-4A7A-B4D3-477BE3D214F1}"/>
          </ac:grpSpMkLst>
        </pc:grpChg>
        <pc:picChg chg="del">
          <ac:chgData name="Fainstad, Brandon" userId="aac92477-536e-4d21-9f70-fa5cd941f380" providerId="ADAL" clId="{AE306D3C-8EE8-4782-8CF9-E64563CFBD6B}" dt="2021-12-29T20:47:56.394" v="107" actId="478"/>
          <ac:picMkLst>
            <pc:docMk/>
            <pc:sldMk cId="822513148" sldId="405"/>
            <ac:picMk id="96" creationId="{A3EE590D-1242-4E67-B25C-E1B1846FF32C}"/>
          </ac:picMkLst>
        </pc:picChg>
        <pc:picChg chg="add mod">
          <ac:chgData name="Fainstad, Brandon" userId="aac92477-536e-4d21-9f70-fa5cd941f380" providerId="ADAL" clId="{AE306D3C-8EE8-4782-8CF9-E64563CFBD6B}" dt="2021-12-29T21:11:30.156" v="353"/>
          <ac:picMkLst>
            <pc:docMk/>
            <pc:sldMk cId="822513148" sldId="405"/>
            <ac:picMk id="97" creationId="{672A8D7C-D440-4F0D-B945-9577617ADD58}"/>
          </ac:picMkLst>
        </pc:picChg>
        <pc:picChg chg="add mod">
          <ac:chgData name="Fainstad, Brandon" userId="aac92477-536e-4d21-9f70-fa5cd941f380" providerId="ADAL" clId="{AE306D3C-8EE8-4782-8CF9-E64563CFBD6B}" dt="2021-12-29T20:47:56.769" v="108"/>
          <ac:picMkLst>
            <pc:docMk/>
            <pc:sldMk cId="822513148" sldId="405"/>
            <ac:picMk id="108" creationId="{6AA16CD9-9FAE-4569-8F81-CAD9CE47FD97}"/>
          </ac:picMkLst>
        </pc:picChg>
        <pc:picChg chg="del">
          <ac:chgData name="Fainstad, Brandon" userId="aac92477-536e-4d21-9f70-fa5cd941f380" providerId="ADAL" clId="{AE306D3C-8EE8-4782-8CF9-E64563CFBD6B}" dt="2021-12-29T20:47:56.394" v="107" actId="478"/>
          <ac:picMkLst>
            <pc:docMk/>
            <pc:sldMk cId="822513148" sldId="405"/>
            <ac:picMk id="111" creationId="{EE4FF555-B4E7-4229-A077-E69F1FC2057A}"/>
          </ac:picMkLst>
        </pc:picChg>
        <pc:picChg chg="add mod">
          <ac:chgData name="Fainstad, Brandon" userId="aac92477-536e-4d21-9f70-fa5cd941f380" providerId="ADAL" clId="{AE306D3C-8EE8-4782-8CF9-E64563CFBD6B}" dt="2021-12-29T20:47:56.769" v="108"/>
          <ac:picMkLst>
            <pc:docMk/>
            <pc:sldMk cId="822513148" sldId="405"/>
            <ac:picMk id="114" creationId="{650CC515-AC53-4FB6-86B6-945E41424071}"/>
          </ac:picMkLst>
        </pc:picChg>
        <pc:picChg chg="add mod">
          <ac:chgData name="Fainstad, Brandon" userId="aac92477-536e-4d21-9f70-fa5cd941f380" providerId="ADAL" clId="{AE306D3C-8EE8-4782-8CF9-E64563CFBD6B}" dt="2021-12-29T20:47:56.769" v="108"/>
          <ac:picMkLst>
            <pc:docMk/>
            <pc:sldMk cId="822513148" sldId="405"/>
            <ac:picMk id="119" creationId="{1BD8B9D4-8FC9-44F6-9291-06F6CF4EBB1D}"/>
          </ac:picMkLst>
        </pc:picChg>
        <pc:picChg chg="add del mod">
          <ac:chgData name="Fainstad, Brandon" userId="aac92477-536e-4d21-9f70-fa5cd941f380" providerId="ADAL" clId="{AE306D3C-8EE8-4782-8CF9-E64563CFBD6B}" dt="2021-12-29T20:50:09.289" v="147" actId="478"/>
          <ac:picMkLst>
            <pc:docMk/>
            <pc:sldMk cId="822513148" sldId="405"/>
            <ac:picMk id="121" creationId="{6392C8E3-97D8-4C31-98AC-772E09381F92}"/>
          </ac:picMkLst>
        </pc:picChg>
        <pc:picChg chg="mod">
          <ac:chgData name="Fainstad, Brandon" userId="aac92477-536e-4d21-9f70-fa5cd941f380" providerId="ADAL" clId="{AE306D3C-8EE8-4782-8CF9-E64563CFBD6B}" dt="2021-12-29T21:22:40.431" v="419"/>
          <ac:picMkLst>
            <pc:docMk/>
            <pc:sldMk cId="822513148" sldId="405"/>
            <ac:picMk id="149" creationId="{9F86E818-8656-4500-8110-037FF48E4994}"/>
          </ac:picMkLst>
        </pc:picChg>
        <pc:picChg chg="del">
          <ac:chgData name="Fainstad, Brandon" userId="aac92477-536e-4d21-9f70-fa5cd941f380" providerId="ADAL" clId="{AE306D3C-8EE8-4782-8CF9-E64563CFBD6B}" dt="2021-12-29T21:10:10.107" v="334" actId="478"/>
          <ac:picMkLst>
            <pc:docMk/>
            <pc:sldMk cId="822513148" sldId="405"/>
            <ac:picMk id="151" creationId="{B629EA9A-7382-48A1-98A8-E8F7F08C5C8E}"/>
          </ac:picMkLst>
        </pc:picChg>
        <pc:picChg chg="del">
          <ac:chgData name="Fainstad, Brandon" userId="aac92477-536e-4d21-9f70-fa5cd941f380" providerId="ADAL" clId="{AE306D3C-8EE8-4782-8CF9-E64563CFBD6B}" dt="2021-12-29T21:11:29.672" v="352" actId="478"/>
          <ac:picMkLst>
            <pc:docMk/>
            <pc:sldMk cId="822513148" sldId="405"/>
            <ac:picMk id="152" creationId="{5B303BB3-BE66-4F93-B670-77B47AA1947F}"/>
          </ac:picMkLst>
        </pc:picChg>
        <pc:picChg chg="del">
          <ac:chgData name="Fainstad, Brandon" userId="aac92477-536e-4d21-9f70-fa5cd941f380" providerId="ADAL" clId="{AE306D3C-8EE8-4782-8CF9-E64563CFBD6B}" dt="2021-12-29T21:06:18.253" v="283" actId="478"/>
          <ac:picMkLst>
            <pc:docMk/>
            <pc:sldMk cId="822513148" sldId="405"/>
            <ac:picMk id="187" creationId="{6CE11381-7AE5-4BD8-A34E-63465D372581}"/>
          </ac:picMkLst>
        </pc:picChg>
        <pc:cxnChg chg="mod">
          <ac:chgData name="Fainstad, Brandon" userId="aac92477-536e-4d21-9f70-fa5cd941f380" providerId="ADAL" clId="{AE306D3C-8EE8-4782-8CF9-E64563CFBD6B}" dt="2021-12-29T21:08:03.837" v="305" actId="14100"/>
          <ac:cxnSpMkLst>
            <pc:docMk/>
            <pc:sldMk cId="822513148" sldId="405"/>
            <ac:cxnSpMk id="5" creationId="{98FB9D52-A43F-4206-B4AF-EAE02A3CDE77}"/>
          </ac:cxnSpMkLst>
        </pc:cxnChg>
        <pc:cxnChg chg="del mod">
          <ac:chgData name="Fainstad, Brandon" userId="aac92477-536e-4d21-9f70-fa5cd941f380" providerId="ADAL" clId="{AE306D3C-8EE8-4782-8CF9-E64563CFBD6B}" dt="2021-12-29T20:47:56.394" v="107" actId="478"/>
          <ac:cxnSpMkLst>
            <pc:docMk/>
            <pc:sldMk cId="822513148" sldId="405"/>
            <ac:cxnSpMk id="103" creationId="{8B12742C-08B7-43EA-B3AB-487841C3D156}"/>
          </ac:cxnSpMkLst>
        </pc:cxnChg>
        <pc:cxnChg chg="add mod">
          <ac:chgData name="Fainstad, Brandon" userId="aac92477-536e-4d21-9f70-fa5cd941f380" providerId="ADAL" clId="{AE306D3C-8EE8-4782-8CF9-E64563CFBD6B}" dt="2021-12-29T20:50:09.289" v="147" actId="478"/>
          <ac:cxnSpMkLst>
            <pc:docMk/>
            <pc:sldMk cId="822513148" sldId="405"/>
            <ac:cxnSpMk id="122" creationId="{5873AD79-2F2F-4BFA-8AAC-06AF3476A166}"/>
          </ac:cxnSpMkLst>
        </pc:cxnChg>
        <pc:cxnChg chg="mod">
          <ac:chgData name="Fainstad, Brandon" userId="aac92477-536e-4d21-9f70-fa5cd941f380" providerId="ADAL" clId="{AE306D3C-8EE8-4782-8CF9-E64563CFBD6B}" dt="2021-12-29T20:47:56.394" v="107" actId="478"/>
          <ac:cxnSpMkLst>
            <pc:docMk/>
            <pc:sldMk cId="822513148" sldId="405"/>
            <ac:cxnSpMk id="130" creationId="{CA6EDB1F-CBD4-477E-9F9F-C149AF45B6FD}"/>
          </ac:cxnSpMkLst>
        </pc:cxnChg>
        <pc:cxnChg chg="mod">
          <ac:chgData name="Fainstad, Brandon" userId="aac92477-536e-4d21-9f70-fa5cd941f380" providerId="ADAL" clId="{AE306D3C-8EE8-4782-8CF9-E64563CFBD6B}" dt="2021-12-29T20:47:56.394" v="107" actId="478"/>
          <ac:cxnSpMkLst>
            <pc:docMk/>
            <pc:sldMk cId="822513148" sldId="405"/>
            <ac:cxnSpMk id="131" creationId="{4A71D53D-8B63-4EE8-93BE-837BC3A86405}"/>
          </ac:cxnSpMkLst>
        </pc:cxnChg>
        <pc:cxnChg chg="add mod">
          <ac:chgData name="Fainstad, Brandon" userId="aac92477-536e-4d21-9f70-fa5cd941f380" providerId="ADAL" clId="{AE306D3C-8EE8-4782-8CF9-E64563CFBD6B}" dt="2021-12-29T20:47:56.769" v="108"/>
          <ac:cxnSpMkLst>
            <pc:docMk/>
            <pc:sldMk cId="822513148" sldId="405"/>
            <ac:cxnSpMk id="132" creationId="{004E1A7C-578F-4A9C-AAD6-50B90D42D3CD}"/>
          </ac:cxnSpMkLst>
        </pc:cxnChg>
        <pc:cxnChg chg="mod">
          <ac:chgData name="Fainstad, Brandon" userId="aac92477-536e-4d21-9f70-fa5cd941f380" providerId="ADAL" clId="{AE306D3C-8EE8-4782-8CF9-E64563CFBD6B}" dt="2021-12-29T21:08:01.395" v="304" actId="14100"/>
          <ac:cxnSpMkLst>
            <pc:docMk/>
            <pc:sldMk cId="822513148" sldId="405"/>
            <ac:cxnSpMk id="153" creationId="{BFCCEB7E-5EC9-43B6-9949-6B434BF57F2B}"/>
          </ac:cxnSpMkLst>
        </pc:cxnChg>
      </pc:sldChg>
      <pc:sldChg chg="addSp delSp modSp mod">
        <pc:chgData name="Fainstad, Brandon" userId="aac92477-536e-4d21-9f70-fa5cd941f380" providerId="ADAL" clId="{AE306D3C-8EE8-4782-8CF9-E64563CFBD6B}" dt="2021-12-29T21:22:49.026" v="420"/>
        <pc:sldMkLst>
          <pc:docMk/>
          <pc:sldMk cId="1065265948" sldId="406"/>
        </pc:sldMkLst>
        <pc:spChg chg="add mod">
          <ac:chgData name="Fainstad, Brandon" userId="aac92477-536e-4d21-9f70-fa5cd941f380" providerId="ADAL" clId="{AE306D3C-8EE8-4782-8CF9-E64563CFBD6B}" dt="2021-12-29T21:07:42.034" v="300" actId="208"/>
          <ac:spMkLst>
            <pc:docMk/>
            <pc:sldMk cId="1065265948" sldId="406"/>
            <ac:spMk id="96" creationId="{E46C4026-902D-4A86-869D-27AE1C274884}"/>
          </ac:spMkLst>
        </pc:spChg>
        <pc:spChg chg="add mod">
          <ac:chgData name="Fainstad, Brandon" userId="aac92477-536e-4d21-9f70-fa5cd941f380" providerId="ADAL" clId="{AE306D3C-8EE8-4782-8CF9-E64563CFBD6B}" dt="2021-12-29T20:48:01.233" v="110"/>
          <ac:spMkLst>
            <pc:docMk/>
            <pc:sldMk cId="1065265948" sldId="406"/>
            <ac:spMk id="99" creationId="{8D7382FD-1D29-4FD8-AE84-7C427AAB155D}"/>
          </ac:spMkLst>
        </pc:spChg>
        <pc:spChg chg="add mod">
          <ac:chgData name="Fainstad, Brandon" userId="aac92477-536e-4d21-9f70-fa5cd941f380" providerId="ADAL" clId="{AE306D3C-8EE8-4782-8CF9-E64563CFBD6B}" dt="2021-12-29T21:11:34.572" v="355"/>
          <ac:spMkLst>
            <pc:docMk/>
            <pc:sldMk cId="1065265948" sldId="406"/>
            <ac:spMk id="101" creationId="{EA96B589-BBAC-44A1-A07D-B5FF8E31B91E}"/>
          </ac:spMkLst>
        </pc:spChg>
        <pc:spChg chg="add mod">
          <ac:chgData name="Fainstad, Brandon" userId="aac92477-536e-4d21-9f70-fa5cd941f380" providerId="ADAL" clId="{AE306D3C-8EE8-4782-8CF9-E64563CFBD6B}" dt="2021-12-29T20:48:01.233" v="110"/>
          <ac:spMkLst>
            <pc:docMk/>
            <pc:sldMk cId="1065265948" sldId="406"/>
            <ac:spMk id="105" creationId="{E811F762-8460-4705-BDC8-CFE7AA8BE49D}"/>
          </ac:spMkLst>
        </pc:spChg>
        <pc:spChg chg="add mod">
          <ac:chgData name="Fainstad, Brandon" userId="aac92477-536e-4d21-9f70-fa5cd941f380" providerId="ADAL" clId="{AE306D3C-8EE8-4782-8CF9-E64563CFBD6B}" dt="2021-12-29T20:48:01.233" v="110"/>
          <ac:spMkLst>
            <pc:docMk/>
            <pc:sldMk cId="1065265948" sldId="406"/>
            <ac:spMk id="106" creationId="{1E13F0B3-E9C6-4E2D-9B51-2168485CF6B3}"/>
          </ac:spMkLst>
        </pc:spChg>
        <pc:spChg chg="add mod">
          <ac:chgData name="Fainstad, Brandon" userId="aac92477-536e-4d21-9f70-fa5cd941f380" providerId="ADAL" clId="{AE306D3C-8EE8-4782-8CF9-E64563CFBD6B}" dt="2021-12-29T20:48:01.233" v="110"/>
          <ac:spMkLst>
            <pc:docMk/>
            <pc:sldMk cId="1065265948" sldId="406"/>
            <ac:spMk id="107" creationId="{B8560E28-1274-4DA8-A420-9FD516FDC6D3}"/>
          </ac:spMkLst>
        </pc:spChg>
        <pc:spChg chg="del">
          <ac:chgData name="Fainstad, Brandon" userId="aac92477-536e-4d21-9f70-fa5cd941f380" providerId="ADAL" clId="{AE306D3C-8EE8-4782-8CF9-E64563CFBD6B}" dt="2021-12-29T20:48:00.817" v="109" actId="478"/>
          <ac:spMkLst>
            <pc:docMk/>
            <pc:sldMk cId="1065265948" sldId="406"/>
            <ac:spMk id="109" creationId="{8E2968F6-E84B-4E93-AFA2-9485A6CB54D3}"/>
          </ac:spMkLst>
        </pc:spChg>
        <pc:spChg chg="add mod">
          <ac:chgData name="Fainstad, Brandon" userId="aac92477-536e-4d21-9f70-fa5cd941f380" providerId="ADAL" clId="{AE306D3C-8EE8-4782-8CF9-E64563CFBD6B}" dt="2021-12-29T20:48:01.233" v="110"/>
          <ac:spMkLst>
            <pc:docMk/>
            <pc:sldMk cId="1065265948" sldId="406"/>
            <ac:spMk id="111" creationId="{78FC8683-17C2-4DB3-B967-301EC0E15B3D}"/>
          </ac:spMkLst>
        </pc:spChg>
        <pc:spChg chg="add del mod">
          <ac:chgData name="Fainstad, Brandon" userId="aac92477-536e-4d21-9f70-fa5cd941f380" providerId="ADAL" clId="{AE306D3C-8EE8-4782-8CF9-E64563CFBD6B}" dt="2021-12-29T20:50:14.363" v="149" actId="478"/>
          <ac:spMkLst>
            <pc:docMk/>
            <pc:sldMk cId="1065265948" sldId="406"/>
            <ac:spMk id="113" creationId="{641BBBB4-EF35-43B4-81F1-11C4F0EC2707}"/>
          </ac:spMkLst>
        </pc:spChg>
        <pc:spChg chg="add mod">
          <ac:chgData name="Fainstad, Brandon" userId="aac92477-536e-4d21-9f70-fa5cd941f380" providerId="ADAL" clId="{AE306D3C-8EE8-4782-8CF9-E64563CFBD6B}" dt="2021-12-29T20:50:14.628" v="150"/>
          <ac:spMkLst>
            <pc:docMk/>
            <pc:sldMk cId="1065265948" sldId="406"/>
            <ac:spMk id="120" creationId="{DF5712D9-65FF-4B3D-9856-1E28D282CC9D}"/>
          </ac:spMkLst>
        </pc:spChg>
        <pc:spChg chg="del">
          <ac:chgData name="Fainstad, Brandon" userId="aac92477-536e-4d21-9f70-fa5cd941f380" providerId="ADAL" clId="{AE306D3C-8EE8-4782-8CF9-E64563CFBD6B}" dt="2021-12-29T21:11:34.212" v="354" actId="478"/>
          <ac:spMkLst>
            <pc:docMk/>
            <pc:sldMk cId="1065265948" sldId="406"/>
            <ac:spMk id="132" creationId="{C1F2A462-56C8-472C-AE86-3DF135981A7A}"/>
          </ac:spMkLst>
        </pc:spChg>
        <pc:grpChg chg="del">
          <ac:chgData name="Fainstad, Brandon" userId="aac92477-536e-4d21-9f70-fa5cd941f380" providerId="ADAL" clId="{AE306D3C-8EE8-4782-8CF9-E64563CFBD6B}" dt="2021-12-29T20:48:00.817" v="109" actId="478"/>
          <ac:grpSpMkLst>
            <pc:docMk/>
            <pc:sldMk cId="1065265948" sldId="406"/>
            <ac:grpSpMk id="102" creationId="{00487A26-3960-467B-97DD-2C050B51E2EA}"/>
          </ac:grpSpMkLst>
        </pc:grpChg>
        <pc:grpChg chg="del">
          <ac:chgData name="Fainstad, Brandon" userId="aac92477-536e-4d21-9f70-fa5cd941f380" providerId="ADAL" clId="{AE306D3C-8EE8-4782-8CF9-E64563CFBD6B}" dt="2021-12-29T20:48:00.817" v="109" actId="478"/>
          <ac:grpSpMkLst>
            <pc:docMk/>
            <pc:sldMk cId="1065265948" sldId="406"/>
            <ac:grpSpMk id="115" creationId="{59884F97-43E8-43DD-B564-A1252C2F4FE8}"/>
          </ac:grpSpMkLst>
        </pc:grpChg>
        <pc:grpChg chg="del">
          <ac:chgData name="Fainstad, Brandon" userId="aac92477-536e-4d21-9f70-fa5cd941f380" providerId="ADAL" clId="{AE306D3C-8EE8-4782-8CF9-E64563CFBD6B}" dt="2021-12-29T20:48:00.817" v="109" actId="478"/>
          <ac:grpSpMkLst>
            <pc:docMk/>
            <pc:sldMk cId="1065265948" sldId="406"/>
            <ac:grpSpMk id="122" creationId="{4D1CFAEF-5695-4E99-A2B1-460DDFCAD745}"/>
          </ac:grpSpMkLst>
        </pc:grpChg>
        <pc:grpChg chg="del">
          <ac:chgData name="Fainstad, Brandon" userId="aac92477-536e-4d21-9f70-fa5cd941f380" providerId="ADAL" clId="{AE306D3C-8EE8-4782-8CF9-E64563CFBD6B}" dt="2021-12-29T20:48:00.817" v="109" actId="478"/>
          <ac:grpSpMkLst>
            <pc:docMk/>
            <pc:sldMk cId="1065265948" sldId="406"/>
            <ac:grpSpMk id="125" creationId="{F261878F-AB55-4A8A-8C0D-39544F2F1177}"/>
          </ac:grpSpMkLst>
        </pc:grpChg>
        <pc:grpChg chg="del">
          <ac:chgData name="Fainstad, Brandon" userId="aac92477-536e-4d21-9f70-fa5cd941f380" providerId="ADAL" clId="{AE306D3C-8EE8-4782-8CF9-E64563CFBD6B}" dt="2021-12-29T20:48:00.817" v="109" actId="478"/>
          <ac:grpSpMkLst>
            <pc:docMk/>
            <pc:sldMk cId="1065265948" sldId="406"/>
            <ac:grpSpMk id="128" creationId="{D952F366-AC81-4AAC-9D8E-94089BDDB62A}"/>
          </ac:grpSpMkLst>
        </pc:grpChg>
        <pc:grpChg chg="del">
          <ac:chgData name="Fainstad, Brandon" userId="aac92477-536e-4d21-9f70-fa5cd941f380" providerId="ADAL" clId="{AE306D3C-8EE8-4782-8CF9-E64563CFBD6B}" dt="2021-12-29T20:48:00.817" v="109" actId="478"/>
          <ac:grpSpMkLst>
            <pc:docMk/>
            <pc:sldMk cId="1065265948" sldId="406"/>
            <ac:grpSpMk id="131" creationId="{3510911E-0245-4C36-92DB-756662D7E0DA}"/>
          </ac:grpSpMkLst>
        </pc:grpChg>
        <pc:picChg chg="add mod">
          <ac:chgData name="Fainstad, Brandon" userId="aac92477-536e-4d21-9f70-fa5cd941f380" providerId="ADAL" clId="{AE306D3C-8EE8-4782-8CF9-E64563CFBD6B}" dt="2021-12-29T20:48:01.233" v="110"/>
          <ac:picMkLst>
            <pc:docMk/>
            <pc:sldMk cId="1065265948" sldId="406"/>
            <ac:picMk id="100" creationId="{E104654E-1810-4C56-9048-A6F75E0DDFB2}"/>
          </ac:picMkLst>
        </pc:picChg>
        <pc:picChg chg="del">
          <ac:chgData name="Fainstad, Brandon" userId="aac92477-536e-4d21-9f70-fa5cd941f380" providerId="ADAL" clId="{AE306D3C-8EE8-4782-8CF9-E64563CFBD6B}" dt="2021-12-29T20:48:00.817" v="109" actId="478"/>
          <ac:picMkLst>
            <pc:docMk/>
            <pc:sldMk cId="1065265948" sldId="406"/>
            <ac:picMk id="101" creationId="{1155CD45-BF33-486A-B4F2-77D8208FF255}"/>
          </ac:picMkLst>
        </pc:picChg>
        <pc:picChg chg="add mod">
          <ac:chgData name="Fainstad, Brandon" userId="aac92477-536e-4d21-9f70-fa5cd941f380" providerId="ADAL" clId="{AE306D3C-8EE8-4782-8CF9-E64563CFBD6B}" dt="2021-12-29T21:11:34.572" v="355"/>
          <ac:picMkLst>
            <pc:docMk/>
            <pc:sldMk cId="1065265948" sldId="406"/>
            <ac:picMk id="102" creationId="{44BB0AD5-2608-493A-8C0F-A22DDC1A08A5}"/>
          </ac:picMkLst>
        </pc:picChg>
        <pc:picChg chg="add mod">
          <ac:chgData name="Fainstad, Brandon" userId="aac92477-536e-4d21-9f70-fa5cd941f380" providerId="ADAL" clId="{AE306D3C-8EE8-4782-8CF9-E64563CFBD6B}" dt="2021-12-29T20:48:01.233" v="110"/>
          <ac:picMkLst>
            <pc:docMk/>
            <pc:sldMk cId="1065265948" sldId="406"/>
            <ac:picMk id="108" creationId="{10B29617-DAF5-4E76-B261-60EF14DD38EC}"/>
          </ac:picMkLst>
        </pc:picChg>
        <pc:picChg chg="del">
          <ac:chgData name="Fainstad, Brandon" userId="aac92477-536e-4d21-9f70-fa5cd941f380" providerId="ADAL" clId="{AE306D3C-8EE8-4782-8CF9-E64563CFBD6B}" dt="2021-12-29T20:48:00.817" v="109" actId="478"/>
          <ac:picMkLst>
            <pc:docMk/>
            <pc:sldMk cId="1065265948" sldId="406"/>
            <ac:picMk id="110" creationId="{02146C0F-AE88-4CA0-B519-A1B20CE42A4D}"/>
          </ac:picMkLst>
        </pc:picChg>
        <pc:picChg chg="add mod">
          <ac:chgData name="Fainstad, Brandon" userId="aac92477-536e-4d21-9f70-fa5cd941f380" providerId="ADAL" clId="{AE306D3C-8EE8-4782-8CF9-E64563CFBD6B}" dt="2021-12-29T20:48:01.233" v="110"/>
          <ac:picMkLst>
            <pc:docMk/>
            <pc:sldMk cId="1065265948" sldId="406"/>
            <ac:picMk id="112" creationId="{93D51DF6-C8F6-44D1-AC4B-33A6C48B735D}"/>
          </ac:picMkLst>
        </pc:picChg>
        <pc:picChg chg="add del mod">
          <ac:chgData name="Fainstad, Brandon" userId="aac92477-536e-4d21-9f70-fa5cd941f380" providerId="ADAL" clId="{AE306D3C-8EE8-4782-8CF9-E64563CFBD6B}" dt="2021-12-29T20:50:14.363" v="149" actId="478"/>
          <ac:picMkLst>
            <pc:docMk/>
            <pc:sldMk cId="1065265948" sldId="406"/>
            <ac:picMk id="114" creationId="{927D3FAB-2779-4EAD-848E-C12D13E30574}"/>
          </ac:picMkLst>
        </pc:picChg>
        <pc:picChg chg="del">
          <ac:chgData name="Fainstad, Brandon" userId="aac92477-536e-4d21-9f70-fa5cd941f380" providerId="ADAL" clId="{AE306D3C-8EE8-4782-8CF9-E64563CFBD6B}" dt="2021-12-29T21:10:12.263" v="335" actId="478"/>
          <ac:picMkLst>
            <pc:docMk/>
            <pc:sldMk cId="1065265948" sldId="406"/>
            <ac:picMk id="151" creationId="{B629EA9A-7382-48A1-98A8-E8F7F08C5C8E}"/>
          </ac:picMkLst>
        </pc:picChg>
        <pc:picChg chg="del">
          <ac:chgData name="Fainstad, Brandon" userId="aac92477-536e-4d21-9f70-fa5cd941f380" providerId="ADAL" clId="{AE306D3C-8EE8-4782-8CF9-E64563CFBD6B}" dt="2021-12-29T21:11:34.212" v="354" actId="478"/>
          <ac:picMkLst>
            <pc:docMk/>
            <pc:sldMk cId="1065265948" sldId="406"/>
            <ac:picMk id="152" creationId="{5B303BB3-BE66-4F93-B670-77B47AA1947F}"/>
          </ac:picMkLst>
        </pc:picChg>
        <pc:picChg chg="mod">
          <ac:chgData name="Fainstad, Brandon" userId="aac92477-536e-4d21-9f70-fa5cd941f380" providerId="ADAL" clId="{AE306D3C-8EE8-4782-8CF9-E64563CFBD6B}" dt="2021-12-29T21:22:49.026" v="420"/>
          <ac:picMkLst>
            <pc:docMk/>
            <pc:sldMk cId="1065265948" sldId="406"/>
            <ac:picMk id="155" creationId="{51D4CCF8-62C4-452F-8A8A-76DFABF9A1D7}"/>
          </ac:picMkLst>
        </pc:picChg>
        <pc:picChg chg="mod">
          <ac:chgData name="Fainstad, Brandon" userId="aac92477-536e-4d21-9f70-fa5cd941f380" providerId="ADAL" clId="{AE306D3C-8EE8-4782-8CF9-E64563CFBD6B}" dt="2021-12-29T21:06:30.282" v="286" actId="1076"/>
          <ac:picMkLst>
            <pc:docMk/>
            <pc:sldMk cId="1065265948" sldId="406"/>
            <ac:picMk id="186" creationId="{8B3A18A4-BB8B-49D1-8F76-4B797240EDE0}"/>
          </ac:picMkLst>
        </pc:picChg>
        <pc:picChg chg="del">
          <ac:chgData name="Fainstad, Brandon" userId="aac92477-536e-4d21-9f70-fa5cd941f380" providerId="ADAL" clId="{AE306D3C-8EE8-4782-8CF9-E64563CFBD6B}" dt="2021-12-29T21:06:21.586" v="284" actId="478"/>
          <ac:picMkLst>
            <pc:docMk/>
            <pc:sldMk cId="1065265948" sldId="406"/>
            <ac:picMk id="190" creationId="{1ACB8D7F-4DBC-4B41-B615-F9332FADCD6A}"/>
          </ac:picMkLst>
        </pc:picChg>
        <pc:cxnChg chg="add mod">
          <ac:chgData name="Fainstad, Brandon" userId="aac92477-536e-4d21-9f70-fa5cd941f380" providerId="ADAL" clId="{AE306D3C-8EE8-4782-8CF9-E64563CFBD6B}" dt="2021-12-29T20:50:14.363" v="149" actId="478"/>
          <ac:cxnSpMkLst>
            <pc:docMk/>
            <pc:sldMk cId="1065265948" sldId="406"/>
            <ac:cxnSpMk id="118" creationId="{3DD454C1-927E-4E9E-8E27-9710A2CF833C}"/>
          </ac:cxnSpMkLst>
        </pc:cxnChg>
        <pc:cxnChg chg="add mod">
          <ac:chgData name="Fainstad, Brandon" userId="aac92477-536e-4d21-9f70-fa5cd941f380" providerId="ADAL" clId="{AE306D3C-8EE8-4782-8CF9-E64563CFBD6B}" dt="2021-12-29T20:48:01.233" v="110"/>
          <ac:cxnSpMkLst>
            <pc:docMk/>
            <pc:sldMk cId="1065265948" sldId="406"/>
            <ac:cxnSpMk id="119" creationId="{9EC71BAD-51AF-4E69-B6AF-21A5582D4586}"/>
          </ac:cxnSpMkLst>
        </pc:cxnChg>
        <pc:cxnChg chg="mod">
          <ac:chgData name="Fainstad, Brandon" userId="aac92477-536e-4d21-9f70-fa5cd941f380" providerId="ADAL" clId="{AE306D3C-8EE8-4782-8CF9-E64563CFBD6B}" dt="2021-12-29T20:48:00.817" v="109" actId="478"/>
          <ac:cxnSpMkLst>
            <pc:docMk/>
            <pc:sldMk cId="1065265948" sldId="406"/>
            <ac:cxnSpMk id="129" creationId="{BC3954A5-4A79-4EE4-8C01-F075C23752D3}"/>
          </ac:cxnSpMkLst>
        </pc:cxnChg>
        <pc:cxnChg chg="mod">
          <ac:chgData name="Fainstad, Brandon" userId="aac92477-536e-4d21-9f70-fa5cd941f380" providerId="ADAL" clId="{AE306D3C-8EE8-4782-8CF9-E64563CFBD6B}" dt="2021-12-29T20:48:00.817" v="109" actId="478"/>
          <ac:cxnSpMkLst>
            <pc:docMk/>
            <pc:sldMk cId="1065265948" sldId="406"/>
            <ac:cxnSpMk id="130" creationId="{AAADAA39-1634-433C-8CCB-0EBA3F5A1071}"/>
          </ac:cxnSpMkLst>
        </pc:cxnChg>
        <pc:cxnChg chg="del mod">
          <ac:chgData name="Fainstad, Brandon" userId="aac92477-536e-4d21-9f70-fa5cd941f380" providerId="ADAL" clId="{AE306D3C-8EE8-4782-8CF9-E64563CFBD6B}" dt="2021-12-29T20:48:00.817" v="109" actId="478"/>
          <ac:cxnSpMkLst>
            <pc:docMk/>
            <pc:sldMk cId="1065265948" sldId="406"/>
            <ac:cxnSpMk id="156" creationId="{A41DFA0D-1D07-4792-B0D2-D1A84E6B3790}"/>
          </ac:cxnSpMkLst>
        </pc:cxnChg>
      </pc:sldChg>
      <pc:sldChg chg="addSp delSp modSp mod">
        <pc:chgData name="Fainstad, Brandon" userId="aac92477-536e-4d21-9f70-fa5cd941f380" providerId="ADAL" clId="{AE306D3C-8EE8-4782-8CF9-E64563CFBD6B}" dt="2021-12-29T21:22:57.247" v="421"/>
        <pc:sldMkLst>
          <pc:docMk/>
          <pc:sldMk cId="4112684336" sldId="407"/>
        </pc:sldMkLst>
        <pc:spChg chg="add mod">
          <ac:chgData name="Fainstad, Brandon" userId="aac92477-536e-4d21-9f70-fa5cd941f380" providerId="ADAL" clId="{AE306D3C-8EE8-4782-8CF9-E64563CFBD6B}" dt="2021-12-29T21:07:07.673" v="292" actId="1582"/>
          <ac:spMkLst>
            <pc:docMk/>
            <pc:sldMk cId="4112684336" sldId="407"/>
            <ac:spMk id="2" creationId="{1667361B-C2CF-4D37-8EA7-EE09BB0452FC}"/>
          </ac:spMkLst>
        </pc:spChg>
        <pc:spChg chg="add mod">
          <ac:chgData name="Fainstad, Brandon" userId="aac92477-536e-4d21-9f70-fa5cd941f380" providerId="ADAL" clId="{AE306D3C-8EE8-4782-8CF9-E64563CFBD6B}" dt="2021-12-29T21:07:12.460" v="294"/>
          <ac:spMkLst>
            <pc:docMk/>
            <pc:sldMk cId="4112684336" sldId="407"/>
            <ac:spMk id="84" creationId="{858FAAE5-FB8D-4D94-ABAE-5AF44ADE660C}"/>
          </ac:spMkLst>
        </pc:spChg>
        <pc:spChg chg="add mod">
          <ac:chgData name="Fainstad, Brandon" userId="aac92477-536e-4d21-9f70-fa5cd941f380" providerId="ADAL" clId="{AE306D3C-8EE8-4782-8CF9-E64563CFBD6B}" dt="2021-12-29T21:11:37.714" v="357"/>
          <ac:spMkLst>
            <pc:docMk/>
            <pc:sldMk cId="4112684336" sldId="407"/>
            <ac:spMk id="85" creationId="{200094B8-2E28-4326-A5ED-439E81AE9D30}"/>
          </ac:spMkLst>
        </pc:spChg>
        <pc:spChg chg="add mod">
          <ac:chgData name="Fainstad, Brandon" userId="aac92477-536e-4d21-9f70-fa5cd941f380" providerId="ADAL" clId="{AE306D3C-8EE8-4782-8CF9-E64563CFBD6B}" dt="2021-12-29T20:48:05.748" v="112"/>
          <ac:spMkLst>
            <pc:docMk/>
            <pc:sldMk cId="4112684336" sldId="407"/>
            <ac:spMk id="106" creationId="{06218EA4-87EB-426F-A9C9-25B9F2ACD9DD}"/>
          </ac:spMkLst>
        </pc:spChg>
        <pc:spChg chg="add mod">
          <ac:chgData name="Fainstad, Brandon" userId="aac92477-536e-4d21-9f70-fa5cd941f380" providerId="ADAL" clId="{AE306D3C-8EE8-4782-8CF9-E64563CFBD6B}" dt="2021-12-29T20:48:05.748" v="112"/>
          <ac:spMkLst>
            <pc:docMk/>
            <pc:sldMk cId="4112684336" sldId="407"/>
            <ac:spMk id="108" creationId="{7F0B6650-2DFF-435D-A05A-386BB76C1B20}"/>
          </ac:spMkLst>
        </pc:spChg>
        <pc:spChg chg="del">
          <ac:chgData name="Fainstad, Brandon" userId="aac92477-536e-4d21-9f70-fa5cd941f380" providerId="ADAL" clId="{AE306D3C-8EE8-4782-8CF9-E64563CFBD6B}" dt="2021-12-29T20:48:05.435" v="111" actId="478"/>
          <ac:spMkLst>
            <pc:docMk/>
            <pc:sldMk cId="4112684336" sldId="407"/>
            <ac:spMk id="109" creationId="{6047C717-89C0-41BC-888A-274D036F0F0C}"/>
          </ac:spMkLst>
        </pc:spChg>
        <pc:spChg chg="add mod">
          <ac:chgData name="Fainstad, Brandon" userId="aac92477-536e-4d21-9f70-fa5cd941f380" providerId="ADAL" clId="{AE306D3C-8EE8-4782-8CF9-E64563CFBD6B}" dt="2021-12-29T20:48:05.748" v="112"/>
          <ac:spMkLst>
            <pc:docMk/>
            <pc:sldMk cId="4112684336" sldId="407"/>
            <ac:spMk id="111" creationId="{835E3725-4D52-4664-87EB-E174FC9EC9F1}"/>
          </ac:spMkLst>
        </pc:spChg>
        <pc:spChg chg="add mod">
          <ac:chgData name="Fainstad, Brandon" userId="aac92477-536e-4d21-9f70-fa5cd941f380" providerId="ADAL" clId="{AE306D3C-8EE8-4782-8CF9-E64563CFBD6B}" dt="2021-12-29T20:48:05.748" v="112"/>
          <ac:spMkLst>
            <pc:docMk/>
            <pc:sldMk cId="4112684336" sldId="407"/>
            <ac:spMk id="112" creationId="{B3C0850A-3CD4-4A15-B79D-4F4C466667EA}"/>
          </ac:spMkLst>
        </pc:spChg>
        <pc:spChg chg="add mod">
          <ac:chgData name="Fainstad, Brandon" userId="aac92477-536e-4d21-9f70-fa5cd941f380" providerId="ADAL" clId="{AE306D3C-8EE8-4782-8CF9-E64563CFBD6B}" dt="2021-12-29T20:48:05.748" v="112"/>
          <ac:spMkLst>
            <pc:docMk/>
            <pc:sldMk cId="4112684336" sldId="407"/>
            <ac:spMk id="114" creationId="{9345C689-A6DE-4215-A62B-1AB4519E4D80}"/>
          </ac:spMkLst>
        </pc:spChg>
        <pc:spChg chg="add del mod">
          <ac:chgData name="Fainstad, Brandon" userId="aac92477-536e-4d21-9f70-fa5cd941f380" providerId="ADAL" clId="{AE306D3C-8EE8-4782-8CF9-E64563CFBD6B}" dt="2021-12-29T20:50:17.981" v="151" actId="478"/>
          <ac:spMkLst>
            <pc:docMk/>
            <pc:sldMk cId="4112684336" sldId="407"/>
            <ac:spMk id="119" creationId="{C960749C-7F81-44E9-8BD3-03A0F8A90354}"/>
          </ac:spMkLst>
        </pc:spChg>
        <pc:spChg chg="del">
          <ac:chgData name="Fainstad, Brandon" userId="aac92477-536e-4d21-9f70-fa5cd941f380" providerId="ADAL" clId="{AE306D3C-8EE8-4782-8CF9-E64563CFBD6B}" dt="2021-12-29T21:11:37.389" v="356" actId="478"/>
          <ac:spMkLst>
            <pc:docMk/>
            <pc:sldMk cId="4112684336" sldId="407"/>
            <ac:spMk id="132" creationId="{C1F2A462-56C8-472C-AE86-3DF135981A7A}"/>
          </ac:spMkLst>
        </pc:spChg>
        <pc:spChg chg="add mod">
          <ac:chgData name="Fainstad, Brandon" userId="aac92477-536e-4d21-9f70-fa5cd941f380" providerId="ADAL" clId="{AE306D3C-8EE8-4782-8CF9-E64563CFBD6B}" dt="2021-12-29T20:50:18.216" v="152"/>
          <ac:spMkLst>
            <pc:docMk/>
            <pc:sldMk cId="4112684336" sldId="407"/>
            <ac:spMk id="141" creationId="{3C4C15AB-9662-41E0-9120-29B8682EA3E7}"/>
          </ac:spMkLst>
        </pc:spChg>
        <pc:grpChg chg="del">
          <ac:chgData name="Fainstad, Brandon" userId="aac92477-536e-4d21-9f70-fa5cd941f380" providerId="ADAL" clId="{AE306D3C-8EE8-4782-8CF9-E64563CFBD6B}" dt="2021-12-29T20:48:05.435" v="111" actId="478"/>
          <ac:grpSpMkLst>
            <pc:docMk/>
            <pc:sldMk cId="4112684336" sldId="407"/>
            <ac:grpSpMk id="97" creationId="{02E06D4E-913D-4025-8079-80020FBF7390}"/>
          </ac:grpSpMkLst>
        </pc:grpChg>
        <pc:grpChg chg="del">
          <ac:chgData name="Fainstad, Brandon" userId="aac92477-536e-4d21-9f70-fa5cd941f380" providerId="ADAL" clId="{AE306D3C-8EE8-4782-8CF9-E64563CFBD6B}" dt="2021-12-29T20:48:05.435" v="111" actId="478"/>
          <ac:grpSpMkLst>
            <pc:docMk/>
            <pc:sldMk cId="4112684336" sldId="407"/>
            <ac:grpSpMk id="100" creationId="{D7806334-8474-4DB4-8C60-FE244C9FED33}"/>
          </ac:grpSpMkLst>
        </pc:grpChg>
        <pc:grpChg chg="del">
          <ac:chgData name="Fainstad, Brandon" userId="aac92477-536e-4d21-9f70-fa5cd941f380" providerId="ADAL" clId="{AE306D3C-8EE8-4782-8CF9-E64563CFBD6B}" dt="2021-12-29T20:48:05.435" v="111" actId="478"/>
          <ac:grpSpMkLst>
            <pc:docMk/>
            <pc:sldMk cId="4112684336" sldId="407"/>
            <ac:grpSpMk id="115" creationId="{29114381-B529-4367-8B16-0F8552D8133E}"/>
          </ac:grpSpMkLst>
        </pc:grpChg>
        <pc:grpChg chg="del">
          <ac:chgData name="Fainstad, Brandon" userId="aac92477-536e-4d21-9f70-fa5cd941f380" providerId="ADAL" clId="{AE306D3C-8EE8-4782-8CF9-E64563CFBD6B}" dt="2021-12-29T20:48:05.435" v="111" actId="478"/>
          <ac:grpSpMkLst>
            <pc:docMk/>
            <pc:sldMk cId="4112684336" sldId="407"/>
            <ac:grpSpMk id="122" creationId="{1E6AB662-7CC8-4A91-8FAC-789651AC6C51}"/>
          </ac:grpSpMkLst>
        </pc:grpChg>
        <pc:grpChg chg="del">
          <ac:chgData name="Fainstad, Brandon" userId="aac92477-536e-4d21-9f70-fa5cd941f380" providerId="ADAL" clId="{AE306D3C-8EE8-4782-8CF9-E64563CFBD6B}" dt="2021-12-29T20:48:05.435" v="111" actId="478"/>
          <ac:grpSpMkLst>
            <pc:docMk/>
            <pc:sldMk cId="4112684336" sldId="407"/>
            <ac:grpSpMk id="125" creationId="{2D365A01-7068-4239-8476-B5F68590CB3A}"/>
          </ac:grpSpMkLst>
        </pc:grpChg>
        <pc:grpChg chg="del">
          <ac:chgData name="Fainstad, Brandon" userId="aac92477-536e-4d21-9f70-fa5cd941f380" providerId="ADAL" clId="{AE306D3C-8EE8-4782-8CF9-E64563CFBD6B}" dt="2021-12-29T20:48:05.435" v="111" actId="478"/>
          <ac:grpSpMkLst>
            <pc:docMk/>
            <pc:sldMk cId="4112684336" sldId="407"/>
            <ac:grpSpMk id="128" creationId="{0D19858A-B363-45FD-A61C-D817F4BB4158}"/>
          </ac:grpSpMkLst>
        </pc:grpChg>
        <pc:picChg chg="add mod">
          <ac:chgData name="Fainstad, Brandon" userId="aac92477-536e-4d21-9f70-fa5cd941f380" providerId="ADAL" clId="{AE306D3C-8EE8-4782-8CF9-E64563CFBD6B}" dt="2021-12-29T21:11:37.714" v="357"/>
          <ac:picMkLst>
            <pc:docMk/>
            <pc:sldMk cId="4112684336" sldId="407"/>
            <ac:picMk id="96" creationId="{2555F610-257B-4895-847D-245321208279}"/>
          </ac:picMkLst>
        </pc:picChg>
        <pc:picChg chg="del">
          <ac:chgData name="Fainstad, Brandon" userId="aac92477-536e-4d21-9f70-fa5cd941f380" providerId="ADAL" clId="{AE306D3C-8EE8-4782-8CF9-E64563CFBD6B}" dt="2021-12-29T20:48:05.435" v="111" actId="478"/>
          <ac:picMkLst>
            <pc:docMk/>
            <pc:sldMk cId="4112684336" sldId="407"/>
            <ac:picMk id="96" creationId="{483B58D0-100A-4D54-B259-2FBD019DCEF3}"/>
          </ac:picMkLst>
        </pc:picChg>
        <pc:picChg chg="add mod">
          <ac:chgData name="Fainstad, Brandon" userId="aac92477-536e-4d21-9f70-fa5cd941f380" providerId="ADAL" clId="{AE306D3C-8EE8-4782-8CF9-E64563CFBD6B}" dt="2021-12-29T20:48:05.748" v="112"/>
          <ac:picMkLst>
            <pc:docMk/>
            <pc:sldMk cId="4112684336" sldId="407"/>
            <ac:picMk id="107" creationId="{3AAF943E-ACF0-4B06-A36E-CEF7CEF58700}"/>
          </ac:picMkLst>
        </pc:picChg>
        <pc:picChg chg="del">
          <ac:chgData name="Fainstad, Brandon" userId="aac92477-536e-4d21-9f70-fa5cd941f380" providerId="ADAL" clId="{AE306D3C-8EE8-4782-8CF9-E64563CFBD6B}" dt="2021-12-29T20:48:05.435" v="111" actId="478"/>
          <ac:picMkLst>
            <pc:docMk/>
            <pc:sldMk cId="4112684336" sldId="407"/>
            <ac:picMk id="110" creationId="{C5F5EB06-1976-4160-8BD5-5BC73B42F290}"/>
          </ac:picMkLst>
        </pc:picChg>
        <pc:picChg chg="add mod">
          <ac:chgData name="Fainstad, Brandon" userId="aac92477-536e-4d21-9f70-fa5cd941f380" providerId="ADAL" clId="{AE306D3C-8EE8-4782-8CF9-E64563CFBD6B}" dt="2021-12-29T20:48:05.748" v="112"/>
          <ac:picMkLst>
            <pc:docMk/>
            <pc:sldMk cId="4112684336" sldId="407"/>
            <ac:picMk id="113" creationId="{69EB57F4-BB21-47F1-8D8B-8A251D577467}"/>
          </ac:picMkLst>
        </pc:picChg>
        <pc:picChg chg="add mod">
          <ac:chgData name="Fainstad, Brandon" userId="aac92477-536e-4d21-9f70-fa5cd941f380" providerId="ADAL" clId="{AE306D3C-8EE8-4782-8CF9-E64563CFBD6B}" dt="2021-12-29T20:48:05.748" v="112"/>
          <ac:picMkLst>
            <pc:docMk/>
            <pc:sldMk cId="4112684336" sldId="407"/>
            <ac:picMk id="118" creationId="{71704AA4-24A0-484C-AB75-03A2A8504B2C}"/>
          </ac:picMkLst>
        </pc:picChg>
        <pc:picChg chg="add del mod">
          <ac:chgData name="Fainstad, Brandon" userId="aac92477-536e-4d21-9f70-fa5cd941f380" providerId="ADAL" clId="{AE306D3C-8EE8-4782-8CF9-E64563CFBD6B}" dt="2021-12-29T20:50:17.981" v="151" actId="478"/>
          <ac:picMkLst>
            <pc:docMk/>
            <pc:sldMk cId="4112684336" sldId="407"/>
            <ac:picMk id="120" creationId="{FA42B597-6ACF-4FFC-8C30-843126C8F85A}"/>
          </ac:picMkLst>
        </pc:picChg>
        <pc:picChg chg="mod">
          <ac:chgData name="Fainstad, Brandon" userId="aac92477-536e-4d21-9f70-fa5cd941f380" providerId="ADAL" clId="{AE306D3C-8EE8-4782-8CF9-E64563CFBD6B}" dt="2021-12-29T21:22:57.247" v="421"/>
          <ac:picMkLst>
            <pc:docMk/>
            <pc:sldMk cId="4112684336" sldId="407"/>
            <ac:picMk id="149" creationId="{EE3E3F08-FF07-4F78-AB46-DD5889A7068E}"/>
          </ac:picMkLst>
        </pc:picChg>
        <pc:picChg chg="del">
          <ac:chgData name="Fainstad, Brandon" userId="aac92477-536e-4d21-9f70-fa5cd941f380" providerId="ADAL" clId="{AE306D3C-8EE8-4782-8CF9-E64563CFBD6B}" dt="2021-12-29T21:10:15.205" v="336" actId="478"/>
          <ac:picMkLst>
            <pc:docMk/>
            <pc:sldMk cId="4112684336" sldId="407"/>
            <ac:picMk id="151" creationId="{B629EA9A-7382-48A1-98A8-E8F7F08C5C8E}"/>
          </ac:picMkLst>
        </pc:picChg>
        <pc:picChg chg="del">
          <ac:chgData name="Fainstad, Brandon" userId="aac92477-536e-4d21-9f70-fa5cd941f380" providerId="ADAL" clId="{AE306D3C-8EE8-4782-8CF9-E64563CFBD6B}" dt="2021-12-29T21:11:37.389" v="356" actId="478"/>
          <ac:picMkLst>
            <pc:docMk/>
            <pc:sldMk cId="4112684336" sldId="407"/>
            <ac:picMk id="152" creationId="{5B303BB3-BE66-4F93-B670-77B47AA1947F}"/>
          </ac:picMkLst>
        </pc:picChg>
        <pc:picChg chg="del">
          <ac:chgData name="Fainstad, Brandon" userId="aac92477-536e-4d21-9f70-fa5cd941f380" providerId="ADAL" clId="{AE306D3C-8EE8-4782-8CF9-E64563CFBD6B}" dt="2021-12-29T21:06:34.739" v="287" actId="478"/>
          <ac:picMkLst>
            <pc:docMk/>
            <pc:sldMk cId="4112684336" sldId="407"/>
            <ac:picMk id="189" creationId="{078940FC-AF4E-4A25-88B1-B621F177ED0D}"/>
          </ac:picMkLst>
        </pc:picChg>
        <pc:cxnChg chg="del mod">
          <ac:chgData name="Fainstad, Brandon" userId="aac92477-536e-4d21-9f70-fa5cd941f380" providerId="ADAL" clId="{AE306D3C-8EE8-4782-8CF9-E64563CFBD6B}" dt="2021-12-29T20:48:05.435" v="111" actId="478"/>
          <ac:cxnSpMkLst>
            <pc:docMk/>
            <pc:sldMk cId="4112684336" sldId="407"/>
            <ac:cxnSpMk id="103" creationId="{1AFC0C1F-2EF5-4D9C-BD07-42ED987261C0}"/>
          </ac:cxnSpMkLst>
        </pc:cxnChg>
        <pc:cxnChg chg="add mod">
          <ac:chgData name="Fainstad, Brandon" userId="aac92477-536e-4d21-9f70-fa5cd941f380" providerId="ADAL" clId="{AE306D3C-8EE8-4782-8CF9-E64563CFBD6B}" dt="2021-12-29T20:50:17.981" v="151" actId="478"/>
          <ac:cxnSpMkLst>
            <pc:docMk/>
            <pc:sldMk cId="4112684336" sldId="407"/>
            <ac:cxnSpMk id="121" creationId="{A6A213C0-ED46-409C-ADBF-4721070E589F}"/>
          </ac:cxnSpMkLst>
        </pc:cxnChg>
        <pc:cxnChg chg="mod">
          <ac:chgData name="Fainstad, Brandon" userId="aac92477-536e-4d21-9f70-fa5cd941f380" providerId="ADAL" clId="{AE306D3C-8EE8-4782-8CF9-E64563CFBD6B}" dt="2021-12-29T20:48:05.435" v="111" actId="478"/>
          <ac:cxnSpMkLst>
            <pc:docMk/>
            <pc:sldMk cId="4112684336" sldId="407"/>
            <ac:cxnSpMk id="129" creationId="{782CB4A5-8CB0-4E28-B1D4-2315E7F3F13F}"/>
          </ac:cxnSpMkLst>
        </pc:cxnChg>
        <pc:cxnChg chg="mod">
          <ac:chgData name="Fainstad, Brandon" userId="aac92477-536e-4d21-9f70-fa5cd941f380" providerId="ADAL" clId="{AE306D3C-8EE8-4782-8CF9-E64563CFBD6B}" dt="2021-12-29T20:48:05.435" v="111" actId="478"/>
          <ac:cxnSpMkLst>
            <pc:docMk/>
            <pc:sldMk cId="4112684336" sldId="407"/>
            <ac:cxnSpMk id="130" creationId="{34BCDE8E-2A37-4800-AE2E-7D93CECAC4C7}"/>
          </ac:cxnSpMkLst>
        </pc:cxnChg>
        <pc:cxnChg chg="add mod">
          <ac:chgData name="Fainstad, Brandon" userId="aac92477-536e-4d21-9f70-fa5cd941f380" providerId="ADAL" clId="{AE306D3C-8EE8-4782-8CF9-E64563CFBD6B}" dt="2021-12-29T20:48:05.748" v="112"/>
          <ac:cxnSpMkLst>
            <pc:docMk/>
            <pc:sldMk cId="4112684336" sldId="407"/>
            <ac:cxnSpMk id="131" creationId="{E096D4C4-C443-44D1-AE63-FE915C1F8813}"/>
          </ac:cxnSpMkLst>
        </pc:cxnChg>
      </pc:sldChg>
      <pc:sldChg chg="addSp delSp modSp mod ord modTransition modAnim">
        <pc:chgData name="Fainstad, Brandon" userId="aac92477-536e-4d21-9f70-fa5cd941f380" providerId="ADAL" clId="{AE306D3C-8EE8-4782-8CF9-E64563CFBD6B}" dt="2021-12-29T22:02:13.718" v="422"/>
        <pc:sldMkLst>
          <pc:docMk/>
          <pc:sldMk cId="1078527009" sldId="408"/>
        </pc:sldMkLst>
        <pc:spChg chg="mod topLvl">
          <ac:chgData name="Fainstad, Brandon" userId="aac92477-536e-4d21-9f70-fa5cd941f380" providerId="ADAL" clId="{AE306D3C-8EE8-4782-8CF9-E64563CFBD6B}" dt="2021-12-29T20:54:09.422" v="207" actId="165"/>
          <ac:spMkLst>
            <pc:docMk/>
            <pc:sldMk cId="1078527009" sldId="408"/>
            <ac:spMk id="42" creationId="{74AAC776-3149-41F3-AA38-185D98BD7C7C}"/>
          </ac:spMkLst>
        </pc:spChg>
        <pc:spChg chg="add mod">
          <ac:chgData name="Fainstad, Brandon" userId="aac92477-536e-4d21-9f70-fa5cd941f380" providerId="ADAL" clId="{AE306D3C-8EE8-4782-8CF9-E64563CFBD6B}" dt="2021-12-29T21:19:52.936" v="404"/>
          <ac:spMkLst>
            <pc:docMk/>
            <pc:sldMk cId="1078527009" sldId="408"/>
            <ac:spMk id="61" creationId="{E3224441-B4CA-435D-AA5C-C335B7E39333}"/>
          </ac:spMkLst>
        </pc:spChg>
        <pc:spChg chg="mod topLvl">
          <ac:chgData name="Fainstad, Brandon" userId="aac92477-536e-4d21-9f70-fa5cd941f380" providerId="ADAL" clId="{AE306D3C-8EE8-4782-8CF9-E64563CFBD6B}" dt="2021-12-29T20:55:34.316" v="215" actId="165"/>
          <ac:spMkLst>
            <pc:docMk/>
            <pc:sldMk cId="1078527009" sldId="408"/>
            <ac:spMk id="67" creationId="{E73AD0F9-548E-420C-9B3A-346FDCEC57A4}"/>
          </ac:spMkLst>
        </pc:spChg>
        <pc:spChg chg="mod topLvl">
          <ac:chgData name="Fainstad, Brandon" userId="aac92477-536e-4d21-9f70-fa5cd941f380" providerId="ADAL" clId="{AE306D3C-8EE8-4782-8CF9-E64563CFBD6B}" dt="2021-12-29T20:55:29.633" v="214" actId="165"/>
          <ac:spMkLst>
            <pc:docMk/>
            <pc:sldMk cId="1078527009" sldId="408"/>
            <ac:spMk id="69" creationId="{6B9541BA-CE08-45EB-B923-76E7B98EB769}"/>
          </ac:spMkLst>
        </pc:spChg>
        <pc:spChg chg="mod topLvl">
          <ac:chgData name="Fainstad, Brandon" userId="aac92477-536e-4d21-9f70-fa5cd941f380" providerId="ADAL" clId="{AE306D3C-8EE8-4782-8CF9-E64563CFBD6B}" dt="2021-12-29T20:55:23.389" v="213" actId="165"/>
          <ac:spMkLst>
            <pc:docMk/>
            <pc:sldMk cId="1078527009" sldId="408"/>
            <ac:spMk id="70" creationId="{F6281CA8-EB71-420E-9A37-C2D4616B1B83}"/>
          </ac:spMkLst>
        </pc:spChg>
        <pc:spChg chg="del">
          <ac:chgData name="Fainstad, Brandon" userId="aac92477-536e-4d21-9f70-fa5cd941f380" providerId="ADAL" clId="{AE306D3C-8EE8-4782-8CF9-E64563CFBD6B}" dt="2021-12-29T20:47:28.579" v="95" actId="478"/>
          <ac:spMkLst>
            <pc:docMk/>
            <pc:sldMk cId="1078527009" sldId="408"/>
            <ac:spMk id="72" creationId="{22E61037-9EA5-42E9-96C7-BCE73DEE407C}"/>
          </ac:spMkLst>
        </pc:spChg>
        <pc:spChg chg="add mod">
          <ac:chgData name="Fainstad, Brandon" userId="aac92477-536e-4d21-9f70-fa5cd941f380" providerId="ADAL" clId="{AE306D3C-8EE8-4782-8CF9-E64563CFBD6B}" dt="2021-12-29T20:47:28.844" v="96"/>
          <ac:spMkLst>
            <pc:docMk/>
            <pc:sldMk cId="1078527009" sldId="408"/>
            <ac:spMk id="74" creationId="{12F25353-8E90-4E8A-82DA-DE5FE0BC825D}"/>
          </ac:spMkLst>
        </pc:spChg>
        <pc:spChg chg="add mod">
          <ac:chgData name="Fainstad, Brandon" userId="aac92477-536e-4d21-9f70-fa5cd941f380" providerId="ADAL" clId="{AE306D3C-8EE8-4782-8CF9-E64563CFBD6B}" dt="2021-12-29T20:47:28.844" v="96"/>
          <ac:spMkLst>
            <pc:docMk/>
            <pc:sldMk cId="1078527009" sldId="408"/>
            <ac:spMk id="76" creationId="{EACD97BB-63B7-455A-B791-5DFDF4C46D3E}"/>
          </ac:spMkLst>
        </pc:spChg>
        <pc:spChg chg="add mod">
          <ac:chgData name="Fainstad, Brandon" userId="aac92477-536e-4d21-9f70-fa5cd941f380" providerId="ADAL" clId="{AE306D3C-8EE8-4782-8CF9-E64563CFBD6B}" dt="2021-12-29T20:47:28.844" v="96"/>
          <ac:spMkLst>
            <pc:docMk/>
            <pc:sldMk cId="1078527009" sldId="408"/>
            <ac:spMk id="78" creationId="{02D48B32-E003-4344-BA01-2CEA2421BB3E}"/>
          </ac:spMkLst>
        </pc:spChg>
        <pc:spChg chg="add mod">
          <ac:chgData name="Fainstad, Brandon" userId="aac92477-536e-4d21-9f70-fa5cd941f380" providerId="ADAL" clId="{AE306D3C-8EE8-4782-8CF9-E64563CFBD6B}" dt="2021-12-29T20:49:07.543" v="129" actId="113"/>
          <ac:spMkLst>
            <pc:docMk/>
            <pc:sldMk cId="1078527009" sldId="408"/>
            <ac:spMk id="84" creationId="{8E9E73B6-54ED-4189-B50E-36572CFACF70}"/>
          </ac:spMkLst>
        </pc:spChg>
        <pc:spChg chg="add mod">
          <ac:chgData name="Fainstad, Brandon" userId="aac92477-536e-4d21-9f70-fa5cd941f380" providerId="ADAL" clId="{AE306D3C-8EE8-4782-8CF9-E64563CFBD6B}" dt="2021-12-29T20:47:28.844" v="96"/>
          <ac:spMkLst>
            <pc:docMk/>
            <pc:sldMk cId="1078527009" sldId="408"/>
            <ac:spMk id="86" creationId="{41222488-9F3F-45B9-9268-AF178BD5B32B}"/>
          </ac:spMkLst>
        </pc:spChg>
        <pc:spChg chg="add del mod">
          <ac:chgData name="Fainstad, Brandon" userId="aac92477-536e-4d21-9f70-fa5cd941f380" providerId="ADAL" clId="{AE306D3C-8EE8-4782-8CF9-E64563CFBD6B}" dt="2021-12-29T21:19:52.609" v="403" actId="478"/>
          <ac:spMkLst>
            <pc:docMk/>
            <pc:sldMk cId="1078527009" sldId="408"/>
            <ac:spMk id="106" creationId="{EFA1BA13-4A71-4C1D-8E76-3E89C915DFBD}"/>
          </ac:spMkLst>
        </pc:spChg>
        <pc:spChg chg="add mod">
          <ac:chgData name="Fainstad, Brandon" userId="aac92477-536e-4d21-9f70-fa5cd941f380" providerId="ADAL" clId="{AE306D3C-8EE8-4782-8CF9-E64563CFBD6B}" dt="2021-12-29T21:18:18.355" v="393" actId="207"/>
          <ac:spMkLst>
            <pc:docMk/>
            <pc:sldMk cId="1078527009" sldId="408"/>
            <ac:spMk id="110" creationId="{ED4561A5-0222-4757-BA0C-E1244C0685F4}"/>
          </ac:spMkLst>
        </pc:spChg>
        <pc:grpChg chg="del">
          <ac:chgData name="Fainstad, Brandon" userId="aac92477-536e-4d21-9f70-fa5cd941f380" providerId="ADAL" clId="{AE306D3C-8EE8-4782-8CF9-E64563CFBD6B}" dt="2021-12-29T20:54:09.422" v="207" actId="165"/>
          <ac:grpSpMkLst>
            <pc:docMk/>
            <pc:sldMk cId="1078527009" sldId="408"/>
            <ac:grpSpMk id="8" creationId="{67C2AC42-6A49-43E5-A029-88EF3D713010}"/>
          </ac:grpSpMkLst>
        </pc:grpChg>
        <pc:grpChg chg="del">
          <ac:chgData name="Fainstad, Brandon" userId="aac92477-536e-4d21-9f70-fa5cd941f380" providerId="ADAL" clId="{AE306D3C-8EE8-4782-8CF9-E64563CFBD6B}" dt="2021-12-29T20:55:23.389" v="213" actId="165"/>
          <ac:grpSpMkLst>
            <pc:docMk/>
            <pc:sldMk cId="1078527009" sldId="408"/>
            <ac:grpSpMk id="9" creationId="{09E6EF05-EC03-4A15-9443-7A72109DF9AE}"/>
          </ac:grpSpMkLst>
        </pc:grpChg>
        <pc:grpChg chg="del">
          <ac:chgData name="Fainstad, Brandon" userId="aac92477-536e-4d21-9f70-fa5cd941f380" providerId="ADAL" clId="{AE306D3C-8EE8-4782-8CF9-E64563CFBD6B}" dt="2021-12-29T20:55:29.633" v="214" actId="165"/>
          <ac:grpSpMkLst>
            <pc:docMk/>
            <pc:sldMk cId="1078527009" sldId="408"/>
            <ac:grpSpMk id="12" creationId="{7FE45B0C-63B2-4BB4-9C14-B17CA7F1A8E8}"/>
          </ac:grpSpMkLst>
        </pc:grpChg>
        <pc:grpChg chg="del">
          <ac:chgData name="Fainstad, Brandon" userId="aac92477-536e-4d21-9f70-fa5cd941f380" providerId="ADAL" clId="{AE306D3C-8EE8-4782-8CF9-E64563CFBD6B}" dt="2021-12-29T20:55:34.316" v="215" actId="165"/>
          <ac:grpSpMkLst>
            <pc:docMk/>
            <pc:sldMk cId="1078527009" sldId="408"/>
            <ac:grpSpMk id="14" creationId="{1B63647A-1AE5-42F5-85FC-01CACB6517DF}"/>
          </ac:grpSpMkLst>
        </pc:grpChg>
        <pc:grpChg chg="del">
          <ac:chgData name="Fainstad, Brandon" userId="aac92477-536e-4d21-9f70-fa5cd941f380" providerId="ADAL" clId="{AE306D3C-8EE8-4782-8CF9-E64563CFBD6B}" dt="2021-12-29T20:47:28.579" v="95" actId="478"/>
          <ac:grpSpMkLst>
            <pc:docMk/>
            <pc:sldMk cId="1078527009" sldId="408"/>
            <ac:grpSpMk id="80" creationId="{324A1F68-2BF0-4782-9428-2636DE12765A}"/>
          </ac:grpSpMkLst>
        </pc:grpChg>
        <pc:grpChg chg="del">
          <ac:chgData name="Fainstad, Brandon" userId="aac92477-536e-4d21-9f70-fa5cd941f380" providerId="ADAL" clId="{AE306D3C-8EE8-4782-8CF9-E64563CFBD6B}" dt="2021-12-29T20:47:28.579" v="95" actId="478"/>
          <ac:grpSpMkLst>
            <pc:docMk/>
            <pc:sldMk cId="1078527009" sldId="408"/>
            <ac:grpSpMk id="88" creationId="{2AE35318-03E1-4A3E-93C4-6E1DC0C108F5}"/>
          </ac:grpSpMkLst>
        </pc:grpChg>
        <pc:grpChg chg="del">
          <ac:chgData name="Fainstad, Brandon" userId="aac92477-536e-4d21-9f70-fa5cd941f380" providerId="ADAL" clId="{AE306D3C-8EE8-4782-8CF9-E64563CFBD6B}" dt="2021-12-29T20:47:28.579" v="95" actId="478"/>
          <ac:grpSpMkLst>
            <pc:docMk/>
            <pc:sldMk cId="1078527009" sldId="408"/>
            <ac:grpSpMk id="91" creationId="{91A0EF1B-1BDD-427F-B11F-836497783B3D}"/>
          </ac:grpSpMkLst>
        </pc:grpChg>
        <pc:grpChg chg="del">
          <ac:chgData name="Fainstad, Brandon" userId="aac92477-536e-4d21-9f70-fa5cd941f380" providerId="ADAL" clId="{AE306D3C-8EE8-4782-8CF9-E64563CFBD6B}" dt="2021-12-29T20:47:28.579" v="95" actId="478"/>
          <ac:grpSpMkLst>
            <pc:docMk/>
            <pc:sldMk cId="1078527009" sldId="408"/>
            <ac:grpSpMk id="95" creationId="{5295D67F-4B6D-4300-9C4C-1325EB903D52}"/>
          </ac:grpSpMkLst>
        </pc:grpChg>
        <pc:grpChg chg="del">
          <ac:chgData name="Fainstad, Brandon" userId="aac92477-536e-4d21-9f70-fa5cd941f380" providerId="ADAL" clId="{AE306D3C-8EE8-4782-8CF9-E64563CFBD6B}" dt="2021-12-29T20:47:28.579" v="95" actId="478"/>
          <ac:grpSpMkLst>
            <pc:docMk/>
            <pc:sldMk cId="1078527009" sldId="408"/>
            <ac:grpSpMk id="97" creationId="{4071489C-2F60-4C7E-9417-89A1ACB0ED73}"/>
          </ac:grpSpMkLst>
        </pc:grpChg>
        <pc:grpChg chg="del">
          <ac:chgData name="Fainstad, Brandon" userId="aac92477-536e-4d21-9f70-fa5cd941f380" providerId="ADAL" clId="{AE306D3C-8EE8-4782-8CF9-E64563CFBD6B}" dt="2021-12-29T20:47:28.579" v="95" actId="478"/>
          <ac:grpSpMkLst>
            <pc:docMk/>
            <pc:sldMk cId="1078527009" sldId="408"/>
            <ac:grpSpMk id="101" creationId="{2279A906-4ECA-4B17-9090-C7EF435B9B36}"/>
          </ac:grpSpMkLst>
        </pc:grpChg>
        <pc:picChg chg="mod topLvl">
          <ac:chgData name="Fainstad, Brandon" userId="aac92477-536e-4d21-9f70-fa5cd941f380" providerId="ADAL" clId="{AE306D3C-8EE8-4782-8CF9-E64563CFBD6B}" dt="2021-12-29T20:54:09.422" v="207" actId="165"/>
          <ac:picMkLst>
            <pc:docMk/>
            <pc:sldMk cId="1078527009" sldId="408"/>
            <ac:picMk id="56" creationId="{326BD0F3-61EB-4CC6-BFFA-9E19C7724E4F}"/>
          </ac:picMkLst>
        </pc:picChg>
        <pc:picChg chg="mod topLvl">
          <ac:chgData name="Fainstad, Brandon" userId="aac92477-536e-4d21-9f70-fa5cd941f380" providerId="ADAL" clId="{AE306D3C-8EE8-4782-8CF9-E64563CFBD6B}" dt="2021-12-29T20:55:29.633" v="214" actId="165"/>
          <ac:picMkLst>
            <pc:docMk/>
            <pc:sldMk cId="1078527009" sldId="408"/>
            <ac:picMk id="58" creationId="{FA195AB2-E8D3-4639-B3BC-E181CF2BB459}"/>
          </ac:picMkLst>
        </pc:picChg>
        <pc:picChg chg="mod topLvl">
          <ac:chgData name="Fainstad, Brandon" userId="aac92477-536e-4d21-9f70-fa5cd941f380" providerId="ADAL" clId="{AE306D3C-8EE8-4782-8CF9-E64563CFBD6B}" dt="2021-12-29T20:55:34.316" v="215" actId="165"/>
          <ac:picMkLst>
            <pc:docMk/>
            <pc:sldMk cId="1078527009" sldId="408"/>
            <ac:picMk id="59" creationId="{511ED925-9DBF-4CD2-87F6-72AAF585F3A5}"/>
          </ac:picMkLst>
        </pc:picChg>
        <pc:picChg chg="mod topLvl">
          <ac:chgData name="Fainstad, Brandon" userId="aac92477-536e-4d21-9f70-fa5cd941f380" providerId="ADAL" clId="{AE306D3C-8EE8-4782-8CF9-E64563CFBD6B}" dt="2021-12-29T20:55:23.389" v="213" actId="165"/>
          <ac:picMkLst>
            <pc:docMk/>
            <pc:sldMk cId="1078527009" sldId="408"/>
            <ac:picMk id="60" creationId="{DA5EDEB1-9E0D-41B4-9375-9A5BA4088168}"/>
          </ac:picMkLst>
        </pc:picChg>
        <pc:picChg chg="add mod">
          <ac:chgData name="Fainstad, Brandon" userId="aac92477-536e-4d21-9f70-fa5cd941f380" providerId="ADAL" clId="{AE306D3C-8EE8-4782-8CF9-E64563CFBD6B}" dt="2021-12-29T21:19:52.936" v="404"/>
          <ac:picMkLst>
            <pc:docMk/>
            <pc:sldMk cId="1078527009" sldId="408"/>
            <ac:picMk id="62" creationId="{A5E8FACC-41DE-4A64-80C1-C747472C1C6F}"/>
          </ac:picMkLst>
        </pc:picChg>
        <pc:picChg chg="del">
          <ac:chgData name="Fainstad, Brandon" userId="aac92477-536e-4d21-9f70-fa5cd941f380" providerId="ADAL" clId="{AE306D3C-8EE8-4782-8CF9-E64563CFBD6B}" dt="2021-12-29T20:47:28.579" v="95" actId="478"/>
          <ac:picMkLst>
            <pc:docMk/>
            <pc:sldMk cId="1078527009" sldId="408"/>
            <ac:picMk id="73" creationId="{D71DD4F2-0012-4FCD-95A7-2BD7578D2228}"/>
          </ac:picMkLst>
        </pc:picChg>
        <pc:picChg chg="add mod">
          <ac:chgData name="Fainstad, Brandon" userId="aac92477-536e-4d21-9f70-fa5cd941f380" providerId="ADAL" clId="{AE306D3C-8EE8-4782-8CF9-E64563CFBD6B}" dt="2021-12-29T20:47:28.844" v="96"/>
          <ac:picMkLst>
            <pc:docMk/>
            <pc:sldMk cId="1078527009" sldId="408"/>
            <ac:picMk id="75" creationId="{519FE096-B98C-4905-95B5-275A659697E8}"/>
          </ac:picMkLst>
        </pc:picChg>
        <pc:picChg chg="del">
          <ac:chgData name="Fainstad, Brandon" userId="aac92477-536e-4d21-9f70-fa5cd941f380" providerId="ADAL" clId="{AE306D3C-8EE8-4782-8CF9-E64563CFBD6B}" dt="2021-12-29T20:47:28.579" v="95" actId="478"/>
          <ac:picMkLst>
            <pc:docMk/>
            <pc:sldMk cId="1078527009" sldId="408"/>
            <ac:picMk id="82" creationId="{8EB822E9-18E5-4DF6-980E-C9D06419B576}"/>
          </ac:picMkLst>
        </pc:picChg>
        <pc:picChg chg="add del mod">
          <ac:chgData name="Fainstad, Brandon" userId="aac92477-536e-4d21-9f70-fa5cd941f380" providerId="ADAL" clId="{AE306D3C-8EE8-4782-8CF9-E64563CFBD6B}" dt="2021-12-29T20:49:09.417" v="131" actId="478"/>
          <ac:picMkLst>
            <pc:docMk/>
            <pc:sldMk cId="1078527009" sldId="408"/>
            <ac:picMk id="85" creationId="{27F3C305-2BBC-442F-AA22-606F07E8954E}"/>
          </ac:picMkLst>
        </pc:picChg>
        <pc:picChg chg="add mod">
          <ac:chgData name="Fainstad, Brandon" userId="aac92477-536e-4d21-9f70-fa5cd941f380" providerId="ADAL" clId="{AE306D3C-8EE8-4782-8CF9-E64563CFBD6B}" dt="2021-12-29T20:47:28.844" v="96"/>
          <ac:picMkLst>
            <pc:docMk/>
            <pc:sldMk cId="1078527009" sldId="408"/>
            <ac:picMk id="87" creationId="{700F81BF-87F4-4AA4-8C7A-CA0C4B7ABCED}"/>
          </ac:picMkLst>
        </pc:picChg>
        <pc:picChg chg="add del mod">
          <ac:chgData name="Fainstad, Brandon" userId="aac92477-536e-4d21-9f70-fa5cd941f380" providerId="ADAL" clId="{AE306D3C-8EE8-4782-8CF9-E64563CFBD6B}" dt="2021-12-29T21:19:52.609" v="403" actId="478"/>
          <ac:picMkLst>
            <pc:docMk/>
            <pc:sldMk cId="1078527009" sldId="408"/>
            <ac:picMk id="107" creationId="{FB340DE7-D426-40A3-BF49-0925577F8701}"/>
          </ac:picMkLst>
        </pc:picChg>
        <pc:cxnChg chg="mod">
          <ac:chgData name="Fainstad, Brandon" userId="aac92477-536e-4d21-9f70-fa5cd941f380" providerId="ADAL" clId="{AE306D3C-8EE8-4782-8CF9-E64563CFBD6B}" dt="2021-12-29T20:47:28.579" v="95" actId="478"/>
          <ac:cxnSpMkLst>
            <pc:docMk/>
            <pc:sldMk cId="1078527009" sldId="408"/>
            <ac:cxnSpMk id="98" creationId="{7568F9CD-0A47-4598-8F4A-7B74A4B4D6D8}"/>
          </ac:cxnSpMkLst>
        </pc:cxnChg>
        <pc:cxnChg chg="mod">
          <ac:chgData name="Fainstad, Brandon" userId="aac92477-536e-4d21-9f70-fa5cd941f380" providerId="ADAL" clId="{AE306D3C-8EE8-4782-8CF9-E64563CFBD6B}" dt="2021-12-29T20:47:28.579" v="95" actId="478"/>
          <ac:cxnSpMkLst>
            <pc:docMk/>
            <pc:sldMk cId="1078527009" sldId="408"/>
            <ac:cxnSpMk id="99" creationId="{37143F78-AA99-46EC-BB1E-34BA8120BCC1}"/>
          </ac:cxnSpMkLst>
        </pc:cxnChg>
        <pc:cxnChg chg="del mod">
          <ac:chgData name="Fainstad, Brandon" userId="aac92477-536e-4d21-9f70-fa5cd941f380" providerId="ADAL" clId="{AE306D3C-8EE8-4782-8CF9-E64563CFBD6B}" dt="2021-12-29T20:47:28.579" v="95" actId="478"/>
          <ac:cxnSpMkLst>
            <pc:docMk/>
            <pc:sldMk cId="1078527009" sldId="408"/>
            <ac:cxnSpMk id="105" creationId="{3A9EB5E5-E16D-426D-B2DC-8CA4EC4A6BF9}"/>
          </ac:cxnSpMkLst>
        </pc:cxnChg>
        <pc:cxnChg chg="add mod">
          <ac:chgData name="Fainstad, Brandon" userId="aac92477-536e-4d21-9f70-fa5cd941f380" providerId="ADAL" clId="{AE306D3C-8EE8-4782-8CF9-E64563CFBD6B}" dt="2021-12-29T21:19:52.609" v="403" actId="478"/>
          <ac:cxnSpMkLst>
            <pc:docMk/>
            <pc:sldMk cId="1078527009" sldId="408"/>
            <ac:cxnSpMk id="108" creationId="{E40B5D5B-A758-48FA-84D7-32E1E8580F96}"/>
          </ac:cxnSpMkLst>
        </pc:cxnChg>
        <pc:cxnChg chg="add mod">
          <ac:chgData name="Fainstad, Brandon" userId="aac92477-536e-4d21-9f70-fa5cd941f380" providerId="ADAL" clId="{AE306D3C-8EE8-4782-8CF9-E64563CFBD6B}" dt="2021-12-29T20:47:28.844" v="96"/>
          <ac:cxnSpMkLst>
            <pc:docMk/>
            <pc:sldMk cId="1078527009" sldId="408"/>
            <ac:cxnSpMk id="109" creationId="{EC92C257-5A76-4C4B-A3D8-4587C6EAFB6F}"/>
          </ac:cxnSpMkLst>
        </pc:cxnChg>
      </pc:sldChg>
      <pc:sldChg chg="addSp delSp modSp add del mod modAnim">
        <pc:chgData name="Fainstad, Brandon" userId="aac92477-536e-4d21-9f70-fa5cd941f380" providerId="ADAL" clId="{AE306D3C-8EE8-4782-8CF9-E64563CFBD6B}" dt="2021-12-29T21:21:26.601" v="416" actId="1076"/>
        <pc:sldMkLst>
          <pc:docMk/>
          <pc:sldMk cId="1700040960" sldId="409"/>
        </pc:sldMkLst>
        <pc:spChg chg="add mod">
          <ac:chgData name="Fainstad, Brandon" userId="aac92477-536e-4d21-9f70-fa5cd941f380" providerId="ADAL" clId="{AE306D3C-8EE8-4782-8CF9-E64563CFBD6B}" dt="2021-12-29T21:09:31.743" v="327" actId="208"/>
          <ac:spMkLst>
            <pc:docMk/>
            <pc:sldMk cId="1700040960" sldId="409"/>
            <ac:spMk id="85" creationId="{1C586037-9174-41BD-BCCF-25AA34B6E8F4}"/>
          </ac:spMkLst>
        </pc:spChg>
        <pc:spChg chg="add mod">
          <ac:chgData name="Fainstad, Brandon" userId="aac92477-536e-4d21-9f70-fa5cd941f380" providerId="ADAL" clId="{AE306D3C-8EE8-4782-8CF9-E64563CFBD6B}" dt="2021-12-29T21:11:19.288" v="347"/>
          <ac:spMkLst>
            <pc:docMk/>
            <pc:sldMk cId="1700040960" sldId="409"/>
            <ac:spMk id="98" creationId="{8C7EE0DD-49A2-4469-9837-0B577EF55290}"/>
          </ac:spMkLst>
        </pc:spChg>
        <pc:spChg chg="add mod">
          <ac:chgData name="Fainstad, Brandon" userId="aac92477-536e-4d21-9f70-fa5cd941f380" providerId="ADAL" clId="{AE306D3C-8EE8-4782-8CF9-E64563CFBD6B}" dt="2021-12-29T20:47:43.597" v="102"/>
          <ac:spMkLst>
            <pc:docMk/>
            <pc:sldMk cId="1700040960" sldId="409"/>
            <ac:spMk id="132" creationId="{D7C8D0F4-2AC9-45B5-80CF-77760916189F}"/>
          </ac:spMkLst>
        </pc:spChg>
        <pc:spChg chg="del">
          <ac:chgData name="Fainstad, Brandon" userId="aac92477-536e-4d21-9f70-fa5cd941f380" providerId="ADAL" clId="{AE306D3C-8EE8-4782-8CF9-E64563CFBD6B}" dt="2021-12-29T21:11:18.913" v="346" actId="478"/>
          <ac:spMkLst>
            <pc:docMk/>
            <pc:sldMk cId="1700040960" sldId="409"/>
            <ac:spMk id="135" creationId="{D143F9CC-AEAD-432B-8FC6-E4015CD8A861}"/>
          </ac:spMkLst>
        </pc:spChg>
        <pc:spChg chg="add mod">
          <ac:chgData name="Fainstad, Brandon" userId="aac92477-536e-4d21-9f70-fa5cd941f380" providerId="ADAL" clId="{AE306D3C-8EE8-4782-8CF9-E64563CFBD6B}" dt="2021-12-29T20:47:43.597" v="102"/>
          <ac:spMkLst>
            <pc:docMk/>
            <pc:sldMk cId="1700040960" sldId="409"/>
            <ac:spMk id="154" creationId="{C04EFABA-4776-455C-AF8C-EAD3E58636C1}"/>
          </ac:spMkLst>
        </pc:spChg>
        <pc:spChg chg="add mod">
          <ac:chgData name="Fainstad, Brandon" userId="aac92477-536e-4d21-9f70-fa5cd941f380" providerId="ADAL" clId="{AE306D3C-8EE8-4782-8CF9-E64563CFBD6B}" dt="2021-12-29T20:47:43.597" v="102"/>
          <ac:spMkLst>
            <pc:docMk/>
            <pc:sldMk cId="1700040960" sldId="409"/>
            <ac:spMk id="155" creationId="{5D0C42E9-D33F-4DB6-903E-A81E8EFB8E84}"/>
          </ac:spMkLst>
        </pc:spChg>
        <pc:spChg chg="del">
          <ac:chgData name="Fainstad, Brandon" userId="aac92477-536e-4d21-9f70-fa5cd941f380" providerId="ADAL" clId="{AE306D3C-8EE8-4782-8CF9-E64563CFBD6B}" dt="2021-12-29T20:47:43.315" v="101" actId="478"/>
          <ac:spMkLst>
            <pc:docMk/>
            <pc:sldMk cId="1700040960" sldId="409"/>
            <ac:spMk id="161" creationId="{76DF5E5A-6508-4F5D-8A66-66FE3455D907}"/>
          </ac:spMkLst>
        </pc:spChg>
        <pc:spChg chg="add mod">
          <ac:chgData name="Fainstad, Brandon" userId="aac92477-536e-4d21-9f70-fa5cd941f380" providerId="ADAL" clId="{AE306D3C-8EE8-4782-8CF9-E64563CFBD6B}" dt="2021-12-29T20:47:43.597" v="102"/>
          <ac:spMkLst>
            <pc:docMk/>
            <pc:sldMk cId="1700040960" sldId="409"/>
            <ac:spMk id="163" creationId="{37935AF4-0A76-4669-A338-35088F76B97A}"/>
          </ac:spMkLst>
        </pc:spChg>
        <pc:spChg chg="add mod">
          <ac:chgData name="Fainstad, Brandon" userId="aac92477-536e-4d21-9f70-fa5cd941f380" providerId="ADAL" clId="{AE306D3C-8EE8-4782-8CF9-E64563CFBD6B}" dt="2021-12-29T20:47:43.597" v="102"/>
          <ac:spMkLst>
            <pc:docMk/>
            <pc:sldMk cId="1700040960" sldId="409"/>
            <ac:spMk id="165" creationId="{A34E8426-5A62-4201-8128-625108D0D727}"/>
          </ac:spMkLst>
        </pc:spChg>
        <pc:spChg chg="add del mod">
          <ac:chgData name="Fainstad, Brandon" userId="aac92477-536e-4d21-9f70-fa5cd941f380" providerId="ADAL" clId="{AE306D3C-8EE8-4782-8CF9-E64563CFBD6B}" dt="2021-12-29T20:49:55.602" v="141" actId="478"/>
          <ac:spMkLst>
            <pc:docMk/>
            <pc:sldMk cId="1700040960" sldId="409"/>
            <ac:spMk id="170" creationId="{7264481A-0335-4336-8939-CD8CB2592C55}"/>
          </ac:spMkLst>
        </pc:spChg>
        <pc:spChg chg="add mod">
          <ac:chgData name="Fainstad, Brandon" userId="aac92477-536e-4d21-9f70-fa5cd941f380" providerId="ADAL" clId="{AE306D3C-8EE8-4782-8CF9-E64563CFBD6B}" dt="2021-12-29T20:49:55.867" v="142"/>
          <ac:spMkLst>
            <pc:docMk/>
            <pc:sldMk cId="1700040960" sldId="409"/>
            <ac:spMk id="184" creationId="{D3B3DE84-E718-44F0-9FA2-D782F3200D49}"/>
          </ac:spMkLst>
        </pc:spChg>
        <pc:grpChg chg="del">
          <ac:chgData name="Fainstad, Brandon" userId="aac92477-536e-4d21-9f70-fa5cd941f380" providerId="ADAL" clId="{AE306D3C-8EE8-4782-8CF9-E64563CFBD6B}" dt="2021-12-29T20:47:43.315" v="101" actId="478"/>
          <ac:grpSpMkLst>
            <pc:docMk/>
            <pc:sldMk cId="1700040960" sldId="409"/>
            <ac:grpSpMk id="99" creationId="{59302AB2-5CC8-4B8B-8CA0-0009A85DF3BE}"/>
          </ac:grpSpMkLst>
        </pc:grpChg>
        <pc:grpChg chg="del">
          <ac:chgData name="Fainstad, Brandon" userId="aac92477-536e-4d21-9f70-fa5cd941f380" providerId="ADAL" clId="{AE306D3C-8EE8-4782-8CF9-E64563CFBD6B}" dt="2021-12-29T20:47:43.315" v="101" actId="478"/>
          <ac:grpSpMkLst>
            <pc:docMk/>
            <pc:sldMk cId="1700040960" sldId="409"/>
            <ac:grpSpMk id="102" creationId="{DD07781D-CCB5-4533-8B30-9F8DC37BC76D}"/>
          </ac:grpSpMkLst>
        </pc:grpChg>
        <pc:grpChg chg="mod">
          <ac:chgData name="Fainstad, Brandon" userId="aac92477-536e-4d21-9f70-fa5cd941f380" providerId="ADAL" clId="{AE306D3C-8EE8-4782-8CF9-E64563CFBD6B}" dt="2021-12-29T21:21:13.752" v="415" actId="1076"/>
          <ac:grpSpMkLst>
            <pc:docMk/>
            <pc:sldMk cId="1700040960" sldId="409"/>
            <ac:grpSpMk id="105" creationId="{E9FC863D-5F35-4675-B758-954AD3FC2229}"/>
          </ac:grpSpMkLst>
        </pc:grpChg>
        <pc:grpChg chg="del">
          <ac:chgData name="Fainstad, Brandon" userId="aac92477-536e-4d21-9f70-fa5cd941f380" providerId="ADAL" clId="{AE306D3C-8EE8-4782-8CF9-E64563CFBD6B}" dt="2021-12-29T20:47:43.315" v="101" actId="478"/>
          <ac:grpSpMkLst>
            <pc:docMk/>
            <pc:sldMk cId="1700040960" sldId="409"/>
            <ac:grpSpMk id="167" creationId="{2DD3646A-EBC1-4F11-A470-E918AC7EDCB2}"/>
          </ac:grpSpMkLst>
        </pc:grpChg>
        <pc:grpChg chg="del">
          <ac:chgData name="Fainstad, Brandon" userId="aac92477-536e-4d21-9f70-fa5cd941f380" providerId="ADAL" clId="{AE306D3C-8EE8-4782-8CF9-E64563CFBD6B}" dt="2021-12-29T20:47:43.315" v="101" actId="478"/>
          <ac:grpSpMkLst>
            <pc:docMk/>
            <pc:sldMk cId="1700040960" sldId="409"/>
            <ac:grpSpMk id="174" creationId="{0B49BC9B-D2F6-43E9-89A1-5281C8D1E050}"/>
          </ac:grpSpMkLst>
        </pc:grpChg>
        <pc:grpChg chg="del">
          <ac:chgData name="Fainstad, Brandon" userId="aac92477-536e-4d21-9f70-fa5cd941f380" providerId="ADAL" clId="{AE306D3C-8EE8-4782-8CF9-E64563CFBD6B}" dt="2021-12-29T20:47:43.315" v="101" actId="478"/>
          <ac:grpSpMkLst>
            <pc:docMk/>
            <pc:sldMk cId="1700040960" sldId="409"/>
            <ac:grpSpMk id="177" creationId="{6E807EC4-6328-4126-A3E4-2B8F66D17A5A}"/>
          </ac:grpSpMkLst>
        </pc:grpChg>
        <pc:grpChg chg="del">
          <ac:chgData name="Fainstad, Brandon" userId="aac92477-536e-4d21-9f70-fa5cd941f380" providerId="ADAL" clId="{AE306D3C-8EE8-4782-8CF9-E64563CFBD6B}" dt="2021-12-29T20:47:43.315" v="101" actId="478"/>
          <ac:grpSpMkLst>
            <pc:docMk/>
            <pc:sldMk cId="1700040960" sldId="409"/>
            <ac:grpSpMk id="180" creationId="{23B90DE6-16AA-4BE8-A828-AE6E849D7C21}"/>
          </ac:grpSpMkLst>
        </pc:grpChg>
        <pc:picChg chg="add mod">
          <ac:chgData name="Fainstad, Brandon" userId="aac92477-536e-4d21-9f70-fa5cd941f380" providerId="ADAL" clId="{AE306D3C-8EE8-4782-8CF9-E64563CFBD6B}" dt="2021-12-29T21:21:26.601" v="416" actId="1076"/>
          <ac:picMkLst>
            <pc:docMk/>
            <pc:sldMk cId="1700040960" sldId="409"/>
            <ac:picMk id="84" creationId="{4864A04C-5038-496C-A6A8-C14918B652DD}"/>
          </ac:picMkLst>
        </pc:picChg>
        <pc:picChg chg="del">
          <ac:chgData name="Fainstad, Brandon" userId="aac92477-536e-4d21-9f70-fa5cd941f380" providerId="ADAL" clId="{AE306D3C-8EE8-4782-8CF9-E64563CFBD6B}" dt="2021-12-29T20:47:43.315" v="101" actId="478"/>
          <ac:picMkLst>
            <pc:docMk/>
            <pc:sldMk cId="1700040960" sldId="409"/>
            <ac:picMk id="98" creationId="{A5C32506-AE51-4FFF-A2D8-F6C854D3718F}"/>
          </ac:picMkLst>
        </pc:picChg>
        <pc:picChg chg="add mod">
          <ac:chgData name="Fainstad, Brandon" userId="aac92477-536e-4d21-9f70-fa5cd941f380" providerId="ADAL" clId="{AE306D3C-8EE8-4782-8CF9-E64563CFBD6B}" dt="2021-12-29T21:11:19.288" v="347"/>
          <ac:picMkLst>
            <pc:docMk/>
            <pc:sldMk cId="1700040960" sldId="409"/>
            <ac:picMk id="99" creationId="{5D5A4630-3C77-44DC-BCEF-8977B2812A17}"/>
          </ac:picMkLst>
        </pc:picChg>
        <pc:picChg chg="del">
          <ac:chgData name="Fainstad, Brandon" userId="aac92477-536e-4d21-9f70-fa5cd941f380" providerId="ADAL" clId="{AE306D3C-8EE8-4782-8CF9-E64563CFBD6B}" dt="2021-12-29T21:06:12.390" v="282" actId="478"/>
          <ac:picMkLst>
            <pc:docMk/>
            <pc:sldMk cId="1700040960" sldId="409"/>
            <ac:picMk id="146" creationId="{97A8204E-C18C-43CF-A574-0C61141B6345}"/>
          </ac:picMkLst>
        </pc:picChg>
        <pc:picChg chg="add mod">
          <ac:chgData name="Fainstad, Brandon" userId="aac92477-536e-4d21-9f70-fa5cd941f380" providerId="ADAL" clId="{AE306D3C-8EE8-4782-8CF9-E64563CFBD6B}" dt="2021-12-29T20:47:43.597" v="102"/>
          <ac:picMkLst>
            <pc:docMk/>
            <pc:sldMk cId="1700040960" sldId="409"/>
            <ac:picMk id="149" creationId="{40E35068-3E7C-4C27-9ABC-54C0F5EF9A5E}"/>
          </ac:picMkLst>
        </pc:picChg>
        <pc:picChg chg="del">
          <ac:chgData name="Fainstad, Brandon" userId="aac92477-536e-4d21-9f70-fa5cd941f380" providerId="ADAL" clId="{AE306D3C-8EE8-4782-8CF9-E64563CFBD6B}" dt="2021-12-29T21:09:50.870" v="330" actId="478"/>
          <ac:picMkLst>
            <pc:docMk/>
            <pc:sldMk cId="1700040960" sldId="409"/>
            <ac:picMk id="151" creationId="{B629EA9A-7382-48A1-98A8-E8F7F08C5C8E}"/>
          </ac:picMkLst>
        </pc:picChg>
        <pc:picChg chg="del">
          <ac:chgData name="Fainstad, Brandon" userId="aac92477-536e-4d21-9f70-fa5cd941f380" providerId="ADAL" clId="{AE306D3C-8EE8-4782-8CF9-E64563CFBD6B}" dt="2021-12-29T21:11:18.913" v="346" actId="478"/>
          <ac:picMkLst>
            <pc:docMk/>
            <pc:sldMk cId="1700040960" sldId="409"/>
            <ac:picMk id="152" creationId="{5B303BB3-BE66-4F93-B670-77B47AA1947F}"/>
          </ac:picMkLst>
        </pc:picChg>
        <pc:picChg chg="del">
          <ac:chgData name="Fainstad, Brandon" userId="aac92477-536e-4d21-9f70-fa5cd941f380" providerId="ADAL" clId="{AE306D3C-8EE8-4782-8CF9-E64563CFBD6B}" dt="2021-12-29T20:47:43.315" v="101" actId="478"/>
          <ac:picMkLst>
            <pc:docMk/>
            <pc:sldMk cId="1700040960" sldId="409"/>
            <ac:picMk id="162" creationId="{BF49F27F-94AE-49F8-B149-F0635DF4D645}"/>
          </ac:picMkLst>
        </pc:picChg>
        <pc:picChg chg="add mod">
          <ac:chgData name="Fainstad, Brandon" userId="aac92477-536e-4d21-9f70-fa5cd941f380" providerId="ADAL" clId="{AE306D3C-8EE8-4782-8CF9-E64563CFBD6B}" dt="2021-12-29T20:47:43.597" v="102"/>
          <ac:picMkLst>
            <pc:docMk/>
            <pc:sldMk cId="1700040960" sldId="409"/>
            <ac:picMk id="164" creationId="{91367E69-5A58-4B1B-BFB2-760DADE6473A}"/>
          </ac:picMkLst>
        </pc:picChg>
        <pc:picChg chg="add mod">
          <ac:chgData name="Fainstad, Brandon" userId="aac92477-536e-4d21-9f70-fa5cd941f380" providerId="ADAL" clId="{AE306D3C-8EE8-4782-8CF9-E64563CFBD6B}" dt="2021-12-29T20:47:43.597" v="102"/>
          <ac:picMkLst>
            <pc:docMk/>
            <pc:sldMk cId="1700040960" sldId="409"/>
            <ac:picMk id="166" creationId="{F05B4B91-FEFE-4216-872D-80BC4C06F69E}"/>
          </ac:picMkLst>
        </pc:picChg>
        <pc:picChg chg="add del mod">
          <ac:chgData name="Fainstad, Brandon" userId="aac92477-536e-4d21-9f70-fa5cd941f380" providerId="ADAL" clId="{AE306D3C-8EE8-4782-8CF9-E64563CFBD6B}" dt="2021-12-29T20:49:55.602" v="141" actId="478"/>
          <ac:picMkLst>
            <pc:docMk/>
            <pc:sldMk cId="1700040960" sldId="409"/>
            <ac:picMk id="171" creationId="{C6C3F9C0-A2E8-4357-8612-FEFE0ADD253C}"/>
          </ac:picMkLst>
        </pc:picChg>
        <pc:cxnChg chg="mod">
          <ac:chgData name="Fainstad, Brandon" userId="aac92477-536e-4d21-9f70-fa5cd941f380" providerId="ADAL" clId="{AE306D3C-8EE8-4782-8CF9-E64563CFBD6B}" dt="2021-12-29T21:09:26.426" v="326" actId="14100"/>
          <ac:cxnSpMkLst>
            <pc:docMk/>
            <pc:sldMk cId="1700040960" sldId="409"/>
            <ac:cxnSpMk id="134" creationId="{8B8AB762-6F38-4EDA-92B2-2801FDDA2465}"/>
          </ac:cxnSpMkLst>
        </pc:cxnChg>
        <pc:cxnChg chg="add mod">
          <ac:chgData name="Fainstad, Brandon" userId="aac92477-536e-4d21-9f70-fa5cd941f380" providerId="ADAL" clId="{AE306D3C-8EE8-4782-8CF9-E64563CFBD6B}" dt="2021-12-29T20:49:55.602" v="141" actId="478"/>
          <ac:cxnSpMkLst>
            <pc:docMk/>
            <pc:sldMk cId="1700040960" sldId="409"/>
            <ac:cxnSpMk id="172" creationId="{80BF7ED6-4017-4C5E-BBE3-A621C6D290F4}"/>
          </ac:cxnSpMkLst>
        </pc:cxnChg>
        <pc:cxnChg chg="add mod">
          <ac:chgData name="Fainstad, Brandon" userId="aac92477-536e-4d21-9f70-fa5cd941f380" providerId="ADAL" clId="{AE306D3C-8EE8-4782-8CF9-E64563CFBD6B}" dt="2021-12-29T20:47:43.597" v="102"/>
          <ac:cxnSpMkLst>
            <pc:docMk/>
            <pc:sldMk cId="1700040960" sldId="409"/>
            <ac:cxnSpMk id="173" creationId="{963F2498-B4A7-4B78-BC38-AA78218F4392}"/>
          </ac:cxnSpMkLst>
        </pc:cxnChg>
        <pc:cxnChg chg="mod">
          <ac:chgData name="Fainstad, Brandon" userId="aac92477-536e-4d21-9f70-fa5cd941f380" providerId="ADAL" clId="{AE306D3C-8EE8-4782-8CF9-E64563CFBD6B}" dt="2021-12-29T20:47:43.315" v="101" actId="478"/>
          <ac:cxnSpMkLst>
            <pc:docMk/>
            <pc:sldMk cId="1700040960" sldId="409"/>
            <ac:cxnSpMk id="181" creationId="{409B99B6-0F20-49A5-96CF-F0C283B50FC3}"/>
          </ac:cxnSpMkLst>
        </pc:cxnChg>
        <pc:cxnChg chg="mod">
          <ac:chgData name="Fainstad, Brandon" userId="aac92477-536e-4d21-9f70-fa5cd941f380" providerId="ADAL" clId="{AE306D3C-8EE8-4782-8CF9-E64563CFBD6B}" dt="2021-12-29T20:47:43.315" v="101" actId="478"/>
          <ac:cxnSpMkLst>
            <pc:docMk/>
            <pc:sldMk cId="1700040960" sldId="409"/>
            <ac:cxnSpMk id="182" creationId="{4C2D176F-47BD-451D-8D1F-E6A1F97FAA2D}"/>
          </ac:cxnSpMkLst>
        </pc:cxnChg>
        <pc:cxnChg chg="del mod">
          <ac:chgData name="Fainstad, Brandon" userId="aac92477-536e-4d21-9f70-fa5cd941f380" providerId="ADAL" clId="{AE306D3C-8EE8-4782-8CF9-E64563CFBD6B}" dt="2021-12-29T20:47:43.315" v="101" actId="478"/>
          <ac:cxnSpMkLst>
            <pc:docMk/>
            <pc:sldMk cId="1700040960" sldId="409"/>
            <ac:cxnSpMk id="183" creationId="{2BA72AF7-34D4-4D6E-9A66-439C5DDD1FEB}"/>
          </ac:cxnSpMkLst>
        </pc:cxnChg>
      </pc:sldChg>
      <pc:sldChg chg="addSp delSp modSp mod modAnim">
        <pc:chgData name="Fainstad, Brandon" userId="aac92477-536e-4d21-9f70-fa5cd941f380" providerId="ADAL" clId="{AE306D3C-8EE8-4782-8CF9-E64563CFBD6B}" dt="2021-12-29T21:19:36.931" v="396"/>
        <pc:sldMkLst>
          <pc:docMk/>
          <pc:sldMk cId="396296243" sldId="410"/>
        </pc:sldMkLst>
        <pc:spChg chg="add mod">
          <ac:chgData name="Fainstad, Brandon" userId="aac92477-536e-4d21-9f70-fa5cd941f380" providerId="ADAL" clId="{AE306D3C-8EE8-4782-8CF9-E64563CFBD6B}" dt="2021-12-29T21:19:36.931" v="396"/>
          <ac:spMkLst>
            <pc:docMk/>
            <pc:sldMk cId="396296243" sldId="410"/>
            <ac:spMk id="35" creationId="{F28B51E5-BC1B-4299-A55D-865B67D32B04}"/>
          </ac:spMkLst>
        </pc:spChg>
        <pc:spChg chg="add del mod">
          <ac:chgData name="Fainstad, Brandon" userId="aac92477-536e-4d21-9f70-fa5cd941f380" providerId="ADAL" clId="{AE306D3C-8EE8-4782-8CF9-E64563CFBD6B}" dt="2021-12-29T20:40:01.905" v="20"/>
          <ac:spMkLst>
            <pc:docMk/>
            <pc:sldMk cId="396296243" sldId="410"/>
            <ac:spMk id="37" creationId="{1285A134-868F-4FB7-81C7-23131B6741F9}"/>
          </ac:spMkLst>
        </pc:spChg>
        <pc:spChg chg="add del mod">
          <ac:chgData name="Fainstad, Brandon" userId="aac92477-536e-4d21-9f70-fa5cd941f380" providerId="ADAL" clId="{AE306D3C-8EE8-4782-8CF9-E64563CFBD6B}" dt="2021-12-29T20:40:01.905" v="20"/>
          <ac:spMkLst>
            <pc:docMk/>
            <pc:sldMk cId="396296243" sldId="410"/>
            <ac:spMk id="39" creationId="{CC7E4A25-642B-468E-84F7-698029868F88}"/>
          </ac:spMkLst>
        </pc:spChg>
        <pc:spChg chg="add del mod">
          <ac:chgData name="Fainstad, Brandon" userId="aac92477-536e-4d21-9f70-fa5cd941f380" providerId="ADAL" clId="{AE306D3C-8EE8-4782-8CF9-E64563CFBD6B}" dt="2021-12-29T20:40:01.905" v="20"/>
          <ac:spMkLst>
            <pc:docMk/>
            <pc:sldMk cId="396296243" sldId="410"/>
            <ac:spMk id="40" creationId="{A1AA6524-5488-4C87-93C9-C886DEEA5B0F}"/>
          </ac:spMkLst>
        </pc:spChg>
        <pc:spChg chg="add del mod">
          <ac:chgData name="Fainstad, Brandon" userId="aac92477-536e-4d21-9f70-fa5cd941f380" providerId="ADAL" clId="{AE306D3C-8EE8-4782-8CF9-E64563CFBD6B}" dt="2021-12-29T20:40:01.905" v="20"/>
          <ac:spMkLst>
            <pc:docMk/>
            <pc:sldMk cId="396296243" sldId="410"/>
            <ac:spMk id="49" creationId="{09E63C39-C5C3-4056-81D8-C7D59DA28368}"/>
          </ac:spMkLst>
        </pc:spChg>
        <pc:spChg chg="add del mod">
          <ac:chgData name="Fainstad, Brandon" userId="aac92477-536e-4d21-9f70-fa5cd941f380" providerId="ADAL" clId="{AE306D3C-8EE8-4782-8CF9-E64563CFBD6B}" dt="2021-12-29T20:40:01.905" v="20"/>
          <ac:spMkLst>
            <pc:docMk/>
            <pc:sldMk cId="396296243" sldId="410"/>
            <ac:spMk id="51" creationId="{99F2E13D-4F9E-4401-A3EA-F07727268C66}"/>
          </ac:spMkLst>
        </pc:spChg>
        <pc:spChg chg="add del mod">
          <ac:chgData name="Fainstad, Brandon" userId="aac92477-536e-4d21-9f70-fa5cd941f380" providerId="ADAL" clId="{AE306D3C-8EE8-4782-8CF9-E64563CFBD6B}" dt="2021-12-29T20:44:56.812" v="71" actId="478"/>
          <ac:spMkLst>
            <pc:docMk/>
            <pc:sldMk cId="396296243" sldId="410"/>
            <ac:spMk id="54" creationId="{041E5422-2EA3-4673-924D-F1088BCA7BF2}"/>
          </ac:spMkLst>
        </pc:spChg>
        <pc:spChg chg="add del mod">
          <ac:chgData name="Fainstad, Brandon" userId="aac92477-536e-4d21-9f70-fa5cd941f380" providerId="ADAL" clId="{AE306D3C-8EE8-4782-8CF9-E64563CFBD6B}" dt="2021-12-29T20:44:56.812" v="71" actId="478"/>
          <ac:spMkLst>
            <pc:docMk/>
            <pc:sldMk cId="396296243" sldId="410"/>
            <ac:spMk id="56" creationId="{A7C1C257-B908-4273-ABC8-860CED7F1C0C}"/>
          </ac:spMkLst>
        </pc:spChg>
        <pc:spChg chg="add del mod">
          <ac:chgData name="Fainstad, Brandon" userId="aac92477-536e-4d21-9f70-fa5cd941f380" providerId="ADAL" clId="{AE306D3C-8EE8-4782-8CF9-E64563CFBD6B}" dt="2021-12-29T20:44:56.812" v="71" actId="478"/>
          <ac:spMkLst>
            <pc:docMk/>
            <pc:sldMk cId="396296243" sldId="410"/>
            <ac:spMk id="57" creationId="{7DD7647B-5A54-42BA-93AB-46513655687D}"/>
          </ac:spMkLst>
        </pc:spChg>
        <pc:spChg chg="add del mod">
          <ac:chgData name="Fainstad, Brandon" userId="aac92477-536e-4d21-9f70-fa5cd941f380" providerId="ADAL" clId="{AE306D3C-8EE8-4782-8CF9-E64563CFBD6B}" dt="2021-12-29T20:44:56.812" v="71" actId="478"/>
          <ac:spMkLst>
            <pc:docMk/>
            <pc:sldMk cId="396296243" sldId="410"/>
            <ac:spMk id="58" creationId="{5EF3C1C9-F196-498C-AA26-9308CEE107A5}"/>
          </ac:spMkLst>
        </pc:spChg>
        <pc:spChg chg="add del mod">
          <ac:chgData name="Fainstad, Brandon" userId="aac92477-536e-4d21-9f70-fa5cd941f380" providerId="ADAL" clId="{AE306D3C-8EE8-4782-8CF9-E64563CFBD6B}" dt="2021-12-29T20:44:56.812" v="71" actId="478"/>
          <ac:spMkLst>
            <pc:docMk/>
            <pc:sldMk cId="396296243" sldId="410"/>
            <ac:spMk id="60" creationId="{61F2D1FB-6C0D-4EB8-884D-FD525A66FE64}"/>
          </ac:spMkLst>
        </pc:spChg>
        <pc:spChg chg="mod">
          <ac:chgData name="Fainstad, Brandon" userId="aac92477-536e-4d21-9f70-fa5cd941f380" providerId="ADAL" clId="{AE306D3C-8EE8-4782-8CF9-E64563CFBD6B}" dt="2021-12-29T21:14:51.488" v="372" actId="1076"/>
          <ac:spMkLst>
            <pc:docMk/>
            <pc:sldMk cId="396296243" sldId="410"/>
            <ac:spMk id="62" creationId="{8D1963B5-D9F6-4514-A38E-588866F00550}"/>
          </ac:spMkLst>
        </pc:spChg>
        <pc:spChg chg="add del mod">
          <ac:chgData name="Fainstad, Brandon" userId="aac92477-536e-4d21-9f70-fa5cd941f380" providerId="ADAL" clId="{AE306D3C-8EE8-4782-8CF9-E64563CFBD6B}" dt="2021-12-29T20:47:10.640" v="87" actId="478"/>
          <ac:spMkLst>
            <pc:docMk/>
            <pc:sldMk cId="396296243" sldId="410"/>
            <ac:spMk id="65" creationId="{0F2CE594-E72B-4011-85A9-1A709810899C}"/>
          </ac:spMkLst>
        </pc:spChg>
        <pc:spChg chg="add del mod">
          <ac:chgData name="Fainstad, Brandon" userId="aac92477-536e-4d21-9f70-fa5cd941f380" providerId="ADAL" clId="{AE306D3C-8EE8-4782-8CF9-E64563CFBD6B}" dt="2021-12-29T20:47:10.640" v="87" actId="478"/>
          <ac:spMkLst>
            <pc:docMk/>
            <pc:sldMk cId="396296243" sldId="410"/>
            <ac:spMk id="67" creationId="{03419B22-1886-4C21-9A63-9F5671FE188E}"/>
          </ac:spMkLst>
        </pc:spChg>
        <pc:spChg chg="add del mod">
          <ac:chgData name="Fainstad, Brandon" userId="aac92477-536e-4d21-9f70-fa5cd941f380" providerId="ADAL" clId="{AE306D3C-8EE8-4782-8CF9-E64563CFBD6B}" dt="2021-12-29T20:47:10.640" v="87" actId="478"/>
          <ac:spMkLst>
            <pc:docMk/>
            <pc:sldMk cId="396296243" sldId="410"/>
            <ac:spMk id="69" creationId="{48E7C6E9-5A0C-48A3-801C-B7E48D30F52C}"/>
          </ac:spMkLst>
        </pc:spChg>
        <pc:spChg chg="mod">
          <ac:chgData name="Fainstad, Brandon" userId="aac92477-536e-4d21-9f70-fa5cd941f380" providerId="ADAL" clId="{AE306D3C-8EE8-4782-8CF9-E64563CFBD6B}" dt="2021-12-29T21:02:59.296" v="269" actId="1076"/>
          <ac:spMkLst>
            <pc:docMk/>
            <pc:sldMk cId="396296243" sldId="410"/>
            <ac:spMk id="71" creationId="{DB364106-B3BB-4DA9-83A6-C805B94F4B5E}"/>
          </ac:spMkLst>
        </pc:spChg>
        <pc:spChg chg="mod">
          <ac:chgData name="Fainstad, Brandon" userId="aac92477-536e-4d21-9f70-fa5cd941f380" providerId="ADAL" clId="{AE306D3C-8EE8-4782-8CF9-E64563CFBD6B}" dt="2021-12-29T21:03:08.434" v="271" actId="1036"/>
          <ac:spMkLst>
            <pc:docMk/>
            <pc:sldMk cId="396296243" sldId="410"/>
            <ac:spMk id="72" creationId="{4332A935-82FD-4AEB-BBA5-DE4ADA786FF3}"/>
          </ac:spMkLst>
        </pc:spChg>
        <pc:spChg chg="add del mod">
          <ac:chgData name="Fainstad, Brandon" userId="aac92477-536e-4d21-9f70-fa5cd941f380" providerId="ADAL" clId="{AE306D3C-8EE8-4782-8CF9-E64563CFBD6B}" dt="2021-12-29T20:47:10.640" v="87" actId="478"/>
          <ac:spMkLst>
            <pc:docMk/>
            <pc:sldMk cId="396296243" sldId="410"/>
            <ac:spMk id="74" creationId="{00029561-16CD-4925-BC5A-CC0D3E387354}"/>
          </ac:spMkLst>
        </pc:spChg>
        <pc:spChg chg="add del mod">
          <ac:chgData name="Fainstad, Brandon" userId="aac92477-536e-4d21-9f70-fa5cd941f380" providerId="ADAL" clId="{AE306D3C-8EE8-4782-8CF9-E64563CFBD6B}" dt="2021-12-29T20:47:10.640" v="87" actId="478"/>
          <ac:spMkLst>
            <pc:docMk/>
            <pc:sldMk cId="396296243" sldId="410"/>
            <ac:spMk id="76" creationId="{BF7A5D79-D999-4920-AFC4-D7E573339F63}"/>
          </ac:spMkLst>
        </pc:spChg>
        <pc:spChg chg="add del mod">
          <ac:chgData name="Fainstad, Brandon" userId="aac92477-536e-4d21-9f70-fa5cd941f380" providerId="ADAL" clId="{AE306D3C-8EE8-4782-8CF9-E64563CFBD6B}" dt="2021-12-29T20:47:10.640" v="87" actId="478"/>
          <ac:spMkLst>
            <pc:docMk/>
            <pc:sldMk cId="396296243" sldId="410"/>
            <ac:spMk id="78" creationId="{A34247FA-875E-41EB-BD84-4B420B876ADC}"/>
          </ac:spMkLst>
        </pc:spChg>
        <pc:spChg chg="mod">
          <ac:chgData name="Fainstad, Brandon" userId="aac92477-536e-4d21-9f70-fa5cd941f380" providerId="ADAL" clId="{AE306D3C-8EE8-4782-8CF9-E64563CFBD6B}" dt="2021-12-29T21:01:14.885" v="259" actId="14100"/>
          <ac:spMkLst>
            <pc:docMk/>
            <pc:sldMk cId="396296243" sldId="410"/>
            <ac:spMk id="79" creationId="{0218DFBF-AF4F-480D-A0B7-D8DFAA9392DD}"/>
          </ac:spMkLst>
        </pc:spChg>
        <pc:spChg chg="mod">
          <ac:chgData name="Fainstad, Brandon" userId="aac92477-536e-4d21-9f70-fa5cd941f380" providerId="ADAL" clId="{AE306D3C-8EE8-4782-8CF9-E64563CFBD6B}" dt="2021-12-29T21:05:11.250" v="277" actId="2085"/>
          <ac:spMkLst>
            <pc:docMk/>
            <pc:sldMk cId="396296243" sldId="410"/>
            <ac:spMk id="83" creationId="{7D578861-8EAC-4E15-9271-76F50889C73D}"/>
          </ac:spMkLst>
        </pc:spChg>
        <pc:spChg chg="add del mod">
          <ac:chgData name="Fainstad, Brandon" userId="aac92477-536e-4d21-9f70-fa5cd941f380" providerId="ADAL" clId="{AE306D3C-8EE8-4782-8CF9-E64563CFBD6B}" dt="2021-12-29T20:47:10.640" v="87" actId="478"/>
          <ac:spMkLst>
            <pc:docMk/>
            <pc:sldMk cId="396296243" sldId="410"/>
            <ac:spMk id="86" creationId="{C653AEC7-85E7-45AE-B143-C9FB876314E1}"/>
          </ac:spMkLst>
        </pc:spChg>
        <pc:spChg chg="del">
          <ac:chgData name="Fainstad, Brandon" userId="aac92477-536e-4d21-9f70-fa5cd941f380" providerId="ADAL" clId="{AE306D3C-8EE8-4782-8CF9-E64563CFBD6B}" dt="2021-12-29T20:39:51.394" v="16" actId="478"/>
          <ac:spMkLst>
            <pc:docMk/>
            <pc:sldMk cId="396296243" sldId="410"/>
            <ac:spMk id="94" creationId="{5C91285E-F2AC-46A0-AE50-9670FCE0900E}"/>
          </ac:spMkLst>
        </pc:spChg>
        <pc:spChg chg="add mod">
          <ac:chgData name="Fainstad, Brandon" userId="aac92477-536e-4d21-9f70-fa5cd941f380" providerId="ADAL" clId="{AE306D3C-8EE8-4782-8CF9-E64563CFBD6B}" dt="2021-12-29T20:48:31.530" v="117" actId="113"/>
          <ac:spMkLst>
            <pc:docMk/>
            <pc:sldMk cId="396296243" sldId="410"/>
            <ac:spMk id="96" creationId="{E22E8DD8-FCCF-482D-BBB9-7F09666D7C48}"/>
          </ac:spMkLst>
        </pc:spChg>
        <pc:spChg chg="add mod">
          <ac:chgData name="Fainstad, Brandon" userId="aac92477-536e-4d21-9f70-fa5cd941f380" providerId="ADAL" clId="{AE306D3C-8EE8-4782-8CF9-E64563CFBD6B}" dt="2021-12-29T20:47:10.955" v="88"/>
          <ac:spMkLst>
            <pc:docMk/>
            <pc:sldMk cId="396296243" sldId="410"/>
            <ac:spMk id="98" creationId="{30098040-412A-4A53-8100-679AF25A761D}"/>
          </ac:spMkLst>
        </pc:spChg>
        <pc:spChg chg="add mod">
          <ac:chgData name="Fainstad, Brandon" userId="aac92477-536e-4d21-9f70-fa5cd941f380" providerId="ADAL" clId="{AE306D3C-8EE8-4782-8CF9-E64563CFBD6B}" dt="2021-12-29T20:47:10.955" v="88"/>
          <ac:spMkLst>
            <pc:docMk/>
            <pc:sldMk cId="396296243" sldId="410"/>
            <ac:spMk id="99" creationId="{3B4C3B37-8D38-437E-A179-18B7005DE03E}"/>
          </ac:spMkLst>
        </pc:spChg>
        <pc:spChg chg="add mod">
          <ac:chgData name="Fainstad, Brandon" userId="aac92477-536e-4d21-9f70-fa5cd941f380" providerId="ADAL" clId="{AE306D3C-8EE8-4782-8CF9-E64563CFBD6B}" dt="2021-12-29T20:47:10.955" v="88"/>
          <ac:spMkLst>
            <pc:docMk/>
            <pc:sldMk cId="396296243" sldId="410"/>
            <ac:spMk id="103" creationId="{0E02EED4-1F17-4B57-9622-6EAB00482C8F}"/>
          </ac:spMkLst>
        </pc:spChg>
        <pc:spChg chg="add mod">
          <ac:chgData name="Fainstad, Brandon" userId="aac92477-536e-4d21-9f70-fa5cd941f380" providerId="ADAL" clId="{AE306D3C-8EE8-4782-8CF9-E64563CFBD6B}" dt="2021-12-29T20:47:10.955" v="88"/>
          <ac:spMkLst>
            <pc:docMk/>
            <pc:sldMk cId="396296243" sldId="410"/>
            <ac:spMk id="105" creationId="{9C15BC92-2A9F-4E50-86C6-7C8B425A19E2}"/>
          </ac:spMkLst>
        </pc:spChg>
        <pc:spChg chg="add del mod">
          <ac:chgData name="Fainstad, Brandon" userId="aac92477-536e-4d21-9f70-fa5cd941f380" providerId="ADAL" clId="{AE306D3C-8EE8-4782-8CF9-E64563CFBD6B}" dt="2021-12-29T21:19:36.539" v="395" actId="478"/>
          <ac:spMkLst>
            <pc:docMk/>
            <pc:sldMk cId="396296243" sldId="410"/>
            <ac:spMk id="107" creationId="{B286A623-8070-47EC-B9A1-C1A533092FDC}"/>
          </ac:spMkLst>
        </pc:spChg>
        <pc:spChg chg="add del mod">
          <ac:chgData name="Fainstad, Brandon" userId="aac92477-536e-4d21-9f70-fa5cd941f380" providerId="ADAL" clId="{AE306D3C-8EE8-4782-8CF9-E64563CFBD6B}" dt="2021-12-29T21:01:43.667" v="263"/>
          <ac:spMkLst>
            <pc:docMk/>
            <pc:sldMk cId="396296243" sldId="410"/>
            <ac:spMk id="111" creationId="{B7C16866-7C12-42C0-BCDD-ACD7EDB56053}"/>
          </ac:spMkLst>
        </pc:spChg>
        <pc:grpChg chg="del">
          <ac:chgData name="Fainstad, Brandon" userId="aac92477-536e-4d21-9f70-fa5cd941f380" providerId="ADAL" clId="{AE306D3C-8EE8-4782-8CF9-E64563CFBD6B}" dt="2021-12-29T20:39:51.394" v="16" actId="478"/>
          <ac:grpSpMkLst>
            <pc:docMk/>
            <pc:sldMk cId="396296243" sldId="410"/>
            <ac:grpSpMk id="42" creationId="{BB9F092A-17A7-424F-8209-19103F72D9DA}"/>
          </ac:grpSpMkLst>
        </pc:grpChg>
        <pc:grpChg chg="del">
          <ac:chgData name="Fainstad, Brandon" userId="aac92477-536e-4d21-9f70-fa5cd941f380" providerId="ADAL" clId="{AE306D3C-8EE8-4782-8CF9-E64563CFBD6B}" dt="2021-12-29T20:39:51.394" v="16" actId="478"/>
          <ac:grpSpMkLst>
            <pc:docMk/>
            <pc:sldMk cId="396296243" sldId="410"/>
            <ac:grpSpMk id="45" creationId="{57EB3462-3A03-44B6-8468-4DC21D06D666}"/>
          </ac:grpSpMkLst>
        </pc:grpChg>
        <pc:grpChg chg="add del mod">
          <ac:chgData name="Fainstad, Brandon" userId="aac92477-536e-4d21-9f70-fa5cd941f380" providerId="ADAL" clId="{AE306D3C-8EE8-4782-8CF9-E64563CFBD6B}" dt="2021-12-29T20:47:10.640" v="87" actId="478"/>
          <ac:grpSpMkLst>
            <pc:docMk/>
            <pc:sldMk cId="396296243" sldId="410"/>
            <ac:grpSpMk id="88" creationId="{CA514C04-9CFE-4DD5-AD6F-F85AAE2664E8}"/>
          </ac:grpSpMkLst>
        </pc:grpChg>
        <pc:grpChg chg="del">
          <ac:chgData name="Fainstad, Brandon" userId="aac92477-536e-4d21-9f70-fa5cd941f380" providerId="ADAL" clId="{AE306D3C-8EE8-4782-8CF9-E64563CFBD6B}" dt="2021-12-29T20:39:51.394" v="16" actId="478"/>
          <ac:grpSpMkLst>
            <pc:docMk/>
            <pc:sldMk cId="396296243" sldId="410"/>
            <ac:grpSpMk id="100" creationId="{BD2856F2-3C27-40BC-95B4-3BE79E0F3E52}"/>
          </ac:grpSpMkLst>
        </pc:grpChg>
        <pc:picChg chg="add mod">
          <ac:chgData name="Fainstad, Brandon" userId="aac92477-536e-4d21-9f70-fa5cd941f380" providerId="ADAL" clId="{AE306D3C-8EE8-4782-8CF9-E64563CFBD6B}" dt="2021-12-29T21:19:36.931" v="396"/>
          <ac:picMkLst>
            <pc:docMk/>
            <pc:sldMk cId="396296243" sldId="410"/>
            <ac:picMk id="36" creationId="{3FA73615-A1FB-4248-9AFF-042CA07E0A64}"/>
          </ac:picMkLst>
        </pc:picChg>
        <pc:picChg chg="add del mod">
          <ac:chgData name="Fainstad, Brandon" userId="aac92477-536e-4d21-9f70-fa5cd941f380" providerId="ADAL" clId="{AE306D3C-8EE8-4782-8CF9-E64563CFBD6B}" dt="2021-12-29T20:40:01.905" v="20"/>
          <ac:picMkLst>
            <pc:docMk/>
            <pc:sldMk cId="396296243" sldId="410"/>
            <ac:picMk id="38" creationId="{F93B4B5C-FA82-46BF-A94A-1D88364AD5F1}"/>
          </ac:picMkLst>
        </pc:picChg>
        <pc:picChg chg="del">
          <ac:chgData name="Fainstad, Brandon" userId="aac92477-536e-4d21-9f70-fa5cd941f380" providerId="ADAL" clId="{AE306D3C-8EE8-4782-8CF9-E64563CFBD6B}" dt="2021-12-29T20:39:51.394" v="16" actId="478"/>
          <ac:picMkLst>
            <pc:docMk/>
            <pc:sldMk cId="396296243" sldId="410"/>
            <ac:picMk id="41" creationId="{E19A0F65-DFAC-4689-BCC8-C2D946B9296E}"/>
          </ac:picMkLst>
        </pc:picChg>
        <pc:picChg chg="add del mod">
          <ac:chgData name="Fainstad, Brandon" userId="aac92477-536e-4d21-9f70-fa5cd941f380" providerId="ADAL" clId="{AE306D3C-8EE8-4782-8CF9-E64563CFBD6B}" dt="2021-12-29T20:40:01.905" v="20"/>
          <ac:picMkLst>
            <pc:docMk/>
            <pc:sldMk cId="396296243" sldId="410"/>
            <ac:picMk id="50" creationId="{AC4024D9-EF0F-4C41-9917-DC4B694049C8}"/>
          </ac:picMkLst>
        </pc:picChg>
        <pc:picChg chg="add del mod">
          <ac:chgData name="Fainstad, Brandon" userId="aac92477-536e-4d21-9f70-fa5cd941f380" providerId="ADAL" clId="{AE306D3C-8EE8-4782-8CF9-E64563CFBD6B}" dt="2021-12-29T20:40:01.905" v="20"/>
          <ac:picMkLst>
            <pc:docMk/>
            <pc:sldMk cId="396296243" sldId="410"/>
            <ac:picMk id="52" creationId="{6B0AC109-0B4F-4713-9940-0E43512CAAE1}"/>
          </ac:picMkLst>
        </pc:picChg>
        <pc:picChg chg="add del mod">
          <ac:chgData name="Fainstad, Brandon" userId="aac92477-536e-4d21-9f70-fa5cd941f380" providerId="ADAL" clId="{AE306D3C-8EE8-4782-8CF9-E64563CFBD6B}" dt="2021-12-29T20:40:07.237" v="22" actId="478"/>
          <ac:picMkLst>
            <pc:docMk/>
            <pc:sldMk cId="396296243" sldId="410"/>
            <ac:picMk id="55" creationId="{A31FAF6C-AFEA-4B7C-A892-31DB984163E9}"/>
          </ac:picMkLst>
        </pc:picChg>
        <pc:picChg chg="add del mod">
          <ac:chgData name="Fainstad, Brandon" userId="aac92477-536e-4d21-9f70-fa5cd941f380" providerId="ADAL" clId="{AE306D3C-8EE8-4782-8CF9-E64563CFBD6B}" dt="2021-12-29T20:44:56.812" v="71" actId="478"/>
          <ac:picMkLst>
            <pc:docMk/>
            <pc:sldMk cId="396296243" sldId="410"/>
            <ac:picMk id="59" creationId="{289CFDCB-9A07-4325-8275-8411BC3AB51C}"/>
          </ac:picMkLst>
        </pc:picChg>
        <pc:picChg chg="add del mod">
          <ac:chgData name="Fainstad, Brandon" userId="aac92477-536e-4d21-9f70-fa5cd941f380" providerId="ADAL" clId="{AE306D3C-8EE8-4782-8CF9-E64563CFBD6B}" dt="2021-12-29T20:44:56.812" v="71" actId="478"/>
          <ac:picMkLst>
            <pc:docMk/>
            <pc:sldMk cId="396296243" sldId="410"/>
            <ac:picMk id="61" creationId="{E7903C9E-7986-4440-9C5A-09AB03C5E64E}"/>
          </ac:picMkLst>
        </pc:picChg>
        <pc:picChg chg="add del mod">
          <ac:chgData name="Fainstad, Brandon" userId="aac92477-536e-4d21-9f70-fa5cd941f380" providerId="ADAL" clId="{AE306D3C-8EE8-4782-8CF9-E64563CFBD6B}" dt="2021-12-29T20:47:10.640" v="87" actId="478"/>
          <ac:picMkLst>
            <pc:docMk/>
            <pc:sldMk cId="396296243" sldId="410"/>
            <ac:picMk id="66" creationId="{2BD2038C-8611-4475-B4B4-9B46F2835E88}"/>
          </ac:picMkLst>
        </pc:picChg>
        <pc:picChg chg="add del mod">
          <ac:chgData name="Fainstad, Brandon" userId="aac92477-536e-4d21-9f70-fa5cd941f380" providerId="ADAL" clId="{AE306D3C-8EE8-4782-8CF9-E64563CFBD6B}" dt="2021-12-29T20:47:10.640" v="87" actId="478"/>
          <ac:picMkLst>
            <pc:docMk/>
            <pc:sldMk cId="396296243" sldId="410"/>
            <ac:picMk id="75" creationId="{9363C786-26C7-4206-AA21-7C71FDB12D37}"/>
          </ac:picMkLst>
        </pc:picChg>
        <pc:picChg chg="add del mod">
          <ac:chgData name="Fainstad, Brandon" userId="aac92477-536e-4d21-9f70-fa5cd941f380" providerId="ADAL" clId="{AE306D3C-8EE8-4782-8CF9-E64563CFBD6B}" dt="2021-12-29T20:47:10.640" v="87" actId="478"/>
          <ac:picMkLst>
            <pc:docMk/>
            <pc:sldMk cId="396296243" sldId="410"/>
            <ac:picMk id="77" creationId="{AFF55783-EC21-4182-8A7F-5C02C4C9F655}"/>
          </ac:picMkLst>
        </pc:picChg>
        <pc:picChg chg="add del mod">
          <ac:chgData name="Fainstad, Brandon" userId="aac92477-536e-4d21-9f70-fa5cd941f380" providerId="ADAL" clId="{AE306D3C-8EE8-4782-8CF9-E64563CFBD6B}" dt="2021-12-29T20:47:10.640" v="87" actId="478"/>
          <ac:picMkLst>
            <pc:docMk/>
            <pc:sldMk cId="396296243" sldId="410"/>
            <ac:picMk id="81" creationId="{E69E46F1-FAC4-4F8A-B90D-1B67C2A94585}"/>
          </ac:picMkLst>
        </pc:picChg>
        <pc:picChg chg="add del mod">
          <ac:chgData name="Fainstad, Brandon" userId="aac92477-536e-4d21-9f70-fa5cd941f380" providerId="ADAL" clId="{AE306D3C-8EE8-4782-8CF9-E64563CFBD6B}" dt="2021-12-29T20:47:10.640" v="87" actId="478"/>
          <ac:picMkLst>
            <pc:docMk/>
            <pc:sldMk cId="396296243" sldId="410"/>
            <ac:picMk id="87" creationId="{5CC514E9-C8B0-4FB5-974D-5BF69208AB50}"/>
          </ac:picMkLst>
        </pc:picChg>
        <pc:picChg chg="del">
          <ac:chgData name="Fainstad, Brandon" userId="aac92477-536e-4d21-9f70-fa5cd941f380" providerId="ADAL" clId="{AE306D3C-8EE8-4782-8CF9-E64563CFBD6B}" dt="2021-12-29T20:39:51.394" v="16" actId="478"/>
          <ac:picMkLst>
            <pc:docMk/>
            <pc:sldMk cId="396296243" sldId="410"/>
            <ac:picMk id="95" creationId="{6BCB00B5-73A8-4696-806B-0B9496904949}"/>
          </ac:picMkLst>
        </pc:picChg>
        <pc:picChg chg="add del mod">
          <ac:chgData name="Fainstad, Brandon" userId="aac92477-536e-4d21-9f70-fa5cd941f380" providerId="ADAL" clId="{AE306D3C-8EE8-4782-8CF9-E64563CFBD6B}" dt="2021-12-29T20:48:33.952" v="118" actId="478"/>
          <ac:picMkLst>
            <pc:docMk/>
            <pc:sldMk cId="396296243" sldId="410"/>
            <ac:picMk id="97" creationId="{DEBFDC96-5538-4E39-B6C9-D2280B769A48}"/>
          </ac:picMkLst>
        </pc:picChg>
        <pc:picChg chg="add mod">
          <ac:chgData name="Fainstad, Brandon" userId="aac92477-536e-4d21-9f70-fa5cd941f380" providerId="ADAL" clId="{AE306D3C-8EE8-4782-8CF9-E64563CFBD6B}" dt="2021-12-29T20:47:10.955" v="88"/>
          <ac:picMkLst>
            <pc:docMk/>
            <pc:sldMk cId="396296243" sldId="410"/>
            <ac:picMk id="104" creationId="{AE13BFE4-E98B-4EFE-A7C7-51D9B5848587}"/>
          </ac:picMkLst>
        </pc:picChg>
        <pc:picChg chg="add mod">
          <ac:chgData name="Fainstad, Brandon" userId="aac92477-536e-4d21-9f70-fa5cd941f380" providerId="ADAL" clId="{AE306D3C-8EE8-4782-8CF9-E64563CFBD6B}" dt="2021-12-29T20:47:10.955" v="88"/>
          <ac:picMkLst>
            <pc:docMk/>
            <pc:sldMk cId="396296243" sldId="410"/>
            <ac:picMk id="106" creationId="{067489AC-40E7-4FD8-A127-3AF48341CAB0}"/>
          </ac:picMkLst>
        </pc:picChg>
        <pc:picChg chg="add del mod">
          <ac:chgData name="Fainstad, Brandon" userId="aac92477-536e-4d21-9f70-fa5cd941f380" providerId="ADAL" clId="{AE306D3C-8EE8-4782-8CF9-E64563CFBD6B}" dt="2021-12-29T21:19:36.539" v="395" actId="478"/>
          <ac:picMkLst>
            <pc:docMk/>
            <pc:sldMk cId="396296243" sldId="410"/>
            <ac:picMk id="108" creationId="{3A5174AF-FBD8-4DE0-97EA-E0269B7C84F8}"/>
          </ac:picMkLst>
        </pc:picChg>
        <pc:cxnChg chg="del mod">
          <ac:chgData name="Fainstad, Brandon" userId="aac92477-536e-4d21-9f70-fa5cd941f380" providerId="ADAL" clId="{AE306D3C-8EE8-4782-8CF9-E64563CFBD6B}" dt="2021-12-29T20:39:51.394" v="16" actId="478"/>
          <ac:cxnSpMkLst>
            <pc:docMk/>
            <pc:sldMk cId="396296243" sldId="410"/>
            <ac:cxnSpMk id="48" creationId="{4D045C57-2B99-4CE9-9322-15D9A8E641DF}"/>
          </ac:cxnSpMkLst>
        </pc:cxnChg>
        <pc:cxnChg chg="add del mod">
          <ac:chgData name="Fainstad, Brandon" userId="aac92477-536e-4d21-9f70-fa5cd941f380" providerId="ADAL" clId="{AE306D3C-8EE8-4782-8CF9-E64563CFBD6B}" dt="2021-12-29T20:40:01.905" v="20"/>
          <ac:cxnSpMkLst>
            <pc:docMk/>
            <pc:sldMk cId="396296243" sldId="410"/>
            <ac:cxnSpMk id="53" creationId="{C73C5CCC-0F7D-40F5-A0DF-AA5A19F41F66}"/>
          </ac:cxnSpMkLst>
        </pc:cxnChg>
        <pc:cxnChg chg="add del mod">
          <ac:chgData name="Fainstad, Brandon" userId="aac92477-536e-4d21-9f70-fa5cd941f380" providerId="ADAL" clId="{AE306D3C-8EE8-4782-8CF9-E64563CFBD6B}" dt="2021-12-29T20:44:56.812" v="71" actId="478"/>
          <ac:cxnSpMkLst>
            <pc:docMk/>
            <pc:sldMk cId="396296243" sldId="410"/>
            <ac:cxnSpMk id="64" creationId="{546A026F-02B6-4729-8B56-1114C5ECFF01}"/>
          </ac:cxnSpMkLst>
        </pc:cxnChg>
        <pc:cxnChg chg="mod">
          <ac:chgData name="Fainstad, Brandon" userId="aac92477-536e-4d21-9f70-fa5cd941f380" providerId="ADAL" clId="{AE306D3C-8EE8-4782-8CF9-E64563CFBD6B}" dt="2021-12-29T20:47:10.640" v="87" actId="478"/>
          <ac:cxnSpMkLst>
            <pc:docMk/>
            <pc:sldMk cId="396296243" sldId="410"/>
            <ac:cxnSpMk id="89" creationId="{C9C6D230-0A6E-4AC0-9F31-3ED0B2E39566}"/>
          </ac:cxnSpMkLst>
        </pc:cxnChg>
        <pc:cxnChg chg="mod">
          <ac:chgData name="Fainstad, Brandon" userId="aac92477-536e-4d21-9f70-fa5cd941f380" providerId="ADAL" clId="{AE306D3C-8EE8-4782-8CF9-E64563CFBD6B}" dt="2021-12-29T20:47:10.640" v="87" actId="478"/>
          <ac:cxnSpMkLst>
            <pc:docMk/>
            <pc:sldMk cId="396296243" sldId="410"/>
            <ac:cxnSpMk id="91" creationId="{84DD1835-0665-4241-A218-F02501349D3D}"/>
          </ac:cxnSpMkLst>
        </pc:cxnChg>
        <pc:cxnChg chg="add del mod">
          <ac:chgData name="Fainstad, Brandon" userId="aac92477-536e-4d21-9f70-fa5cd941f380" providerId="ADAL" clId="{AE306D3C-8EE8-4782-8CF9-E64563CFBD6B}" dt="2021-12-29T20:47:10.640" v="87" actId="478"/>
          <ac:cxnSpMkLst>
            <pc:docMk/>
            <pc:sldMk cId="396296243" sldId="410"/>
            <ac:cxnSpMk id="93" creationId="{74C528E1-ABFA-4C6E-8C1C-F70AC44D3D92}"/>
          </ac:cxnSpMkLst>
        </pc:cxnChg>
        <pc:cxnChg chg="add mod">
          <ac:chgData name="Fainstad, Brandon" userId="aac92477-536e-4d21-9f70-fa5cd941f380" providerId="ADAL" clId="{AE306D3C-8EE8-4782-8CF9-E64563CFBD6B}" dt="2021-12-29T21:19:36.539" v="395" actId="478"/>
          <ac:cxnSpMkLst>
            <pc:docMk/>
            <pc:sldMk cId="396296243" sldId="410"/>
            <ac:cxnSpMk id="109" creationId="{DE03DB5A-D4FC-480B-9DF6-D536242C6B17}"/>
          </ac:cxnSpMkLst>
        </pc:cxnChg>
        <pc:cxnChg chg="add mod">
          <ac:chgData name="Fainstad, Brandon" userId="aac92477-536e-4d21-9f70-fa5cd941f380" providerId="ADAL" clId="{AE306D3C-8EE8-4782-8CF9-E64563CFBD6B}" dt="2021-12-29T20:47:10.955" v="88"/>
          <ac:cxnSpMkLst>
            <pc:docMk/>
            <pc:sldMk cId="396296243" sldId="410"/>
            <ac:cxnSpMk id="110" creationId="{3807F29E-E2F7-46D8-8C0E-D9FC34574261}"/>
          </ac:cxnSpMkLst>
        </pc:cxnChg>
      </pc:sldChg>
      <pc:sldChg chg="addSp delSp modSp mod modAnim">
        <pc:chgData name="Fainstad, Brandon" userId="aac92477-536e-4d21-9f70-fa5cd941f380" providerId="ADAL" clId="{AE306D3C-8EE8-4782-8CF9-E64563CFBD6B}" dt="2021-12-29T21:19:41.333" v="398"/>
        <pc:sldMkLst>
          <pc:docMk/>
          <pc:sldMk cId="1689966908" sldId="413"/>
        </pc:sldMkLst>
        <pc:spChg chg="add mod">
          <ac:chgData name="Fainstad, Brandon" userId="aac92477-536e-4d21-9f70-fa5cd941f380" providerId="ADAL" clId="{AE306D3C-8EE8-4782-8CF9-E64563CFBD6B}" dt="2021-12-29T21:19:41.333" v="398"/>
          <ac:spMkLst>
            <pc:docMk/>
            <pc:sldMk cId="1689966908" sldId="413"/>
            <ac:spMk id="30" creationId="{F43F296E-779A-452D-885B-21CF60DAAC2C}"/>
          </ac:spMkLst>
        </pc:spChg>
        <pc:spChg chg="add del mod">
          <ac:chgData name="Fainstad, Brandon" userId="aac92477-536e-4d21-9f70-fa5cd941f380" providerId="ADAL" clId="{AE306D3C-8EE8-4782-8CF9-E64563CFBD6B}" dt="2021-12-29T20:45:02.041" v="73" actId="478"/>
          <ac:spMkLst>
            <pc:docMk/>
            <pc:sldMk cId="1689966908" sldId="413"/>
            <ac:spMk id="33" creationId="{6BA2C03A-2AD7-4B22-B8B8-FD46D6BAD7AF}"/>
          </ac:spMkLst>
        </pc:spChg>
        <pc:spChg chg="add del mod">
          <ac:chgData name="Fainstad, Brandon" userId="aac92477-536e-4d21-9f70-fa5cd941f380" providerId="ADAL" clId="{AE306D3C-8EE8-4782-8CF9-E64563CFBD6B}" dt="2021-12-29T20:47:15.153" v="89" actId="478"/>
          <ac:spMkLst>
            <pc:docMk/>
            <pc:sldMk cId="1689966908" sldId="413"/>
            <ac:spMk id="34" creationId="{A2EC349D-365D-41E0-A70A-3332277F7135}"/>
          </ac:spMkLst>
        </pc:spChg>
        <pc:spChg chg="add del mod">
          <ac:chgData name="Fainstad, Brandon" userId="aac92477-536e-4d21-9f70-fa5cd941f380" providerId="ADAL" clId="{AE306D3C-8EE8-4782-8CF9-E64563CFBD6B}" dt="2021-12-29T20:47:15.153" v="89" actId="478"/>
          <ac:spMkLst>
            <pc:docMk/>
            <pc:sldMk cId="1689966908" sldId="413"/>
            <ac:spMk id="37" creationId="{F2915E20-9AD8-4B38-B166-239FFE785685}"/>
          </ac:spMkLst>
        </pc:spChg>
        <pc:spChg chg="del">
          <ac:chgData name="Fainstad, Brandon" userId="aac92477-536e-4d21-9f70-fa5cd941f380" providerId="ADAL" clId="{AE306D3C-8EE8-4782-8CF9-E64563CFBD6B}" dt="2021-12-29T20:45:02.041" v="73" actId="478"/>
          <ac:spMkLst>
            <pc:docMk/>
            <pc:sldMk cId="1689966908" sldId="413"/>
            <ac:spMk id="45" creationId="{5B636150-7E66-46F9-B685-20133C113F2F}"/>
          </ac:spMkLst>
        </pc:spChg>
        <pc:spChg chg="add del mod">
          <ac:chgData name="Fainstad, Brandon" userId="aac92477-536e-4d21-9f70-fa5cd941f380" providerId="ADAL" clId="{AE306D3C-8EE8-4782-8CF9-E64563CFBD6B}" dt="2021-12-29T20:47:15.153" v="89" actId="478"/>
          <ac:spMkLst>
            <pc:docMk/>
            <pc:sldMk cId="1689966908" sldId="413"/>
            <ac:spMk id="48" creationId="{09E28F53-B4D2-4DC0-BB8F-3B91528CA60B}"/>
          </ac:spMkLst>
        </pc:spChg>
        <pc:spChg chg="add del mod">
          <ac:chgData name="Fainstad, Brandon" userId="aac92477-536e-4d21-9f70-fa5cd941f380" providerId="ADAL" clId="{AE306D3C-8EE8-4782-8CF9-E64563CFBD6B}" dt="2021-12-29T20:47:15.153" v="89" actId="478"/>
          <ac:spMkLst>
            <pc:docMk/>
            <pc:sldMk cId="1689966908" sldId="413"/>
            <ac:spMk id="49" creationId="{442B6E31-A40A-45BB-AFA6-858428C6805F}"/>
          </ac:spMkLst>
        </pc:spChg>
        <pc:spChg chg="add del mod">
          <ac:chgData name="Fainstad, Brandon" userId="aac92477-536e-4d21-9f70-fa5cd941f380" providerId="ADAL" clId="{AE306D3C-8EE8-4782-8CF9-E64563CFBD6B}" dt="2021-12-29T20:47:15.153" v="89" actId="478"/>
          <ac:spMkLst>
            <pc:docMk/>
            <pc:sldMk cId="1689966908" sldId="413"/>
            <ac:spMk id="51" creationId="{456BDCFA-73B9-486F-A30E-B50048AFFE9D}"/>
          </ac:spMkLst>
        </pc:spChg>
        <pc:spChg chg="mod">
          <ac:chgData name="Fainstad, Brandon" userId="aac92477-536e-4d21-9f70-fa5cd941f380" providerId="ADAL" clId="{AE306D3C-8EE8-4782-8CF9-E64563CFBD6B}" dt="2021-12-29T21:01:25.446" v="260" actId="14100"/>
          <ac:spMkLst>
            <pc:docMk/>
            <pc:sldMk cId="1689966908" sldId="413"/>
            <ac:spMk id="54" creationId="{EC308C1D-40C0-457A-913F-837147BE8931}"/>
          </ac:spMkLst>
        </pc:spChg>
        <pc:spChg chg="add del mod">
          <ac:chgData name="Fainstad, Brandon" userId="aac92477-536e-4d21-9f70-fa5cd941f380" providerId="ADAL" clId="{AE306D3C-8EE8-4782-8CF9-E64563CFBD6B}" dt="2021-12-29T20:47:15.153" v="89" actId="478"/>
          <ac:spMkLst>
            <pc:docMk/>
            <pc:sldMk cId="1689966908" sldId="413"/>
            <ac:spMk id="57" creationId="{F90905B3-420A-48A6-B2AB-568E9BCF846E}"/>
          </ac:spMkLst>
        </pc:spChg>
        <pc:spChg chg="mod">
          <ac:chgData name="Fainstad, Brandon" userId="aac92477-536e-4d21-9f70-fa5cd941f380" providerId="ADAL" clId="{AE306D3C-8EE8-4782-8CF9-E64563CFBD6B}" dt="2021-12-29T21:01:27.844" v="261" actId="14100"/>
          <ac:spMkLst>
            <pc:docMk/>
            <pc:sldMk cId="1689966908" sldId="413"/>
            <ac:spMk id="60" creationId="{70243F40-281D-4735-8561-FAB0C55F6D6D}"/>
          </ac:spMkLst>
        </pc:spChg>
        <pc:spChg chg="add del mod">
          <ac:chgData name="Fainstad, Brandon" userId="aac92477-536e-4d21-9f70-fa5cd941f380" providerId="ADAL" clId="{AE306D3C-8EE8-4782-8CF9-E64563CFBD6B}" dt="2021-12-29T20:47:15.153" v="89" actId="478"/>
          <ac:spMkLst>
            <pc:docMk/>
            <pc:sldMk cId="1689966908" sldId="413"/>
            <ac:spMk id="63" creationId="{A3E9A5B1-3C40-421A-ADB9-7C7D93C29279}"/>
          </ac:spMkLst>
        </pc:spChg>
        <pc:spChg chg="add mod">
          <ac:chgData name="Fainstad, Brandon" userId="aac92477-536e-4d21-9f70-fa5cd941f380" providerId="ADAL" clId="{AE306D3C-8EE8-4782-8CF9-E64563CFBD6B}" dt="2021-12-29T21:16:45.577" v="385" actId="113"/>
          <ac:spMkLst>
            <pc:docMk/>
            <pc:sldMk cId="1689966908" sldId="413"/>
            <ac:spMk id="77" creationId="{9182D7C5-0D4C-4A07-9BB0-CC06C20C198A}"/>
          </ac:spMkLst>
        </pc:spChg>
        <pc:spChg chg="add mod">
          <ac:chgData name="Fainstad, Brandon" userId="aac92477-536e-4d21-9f70-fa5cd941f380" providerId="ADAL" clId="{AE306D3C-8EE8-4782-8CF9-E64563CFBD6B}" dt="2021-12-29T20:47:15.575" v="90"/>
          <ac:spMkLst>
            <pc:docMk/>
            <pc:sldMk cId="1689966908" sldId="413"/>
            <ac:spMk id="79" creationId="{69A374BE-3A40-4AAF-8596-8F3F8129D739}"/>
          </ac:spMkLst>
        </pc:spChg>
        <pc:spChg chg="add mod">
          <ac:chgData name="Fainstad, Brandon" userId="aac92477-536e-4d21-9f70-fa5cd941f380" providerId="ADAL" clId="{AE306D3C-8EE8-4782-8CF9-E64563CFBD6B}" dt="2021-12-29T20:47:15.575" v="90"/>
          <ac:spMkLst>
            <pc:docMk/>
            <pc:sldMk cId="1689966908" sldId="413"/>
            <ac:spMk id="80" creationId="{A1ADAA66-D484-4655-B6B7-57F2884D091F}"/>
          </ac:spMkLst>
        </pc:spChg>
        <pc:spChg chg="add mod">
          <ac:chgData name="Fainstad, Brandon" userId="aac92477-536e-4d21-9f70-fa5cd941f380" providerId="ADAL" clId="{AE306D3C-8EE8-4782-8CF9-E64563CFBD6B}" dt="2021-12-29T20:47:15.575" v="90"/>
          <ac:spMkLst>
            <pc:docMk/>
            <pc:sldMk cId="1689966908" sldId="413"/>
            <ac:spMk id="81" creationId="{D1BCE8D0-5086-4502-8FBB-17F48C0747B9}"/>
          </ac:spMkLst>
        </pc:spChg>
        <pc:spChg chg="add mod">
          <ac:chgData name="Fainstad, Brandon" userId="aac92477-536e-4d21-9f70-fa5cd941f380" providerId="ADAL" clId="{AE306D3C-8EE8-4782-8CF9-E64563CFBD6B}" dt="2021-12-29T20:47:15.575" v="90"/>
          <ac:spMkLst>
            <pc:docMk/>
            <pc:sldMk cId="1689966908" sldId="413"/>
            <ac:spMk id="83" creationId="{B5381250-18AF-4546-8D82-FD7AB4C7FB1D}"/>
          </ac:spMkLst>
        </pc:spChg>
        <pc:spChg chg="add del mod">
          <ac:chgData name="Fainstad, Brandon" userId="aac92477-536e-4d21-9f70-fa5cd941f380" providerId="ADAL" clId="{AE306D3C-8EE8-4782-8CF9-E64563CFBD6B}" dt="2021-12-29T21:19:40.783" v="397" actId="478"/>
          <ac:spMkLst>
            <pc:docMk/>
            <pc:sldMk cId="1689966908" sldId="413"/>
            <ac:spMk id="86" creationId="{595197E4-83E4-4141-8A4A-E3033B77B175}"/>
          </ac:spMkLst>
        </pc:spChg>
        <pc:grpChg chg="del">
          <ac:chgData name="Fainstad, Brandon" userId="aac92477-536e-4d21-9f70-fa5cd941f380" providerId="ADAL" clId="{AE306D3C-8EE8-4782-8CF9-E64563CFBD6B}" dt="2021-12-29T20:40:30.286" v="27" actId="478"/>
          <ac:grpSpMkLst>
            <pc:docMk/>
            <pc:sldMk cId="1689966908" sldId="413"/>
            <ac:grpSpMk id="39" creationId="{EC0D88DA-AE1C-4F95-ADB1-623CF47973DA}"/>
          </ac:grpSpMkLst>
        </pc:grpChg>
        <pc:grpChg chg="del">
          <ac:chgData name="Fainstad, Brandon" userId="aac92477-536e-4d21-9f70-fa5cd941f380" providerId="ADAL" clId="{AE306D3C-8EE8-4782-8CF9-E64563CFBD6B}" dt="2021-12-29T20:45:02.041" v="73" actId="478"/>
          <ac:grpSpMkLst>
            <pc:docMk/>
            <pc:sldMk cId="1689966908" sldId="413"/>
            <ac:grpSpMk id="43" creationId="{19A7A6EE-6BC9-4719-8570-66BFE07A5A93}"/>
          </ac:grpSpMkLst>
        </pc:grpChg>
        <pc:grpChg chg="del">
          <ac:chgData name="Fainstad, Brandon" userId="aac92477-536e-4d21-9f70-fa5cd941f380" providerId="ADAL" clId="{AE306D3C-8EE8-4782-8CF9-E64563CFBD6B}" dt="2021-12-29T20:45:02.041" v="73" actId="478"/>
          <ac:grpSpMkLst>
            <pc:docMk/>
            <pc:sldMk cId="1689966908" sldId="413"/>
            <ac:grpSpMk id="52" creationId="{7F356E7D-D09C-4364-BECD-9AE89F1A3434}"/>
          </ac:grpSpMkLst>
        </pc:grpChg>
        <pc:grpChg chg="add del mod">
          <ac:chgData name="Fainstad, Brandon" userId="aac92477-536e-4d21-9f70-fa5cd941f380" providerId="ADAL" clId="{AE306D3C-8EE8-4782-8CF9-E64563CFBD6B}" dt="2021-12-29T20:47:15.153" v="89" actId="478"/>
          <ac:grpSpMkLst>
            <pc:docMk/>
            <pc:sldMk cId="1689966908" sldId="413"/>
            <ac:grpSpMk id="66" creationId="{5EF97208-BA20-4493-8317-DC17BEC7E95F}"/>
          </ac:grpSpMkLst>
        </pc:grpChg>
        <pc:picChg chg="add mod">
          <ac:chgData name="Fainstad, Brandon" userId="aac92477-536e-4d21-9f70-fa5cd941f380" providerId="ADAL" clId="{AE306D3C-8EE8-4782-8CF9-E64563CFBD6B}" dt="2021-12-29T21:19:41.333" v="398"/>
          <ac:picMkLst>
            <pc:docMk/>
            <pc:sldMk cId="1689966908" sldId="413"/>
            <ac:picMk id="32" creationId="{BD606905-BEF3-4AA7-BFF4-794A864A1DF5}"/>
          </ac:picMkLst>
        </pc:picChg>
        <pc:picChg chg="add del mod">
          <ac:chgData name="Fainstad, Brandon" userId="aac92477-536e-4d21-9f70-fa5cd941f380" providerId="ADAL" clId="{AE306D3C-8EE8-4782-8CF9-E64563CFBD6B}" dt="2021-12-29T20:47:15.153" v="89" actId="478"/>
          <ac:picMkLst>
            <pc:docMk/>
            <pc:sldMk cId="1689966908" sldId="413"/>
            <ac:picMk id="35" creationId="{D87E5CFC-CFD5-4DD6-A2F4-122607F4D333}"/>
          </ac:picMkLst>
        </pc:picChg>
        <pc:picChg chg="del">
          <ac:chgData name="Fainstad, Brandon" userId="aac92477-536e-4d21-9f70-fa5cd941f380" providerId="ADAL" clId="{AE306D3C-8EE8-4782-8CF9-E64563CFBD6B}" dt="2021-12-29T20:40:30.286" v="27" actId="478"/>
          <ac:picMkLst>
            <pc:docMk/>
            <pc:sldMk cId="1689966908" sldId="413"/>
            <ac:picMk id="38" creationId="{5A101193-C97C-4B42-9EB6-F37ACA5AE88B}"/>
          </ac:picMkLst>
        </pc:picChg>
        <pc:picChg chg="del">
          <ac:chgData name="Fainstad, Brandon" userId="aac92477-536e-4d21-9f70-fa5cd941f380" providerId="ADAL" clId="{AE306D3C-8EE8-4782-8CF9-E64563CFBD6B}" dt="2021-12-29T20:45:02.041" v="73" actId="478"/>
          <ac:picMkLst>
            <pc:docMk/>
            <pc:sldMk cId="1689966908" sldId="413"/>
            <ac:picMk id="46" creationId="{8671D402-DEC4-4EFF-9827-BE2EFE03CFE2}"/>
          </ac:picMkLst>
        </pc:picChg>
        <pc:picChg chg="add del mod">
          <ac:chgData name="Fainstad, Brandon" userId="aac92477-536e-4d21-9f70-fa5cd941f380" providerId="ADAL" clId="{AE306D3C-8EE8-4782-8CF9-E64563CFBD6B}" dt="2021-12-29T20:47:15.153" v="89" actId="478"/>
          <ac:picMkLst>
            <pc:docMk/>
            <pc:sldMk cId="1689966908" sldId="413"/>
            <ac:picMk id="50" creationId="{C38BD69C-82AF-4D5A-A6A2-362459929667}"/>
          </ac:picMkLst>
        </pc:picChg>
        <pc:picChg chg="add del mod">
          <ac:chgData name="Fainstad, Brandon" userId="aac92477-536e-4d21-9f70-fa5cd941f380" providerId="ADAL" clId="{AE306D3C-8EE8-4782-8CF9-E64563CFBD6B}" dt="2021-12-29T20:47:15.153" v="89" actId="478"/>
          <ac:picMkLst>
            <pc:docMk/>
            <pc:sldMk cId="1689966908" sldId="413"/>
            <ac:picMk id="56" creationId="{8F2624AD-3953-42A0-8641-B76061626FC6}"/>
          </ac:picMkLst>
        </pc:picChg>
        <pc:picChg chg="add del mod">
          <ac:chgData name="Fainstad, Brandon" userId="aac92477-536e-4d21-9f70-fa5cd941f380" providerId="ADAL" clId="{AE306D3C-8EE8-4782-8CF9-E64563CFBD6B}" dt="2021-12-29T20:47:15.153" v="89" actId="478"/>
          <ac:picMkLst>
            <pc:docMk/>
            <pc:sldMk cId="1689966908" sldId="413"/>
            <ac:picMk id="58" creationId="{70725DE0-088D-46AA-8CC8-F44943A03148}"/>
          </ac:picMkLst>
        </pc:picChg>
        <pc:picChg chg="del">
          <ac:chgData name="Fainstad, Brandon" userId="aac92477-536e-4d21-9f70-fa5cd941f380" providerId="ADAL" clId="{AE306D3C-8EE8-4782-8CF9-E64563CFBD6B}" dt="2021-12-29T20:51:18.529" v="165" actId="478"/>
          <ac:picMkLst>
            <pc:docMk/>
            <pc:sldMk cId="1689966908" sldId="413"/>
            <ac:picMk id="59" creationId="{E17F5E79-0084-401B-8246-FEB2B7702EF7}"/>
          </ac:picMkLst>
        </pc:picChg>
        <pc:picChg chg="add del mod">
          <ac:chgData name="Fainstad, Brandon" userId="aac92477-536e-4d21-9f70-fa5cd941f380" providerId="ADAL" clId="{AE306D3C-8EE8-4782-8CF9-E64563CFBD6B}" dt="2021-12-29T20:47:15.153" v="89" actId="478"/>
          <ac:picMkLst>
            <pc:docMk/>
            <pc:sldMk cId="1689966908" sldId="413"/>
            <ac:picMk id="65" creationId="{D9FD399B-548A-4AEA-897F-CC16F000CEB3}"/>
          </ac:picMkLst>
        </pc:picChg>
        <pc:picChg chg="add del mod">
          <ac:chgData name="Fainstad, Brandon" userId="aac92477-536e-4d21-9f70-fa5cd941f380" providerId="ADAL" clId="{AE306D3C-8EE8-4782-8CF9-E64563CFBD6B}" dt="2021-12-29T21:16:36.616" v="382" actId="478"/>
          <ac:picMkLst>
            <pc:docMk/>
            <pc:sldMk cId="1689966908" sldId="413"/>
            <ac:picMk id="78" creationId="{5EEA88F0-C9EF-42D1-A181-AFF2111C7567}"/>
          </ac:picMkLst>
        </pc:picChg>
        <pc:picChg chg="add mod">
          <ac:chgData name="Fainstad, Brandon" userId="aac92477-536e-4d21-9f70-fa5cd941f380" providerId="ADAL" clId="{AE306D3C-8EE8-4782-8CF9-E64563CFBD6B}" dt="2021-12-29T20:47:15.575" v="90"/>
          <ac:picMkLst>
            <pc:docMk/>
            <pc:sldMk cId="1689966908" sldId="413"/>
            <ac:picMk id="82" creationId="{60F89172-56B9-4AEA-A3B1-ADBB3C5E7A6A}"/>
          </ac:picMkLst>
        </pc:picChg>
        <pc:picChg chg="add mod">
          <ac:chgData name="Fainstad, Brandon" userId="aac92477-536e-4d21-9f70-fa5cd941f380" providerId="ADAL" clId="{AE306D3C-8EE8-4782-8CF9-E64563CFBD6B}" dt="2021-12-29T20:47:15.575" v="90"/>
          <ac:picMkLst>
            <pc:docMk/>
            <pc:sldMk cId="1689966908" sldId="413"/>
            <ac:picMk id="84" creationId="{282AAF51-EE09-4810-8AF2-76A569148711}"/>
          </ac:picMkLst>
        </pc:picChg>
        <pc:picChg chg="add del mod">
          <ac:chgData name="Fainstad, Brandon" userId="aac92477-536e-4d21-9f70-fa5cd941f380" providerId="ADAL" clId="{AE306D3C-8EE8-4782-8CF9-E64563CFBD6B}" dt="2021-12-29T21:19:40.783" v="397" actId="478"/>
          <ac:picMkLst>
            <pc:docMk/>
            <pc:sldMk cId="1689966908" sldId="413"/>
            <ac:picMk id="87" creationId="{B353D3E1-6209-477B-955E-04CAB5D5B02D}"/>
          </ac:picMkLst>
        </pc:picChg>
        <pc:cxnChg chg="del mod">
          <ac:chgData name="Fainstad, Brandon" userId="aac92477-536e-4d21-9f70-fa5cd941f380" providerId="ADAL" clId="{AE306D3C-8EE8-4782-8CF9-E64563CFBD6B}" dt="2021-12-29T20:45:02.041" v="73" actId="478"/>
          <ac:cxnSpMkLst>
            <pc:docMk/>
            <pc:sldMk cId="1689966908" sldId="413"/>
            <ac:cxnSpMk id="64" creationId="{CCB569A7-EFD3-41EF-A5CD-E174C796E791}"/>
          </ac:cxnSpMkLst>
        </pc:cxnChg>
        <pc:cxnChg chg="mod">
          <ac:chgData name="Fainstad, Brandon" userId="aac92477-536e-4d21-9f70-fa5cd941f380" providerId="ADAL" clId="{AE306D3C-8EE8-4782-8CF9-E64563CFBD6B}" dt="2021-12-29T20:47:15.153" v="89" actId="478"/>
          <ac:cxnSpMkLst>
            <pc:docMk/>
            <pc:sldMk cId="1689966908" sldId="413"/>
            <ac:cxnSpMk id="69" creationId="{7B5A13CD-7CF9-4410-B3F8-0373D178117E}"/>
          </ac:cxnSpMkLst>
        </pc:cxnChg>
        <pc:cxnChg chg="mod">
          <ac:chgData name="Fainstad, Brandon" userId="aac92477-536e-4d21-9f70-fa5cd941f380" providerId="ADAL" clId="{AE306D3C-8EE8-4782-8CF9-E64563CFBD6B}" dt="2021-12-29T20:47:15.153" v="89" actId="478"/>
          <ac:cxnSpMkLst>
            <pc:docMk/>
            <pc:sldMk cId="1689966908" sldId="413"/>
            <ac:cxnSpMk id="74" creationId="{A4B10C10-2C76-41C5-8A05-1BEF209C008B}"/>
          </ac:cxnSpMkLst>
        </pc:cxnChg>
        <pc:cxnChg chg="add del mod">
          <ac:chgData name="Fainstad, Brandon" userId="aac92477-536e-4d21-9f70-fa5cd941f380" providerId="ADAL" clId="{AE306D3C-8EE8-4782-8CF9-E64563CFBD6B}" dt="2021-12-29T20:47:15.153" v="89" actId="478"/>
          <ac:cxnSpMkLst>
            <pc:docMk/>
            <pc:sldMk cId="1689966908" sldId="413"/>
            <ac:cxnSpMk id="76" creationId="{ECAD2110-7E47-4E88-8EDF-52A63F728BEF}"/>
          </ac:cxnSpMkLst>
        </pc:cxnChg>
        <pc:cxnChg chg="add mod">
          <ac:chgData name="Fainstad, Brandon" userId="aac92477-536e-4d21-9f70-fa5cd941f380" providerId="ADAL" clId="{AE306D3C-8EE8-4782-8CF9-E64563CFBD6B}" dt="2021-12-29T21:19:40.783" v="397" actId="478"/>
          <ac:cxnSpMkLst>
            <pc:docMk/>
            <pc:sldMk cId="1689966908" sldId="413"/>
            <ac:cxnSpMk id="88" creationId="{655924BB-CE2D-4A53-9206-448AC171BC12}"/>
          </ac:cxnSpMkLst>
        </pc:cxnChg>
        <pc:cxnChg chg="add mod">
          <ac:chgData name="Fainstad, Brandon" userId="aac92477-536e-4d21-9f70-fa5cd941f380" providerId="ADAL" clId="{AE306D3C-8EE8-4782-8CF9-E64563CFBD6B}" dt="2021-12-29T20:47:15.575" v="90"/>
          <ac:cxnSpMkLst>
            <pc:docMk/>
            <pc:sldMk cId="1689966908" sldId="413"/>
            <ac:cxnSpMk id="89" creationId="{F7A5DFA4-0922-4F4A-9B4D-CF8297C486FB}"/>
          </ac:cxnSpMkLst>
        </pc:cxnChg>
      </pc:sldChg>
      <pc:sldChg chg="addSp delSp modSp mod">
        <pc:chgData name="Fainstad, Brandon" userId="aac92477-536e-4d21-9f70-fa5cd941f380" providerId="ADAL" clId="{AE306D3C-8EE8-4782-8CF9-E64563CFBD6B}" dt="2021-12-29T21:11:15.487" v="345"/>
        <pc:sldMkLst>
          <pc:docMk/>
          <pc:sldMk cId="1141970254" sldId="414"/>
        </pc:sldMkLst>
        <pc:spChg chg="add mod">
          <ac:chgData name="Fainstad, Brandon" userId="aac92477-536e-4d21-9f70-fa5cd941f380" providerId="ADAL" clId="{AE306D3C-8EE8-4782-8CF9-E64563CFBD6B}" dt="2021-12-29T21:11:15.487" v="345"/>
          <ac:spMkLst>
            <pc:docMk/>
            <pc:sldMk cId="1141970254" sldId="414"/>
            <ac:spMk id="40" creationId="{B5F638D1-0E33-47F0-BA12-62653332C615}"/>
          </ac:spMkLst>
        </pc:spChg>
        <pc:spChg chg="del">
          <ac:chgData name="Fainstad, Brandon" userId="aac92477-536e-4d21-9f70-fa5cd941f380" providerId="ADAL" clId="{AE306D3C-8EE8-4782-8CF9-E64563CFBD6B}" dt="2021-12-29T20:47:38.724" v="99" actId="478"/>
          <ac:spMkLst>
            <pc:docMk/>
            <pc:sldMk cId="1141970254" sldId="414"/>
            <ac:spMk id="50" creationId="{926C85D4-E693-47ED-8295-9969A89E8E90}"/>
          </ac:spMkLst>
        </pc:spChg>
        <pc:spChg chg="add mod">
          <ac:chgData name="Fainstad, Brandon" userId="aac92477-536e-4d21-9f70-fa5cd941f380" providerId="ADAL" clId="{AE306D3C-8EE8-4782-8CF9-E64563CFBD6B}" dt="2021-12-29T20:47:38.974" v="100"/>
          <ac:spMkLst>
            <pc:docMk/>
            <pc:sldMk cId="1141970254" sldId="414"/>
            <ac:spMk id="52" creationId="{9F6E62F3-E9AA-4E45-94CB-DA9EE34C70A9}"/>
          </ac:spMkLst>
        </pc:spChg>
        <pc:spChg chg="add mod">
          <ac:chgData name="Fainstad, Brandon" userId="aac92477-536e-4d21-9f70-fa5cd941f380" providerId="ADAL" clId="{AE306D3C-8EE8-4782-8CF9-E64563CFBD6B}" dt="2021-12-29T20:47:38.974" v="100"/>
          <ac:spMkLst>
            <pc:docMk/>
            <pc:sldMk cId="1141970254" sldId="414"/>
            <ac:spMk id="54" creationId="{85FB3F96-802C-4D7E-BCEC-DD8C001A977D}"/>
          </ac:spMkLst>
        </pc:spChg>
        <pc:spChg chg="add mod">
          <ac:chgData name="Fainstad, Brandon" userId="aac92477-536e-4d21-9f70-fa5cd941f380" providerId="ADAL" clId="{AE306D3C-8EE8-4782-8CF9-E64563CFBD6B}" dt="2021-12-29T20:47:38.974" v="100"/>
          <ac:spMkLst>
            <pc:docMk/>
            <pc:sldMk cId="1141970254" sldId="414"/>
            <ac:spMk id="55" creationId="{C14E5CAB-81E7-4CFA-9A3E-30779CFC8642}"/>
          </ac:spMkLst>
        </pc:spChg>
        <pc:spChg chg="add mod">
          <ac:chgData name="Fainstad, Brandon" userId="aac92477-536e-4d21-9f70-fa5cd941f380" providerId="ADAL" clId="{AE306D3C-8EE8-4782-8CF9-E64563CFBD6B}" dt="2021-12-29T20:47:38.974" v="100"/>
          <ac:spMkLst>
            <pc:docMk/>
            <pc:sldMk cId="1141970254" sldId="414"/>
            <ac:spMk id="61" creationId="{D5894DA7-1FAF-4977-A517-07338B80923F}"/>
          </ac:spMkLst>
        </pc:spChg>
        <pc:spChg chg="add mod">
          <ac:chgData name="Fainstad, Brandon" userId="aac92477-536e-4d21-9f70-fa5cd941f380" providerId="ADAL" clId="{AE306D3C-8EE8-4782-8CF9-E64563CFBD6B}" dt="2021-12-29T20:47:38.974" v="100"/>
          <ac:spMkLst>
            <pc:docMk/>
            <pc:sldMk cId="1141970254" sldId="414"/>
            <ac:spMk id="82" creationId="{3E168908-BC58-415D-A346-E2386D42FD38}"/>
          </ac:spMkLst>
        </pc:spChg>
        <pc:spChg chg="add del mod">
          <ac:chgData name="Fainstad, Brandon" userId="aac92477-536e-4d21-9f70-fa5cd941f380" providerId="ADAL" clId="{AE306D3C-8EE8-4782-8CF9-E64563CFBD6B}" dt="2021-12-29T20:49:51.978" v="139" actId="478"/>
          <ac:spMkLst>
            <pc:docMk/>
            <pc:sldMk cId="1141970254" sldId="414"/>
            <ac:spMk id="84" creationId="{ADFEA9B2-9727-4291-AC97-842E97CF7BDD}"/>
          </ac:spMkLst>
        </pc:spChg>
        <pc:spChg chg="add mod">
          <ac:chgData name="Fainstad, Brandon" userId="aac92477-536e-4d21-9f70-fa5cd941f380" providerId="ADAL" clId="{AE306D3C-8EE8-4782-8CF9-E64563CFBD6B}" dt="2021-12-29T20:49:52.243" v="140"/>
          <ac:spMkLst>
            <pc:docMk/>
            <pc:sldMk cId="1141970254" sldId="414"/>
            <ac:spMk id="98" creationId="{E6B98DCD-8B16-46ED-A4C6-C91CFFB6FBB1}"/>
          </ac:spMkLst>
        </pc:spChg>
        <pc:spChg chg="del">
          <ac:chgData name="Fainstad, Brandon" userId="aac92477-536e-4d21-9f70-fa5cd941f380" providerId="ADAL" clId="{AE306D3C-8EE8-4782-8CF9-E64563CFBD6B}" dt="2021-12-29T21:11:15.065" v="344" actId="478"/>
          <ac:spMkLst>
            <pc:docMk/>
            <pc:sldMk cId="1141970254" sldId="414"/>
            <ac:spMk id="135" creationId="{D143F9CC-AEAD-432B-8FC6-E4015CD8A861}"/>
          </ac:spMkLst>
        </pc:spChg>
        <pc:grpChg chg="del">
          <ac:chgData name="Fainstad, Brandon" userId="aac92477-536e-4d21-9f70-fa5cd941f380" providerId="ADAL" clId="{AE306D3C-8EE8-4782-8CF9-E64563CFBD6B}" dt="2021-12-29T20:47:38.724" v="99" actId="478"/>
          <ac:grpSpMkLst>
            <pc:docMk/>
            <pc:sldMk cId="1141970254" sldId="414"/>
            <ac:grpSpMk id="56" creationId="{AEE71273-69D5-4D43-9F5A-9C170D69BEBA}"/>
          </ac:grpSpMkLst>
        </pc:grpChg>
        <pc:grpChg chg="del">
          <ac:chgData name="Fainstad, Brandon" userId="aac92477-536e-4d21-9f70-fa5cd941f380" providerId="ADAL" clId="{AE306D3C-8EE8-4782-8CF9-E64563CFBD6B}" dt="2021-12-29T20:47:38.724" v="99" actId="478"/>
          <ac:grpSpMkLst>
            <pc:docMk/>
            <pc:sldMk cId="1141970254" sldId="414"/>
            <ac:grpSpMk id="63" creationId="{F0880EE9-BD22-42B0-9505-30910615CCF2}"/>
          </ac:grpSpMkLst>
        </pc:grpChg>
        <pc:grpChg chg="del">
          <ac:chgData name="Fainstad, Brandon" userId="aac92477-536e-4d21-9f70-fa5cd941f380" providerId="ADAL" clId="{AE306D3C-8EE8-4782-8CF9-E64563CFBD6B}" dt="2021-12-29T20:47:38.724" v="99" actId="478"/>
          <ac:grpSpMkLst>
            <pc:docMk/>
            <pc:sldMk cId="1141970254" sldId="414"/>
            <ac:grpSpMk id="66" creationId="{DCA2135F-846E-4868-81BB-172E79AC7F4D}"/>
          </ac:grpSpMkLst>
        </pc:grpChg>
        <pc:grpChg chg="del">
          <ac:chgData name="Fainstad, Brandon" userId="aac92477-536e-4d21-9f70-fa5cd941f380" providerId="ADAL" clId="{AE306D3C-8EE8-4782-8CF9-E64563CFBD6B}" dt="2021-12-29T20:47:38.724" v="99" actId="478"/>
          <ac:grpSpMkLst>
            <pc:docMk/>
            <pc:sldMk cId="1141970254" sldId="414"/>
            <ac:grpSpMk id="69" creationId="{F423932E-F21A-422B-87B9-F894F4F66245}"/>
          </ac:grpSpMkLst>
        </pc:grpChg>
        <pc:grpChg chg="del">
          <ac:chgData name="Fainstad, Brandon" userId="aac92477-536e-4d21-9f70-fa5cd941f380" providerId="ADAL" clId="{AE306D3C-8EE8-4782-8CF9-E64563CFBD6B}" dt="2021-12-29T20:47:38.724" v="99" actId="478"/>
          <ac:grpSpMkLst>
            <pc:docMk/>
            <pc:sldMk cId="1141970254" sldId="414"/>
            <ac:grpSpMk id="73" creationId="{6C2DD27A-BD05-4A02-BFBE-B84B786B93FA}"/>
          </ac:grpSpMkLst>
        </pc:grpChg>
        <pc:grpChg chg="del">
          <ac:chgData name="Fainstad, Brandon" userId="aac92477-536e-4d21-9f70-fa5cd941f380" providerId="ADAL" clId="{AE306D3C-8EE8-4782-8CF9-E64563CFBD6B}" dt="2021-12-29T20:47:38.724" v="99" actId="478"/>
          <ac:grpSpMkLst>
            <pc:docMk/>
            <pc:sldMk cId="1141970254" sldId="414"/>
            <ac:grpSpMk id="76" creationId="{174C2D48-37C0-4A1E-A9A8-D3ED0E2083BB}"/>
          </ac:grpSpMkLst>
        </pc:grpChg>
        <pc:picChg chg="add mod">
          <ac:chgData name="Fainstad, Brandon" userId="aac92477-536e-4d21-9f70-fa5cd941f380" providerId="ADAL" clId="{AE306D3C-8EE8-4782-8CF9-E64563CFBD6B}" dt="2021-12-29T21:11:15.487" v="345"/>
          <ac:picMkLst>
            <pc:docMk/>
            <pc:sldMk cId="1141970254" sldId="414"/>
            <ac:picMk id="41" creationId="{A88F791C-3C69-453A-A60F-252260080462}"/>
          </ac:picMkLst>
        </pc:picChg>
        <pc:picChg chg="del">
          <ac:chgData name="Fainstad, Brandon" userId="aac92477-536e-4d21-9f70-fa5cd941f380" providerId="ADAL" clId="{AE306D3C-8EE8-4782-8CF9-E64563CFBD6B}" dt="2021-12-29T21:09:53.734" v="331" actId="478"/>
          <ac:picMkLst>
            <pc:docMk/>
            <pc:sldMk cId="1141970254" sldId="414"/>
            <ac:picMk id="49" creationId="{47C31326-BBDD-4584-B903-8788A2698F71}"/>
          </ac:picMkLst>
        </pc:picChg>
        <pc:picChg chg="del">
          <ac:chgData name="Fainstad, Brandon" userId="aac92477-536e-4d21-9f70-fa5cd941f380" providerId="ADAL" clId="{AE306D3C-8EE8-4782-8CF9-E64563CFBD6B}" dt="2021-12-29T20:47:38.724" v="99" actId="478"/>
          <ac:picMkLst>
            <pc:docMk/>
            <pc:sldMk cId="1141970254" sldId="414"/>
            <ac:picMk id="51" creationId="{C0E8E864-00BC-46E1-9228-A474E3969AC6}"/>
          </ac:picMkLst>
        </pc:picChg>
        <pc:picChg chg="add mod">
          <ac:chgData name="Fainstad, Brandon" userId="aac92477-536e-4d21-9f70-fa5cd941f380" providerId="ADAL" clId="{AE306D3C-8EE8-4782-8CF9-E64563CFBD6B}" dt="2021-12-29T20:47:38.974" v="100"/>
          <ac:picMkLst>
            <pc:docMk/>
            <pc:sldMk cId="1141970254" sldId="414"/>
            <ac:picMk id="53" creationId="{ED317BFE-6127-45FD-9E99-6F457F905DA9}"/>
          </ac:picMkLst>
        </pc:picChg>
        <pc:picChg chg="add mod">
          <ac:chgData name="Fainstad, Brandon" userId="aac92477-536e-4d21-9f70-fa5cd941f380" providerId="ADAL" clId="{AE306D3C-8EE8-4782-8CF9-E64563CFBD6B}" dt="2021-12-29T20:47:38.974" v="100"/>
          <ac:picMkLst>
            <pc:docMk/>
            <pc:sldMk cId="1141970254" sldId="414"/>
            <ac:picMk id="62" creationId="{98B75B54-9DAA-4E43-8159-51A4C1169586}"/>
          </ac:picMkLst>
        </pc:picChg>
        <pc:picChg chg="del">
          <ac:chgData name="Fainstad, Brandon" userId="aac92477-536e-4d21-9f70-fa5cd941f380" providerId="ADAL" clId="{AE306D3C-8EE8-4782-8CF9-E64563CFBD6B}" dt="2021-12-29T20:47:38.724" v="99" actId="478"/>
          <ac:picMkLst>
            <pc:docMk/>
            <pc:sldMk cId="1141970254" sldId="414"/>
            <ac:picMk id="72" creationId="{ABD670DF-E1EA-43F1-9125-F9AAC8AA8C5B}"/>
          </ac:picMkLst>
        </pc:picChg>
        <pc:picChg chg="add mod">
          <ac:chgData name="Fainstad, Brandon" userId="aac92477-536e-4d21-9f70-fa5cd941f380" providerId="ADAL" clId="{AE306D3C-8EE8-4782-8CF9-E64563CFBD6B}" dt="2021-12-29T20:47:38.974" v="100"/>
          <ac:picMkLst>
            <pc:docMk/>
            <pc:sldMk cId="1141970254" sldId="414"/>
            <ac:picMk id="83" creationId="{C1D631FE-F7A4-44B6-8CC2-1668A7AA6E18}"/>
          </ac:picMkLst>
        </pc:picChg>
        <pc:picChg chg="add del mod">
          <ac:chgData name="Fainstad, Brandon" userId="aac92477-536e-4d21-9f70-fa5cd941f380" providerId="ADAL" clId="{AE306D3C-8EE8-4782-8CF9-E64563CFBD6B}" dt="2021-12-29T20:49:51.978" v="139" actId="478"/>
          <ac:picMkLst>
            <pc:docMk/>
            <pc:sldMk cId="1141970254" sldId="414"/>
            <ac:picMk id="85" creationId="{1EBD1926-CB02-47D1-8A0D-5357857E4F6C}"/>
          </ac:picMkLst>
        </pc:picChg>
        <pc:picChg chg="del">
          <ac:chgData name="Fainstad, Brandon" userId="aac92477-536e-4d21-9f70-fa5cd941f380" providerId="ADAL" clId="{AE306D3C-8EE8-4782-8CF9-E64563CFBD6B}" dt="2021-12-29T21:11:15.065" v="344" actId="478"/>
          <ac:picMkLst>
            <pc:docMk/>
            <pc:sldMk cId="1141970254" sldId="414"/>
            <ac:picMk id="152" creationId="{5B303BB3-BE66-4F93-B670-77B47AA1947F}"/>
          </ac:picMkLst>
        </pc:picChg>
        <pc:cxnChg chg="mod">
          <ac:chgData name="Fainstad, Brandon" userId="aac92477-536e-4d21-9f70-fa5cd941f380" providerId="ADAL" clId="{AE306D3C-8EE8-4782-8CF9-E64563CFBD6B}" dt="2021-12-29T20:47:38.724" v="99" actId="478"/>
          <ac:cxnSpMkLst>
            <pc:docMk/>
            <pc:sldMk cId="1141970254" sldId="414"/>
            <ac:cxnSpMk id="70" creationId="{4CB843F0-D14B-4363-AC6E-8D3E797BDE45}"/>
          </ac:cxnSpMkLst>
        </pc:cxnChg>
        <pc:cxnChg chg="mod">
          <ac:chgData name="Fainstad, Brandon" userId="aac92477-536e-4d21-9f70-fa5cd941f380" providerId="ADAL" clId="{AE306D3C-8EE8-4782-8CF9-E64563CFBD6B}" dt="2021-12-29T20:47:38.724" v="99" actId="478"/>
          <ac:cxnSpMkLst>
            <pc:docMk/>
            <pc:sldMk cId="1141970254" sldId="414"/>
            <ac:cxnSpMk id="71" creationId="{AB5A0B3B-F003-4FA5-9603-C7467B805FFF}"/>
          </ac:cxnSpMkLst>
        </pc:cxnChg>
        <pc:cxnChg chg="del mod">
          <ac:chgData name="Fainstad, Brandon" userId="aac92477-536e-4d21-9f70-fa5cd941f380" providerId="ADAL" clId="{AE306D3C-8EE8-4782-8CF9-E64563CFBD6B}" dt="2021-12-29T20:47:38.724" v="99" actId="478"/>
          <ac:cxnSpMkLst>
            <pc:docMk/>
            <pc:sldMk cId="1141970254" sldId="414"/>
            <ac:cxnSpMk id="79" creationId="{9B7E2C06-1FEA-4350-9765-12B6B8104BC1}"/>
          </ac:cxnSpMkLst>
        </pc:cxnChg>
        <pc:cxnChg chg="add mod">
          <ac:chgData name="Fainstad, Brandon" userId="aac92477-536e-4d21-9f70-fa5cd941f380" providerId="ADAL" clId="{AE306D3C-8EE8-4782-8CF9-E64563CFBD6B}" dt="2021-12-29T20:49:51.978" v="139" actId="478"/>
          <ac:cxnSpMkLst>
            <pc:docMk/>
            <pc:sldMk cId="1141970254" sldId="414"/>
            <ac:cxnSpMk id="96" creationId="{694455CD-48E1-49AA-B33D-F1116E950862}"/>
          </ac:cxnSpMkLst>
        </pc:cxnChg>
        <pc:cxnChg chg="add mod">
          <ac:chgData name="Fainstad, Brandon" userId="aac92477-536e-4d21-9f70-fa5cd941f380" providerId="ADAL" clId="{AE306D3C-8EE8-4782-8CF9-E64563CFBD6B}" dt="2021-12-29T20:47:38.974" v="100"/>
          <ac:cxnSpMkLst>
            <pc:docMk/>
            <pc:sldMk cId="1141970254" sldId="414"/>
            <ac:cxnSpMk id="97" creationId="{7CFBCB18-1195-4EB3-A1B8-6BD07B717154}"/>
          </ac:cxnSpMkLst>
        </pc:cxnChg>
      </pc:sldChg>
      <pc:sldChg chg="add del">
        <pc:chgData name="Fainstad, Brandon" userId="aac92477-536e-4d21-9f70-fa5cd941f380" providerId="ADAL" clId="{AE306D3C-8EE8-4782-8CF9-E64563CFBD6B}" dt="2021-12-29T21:08:46.623" v="315" actId="2890"/>
        <pc:sldMkLst>
          <pc:docMk/>
          <pc:sldMk cId="1563588375" sldId="415"/>
        </pc:sldMkLst>
      </pc:sldChg>
      <pc:sldChg chg="delSp modSp add del mod delAnim">
        <pc:chgData name="Fainstad, Brandon" userId="aac92477-536e-4d21-9f70-fa5cd941f380" providerId="ADAL" clId="{AE306D3C-8EE8-4782-8CF9-E64563CFBD6B}" dt="2021-12-29T22:28:34.319" v="452" actId="47"/>
        <pc:sldMkLst>
          <pc:docMk/>
          <pc:sldMk cId="2777077541" sldId="415"/>
        </pc:sldMkLst>
        <pc:spChg chg="del mod">
          <ac:chgData name="Fainstad, Brandon" userId="aac92477-536e-4d21-9f70-fa5cd941f380" providerId="ADAL" clId="{AE306D3C-8EE8-4782-8CF9-E64563CFBD6B}" dt="2021-12-29T22:17:02.301" v="428" actId="478"/>
          <ac:spMkLst>
            <pc:docMk/>
            <pc:sldMk cId="2777077541" sldId="415"/>
            <ac:spMk id="66" creationId="{7F902A6D-71A5-4DF1-BB28-FE021BA11CE4}"/>
          </ac:spMkLst>
        </pc:spChg>
        <pc:spChg chg="mod">
          <ac:chgData name="Fainstad, Brandon" userId="aac92477-536e-4d21-9f70-fa5cd941f380" providerId="ADAL" clId="{AE306D3C-8EE8-4782-8CF9-E64563CFBD6B}" dt="2021-12-29T22:26:16.497" v="451" actId="20577"/>
          <ac:spMkLst>
            <pc:docMk/>
            <pc:sldMk cId="2777077541" sldId="415"/>
            <ac:spMk id="122" creationId="{DAF94D2F-7B8B-4C8A-B688-0FFF58A5F406}"/>
          </ac:spMkLst>
        </pc:spChg>
        <pc:cxnChg chg="del mod">
          <ac:chgData name="Fainstad, Brandon" userId="aac92477-536e-4d21-9f70-fa5cd941f380" providerId="ADAL" clId="{AE306D3C-8EE8-4782-8CF9-E64563CFBD6B}" dt="2021-12-29T22:17:01.551" v="427" actId="478"/>
          <ac:cxnSpMkLst>
            <pc:docMk/>
            <pc:sldMk cId="2777077541" sldId="415"/>
            <ac:cxnSpMk id="68" creationId="{EA5F0E36-19F9-445A-8780-AD418B52E05C}"/>
          </ac:cxnSpMkLst>
        </pc:cxnChg>
        <pc:cxnChg chg="mod">
          <ac:chgData name="Fainstad, Brandon" userId="aac92477-536e-4d21-9f70-fa5cd941f380" providerId="ADAL" clId="{AE306D3C-8EE8-4782-8CF9-E64563CFBD6B}" dt="2021-12-29T22:26:14.132" v="450" actId="20577"/>
          <ac:cxnSpMkLst>
            <pc:docMk/>
            <pc:sldMk cId="2777077541" sldId="415"/>
            <ac:cxnSpMk id="124" creationId="{ECFDC37D-86B1-4740-9411-0827368C8585}"/>
          </ac:cxnSpMkLst>
        </pc:cxnChg>
      </pc:sldChg>
    </pc:docChg>
  </pc:docChgLst>
  <pc:docChgLst>
    <pc:chgData name="Fainstad, Brandon" userId="aac92477-536e-4d21-9f70-fa5cd941f380" providerId="ADAL" clId="{DA57003D-D502-467B-AF23-3E67482ADAB0}"/>
    <pc:docChg chg="undo custSel addSld modSld">
      <pc:chgData name="Fainstad, Brandon" userId="aac92477-536e-4d21-9f70-fa5cd941f380" providerId="ADAL" clId="{DA57003D-D502-467B-AF23-3E67482ADAB0}" dt="2021-09-14T19:29:04.651" v="243" actId="14100"/>
      <pc:docMkLst>
        <pc:docMk/>
      </pc:docMkLst>
      <pc:sldChg chg="addSp delSp modSp mod">
        <pc:chgData name="Fainstad, Brandon" userId="aac92477-536e-4d21-9f70-fa5cd941f380" providerId="ADAL" clId="{DA57003D-D502-467B-AF23-3E67482ADAB0}" dt="2021-09-14T19:26:15.413" v="187"/>
        <pc:sldMkLst>
          <pc:docMk/>
          <pc:sldMk cId="1287804063" sldId="401"/>
        </pc:sldMkLst>
        <pc:spChg chg="add del mod">
          <ac:chgData name="Fainstad, Brandon" userId="aac92477-536e-4d21-9f70-fa5cd941f380" providerId="ADAL" clId="{DA57003D-D502-467B-AF23-3E67482ADAB0}" dt="2021-09-14T19:26:03.572" v="185" actId="478"/>
          <ac:spMkLst>
            <pc:docMk/>
            <pc:sldMk cId="1287804063" sldId="401"/>
            <ac:spMk id="2" creationId="{DC9DE875-B313-4E59-A079-89866B09250D}"/>
          </ac:spMkLst>
        </pc:spChg>
        <pc:spChg chg="add mod">
          <ac:chgData name="Fainstad, Brandon" userId="aac92477-536e-4d21-9f70-fa5cd941f380" providerId="ADAL" clId="{DA57003D-D502-467B-AF23-3E67482ADAB0}" dt="2021-09-14T19:26:15.413" v="187"/>
          <ac:spMkLst>
            <pc:docMk/>
            <pc:sldMk cId="1287804063" sldId="401"/>
            <ac:spMk id="48" creationId="{85622FE3-F642-43AB-92A1-38FC934202FC}"/>
          </ac:spMkLst>
        </pc:spChg>
        <pc:spChg chg="mod">
          <ac:chgData name="Fainstad, Brandon" userId="aac92477-536e-4d21-9f70-fa5cd941f380" providerId="ADAL" clId="{DA57003D-D502-467B-AF23-3E67482ADAB0}" dt="2021-09-14T19:20:52.425" v="91" actId="465"/>
          <ac:spMkLst>
            <pc:docMk/>
            <pc:sldMk cId="1287804063" sldId="401"/>
            <ac:spMk id="95" creationId="{B2A287EA-4825-4936-BA68-C514D6E04838}"/>
          </ac:spMkLst>
        </pc:spChg>
        <pc:spChg chg="mod">
          <ac:chgData name="Fainstad, Brandon" userId="aac92477-536e-4d21-9f70-fa5cd941f380" providerId="ADAL" clId="{DA57003D-D502-467B-AF23-3E67482ADAB0}" dt="2021-09-14T19:20:52.425" v="91" actId="465"/>
          <ac:spMkLst>
            <pc:docMk/>
            <pc:sldMk cId="1287804063" sldId="401"/>
            <ac:spMk id="163" creationId="{66ED2F34-4C12-477B-8077-CF593A6D8505}"/>
          </ac:spMkLst>
        </pc:spChg>
        <pc:spChg chg="mod">
          <ac:chgData name="Fainstad, Brandon" userId="aac92477-536e-4d21-9f70-fa5cd941f380" providerId="ADAL" clId="{DA57003D-D502-467B-AF23-3E67482ADAB0}" dt="2021-09-14T19:20:52.425" v="91" actId="465"/>
          <ac:spMkLst>
            <pc:docMk/>
            <pc:sldMk cId="1287804063" sldId="401"/>
            <ac:spMk id="169" creationId="{09CF3FC6-868C-42C7-828B-530D204AE2D9}"/>
          </ac:spMkLst>
        </pc:spChg>
        <pc:picChg chg="add mod">
          <ac:chgData name="Fainstad, Brandon" userId="aac92477-536e-4d21-9f70-fa5cd941f380" providerId="ADAL" clId="{DA57003D-D502-467B-AF23-3E67482ADAB0}" dt="2021-09-14T19:20:42.418" v="90" actId="1076"/>
          <ac:picMkLst>
            <pc:docMk/>
            <pc:sldMk cId="1287804063" sldId="401"/>
            <ac:picMk id="49" creationId="{47C31326-BBDD-4584-B903-8788A2698F71}"/>
          </ac:picMkLst>
        </pc:picChg>
        <pc:cxnChg chg="add del mod">
          <ac:chgData name="Fainstad, Brandon" userId="aac92477-536e-4d21-9f70-fa5cd941f380" providerId="ADAL" clId="{DA57003D-D502-467B-AF23-3E67482ADAB0}" dt="2021-09-14T19:26:04.962" v="186" actId="478"/>
          <ac:cxnSpMkLst>
            <pc:docMk/>
            <pc:sldMk cId="1287804063" sldId="401"/>
            <ac:cxnSpMk id="4" creationId="{921A1B24-0A3D-4BDC-90A7-EA7355E5C648}"/>
          </ac:cxnSpMkLst>
        </pc:cxnChg>
      </pc:sldChg>
      <pc:sldChg chg="addSp delSp modSp mod">
        <pc:chgData name="Fainstad, Brandon" userId="aac92477-536e-4d21-9f70-fa5cd941f380" providerId="ADAL" clId="{DA57003D-D502-467B-AF23-3E67482ADAB0}" dt="2021-09-14T19:26:45.573" v="194"/>
        <pc:sldMkLst>
          <pc:docMk/>
          <pc:sldMk cId="870610097" sldId="402"/>
        </pc:sldMkLst>
        <pc:spChg chg="add del mod">
          <ac:chgData name="Fainstad, Brandon" userId="aac92477-536e-4d21-9f70-fa5cd941f380" providerId="ADAL" clId="{DA57003D-D502-467B-AF23-3E67482ADAB0}" dt="2021-09-14T19:19:49.975" v="84" actId="21"/>
          <ac:spMkLst>
            <pc:docMk/>
            <pc:sldMk cId="870610097" sldId="402"/>
            <ac:spMk id="102" creationId="{BFCDA7BF-C75C-4086-9C4F-DC079440681D}"/>
          </ac:spMkLst>
        </pc:spChg>
        <pc:spChg chg="add del mod">
          <ac:chgData name="Fainstad, Brandon" userId="aac92477-536e-4d21-9f70-fa5cd941f380" providerId="ADAL" clId="{DA57003D-D502-467B-AF23-3E67482ADAB0}" dt="2021-09-14T19:19:55.914" v="86" actId="21"/>
          <ac:spMkLst>
            <pc:docMk/>
            <pc:sldMk cId="870610097" sldId="402"/>
            <ac:spMk id="104" creationId="{C7B7A8B5-DCD2-4F18-9A51-1E575E60D884}"/>
          </ac:spMkLst>
        </pc:spChg>
        <pc:spChg chg="add mod">
          <ac:chgData name="Fainstad, Brandon" userId="aac92477-536e-4d21-9f70-fa5cd941f380" providerId="ADAL" clId="{DA57003D-D502-467B-AF23-3E67482ADAB0}" dt="2021-09-14T19:26:45.573" v="194"/>
          <ac:spMkLst>
            <pc:docMk/>
            <pc:sldMk cId="870610097" sldId="402"/>
            <ac:spMk id="154" creationId="{88C0AD75-6254-4EF8-88C5-2BBCD6CF83BD}"/>
          </ac:spMkLst>
        </pc:spChg>
        <pc:picChg chg="add del mod">
          <ac:chgData name="Fainstad, Brandon" userId="aac92477-536e-4d21-9f70-fa5cd941f380" providerId="ADAL" clId="{DA57003D-D502-467B-AF23-3E67482ADAB0}" dt="2021-09-14T19:19:49.975" v="84" actId="21"/>
          <ac:picMkLst>
            <pc:docMk/>
            <pc:sldMk cId="870610097" sldId="402"/>
            <ac:picMk id="103" creationId="{C772FDF8-2A43-435A-8233-09B4ED3EB93B}"/>
          </ac:picMkLst>
        </pc:picChg>
        <pc:picChg chg="add del mod">
          <ac:chgData name="Fainstad, Brandon" userId="aac92477-536e-4d21-9f70-fa5cd941f380" providerId="ADAL" clId="{DA57003D-D502-467B-AF23-3E67482ADAB0}" dt="2021-09-14T19:19:55.914" v="86" actId="21"/>
          <ac:picMkLst>
            <pc:docMk/>
            <pc:sldMk cId="870610097" sldId="402"/>
            <ac:picMk id="153" creationId="{0F08F5AC-C1DB-4015-9BC8-5FD7CB832ED2}"/>
          </ac:picMkLst>
        </pc:picChg>
        <pc:picChg chg="add mod">
          <ac:chgData name="Fainstad, Brandon" userId="aac92477-536e-4d21-9f70-fa5cd941f380" providerId="ADAL" clId="{DA57003D-D502-467B-AF23-3E67482ADAB0}" dt="2021-09-14T19:26:45.573" v="194"/>
          <ac:picMkLst>
            <pc:docMk/>
            <pc:sldMk cId="870610097" sldId="402"/>
            <ac:picMk id="155" creationId="{0877B6FF-CF0D-42E4-84F3-A71F75412C70}"/>
          </ac:picMkLst>
        </pc:picChg>
      </pc:sldChg>
      <pc:sldChg chg="addSp modSp">
        <pc:chgData name="Fainstad, Brandon" userId="aac92477-536e-4d21-9f70-fa5cd941f380" providerId="ADAL" clId="{DA57003D-D502-467B-AF23-3E67482ADAB0}" dt="2021-09-14T19:26:35.008" v="189"/>
        <pc:sldMkLst>
          <pc:docMk/>
          <pc:sldMk cId="2199620990" sldId="403"/>
        </pc:sldMkLst>
        <pc:spChg chg="add mod">
          <ac:chgData name="Fainstad, Brandon" userId="aac92477-536e-4d21-9f70-fa5cd941f380" providerId="ADAL" clId="{DA57003D-D502-467B-AF23-3E67482ADAB0}" dt="2021-09-14T19:26:35.008" v="189"/>
          <ac:spMkLst>
            <pc:docMk/>
            <pc:sldMk cId="2199620990" sldId="403"/>
            <ac:spMk id="96" creationId="{BCD7A7D8-260E-44DE-A25A-0EC456880EA8}"/>
          </ac:spMkLst>
        </pc:spChg>
        <pc:picChg chg="add mod">
          <ac:chgData name="Fainstad, Brandon" userId="aac92477-536e-4d21-9f70-fa5cd941f380" providerId="ADAL" clId="{DA57003D-D502-467B-AF23-3E67482ADAB0}" dt="2021-09-14T19:26:35.008" v="189"/>
          <ac:picMkLst>
            <pc:docMk/>
            <pc:sldMk cId="2199620990" sldId="403"/>
            <ac:picMk id="132" creationId="{87E6DDEC-F130-4D39-AA15-8EF8AE495675}"/>
          </ac:picMkLst>
        </pc:picChg>
      </pc:sldChg>
      <pc:sldChg chg="addSp modSp">
        <pc:chgData name="Fainstad, Brandon" userId="aac92477-536e-4d21-9f70-fa5cd941f380" providerId="ADAL" clId="{DA57003D-D502-467B-AF23-3E67482ADAB0}" dt="2021-09-14T19:26:36.908" v="190"/>
        <pc:sldMkLst>
          <pc:docMk/>
          <pc:sldMk cId="2879307557" sldId="404"/>
        </pc:sldMkLst>
        <pc:spChg chg="add mod">
          <ac:chgData name="Fainstad, Brandon" userId="aac92477-536e-4d21-9f70-fa5cd941f380" providerId="ADAL" clId="{DA57003D-D502-467B-AF23-3E67482ADAB0}" dt="2021-09-14T19:26:36.908" v="190"/>
          <ac:spMkLst>
            <pc:docMk/>
            <pc:sldMk cId="2879307557" sldId="404"/>
            <ac:spMk id="104" creationId="{CBAD58E0-99DA-439C-96A0-E303B0683581}"/>
          </ac:spMkLst>
        </pc:spChg>
        <pc:picChg chg="add mod">
          <ac:chgData name="Fainstad, Brandon" userId="aac92477-536e-4d21-9f70-fa5cd941f380" providerId="ADAL" clId="{DA57003D-D502-467B-AF23-3E67482ADAB0}" dt="2021-09-14T19:26:36.908" v="190"/>
          <ac:picMkLst>
            <pc:docMk/>
            <pc:sldMk cId="2879307557" sldId="404"/>
            <ac:picMk id="106" creationId="{F01A6BD3-A7DE-4E9A-81F3-D4E1E66E06D5}"/>
          </ac:picMkLst>
        </pc:picChg>
      </pc:sldChg>
      <pc:sldChg chg="addSp modSp">
        <pc:chgData name="Fainstad, Brandon" userId="aac92477-536e-4d21-9f70-fa5cd941f380" providerId="ADAL" clId="{DA57003D-D502-467B-AF23-3E67482ADAB0}" dt="2021-09-14T19:26:38.587" v="191"/>
        <pc:sldMkLst>
          <pc:docMk/>
          <pc:sldMk cId="822513148" sldId="405"/>
        </pc:sldMkLst>
        <pc:spChg chg="add mod">
          <ac:chgData name="Fainstad, Brandon" userId="aac92477-536e-4d21-9f70-fa5cd941f380" providerId="ADAL" clId="{DA57003D-D502-467B-AF23-3E67482ADAB0}" dt="2021-09-14T19:26:38.587" v="191"/>
          <ac:spMkLst>
            <pc:docMk/>
            <pc:sldMk cId="822513148" sldId="405"/>
            <ac:spMk id="104" creationId="{59EFFB54-B560-4F1F-A85F-271BD39C34CD}"/>
          </ac:spMkLst>
        </pc:spChg>
        <pc:picChg chg="add mod">
          <ac:chgData name="Fainstad, Brandon" userId="aac92477-536e-4d21-9f70-fa5cd941f380" providerId="ADAL" clId="{DA57003D-D502-467B-AF23-3E67482ADAB0}" dt="2021-09-14T19:26:38.587" v="191"/>
          <ac:picMkLst>
            <pc:docMk/>
            <pc:sldMk cId="822513148" sldId="405"/>
            <ac:picMk id="106" creationId="{B0ABCFEB-D1C0-45EC-A433-06A4EA13685F}"/>
          </ac:picMkLst>
        </pc:picChg>
      </pc:sldChg>
      <pc:sldChg chg="addSp modSp">
        <pc:chgData name="Fainstad, Brandon" userId="aac92477-536e-4d21-9f70-fa5cd941f380" providerId="ADAL" clId="{DA57003D-D502-467B-AF23-3E67482ADAB0}" dt="2021-09-14T19:26:40.255" v="192"/>
        <pc:sldMkLst>
          <pc:docMk/>
          <pc:sldMk cId="1065265948" sldId="406"/>
        </pc:sldMkLst>
        <pc:spChg chg="add mod">
          <ac:chgData name="Fainstad, Brandon" userId="aac92477-536e-4d21-9f70-fa5cd941f380" providerId="ADAL" clId="{DA57003D-D502-467B-AF23-3E67482ADAB0}" dt="2021-09-14T19:26:40.255" v="192"/>
          <ac:spMkLst>
            <pc:docMk/>
            <pc:sldMk cId="1065265948" sldId="406"/>
            <ac:spMk id="97" creationId="{92A0C48E-2B2C-43C4-B69E-0FB003E379DB}"/>
          </ac:spMkLst>
        </pc:spChg>
        <pc:picChg chg="add mod">
          <ac:chgData name="Fainstad, Brandon" userId="aac92477-536e-4d21-9f70-fa5cd941f380" providerId="ADAL" clId="{DA57003D-D502-467B-AF23-3E67482ADAB0}" dt="2021-09-14T19:26:40.255" v="192"/>
          <ac:picMkLst>
            <pc:docMk/>
            <pc:sldMk cId="1065265948" sldId="406"/>
            <ac:picMk id="98" creationId="{B592DC5F-573D-440B-A7B3-1C6BFC401B59}"/>
          </ac:picMkLst>
        </pc:picChg>
      </pc:sldChg>
      <pc:sldChg chg="addSp modSp">
        <pc:chgData name="Fainstad, Brandon" userId="aac92477-536e-4d21-9f70-fa5cd941f380" providerId="ADAL" clId="{DA57003D-D502-467B-AF23-3E67482ADAB0}" dt="2021-09-14T19:26:41.890" v="193"/>
        <pc:sldMkLst>
          <pc:docMk/>
          <pc:sldMk cId="4112684336" sldId="407"/>
        </pc:sldMkLst>
        <pc:spChg chg="add mod">
          <ac:chgData name="Fainstad, Brandon" userId="aac92477-536e-4d21-9f70-fa5cd941f380" providerId="ADAL" clId="{DA57003D-D502-467B-AF23-3E67482ADAB0}" dt="2021-09-14T19:26:41.890" v="193"/>
          <ac:spMkLst>
            <pc:docMk/>
            <pc:sldMk cId="4112684336" sldId="407"/>
            <ac:spMk id="104" creationId="{154B0B29-ED59-4575-B6D0-EFEC13236526}"/>
          </ac:spMkLst>
        </pc:spChg>
        <pc:picChg chg="add mod">
          <ac:chgData name="Fainstad, Brandon" userId="aac92477-536e-4d21-9f70-fa5cd941f380" providerId="ADAL" clId="{DA57003D-D502-467B-AF23-3E67482ADAB0}" dt="2021-09-14T19:26:41.890" v="193"/>
          <ac:picMkLst>
            <pc:docMk/>
            <pc:sldMk cId="4112684336" sldId="407"/>
            <ac:picMk id="105" creationId="{B4D4686B-49BA-46C6-A1BF-E0D2C81C5176}"/>
          </ac:picMkLst>
        </pc:picChg>
      </pc:sldChg>
      <pc:sldChg chg="addSp modSp mod">
        <pc:chgData name="Fainstad, Brandon" userId="aac92477-536e-4d21-9f70-fa5cd941f380" providerId="ADAL" clId="{DA57003D-D502-467B-AF23-3E67482ADAB0}" dt="2021-09-14T19:12:58.816" v="48" actId="14100"/>
        <pc:sldMkLst>
          <pc:docMk/>
          <pc:sldMk cId="1078527009" sldId="408"/>
        </pc:sldMkLst>
        <pc:spChg chg="mod">
          <ac:chgData name="Fainstad, Brandon" userId="aac92477-536e-4d21-9f70-fa5cd941f380" providerId="ADAL" clId="{DA57003D-D502-467B-AF23-3E67482ADAB0}" dt="2021-09-14T19:11:43.143" v="1" actId="20577"/>
          <ac:spMkLst>
            <pc:docMk/>
            <pc:sldMk cId="1078527009" sldId="408"/>
            <ac:spMk id="2" creationId="{4F5C5149-2C2F-44B0-81BE-D0771458AD2A}"/>
          </ac:spMkLst>
        </pc:spChg>
        <pc:spChg chg="add mod">
          <ac:chgData name="Fainstad, Brandon" userId="aac92477-536e-4d21-9f70-fa5cd941f380" providerId="ADAL" clId="{DA57003D-D502-467B-AF23-3E67482ADAB0}" dt="2021-09-14T19:12:42.770" v="46" actId="1036"/>
          <ac:spMkLst>
            <pc:docMk/>
            <pc:sldMk cId="1078527009" sldId="408"/>
            <ac:spMk id="66" creationId="{7F902A6D-71A5-4DF1-BB28-FE021BA11CE4}"/>
          </ac:spMkLst>
        </pc:spChg>
        <pc:cxnChg chg="add mod">
          <ac:chgData name="Fainstad, Brandon" userId="aac92477-536e-4d21-9f70-fa5cd941f380" providerId="ADAL" clId="{DA57003D-D502-467B-AF23-3E67482ADAB0}" dt="2021-09-14T19:12:58.816" v="48" actId="14100"/>
          <ac:cxnSpMkLst>
            <pc:docMk/>
            <pc:sldMk cId="1078527009" sldId="408"/>
            <ac:cxnSpMk id="68" creationId="{EA5F0E36-19F9-445A-8780-AD418B52E05C}"/>
          </ac:cxnSpMkLst>
        </pc:cxnChg>
      </pc:sldChg>
      <pc:sldChg chg="addSp delSp modSp mod">
        <pc:chgData name="Fainstad, Brandon" userId="aac92477-536e-4d21-9f70-fa5cd941f380" providerId="ADAL" clId="{DA57003D-D502-467B-AF23-3E67482ADAB0}" dt="2021-09-14T19:26:32.340" v="188"/>
        <pc:sldMkLst>
          <pc:docMk/>
          <pc:sldMk cId="1700040960" sldId="409"/>
        </pc:sldMkLst>
        <pc:spChg chg="add mod">
          <ac:chgData name="Fainstad, Brandon" userId="aac92477-536e-4d21-9f70-fa5cd941f380" providerId="ADAL" clId="{DA57003D-D502-467B-AF23-3E67482ADAB0}" dt="2021-09-14T19:26:32.340" v="188"/>
          <ac:spMkLst>
            <pc:docMk/>
            <pc:sldMk cId="1700040960" sldId="409"/>
            <ac:spMk id="96" creationId="{1AFD413E-349E-42E4-A75D-2E74AF564257}"/>
          </ac:spMkLst>
        </pc:spChg>
        <pc:picChg chg="add del mod">
          <ac:chgData name="Fainstad, Brandon" userId="aac92477-536e-4d21-9f70-fa5cd941f380" providerId="ADAL" clId="{DA57003D-D502-467B-AF23-3E67482ADAB0}" dt="2021-09-14T19:20:22.658" v="89" actId="478"/>
          <ac:picMkLst>
            <pc:docMk/>
            <pc:sldMk cId="1700040960" sldId="409"/>
            <ac:picMk id="6" creationId="{7FFCA6C5-089B-432A-8F0E-404245D273E1}"/>
          </ac:picMkLst>
        </pc:picChg>
        <pc:picChg chg="add mod">
          <ac:chgData name="Fainstad, Brandon" userId="aac92477-536e-4d21-9f70-fa5cd941f380" providerId="ADAL" clId="{DA57003D-D502-467B-AF23-3E67482ADAB0}" dt="2021-09-14T19:26:32.340" v="188"/>
          <ac:picMkLst>
            <pc:docMk/>
            <pc:sldMk cId="1700040960" sldId="409"/>
            <ac:picMk id="97" creationId="{41C17782-270A-41AF-B9B0-3D3D79D32437}"/>
          </ac:picMkLst>
        </pc:picChg>
      </pc:sldChg>
      <pc:sldChg chg="addSp delSp modSp add mod delAnim">
        <pc:chgData name="Fainstad, Brandon" userId="aac92477-536e-4d21-9f70-fa5cd941f380" providerId="ADAL" clId="{DA57003D-D502-467B-AF23-3E67482ADAB0}" dt="2021-09-14T19:29:04.651" v="243" actId="14100"/>
        <pc:sldMkLst>
          <pc:docMk/>
          <pc:sldMk cId="1141970254" sldId="414"/>
        </pc:sldMkLst>
        <pc:spChg chg="mod">
          <ac:chgData name="Fainstad, Brandon" userId="aac92477-536e-4d21-9f70-fa5cd941f380" providerId="ADAL" clId="{DA57003D-D502-467B-AF23-3E67482ADAB0}" dt="2021-09-14T19:29:04.651" v="243" actId="14100"/>
          <ac:spMkLst>
            <pc:docMk/>
            <pc:sldMk cId="1141970254" sldId="414"/>
            <ac:spMk id="2" creationId="{DC9DE875-B313-4E59-A079-89866B09250D}"/>
          </ac:spMkLst>
        </pc:spChg>
        <pc:spChg chg="add mod">
          <ac:chgData name="Fainstad, Brandon" userId="aac92477-536e-4d21-9f70-fa5cd941f380" providerId="ADAL" clId="{DA57003D-D502-467B-AF23-3E67482ADAB0}" dt="2021-09-14T19:25:52.886" v="184" actId="164"/>
          <ac:spMkLst>
            <pc:docMk/>
            <pc:sldMk cId="1141970254" sldId="414"/>
            <ac:spMk id="3" creationId="{0DF7D0E9-4AB7-4482-96C4-11F39E4936F1}"/>
          </ac:spMkLst>
        </pc:spChg>
        <pc:spChg chg="add mod">
          <ac:chgData name="Fainstad, Brandon" userId="aac92477-536e-4d21-9f70-fa5cd941f380" providerId="ADAL" clId="{DA57003D-D502-467B-AF23-3E67482ADAB0}" dt="2021-09-14T19:28:25.452" v="228" actId="403"/>
          <ac:spMkLst>
            <pc:docMk/>
            <pc:sldMk cId="1141970254" sldId="414"/>
            <ac:spMk id="6" creationId="{462C8470-B33E-4054-AD46-9BA6F6EC32E7}"/>
          </ac:spMkLst>
        </pc:spChg>
        <pc:spChg chg="mod">
          <ac:chgData name="Fainstad, Brandon" userId="aac92477-536e-4d21-9f70-fa5cd941f380" providerId="ADAL" clId="{DA57003D-D502-467B-AF23-3E67482ADAB0}" dt="2021-09-14T19:23:50.572" v="162" actId="113"/>
          <ac:spMkLst>
            <pc:docMk/>
            <pc:sldMk cId="1141970254" sldId="414"/>
            <ac:spMk id="48" creationId="{85622FE3-F642-43AB-92A1-38FC934202FC}"/>
          </ac:spMkLst>
        </pc:spChg>
        <pc:spChg chg="add del mod">
          <ac:chgData name="Fainstad, Brandon" userId="aac92477-536e-4d21-9f70-fa5cd941f380" providerId="ADAL" clId="{DA57003D-D502-467B-AF23-3E67482ADAB0}" dt="2021-09-14T19:24:02.340" v="164"/>
          <ac:spMkLst>
            <pc:docMk/>
            <pc:sldMk cId="1141970254" sldId="414"/>
            <ac:spMk id="52" creationId="{59833CE3-DAD6-44CF-907E-DDEFDFA3A6C2}"/>
          </ac:spMkLst>
        </pc:spChg>
        <pc:spChg chg="add del mod">
          <ac:chgData name="Fainstad, Brandon" userId="aac92477-536e-4d21-9f70-fa5cd941f380" providerId="ADAL" clId="{DA57003D-D502-467B-AF23-3E67482ADAB0}" dt="2021-09-14T19:24:12.794" v="166" actId="478"/>
          <ac:spMkLst>
            <pc:docMk/>
            <pc:sldMk cId="1141970254" sldId="414"/>
            <ac:spMk id="54" creationId="{865751B6-0E3A-483C-B1E3-DF78A6B4C533}"/>
          </ac:spMkLst>
        </pc:spChg>
        <pc:spChg chg="add mod">
          <ac:chgData name="Fainstad, Brandon" userId="aac92477-536e-4d21-9f70-fa5cd941f380" providerId="ADAL" clId="{DA57003D-D502-467B-AF23-3E67482ADAB0}" dt="2021-09-14T19:25:52.886" v="184" actId="164"/>
          <ac:spMkLst>
            <pc:docMk/>
            <pc:sldMk cId="1141970254" sldId="414"/>
            <ac:spMk id="59" creationId="{AF86FDE7-B97F-4427-BA0C-386175E10D7B}"/>
          </ac:spMkLst>
        </pc:spChg>
        <pc:spChg chg="add mod">
          <ac:chgData name="Fainstad, Brandon" userId="aac92477-536e-4d21-9f70-fa5cd941f380" providerId="ADAL" clId="{DA57003D-D502-467B-AF23-3E67482ADAB0}" dt="2021-09-14T19:25:52.886" v="184" actId="164"/>
          <ac:spMkLst>
            <pc:docMk/>
            <pc:sldMk cId="1141970254" sldId="414"/>
            <ac:spMk id="60" creationId="{F090770C-09F8-4E83-82DF-F643F387516C}"/>
          </ac:spMkLst>
        </pc:spChg>
        <pc:spChg chg="add del mod">
          <ac:chgData name="Fainstad, Brandon" userId="aac92477-536e-4d21-9f70-fa5cd941f380" providerId="ADAL" clId="{DA57003D-D502-467B-AF23-3E67482ADAB0}" dt="2021-09-14T19:27:11.135" v="196"/>
          <ac:spMkLst>
            <pc:docMk/>
            <pc:sldMk cId="1141970254" sldId="414"/>
            <ac:spMk id="61" creationId="{F58915A9-38C4-4238-8695-7208F6376145}"/>
          </ac:spMkLst>
        </pc:spChg>
        <pc:spChg chg="add mod">
          <ac:chgData name="Fainstad, Brandon" userId="aac92477-536e-4d21-9f70-fa5cd941f380" providerId="ADAL" clId="{DA57003D-D502-467B-AF23-3E67482ADAB0}" dt="2021-09-14T19:27:44.402" v="200" actId="208"/>
          <ac:spMkLst>
            <pc:docMk/>
            <pc:sldMk cId="1141970254" sldId="414"/>
            <ac:spMk id="80" creationId="{77622FDB-49F5-465B-B0B5-00B45490E568}"/>
          </ac:spMkLst>
        </pc:spChg>
        <pc:spChg chg="mod">
          <ac:chgData name="Fainstad, Brandon" userId="aac92477-536e-4d21-9f70-fa5cd941f380" providerId="ADAL" clId="{DA57003D-D502-467B-AF23-3E67482ADAB0}" dt="2021-09-14T19:23:25.506" v="155" actId="207"/>
          <ac:spMkLst>
            <pc:docMk/>
            <pc:sldMk cId="1141970254" sldId="414"/>
            <ac:spMk id="148" creationId="{E9FA5C4E-2788-43E4-A6CA-08DEB7E3BAC1}"/>
          </ac:spMkLst>
        </pc:spChg>
        <pc:spChg chg="del mod">
          <ac:chgData name="Fainstad, Brandon" userId="aac92477-536e-4d21-9f70-fa5cd941f380" providerId="ADAL" clId="{DA57003D-D502-467B-AF23-3E67482ADAB0}" dt="2021-09-14T19:23:31.423" v="157" actId="478"/>
          <ac:spMkLst>
            <pc:docMk/>
            <pc:sldMk cId="1141970254" sldId="414"/>
            <ac:spMk id="163" creationId="{66ED2F34-4C12-477B-8077-CF593A6D8505}"/>
          </ac:spMkLst>
        </pc:spChg>
        <pc:spChg chg="del mod">
          <ac:chgData name="Fainstad, Brandon" userId="aac92477-536e-4d21-9f70-fa5cd941f380" providerId="ADAL" clId="{DA57003D-D502-467B-AF23-3E67482ADAB0}" dt="2021-09-14T19:23:34.452" v="158" actId="478"/>
          <ac:spMkLst>
            <pc:docMk/>
            <pc:sldMk cId="1141970254" sldId="414"/>
            <ac:spMk id="169" creationId="{09CF3FC6-868C-42C7-828B-530D204AE2D9}"/>
          </ac:spMkLst>
        </pc:spChg>
        <pc:grpChg chg="add mod">
          <ac:chgData name="Fainstad, Brandon" userId="aac92477-536e-4d21-9f70-fa5cd941f380" providerId="ADAL" clId="{DA57003D-D502-467B-AF23-3E67482ADAB0}" dt="2021-09-14T19:25:52.886" v="184" actId="164"/>
          <ac:grpSpMkLst>
            <pc:docMk/>
            <pc:sldMk cId="1141970254" sldId="414"/>
            <ac:grpSpMk id="5" creationId="{1C49E955-7A12-4C4E-9C8F-203C5CCD03E2}"/>
          </ac:grpSpMkLst>
        </pc:grpChg>
        <pc:grpChg chg="del">
          <ac:chgData name="Fainstad, Brandon" userId="aac92477-536e-4d21-9f70-fa5cd941f380" providerId="ADAL" clId="{DA57003D-D502-467B-AF23-3E67482ADAB0}" dt="2021-09-14T19:23:08.912" v="151" actId="478"/>
          <ac:grpSpMkLst>
            <pc:docMk/>
            <pc:sldMk cId="1141970254" sldId="414"/>
            <ac:grpSpMk id="149" creationId="{C0507FF5-4C2C-42E5-8F4D-FB8ED057EF63}"/>
          </ac:grpSpMkLst>
        </pc:grpChg>
        <pc:grpChg chg="del">
          <ac:chgData name="Fainstad, Brandon" userId="aac92477-536e-4d21-9f70-fa5cd941f380" providerId="ADAL" clId="{DA57003D-D502-467B-AF23-3E67482ADAB0}" dt="2021-09-14T19:23:11.638" v="152" actId="478"/>
          <ac:grpSpMkLst>
            <pc:docMk/>
            <pc:sldMk cId="1141970254" sldId="414"/>
            <ac:grpSpMk id="164" creationId="{D509B928-44AB-4C27-8EB4-B15A04500D66}"/>
          </ac:grpSpMkLst>
        </pc:grpChg>
        <pc:picChg chg="add del mod">
          <ac:chgData name="Fainstad, Brandon" userId="aac92477-536e-4d21-9f70-fa5cd941f380" providerId="ADAL" clId="{DA57003D-D502-467B-AF23-3E67482ADAB0}" dt="2021-09-14T19:24:02.340" v="164"/>
          <ac:picMkLst>
            <pc:docMk/>
            <pc:sldMk cId="1141970254" sldId="414"/>
            <ac:picMk id="53" creationId="{5DEBCB0C-8195-4598-B25D-313E646EB47C}"/>
          </ac:picMkLst>
        </pc:picChg>
        <pc:picChg chg="add del mod">
          <ac:chgData name="Fainstad, Brandon" userId="aac92477-536e-4d21-9f70-fa5cd941f380" providerId="ADAL" clId="{DA57003D-D502-467B-AF23-3E67482ADAB0}" dt="2021-09-14T19:24:12.794" v="166" actId="478"/>
          <ac:picMkLst>
            <pc:docMk/>
            <pc:sldMk cId="1141970254" sldId="414"/>
            <ac:picMk id="55" creationId="{388E385C-7235-4562-8154-B155D7A5E23C}"/>
          </ac:picMkLst>
        </pc:picChg>
        <pc:picChg chg="add del mod">
          <ac:chgData name="Fainstad, Brandon" userId="aac92477-536e-4d21-9f70-fa5cd941f380" providerId="ADAL" clId="{DA57003D-D502-467B-AF23-3E67482ADAB0}" dt="2021-09-14T19:27:11.135" v="196"/>
          <ac:picMkLst>
            <pc:docMk/>
            <pc:sldMk cId="1141970254" sldId="414"/>
            <ac:picMk id="62" creationId="{DCD93C72-9995-464B-86B1-85FAFB8137B9}"/>
          </ac:picMkLst>
        </pc:picChg>
        <pc:cxnChg chg="mod">
          <ac:chgData name="Fainstad, Brandon" userId="aac92477-536e-4d21-9f70-fa5cd941f380" providerId="ADAL" clId="{DA57003D-D502-467B-AF23-3E67482ADAB0}" dt="2021-09-14T19:29:04.651" v="243" actId="14100"/>
          <ac:cxnSpMkLst>
            <pc:docMk/>
            <pc:sldMk cId="1141970254" sldId="414"/>
            <ac:cxnSpMk id="4" creationId="{921A1B24-0A3D-4BDC-90A7-EA7355E5C648}"/>
          </ac:cxnSpMkLst>
        </pc:cxnChg>
        <pc:cxnChg chg="add mod">
          <ac:chgData name="Fainstad, Brandon" userId="aac92477-536e-4d21-9f70-fa5cd941f380" providerId="ADAL" clId="{DA57003D-D502-467B-AF23-3E67482ADAB0}" dt="2021-09-14T19:28:40.562" v="232" actId="208"/>
          <ac:cxnSpMkLst>
            <pc:docMk/>
            <pc:sldMk cId="1141970254" sldId="414"/>
            <ac:cxnSpMk id="81" creationId="{1D617E2E-87F7-4655-BD66-020F5E0288DF}"/>
          </ac:cxnSpMkLst>
        </pc:cxnChg>
      </pc:sldChg>
    </pc:docChg>
  </pc:docChgLst>
  <pc:docChgLst>
    <pc:chgData name="Fainstad, Brandon" userId="aac92477-536e-4d21-9f70-fa5cd941f380" providerId="ADAL" clId="{522CD1A8-5C47-4352-BCD4-C82B6D0F7613}"/>
    <pc:docChg chg="undo custSel addSld delSld modSld">
      <pc:chgData name="Fainstad, Brandon" userId="aac92477-536e-4d21-9f70-fa5cd941f380" providerId="ADAL" clId="{522CD1A8-5C47-4352-BCD4-C82B6D0F7613}" dt="2021-08-26T19:28:01.609" v="254"/>
      <pc:docMkLst>
        <pc:docMk/>
      </pc:docMkLst>
      <pc:sldChg chg="modSp mod">
        <pc:chgData name="Fainstad, Brandon" userId="aac92477-536e-4d21-9f70-fa5cd941f380" providerId="ADAL" clId="{522CD1A8-5C47-4352-BCD4-C82B6D0F7613}" dt="2021-08-25T23:03:46.679" v="155" actId="1076"/>
        <pc:sldMkLst>
          <pc:docMk/>
          <pc:sldMk cId="776074251" sldId="368"/>
        </pc:sldMkLst>
        <pc:spChg chg="mod">
          <ac:chgData name="Fainstad, Brandon" userId="aac92477-536e-4d21-9f70-fa5cd941f380" providerId="ADAL" clId="{522CD1A8-5C47-4352-BCD4-C82B6D0F7613}" dt="2021-08-25T23:03:40.403" v="153" actId="552"/>
          <ac:spMkLst>
            <pc:docMk/>
            <pc:sldMk cId="776074251" sldId="368"/>
            <ac:spMk id="2" creationId="{48805F78-95B4-46CB-BEBF-C4358F90EF5D}"/>
          </ac:spMkLst>
        </pc:spChg>
        <pc:spChg chg="mod">
          <ac:chgData name="Fainstad, Brandon" userId="aac92477-536e-4d21-9f70-fa5cd941f380" providerId="ADAL" clId="{522CD1A8-5C47-4352-BCD4-C82B6D0F7613}" dt="2021-08-25T23:03:40.403" v="153" actId="552"/>
          <ac:spMkLst>
            <pc:docMk/>
            <pc:sldMk cId="776074251" sldId="368"/>
            <ac:spMk id="16" creationId="{6B311E47-5ECA-486F-9758-9AEA11400DA1}"/>
          </ac:spMkLst>
        </pc:spChg>
        <pc:spChg chg="mod">
          <ac:chgData name="Fainstad, Brandon" userId="aac92477-536e-4d21-9f70-fa5cd941f380" providerId="ADAL" clId="{522CD1A8-5C47-4352-BCD4-C82B6D0F7613}" dt="2021-08-25T23:03:40.403" v="153" actId="552"/>
          <ac:spMkLst>
            <pc:docMk/>
            <pc:sldMk cId="776074251" sldId="368"/>
            <ac:spMk id="21" creationId="{0CF88A86-7EEC-40BE-B5C0-F090C5FB2EE7}"/>
          </ac:spMkLst>
        </pc:spChg>
        <pc:picChg chg="mod">
          <ac:chgData name="Fainstad, Brandon" userId="aac92477-536e-4d21-9f70-fa5cd941f380" providerId="ADAL" clId="{522CD1A8-5C47-4352-BCD4-C82B6D0F7613}" dt="2021-08-25T23:03:46.679" v="155" actId="1076"/>
          <ac:picMkLst>
            <pc:docMk/>
            <pc:sldMk cId="776074251" sldId="368"/>
            <ac:picMk id="6" creationId="{F225BFC2-9DD6-4E0D-8FE9-CFBCB439181E}"/>
          </ac:picMkLst>
        </pc:picChg>
        <pc:picChg chg="mod">
          <ac:chgData name="Fainstad, Brandon" userId="aac92477-536e-4d21-9f70-fa5cd941f380" providerId="ADAL" clId="{522CD1A8-5C47-4352-BCD4-C82B6D0F7613}" dt="2021-08-25T23:03:44.105" v="154" actId="1076"/>
          <ac:picMkLst>
            <pc:docMk/>
            <pc:sldMk cId="776074251" sldId="368"/>
            <ac:picMk id="22" creationId="{04589D50-29A6-487E-8CF1-627457338E86}"/>
          </ac:picMkLst>
        </pc:picChg>
      </pc:sldChg>
      <pc:sldChg chg="addSp delSp modSp mod">
        <pc:chgData name="Fainstad, Brandon" userId="aac92477-536e-4d21-9f70-fa5cd941f380" providerId="ADAL" clId="{522CD1A8-5C47-4352-BCD4-C82B6D0F7613}" dt="2021-08-26T19:25:42.292" v="225" actId="14100"/>
        <pc:sldMkLst>
          <pc:docMk/>
          <pc:sldMk cId="622640154" sldId="374"/>
        </pc:sldMkLst>
        <pc:spChg chg="mod">
          <ac:chgData name="Fainstad, Brandon" userId="aac92477-536e-4d21-9f70-fa5cd941f380" providerId="ADAL" clId="{522CD1A8-5C47-4352-BCD4-C82B6D0F7613}" dt="2021-07-08T04:36:17.317" v="4" actId="207"/>
          <ac:spMkLst>
            <pc:docMk/>
            <pc:sldMk cId="622640154" sldId="374"/>
            <ac:spMk id="23" creationId="{B54F26E8-BFE7-43AB-9C96-695BD3693585}"/>
          </ac:spMkLst>
        </pc:spChg>
        <pc:spChg chg="add mod">
          <ac:chgData name="Fainstad, Brandon" userId="aac92477-536e-4d21-9f70-fa5cd941f380" providerId="ADAL" clId="{522CD1A8-5C47-4352-BCD4-C82B6D0F7613}" dt="2021-07-08T04:36:06.048" v="2"/>
          <ac:spMkLst>
            <pc:docMk/>
            <pc:sldMk cId="622640154" sldId="374"/>
            <ac:spMk id="25" creationId="{651230BD-33B6-469A-B284-B621161C527B}"/>
          </ac:spMkLst>
        </pc:spChg>
        <pc:spChg chg="mod">
          <ac:chgData name="Fainstad, Brandon" userId="aac92477-536e-4d21-9f70-fa5cd941f380" providerId="ADAL" clId="{522CD1A8-5C47-4352-BCD4-C82B6D0F7613}" dt="2021-07-08T04:36:06.048" v="2"/>
          <ac:spMkLst>
            <pc:docMk/>
            <pc:sldMk cId="622640154" sldId="374"/>
            <ac:spMk id="28" creationId="{6B14DF9B-AC61-4152-8319-5377548D8A99}"/>
          </ac:spMkLst>
        </pc:spChg>
        <pc:spChg chg="mod">
          <ac:chgData name="Fainstad, Brandon" userId="aac92477-536e-4d21-9f70-fa5cd941f380" providerId="ADAL" clId="{522CD1A8-5C47-4352-BCD4-C82B6D0F7613}" dt="2021-07-08T04:36:06.048" v="2"/>
          <ac:spMkLst>
            <pc:docMk/>
            <pc:sldMk cId="622640154" sldId="374"/>
            <ac:spMk id="32" creationId="{750F37C2-A2BE-4F94-82DE-514D3313E429}"/>
          </ac:spMkLst>
        </pc:spChg>
        <pc:spChg chg="mod">
          <ac:chgData name="Fainstad, Brandon" userId="aac92477-536e-4d21-9f70-fa5cd941f380" providerId="ADAL" clId="{522CD1A8-5C47-4352-BCD4-C82B6D0F7613}" dt="2021-07-08T04:38:58.994" v="27" actId="207"/>
          <ac:spMkLst>
            <pc:docMk/>
            <pc:sldMk cId="622640154" sldId="374"/>
            <ac:spMk id="35" creationId="{8AD5827E-17C2-4114-A2BA-E0B83B5D00FA}"/>
          </ac:spMkLst>
        </pc:spChg>
        <pc:spChg chg="del">
          <ac:chgData name="Fainstad, Brandon" userId="aac92477-536e-4d21-9f70-fa5cd941f380" providerId="ADAL" clId="{522CD1A8-5C47-4352-BCD4-C82B6D0F7613}" dt="2021-07-08T04:36:05.625" v="1" actId="478"/>
          <ac:spMkLst>
            <pc:docMk/>
            <pc:sldMk cId="622640154" sldId="374"/>
            <ac:spMk id="101" creationId="{4CF6F08F-227A-4E39-82C0-146B0BB3C419}"/>
          </ac:spMkLst>
        </pc:spChg>
        <pc:grpChg chg="del">
          <ac:chgData name="Fainstad, Brandon" userId="aac92477-536e-4d21-9f70-fa5cd941f380" providerId="ADAL" clId="{522CD1A8-5C47-4352-BCD4-C82B6D0F7613}" dt="2021-07-08T04:36:05.625" v="1" actId="478"/>
          <ac:grpSpMkLst>
            <pc:docMk/>
            <pc:sldMk cId="622640154" sldId="374"/>
            <ac:grpSpMk id="18" creationId="{7747912E-A8C3-40E2-BB7E-37DBCC1C6BA9}"/>
          </ac:grpSpMkLst>
        </pc:grpChg>
        <pc:grpChg chg="add mod">
          <ac:chgData name="Fainstad, Brandon" userId="aac92477-536e-4d21-9f70-fa5cd941f380" providerId="ADAL" clId="{522CD1A8-5C47-4352-BCD4-C82B6D0F7613}" dt="2021-07-08T04:36:06.048" v="2"/>
          <ac:grpSpMkLst>
            <pc:docMk/>
            <pc:sldMk cId="622640154" sldId="374"/>
            <ac:grpSpMk id="22" creationId="{AB55D855-929B-4F0D-B323-F2804E94C487}"/>
          </ac:grpSpMkLst>
        </pc:grpChg>
        <pc:grpChg chg="add del mod">
          <ac:chgData name="Fainstad, Brandon" userId="aac92477-536e-4d21-9f70-fa5cd941f380" providerId="ADAL" clId="{522CD1A8-5C47-4352-BCD4-C82B6D0F7613}" dt="2021-08-26T19:25:27.708" v="222" actId="478"/>
          <ac:grpSpMkLst>
            <pc:docMk/>
            <pc:sldMk cId="622640154" sldId="374"/>
            <ac:grpSpMk id="27" creationId="{E9A231A2-B085-403D-A63E-AE5D580CECC5}"/>
          </ac:grpSpMkLst>
        </pc:grpChg>
        <pc:grpChg chg="add mod">
          <ac:chgData name="Fainstad, Brandon" userId="aac92477-536e-4d21-9f70-fa5cd941f380" providerId="ADAL" clId="{522CD1A8-5C47-4352-BCD4-C82B6D0F7613}" dt="2021-07-08T04:38:08.858" v="17" actId="1076"/>
          <ac:grpSpMkLst>
            <pc:docMk/>
            <pc:sldMk cId="622640154" sldId="374"/>
            <ac:grpSpMk id="31" creationId="{E9C76A76-ED7B-46E5-9B20-367F8DFD766C}"/>
          </ac:grpSpMkLst>
        </pc:grpChg>
        <pc:grpChg chg="add mod">
          <ac:chgData name="Fainstad, Brandon" userId="aac92477-536e-4d21-9f70-fa5cd941f380" providerId="ADAL" clId="{522CD1A8-5C47-4352-BCD4-C82B6D0F7613}" dt="2021-08-26T19:25:34.036" v="224" actId="1076"/>
          <ac:grpSpMkLst>
            <pc:docMk/>
            <pc:sldMk cId="622640154" sldId="374"/>
            <ac:grpSpMk id="34" creationId="{332F6CA8-E00B-42EA-86A2-CBA248AFED18}"/>
          </ac:grpSpMkLst>
        </pc:grpChg>
        <pc:grpChg chg="del">
          <ac:chgData name="Fainstad, Brandon" userId="aac92477-536e-4d21-9f70-fa5cd941f380" providerId="ADAL" clId="{522CD1A8-5C47-4352-BCD4-C82B6D0F7613}" dt="2021-07-08T04:36:05.625" v="1" actId="478"/>
          <ac:grpSpMkLst>
            <pc:docMk/>
            <pc:sldMk cId="622640154" sldId="374"/>
            <ac:grpSpMk id="92" creationId="{CD331F4D-9F39-4E70-985A-B951861C28E2}"/>
          </ac:grpSpMkLst>
        </pc:grpChg>
        <pc:grpChg chg="del">
          <ac:chgData name="Fainstad, Brandon" userId="aac92477-536e-4d21-9f70-fa5cd941f380" providerId="ADAL" clId="{522CD1A8-5C47-4352-BCD4-C82B6D0F7613}" dt="2021-07-08T04:36:05.625" v="1" actId="478"/>
          <ac:grpSpMkLst>
            <pc:docMk/>
            <pc:sldMk cId="622640154" sldId="374"/>
            <ac:grpSpMk id="95" creationId="{51DAA19A-5391-4AB1-B819-AA4902124A69}"/>
          </ac:grpSpMkLst>
        </pc:grpChg>
        <pc:picChg chg="add mod">
          <ac:chgData name="Fainstad, Brandon" userId="aac92477-536e-4d21-9f70-fa5cd941f380" providerId="ADAL" clId="{522CD1A8-5C47-4352-BCD4-C82B6D0F7613}" dt="2021-07-08T04:36:06.048" v="2"/>
          <ac:picMkLst>
            <pc:docMk/>
            <pc:sldMk cId="622640154" sldId="374"/>
            <ac:picMk id="17" creationId="{C8CC3598-D6C0-4E09-BE7B-CC1E3B7E222B}"/>
          </ac:picMkLst>
        </pc:picChg>
        <pc:picChg chg="mod">
          <ac:chgData name="Fainstad, Brandon" userId="aac92477-536e-4d21-9f70-fa5cd941f380" providerId="ADAL" clId="{522CD1A8-5C47-4352-BCD4-C82B6D0F7613}" dt="2021-07-08T04:36:06.048" v="2"/>
          <ac:picMkLst>
            <pc:docMk/>
            <pc:sldMk cId="622640154" sldId="374"/>
            <ac:picMk id="24" creationId="{A96C56BD-A367-4508-B7E1-9D385BFD952A}"/>
          </ac:picMkLst>
        </pc:picChg>
        <pc:picChg chg="add mod">
          <ac:chgData name="Fainstad, Brandon" userId="aac92477-536e-4d21-9f70-fa5cd941f380" providerId="ADAL" clId="{522CD1A8-5C47-4352-BCD4-C82B6D0F7613}" dt="2021-07-08T04:36:06.048" v="2"/>
          <ac:picMkLst>
            <pc:docMk/>
            <pc:sldMk cId="622640154" sldId="374"/>
            <ac:picMk id="26" creationId="{C7792C42-0B75-44AB-87C8-BF6885B91A6E}"/>
          </ac:picMkLst>
        </pc:picChg>
        <pc:picChg chg="mod">
          <ac:chgData name="Fainstad, Brandon" userId="aac92477-536e-4d21-9f70-fa5cd941f380" providerId="ADAL" clId="{522CD1A8-5C47-4352-BCD4-C82B6D0F7613}" dt="2021-07-08T04:36:06.048" v="2"/>
          <ac:picMkLst>
            <pc:docMk/>
            <pc:sldMk cId="622640154" sldId="374"/>
            <ac:picMk id="29" creationId="{898C4D0D-C7EA-402B-909E-9A87BFE419F5}"/>
          </ac:picMkLst>
        </pc:picChg>
        <pc:picChg chg="mod">
          <ac:chgData name="Fainstad, Brandon" userId="aac92477-536e-4d21-9f70-fa5cd941f380" providerId="ADAL" clId="{522CD1A8-5C47-4352-BCD4-C82B6D0F7613}" dt="2021-07-08T04:36:06.048" v="2"/>
          <ac:picMkLst>
            <pc:docMk/>
            <pc:sldMk cId="622640154" sldId="374"/>
            <ac:picMk id="33" creationId="{28EF2F85-FF7C-44BC-B2CC-63A3BAA6000D}"/>
          </ac:picMkLst>
        </pc:picChg>
        <pc:picChg chg="mod">
          <ac:chgData name="Fainstad, Brandon" userId="aac92477-536e-4d21-9f70-fa5cd941f380" providerId="ADAL" clId="{522CD1A8-5C47-4352-BCD4-C82B6D0F7613}" dt="2021-07-08T04:38:35.174" v="24" actId="1076"/>
          <ac:picMkLst>
            <pc:docMk/>
            <pc:sldMk cId="622640154" sldId="374"/>
            <ac:picMk id="36" creationId="{78E6A426-ED86-455C-94CC-AB0A5F923350}"/>
          </ac:picMkLst>
        </pc:picChg>
        <pc:picChg chg="del">
          <ac:chgData name="Fainstad, Brandon" userId="aac92477-536e-4d21-9f70-fa5cd941f380" providerId="ADAL" clId="{522CD1A8-5C47-4352-BCD4-C82B6D0F7613}" dt="2021-07-08T04:36:05.625" v="1" actId="478"/>
          <ac:picMkLst>
            <pc:docMk/>
            <pc:sldMk cId="622640154" sldId="374"/>
            <ac:picMk id="91" creationId="{6864AE9A-2C47-4670-9E46-15E16FB56726}"/>
          </ac:picMkLst>
        </pc:picChg>
        <pc:picChg chg="del">
          <ac:chgData name="Fainstad, Brandon" userId="aac92477-536e-4d21-9f70-fa5cd941f380" providerId="ADAL" clId="{522CD1A8-5C47-4352-BCD4-C82B6D0F7613}" dt="2021-07-08T04:36:05.625" v="1" actId="478"/>
          <ac:picMkLst>
            <pc:docMk/>
            <pc:sldMk cId="622640154" sldId="374"/>
            <ac:picMk id="102" creationId="{82738321-2D66-45BD-BD8C-B51EDB9AFC65}"/>
          </ac:picMkLst>
        </pc:picChg>
        <pc:cxnChg chg="add del mod">
          <ac:chgData name="Fainstad, Brandon" userId="aac92477-536e-4d21-9f70-fa5cd941f380" providerId="ADAL" clId="{522CD1A8-5C47-4352-BCD4-C82B6D0F7613}" dt="2021-08-26T19:25:30.077" v="223" actId="478"/>
          <ac:cxnSpMkLst>
            <pc:docMk/>
            <pc:sldMk cId="622640154" sldId="374"/>
            <ac:cxnSpMk id="30" creationId="{239A5218-9D87-40A9-8FB1-6E0F5E15DE82}"/>
          </ac:cxnSpMkLst>
        </pc:cxnChg>
        <pc:cxnChg chg="add mod">
          <ac:chgData name="Fainstad, Brandon" userId="aac92477-536e-4d21-9f70-fa5cd941f380" providerId="ADAL" clId="{522CD1A8-5C47-4352-BCD4-C82B6D0F7613}" dt="2021-08-26T19:25:42.292" v="225" actId="14100"/>
          <ac:cxnSpMkLst>
            <pc:docMk/>
            <pc:sldMk cId="622640154" sldId="374"/>
            <ac:cxnSpMk id="37" creationId="{8B87FBCD-A0E7-4265-970D-D11509FAE6FC}"/>
          </ac:cxnSpMkLst>
        </pc:cxnChg>
      </pc:sldChg>
      <pc:sldChg chg="addSp delSp modSp del mod">
        <pc:chgData name="Fainstad, Brandon" userId="aac92477-536e-4d21-9f70-fa5cd941f380" providerId="ADAL" clId="{522CD1A8-5C47-4352-BCD4-C82B6D0F7613}" dt="2021-08-26T19:25:49.718" v="226" actId="47"/>
        <pc:sldMkLst>
          <pc:docMk/>
          <pc:sldMk cId="1261100283" sldId="382"/>
        </pc:sldMkLst>
        <pc:spChg chg="mod">
          <ac:chgData name="Fainstad, Brandon" userId="aac92477-536e-4d21-9f70-fa5cd941f380" providerId="ADAL" clId="{522CD1A8-5C47-4352-BCD4-C82B6D0F7613}" dt="2021-07-08T04:37:13.612" v="14"/>
          <ac:spMkLst>
            <pc:docMk/>
            <pc:sldMk cId="1261100283" sldId="382"/>
            <ac:spMk id="40" creationId="{0963E268-064A-4990-8A54-12A1BADF7AB9}"/>
          </ac:spMkLst>
        </pc:spChg>
        <pc:spChg chg="add del mod">
          <ac:chgData name="Fainstad, Brandon" userId="aac92477-536e-4d21-9f70-fa5cd941f380" providerId="ADAL" clId="{522CD1A8-5C47-4352-BCD4-C82B6D0F7613}" dt="2021-07-08T04:39:31.994" v="32" actId="478"/>
          <ac:spMkLst>
            <pc:docMk/>
            <pc:sldMk cId="1261100283" sldId="382"/>
            <ac:spMk id="42" creationId="{DF0A1E6F-B89A-472A-88E4-E6AE7E2EBB6F}"/>
          </ac:spMkLst>
        </pc:spChg>
        <pc:spChg chg="mod">
          <ac:chgData name="Fainstad, Brandon" userId="aac92477-536e-4d21-9f70-fa5cd941f380" providerId="ADAL" clId="{522CD1A8-5C47-4352-BCD4-C82B6D0F7613}" dt="2021-07-08T04:37:13.612" v="14"/>
          <ac:spMkLst>
            <pc:docMk/>
            <pc:sldMk cId="1261100283" sldId="382"/>
            <ac:spMk id="51" creationId="{19263F2E-9C1E-423A-BEA4-BCDA42E49610}"/>
          </ac:spMkLst>
        </pc:spChg>
        <pc:spChg chg="mod">
          <ac:chgData name="Fainstad, Brandon" userId="aac92477-536e-4d21-9f70-fa5cd941f380" providerId="ADAL" clId="{522CD1A8-5C47-4352-BCD4-C82B6D0F7613}" dt="2021-07-08T04:37:13.612" v="14"/>
          <ac:spMkLst>
            <pc:docMk/>
            <pc:sldMk cId="1261100283" sldId="382"/>
            <ac:spMk id="58" creationId="{F2CA1E39-9630-4930-AC6A-7BAE59818B4E}"/>
          </ac:spMkLst>
        </pc:spChg>
        <pc:spChg chg="mod">
          <ac:chgData name="Fainstad, Brandon" userId="aac92477-536e-4d21-9f70-fa5cd941f380" providerId="ADAL" clId="{522CD1A8-5C47-4352-BCD4-C82B6D0F7613}" dt="2021-07-08T04:39:32.388" v="33"/>
          <ac:spMkLst>
            <pc:docMk/>
            <pc:sldMk cId="1261100283" sldId="382"/>
            <ac:spMk id="62" creationId="{E5A6B980-0AAD-44A1-A44C-02139671CEAE}"/>
          </ac:spMkLst>
        </pc:spChg>
        <pc:spChg chg="add mod">
          <ac:chgData name="Fainstad, Brandon" userId="aac92477-536e-4d21-9f70-fa5cd941f380" providerId="ADAL" clId="{522CD1A8-5C47-4352-BCD4-C82B6D0F7613}" dt="2021-07-08T04:39:32.388" v="33"/>
          <ac:spMkLst>
            <pc:docMk/>
            <pc:sldMk cId="1261100283" sldId="382"/>
            <ac:spMk id="64" creationId="{2EF6F80F-F2D3-43D8-B4A9-1AF00F5EA59E}"/>
          </ac:spMkLst>
        </pc:spChg>
        <pc:spChg chg="mod">
          <ac:chgData name="Fainstad, Brandon" userId="aac92477-536e-4d21-9f70-fa5cd941f380" providerId="ADAL" clId="{522CD1A8-5C47-4352-BCD4-C82B6D0F7613}" dt="2021-07-08T04:39:39.954" v="34" actId="207"/>
          <ac:spMkLst>
            <pc:docMk/>
            <pc:sldMk cId="1261100283" sldId="382"/>
            <ac:spMk id="67" creationId="{DE22FE2C-06AF-49AC-9D17-F7523B4F57E8}"/>
          </ac:spMkLst>
        </pc:spChg>
        <pc:spChg chg="mod">
          <ac:chgData name="Fainstad, Brandon" userId="aac92477-536e-4d21-9f70-fa5cd941f380" providerId="ADAL" clId="{522CD1A8-5C47-4352-BCD4-C82B6D0F7613}" dt="2021-07-08T04:39:32.388" v="33"/>
          <ac:spMkLst>
            <pc:docMk/>
            <pc:sldMk cId="1261100283" sldId="382"/>
            <ac:spMk id="71" creationId="{38061BCE-4C1D-473F-91BD-D2317F56F8B8}"/>
          </ac:spMkLst>
        </pc:spChg>
        <pc:spChg chg="mod">
          <ac:chgData name="Fainstad, Brandon" userId="aac92477-536e-4d21-9f70-fa5cd941f380" providerId="ADAL" clId="{522CD1A8-5C47-4352-BCD4-C82B6D0F7613}" dt="2021-07-08T04:39:32.388" v="33"/>
          <ac:spMkLst>
            <pc:docMk/>
            <pc:sldMk cId="1261100283" sldId="382"/>
            <ac:spMk id="74" creationId="{CFBB62B0-0ECE-4CC3-8C9F-D012F0367F65}"/>
          </ac:spMkLst>
        </pc:spChg>
        <pc:spChg chg="del">
          <ac:chgData name="Fainstad, Brandon" userId="aac92477-536e-4d21-9f70-fa5cd941f380" providerId="ADAL" clId="{522CD1A8-5C47-4352-BCD4-C82B6D0F7613}" dt="2021-07-08T04:37:12.916" v="13" actId="478"/>
          <ac:spMkLst>
            <pc:docMk/>
            <pc:sldMk cId="1261100283" sldId="382"/>
            <ac:spMk id="101" creationId="{CE7FC511-254B-4349-8DB6-C6FE12307707}"/>
          </ac:spMkLst>
        </pc:spChg>
        <pc:grpChg chg="del">
          <ac:chgData name="Fainstad, Brandon" userId="aac92477-536e-4d21-9f70-fa5cd941f380" providerId="ADAL" clId="{522CD1A8-5C47-4352-BCD4-C82B6D0F7613}" dt="2021-07-08T04:37:12.916" v="13" actId="478"/>
          <ac:grpSpMkLst>
            <pc:docMk/>
            <pc:sldMk cId="1261100283" sldId="382"/>
            <ac:grpSpMk id="34" creationId="{4FB636A5-2070-4017-84BB-4F764160B8A6}"/>
          </ac:grpSpMkLst>
        </pc:grpChg>
        <pc:grpChg chg="add del mod">
          <ac:chgData name="Fainstad, Brandon" userId="aac92477-536e-4d21-9f70-fa5cd941f380" providerId="ADAL" clId="{522CD1A8-5C47-4352-BCD4-C82B6D0F7613}" dt="2021-07-08T04:39:31.994" v="32" actId="478"/>
          <ac:grpSpMkLst>
            <pc:docMk/>
            <pc:sldMk cId="1261100283" sldId="382"/>
            <ac:grpSpMk id="38" creationId="{F0D66B97-5586-45D0-B9E4-297C971E2BED}"/>
          </ac:grpSpMkLst>
        </pc:grpChg>
        <pc:grpChg chg="add del mod">
          <ac:chgData name="Fainstad, Brandon" userId="aac92477-536e-4d21-9f70-fa5cd941f380" providerId="ADAL" clId="{522CD1A8-5C47-4352-BCD4-C82B6D0F7613}" dt="2021-07-08T04:39:31.994" v="32" actId="478"/>
          <ac:grpSpMkLst>
            <pc:docMk/>
            <pc:sldMk cId="1261100283" sldId="382"/>
            <ac:grpSpMk id="49" creationId="{44F1A016-8F85-440E-91C9-12938B34F02F}"/>
          </ac:grpSpMkLst>
        </pc:grpChg>
        <pc:grpChg chg="add del mod">
          <ac:chgData name="Fainstad, Brandon" userId="aac92477-536e-4d21-9f70-fa5cd941f380" providerId="ADAL" clId="{522CD1A8-5C47-4352-BCD4-C82B6D0F7613}" dt="2021-07-08T04:39:31.994" v="32" actId="478"/>
          <ac:grpSpMkLst>
            <pc:docMk/>
            <pc:sldMk cId="1261100283" sldId="382"/>
            <ac:grpSpMk id="57" creationId="{ABAAAE21-8CF2-4069-AE2B-41CB801A23D5}"/>
          </ac:grpSpMkLst>
        </pc:grpChg>
        <pc:grpChg chg="add mod">
          <ac:chgData name="Fainstad, Brandon" userId="aac92477-536e-4d21-9f70-fa5cd941f380" providerId="ADAL" clId="{522CD1A8-5C47-4352-BCD4-C82B6D0F7613}" dt="2021-07-08T04:39:32.388" v="33"/>
          <ac:grpSpMkLst>
            <pc:docMk/>
            <pc:sldMk cId="1261100283" sldId="382"/>
            <ac:grpSpMk id="61" creationId="{382A6431-7B4E-437E-8335-A1978A01429A}"/>
          </ac:grpSpMkLst>
        </pc:grpChg>
        <pc:grpChg chg="add mod">
          <ac:chgData name="Fainstad, Brandon" userId="aac92477-536e-4d21-9f70-fa5cd941f380" providerId="ADAL" clId="{522CD1A8-5C47-4352-BCD4-C82B6D0F7613}" dt="2021-07-08T04:39:32.388" v="33"/>
          <ac:grpSpMkLst>
            <pc:docMk/>
            <pc:sldMk cId="1261100283" sldId="382"/>
            <ac:grpSpMk id="66" creationId="{4778ABC0-FD54-4078-B2EC-82877BFC4F82}"/>
          </ac:grpSpMkLst>
        </pc:grpChg>
        <pc:grpChg chg="add mod">
          <ac:chgData name="Fainstad, Brandon" userId="aac92477-536e-4d21-9f70-fa5cd941f380" providerId="ADAL" clId="{522CD1A8-5C47-4352-BCD4-C82B6D0F7613}" dt="2021-07-08T04:39:32.388" v="33"/>
          <ac:grpSpMkLst>
            <pc:docMk/>
            <pc:sldMk cId="1261100283" sldId="382"/>
            <ac:grpSpMk id="70" creationId="{3ECEE3CC-68C6-4CA5-9D7F-1E6D37812F58}"/>
          </ac:grpSpMkLst>
        </pc:grpChg>
        <pc:grpChg chg="add mod">
          <ac:chgData name="Fainstad, Brandon" userId="aac92477-536e-4d21-9f70-fa5cd941f380" providerId="ADAL" clId="{522CD1A8-5C47-4352-BCD4-C82B6D0F7613}" dt="2021-07-08T04:39:32.388" v="33"/>
          <ac:grpSpMkLst>
            <pc:docMk/>
            <pc:sldMk cId="1261100283" sldId="382"/>
            <ac:grpSpMk id="73" creationId="{DA408870-F87F-485E-99CE-0286DA09519D}"/>
          </ac:grpSpMkLst>
        </pc:grpChg>
        <pc:grpChg chg="del">
          <ac:chgData name="Fainstad, Brandon" userId="aac92477-536e-4d21-9f70-fa5cd941f380" providerId="ADAL" clId="{522CD1A8-5C47-4352-BCD4-C82B6D0F7613}" dt="2021-07-08T04:37:12.916" v="13" actId="478"/>
          <ac:grpSpMkLst>
            <pc:docMk/>
            <pc:sldMk cId="1261100283" sldId="382"/>
            <ac:grpSpMk id="92" creationId="{182CA46A-0FEF-419B-A0CB-4D5824EA5706}"/>
          </ac:grpSpMkLst>
        </pc:grpChg>
        <pc:grpChg chg="del">
          <ac:chgData name="Fainstad, Brandon" userId="aac92477-536e-4d21-9f70-fa5cd941f380" providerId="ADAL" clId="{522CD1A8-5C47-4352-BCD4-C82B6D0F7613}" dt="2021-07-08T04:37:12.916" v="13" actId="478"/>
          <ac:grpSpMkLst>
            <pc:docMk/>
            <pc:sldMk cId="1261100283" sldId="382"/>
            <ac:grpSpMk id="95" creationId="{C153150B-945D-4414-BD74-39B386C0DEC7}"/>
          </ac:grpSpMkLst>
        </pc:grpChg>
        <pc:grpChg chg="del">
          <ac:chgData name="Fainstad, Brandon" userId="aac92477-536e-4d21-9f70-fa5cd941f380" providerId="ADAL" clId="{522CD1A8-5C47-4352-BCD4-C82B6D0F7613}" dt="2021-07-08T04:37:12.916" v="13" actId="478"/>
          <ac:grpSpMkLst>
            <pc:docMk/>
            <pc:sldMk cId="1261100283" sldId="382"/>
            <ac:grpSpMk id="103" creationId="{2836A1FE-1BEF-4741-A54F-8C0C1F901C9F}"/>
          </ac:grpSpMkLst>
        </pc:grpChg>
        <pc:picChg chg="add del mod">
          <ac:chgData name="Fainstad, Brandon" userId="aac92477-536e-4d21-9f70-fa5cd941f380" providerId="ADAL" clId="{522CD1A8-5C47-4352-BCD4-C82B6D0F7613}" dt="2021-07-08T04:39:31.994" v="32" actId="478"/>
          <ac:picMkLst>
            <pc:docMk/>
            <pc:sldMk cId="1261100283" sldId="382"/>
            <ac:picMk id="37" creationId="{3B8D2236-ED07-4CAB-A31B-6F3B129F33FC}"/>
          </ac:picMkLst>
        </pc:picChg>
        <pc:picChg chg="mod">
          <ac:chgData name="Fainstad, Brandon" userId="aac92477-536e-4d21-9f70-fa5cd941f380" providerId="ADAL" clId="{522CD1A8-5C47-4352-BCD4-C82B6D0F7613}" dt="2021-07-08T04:37:13.612" v="14"/>
          <ac:picMkLst>
            <pc:docMk/>
            <pc:sldMk cId="1261100283" sldId="382"/>
            <ac:picMk id="41" creationId="{06F45A8B-629D-4BF4-AC2C-A46ED168B132}"/>
          </ac:picMkLst>
        </pc:picChg>
        <pc:picChg chg="add del mod">
          <ac:chgData name="Fainstad, Brandon" userId="aac92477-536e-4d21-9f70-fa5cd941f380" providerId="ADAL" clId="{522CD1A8-5C47-4352-BCD4-C82B6D0F7613}" dt="2021-07-08T04:39:31.994" v="32" actId="478"/>
          <ac:picMkLst>
            <pc:docMk/>
            <pc:sldMk cId="1261100283" sldId="382"/>
            <ac:picMk id="45" creationId="{CCC9AA21-C202-4211-9940-B97C6F90EA94}"/>
          </ac:picMkLst>
        </pc:picChg>
        <pc:picChg chg="mod">
          <ac:chgData name="Fainstad, Brandon" userId="aac92477-536e-4d21-9f70-fa5cd941f380" providerId="ADAL" clId="{522CD1A8-5C47-4352-BCD4-C82B6D0F7613}" dt="2021-07-08T04:37:13.612" v="14"/>
          <ac:picMkLst>
            <pc:docMk/>
            <pc:sldMk cId="1261100283" sldId="382"/>
            <ac:picMk id="52" creationId="{7C7842C2-AF2D-4924-AAD9-98B17FA399A9}"/>
          </ac:picMkLst>
        </pc:picChg>
        <pc:picChg chg="mod">
          <ac:chgData name="Fainstad, Brandon" userId="aac92477-536e-4d21-9f70-fa5cd941f380" providerId="ADAL" clId="{522CD1A8-5C47-4352-BCD4-C82B6D0F7613}" dt="2021-07-08T04:37:13.612" v="14"/>
          <ac:picMkLst>
            <pc:docMk/>
            <pc:sldMk cId="1261100283" sldId="382"/>
            <ac:picMk id="59" creationId="{E7E572AA-A672-4461-828B-4BBCA56D5AB5}"/>
          </ac:picMkLst>
        </pc:picChg>
        <pc:picChg chg="add mod">
          <ac:chgData name="Fainstad, Brandon" userId="aac92477-536e-4d21-9f70-fa5cd941f380" providerId="ADAL" clId="{522CD1A8-5C47-4352-BCD4-C82B6D0F7613}" dt="2021-07-08T04:39:32.388" v="33"/>
          <ac:picMkLst>
            <pc:docMk/>
            <pc:sldMk cId="1261100283" sldId="382"/>
            <ac:picMk id="60" creationId="{A18A5410-BB7D-4623-A175-BEDD3E2FB74A}"/>
          </ac:picMkLst>
        </pc:picChg>
        <pc:picChg chg="mod">
          <ac:chgData name="Fainstad, Brandon" userId="aac92477-536e-4d21-9f70-fa5cd941f380" providerId="ADAL" clId="{522CD1A8-5C47-4352-BCD4-C82B6D0F7613}" dt="2021-07-08T04:39:32.388" v="33"/>
          <ac:picMkLst>
            <pc:docMk/>
            <pc:sldMk cId="1261100283" sldId="382"/>
            <ac:picMk id="63" creationId="{56D808AE-CD1B-439E-A985-C110909AF1BD}"/>
          </ac:picMkLst>
        </pc:picChg>
        <pc:picChg chg="add mod">
          <ac:chgData name="Fainstad, Brandon" userId="aac92477-536e-4d21-9f70-fa5cd941f380" providerId="ADAL" clId="{522CD1A8-5C47-4352-BCD4-C82B6D0F7613}" dt="2021-07-08T04:39:32.388" v="33"/>
          <ac:picMkLst>
            <pc:docMk/>
            <pc:sldMk cId="1261100283" sldId="382"/>
            <ac:picMk id="65" creationId="{91A3A4CF-8E58-4BC1-B2B7-89C94D322EF8}"/>
          </ac:picMkLst>
        </pc:picChg>
        <pc:picChg chg="mod">
          <ac:chgData name="Fainstad, Brandon" userId="aac92477-536e-4d21-9f70-fa5cd941f380" providerId="ADAL" clId="{522CD1A8-5C47-4352-BCD4-C82B6D0F7613}" dt="2021-07-08T04:39:32.388" v="33"/>
          <ac:picMkLst>
            <pc:docMk/>
            <pc:sldMk cId="1261100283" sldId="382"/>
            <ac:picMk id="68" creationId="{5C0E4BD0-D815-46CA-AB41-7748CB534B82}"/>
          </ac:picMkLst>
        </pc:picChg>
        <pc:picChg chg="mod">
          <ac:chgData name="Fainstad, Brandon" userId="aac92477-536e-4d21-9f70-fa5cd941f380" providerId="ADAL" clId="{522CD1A8-5C47-4352-BCD4-C82B6D0F7613}" dt="2021-07-08T04:39:32.388" v="33"/>
          <ac:picMkLst>
            <pc:docMk/>
            <pc:sldMk cId="1261100283" sldId="382"/>
            <ac:picMk id="72" creationId="{83310B98-0968-44D4-9FBA-24A67A630066}"/>
          </ac:picMkLst>
        </pc:picChg>
        <pc:picChg chg="mod">
          <ac:chgData name="Fainstad, Brandon" userId="aac92477-536e-4d21-9f70-fa5cd941f380" providerId="ADAL" clId="{522CD1A8-5C47-4352-BCD4-C82B6D0F7613}" dt="2021-07-08T04:39:32.388" v="33"/>
          <ac:picMkLst>
            <pc:docMk/>
            <pc:sldMk cId="1261100283" sldId="382"/>
            <ac:picMk id="75" creationId="{C33351FE-352E-45BD-A98E-50F21BC39334}"/>
          </ac:picMkLst>
        </pc:picChg>
        <pc:picChg chg="del">
          <ac:chgData name="Fainstad, Brandon" userId="aac92477-536e-4d21-9f70-fa5cd941f380" providerId="ADAL" clId="{522CD1A8-5C47-4352-BCD4-C82B6D0F7613}" dt="2021-07-08T04:37:12.916" v="13" actId="478"/>
          <ac:picMkLst>
            <pc:docMk/>
            <pc:sldMk cId="1261100283" sldId="382"/>
            <ac:picMk id="91" creationId="{6D440BF4-E697-4477-B70E-E23BC39E37C8}"/>
          </ac:picMkLst>
        </pc:picChg>
        <pc:picChg chg="del">
          <ac:chgData name="Fainstad, Brandon" userId="aac92477-536e-4d21-9f70-fa5cd941f380" providerId="ADAL" clId="{522CD1A8-5C47-4352-BCD4-C82B6D0F7613}" dt="2021-07-08T04:37:12.916" v="13" actId="478"/>
          <ac:picMkLst>
            <pc:docMk/>
            <pc:sldMk cId="1261100283" sldId="382"/>
            <ac:picMk id="102" creationId="{2A0506F9-7CB3-4897-A234-40DB2E986198}"/>
          </ac:picMkLst>
        </pc:picChg>
        <pc:cxnChg chg="add del mod">
          <ac:chgData name="Fainstad, Brandon" userId="aac92477-536e-4d21-9f70-fa5cd941f380" providerId="ADAL" clId="{522CD1A8-5C47-4352-BCD4-C82B6D0F7613}" dt="2021-07-08T04:39:31.994" v="32" actId="478"/>
          <ac:cxnSpMkLst>
            <pc:docMk/>
            <pc:sldMk cId="1261100283" sldId="382"/>
            <ac:cxnSpMk id="56" creationId="{A6ECD98A-F801-4FBA-A552-1DD77CFCF73E}"/>
          </ac:cxnSpMkLst>
        </pc:cxnChg>
        <pc:cxnChg chg="add mod">
          <ac:chgData name="Fainstad, Brandon" userId="aac92477-536e-4d21-9f70-fa5cd941f380" providerId="ADAL" clId="{522CD1A8-5C47-4352-BCD4-C82B6D0F7613}" dt="2021-07-08T04:39:32.388" v="33"/>
          <ac:cxnSpMkLst>
            <pc:docMk/>
            <pc:sldMk cId="1261100283" sldId="382"/>
            <ac:cxnSpMk id="69" creationId="{333FA71B-32FF-4B7A-8217-3CEEF17880EB}"/>
          </ac:cxnSpMkLst>
        </pc:cxnChg>
        <pc:cxnChg chg="add mod">
          <ac:chgData name="Fainstad, Brandon" userId="aac92477-536e-4d21-9f70-fa5cd941f380" providerId="ADAL" clId="{522CD1A8-5C47-4352-BCD4-C82B6D0F7613}" dt="2021-07-08T04:39:32.388" v="33"/>
          <ac:cxnSpMkLst>
            <pc:docMk/>
            <pc:sldMk cId="1261100283" sldId="382"/>
            <ac:cxnSpMk id="76" creationId="{2A85A1A8-132A-43EE-8EBD-B704BB86C48B}"/>
          </ac:cxnSpMkLst>
        </pc:cxnChg>
        <pc:cxnChg chg="del mod">
          <ac:chgData name="Fainstad, Brandon" userId="aac92477-536e-4d21-9f70-fa5cd941f380" providerId="ADAL" clId="{522CD1A8-5C47-4352-BCD4-C82B6D0F7613}" dt="2021-07-08T04:37:12.916" v="13" actId="478"/>
          <ac:cxnSpMkLst>
            <pc:docMk/>
            <pc:sldMk cId="1261100283" sldId="382"/>
            <ac:cxnSpMk id="106" creationId="{3CAE2C1B-DBE0-46CE-9D0D-E725D6C0E0F1}"/>
          </ac:cxnSpMkLst>
        </pc:cxnChg>
      </pc:sldChg>
      <pc:sldChg chg="del">
        <pc:chgData name="Fainstad, Brandon" userId="aac92477-536e-4d21-9f70-fa5cd941f380" providerId="ADAL" clId="{522CD1A8-5C47-4352-BCD4-C82B6D0F7613}" dt="2021-07-08T04:35:51.184" v="0" actId="47"/>
        <pc:sldMkLst>
          <pc:docMk/>
          <pc:sldMk cId="812688899" sldId="392"/>
        </pc:sldMkLst>
      </pc:sldChg>
      <pc:sldChg chg="addSp delSp modSp mod">
        <pc:chgData name="Fainstad, Brandon" userId="aac92477-536e-4d21-9f70-fa5cd941f380" providerId="ADAL" clId="{522CD1A8-5C47-4352-BCD4-C82B6D0F7613}" dt="2021-08-26T19:26:43.786" v="234" actId="207"/>
        <pc:sldMkLst>
          <pc:docMk/>
          <pc:sldMk cId="2972588755" sldId="396"/>
        </pc:sldMkLst>
        <pc:spChg chg="mod">
          <ac:chgData name="Fainstad, Brandon" userId="aac92477-536e-4d21-9f70-fa5cd941f380" providerId="ADAL" clId="{522CD1A8-5C47-4352-BCD4-C82B6D0F7613}" dt="2021-08-26T19:26:38.849" v="233"/>
          <ac:spMkLst>
            <pc:docMk/>
            <pc:sldMk cId="2972588755" sldId="396"/>
            <ac:spMk id="43" creationId="{2B1B5A54-6F7F-4F33-A344-A75628F6B0D4}"/>
          </ac:spMkLst>
        </pc:spChg>
        <pc:spChg chg="mod">
          <ac:chgData name="Fainstad, Brandon" userId="aac92477-536e-4d21-9f70-fa5cd941f380" providerId="ADAL" clId="{522CD1A8-5C47-4352-BCD4-C82B6D0F7613}" dt="2021-07-08T04:37:31.491" v="16"/>
          <ac:spMkLst>
            <pc:docMk/>
            <pc:sldMk cId="2972588755" sldId="396"/>
            <ac:spMk id="46" creationId="{2CABA094-2B18-4233-B030-379804380147}"/>
          </ac:spMkLst>
        </pc:spChg>
        <pc:spChg chg="mod">
          <ac:chgData name="Fainstad, Brandon" userId="aac92477-536e-4d21-9f70-fa5cd941f380" providerId="ADAL" clId="{522CD1A8-5C47-4352-BCD4-C82B6D0F7613}" dt="2021-08-26T19:26:43.786" v="234" actId="207"/>
          <ac:spMkLst>
            <pc:docMk/>
            <pc:sldMk cId="2972588755" sldId="396"/>
            <ac:spMk id="46" creationId="{F9E32C65-6267-4D81-BBAE-8ECAD1ACAB3D}"/>
          </ac:spMkLst>
        </pc:spChg>
        <pc:spChg chg="add del mod">
          <ac:chgData name="Fainstad, Brandon" userId="aac92477-536e-4d21-9f70-fa5cd941f380" providerId="ADAL" clId="{522CD1A8-5C47-4352-BCD4-C82B6D0F7613}" dt="2021-07-08T04:39:44.824" v="35" actId="478"/>
          <ac:spMkLst>
            <pc:docMk/>
            <pc:sldMk cId="2972588755" sldId="396"/>
            <ac:spMk id="54" creationId="{B04F7664-4A97-4C0D-9268-58572602AABD}"/>
          </ac:spMkLst>
        </pc:spChg>
        <pc:spChg chg="mod">
          <ac:chgData name="Fainstad, Brandon" userId="aac92477-536e-4d21-9f70-fa5cd941f380" providerId="ADAL" clId="{522CD1A8-5C47-4352-BCD4-C82B6D0F7613}" dt="2021-07-08T04:37:31.491" v="16"/>
          <ac:spMkLst>
            <pc:docMk/>
            <pc:sldMk cId="2972588755" sldId="396"/>
            <ac:spMk id="60" creationId="{EA869F83-B31B-48A6-8019-20B033CE93C0}"/>
          </ac:spMkLst>
        </pc:spChg>
        <pc:spChg chg="mod">
          <ac:chgData name="Fainstad, Brandon" userId="aac92477-536e-4d21-9f70-fa5cd941f380" providerId="ADAL" clId="{522CD1A8-5C47-4352-BCD4-C82B6D0F7613}" dt="2021-07-08T04:37:31.491" v="16"/>
          <ac:spMkLst>
            <pc:docMk/>
            <pc:sldMk cId="2972588755" sldId="396"/>
            <ac:spMk id="66" creationId="{3AC52D15-5B43-47A2-B6D0-43B3F74A9CB2}"/>
          </ac:spMkLst>
        </pc:spChg>
        <pc:spChg chg="mod">
          <ac:chgData name="Fainstad, Brandon" userId="aac92477-536e-4d21-9f70-fa5cd941f380" providerId="ADAL" clId="{522CD1A8-5C47-4352-BCD4-C82B6D0F7613}" dt="2021-07-08T04:39:45.415" v="36"/>
          <ac:spMkLst>
            <pc:docMk/>
            <pc:sldMk cId="2972588755" sldId="396"/>
            <ac:spMk id="70" creationId="{300088AF-DC9D-4F21-B24C-F621B4AA7151}"/>
          </ac:spMkLst>
        </pc:spChg>
        <pc:spChg chg="add mod">
          <ac:chgData name="Fainstad, Brandon" userId="aac92477-536e-4d21-9f70-fa5cd941f380" providerId="ADAL" clId="{522CD1A8-5C47-4352-BCD4-C82B6D0F7613}" dt="2021-07-08T04:39:45.415" v="36"/>
          <ac:spMkLst>
            <pc:docMk/>
            <pc:sldMk cId="2972588755" sldId="396"/>
            <ac:spMk id="74" creationId="{9601726A-82C0-495F-A7C5-150E17439E7C}"/>
          </ac:spMkLst>
        </pc:spChg>
        <pc:spChg chg="mod">
          <ac:chgData name="Fainstad, Brandon" userId="aac92477-536e-4d21-9f70-fa5cd941f380" providerId="ADAL" clId="{522CD1A8-5C47-4352-BCD4-C82B6D0F7613}" dt="2021-07-08T04:39:45.415" v="36"/>
          <ac:spMkLst>
            <pc:docMk/>
            <pc:sldMk cId="2972588755" sldId="396"/>
            <ac:spMk id="87" creationId="{48CECF71-1ADD-4E5E-9325-CC7C2B45BD72}"/>
          </ac:spMkLst>
        </pc:spChg>
        <pc:spChg chg="del">
          <ac:chgData name="Fainstad, Brandon" userId="aac92477-536e-4d21-9f70-fa5cd941f380" providerId="ADAL" clId="{522CD1A8-5C47-4352-BCD4-C82B6D0F7613}" dt="2021-07-08T04:37:30.125" v="15" actId="478"/>
          <ac:spMkLst>
            <pc:docMk/>
            <pc:sldMk cId="2972588755" sldId="396"/>
            <ac:spMk id="91" creationId="{71E39D39-A82D-4580-93AA-F23D8A081BC4}"/>
          </ac:spMkLst>
        </pc:spChg>
        <pc:spChg chg="mod">
          <ac:chgData name="Fainstad, Brandon" userId="aac92477-536e-4d21-9f70-fa5cd941f380" providerId="ADAL" clId="{522CD1A8-5C47-4352-BCD4-C82B6D0F7613}" dt="2021-07-08T04:39:45.415" v="36"/>
          <ac:spMkLst>
            <pc:docMk/>
            <pc:sldMk cId="2972588755" sldId="396"/>
            <ac:spMk id="97" creationId="{71A742C6-987F-44CC-88E7-EDE0517EE0D6}"/>
          </ac:spMkLst>
        </pc:spChg>
        <pc:spChg chg="mod">
          <ac:chgData name="Fainstad, Brandon" userId="aac92477-536e-4d21-9f70-fa5cd941f380" providerId="ADAL" clId="{522CD1A8-5C47-4352-BCD4-C82B6D0F7613}" dt="2021-07-08T04:39:50.967" v="37" actId="207"/>
          <ac:spMkLst>
            <pc:docMk/>
            <pc:sldMk cId="2972588755" sldId="396"/>
            <ac:spMk id="101" creationId="{F8B861A7-8856-41F8-A909-747D889D68A1}"/>
          </ac:spMkLst>
        </pc:spChg>
        <pc:grpChg chg="del">
          <ac:chgData name="Fainstad, Brandon" userId="aac92477-536e-4d21-9f70-fa5cd941f380" providerId="ADAL" clId="{522CD1A8-5C47-4352-BCD4-C82B6D0F7613}" dt="2021-07-08T04:37:30.125" v="15" actId="478"/>
          <ac:grpSpMkLst>
            <pc:docMk/>
            <pc:sldMk cId="2972588755" sldId="396"/>
            <ac:grpSpMk id="40" creationId="{AEF90BE0-1872-4D52-AACB-399C2E162947}"/>
          </ac:grpSpMkLst>
        </pc:grpChg>
        <pc:grpChg chg="add mod">
          <ac:chgData name="Fainstad, Brandon" userId="aac92477-536e-4d21-9f70-fa5cd941f380" providerId="ADAL" clId="{522CD1A8-5C47-4352-BCD4-C82B6D0F7613}" dt="2021-08-26T19:26:38.849" v="233"/>
          <ac:grpSpMkLst>
            <pc:docMk/>
            <pc:sldMk cId="2972588755" sldId="396"/>
            <ac:grpSpMk id="41" creationId="{3E3D3949-3504-42BF-A7C2-CD21645AE0E1}"/>
          </ac:grpSpMkLst>
        </pc:grpChg>
        <pc:grpChg chg="add del mod">
          <ac:chgData name="Fainstad, Brandon" userId="aac92477-536e-4d21-9f70-fa5cd941f380" providerId="ADAL" clId="{522CD1A8-5C47-4352-BCD4-C82B6D0F7613}" dt="2021-07-08T04:39:44.824" v="35" actId="478"/>
          <ac:grpSpMkLst>
            <pc:docMk/>
            <pc:sldMk cId="2972588755" sldId="396"/>
            <ac:grpSpMk id="45" creationId="{B47B1077-A5B2-4331-B2E6-96E65A33C3C1}"/>
          </ac:grpSpMkLst>
        </pc:grpChg>
        <pc:grpChg chg="add mod">
          <ac:chgData name="Fainstad, Brandon" userId="aac92477-536e-4d21-9f70-fa5cd941f380" providerId="ADAL" clId="{522CD1A8-5C47-4352-BCD4-C82B6D0F7613}" dt="2021-08-26T19:26:38.849" v="233"/>
          <ac:grpSpMkLst>
            <pc:docMk/>
            <pc:sldMk cId="2972588755" sldId="396"/>
            <ac:grpSpMk id="45" creationId="{BFA8CBC9-E42E-4916-8DD7-8D000FC3340E}"/>
          </ac:grpSpMkLst>
        </pc:grpChg>
        <pc:grpChg chg="del">
          <ac:chgData name="Fainstad, Brandon" userId="aac92477-536e-4d21-9f70-fa5cd941f380" providerId="ADAL" clId="{522CD1A8-5C47-4352-BCD4-C82B6D0F7613}" dt="2021-07-08T04:37:30.125" v="15" actId="478"/>
          <ac:grpSpMkLst>
            <pc:docMk/>
            <pc:sldMk cId="2972588755" sldId="396"/>
            <ac:grpSpMk id="51" creationId="{A90144C4-5B01-4B0D-AE84-59D200FDEA72}"/>
          </ac:grpSpMkLst>
        </pc:grpChg>
        <pc:grpChg chg="add del mod">
          <ac:chgData name="Fainstad, Brandon" userId="aac92477-536e-4d21-9f70-fa5cd941f380" providerId="ADAL" clId="{522CD1A8-5C47-4352-BCD4-C82B6D0F7613}" dt="2021-07-08T04:39:44.824" v="35" actId="478"/>
          <ac:grpSpMkLst>
            <pc:docMk/>
            <pc:sldMk cId="2972588755" sldId="396"/>
            <ac:grpSpMk id="59" creationId="{0EE59B8E-60C8-4133-91D2-4358EB3B9BAF}"/>
          </ac:grpSpMkLst>
        </pc:grpChg>
        <pc:grpChg chg="del">
          <ac:chgData name="Fainstad, Brandon" userId="aac92477-536e-4d21-9f70-fa5cd941f380" providerId="ADAL" clId="{522CD1A8-5C47-4352-BCD4-C82B6D0F7613}" dt="2021-07-08T04:37:30.125" v="15" actId="478"/>
          <ac:grpSpMkLst>
            <pc:docMk/>
            <pc:sldMk cId="2972588755" sldId="396"/>
            <ac:grpSpMk id="62" creationId="{DA03D79F-C394-4BAC-B944-4C048CBA58FC}"/>
          </ac:grpSpMkLst>
        </pc:grpChg>
        <pc:grpChg chg="add del mod">
          <ac:chgData name="Fainstad, Brandon" userId="aac92477-536e-4d21-9f70-fa5cd941f380" providerId="ADAL" clId="{522CD1A8-5C47-4352-BCD4-C82B6D0F7613}" dt="2021-07-08T04:39:44.824" v="35" actId="478"/>
          <ac:grpSpMkLst>
            <pc:docMk/>
            <pc:sldMk cId="2972588755" sldId="396"/>
            <ac:grpSpMk id="65" creationId="{A38075CB-2A0B-4636-98DB-7B469F338905}"/>
          </ac:grpSpMkLst>
        </pc:grpChg>
        <pc:grpChg chg="add del mod">
          <ac:chgData name="Fainstad, Brandon" userId="aac92477-536e-4d21-9f70-fa5cd941f380" providerId="ADAL" clId="{522CD1A8-5C47-4352-BCD4-C82B6D0F7613}" dt="2021-08-26T19:26:38.120" v="232" actId="478"/>
          <ac:grpSpMkLst>
            <pc:docMk/>
            <pc:sldMk cId="2972588755" sldId="396"/>
            <ac:grpSpMk id="69" creationId="{F67DF72F-9B25-44C0-BE07-224009B21869}"/>
          </ac:grpSpMkLst>
        </pc:grpChg>
        <pc:grpChg chg="add del mod">
          <ac:chgData name="Fainstad, Brandon" userId="aac92477-536e-4d21-9f70-fa5cd941f380" providerId="ADAL" clId="{522CD1A8-5C47-4352-BCD4-C82B6D0F7613}" dt="2021-08-26T19:26:38.120" v="232" actId="478"/>
          <ac:grpSpMkLst>
            <pc:docMk/>
            <pc:sldMk cId="2972588755" sldId="396"/>
            <ac:grpSpMk id="86" creationId="{B8CADA92-B0B9-4100-AC01-9FE2A41C6AD7}"/>
          </ac:grpSpMkLst>
        </pc:grpChg>
        <pc:grpChg chg="add mod">
          <ac:chgData name="Fainstad, Brandon" userId="aac92477-536e-4d21-9f70-fa5cd941f380" providerId="ADAL" clId="{522CD1A8-5C47-4352-BCD4-C82B6D0F7613}" dt="2021-07-08T04:39:45.415" v="36"/>
          <ac:grpSpMkLst>
            <pc:docMk/>
            <pc:sldMk cId="2972588755" sldId="396"/>
            <ac:grpSpMk id="90" creationId="{73DBE2E0-F749-440F-BFC7-C5C509436964}"/>
          </ac:grpSpMkLst>
        </pc:grpChg>
        <pc:grpChg chg="del">
          <ac:chgData name="Fainstad, Brandon" userId="aac92477-536e-4d21-9f70-fa5cd941f380" providerId="ADAL" clId="{522CD1A8-5C47-4352-BCD4-C82B6D0F7613}" dt="2021-07-08T04:37:30.125" v="15" actId="478"/>
          <ac:grpSpMkLst>
            <pc:docMk/>
            <pc:sldMk cId="2972588755" sldId="396"/>
            <ac:grpSpMk id="94" creationId="{506A7BE6-2211-4C35-9086-A530B459FD63}"/>
          </ac:grpSpMkLst>
        </pc:grpChg>
        <pc:grpChg chg="add del mod">
          <ac:chgData name="Fainstad, Brandon" userId="aac92477-536e-4d21-9f70-fa5cd941f380" providerId="ADAL" clId="{522CD1A8-5C47-4352-BCD4-C82B6D0F7613}" dt="2021-08-26T19:26:38.120" v="232" actId="478"/>
          <ac:grpSpMkLst>
            <pc:docMk/>
            <pc:sldMk cId="2972588755" sldId="396"/>
            <ac:grpSpMk id="100" creationId="{D09D4046-9BFF-4436-9E62-BF0C0AD4CFA5}"/>
          </ac:grpSpMkLst>
        </pc:grpChg>
        <pc:picChg chg="add mod">
          <ac:chgData name="Fainstad, Brandon" userId="aac92477-536e-4d21-9f70-fa5cd941f380" providerId="ADAL" clId="{522CD1A8-5C47-4352-BCD4-C82B6D0F7613}" dt="2021-08-26T19:26:38.849" v="233"/>
          <ac:picMkLst>
            <pc:docMk/>
            <pc:sldMk cId="2972588755" sldId="396"/>
            <ac:picMk id="40" creationId="{FA547301-C3D1-4A25-9A6C-F6FB3253485C}"/>
          </ac:picMkLst>
        </pc:picChg>
        <pc:picChg chg="mod">
          <ac:chgData name="Fainstad, Brandon" userId="aac92477-536e-4d21-9f70-fa5cd941f380" providerId="ADAL" clId="{522CD1A8-5C47-4352-BCD4-C82B6D0F7613}" dt="2021-08-26T19:26:38.849" v="233"/>
          <ac:picMkLst>
            <pc:docMk/>
            <pc:sldMk cId="2972588755" sldId="396"/>
            <ac:picMk id="44" creationId="{1DEA43E9-1756-474B-8C36-252134807A19}"/>
          </ac:picMkLst>
        </pc:picChg>
        <pc:picChg chg="add del mod">
          <ac:chgData name="Fainstad, Brandon" userId="aac92477-536e-4d21-9f70-fa5cd941f380" providerId="ADAL" clId="{522CD1A8-5C47-4352-BCD4-C82B6D0F7613}" dt="2021-07-08T04:39:44.824" v="35" actId="478"/>
          <ac:picMkLst>
            <pc:docMk/>
            <pc:sldMk cId="2972588755" sldId="396"/>
            <ac:picMk id="44" creationId="{943CE6F6-DFCB-4F7E-808C-F5F6BD5B0AE9}"/>
          </ac:picMkLst>
        </pc:picChg>
        <pc:picChg chg="mod">
          <ac:chgData name="Fainstad, Brandon" userId="aac92477-536e-4d21-9f70-fa5cd941f380" providerId="ADAL" clId="{522CD1A8-5C47-4352-BCD4-C82B6D0F7613}" dt="2021-08-26T19:26:38.849" v="233"/>
          <ac:picMkLst>
            <pc:docMk/>
            <pc:sldMk cId="2972588755" sldId="396"/>
            <ac:picMk id="47" creationId="{A5415BC4-5DF6-4156-9479-7CA3D973C213}"/>
          </ac:picMkLst>
        </pc:picChg>
        <pc:picChg chg="mod">
          <ac:chgData name="Fainstad, Brandon" userId="aac92477-536e-4d21-9f70-fa5cd941f380" providerId="ADAL" clId="{522CD1A8-5C47-4352-BCD4-C82B6D0F7613}" dt="2021-07-08T04:37:31.491" v="16"/>
          <ac:picMkLst>
            <pc:docMk/>
            <pc:sldMk cId="2972588755" sldId="396"/>
            <ac:picMk id="47" creationId="{EF4C0C0E-EBB4-44BD-948D-478D25B788F6}"/>
          </ac:picMkLst>
        </pc:picChg>
        <pc:picChg chg="del">
          <ac:chgData name="Fainstad, Brandon" userId="aac92477-536e-4d21-9f70-fa5cd941f380" providerId="ADAL" clId="{522CD1A8-5C47-4352-BCD4-C82B6D0F7613}" dt="2021-07-08T04:37:30.125" v="15" actId="478"/>
          <ac:picMkLst>
            <pc:docMk/>
            <pc:sldMk cId="2972588755" sldId="396"/>
            <ac:picMk id="50" creationId="{91B31E31-6426-43C8-969B-1CAE186E182B}"/>
          </ac:picMkLst>
        </pc:picChg>
        <pc:picChg chg="add del mod">
          <ac:chgData name="Fainstad, Brandon" userId="aac92477-536e-4d21-9f70-fa5cd941f380" providerId="ADAL" clId="{522CD1A8-5C47-4352-BCD4-C82B6D0F7613}" dt="2021-07-08T04:39:44.824" v="35" actId="478"/>
          <ac:picMkLst>
            <pc:docMk/>
            <pc:sldMk cId="2972588755" sldId="396"/>
            <ac:picMk id="58" creationId="{AB988B01-66A1-4AC1-A3FC-1566F82127E1}"/>
          </ac:picMkLst>
        </pc:picChg>
        <pc:picChg chg="mod">
          <ac:chgData name="Fainstad, Brandon" userId="aac92477-536e-4d21-9f70-fa5cd941f380" providerId="ADAL" clId="{522CD1A8-5C47-4352-BCD4-C82B6D0F7613}" dt="2021-07-08T04:37:31.491" v="16"/>
          <ac:picMkLst>
            <pc:docMk/>
            <pc:sldMk cId="2972588755" sldId="396"/>
            <ac:picMk id="61" creationId="{C7A02F17-26B0-4CEC-9A2A-C45A5DADFA5F}"/>
          </ac:picMkLst>
        </pc:picChg>
        <pc:picChg chg="mod">
          <ac:chgData name="Fainstad, Brandon" userId="aac92477-536e-4d21-9f70-fa5cd941f380" providerId="ADAL" clId="{522CD1A8-5C47-4352-BCD4-C82B6D0F7613}" dt="2021-07-08T04:37:31.491" v="16"/>
          <ac:picMkLst>
            <pc:docMk/>
            <pc:sldMk cId="2972588755" sldId="396"/>
            <ac:picMk id="67" creationId="{339F63AC-A756-4BB9-8453-3A267D4C407B}"/>
          </ac:picMkLst>
        </pc:picChg>
        <pc:picChg chg="add del mod">
          <ac:chgData name="Fainstad, Brandon" userId="aac92477-536e-4d21-9f70-fa5cd941f380" providerId="ADAL" clId="{522CD1A8-5C47-4352-BCD4-C82B6D0F7613}" dt="2021-08-26T19:26:38.120" v="232" actId="478"/>
          <ac:picMkLst>
            <pc:docMk/>
            <pc:sldMk cId="2972588755" sldId="396"/>
            <ac:picMk id="68" creationId="{0066A836-9B19-493A-BB33-57F225E4CA3F}"/>
          </ac:picMkLst>
        </pc:picChg>
        <pc:picChg chg="mod">
          <ac:chgData name="Fainstad, Brandon" userId="aac92477-536e-4d21-9f70-fa5cd941f380" providerId="ADAL" clId="{522CD1A8-5C47-4352-BCD4-C82B6D0F7613}" dt="2021-07-08T04:39:45.415" v="36"/>
          <ac:picMkLst>
            <pc:docMk/>
            <pc:sldMk cId="2972588755" sldId="396"/>
            <ac:picMk id="72" creationId="{A8E716FB-F0EB-41CC-A86E-C992027ABCE1}"/>
          </ac:picMkLst>
        </pc:picChg>
        <pc:picChg chg="add mod">
          <ac:chgData name="Fainstad, Brandon" userId="aac92477-536e-4d21-9f70-fa5cd941f380" providerId="ADAL" clId="{522CD1A8-5C47-4352-BCD4-C82B6D0F7613}" dt="2021-07-08T04:39:45.415" v="36"/>
          <ac:picMkLst>
            <pc:docMk/>
            <pc:sldMk cId="2972588755" sldId="396"/>
            <ac:picMk id="85" creationId="{A9721D47-BB59-4BD4-9848-27A7CFEC1F00}"/>
          </ac:picMkLst>
        </pc:picChg>
        <pc:picChg chg="mod">
          <ac:chgData name="Fainstad, Brandon" userId="aac92477-536e-4d21-9f70-fa5cd941f380" providerId="ADAL" clId="{522CD1A8-5C47-4352-BCD4-C82B6D0F7613}" dt="2021-07-08T04:39:45.415" v="36"/>
          <ac:picMkLst>
            <pc:docMk/>
            <pc:sldMk cId="2972588755" sldId="396"/>
            <ac:picMk id="88" creationId="{003CB91E-A036-40E0-B4D8-6D30B0FBA79F}"/>
          </ac:picMkLst>
        </pc:picChg>
        <pc:picChg chg="del">
          <ac:chgData name="Fainstad, Brandon" userId="aac92477-536e-4d21-9f70-fa5cd941f380" providerId="ADAL" clId="{522CD1A8-5C47-4352-BCD4-C82B6D0F7613}" dt="2021-07-08T04:37:30.125" v="15" actId="478"/>
          <ac:picMkLst>
            <pc:docMk/>
            <pc:sldMk cId="2972588755" sldId="396"/>
            <ac:picMk id="92" creationId="{14DF62BA-23DD-4CA1-A054-C2AD5EA99C46}"/>
          </ac:picMkLst>
        </pc:picChg>
        <pc:picChg chg="mod">
          <ac:chgData name="Fainstad, Brandon" userId="aac92477-536e-4d21-9f70-fa5cd941f380" providerId="ADAL" clId="{522CD1A8-5C47-4352-BCD4-C82B6D0F7613}" dt="2021-07-08T04:39:45.415" v="36"/>
          <ac:picMkLst>
            <pc:docMk/>
            <pc:sldMk cId="2972588755" sldId="396"/>
            <ac:picMk id="99" creationId="{687ABA9A-3C90-4033-A344-5068FBEFBFA0}"/>
          </ac:picMkLst>
        </pc:picChg>
        <pc:picChg chg="mod">
          <ac:chgData name="Fainstad, Brandon" userId="aac92477-536e-4d21-9f70-fa5cd941f380" providerId="ADAL" clId="{522CD1A8-5C47-4352-BCD4-C82B6D0F7613}" dt="2021-07-08T04:39:45.415" v="36"/>
          <ac:picMkLst>
            <pc:docMk/>
            <pc:sldMk cId="2972588755" sldId="396"/>
            <ac:picMk id="102" creationId="{114D66B6-1571-4CC0-AFF3-D1180F73F3D5}"/>
          </ac:picMkLst>
        </pc:picChg>
        <pc:cxnChg chg="add mod">
          <ac:chgData name="Fainstad, Brandon" userId="aac92477-536e-4d21-9f70-fa5cd941f380" providerId="ADAL" clId="{522CD1A8-5C47-4352-BCD4-C82B6D0F7613}" dt="2021-08-26T19:26:38.849" v="233"/>
          <ac:cxnSpMkLst>
            <pc:docMk/>
            <pc:sldMk cId="2972588755" sldId="396"/>
            <ac:cxnSpMk id="50" creationId="{BAD5248A-BE4E-4B6E-B86F-3170234D91A0}"/>
          </ac:cxnSpMkLst>
        </pc:cxnChg>
        <pc:cxnChg chg="add del mod">
          <ac:chgData name="Fainstad, Brandon" userId="aac92477-536e-4d21-9f70-fa5cd941f380" providerId="ADAL" clId="{522CD1A8-5C47-4352-BCD4-C82B6D0F7613}" dt="2021-07-08T04:39:44.824" v="35" actId="478"/>
          <ac:cxnSpMkLst>
            <pc:docMk/>
            <pc:sldMk cId="2972588755" sldId="396"/>
            <ac:cxnSpMk id="64" creationId="{A0BBE9BC-6113-43D8-965D-B34D25B25ADC}"/>
          </ac:cxnSpMkLst>
        </pc:cxnChg>
        <pc:cxnChg chg="add del mod">
          <ac:chgData name="Fainstad, Brandon" userId="aac92477-536e-4d21-9f70-fa5cd941f380" providerId="ADAL" clId="{522CD1A8-5C47-4352-BCD4-C82B6D0F7613}" dt="2021-08-26T19:26:38.120" v="232" actId="478"/>
          <ac:cxnSpMkLst>
            <pc:docMk/>
            <pc:sldMk cId="2972588755" sldId="396"/>
            <ac:cxnSpMk id="89" creationId="{6F298B1F-DABF-429B-A888-23DCCCEE05BC}"/>
          </ac:cxnSpMkLst>
        </pc:cxnChg>
        <pc:cxnChg chg="del mod">
          <ac:chgData name="Fainstad, Brandon" userId="aac92477-536e-4d21-9f70-fa5cd941f380" providerId="ADAL" clId="{522CD1A8-5C47-4352-BCD4-C82B6D0F7613}" dt="2021-07-08T04:37:30.125" v="15" actId="478"/>
          <ac:cxnSpMkLst>
            <pc:docMk/>
            <pc:sldMk cId="2972588755" sldId="396"/>
            <ac:cxnSpMk id="98" creationId="{890C4158-9A68-4588-B366-D8F9EAA5DFAD}"/>
          </ac:cxnSpMkLst>
        </pc:cxnChg>
        <pc:cxnChg chg="add del mod">
          <ac:chgData name="Fainstad, Brandon" userId="aac92477-536e-4d21-9f70-fa5cd941f380" providerId="ADAL" clId="{522CD1A8-5C47-4352-BCD4-C82B6D0F7613}" dt="2021-08-26T19:26:38.120" v="232" actId="478"/>
          <ac:cxnSpMkLst>
            <pc:docMk/>
            <pc:sldMk cId="2972588755" sldId="396"/>
            <ac:cxnSpMk id="103" creationId="{32EAE679-2552-40C3-8F4C-B9BDC8174BF0}"/>
          </ac:cxnSpMkLst>
        </pc:cxnChg>
      </pc:sldChg>
      <pc:sldChg chg="addSp delSp modSp mod">
        <pc:chgData name="Fainstad, Brandon" userId="aac92477-536e-4d21-9f70-fa5cd941f380" providerId="ADAL" clId="{522CD1A8-5C47-4352-BCD4-C82B6D0F7613}" dt="2021-08-26T19:27:00.534" v="236"/>
        <pc:sldMkLst>
          <pc:docMk/>
          <pc:sldMk cId="1396164456" sldId="397"/>
        </pc:sldMkLst>
        <pc:spChg chg="mod">
          <ac:chgData name="Fainstad, Brandon" userId="aac92477-536e-4d21-9f70-fa5cd941f380" providerId="ADAL" clId="{522CD1A8-5C47-4352-BCD4-C82B6D0F7613}" dt="2021-07-08T04:40:03.240" v="39"/>
          <ac:spMkLst>
            <pc:docMk/>
            <pc:sldMk cId="1396164456" sldId="397"/>
            <ac:spMk id="36" creationId="{A8223174-F6A0-4E18-84E8-5C93BB9791CB}"/>
          </ac:spMkLst>
        </pc:spChg>
        <pc:spChg chg="add mod">
          <ac:chgData name="Fainstad, Brandon" userId="aac92477-536e-4d21-9f70-fa5cd941f380" providerId="ADAL" clId="{522CD1A8-5C47-4352-BCD4-C82B6D0F7613}" dt="2021-07-08T04:40:03.240" v="39"/>
          <ac:spMkLst>
            <pc:docMk/>
            <pc:sldMk cId="1396164456" sldId="397"/>
            <ac:spMk id="43" creationId="{0E9D3063-3BDB-445F-9923-673DA6479395}"/>
          </ac:spMkLst>
        </pc:spChg>
        <pc:spChg chg="mod">
          <ac:chgData name="Fainstad, Brandon" userId="aac92477-536e-4d21-9f70-fa5cd941f380" providerId="ADAL" clId="{522CD1A8-5C47-4352-BCD4-C82B6D0F7613}" dt="2021-07-08T04:40:03.240" v="39"/>
          <ac:spMkLst>
            <pc:docMk/>
            <pc:sldMk cId="1396164456" sldId="397"/>
            <ac:spMk id="46" creationId="{1639C554-2CB4-498D-A1D9-BBBD224046CB}"/>
          </ac:spMkLst>
        </pc:spChg>
        <pc:spChg chg="mod">
          <ac:chgData name="Fainstad, Brandon" userId="aac92477-536e-4d21-9f70-fa5cd941f380" providerId="ADAL" clId="{522CD1A8-5C47-4352-BCD4-C82B6D0F7613}" dt="2021-08-26T19:27:00.534" v="236"/>
          <ac:spMkLst>
            <pc:docMk/>
            <pc:sldMk cId="1396164456" sldId="397"/>
            <ac:spMk id="52" creationId="{6D513223-C199-450C-B8E1-F548F88AE114}"/>
          </ac:spMkLst>
        </pc:spChg>
        <pc:spChg chg="mod">
          <ac:chgData name="Fainstad, Brandon" userId="aac92477-536e-4d21-9f70-fa5cd941f380" providerId="ADAL" clId="{522CD1A8-5C47-4352-BCD4-C82B6D0F7613}" dt="2021-07-08T04:40:03.240" v="39"/>
          <ac:spMkLst>
            <pc:docMk/>
            <pc:sldMk cId="1396164456" sldId="397"/>
            <ac:spMk id="54" creationId="{2E705D75-F767-4C63-A336-DACBCEAA7102}"/>
          </ac:spMkLst>
        </pc:spChg>
        <pc:spChg chg="mod">
          <ac:chgData name="Fainstad, Brandon" userId="aac92477-536e-4d21-9f70-fa5cd941f380" providerId="ADAL" clId="{522CD1A8-5C47-4352-BCD4-C82B6D0F7613}" dt="2021-07-08T04:40:03.240" v="39"/>
          <ac:spMkLst>
            <pc:docMk/>
            <pc:sldMk cId="1396164456" sldId="397"/>
            <ac:spMk id="57" creationId="{F659E547-AB83-4854-A9CF-64D1EF3D1C29}"/>
          </ac:spMkLst>
        </pc:spChg>
        <pc:spChg chg="mod">
          <ac:chgData name="Fainstad, Brandon" userId="aac92477-536e-4d21-9f70-fa5cd941f380" providerId="ADAL" clId="{522CD1A8-5C47-4352-BCD4-C82B6D0F7613}" dt="2021-08-26T19:27:00.534" v="236"/>
          <ac:spMkLst>
            <pc:docMk/>
            <pc:sldMk cId="1396164456" sldId="397"/>
            <ac:spMk id="60" creationId="{3A708146-D0E2-433B-91C3-653DBA69CEEF}"/>
          </ac:spMkLst>
        </pc:spChg>
        <pc:spChg chg="del">
          <ac:chgData name="Fainstad, Brandon" userId="aac92477-536e-4d21-9f70-fa5cd941f380" providerId="ADAL" clId="{522CD1A8-5C47-4352-BCD4-C82B6D0F7613}" dt="2021-07-08T04:40:02.807" v="38" actId="478"/>
          <ac:spMkLst>
            <pc:docMk/>
            <pc:sldMk cId="1396164456" sldId="397"/>
            <ac:spMk id="91" creationId="{71E39D39-A82D-4580-93AA-F23D8A081BC4}"/>
          </ac:spMkLst>
        </pc:spChg>
        <pc:grpChg chg="add del mod">
          <ac:chgData name="Fainstad, Brandon" userId="aac92477-536e-4d21-9f70-fa5cd941f380" providerId="ADAL" clId="{522CD1A8-5C47-4352-BCD4-C82B6D0F7613}" dt="2021-08-26T19:27:00.006" v="235" actId="478"/>
          <ac:grpSpMkLst>
            <pc:docMk/>
            <pc:sldMk cId="1396164456" sldId="397"/>
            <ac:grpSpMk id="35" creationId="{7B2A118E-394D-47EC-95E0-5E57F8DB43F3}"/>
          </ac:grpSpMkLst>
        </pc:grpChg>
        <pc:grpChg chg="add del mod">
          <ac:chgData name="Fainstad, Brandon" userId="aac92477-536e-4d21-9f70-fa5cd941f380" providerId="ADAL" clId="{522CD1A8-5C47-4352-BCD4-C82B6D0F7613}" dt="2021-08-26T19:27:00.006" v="235" actId="478"/>
          <ac:grpSpMkLst>
            <pc:docMk/>
            <pc:sldMk cId="1396164456" sldId="397"/>
            <ac:grpSpMk id="45" creationId="{106962DB-DB7B-4ED3-881A-B942074A9BB3}"/>
          </ac:grpSpMkLst>
        </pc:grpChg>
        <pc:grpChg chg="add mod">
          <ac:chgData name="Fainstad, Brandon" userId="aac92477-536e-4d21-9f70-fa5cd941f380" providerId="ADAL" clId="{522CD1A8-5C47-4352-BCD4-C82B6D0F7613}" dt="2021-07-08T04:40:03.240" v="39"/>
          <ac:grpSpMkLst>
            <pc:docMk/>
            <pc:sldMk cId="1396164456" sldId="397"/>
            <ac:grpSpMk id="49" creationId="{E4916E60-C6CD-4D04-BB7B-C4BAD2800B8D}"/>
          </ac:grpSpMkLst>
        </pc:grpChg>
        <pc:grpChg chg="add mod">
          <ac:chgData name="Fainstad, Brandon" userId="aac92477-536e-4d21-9f70-fa5cd941f380" providerId="ADAL" clId="{522CD1A8-5C47-4352-BCD4-C82B6D0F7613}" dt="2021-08-26T19:27:00.534" v="236"/>
          <ac:grpSpMkLst>
            <pc:docMk/>
            <pc:sldMk cId="1396164456" sldId="397"/>
            <ac:grpSpMk id="51" creationId="{54671680-0D16-46D1-BCEB-1A2874D46F1B}"/>
          </ac:grpSpMkLst>
        </pc:grpChg>
        <pc:grpChg chg="del">
          <ac:chgData name="Fainstad, Brandon" userId="aac92477-536e-4d21-9f70-fa5cd941f380" providerId="ADAL" clId="{522CD1A8-5C47-4352-BCD4-C82B6D0F7613}" dt="2021-07-08T04:40:02.807" v="38" actId="478"/>
          <ac:grpSpMkLst>
            <pc:docMk/>
            <pc:sldMk cId="1396164456" sldId="397"/>
            <ac:grpSpMk id="51" creationId="{A90144C4-5B01-4B0D-AE84-59D200FDEA72}"/>
          </ac:grpSpMkLst>
        </pc:grpChg>
        <pc:grpChg chg="add del mod">
          <ac:chgData name="Fainstad, Brandon" userId="aac92477-536e-4d21-9f70-fa5cd941f380" providerId="ADAL" clId="{522CD1A8-5C47-4352-BCD4-C82B6D0F7613}" dt="2021-08-26T19:27:00.006" v="235" actId="478"/>
          <ac:grpSpMkLst>
            <pc:docMk/>
            <pc:sldMk cId="1396164456" sldId="397"/>
            <ac:grpSpMk id="56" creationId="{DA6CB7AC-59E3-410F-946B-17DF68311088}"/>
          </ac:grpSpMkLst>
        </pc:grpChg>
        <pc:grpChg chg="del">
          <ac:chgData name="Fainstad, Brandon" userId="aac92477-536e-4d21-9f70-fa5cd941f380" providerId="ADAL" clId="{522CD1A8-5C47-4352-BCD4-C82B6D0F7613}" dt="2021-07-08T04:40:02.807" v="38" actId="478"/>
          <ac:grpSpMkLst>
            <pc:docMk/>
            <pc:sldMk cId="1396164456" sldId="397"/>
            <ac:grpSpMk id="58" creationId="{0C4FA7C5-9C44-45EE-9705-4DBE68E58B9F}"/>
          </ac:grpSpMkLst>
        </pc:grpChg>
        <pc:grpChg chg="add mod">
          <ac:chgData name="Fainstad, Brandon" userId="aac92477-536e-4d21-9f70-fa5cd941f380" providerId="ADAL" clId="{522CD1A8-5C47-4352-BCD4-C82B6D0F7613}" dt="2021-08-26T19:27:00.534" v="236"/>
          <ac:grpSpMkLst>
            <pc:docMk/>
            <pc:sldMk cId="1396164456" sldId="397"/>
            <ac:grpSpMk id="58" creationId="{AB17469A-0E57-4AEC-A039-CE0DA0E64296}"/>
          </ac:grpSpMkLst>
        </pc:grpChg>
        <pc:grpChg chg="del">
          <ac:chgData name="Fainstad, Brandon" userId="aac92477-536e-4d21-9f70-fa5cd941f380" providerId="ADAL" clId="{522CD1A8-5C47-4352-BCD4-C82B6D0F7613}" dt="2021-07-08T04:40:02.807" v="38" actId="478"/>
          <ac:grpSpMkLst>
            <pc:docMk/>
            <pc:sldMk cId="1396164456" sldId="397"/>
            <ac:grpSpMk id="62" creationId="{DA03D79F-C394-4BAC-B944-4C048CBA58FC}"/>
          </ac:grpSpMkLst>
        </pc:grpChg>
        <pc:grpChg chg="del">
          <ac:chgData name="Fainstad, Brandon" userId="aac92477-536e-4d21-9f70-fa5cd941f380" providerId="ADAL" clId="{522CD1A8-5C47-4352-BCD4-C82B6D0F7613}" dt="2021-07-08T04:40:02.807" v="38" actId="478"/>
          <ac:grpSpMkLst>
            <pc:docMk/>
            <pc:sldMk cId="1396164456" sldId="397"/>
            <ac:grpSpMk id="94" creationId="{506A7BE6-2211-4C35-9086-A530B459FD63}"/>
          </ac:grpSpMkLst>
        </pc:grpChg>
        <pc:picChg chg="add del mod">
          <ac:chgData name="Fainstad, Brandon" userId="aac92477-536e-4d21-9f70-fa5cd941f380" providerId="ADAL" clId="{522CD1A8-5C47-4352-BCD4-C82B6D0F7613}" dt="2021-08-26T19:27:00.006" v="235" actId="478"/>
          <ac:picMkLst>
            <pc:docMk/>
            <pc:sldMk cId="1396164456" sldId="397"/>
            <ac:picMk id="34" creationId="{09A95AD4-0D9D-40B7-A149-2FF2A62D8D9C}"/>
          </ac:picMkLst>
        </pc:picChg>
        <pc:picChg chg="mod">
          <ac:chgData name="Fainstad, Brandon" userId="aac92477-536e-4d21-9f70-fa5cd941f380" providerId="ADAL" clId="{522CD1A8-5C47-4352-BCD4-C82B6D0F7613}" dt="2021-07-08T04:40:03.240" v="39"/>
          <ac:picMkLst>
            <pc:docMk/>
            <pc:sldMk cId="1396164456" sldId="397"/>
            <ac:picMk id="39" creationId="{8C16BECA-026A-4BF2-91CE-AB192F318693}"/>
          </ac:picMkLst>
        </pc:picChg>
        <pc:picChg chg="add mod">
          <ac:chgData name="Fainstad, Brandon" userId="aac92477-536e-4d21-9f70-fa5cd941f380" providerId="ADAL" clId="{522CD1A8-5C47-4352-BCD4-C82B6D0F7613}" dt="2021-07-08T04:40:03.240" v="39"/>
          <ac:picMkLst>
            <pc:docMk/>
            <pc:sldMk cId="1396164456" sldId="397"/>
            <ac:picMk id="44" creationId="{F170727A-D12B-408B-AEFC-AE154B2C655C}"/>
          </ac:picMkLst>
        </pc:picChg>
        <pc:picChg chg="mod">
          <ac:chgData name="Fainstad, Brandon" userId="aac92477-536e-4d21-9f70-fa5cd941f380" providerId="ADAL" clId="{522CD1A8-5C47-4352-BCD4-C82B6D0F7613}" dt="2021-07-08T04:40:03.240" v="39"/>
          <ac:picMkLst>
            <pc:docMk/>
            <pc:sldMk cId="1396164456" sldId="397"/>
            <ac:picMk id="47" creationId="{5CF0B1B7-50B4-4F7C-97C3-68918EA637EC}"/>
          </ac:picMkLst>
        </pc:picChg>
        <pc:picChg chg="del">
          <ac:chgData name="Fainstad, Brandon" userId="aac92477-536e-4d21-9f70-fa5cd941f380" providerId="ADAL" clId="{522CD1A8-5C47-4352-BCD4-C82B6D0F7613}" dt="2021-07-08T04:40:02.807" v="38" actId="478"/>
          <ac:picMkLst>
            <pc:docMk/>
            <pc:sldMk cId="1396164456" sldId="397"/>
            <ac:picMk id="50" creationId="{91B31E31-6426-43C8-969B-1CAE186E182B}"/>
          </ac:picMkLst>
        </pc:picChg>
        <pc:picChg chg="add mod">
          <ac:chgData name="Fainstad, Brandon" userId="aac92477-536e-4d21-9f70-fa5cd941f380" providerId="ADAL" clId="{522CD1A8-5C47-4352-BCD4-C82B6D0F7613}" dt="2021-08-26T19:27:00.534" v="236"/>
          <ac:picMkLst>
            <pc:docMk/>
            <pc:sldMk cId="1396164456" sldId="397"/>
            <ac:picMk id="50" creationId="{D349092F-D512-4B05-8A58-4F512C97BC06}"/>
          </ac:picMkLst>
        </pc:picChg>
        <pc:picChg chg="mod">
          <ac:chgData name="Fainstad, Brandon" userId="aac92477-536e-4d21-9f70-fa5cd941f380" providerId="ADAL" clId="{522CD1A8-5C47-4352-BCD4-C82B6D0F7613}" dt="2021-08-26T19:27:00.534" v="236"/>
          <ac:picMkLst>
            <pc:docMk/>
            <pc:sldMk cId="1396164456" sldId="397"/>
            <ac:picMk id="53" creationId="{84746DB2-023D-45BC-93B2-F306877DD470}"/>
          </ac:picMkLst>
        </pc:picChg>
        <pc:picChg chg="mod">
          <ac:chgData name="Fainstad, Brandon" userId="aac92477-536e-4d21-9f70-fa5cd941f380" providerId="ADAL" clId="{522CD1A8-5C47-4352-BCD4-C82B6D0F7613}" dt="2021-07-08T04:40:03.240" v="39"/>
          <ac:picMkLst>
            <pc:docMk/>
            <pc:sldMk cId="1396164456" sldId="397"/>
            <ac:picMk id="55" creationId="{C70119B1-9C07-48AD-B06B-5C73AFDABCAE}"/>
          </ac:picMkLst>
        </pc:picChg>
        <pc:picChg chg="mod">
          <ac:chgData name="Fainstad, Brandon" userId="aac92477-536e-4d21-9f70-fa5cd941f380" providerId="ADAL" clId="{522CD1A8-5C47-4352-BCD4-C82B6D0F7613}" dt="2021-07-08T04:40:03.240" v="39"/>
          <ac:picMkLst>
            <pc:docMk/>
            <pc:sldMk cId="1396164456" sldId="397"/>
            <ac:picMk id="59" creationId="{F614088C-7C2D-4CDB-9746-4AE42A127E9C}"/>
          </ac:picMkLst>
        </pc:picChg>
        <pc:picChg chg="mod">
          <ac:chgData name="Fainstad, Brandon" userId="aac92477-536e-4d21-9f70-fa5cd941f380" providerId="ADAL" clId="{522CD1A8-5C47-4352-BCD4-C82B6D0F7613}" dt="2021-08-26T19:27:00.534" v="236"/>
          <ac:picMkLst>
            <pc:docMk/>
            <pc:sldMk cId="1396164456" sldId="397"/>
            <ac:picMk id="61" creationId="{F6270B9D-1E51-40E9-AF3C-73EC0F1A82D2}"/>
          </ac:picMkLst>
        </pc:picChg>
        <pc:picChg chg="del">
          <ac:chgData name="Fainstad, Brandon" userId="aac92477-536e-4d21-9f70-fa5cd941f380" providerId="ADAL" clId="{522CD1A8-5C47-4352-BCD4-C82B6D0F7613}" dt="2021-07-08T04:40:02.807" v="38" actId="478"/>
          <ac:picMkLst>
            <pc:docMk/>
            <pc:sldMk cId="1396164456" sldId="397"/>
            <ac:picMk id="92" creationId="{14DF62BA-23DD-4CA1-A054-C2AD5EA99C46}"/>
          </ac:picMkLst>
        </pc:picChg>
        <pc:cxnChg chg="add del mod">
          <ac:chgData name="Fainstad, Brandon" userId="aac92477-536e-4d21-9f70-fa5cd941f380" providerId="ADAL" clId="{522CD1A8-5C47-4352-BCD4-C82B6D0F7613}" dt="2021-08-26T19:27:00.006" v="235" actId="478"/>
          <ac:cxnSpMkLst>
            <pc:docMk/>
            <pc:sldMk cId="1396164456" sldId="397"/>
            <ac:cxnSpMk id="48" creationId="{26E2D3D7-75BF-4944-8582-0B7DB9D37146}"/>
          </ac:cxnSpMkLst>
        </pc:cxnChg>
        <pc:cxnChg chg="add mod">
          <ac:chgData name="Fainstad, Brandon" userId="aac92477-536e-4d21-9f70-fa5cd941f380" providerId="ADAL" clId="{522CD1A8-5C47-4352-BCD4-C82B6D0F7613}" dt="2021-08-26T19:27:00.534" v="236"/>
          <ac:cxnSpMkLst>
            <pc:docMk/>
            <pc:sldMk cId="1396164456" sldId="397"/>
            <ac:cxnSpMk id="62" creationId="{7B32B734-2232-401D-B520-32FD324BFEC6}"/>
          </ac:cxnSpMkLst>
        </pc:cxnChg>
        <pc:cxnChg chg="add del mod">
          <ac:chgData name="Fainstad, Brandon" userId="aac92477-536e-4d21-9f70-fa5cd941f380" providerId="ADAL" clId="{522CD1A8-5C47-4352-BCD4-C82B6D0F7613}" dt="2021-08-26T19:27:00.006" v="235" actId="478"/>
          <ac:cxnSpMkLst>
            <pc:docMk/>
            <pc:sldMk cId="1396164456" sldId="397"/>
            <ac:cxnSpMk id="64" creationId="{5DDED8B7-BCB9-45C6-BAD1-FC77DE4761BC}"/>
          </ac:cxnSpMkLst>
        </pc:cxnChg>
        <pc:cxnChg chg="del mod">
          <ac:chgData name="Fainstad, Brandon" userId="aac92477-536e-4d21-9f70-fa5cd941f380" providerId="ADAL" clId="{522CD1A8-5C47-4352-BCD4-C82B6D0F7613}" dt="2021-07-08T04:40:02.807" v="38" actId="478"/>
          <ac:cxnSpMkLst>
            <pc:docMk/>
            <pc:sldMk cId="1396164456" sldId="397"/>
            <ac:cxnSpMk id="98" creationId="{890C4158-9A68-4588-B366-D8F9EAA5DFAD}"/>
          </ac:cxnSpMkLst>
        </pc:cxnChg>
      </pc:sldChg>
      <pc:sldChg chg="addSp delSp modSp mod">
        <pc:chgData name="Fainstad, Brandon" userId="aac92477-536e-4d21-9f70-fa5cd941f380" providerId="ADAL" clId="{522CD1A8-5C47-4352-BCD4-C82B6D0F7613}" dt="2021-08-26T19:27:18.610" v="238"/>
        <pc:sldMkLst>
          <pc:docMk/>
          <pc:sldMk cId="1287804063" sldId="401"/>
        </pc:sldMkLst>
        <pc:spChg chg="mod">
          <ac:chgData name="Fainstad, Brandon" userId="aac92477-536e-4d21-9f70-fa5cd941f380" providerId="ADAL" clId="{522CD1A8-5C47-4352-BCD4-C82B6D0F7613}" dt="2021-07-08T04:40:21.332" v="43" actId="207"/>
          <ac:spMkLst>
            <pc:docMk/>
            <pc:sldMk cId="1287804063" sldId="401"/>
            <ac:spMk id="48" creationId="{B4F13545-65BC-4625-9C0E-34DC1CD3AFAC}"/>
          </ac:spMkLst>
        </pc:spChg>
        <pc:spChg chg="add mod">
          <ac:chgData name="Fainstad, Brandon" userId="aac92477-536e-4d21-9f70-fa5cd941f380" providerId="ADAL" clId="{522CD1A8-5C47-4352-BCD4-C82B6D0F7613}" dt="2021-07-08T04:40:12.734" v="41"/>
          <ac:spMkLst>
            <pc:docMk/>
            <pc:sldMk cId="1287804063" sldId="401"/>
            <ac:spMk id="50" creationId="{926C85D4-E693-47ED-8295-9969A89E8E90}"/>
          </ac:spMkLst>
        </pc:spChg>
        <pc:spChg chg="mod">
          <ac:chgData name="Fainstad, Brandon" userId="aac92477-536e-4d21-9f70-fa5cd941f380" providerId="ADAL" clId="{522CD1A8-5C47-4352-BCD4-C82B6D0F7613}" dt="2021-07-08T04:40:12.734" v="41"/>
          <ac:spMkLst>
            <pc:docMk/>
            <pc:sldMk cId="1287804063" sldId="401"/>
            <ac:spMk id="53" creationId="{4E938137-201A-4BD5-9CFE-863054CFADF2}"/>
          </ac:spMkLst>
        </pc:spChg>
        <pc:spChg chg="mod">
          <ac:chgData name="Fainstad, Brandon" userId="aac92477-536e-4d21-9f70-fa5cd941f380" providerId="ADAL" clId="{522CD1A8-5C47-4352-BCD4-C82B6D0F7613}" dt="2021-07-08T04:42:41.328" v="67" actId="207"/>
          <ac:spMkLst>
            <pc:docMk/>
            <pc:sldMk cId="1287804063" sldId="401"/>
            <ac:spMk id="57" creationId="{C8FAAC69-1434-4C55-84E1-88C10FAF173D}"/>
          </ac:spMkLst>
        </pc:spChg>
        <pc:spChg chg="mod">
          <ac:chgData name="Fainstad, Brandon" userId="aac92477-536e-4d21-9f70-fa5cd941f380" providerId="ADAL" clId="{522CD1A8-5C47-4352-BCD4-C82B6D0F7613}" dt="2021-07-08T04:40:18.413" v="42" actId="207"/>
          <ac:spMkLst>
            <pc:docMk/>
            <pc:sldMk cId="1287804063" sldId="401"/>
            <ac:spMk id="60" creationId="{C3E548BD-4693-4113-9C90-219464F395AF}"/>
          </ac:spMkLst>
        </pc:spChg>
        <pc:spChg chg="mod">
          <ac:chgData name="Fainstad, Brandon" userId="aac92477-536e-4d21-9f70-fa5cd941f380" providerId="ADAL" clId="{522CD1A8-5C47-4352-BCD4-C82B6D0F7613}" dt="2021-07-08T04:40:51.171" v="45"/>
          <ac:spMkLst>
            <pc:docMk/>
            <pc:sldMk cId="1287804063" sldId="401"/>
            <ac:spMk id="64" creationId="{169FE8E1-C6FF-4A16-B96D-A3A400F42AC4}"/>
          </ac:spMkLst>
        </pc:spChg>
        <pc:spChg chg="mod">
          <ac:chgData name="Fainstad, Brandon" userId="aac92477-536e-4d21-9f70-fa5cd941f380" providerId="ADAL" clId="{522CD1A8-5C47-4352-BCD4-C82B6D0F7613}" dt="2021-07-08T04:40:51.171" v="45"/>
          <ac:spMkLst>
            <pc:docMk/>
            <pc:sldMk cId="1287804063" sldId="401"/>
            <ac:spMk id="67" creationId="{AEAFB5B6-725B-428C-8684-4A685521516B}"/>
          </ac:spMkLst>
        </pc:spChg>
        <pc:spChg chg="mod">
          <ac:chgData name="Fainstad, Brandon" userId="aac92477-536e-4d21-9f70-fa5cd941f380" providerId="ADAL" clId="{522CD1A8-5C47-4352-BCD4-C82B6D0F7613}" dt="2021-08-26T19:27:18.610" v="238"/>
          <ac:spMkLst>
            <pc:docMk/>
            <pc:sldMk cId="1287804063" sldId="401"/>
            <ac:spMk id="74" creationId="{D9ABFB4E-B618-42B1-A1D1-042A1A1D04F1}"/>
          </ac:spMkLst>
        </pc:spChg>
        <pc:spChg chg="mod">
          <ac:chgData name="Fainstad, Brandon" userId="aac92477-536e-4d21-9f70-fa5cd941f380" providerId="ADAL" clId="{522CD1A8-5C47-4352-BCD4-C82B6D0F7613}" dt="2021-08-26T19:27:18.610" v="238"/>
          <ac:spMkLst>
            <pc:docMk/>
            <pc:sldMk cId="1287804063" sldId="401"/>
            <ac:spMk id="77" creationId="{92DB1F13-927F-4959-91A4-6B0A01702BBB}"/>
          </ac:spMkLst>
        </pc:spChg>
        <pc:spChg chg="del">
          <ac:chgData name="Fainstad, Brandon" userId="aac92477-536e-4d21-9f70-fa5cd941f380" providerId="ADAL" clId="{522CD1A8-5C47-4352-BCD4-C82B6D0F7613}" dt="2021-07-08T04:40:12.238" v="40" actId="478"/>
          <ac:spMkLst>
            <pc:docMk/>
            <pc:sldMk cId="1287804063" sldId="401"/>
            <ac:spMk id="85" creationId="{8DDE6EEC-21F5-47AB-A9BE-BBD66130BCAD}"/>
          </ac:spMkLst>
        </pc:spChg>
        <pc:spChg chg="mod">
          <ac:chgData name="Fainstad, Brandon" userId="aac92477-536e-4d21-9f70-fa5cd941f380" providerId="ADAL" clId="{522CD1A8-5C47-4352-BCD4-C82B6D0F7613}" dt="2021-07-08T04:43:06.664" v="69" actId="207"/>
          <ac:spMkLst>
            <pc:docMk/>
            <pc:sldMk cId="1287804063" sldId="401"/>
            <ac:spMk id="165" creationId="{71AD9F77-B6E1-45E1-86BF-F88F30FA9346}"/>
          </ac:spMkLst>
        </pc:spChg>
        <pc:grpChg chg="add del mod">
          <ac:chgData name="Fainstad, Brandon" userId="aac92477-536e-4d21-9f70-fa5cd941f380" providerId="ADAL" clId="{522CD1A8-5C47-4352-BCD4-C82B6D0F7613}" dt="2021-08-26T19:27:17.780" v="237" actId="478"/>
          <ac:grpSpMkLst>
            <pc:docMk/>
            <pc:sldMk cId="1287804063" sldId="401"/>
            <ac:grpSpMk id="47" creationId="{7CE8C0AF-914D-4BCE-B88E-62BA6F408C19}"/>
          </ac:grpSpMkLst>
        </pc:grpChg>
        <pc:grpChg chg="add del mod">
          <ac:chgData name="Fainstad, Brandon" userId="aac92477-536e-4d21-9f70-fa5cd941f380" providerId="ADAL" clId="{522CD1A8-5C47-4352-BCD4-C82B6D0F7613}" dt="2021-08-26T19:27:17.780" v="237" actId="478"/>
          <ac:grpSpMkLst>
            <pc:docMk/>
            <pc:sldMk cId="1287804063" sldId="401"/>
            <ac:grpSpMk id="52" creationId="{FD880C81-9B98-4B4C-BCBE-DF0D6E01C2D7}"/>
          </ac:grpSpMkLst>
        </pc:grpChg>
        <pc:grpChg chg="add mod">
          <ac:chgData name="Fainstad, Brandon" userId="aac92477-536e-4d21-9f70-fa5cd941f380" providerId="ADAL" clId="{522CD1A8-5C47-4352-BCD4-C82B6D0F7613}" dt="2021-07-08T04:41:06.978" v="49" actId="1076"/>
          <ac:grpSpMkLst>
            <pc:docMk/>
            <pc:sldMk cId="1287804063" sldId="401"/>
            <ac:grpSpMk id="56" creationId="{AEE71273-69D5-4D43-9F5A-9C170D69BEBA}"/>
          </ac:grpSpMkLst>
        </pc:grpChg>
        <pc:grpChg chg="add del mod">
          <ac:chgData name="Fainstad, Brandon" userId="aac92477-536e-4d21-9f70-fa5cd941f380" providerId="ADAL" clId="{522CD1A8-5C47-4352-BCD4-C82B6D0F7613}" dt="2021-08-26T19:27:17.780" v="237" actId="478"/>
          <ac:grpSpMkLst>
            <pc:docMk/>
            <pc:sldMk cId="1287804063" sldId="401"/>
            <ac:grpSpMk id="59" creationId="{EA99094A-1329-40E9-B20A-80D11A31ADDA}"/>
          </ac:grpSpMkLst>
        </pc:grpChg>
        <pc:grpChg chg="add mod">
          <ac:chgData name="Fainstad, Brandon" userId="aac92477-536e-4d21-9f70-fa5cd941f380" providerId="ADAL" clId="{522CD1A8-5C47-4352-BCD4-C82B6D0F7613}" dt="2021-07-08T04:41:42.589" v="60" actId="1076"/>
          <ac:grpSpMkLst>
            <pc:docMk/>
            <pc:sldMk cId="1287804063" sldId="401"/>
            <ac:grpSpMk id="63" creationId="{F0880EE9-BD22-42B0-9505-30910615CCF2}"/>
          </ac:grpSpMkLst>
        </pc:grpChg>
        <pc:grpChg chg="add mod">
          <ac:chgData name="Fainstad, Brandon" userId="aac92477-536e-4d21-9f70-fa5cd941f380" providerId="ADAL" clId="{522CD1A8-5C47-4352-BCD4-C82B6D0F7613}" dt="2021-07-08T04:42:13.147" v="64" actId="1076"/>
          <ac:grpSpMkLst>
            <pc:docMk/>
            <pc:sldMk cId="1287804063" sldId="401"/>
            <ac:grpSpMk id="66" creationId="{DCA2135F-846E-4868-81BB-172E79AC7F4D}"/>
          </ac:grpSpMkLst>
        </pc:grpChg>
        <pc:grpChg chg="add mod">
          <ac:chgData name="Fainstad, Brandon" userId="aac92477-536e-4d21-9f70-fa5cd941f380" providerId="ADAL" clId="{522CD1A8-5C47-4352-BCD4-C82B6D0F7613}" dt="2021-07-08T04:41:10.015" v="51" actId="1076"/>
          <ac:grpSpMkLst>
            <pc:docMk/>
            <pc:sldMk cId="1287804063" sldId="401"/>
            <ac:grpSpMk id="69" creationId="{F423932E-F21A-422B-87B9-F894F4F66245}"/>
          </ac:grpSpMkLst>
        </pc:grpChg>
        <pc:grpChg chg="add mod">
          <ac:chgData name="Fainstad, Brandon" userId="aac92477-536e-4d21-9f70-fa5cd941f380" providerId="ADAL" clId="{522CD1A8-5C47-4352-BCD4-C82B6D0F7613}" dt="2021-08-26T19:27:18.610" v="238"/>
          <ac:grpSpMkLst>
            <pc:docMk/>
            <pc:sldMk cId="1287804063" sldId="401"/>
            <ac:grpSpMk id="73" creationId="{6C2DD27A-BD05-4A02-BFBE-B84B786B93FA}"/>
          </ac:grpSpMkLst>
        </pc:grpChg>
        <pc:grpChg chg="add mod">
          <ac:chgData name="Fainstad, Brandon" userId="aac92477-536e-4d21-9f70-fa5cd941f380" providerId="ADAL" clId="{522CD1A8-5C47-4352-BCD4-C82B6D0F7613}" dt="2021-08-26T19:27:18.610" v="238"/>
          <ac:grpSpMkLst>
            <pc:docMk/>
            <pc:sldMk cId="1287804063" sldId="401"/>
            <ac:grpSpMk id="76" creationId="{174C2D48-37C0-4A1E-A9A8-D3ED0E2083BB}"/>
          </ac:grpSpMkLst>
        </pc:grpChg>
        <pc:grpChg chg="del">
          <ac:chgData name="Fainstad, Brandon" userId="aac92477-536e-4d21-9f70-fa5cd941f380" providerId="ADAL" clId="{522CD1A8-5C47-4352-BCD4-C82B6D0F7613}" dt="2021-07-08T04:40:12.238" v="40" actId="478"/>
          <ac:grpSpMkLst>
            <pc:docMk/>
            <pc:sldMk cId="1287804063" sldId="401"/>
            <ac:grpSpMk id="76" creationId="{817BAEE5-FE7B-44C9-BFD7-8FE3CD17C3FA}"/>
          </ac:grpSpMkLst>
        </pc:grpChg>
        <pc:grpChg chg="del">
          <ac:chgData name="Fainstad, Brandon" userId="aac92477-536e-4d21-9f70-fa5cd941f380" providerId="ADAL" clId="{522CD1A8-5C47-4352-BCD4-C82B6D0F7613}" dt="2021-07-08T04:40:12.238" v="40" actId="478"/>
          <ac:grpSpMkLst>
            <pc:docMk/>
            <pc:sldMk cId="1287804063" sldId="401"/>
            <ac:grpSpMk id="79" creationId="{5F87816F-03B3-4990-B43C-416C06FF7CE5}"/>
          </ac:grpSpMkLst>
        </pc:grpChg>
        <pc:grpChg chg="del">
          <ac:chgData name="Fainstad, Brandon" userId="aac92477-536e-4d21-9f70-fa5cd941f380" providerId="ADAL" clId="{522CD1A8-5C47-4352-BCD4-C82B6D0F7613}" dt="2021-07-08T04:40:12.238" v="40" actId="478"/>
          <ac:grpSpMkLst>
            <pc:docMk/>
            <pc:sldMk cId="1287804063" sldId="401"/>
            <ac:grpSpMk id="82" creationId="{7C336E8D-A24A-494F-92E7-BFFD34C3AE48}"/>
          </ac:grpSpMkLst>
        </pc:grpChg>
        <pc:grpChg chg="del">
          <ac:chgData name="Fainstad, Brandon" userId="aac92477-536e-4d21-9f70-fa5cd941f380" providerId="ADAL" clId="{522CD1A8-5C47-4352-BCD4-C82B6D0F7613}" dt="2021-07-08T04:40:12.238" v="40" actId="478"/>
          <ac:grpSpMkLst>
            <pc:docMk/>
            <pc:sldMk cId="1287804063" sldId="401"/>
            <ac:grpSpMk id="96" creationId="{AE62D876-E493-47B3-8BF4-49FC99EB3F11}"/>
          </ac:grpSpMkLst>
        </pc:grpChg>
        <pc:grpChg chg="del">
          <ac:chgData name="Fainstad, Brandon" userId="aac92477-536e-4d21-9f70-fa5cd941f380" providerId="ADAL" clId="{522CD1A8-5C47-4352-BCD4-C82B6D0F7613}" dt="2021-07-08T04:40:12.238" v="40" actId="478"/>
          <ac:grpSpMkLst>
            <pc:docMk/>
            <pc:sldMk cId="1287804063" sldId="401"/>
            <ac:grpSpMk id="99" creationId="{BFC95483-288B-468C-9F0A-096BE2321758}"/>
          </ac:grpSpMkLst>
        </pc:grpChg>
        <pc:grpChg chg="del">
          <ac:chgData name="Fainstad, Brandon" userId="aac92477-536e-4d21-9f70-fa5cd941f380" providerId="ADAL" clId="{522CD1A8-5C47-4352-BCD4-C82B6D0F7613}" dt="2021-07-08T04:40:12.238" v="40" actId="478"/>
          <ac:grpSpMkLst>
            <pc:docMk/>
            <pc:sldMk cId="1287804063" sldId="401"/>
            <ac:grpSpMk id="102" creationId="{43FA0577-E472-4554-8CD9-6C7D88253BB4}"/>
          </ac:grpSpMkLst>
        </pc:grpChg>
        <pc:picChg chg="add del mod">
          <ac:chgData name="Fainstad, Brandon" userId="aac92477-536e-4d21-9f70-fa5cd941f380" providerId="ADAL" clId="{522CD1A8-5C47-4352-BCD4-C82B6D0F7613}" dt="2021-08-26T19:27:17.780" v="237" actId="478"/>
          <ac:picMkLst>
            <pc:docMk/>
            <pc:sldMk cId="1287804063" sldId="401"/>
            <ac:picMk id="46" creationId="{60BC30B3-E117-4459-A6A7-2F755027ED3A}"/>
          </ac:picMkLst>
        </pc:picChg>
        <pc:picChg chg="mod">
          <ac:chgData name="Fainstad, Brandon" userId="aac92477-536e-4d21-9f70-fa5cd941f380" providerId="ADAL" clId="{522CD1A8-5C47-4352-BCD4-C82B6D0F7613}" dt="2021-07-08T04:40:12.734" v="41"/>
          <ac:picMkLst>
            <pc:docMk/>
            <pc:sldMk cId="1287804063" sldId="401"/>
            <ac:picMk id="49" creationId="{F48025A1-DCCC-4AF9-B5CF-1D0773DD2D1C}"/>
          </ac:picMkLst>
        </pc:picChg>
        <pc:picChg chg="add mod">
          <ac:chgData name="Fainstad, Brandon" userId="aac92477-536e-4d21-9f70-fa5cd941f380" providerId="ADAL" clId="{522CD1A8-5C47-4352-BCD4-C82B6D0F7613}" dt="2021-07-08T04:40:12.734" v="41"/>
          <ac:picMkLst>
            <pc:docMk/>
            <pc:sldMk cId="1287804063" sldId="401"/>
            <ac:picMk id="51" creationId="{C0E8E864-00BC-46E1-9228-A474E3969AC6}"/>
          </ac:picMkLst>
        </pc:picChg>
        <pc:picChg chg="mod">
          <ac:chgData name="Fainstad, Brandon" userId="aac92477-536e-4d21-9f70-fa5cd941f380" providerId="ADAL" clId="{522CD1A8-5C47-4352-BCD4-C82B6D0F7613}" dt="2021-07-08T04:40:12.734" v="41"/>
          <ac:picMkLst>
            <pc:docMk/>
            <pc:sldMk cId="1287804063" sldId="401"/>
            <ac:picMk id="54" creationId="{42BEF8DA-277A-43F0-A86B-2747642B2CC1}"/>
          </ac:picMkLst>
        </pc:picChg>
        <pc:picChg chg="mod">
          <ac:chgData name="Fainstad, Brandon" userId="aac92477-536e-4d21-9f70-fa5cd941f380" providerId="ADAL" clId="{522CD1A8-5C47-4352-BCD4-C82B6D0F7613}" dt="2021-07-08T04:40:12.734" v="41"/>
          <ac:picMkLst>
            <pc:docMk/>
            <pc:sldMk cId="1287804063" sldId="401"/>
            <ac:picMk id="58" creationId="{192F098C-1D39-4418-BEC3-743866A60CC7}"/>
          </ac:picMkLst>
        </pc:picChg>
        <pc:picChg chg="mod">
          <ac:chgData name="Fainstad, Brandon" userId="aac92477-536e-4d21-9f70-fa5cd941f380" providerId="ADAL" clId="{522CD1A8-5C47-4352-BCD4-C82B6D0F7613}" dt="2021-07-08T04:40:12.734" v="41"/>
          <ac:picMkLst>
            <pc:docMk/>
            <pc:sldMk cId="1287804063" sldId="401"/>
            <ac:picMk id="61" creationId="{EAA785EC-632D-4361-B504-6EFB68396139}"/>
          </ac:picMkLst>
        </pc:picChg>
        <pc:picChg chg="mod">
          <ac:chgData name="Fainstad, Brandon" userId="aac92477-536e-4d21-9f70-fa5cd941f380" providerId="ADAL" clId="{522CD1A8-5C47-4352-BCD4-C82B6D0F7613}" dt="2021-07-08T04:40:51.171" v="45"/>
          <ac:picMkLst>
            <pc:docMk/>
            <pc:sldMk cId="1287804063" sldId="401"/>
            <ac:picMk id="65" creationId="{1C5433EA-3B09-4B15-8732-A6CAEDDEA143}"/>
          </ac:picMkLst>
        </pc:picChg>
        <pc:picChg chg="mod">
          <ac:chgData name="Fainstad, Brandon" userId="aac92477-536e-4d21-9f70-fa5cd941f380" providerId="ADAL" clId="{522CD1A8-5C47-4352-BCD4-C82B6D0F7613}" dt="2021-07-08T04:40:51.171" v="45"/>
          <ac:picMkLst>
            <pc:docMk/>
            <pc:sldMk cId="1287804063" sldId="401"/>
            <ac:picMk id="68" creationId="{52720F68-FFA4-4B53-BBBA-586F0806E715}"/>
          </ac:picMkLst>
        </pc:picChg>
        <pc:picChg chg="add mod">
          <ac:chgData name="Fainstad, Brandon" userId="aac92477-536e-4d21-9f70-fa5cd941f380" providerId="ADAL" clId="{522CD1A8-5C47-4352-BCD4-C82B6D0F7613}" dt="2021-08-26T19:27:18.610" v="238"/>
          <ac:picMkLst>
            <pc:docMk/>
            <pc:sldMk cId="1287804063" sldId="401"/>
            <ac:picMk id="72" creationId="{ABD670DF-E1EA-43F1-9125-F9AAC8AA8C5B}"/>
          </ac:picMkLst>
        </pc:picChg>
        <pc:picChg chg="mod">
          <ac:chgData name="Fainstad, Brandon" userId="aac92477-536e-4d21-9f70-fa5cd941f380" providerId="ADAL" clId="{522CD1A8-5C47-4352-BCD4-C82B6D0F7613}" dt="2021-08-26T19:27:18.610" v="238"/>
          <ac:picMkLst>
            <pc:docMk/>
            <pc:sldMk cId="1287804063" sldId="401"/>
            <ac:picMk id="75" creationId="{2332CB99-52A0-4370-BC7B-6EB1E000241E}"/>
          </ac:picMkLst>
        </pc:picChg>
        <pc:picChg chg="del">
          <ac:chgData name="Fainstad, Brandon" userId="aac92477-536e-4d21-9f70-fa5cd941f380" providerId="ADAL" clId="{522CD1A8-5C47-4352-BCD4-C82B6D0F7613}" dt="2021-07-08T04:40:12.238" v="40" actId="478"/>
          <ac:picMkLst>
            <pc:docMk/>
            <pc:sldMk cId="1287804063" sldId="401"/>
            <ac:picMk id="75" creationId="{B8674D9F-4B76-4F9A-B719-E1BDDFA94E9F}"/>
          </ac:picMkLst>
        </pc:picChg>
        <pc:picChg chg="mod">
          <ac:chgData name="Fainstad, Brandon" userId="aac92477-536e-4d21-9f70-fa5cd941f380" providerId="ADAL" clId="{522CD1A8-5C47-4352-BCD4-C82B6D0F7613}" dt="2021-08-26T19:27:18.610" v="238"/>
          <ac:picMkLst>
            <pc:docMk/>
            <pc:sldMk cId="1287804063" sldId="401"/>
            <ac:picMk id="78" creationId="{737323E2-A056-466C-AD41-50FBF9909D7A}"/>
          </ac:picMkLst>
        </pc:picChg>
        <pc:cxnChg chg="add del mod">
          <ac:chgData name="Fainstad, Brandon" userId="aac92477-536e-4d21-9f70-fa5cd941f380" providerId="ADAL" clId="{522CD1A8-5C47-4352-BCD4-C82B6D0F7613}" dt="2021-08-26T19:27:17.780" v="237" actId="478"/>
          <ac:cxnSpMkLst>
            <pc:docMk/>
            <pc:sldMk cId="1287804063" sldId="401"/>
            <ac:cxnSpMk id="55" creationId="{2D3BF925-2CB5-4345-8934-FDB0F3D282D2}"/>
          </ac:cxnSpMkLst>
        </pc:cxnChg>
        <pc:cxnChg chg="add del mod">
          <ac:chgData name="Fainstad, Brandon" userId="aac92477-536e-4d21-9f70-fa5cd941f380" providerId="ADAL" clId="{522CD1A8-5C47-4352-BCD4-C82B6D0F7613}" dt="2021-08-26T19:27:17.780" v="237" actId="478"/>
          <ac:cxnSpMkLst>
            <pc:docMk/>
            <pc:sldMk cId="1287804063" sldId="401"/>
            <ac:cxnSpMk id="62" creationId="{8EA54A2B-4BB1-445C-9323-B974AD072472}"/>
          </ac:cxnSpMkLst>
        </pc:cxnChg>
        <pc:cxnChg chg="mod">
          <ac:chgData name="Fainstad, Brandon" userId="aac92477-536e-4d21-9f70-fa5cd941f380" providerId="ADAL" clId="{522CD1A8-5C47-4352-BCD4-C82B6D0F7613}" dt="2021-07-08T04:41:42.589" v="60" actId="1076"/>
          <ac:cxnSpMkLst>
            <pc:docMk/>
            <pc:sldMk cId="1287804063" sldId="401"/>
            <ac:cxnSpMk id="70" creationId="{4CB843F0-D14B-4363-AC6E-8D3E797BDE45}"/>
          </ac:cxnSpMkLst>
        </pc:cxnChg>
        <pc:cxnChg chg="mod">
          <ac:chgData name="Fainstad, Brandon" userId="aac92477-536e-4d21-9f70-fa5cd941f380" providerId="ADAL" clId="{522CD1A8-5C47-4352-BCD4-C82B6D0F7613}" dt="2021-07-08T04:42:22.192" v="66" actId="14100"/>
          <ac:cxnSpMkLst>
            <pc:docMk/>
            <pc:sldMk cId="1287804063" sldId="401"/>
            <ac:cxnSpMk id="71" creationId="{AB5A0B3B-F003-4FA5-9603-C7467B805FFF}"/>
          </ac:cxnSpMkLst>
        </pc:cxnChg>
        <pc:cxnChg chg="add mod">
          <ac:chgData name="Fainstad, Brandon" userId="aac92477-536e-4d21-9f70-fa5cd941f380" providerId="ADAL" clId="{522CD1A8-5C47-4352-BCD4-C82B6D0F7613}" dt="2021-08-26T19:27:18.610" v="238"/>
          <ac:cxnSpMkLst>
            <pc:docMk/>
            <pc:sldMk cId="1287804063" sldId="401"/>
            <ac:cxnSpMk id="79" creationId="{9B7E2C06-1FEA-4350-9765-12B6B8104BC1}"/>
          </ac:cxnSpMkLst>
        </pc:cxnChg>
      </pc:sldChg>
      <pc:sldChg chg="addSp delSp modSp mod">
        <pc:chgData name="Fainstad, Brandon" userId="aac92477-536e-4d21-9f70-fa5cd941f380" providerId="ADAL" clId="{522CD1A8-5C47-4352-BCD4-C82B6D0F7613}" dt="2021-08-26T19:27:55.560" v="252"/>
        <pc:sldMkLst>
          <pc:docMk/>
          <pc:sldMk cId="870610097" sldId="402"/>
        </pc:sldMkLst>
        <pc:spChg chg="del">
          <ac:chgData name="Fainstad, Brandon" userId="aac92477-536e-4d21-9f70-fa5cd941f380" providerId="ADAL" clId="{522CD1A8-5C47-4352-BCD4-C82B6D0F7613}" dt="2021-07-08T04:43:57.964" v="82" actId="478"/>
          <ac:spMkLst>
            <pc:docMk/>
            <pc:sldMk cId="870610097" sldId="402"/>
            <ac:spMk id="85" creationId="{8DDE6EEC-21F5-47AB-A9BE-BBD66130BCAD}"/>
          </ac:spMkLst>
        </pc:spChg>
        <pc:spChg chg="mod">
          <ac:chgData name="Fainstad, Brandon" userId="aac92477-536e-4d21-9f70-fa5cd941f380" providerId="ADAL" clId="{522CD1A8-5C47-4352-BCD4-C82B6D0F7613}" dt="2021-07-08T05:09:39.028" v="151" actId="20577"/>
          <ac:spMkLst>
            <pc:docMk/>
            <pc:sldMk cId="870610097" sldId="402"/>
            <ac:spMk id="132" creationId="{7EBD1CDD-0453-4940-B69A-272367821C9E}"/>
          </ac:spMkLst>
        </pc:spChg>
        <pc:spChg chg="mod">
          <ac:chgData name="Fainstad, Brandon" userId="aac92477-536e-4d21-9f70-fa5cd941f380" providerId="ADAL" clId="{522CD1A8-5C47-4352-BCD4-C82B6D0F7613}" dt="2021-07-08T04:43:58.364" v="83"/>
          <ac:spMkLst>
            <pc:docMk/>
            <pc:sldMk cId="870610097" sldId="402"/>
            <ac:spMk id="155" creationId="{7754E806-91E5-4E4B-8358-DB8A3324BFF6}"/>
          </ac:spMkLst>
        </pc:spChg>
        <pc:spChg chg="add mod">
          <ac:chgData name="Fainstad, Brandon" userId="aac92477-536e-4d21-9f70-fa5cd941f380" providerId="ADAL" clId="{522CD1A8-5C47-4352-BCD4-C82B6D0F7613}" dt="2021-07-08T04:43:58.364" v="83"/>
          <ac:spMkLst>
            <pc:docMk/>
            <pc:sldMk cId="870610097" sldId="402"/>
            <ac:spMk id="168" creationId="{B7F8CD6E-0A4D-4AF9-BB4D-F0012DFA1385}"/>
          </ac:spMkLst>
        </pc:spChg>
        <pc:spChg chg="mod">
          <ac:chgData name="Fainstad, Brandon" userId="aac92477-536e-4d21-9f70-fa5cd941f380" providerId="ADAL" clId="{522CD1A8-5C47-4352-BCD4-C82B6D0F7613}" dt="2021-07-08T04:43:58.364" v="83"/>
          <ac:spMkLst>
            <pc:docMk/>
            <pc:sldMk cId="870610097" sldId="402"/>
            <ac:spMk id="171" creationId="{6E7868F9-9929-435A-8E7C-14702C5836F2}"/>
          </ac:spMkLst>
        </pc:spChg>
        <pc:spChg chg="mod">
          <ac:chgData name="Fainstad, Brandon" userId="aac92477-536e-4d21-9f70-fa5cd941f380" providerId="ADAL" clId="{522CD1A8-5C47-4352-BCD4-C82B6D0F7613}" dt="2021-07-08T04:43:58.364" v="83"/>
          <ac:spMkLst>
            <pc:docMk/>
            <pc:sldMk cId="870610097" sldId="402"/>
            <ac:spMk id="175" creationId="{C9086EB2-ABE9-4F66-BBF7-AFCF986CCB5E}"/>
          </ac:spMkLst>
        </pc:spChg>
        <pc:spChg chg="mod">
          <ac:chgData name="Fainstad, Brandon" userId="aac92477-536e-4d21-9f70-fa5cd941f380" providerId="ADAL" clId="{522CD1A8-5C47-4352-BCD4-C82B6D0F7613}" dt="2021-07-08T04:43:58.364" v="83"/>
          <ac:spMkLst>
            <pc:docMk/>
            <pc:sldMk cId="870610097" sldId="402"/>
            <ac:spMk id="178" creationId="{4753A5BD-214A-4F36-BF9F-8603D3525655}"/>
          </ac:spMkLst>
        </pc:spChg>
        <pc:spChg chg="mod">
          <ac:chgData name="Fainstad, Brandon" userId="aac92477-536e-4d21-9f70-fa5cd941f380" providerId="ADAL" clId="{522CD1A8-5C47-4352-BCD4-C82B6D0F7613}" dt="2021-07-08T04:43:58.364" v="83"/>
          <ac:spMkLst>
            <pc:docMk/>
            <pc:sldMk cId="870610097" sldId="402"/>
            <ac:spMk id="182" creationId="{5EE5AAC0-771A-4C75-96FA-F1973011CA5B}"/>
          </ac:spMkLst>
        </pc:spChg>
        <pc:spChg chg="mod">
          <ac:chgData name="Fainstad, Brandon" userId="aac92477-536e-4d21-9f70-fa5cd941f380" providerId="ADAL" clId="{522CD1A8-5C47-4352-BCD4-C82B6D0F7613}" dt="2021-07-08T04:43:58.364" v="83"/>
          <ac:spMkLst>
            <pc:docMk/>
            <pc:sldMk cId="870610097" sldId="402"/>
            <ac:spMk id="185" creationId="{BBF90D83-FDFD-4756-B6CB-485B818BD442}"/>
          </ac:spMkLst>
        </pc:spChg>
        <pc:spChg chg="mod">
          <ac:chgData name="Fainstad, Brandon" userId="aac92477-536e-4d21-9f70-fa5cd941f380" providerId="ADAL" clId="{522CD1A8-5C47-4352-BCD4-C82B6D0F7613}" dt="2021-08-26T19:27:55.560" v="252"/>
          <ac:spMkLst>
            <pc:docMk/>
            <pc:sldMk cId="870610097" sldId="402"/>
            <ac:spMk id="192" creationId="{25F01A61-F19B-4C44-AF00-3669EA94F13C}"/>
          </ac:spMkLst>
        </pc:spChg>
        <pc:spChg chg="mod">
          <ac:chgData name="Fainstad, Brandon" userId="aac92477-536e-4d21-9f70-fa5cd941f380" providerId="ADAL" clId="{522CD1A8-5C47-4352-BCD4-C82B6D0F7613}" dt="2021-08-26T19:27:55.560" v="252"/>
          <ac:spMkLst>
            <pc:docMk/>
            <pc:sldMk cId="870610097" sldId="402"/>
            <ac:spMk id="195" creationId="{2A7789D1-75BE-410E-BA95-C91F65506F63}"/>
          </ac:spMkLst>
        </pc:spChg>
        <pc:grpChg chg="del">
          <ac:chgData name="Fainstad, Brandon" userId="aac92477-536e-4d21-9f70-fa5cd941f380" providerId="ADAL" clId="{522CD1A8-5C47-4352-BCD4-C82B6D0F7613}" dt="2021-07-08T04:43:57.964" v="82" actId="478"/>
          <ac:grpSpMkLst>
            <pc:docMk/>
            <pc:sldMk cId="870610097" sldId="402"/>
            <ac:grpSpMk id="76" creationId="{817BAEE5-FE7B-44C9-BFD7-8FE3CD17C3FA}"/>
          </ac:grpSpMkLst>
        </pc:grpChg>
        <pc:grpChg chg="del">
          <ac:chgData name="Fainstad, Brandon" userId="aac92477-536e-4d21-9f70-fa5cd941f380" providerId="ADAL" clId="{522CD1A8-5C47-4352-BCD4-C82B6D0F7613}" dt="2021-07-08T04:43:57.964" v="82" actId="478"/>
          <ac:grpSpMkLst>
            <pc:docMk/>
            <pc:sldMk cId="870610097" sldId="402"/>
            <ac:grpSpMk id="79" creationId="{5F87816F-03B3-4990-B43C-416C06FF7CE5}"/>
          </ac:grpSpMkLst>
        </pc:grpChg>
        <pc:grpChg chg="del">
          <ac:chgData name="Fainstad, Brandon" userId="aac92477-536e-4d21-9f70-fa5cd941f380" providerId="ADAL" clId="{522CD1A8-5C47-4352-BCD4-C82B6D0F7613}" dt="2021-07-08T04:43:57.964" v="82" actId="478"/>
          <ac:grpSpMkLst>
            <pc:docMk/>
            <pc:sldMk cId="870610097" sldId="402"/>
            <ac:grpSpMk id="82" creationId="{7C336E8D-A24A-494F-92E7-BFFD34C3AE48}"/>
          </ac:grpSpMkLst>
        </pc:grpChg>
        <pc:grpChg chg="del">
          <ac:chgData name="Fainstad, Brandon" userId="aac92477-536e-4d21-9f70-fa5cd941f380" providerId="ADAL" clId="{522CD1A8-5C47-4352-BCD4-C82B6D0F7613}" dt="2021-07-08T04:43:57.964" v="82" actId="478"/>
          <ac:grpSpMkLst>
            <pc:docMk/>
            <pc:sldMk cId="870610097" sldId="402"/>
            <ac:grpSpMk id="96" creationId="{AE62D876-E493-47B3-8BF4-49FC99EB3F11}"/>
          </ac:grpSpMkLst>
        </pc:grpChg>
        <pc:grpChg chg="del">
          <ac:chgData name="Fainstad, Brandon" userId="aac92477-536e-4d21-9f70-fa5cd941f380" providerId="ADAL" clId="{522CD1A8-5C47-4352-BCD4-C82B6D0F7613}" dt="2021-07-08T04:43:57.964" v="82" actId="478"/>
          <ac:grpSpMkLst>
            <pc:docMk/>
            <pc:sldMk cId="870610097" sldId="402"/>
            <ac:grpSpMk id="99" creationId="{BFC95483-288B-468C-9F0A-096BE2321758}"/>
          </ac:grpSpMkLst>
        </pc:grpChg>
        <pc:grpChg chg="del">
          <ac:chgData name="Fainstad, Brandon" userId="aac92477-536e-4d21-9f70-fa5cd941f380" providerId="ADAL" clId="{522CD1A8-5C47-4352-BCD4-C82B6D0F7613}" dt="2021-07-08T04:43:57.964" v="82" actId="478"/>
          <ac:grpSpMkLst>
            <pc:docMk/>
            <pc:sldMk cId="870610097" sldId="402"/>
            <ac:grpSpMk id="102" creationId="{43FA0577-E472-4554-8CD9-6C7D88253BB4}"/>
          </ac:grpSpMkLst>
        </pc:grpChg>
        <pc:grpChg chg="add del mod">
          <ac:chgData name="Fainstad, Brandon" userId="aac92477-536e-4d21-9f70-fa5cd941f380" providerId="ADAL" clId="{522CD1A8-5C47-4352-BCD4-C82B6D0F7613}" dt="2021-08-26T19:27:54.769" v="251" actId="478"/>
          <ac:grpSpMkLst>
            <pc:docMk/>
            <pc:sldMk cId="870610097" sldId="402"/>
            <ac:grpSpMk id="154" creationId="{3B710C79-3B94-4D6C-A543-25D667D6D663}"/>
          </ac:grpSpMkLst>
        </pc:grpChg>
        <pc:grpChg chg="add del mod">
          <ac:chgData name="Fainstad, Brandon" userId="aac92477-536e-4d21-9f70-fa5cd941f380" providerId="ADAL" clId="{522CD1A8-5C47-4352-BCD4-C82B6D0F7613}" dt="2021-08-26T19:27:54.769" v="251" actId="478"/>
          <ac:grpSpMkLst>
            <pc:docMk/>
            <pc:sldMk cId="870610097" sldId="402"/>
            <ac:grpSpMk id="170" creationId="{13A2E33B-1B7A-421E-9427-3312669DF232}"/>
          </ac:grpSpMkLst>
        </pc:grpChg>
        <pc:grpChg chg="add mod">
          <ac:chgData name="Fainstad, Brandon" userId="aac92477-536e-4d21-9f70-fa5cd941f380" providerId="ADAL" clId="{522CD1A8-5C47-4352-BCD4-C82B6D0F7613}" dt="2021-07-08T04:43:58.364" v="83"/>
          <ac:grpSpMkLst>
            <pc:docMk/>
            <pc:sldMk cId="870610097" sldId="402"/>
            <ac:grpSpMk id="174" creationId="{4A0D6059-32BB-481E-A64C-244ED7554455}"/>
          </ac:grpSpMkLst>
        </pc:grpChg>
        <pc:grpChg chg="add del mod">
          <ac:chgData name="Fainstad, Brandon" userId="aac92477-536e-4d21-9f70-fa5cd941f380" providerId="ADAL" clId="{522CD1A8-5C47-4352-BCD4-C82B6D0F7613}" dt="2021-08-26T19:27:54.769" v="251" actId="478"/>
          <ac:grpSpMkLst>
            <pc:docMk/>
            <pc:sldMk cId="870610097" sldId="402"/>
            <ac:grpSpMk id="177" creationId="{8BB9C962-39B9-4D01-8F2F-E834107DC7D4}"/>
          </ac:grpSpMkLst>
        </pc:grpChg>
        <pc:grpChg chg="add mod">
          <ac:chgData name="Fainstad, Brandon" userId="aac92477-536e-4d21-9f70-fa5cd941f380" providerId="ADAL" clId="{522CD1A8-5C47-4352-BCD4-C82B6D0F7613}" dt="2021-07-08T04:43:58.364" v="83"/>
          <ac:grpSpMkLst>
            <pc:docMk/>
            <pc:sldMk cId="870610097" sldId="402"/>
            <ac:grpSpMk id="181" creationId="{1CDE35B6-10CA-431A-95A9-96EA1DB0536D}"/>
          </ac:grpSpMkLst>
        </pc:grpChg>
        <pc:grpChg chg="add mod">
          <ac:chgData name="Fainstad, Brandon" userId="aac92477-536e-4d21-9f70-fa5cd941f380" providerId="ADAL" clId="{522CD1A8-5C47-4352-BCD4-C82B6D0F7613}" dt="2021-07-08T04:43:58.364" v="83"/>
          <ac:grpSpMkLst>
            <pc:docMk/>
            <pc:sldMk cId="870610097" sldId="402"/>
            <ac:grpSpMk id="184" creationId="{D794CBD4-8E58-47A3-A85B-DCF1FB619EF8}"/>
          </ac:grpSpMkLst>
        </pc:grpChg>
        <pc:grpChg chg="add mod">
          <ac:chgData name="Fainstad, Brandon" userId="aac92477-536e-4d21-9f70-fa5cd941f380" providerId="ADAL" clId="{522CD1A8-5C47-4352-BCD4-C82B6D0F7613}" dt="2021-07-08T04:43:58.364" v="83"/>
          <ac:grpSpMkLst>
            <pc:docMk/>
            <pc:sldMk cId="870610097" sldId="402"/>
            <ac:grpSpMk id="187" creationId="{085216EB-605A-4E63-9CC3-39149D673840}"/>
          </ac:grpSpMkLst>
        </pc:grpChg>
        <pc:grpChg chg="add mod">
          <ac:chgData name="Fainstad, Brandon" userId="aac92477-536e-4d21-9f70-fa5cd941f380" providerId="ADAL" clId="{522CD1A8-5C47-4352-BCD4-C82B6D0F7613}" dt="2021-08-26T19:27:55.560" v="252"/>
          <ac:grpSpMkLst>
            <pc:docMk/>
            <pc:sldMk cId="870610097" sldId="402"/>
            <ac:grpSpMk id="191" creationId="{3E4FD549-D5AC-4261-BA4C-902DEAD90BCF}"/>
          </ac:grpSpMkLst>
        </pc:grpChg>
        <pc:grpChg chg="add mod">
          <ac:chgData name="Fainstad, Brandon" userId="aac92477-536e-4d21-9f70-fa5cd941f380" providerId="ADAL" clId="{522CD1A8-5C47-4352-BCD4-C82B6D0F7613}" dt="2021-08-26T19:27:55.560" v="252"/>
          <ac:grpSpMkLst>
            <pc:docMk/>
            <pc:sldMk cId="870610097" sldId="402"/>
            <ac:grpSpMk id="194" creationId="{7715135D-92FC-4325-9F9E-697AB0C01E4B}"/>
          </ac:grpSpMkLst>
        </pc:grpChg>
        <pc:picChg chg="del">
          <ac:chgData name="Fainstad, Brandon" userId="aac92477-536e-4d21-9f70-fa5cd941f380" providerId="ADAL" clId="{522CD1A8-5C47-4352-BCD4-C82B6D0F7613}" dt="2021-07-08T04:43:57.964" v="82" actId="478"/>
          <ac:picMkLst>
            <pc:docMk/>
            <pc:sldMk cId="870610097" sldId="402"/>
            <ac:picMk id="75" creationId="{B8674D9F-4B76-4F9A-B719-E1BDDFA94E9F}"/>
          </ac:picMkLst>
        </pc:picChg>
        <pc:picChg chg="mod">
          <ac:chgData name="Fainstad, Brandon" userId="aac92477-536e-4d21-9f70-fa5cd941f380" providerId="ADAL" clId="{522CD1A8-5C47-4352-BCD4-C82B6D0F7613}" dt="2021-07-08T05:09:30.994" v="148" actId="1076"/>
          <ac:picMkLst>
            <pc:docMk/>
            <pc:sldMk cId="870610097" sldId="402"/>
            <ac:picMk id="152" creationId="{5B303BB3-BE66-4F93-B670-77B47AA1947F}"/>
          </ac:picMkLst>
        </pc:picChg>
        <pc:picChg chg="add del mod">
          <ac:chgData name="Fainstad, Brandon" userId="aac92477-536e-4d21-9f70-fa5cd941f380" providerId="ADAL" clId="{522CD1A8-5C47-4352-BCD4-C82B6D0F7613}" dt="2021-08-26T19:27:54.769" v="251" actId="478"/>
          <ac:picMkLst>
            <pc:docMk/>
            <pc:sldMk cId="870610097" sldId="402"/>
            <ac:picMk id="153" creationId="{B92895CE-ECF3-41F9-BEE6-2634C9B62C10}"/>
          </ac:picMkLst>
        </pc:picChg>
        <pc:picChg chg="mod">
          <ac:chgData name="Fainstad, Brandon" userId="aac92477-536e-4d21-9f70-fa5cd941f380" providerId="ADAL" clId="{522CD1A8-5C47-4352-BCD4-C82B6D0F7613}" dt="2021-07-08T04:43:58.364" v="83"/>
          <ac:picMkLst>
            <pc:docMk/>
            <pc:sldMk cId="870610097" sldId="402"/>
            <ac:picMk id="167" creationId="{A47F9886-6A60-4952-88A3-4205A6294BC2}"/>
          </ac:picMkLst>
        </pc:picChg>
        <pc:picChg chg="add mod">
          <ac:chgData name="Fainstad, Brandon" userId="aac92477-536e-4d21-9f70-fa5cd941f380" providerId="ADAL" clId="{522CD1A8-5C47-4352-BCD4-C82B6D0F7613}" dt="2021-07-08T04:43:58.364" v="83"/>
          <ac:picMkLst>
            <pc:docMk/>
            <pc:sldMk cId="870610097" sldId="402"/>
            <ac:picMk id="169" creationId="{C10150EA-9554-43EE-BC0F-ED4E72BB1705}"/>
          </ac:picMkLst>
        </pc:picChg>
        <pc:picChg chg="mod">
          <ac:chgData name="Fainstad, Brandon" userId="aac92477-536e-4d21-9f70-fa5cd941f380" providerId="ADAL" clId="{522CD1A8-5C47-4352-BCD4-C82B6D0F7613}" dt="2021-07-08T04:43:58.364" v="83"/>
          <ac:picMkLst>
            <pc:docMk/>
            <pc:sldMk cId="870610097" sldId="402"/>
            <ac:picMk id="172" creationId="{EEA182D4-3CC4-4EE4-AE9A-918A89D43900}"/>
          </ac:picMkLst>
        </pc:picChg>
        <pc:picChg chg="mod">
          <ac:chgData name="Fainstad, Brandon" userId="aac92477-536e-4d21-9f70-fa5cd941f380" providerId="ADAL" clId="{522CD1A8-5C47-4352-BCD4-C82B6D0F7613}" dt="2021-07-08T04:43:58.364" v="83"/>
          <ac:picMkLst>
            <pc:docMk/>
            <pc:sldMk cId="870610097" sldId="402"/>
            <ac:picMk id="176" creationId="{DC0BE80E-11E6-4723-9B2A-FAA36C5987B8}"/>
          </ac:picMkLst>
        </pc:picChg>
        <pc:picChg chg="mod">
          <ac:chgData name="Fainstad, Brandon" userId="aac92477-536e-4d21-9f70-fa5cd941f380" providerId="ADAL" clId="{522CD1A8-5C47-4352-BCD4-C82B6D0F7613}" dt="2021-07-08T04:43:58.364" v="83"/>
          <ac:picMkLst>
            <pc:docMk/>
            <pc:sldMk cId="870610097" sldId="402"/>
            <ac:picMk id="179" creationId="{9F255679-5E4C-4228-8504-D9FC078662EA}"/>
          </ac:picMkLst>
        </pc:picChg>
        <pc:picChg chg="mod">
          <ac:chgData name="Fainstad, Brandon" userId="aac92477-536e-4d21-9f70-fa5cd941f380" providerId="ADAL" clId="{522CD1A8-5C47-4352-BCD4-C82B6D0F7613}" dt="2021-07-08T04:43:58.364" v="83"/>
          <ac:picMkLst>
            <pc:docMk/>
            <pc:sldMk cId="870610097" sldId="402"/>
            <ac:picMk id="183" creationId="{8D3F9BFA-5222-4090-B9CC-5EE270E03CEA}"/>
          </ac:picMkLst>
        </pc:picChg>
        <pc:picChg chg="mod">
          <ac:chgData name="Fainstad, Brandon" userId="aac92477-536e-4d21-9f70-fa5cd941f380" providerId="ADAL" clId="{522CD1A8-5C47-4352-BCD4-C82B6D0F7613}" dt="2021-07-08T04:43:58.364" v="83"/>
          <ac:picMkLst>
            <pc:docMk/>
            <pc:sldMk cId="870610097" sldId="402"/>
            <ac:picMk id="186" creationId="{33CFED32-DD21-40F3-96DD-FF6D6AE17A6B}"/>
          </ac:picMkLst>
        </pc:picChg>
        <pc:picChg chg="add mod">
          <ac:chgData name="Fainstad, Brandon" userId="aac92477-536e-4d21-9f70-fa5cd941f380" providerId="ADAL" clId="{522CD1A8-5C47-4352-BCD4-C82B6D0F7613}" dt="2021-08-26T19:27:55.560" v="252"/>
          <ac:picMkLst>
            <pc:docMk/>
            <pc:sldMk cId="870610097" sldId="402"/>
            <ac:picMk id="190" creationId="{E08DC90D-5AF0-4356-88D9-288F7B9FB7F6}"/>
          </ac:picMkLst>
        </pc:picChg>
        <pc:picChg chg="mod">
          <ac:chgData name="Fainstad, Brandon" userId="aac92477-536e-4d21-9f70-fa5cd941f380" providerId="ADAL" clId="{522CD1A8-5C47-4352-BCD4-C82B6D0F7613}" dt="2021-08-26T19:27:55.560" v="252"/>
          <ac:picMkLst>
            <pc:docMk/>
            <pc:sldMk cId="870610097" sldId="402"/>
            <ac:picMk id="193" creationId="{83F30289-5471-487F-8635-2BD8D1BD75FA}"/>
          </ac:picMkLst>
        </pc:picChg>
        <pc:picChg chg="mod">
          <ac:chgData name="Fainstad, Brandon" userId="aac92477-536e-4d21-9f70-fa5cd941f380" providerId="ADAL" clId="{522CD1A8-5C47-4352-BCD4-C82B6D0F7613}" dt="2021-08-26T19:27:55.560" v="252"/>
          <ac:picMkLst>
            <pc:docMk/>
            <pc:sldMk cId="870610097" sldId="402"/>
            <ac:picMk id="196" creationId="{368D81A1-D46C-439B-AF12-5801391EA70C}"/>
          </ac:picMkLst>
        </pc:picChg>
        <pc:cxnChg chg="add del mod">
          <ac:chgData name="Fainstad, Brandon" userId="aac92477-536e-4d21-9f70-fa5cd941f380" providerId="ADAL" clId="{522CD1A8-5C47-4352-BCD4-C82B6D0F7613}" dt="2021-08-26T19:27:54.769" v="251" actId="478"/>
          <ac:cxnSpMkLst>
            <pc:docMk/>
            <pc:sldMk cId="870610097" sldId="402"/>
            <ac:cxnSpMk id="173" creationId="{DBA39451-45F6-4536-93CE-86DA8F9E6E14}"/>
          </ac:cxnSpMkLst>
        </pc:cxnChg>
        <pc:cxnChg chg="add del mod">
          <ac:chgData name="Fainstad, Brandon" userId="aac92477-536e-4d21-9f70-fa5cd941f380" providerId="ADAL" clId="{522CD1A8-5C47-4352-BCD4-C82B6D0F7613}" dt="2021-08-26T19:27:54.769" v="251" actId="478"/>
          <ac:cxnSpMkLst>
            <pc:docMk/>
            <pc:sldMk cId="870610097" sldId="402"/>
            <ac:cxnSpMk id="180" creationId="{21F518B6-08C9-4EFE-A0B0-AB413B0DAC8A}"/>
          </ac:cxnSpMkLst>
        </pc:cxnChg>
        <pc:cxnChg chg="mod">
          <ac:chgData name="Fainstad, Brandon" userId="aac92477-536e-4d21-9f70-fa5cd941f380" providerId="ADAL" clId="{522CD1A8-5C47-4352-BCD4-C82B6D0F7613}" dt="2021-07-08T04:43:58.364" v="83"/>
          <ac:cxnSpMkLst>
            <pc:docMk/>
            <pc:sldMk cId="870610097" sldId="402"/>
            <ac:cxnSpMk id="188" creationId="{92212B39-3B21-413F-8999-4B3AE8F14AA3}"/>
          </ac:cxnSpMkLst>
        </pc:cxnChg>
        <pc:cxnChg chg="mod">
          <ac:chgData name="Fainstad, Brandon" userId="aac92477-536e-4d21-9f70-fa5cd941f380" providerId="ADAL" clId="{522CD1A8-5C47-4352-BCD4-C82B6D0F7613}" dt="2021-07-08T04:43:58.364" v="83"/>
          <ac:cxnSpMkLst>
            <pc:docMk/>
            <pc:sldMk cId="870610097" sldId="402"/>
            <ac:cxnSpMk id="189" creationId="{0CB4F99A-6B6A-42F3-8B5F-A931BE0FD6A3}"/>
          </ac:cxnSpMkLst>
        </pc:cxnChg>
        <pc:cxnChg chg="add mod">
          <ac:chgData name="Fainstad, Brandon" userId="aac92477-536e-4d21-9f70-fa5cd941f380" providerId="ADAL" clId="{522CD1A8-5C47-4352-BCD4-C82B6D0F7613}" dt="2021-08-26T19:27:55.560" v="252"/>
          <ac:cxnSpMkLst>
            <pc:docMk/>
            <pc:sldMk cId="870610097" sldId="402"/>
            <ac:cxnSpMk id="197" creationId="{6321CF00-0D84-43D7-98B0-68241CA548CA}"/>
          </ac:cxnSpMkLst>
        </pc:cxnChg>
      </pc:sldChg>
      <pc:sldChg chg="addSp delSp modSp mod">
        <pc:chgData name="Fainstad, Brandon" userId="aac92477-536e-4d21-9f70-fa5cd941f380" providerId="ADAL" clId="{522CD1A8-5C47-4352-BCD4-C82B6D0F7613}" dt="2021-08-26T19:27:29.492" v="242"/>
        <pc:sldMkLst>
          <pc:docMk/>
          <pc:sldMk cId="2199620990" sldId="403"/>
        </pc:sldMkLst>
        <pc:spChg chg="del">
          <ac:chgData name="Fainstad, Brandon" userId="aac92477-536e-4d21-9f70-fa5cd941f380" providerId="ADAL" clId="{522CD1A8-5C47-4352-BCD4-C82B6D0F7613}" dt="2021-07-08T04:43:29.914" v="72" actId="478"/>
          <ac:spMkLst>
            <pc:docMk/>
            <pc:sldMk cId="2199620990" sldId="403"/>
            <ac:spMk id="85" creationId="{8DDE6EEC-21F5-47AB-A9BE-BBD66130BCAD}"/>
          </ac:spMkLst>
        </pc:spChg>
        <pc:spChg chg="mod">
          <ac:chgData name="Fainstad, Brandon" userId="aac92477-536e-4d21-9f70-fa5cd941f380" providerId="ADAL" clId="{522CD1A8-5C47-4352-BCD4-C82B6D0F7613}" dt="2021-08-26T19:27:29.492" v="242"/>
          <ac:spMkLst>
            <pc:docMk/>
            <pc:sldMk cId="2199620990" sldId="403"/>
            <ac:spMk id="99" creationId="{88F031EF-FC0E-454A-B42A-679867542315}"/>
          </ac:spMkLst>
        </pc:spChg>
        <pc:spChg chg="mod">
          <ac:chgData name="Fainstad, Brandon" userId="aac92477-536e-4d21-9f70-fa5cd941f380" providerId="ADAL" clId="{522CD1A8-5C47-4352-BCD4-C82B6D0F7613}" dt="2021-08-26T19:27:29.492" v="242"/>
          <ac:spMkLst>
            <pc:docMk/>
            <pc:sldMk cId="2199620990" sldId="403"/>
            <ac:spMk id="102" creationId="{A0FF86AE-DE01-46A5-92F4-F6DEE376F3D4}"/>
          </ac:spMkLst>
        </pc:spChg>
        <pc:spChg chg="mod">
          <ac:chgData name="Fainstad, Brandon" userId="aac92477-536e-4d21-9f70-fa5cd941f380" providerId="ADAL" clId="{522CD1A8-5C47-4352-BCD4-C82B6D0F7613}" dt="2021-07-08T04:43:30.844" v="73"/>
          <ac:spMkLst>
            <pc:docMk/>
            <pc:sldMk cId="2199620990" sldId="403"/>
            <ac:spMk id="149" creationId="{525E3728-393D-4896-8F08-6C0D59A79060}"/>
          </ac:spMkLst>
        </pc:spChg>
        <pc:spChg chg="add mod">
          <ac:chgData name="Fainstad, Brandon" userId="aac92477-536e-4d21-9f70-fa5cd941f380" providerId="ADAL" clId="{522CD1A8-5C47-4352-BCD4-C82B6D0F7613}" dt="2021-07-08T04:43:30.844" v="73"/>
          <ac:spMkLst>
            <pc:docMk/>
            <pc:sldMk cId="2199620990" sldId="403"/>
            <ac:spMk id="155" creationId="{F978E870-E3F6-47D6-BC21-5B1F6373F593}"/>
          </ac:spMkLst>
        </pc:spChg>
        <pc:spChg chg="mod">
          <ac:chgData name="Fainstad, Brandon" userId="aac92477-536e-4d21-9f70-fa5cd941f380" providerId="ADAL" clId="{522CD1A8-5C47-4352-BCD4-C82B6D0F7613}" dt="2021-07-08T04:43:30.844" v="73"/>
          <ac:spMkLst>
            <pc:docMk/>
            <pc:sldMk cId="2199620990" sldId="403"/>
            <ac:spMk id="163" creationId="{D44243A5-6FA8-49BA-9691-919F4EF2C05D}"/>
          </ac:spMkLst>
        </pc:spChg>
        <pc:spChg chg="mod">
          <ac:chgData name="Fainstad, Brandon" userId="aac92477-536e-4d21-9f70-fa5cd941f380" providerId="ADAL" clId="{522CD1A8-5C47-4352-BCD4-C82B6D0F7613}" dt="2021-07-08T04:43:30.844" v="73"/>
          <ac:spMkLst>
            <pc:docMk/>
            <pc:sldMk cId="2199620990" sldId="403"/>
            <ac:spMk id="167" creationId="{27863718-892B-421A-8401-95513B1BFCF6}"/>
          </ac:spMkLst>
        </pc:spChg>
        <pc:spChg chg="mod">
          <ac:chgData name="Fainstad, Brandon" userId="aac92477-536e-4d21-9f70-fa5cd941f380" providerId="ADAL" clId="{522CD1A8-5C47-4352-BCD4-C82B6D0F7613}" dt="2021-07-08T04:43:30.844" v="73"/>
          <ac:spMkLst>
            <pc:docMk/>
            <pc:sldMk cId="2199620990" sldId="403"/>
            <ac:spMk id="170" creationId="{7C42F5B6-EA9E-4C85-B940-5B358DB4023C}"/>
          </ac:spMkLst>
        </pc:spChg>
        <pc:spChg chg="mod">
          <ac:chgData name="Fainstad, Brandon" userId="aac92477-536e-4d21-9f70-fa5cd941f380" providerId="ADAL" clId="{522CD1A8-5C47-4352-BCD4-C82B6D0F7613}" dt="2021-07-08T04:43:30.844" v="73"/>
          <ac:spMkLst>
            <pc:docMk/>
            <pc:sldMk cId="2199620990" sldId="403"/>
            <ac:spMk id="174" creationId="{DE3845DD-AC66-447E-B4CF-1B5B92F8F574}"/>
          </ac:spMkLst>
        </pc:spChg>
        <pc:spChg chg="mod">
          <ac:chgData name="Fainstad, Brandon" userId="aac92477-536e-4d21-9f70-fa5cd941f380" providerId="ADAL" clId="{522CD1A8-5C47-4352-BCD4-C82B6D0F7613}" dt="2021-07-08T04:43:30.844" v="73"/>
          <ac:spMkLst>
            <pc:docMk/>
            <pc:sldMk cId="2199620990" sldId="403"/>
            <ac:spMk id="177" creationId="{3E2EFBAD-9689-4062-A015-6BBBFFC73817}"/>
          </ac:spMkLst>
        </pc:spChg>
        <pc:grpChg chg="del">
          <ac:chgData name="Fainstad, Brandon" userId="aac92477-536e-4d21-9f70-fa5cd941f380" providerId="ADAL" clId="{522CD1A8-5C47-4352-BCD4-C82B6D0F7613}" dt="2021-07-08T04:43:29.914" v="72" actId="478"/>
          <ac:grpSpMkLst>
            <pc:docMk/>
            <pc:sldMk cId="2199620990" sldId="403"/>
            <ac:grpSpMk id="76" creationId="{817BAEE5-FE7B-44C9-BFD7-8FE3CD17C3FA}"/>
          </ac:grpSpMkLst>
        </pc:grpChg>
        <pc:grpChg chg="del">
          <ac:chgData name="Fainstad, Brandon" userId="aac92477-536e-4d21-9f70-fa5cd941f380" providerId="ADAL" clId="{522CD1A8-5C47-4352-BCD4-C82B6D0F7613}" dt="2021-07-08T04:43:29.914" v="72" actId="478"/>
          <ac:grpSpMkLst>
            <pc:docMk/>
            <pc:sldMk cId="2199620990" sldId="403"/>
            <ac:grpSpMk id="79" creationId="{5F87816F-03B3-4990-B43C-416C06FF7CE5}"/>
          </ac:grpSpMkLst>
        </pc:grpChg>
        <pc:grpChg chg="del">
          <ac:chgData name="Fainstad, Brandon" userId="aac92477-536e-4d21-9f70-fa5cd941f380" providerId="ADAL" clId="{522CD1A8-5C47-4352-BCD4-C82B6D0F7613}" dt="2021-07-08T04:43:29.914" v="72" actId="478"/>
          <ac:grpSpMkLst>
            <pc:docMk/>
            <pc:sldMk cId="2199620990" sldId="403"/>
            <ac:grpSpMk id="82" creationId="{7C336E8D-A24A-494F-92E7-BFFD34C3AE48}"/>
          </ac:grpSpMkLst>
        </pc:grpChg>
        <pc:grpChg chg="del">
          <ac:chgData name="Fainstad, Brandon" userId="aac92477-536e-4d21-9f70-fa5cd941f380" providerId="ADAL" clId="{522CD1A8-5C47-4352-BCD4-C82B6D0F7613}" dt="2021-07-08T04:43:29.914" v="72" actId="478"/>
          <ac:grpSpMkLst>
            <pc:docMk/>
            <pc:sldMk cId="2199620990" sldId="403"/>
            <ac:grpSpMk id="96" creationId="{AE62D876-E493-47B3-8BF4-49FC99EB3F11}"/>
          </ac:grpSpMkLst>
        </pc:grpChg>
        <pc:grpChg chg="add mod">
          <ac:chgData name="Fainstad, Brandon" userId="aac92477-536e-4d21-9f70-fa5cd941f380" providerId="ADAL" clId="{522CD1A8-5C47-4352-BCD4-C82B6D0F7613}" dt="2021-08-26T19:27:29.492" v="242"/>
          <ac:grpSpMkLst>
            <pc:docMk/>
            <pc:sldMk cId="2199620990" sldId="403"/>
            <ac:grpSpMk id="98" creationId="{5F9CA898-CA4C-478D-85F7-66E1AEC55B8F}"/>
          </ac:grpSpMkLst>
        </pc:grpChg>
        <pc:grpChg chg="del">
          <ac:chgData name="Fainstad, Brandon" userId="aac92477-536e-4d21-9f70-fa5cd941f380" providerId="ADAL" clId="{522CD1A8-5C47-4352-BCD4-C82B6D0F7613}" dt="2021-07-08T04:43:29.914" v="72" actId="478"/>
          <ac:grpSpMkLst>
            <pc:docMk/>
            <pc:sldMk cId="2199620990" sldId="403"/>
            <ac:grpSpMk id="99" creationId="{BFC95483-288B-468C-9F0A-096BE2321758}"/>
          </ac:grpSpMkLst>
        </pc:grpChg>
        <pc:grpChg chg="add mod">
          <ac:chgData name="Fainstad, Brandon" userId="aac92477-536e-4d21-9f70-fa5cd941f380" providerId="ADAL" clId="{522CD1A8-5C47-4352-BCD4-C82B6D0F7613}" dt="2021-08-26T19:27:29.492" v="242"/>
          <ac:grpSpMkLst>
            <pc:docMk/>
            <pc:sldMk cId="2199620990" sldId="403"/>
            <ac:grpSpMk id="101" creationId="{226EDC2E-A79D-4C39-AC01-A0B2B214F8C3}"/>
          </ac:grpSpMkLst>
        </pc:grpChg>
        <pc:grpChg chg="del">
          <ac:chgData name="Fainstad, Brandon" userId="aac92477-536e-4d21-9f70-fa5cd941f380" providerId="ADAL" clId="{522CD1A8-5C47-4352-BCD4-C82B6D0F7613}" dt="2021-07-08T04:43:29.914" v="72" actId="478"/>
          <ac:grpSpMkLst>
            <pc:docMk/>
            <pc:sldMk cId="2199620990" sldId="403"/>
            <ac:grpSpMk id="102" creationId="{43FA0577-E472-4554-8CD9-6C7D88253BB4}"/>
          </ac:grpSpMkLst>
        </pc:grpChg>
        <pc:grpChg chg="add del mod">
          <ac:chgData name="Fainstad, Brandon" userId="aac92477-536e-4d21-9f70-fa5cd941f380" providerId="ADAL" clId="{522CD1A8-5C47-4352-BCD4-C82B6D0F7613}" dt="2021-08-26T19:27:28.693" v="241" actId="478"/>
          <ac:grpSpMkLst>
            <pc:docMk/>
            <pc:sldMk cId="2199620990" sldId="403"/>
            <ac:grpSpMk id="141" creationId="{8F9693C0-512A-4D33-96F3-D9241E99446C}"/>
          </ac:grpSpMkLst>
        </pc:grpChg>
        <pc:grpChg chg="add del mod">
          <ac:chgData name="Fainstad, Brandon" userId="aac92477-536e-4d21-9f70-fa5cd941f380" providerId="ADAL" clId="{522CD1A8-5C47-4352-BCD4-C82B6D0F7613}" dt="2021-08-26T19:27:28.693" v="241" actId="478"/>
          <ac:grpSpMkLst>
            <pc:docMk/>
            <pc:sldMk cId="2199620990" sldId="403"/>
            <ac:grpSpMk id="162" creationId="{C756B40C-00A0-45DA-BF10-A82D5A5D9453}"/>
          </ac:grpSpMkLst>
        </pc:grpChg>
        <pc:grpChg chg="add mod">
          <ac:chgData name="Fainstad, Brandon" userId="aac92477-536e-4d21-9f70-fa5cd941f380" providerId="ADAL" clId="{522CD1A8-5C47-4352-BCD4-C82B6D0F7613}" dt="2021-07-08T04:43:30.844" v="73"/>
          <ac:grpSpMkLst>
            <pc:docMk/>
            <pc:sldMk cId="2199620990" sldId="403"/>
            <ac:grpSpMk id="166" creationId="{57F5E4BF-3631-4314-ACC0-856E57F6234E}"/>
          </ac:grpSpMkLst>
        </pc:grpChg>
        <pc:grpChg chg="add del mod">
          <ac:chgData name="Fainstad, Brandon" userId="aac92477-536e-4d21-9f70-fa5cd941f380" providerId="ADAL" clId="{522CD1A8-5C47-4352-BCD4-C82B6D0F7613}" dt="2021-08-26T19:27:28.693" v="241" actId="478"/>
          <ac:grpSpMkLst>
            <pc:docMk/>
            <pc:sldMk cId="2199620990" sldId="403"/>
            <ac:grpSpMk id="169" creationId="{266FC1A6-1407-436E-B866-74F08517A09A}"/>
          </ac:grpSpMkLst>
        </pc:grpChg>
        <pc:grpChg chg="add mod">
          <ac:chgData name="Fainstad, Brandon" userId="aac92477-536e-4d21-9f70-fa5cd941f380" providerId="ADAL" clId="{522CD1A8-5C47-4352-BCD4-C82B6D0F7613}" dt="2021-07-08T04:43:30.844" v="73"/>
          <ac:grpSpMkLst>
            <pc:docMk/>
            <pc:sldMk cId="2199620990" sldId="403"/>
            <ac:grpSpMk id="173" creationId="{8952A15A-4255-4DAF-9453-B475DA3FC2CE}"/>
          </ac:grpSpMkLst>
        </pc:grpChg>
        <pc:grpChg chg="add mod">
          <ac:chgData name="Fainstad, Brandon" userId="aac92477-536e-4d21-9f70-fa5cd941f380" providerId="ADAL" clId="{522CD1A8-5C47-4352-BCD4-C82B6D0F7613}" dt="2021-07-08T04:43:30.844" v="73"/>
          <ac:grpSpMkLst>
            <pc:docMk/>
            <pc:sldMk cId="2199620990" sldId="403"/>
            <ac:grpSpMk id="176" creationId="{10B69588-E72E-4F6F-AD90-FD2A23BDD947}"/>
          </ac:grpSpMkLst>
        </pc:grpChg>
        <pc:grpChg chg="add mod">
          <ac:chgData name="Fainstad, Brandon" userId="aac92477-536e-4d21-9f70-fa5cd941f380" providerId="ADAL" clId="{522CD1A8-5C47-4352-BCD4-C82B6D0F7613}" dt="2021-07-08T04:43:30.844" v="73"/>
          <ac:grpSpMkLst>
            <pc:docMk/>
            <pc:sldMk cId="2199620990" sldId="403"/>
            <ac:grpSpMk id="179" creationId="{50AC8B73-FFE9-4960-9E51-027E2C087BEA}"/>
          </ac:grpSpMkLst>
        </pc:grpChg>
        <pc:picChg chg="del">
          <ac:chgData name="Fainstad, Brandon" userId="aac92477-536e-4d21-9f70-fa5cd941f380" providerId="ADAL" clId="{522CD1A8-5C47-4352-BCD4-C82B6D0F7613}" dt="2021-07-08T04:43:29.914" v="72" actId="478"/>
          <ac:picMkLst>
            <pc:docMk/>
            <pc:sldMk cId="2199620990" sldId="403"/>
            <ac:picMk id="75" creationId="{B8674D9F-4B76-4F9A-B719-E1BDDFA94E9F}"/>
          </ac:picMkLst>
        </pc:picChg>
        <pc:picChg chg="add mod">
          <ac:chgData name="Fainstad, Brandon" userId="aac92477-536e-4d21-9f70-fa5cd941f380" providerId="ADAL" clId="{522CD1A8-5C47-4352-BCD4-C82B6D0F7613}" dt="2021-08-26T19:27:29.492" v="242"/>
          <ac:picMkLst>
            <pc:docMk/>
            <pc:sldMk cId="2199620990" sldId="403"/>
            <ac:picMk id="97" creationId="{1523F75A-5B63-4EF0-80E4-167BBED238EA}"/>
          </ac:picMkLst>
        </pc:picChg>
        <pc:picChg chg="mod">
          <ac:chgData name="Fainstad, Brandon" userId="aac92477-536e-4d21-9f70-fa5cd941f380" providerId="ADAL" clId="{522CD1A8-5C47-4352-BCD4-C82B6D0F7613}" dt="2021-08-26T19:27:29.492" v="242"/>
          <ac:picMkLst>
            <pc:docMk/>
            <pc:sldMk cId="2199620990" sldId="403"/>
            <ac:picMk id="100" creationId="{8161EEFC-8225-48C9-A1EE-B5E235451D11}"/>
          </ac:picMkLst>
        </pc:picChg>
        <pc:picChg chg="mod">
          <ac:chgData name="Fainstad, Brandon" userId="aac92477-536e-4d21-9f70-fa5cd941f380" providerId="ADAL" clId="{522CD1A8-5C47-4352-BCD4-C82B6D0F7613}" dt="2021-08-26T19:27:29.492" v="242"/>
          <ac:picMkLst>
            <pc:docMk/>
            <pc:sldMk cId="2199620990" sldId="403"/>
            <ac:picMk id="103" creationId="{B10E19C6-6B85-4049-B50B-369D91B96902}"/>
          </ac:picMkLst>
        </pc:picChg>
        <pc:picChg chg="add del mod">
          <ac:chgData name="Fainstad, Brandon" userId="aac92477-536e-4d21-9f70-fa5cd941f380" providerId="ADAL" clId="{522CD1A8-5C47-4352-BCD4-C82B6D0F7613}" dt="2021-08-26T19:27:28.693" v="241" actId="478"/>
          <ac:picMkLst>
            <pc:docMk/>
            <pc:sldMk cId="2199620990" sldId="403"/>
            <ac:picMk id="132" creationId="{8975A3A7-3C3D-422C-B73C-2CEE8C996457}"/>
          </ac:picMkLst>
        </pc:picChg>
        <pc:picChg chg="mod">
          <ac:chgData name="Fainstad, Brandon" userId="aac92477-536e-4d21-9f70-fa5cd941f380" providerId="ADAL" clId="{522CD1A8-5C47-4352-BCD4-C82B6D0F7613}" dt="2021-07-08T04:43:30.844" v="73"/>
          <ac:picMkLst>
            <pc:docMk/>
            <pc:sldMk cId="2199620990" sldId="403"/>
            <ac:picMk id="154" creationId="{7C5544D7-765A-4056-8B20-B7D68FBCE5B5}"/>
          </ac:picMkLst>
        </pc:picChg>
        <pc:picChg chg="add mod">
          <ac:chgData name="Fainstad, Brandon" userId="aac92477-536e-4d21-9f70-fa5cd941f380" providerId="ADAL" clId="{522CD1A8-5C47-4352-BCD4-C82B6D0F7613}" dt="2021-07-08T04:43:30.844" v="73"/>
          <ac:picMkLst>
            <pc:docMk/>
            <pc:sldMk cId="2199620990" sldId="403"/>
            <ac:picMk id="161" creationId="{AC7ABCC7-21B7-4734-9220-25745BB67E10}"/>
          </ac:picMkLst>
        </pc:picChg>
        <pc:picChg chg="mod">
          <ac:chgData name="Fainstad, Brandon" userId="aac92477-536e-4d21-9f70-fa5cd941f380" providerId="ADAL" clId="{522CD1A8-5C47-4352-BCD4-C82B6D0F7613}" dt="2021-07-08T04:43:30.844" v="73"/>
          <ac:picMkLst>
            <pc:docMk/>
            <pc:sldMk cId="2199620990" sldId="403"/>
            <ac:picMk id="164" creationId="{0B42F7B1-CC00-4FA9-B7C5-80D83D08C517}"/>
          </ac:picMkLst>
        </pc:picChg>
        <pc:picChg chg="mod">
          <ac:chgData name="Fainstad, Brandon" userId="aac92477-536e-4d21-9f70-fa5cd941f380" providerId="ADAL" clId="{522CD1A8-5C47-4352-BCD4-C82B6D0F7613}" dt="2021-07-08T04:43:30.844" v="73"/>
          <ac:picMkLst>
            <pc:docMk/>
            <pc:sldMk cId="2199620990" sldId="403"/>
            <ac:picMk id="168" creationId="{F95C0C2E-76A4-49A1-BA66-AFF9123863C5}"/>
          </ac:picMkLst>
        </pc:picChg>
        <pc:picChg chg="mod">
          <ac:chgData name="Fainstad, Brandon" userId="aac92477-536e-4d21-9f70-fa5cd941f380" providerId="ADAL" clId="{522CD1A8-5C47-4352-BCD4-C82B6D0F7613}" dt="2021-07-08T04:43:30.844" v="73"/>
          <ac:picMkLst>
            <pc:docMk/>
            <pc:sldMk cId="2199620990" sldId="403"/>
            <ac:picMk id="171" creationId="{7253D56A-EF18-4EA3-B2B8-5425E3EF05F9}"/>
          </ac:picMkLst>
        </pc:picChg>
        <pc:picChg chg="mod">
          <ac:chgData name="Fainstad, Brandon" userId="aac92477-536e-4d21-9f70-fa5cd941f380" providerId="ADAL" clId="{522CD1A8-5C47-4352-BCD4-C82B6D0F7613}" dt="2021-07-08T04:43:30.844" v="73"/>
          <ac:picMkLst>
            <pc:docMk/>
            <pc:sldMk cId="2199620990" sldId="403"/>
            <ac:picMk id="175" creationId="{AA0E0C71-3C3E-4741-BD90-D02CC945FB8E}"/>
          </ac:picMkLst>
        </pc:picChg>
        <pc:picChg chg="mod">
          <ac:chgData name="Fainstad, Brandon" userId="aac92477-536e-4d21-9f70-fa5cd941f380" providerId="ADAL" clId="{522CD1A8-5C47-4352-BCD4-C82B6D0F7613}" dt="2021-07-08T04:43:30.844" v="73"/>
          <ac:picMkLst>
            <pc:docMk/>
            <pc:sldMk cId="2199620990" sldId="403"/>
            <ac:picMk id="178" creationId="{0A7D60F2-43DF-4D4B-9CBA-EBB39EB12753}"/>
          </ac:picMkLst>
        </pc:picChg>
        <pc:cxnChg chg="add mod">
          <ac:chgData name="Fainstad, Brandon" userId="aac92477-536e-4d21-9f70-fa5cd941f380" providerId="ADAL" clId="{522CD1A8-5C47-4352-BCD4-C82B6D0F7613}" dt="2021-08-26T19:27:29.492" v="242"/>
          <ac:cxnSpMkLst>
            <pc:docMk/>
            <pc:sldMk cId="2199620990" sldId="403"/>
            <ac:cxnSpMk id="104" creationId="{17D00BA9-7399-457B-930B-D1A5B50BCF09}"/>
          </ac:cxnSpMkLst>
        </pc:cxnChg>
        <pc:cxnChg chg="add del mod">
          <ac:chgData name="Fainstad, Brandon" userId="aac92477-536e-4d21-9f70-fa5cd941f380" providerId="ADAL" clId="{522CD1A8-5C47-4352-BCD4-C82B6D0F7613}" dt="2021-08-26T19:27:28.693" v="241" actId="478"/>
          <ac:cxnSpMkLst>
            <pc:docMk/>
            <pc:sldMk cId="2199620990" sldId="403"/>
            <ac:cxnSpMk id="165" creationId="{A2E07041-E0E2-4C91-8B52-FA2F4D969750}"/>
          </ac:cxnSpMkLst>
        </pc:cxnChg>
        <pc:cxnChg chg="add del mod">
          <ac:chgData name="Fainstad, Brandon" userId="aac92477-536e-4d21-9f70-fa5cd941f380" providerId="ADAL" clId="{522CD1A8-5C47-4352-BCD4-C82B6D0F7613}" dt="2021-08-26T19:27:28.693" v="241" actId="478"/>
          <ac:cxnSpMkLst>
            <pc:docMk/>
            <pc:sldMk cId="2199620990" sldId="403"/>
            <ac:cxnSpMk id="172" creationId="{F15A2D43-C525-4A22-99CE-39DDABF49B95}"/>
          </ac:cxnSpMkLst>
        </pc:cxnChg>
        <pc:cxnChg chg="mod">
          <ac:chgData name="Fainstad, Brandon" userId="aac92477-536e-4d21-9f70-fa5cd941f380" providerId="ADAL" clId="{522CD1A8-5C47-4352-BCD4-C82B6D0F7613}" dt="2021-07-08T04:43:30.844" v="73"/>
          <ac:cxnSpMkLst>
            <pc:docMk/>
            <pc:sldMk cId="2199620990" sldId="403"/>
            <ac:cxnSpMk id="180" creationId="{75B5987B-53DF-480D-9438-5DE61D1FCE85}"/>
          </ac:cxnSpMkLst>
        </pc:cxnChg>
        <pc:cxnChg chg="mod">
          <ac:chgData name="Fainstad, Brandon" userId="aac92477-536e-4d21-9f70-fa5cd941f380" providerId="ADAL" clId="{522CD1A8-5C47-4352-BCD4-C82B6D0F7613}" dt="2021-07-08T04:43:30.844" v="73"/>
          <ac:cxnSpMkLst>
            <pc:docMk/>
            <pc:sldMk cId="2199620990" sldId="403"/>
            <ac:cxnSpMk id="181" creationId="{AE072699-B5C7-4CC7-909A-DF7013FE088F}"/>
          </ac:cxnSpMkLst>
        </pc:cxnChg>
      </pc:sldChg>
      <pc:sldChg chg="addSp delSp modSp mod">
        <pc:chgData name="Fainstad, Brandon" userId="aac92477-536e-4d21-9f70-fa5cd941f380" providerId="ADAL" clId="{522CD1A8-5C47-4352-BCD4-C82B6D0F7613}" dt="2021-08-26T19:27:35.045" v="244"/>
        <pc:sldMkLst>
          <pc:docMk/>
          <pc:sldMk cId="2879307557" sldId="404"/>
        </pc:sldMkLst>
        <pc:spChg chg="del">
          <ac:chgData name="Fainstad, Brandon" userId="aac92477-536e-4d21-9f70-fa5cd941f380" providerId="ADAL" clId="{522CD1A8-5C47-4352-BCD4-C82B6D0F7613}" dt="2021-07-08T04:43:36.074" v="74" actId="478"/>
          <ac:spMkLst>
            <pc:docMk/>
            <pc:sldMk cId="2879307557" sldId="404"/>
            <ac:spMk id="85" creationId="{8DDE6EEC-21F5-47AB-A9BE-BBD66130BCAD}"/>
          </ac:spMkLst>
        </pc:spChg>
        <pc:spChg chg="mod">
          <ac:chgData name="Fainstad, Brandon" userId="aac92477-536e-4d21-9f70-fa5cd941f380" providerId="ADAL" clId="{522CD1A8-5C47-4352-BCD4-C82B6D0F7613}" dt="2021-08-26T19:27:35.045" v="244"/>
          <ac:spMkLst>
            <pc:docMk/>
            <pc:sldMk cId="2879307557" sldId="404"/>
            <ac:spMk id="98" creationId="{A8F1D9B1-8D2B-4BC0-9AC7-247EDBA1BB74}"/>
          </ac:spMkLst>
        </pc:spChg>
        <pc:spChg chg="mod">
          <ac:chgData name="Fainstad, Brandon" userId="aac92477-536e-4d21-9f70-fa5cd941f380" providerId="ADAL" clId="{522CD1A8-5C47-4352-BCD4-C82B6D0F7613}" dt="2021-08-26T19:27:35.045" v="244"/>
          <ac:spMkLst>
            <pc:docMk/>
            <pc:sldMk cId="2879307557" sldId="404"/>
            <ac:spMk id="101" creationId="{38265473-8331-4E5D-8F00-D1CC28101307}"/>
          </ac:spMkLst>
        </pc:spChg>
        <pc:spChg chg="mod">
          <ac:chgData name="Fainstad, Brandon" userId="aac92477-536e-4d21-9f70-fa5cd941f380" providerId="ADAL" clId="{522CD1A8-5C47-4352-BCD4-C82B6D0F7613}" dt="2021-07-08T04:43:36.506" v="75"/>
          <ac:spMkLst>
            <pc:docMk/>
            <pc:sldMk cId="2879307557" sldId="404"/>
            <ac:spMk id="108" creationId="{05572ACB-8BD7-48D4-8824-BD60A9195410}"/>
          </ac:spMkLst>
        </pc:spChg>
        <pc:spChg chg="add mod">
          <ac:chgData name="Fainstad, Brandon" userId="aac92477-536e-4d21-9f70-fa5cd941f380" providerId="ADAL" clId="{522CD1A8-5C47-4352-BCD4-C82B6D0F7613}" dt="2021-07-08T04:43:36.506" v="75"/>
          <ac:spMkLst>
            <pc:docMk/>
            <pc:sldMk cId="2879307557" sldId="404"/>
            <ac:spMk id="110" creationId="{3E54BF3C-76D9-4A6F-8EA1-2931AEB087C1}"/>
          </ac:spMkLst>
        </pc:spChg>
        <pc:spChg chg="mod">
          <ac:chgData name="Fainstad, Brandon" userId="aac92477-536e-4d21-9f70-fa5cd941f380" providerId="ADAL" clId="{522CD1A8-5C47-4352-BCD4-C82B6D0F7613}" dt="2021-07-08T04:43:36.506" v="75"/>
          <ac:spMkLst>
            <pc:docMk/>
            <pc:sldMk cId="2879307557" sldId="404"/>
            <ac:spMk id="113" creationId="{0F8C1897-C841-4358-A9A1-51E53463939F}"/>
          </ac:spMkLst>
        </pc:spChg>
        <pc:spChg chg="mod">
          <ac:chgData name="Fainstad, Brandon" userId="aac92477-536e-4d21-9f70-fa5cd941f380" providerId="ADAL" clId="{522CD1A8-5C47-4352-BCD4-C82B6D0F7613}" dt="2021-07-08T04:43:36.506" v="75"/>
          <ac:spMkLst>
            <pc:docMk/>
            <pc:sldMk cId="2879307557" sldId="404"/>
            <ac:spMk id="117" creationId="{1003527C-7C1D-45D2-AE62-27ACE0900B04}"/>
          </ac:spMkLst>
        </pc:spChg>
        <pc:spChg chg="mod">
          <ac:chgData name="Fainstad, Brandon" userId="aac92477-536e-4d21-9f70-fa5cd941f380" providerId="ADAL" clId="{522CD1A8-5C47-4352-BCD4-C82B6D0F7613}" dt="2021-07-08T04:43:36.506" v="75"/>
          <ac:spMkLst>
            <pc:docMk/>
            <pc:sldMk cId="2879307557" sldId="404"/>
            <ac:spMk id="120" creationId="{43193308-637E-49A1-B0C9-F0706604C286}"/>
          </ac:spMkLst>
        </pc:spChg>
        <pc:spChg chg="mod">
          <ac:chgData name="Fainstad, Brandon" userId="aac92477-536e-4d21-9f70-fa5cd941f380" providerId="ADAL" clId="{522CD1A8-5C47-4352-BCD4-C82B6D0F7613}" dt="2021-07-08T04:43:36.506" v="75"/>
          <ac:spMkLst>
            <pc:docMk/>
            <pc:sldMk cId="2879307557" sldId="404"/>
            <ac:spMk id="124" creationId="{0BB802E7-2E2D-4941-9AD3-AA5AD66AEBB7}"/>
          </ac:spMkLst>
        </pc:spChg>
        <pc:spChg chg="mod">
          <ac:chgData name="Fainstad, Brandon" userId="aac92477-536e-4d21-9f70-fa5cd941f380" providerId="ADAL" clId="{522CD1A8-5C47-4352-BCD4-C82B6D0F7613}" dt="2021-07-08T04:43:36.506" v="75"/>
          <ac:spMkLst>
            <pc:docMk/>
            <pc:sldMk cId="2879307557" sldId="404"/>
            <ac:spMk id="127" creationId="{D2D3D8F3-08BD-4013-A4CD-30EDE2278628}"/>
          </ac:spMkLst>
        </pc:spChg>
        <pc:grpChg chg="del">
          <ac:chgData name="Fainstad, Brandon" userId="aac92477-536e-4d21-9f70-fa5cd941f380" providerId="ADAL" clId="{522CD1A8-5C47-4352-BCD4-C82B6D0F7613}" dt="2021-07-08T04:43:36.074" v="74" actId="478"/>
          <ac:grpSpMkLst>
            <pc:docMk/>
            <pc:sldMk cId="2879307557" sldId="404"/>
            <ac:grpSpMk id="76" creationId="{817BAEE5-FE7B-44C9-BFD7-8FE3CD17C3FA}"/>
          </ac:grpSpMkLst>
        </pc:grpChg>
        <pc:grpChg chg="del">
          <ac:chgData name="Fainstad, Brandon" userId="aac92477-536e-4d21-9f70-fa5cd941f380" providerId="ADAL" clId="{522CD1A8-5C47-4352-BCD4-C82B6D0F7613}" dt="2021-07-08T04:43:36.074" v="74" actId="478"/>
          <ac:grpSpMkLst>
            <pc:docMk/>
            <pc:sldMk cId="2879307557" sldId="404"/>
            <ac:grpSpMk id="79" creationId="{5F87816F-03B3-4990-B43C-416C06FF7CE5}"/>
          </ac:grpSpMkLst>
        </pc:grpChg>
        <pc:grpChg chg="del">
          <ac:chgData name="Fainstad, Brandon" userId="aac92477-536e-4d21-9f70-fa5cd941f380" providerId="ADAL" clId="{522CD1A8-5C47-4352-BCD4-C82B6D0F7613}" dt="2021-07-08T04:43:36.074" v="74" actId="478"/>
          <ac:grpSpMkLst>
            <pc:docMk/>
            <pc:sldMk cId="2879307557" sldId="404"/>
            <ac:grpSpMk id="82" creationId="{7C336E8D-A24A-494F-92E7-BFFD34C3AE48}"/>
          </ac:grpSpMkLst>
        </pc:grpChg>
        <pc:grpChg chg="del">
          <ac:chgData name="Fainstad, Brandon" userId="aac92477-536e-4d21-9f70-fa5cd941f380" providerId="ADAL" clId="{522CD1A8-5C47-4352-BCD4-C82B6D0F7613}" dt="2021-07-08T04:43:36.074" v="74" actId="478"/>
          <ac:grpSpMkLst>
            <pc:docMk/>
            <pc:sldMk cId="2879307557" sldId="404"/>
            <ac:grpSpMk id="96" creationId="{AE62D876-E493-47B3-8BF4-49FC99EB3F11}"/>
          </ac:grpSpMkLst>
        </pc:grpChg>
        <pc:grpChg chg="add mod">
          <ac:chgData name="Fainstad, Brandon" userId="aac92477-536e-4d21-9f70-fa5cd941f380" providerId="ADAL" clId="{522CD1A8-5C47-4352-BCD4-C82B6D0F7613}" dt="2021-08-26T19:27:35.045" v="244"/>
          <ac:grpSpMkLst>
            <pc:docMk/>
            <pc:sldMk cId="2879307557" sldId="404"/>
            <ac:grpSpMk id="97" creationId="{4215ADB7-136C-4E2A-86B4-96DC93B3E6CD}"/>
          </ac:grpSpMkLst>
        </pc:grpChg>
        <pc:grpChg chg="del">
          <ac:chgData name="Fainstad, Brandon" userId="aac92477-536e-4d21-9f70-fa5cd941f380" providerId="ADAL" clId="{522CD1A8-5C47-4352-BCD4-C82B6D0F7613}" dt="2021-07-08T04:43:36.074" v="74" actId="478"/>
          <ac:grpSpMkLst>
            <pc:docMk/>
            <pc:sldMk cId="2879307557" sldId="404"/>
            <ac:grpSpMk id="99" creationId="{BFC95483-288B-468C-9F0A-096BE2321758}"/>
          </ac:grpSpMkLst>
        </pc:grpChg>
        <pc:grpChg chg="add mod">
          <ac:chgData name="Fainstad, Brandon" userId="aac92477-536e-4d21-9f70-fa5cd941f380" providerId="ADAL" clId="{522CD1A8-5C47-4352-BCD4-C82B6D0F7613}" dt="2021-08-26T19:27:35.045" v="244"/>
          <ac:grpSpMkLst>
            <pc:docMk/>
            <pc:sldMk cId="2879307557" sldId="404"/>
            <ac:grpSpMk id="100" creationId="{E0189374-EDBD-457D-94E6-E29B1AF1D3A8}"/>
          </ac:grpSpMkLst>
        </pc:grpChg>
        <pc:grpChg chg="del">
          <ac:chgData name="Fainstad, Brandon" userId="aac92477-536e-4d21-9f70-fa5cd941f380" providerId="ADAL" clId="{522CD1A8-5C47-4352-BCD4-C82B6D0F7613}" dt="2021-07-08T04:43:36.074" v="74" actId="478"/>
          <ac:grpSpMkLst>
            <pc:docMk/>
            <pc:sldMk cId="2879307557" sldId="404"/>
            <ac:grpSpMk id="102" creationId="{43FA0577-E472-4554-8CD9-6C7D88253BB4}"/>
          </ac:grpSpMkLst>
        </pc:grpChg>
        <pc:grpChg chg="add del mod">
          <ac:chgData name="Fainstad, Brandon" userId="aac92477-536e-4d21-9f70-fa5cd941f380" providerId="ADAL" clId="{522CD1A8-5C47-4352-BCD4-C82B6D0F7613}" dt="2021-08-26T19:27:34.228" v="243" actId="478"/>
          <ac:grpSpMkLst>
            <pc:docMk/>
            <pc:sldMk cId="2879307557" sldId="404"/>
            <ac:grpSpMk id="107" creationId="{BCDF7949-14E3-4D05-9756-3AAEB3740F6B}"/>
          </ac:grpSpMkLst>
        </pc:grpChg>
        <pc:grpChg chg="add del mod">
          <ac:chgData name="Fainstad, Brandon" userId="aac92477-536e-4d21-9f70-fa5cd941f380" providerId="ADAL" clId="{522CD1A8-5C47-4352-BCD4-C82B6D0F7613}" dt="2021-08-26T19:27:34.228" v="243" actId="478"/>
          <ac:grpSpMkLst>
            <pc:docMk/>
            <pc:sldMk cId="2879307557" sldId="404"/>
            <ac:grpSpMk id="112" creationId="{5B9DC9A4-0866-4674-9C38-5957AAEDBD26}"/>
          </ac:grpSpMkLst>
        </pc:grpChg>
        <pc:grpChg chg="add mod">
          <ac:chgData name="Fainstad, Brandon" userId="aac92477-536e-4d21-9f70-fa5cd941f380" providerId="ADAL" clId="{522CD1A8-5C47-4352-BCD4-C82B6D0F7613}" dt="2021-07-08T04:43:36.506" v="75"/>
          <ac:grpSpMkLst>
            <pc:docMk/>
            <pc:sldMk cId="2879307557" sldId="404"/>
            <ac:grpSpMk id="116" creationId="{6119381E-95D4-431D-83D4-53389CE83FB6}"/>
          </ac:grpSpMkLst>
        </pc:grpChg>
        <pc:grpChg chg="add del mod">
          <ac:chgData name="Fainstad, Brandon" userId="aac92477-536e-4d21-9f70-fa5cd941f380" providerId="ADAL" clId="{522CD1A8-5C47-4352-BCD4-C82B6D0F7613}" dt="2021-08-26T19:27:34.228" v="243" actId="478"/>
          <ac:grpSpMkLst>
            <pc:docMk/>
            <pc:sldMk cId="2879307557" sldId="404"/>
            <ac:grpSpMk id="119" creationId="{E7716A90-342F-4636-8037-A618E9D1AA3B}"/>
          </ac:grpSpMkLst>
        </pc:grpChg>
        <pc:grpChg chg="add mod">
          <ac:chgData name="Fainstad, Brandon" userId="aac92477-536e-4d21-9f70-fa5cd941f380" providerId="ADAL" clId="{522CD1A8-5C47-4352-BCD4-C82B6D0F7613}" dt="2021-07-08T04:43:36.506" v="75"/>
          <ac:grpSpMkLst>
            <pc:docMk/>
            <pc:sldMk cId="2879307557" sldId="404"/>
            <ac:grpSpMk id="123" creationId="{3E3B16D9-813D-46E5-B0F9-FA7427E76CC1}"/>
          </ac:grpSpMkLst>
        </pc:grpChg>
        <pc:grpChg chg="add mod">
          <ac:chgData name="Fainstad, Brandon" userId="aac92477-536e-4d21-9f70-fa5cd941f380" providerId="ADAL" clId="{522CD1A8-5C47-4352-BCD4-C82B6D0F7613}" dt="2021-07-08T04:43:36.506" v="75"/>
          <ac:grpSpMkLst>
            <pc:docMk/>
            <pc:sldMk cId="2879307557" sldId="404"/>
            <ac:grpSpMk id="126" creationId="{08C993BE-E476-46EC-AB94-6AA8AE7734D3}"/>
          </ac:grpSpMkLst>
        </pc:grpChg>
        <pc:grpChg chg="add mod">
          <ac:chgData name="Fainstad, Brandon" userId="aac92477-536e-4d21-9f70-fa5cd941f380" providerId="ADAL" clId="{522CD1A8-5C47-4352-BCD4-C82B6D0F7613}" dt="2021-07-08T04:43:36.506" v="75"/>
          <ac:grpSpMkLst>
            <pc:docMk/>
            <pc:sldMk cId="2879307557" sldId="404"/>
            <ac:grpSpMk id="129" creationId="{FE3E20AE-2E60-4116-BDE4-FD1F83DC9902}"/>
          </ac:grpSpMkLst>
        </pc:grpChg>
        <pc:picChg chg="del">
          <ac:chgData name="Fainstad, Brandon" userId="aac92477-536e-4d21-9f70-fa5cd941f380" providerId="ADAL" clId="{522CD1A8-5C47-4352-BCD4-C82B6D0F7613}" dt="2021-07-08T04:43:36.074" v="74" actId="478"/>
          <ac:picMkLst>
            <pc:docMk/>
            <pc:sldMk cId="2879307557" sldId="404"/>
            <ac:picMk id="75" creationId="{B8674D9F-4B76-4F9A-B719-E1BDDFA94E9F}"/>
          </ac:picMkLst>
        </pc:picChg>
        <pc:picChg chg="add mod">
          <ac:chgData name="Fainstad, Brandon" userId="aac92477-536e-4d21-9f70-fa5cd941f380" providerId="ADAL" clId="{522CD1A8-5C47-4352-BCD4-C82B6D0F7613}" dt="2021-08-26T19:27:35.045" v="244"/>
          <ac:picMkLst>
            <pc:docMk/>
            <pc:sldMk cId="2879307557" sldId="404"/>
            <ac:picMk id="96" creationId="{143A6ADE-9821-4C39-8E77-7A6F34F84AA5}"/>
          </ac:picMkLst>
        </pc:picChg>
        <pc:picChg chg="mod">
          <ac:chgData name="Fainstad, Brandon" userId="aac92477-536e-4d21-9f70-fa5cd941f380" providerId="ADAL" clId="{522CD1A8-5C47-4352-BCD4-C82B6D0F7613}" dt="2021-08-26T19:27:35.045" v="244"/>
          <ac:picMkLst>
            <pc:docMk/>
            <pc:sldMk cId="2879307557" sldId="404"/>
            <ac:picMk id="99" creationId="{E3670E16-F2B1-45CC-9A28-58BF15619291}"/>
          </ac:picMkLst>
        </pc:picChg>
        <pc:picChg chg="mod">
          <ac:chgData name="Fainstad, Brandon" userId="aac92477-536e-4d21-9f70-fa5cd941f380" providerId="ADAL" clId="{522CD1A8-5C47-4352-BCD4-C82B6D0F7613}" dt="2021-08-26T19:27:35.045" v="244"/>
          <ac:picMkLst>
            <pc:docMk/>
            <pc:sldMk cId="2879307557" sldId="404"/>
            <ac:picMk id="102" creationId="{4608D4E6-07C0-49F3-88A9-FA1596F7A008}"/>
          </ac:picMkLst>
        </pc:picChg>
        <pc:picChg chg="add del mod">
          <ac:chgData name="Fainstad, Brandon" userId="aac92477-536e-4d21-9f70-fa5cd941f380" providerId="ADAL" clId="{522CD1A8-5C47-4352-BCD4-C82B6D0F7613}" dt="2021-08-26T19:27:34.228" v="243" actId="478"/>
          <ac:picMkLst>
            <pc:docMk/>
            <pc:sldMk cId="2879307557" sldId="404"/>
            <ac:picMk id="106" creationId="{1B3AB03F-5E2C-462D-8C61-83C3FFAE6F0F}"/>
          </ac:picMkLst>
        </pc:picChg>
        <pc:picChg chg="mod">
          <ac:chgData name="Fainstad, Brandon" userId="aac92477-536e-4d21-9f70-fa5cd941f380" providerId="ADAL" clId="{522CD1A8-5C47-4352-BCD4-C82B6D0F7613}" dt="2021-07-08T04:43:36.506" v="75"/>
          <ac:picMkLst>
            <pc:docMk/>
            <pc:sldMk cId="2879307557" sldId="404"/>
            <ac:picMk id="109" creationId="{D368A3DB-D3D4-41B0-999F-71FC3A55A9FA}"/>
          </ac:picMkLst>
        </pc:picChg>
        <pc:picChg chg="add mod">
          <ac:chgData name="Fainstad, Brandon" userId="aac92477-536e-4d21-9f70-fa5cd941f380" providerId="ADAL" clId="{522CD1A8-5C47-4352-BCD4-C82B6D0F7613}" dt="2021-07-08T04:43:36.506" v="75"/>
          <ac:picMkLst>
            <pc:docMk/>
            <pc:sldMk cId="2879307557" sldId="404"/>
            <ac:picMk id="111" creationId="{5C66E20B-B6A3-471E-9F4D-B86D2CE261DF}"/>
          </ac:picMkLst>
        </pc:picChg>
        <pc:picChg chg="mod">
          <ac:chgData name="Fainstad, Brandon" userId="aac92477-536e-4d21-9f70-fa5cd941f380" providerId="ADAL" clId="{522CD1A8-5C47-4352-BCD4-C82B6D0F7613}" dt="2021-07-08T04:43:36.506" v="75"/>
          <ac:picMkLst>
            <pc:docMk/>
            <pc:sldMk cId="2879307557" sldId="404"/>
            <ac:picMk id="114" creationId="{8640A540-0C5C-458D-846E-7C723A2FBAC6}"/>
          </ac:picMkLst>
        </pc:picChg>
        <pc:picChg chg="mod">
          <ac:chgData name="Fainstad, Brandon" userId="aac92477-536e-4d21-9f70-fa5cd941f380" providerId="ADAL" clId="{522CD1A8-5C47-4352-BCD4-C82B6D0F7613}" dt="2021-07-08T04:43:36.506" v="75"/>
          <ac:picMkLst>
            <pc:docMk/>
            <pc:sldMk cId="2879307557" sldId="404"/>
            <ac:picMk id="118" creationId="{1B94E906-C7BF-45A0-A9B6-80C36740268E}"/>
          </ac:picMkLst>
        </pc:picChg>
        <pc:picChg chg="mod">
          <ac:chgData name="Fainstad, Brandon" userId="aac92477-536e-4d21-9f70-fa5cd941f380" providerId="ADAL" clId="{522CD1A8-5C47-4352-BCD4-C82B6D0F7613}" dt="2021-07-08T04:43:36.506" v="75"/>
          <ac:picMkLst>
            <pc:docMk/>
            <pc:sldMk cId="2879307557" sldId="404"/>
            <ac:picMk id="121" creationId="{94767D08-6E36-4596-9E6D-32BFDD6F6F81}"/>
          </ac:picMkLst>
        </pc:picChg>
        <pc:picChg chg="mod">
          <ac:chgData name="Fainstad, Brandon" userId="aac92477-536e-4d21-9f70-fa5cd941f380" providerId="ADAL" clId="{522CD1A8-5C47-4352-BCD4-C82B6D0F7613}" dt="2021-07-08T04:43:36.506" v="75"/>
          <ac:picMkLst>
            <pc:docMk/>
            <pc:sldMk cId="2879307557" sldId="404"/>
            <ac:picMk id="125" creationId="{9634D7FC-049A-4C81-A28B-88BE245473F7}"/>
          </ac:picMkLst>
        </pc:picChg>
        <pc:picChg chg="mod">
          <ac:chgData name="Fainstad, Brandon" userId="aac92477-536e-4d21-9f70-fa5cd941f380" providerId="ADAL" clId="{522CD1A8-5C47-4352-BCD4-C82B6D0F7613}" dt="2021-07-08T04:43:36.506" v="75"/>
          <ac:picMkLst>
            <pc:docMk/>
            <pc:sldMk cId="2879307557" sldId="404"/>
            <ac:picMk id="128" creationId="{91AB1565-A0F9-4012-9B7B-DDF31DE6911C}"/>
          </ac:picMkLst>
        </pc:picChg>
        <pc:cxnChg chg="add mod">
          <ac:chgData name="Fainstad, Brandon" userId="aac92477-536e-4d21-9f70-fa5cd941f380" providerId="ADAL" clId="{522CD1A8-5C47-4352-BCD4-C82B6D0F7613}" dt="2021-08-26T19:27:35.045" v="244"/>
          <ac:cxnSpMkLst>
            <pc:docMk/>
            <pc:sldMk cId="2879307557" sldId="404"/>
            <ac:cxnSpMk id="103" creationId="{A3FC5544-C1C2-429E-9415-6131FD8E6D55}"/>
          </ac:cxnSpMkLst>
        </pc:cxnChg>
        <pc:cxnChg chg="add del mod">
          <ac:chgData name="Fainstad, Brandon" userId="aac92477-536e-4d21-9f70-fa5cd941f380" providerId="ADAL" clId="{522CD1A8-5C47-4352-BCD4-C82B6D0F7613}" dt="2021-08-26T19:27:34.228" v="243" actId="478"/>
          <ac:cxnSpMkLst>
            <pc:docMk/>
            <pc:sldMk cId="2879307557" sldId="404"/>
            <ac:cxnSpMk id="115" creationId="{EDC684BF-068F-46E6-A4F8-78FDA56BB354}"/>
          </ac:cxnSpMkLst>
        </pc:cxnChg>
        <pc:cxnChg chg="add del mod">
          <ac:chgData name="Fainstad, Brandon" userId="aac92477-536e-4d21-9f70-fa5cd941f380" providerId="ADAL" clId="{522CD1A8-5C47-4352-BCD4-C82B6D0F7613}" dt="2021-08-26T19:27:34.228" v="243" actId="478"/>
          <ac:cxnSpMkLst>
            <pc:docMk/>
            <pc:sldMk cId="2879307557" sldId="404"/>
            <ac:cxnSpMk id="122" creationId="{EB20B50A-16A0-40E2-AFC0-D609CB5EC7B7}"/>
          </ac:cxnSpMkLst>
        </pc:cxnChg>
        <pc:cxnChg chg="mod">
          <ac:chgData name="Fainstad, Brandon" userId="aac92477-536e-4d21-9f70-fa5cd941f380" providerId="ADAL" clId="{522CD1A8-5C47-4352-BCD4-C82B6D0F7613}" dt="2021-07-08T04:43:36.506" v="75"/>
          <ac:cxnSpMkLst>
            <pc:docMk/>
            <pc:sldMk cId="2879307557" sldId="404"/>
            <ac:cxnSpMk id="130" creationId="{67D067E3-E1FB-4DE9-8939-D4377A1FF4FB}"/>
          </ac:cxnSpMkLst>
        </pc:cxnChg>
        <pc:cxnChg chg="mod">
          <ac:chgData name="Fainstad, Brandon" userId="aac92477-536e-4d21-9f70-fa5cd941f380" providerId="ADAL" clId="{522CD1A8-5C47-4352-BCD4-C82B6D0F7613}" dt="2021-07-08T04:43:36.506" v="75"/>
          <ac:cxnSpMkLst>
            <pc:docMk/>
            <pc:sldMk cId="2879307557" sldId="404"/>
            <ac:cxnSpMk id="131" creationId="{0FBCA89E-A99D-458B-8AFA-8B796D60EA34}"/>
          </ac:cxnSpMkLst>
        </pc:cxnChg>
      </pc:sldChg>
      <pc:sldChg chg="addSp delSp modSp mod">
        <pc:chgData name="Fainstad, Brandon" userId="aac92477-536e-4d21-9f70-fa5cd941f380" providerId="ADAL" clId="{522CD1A8-5C47-4352-BCD4-C82B6D0F7613}" dt="2021-08-26T19:27:39.820" v="246"/>
        <pc:sldMkLst>
          <pc:docMk/>
          <pc:sldMk cId="822513148" sldId="405"/>
        </pc:sldMkLst>
        <pc:spChg chg="del">
          <ac:chgData name="Fainstad, Brandon" userId="aac92477-536e-4d21-9f70-fa5cd941f380" providerId="ADAL" clId="{522CD1A8-5C47-4352-BCD4-C82B6D0F7613}" dt="2021-07-08T04:43:42.454" v="76" actId="478"/>
          <ac:spMkLst>
            <pc:docMk/>
            <pc:sldMk cId="822513148" sldId="405"/>
            <ac:spMk id="85" creationId="{8DDE6EEC-21F5-47AB-A9BE-BBD66130BCAD}"/>
          </ac:spMkLst>
        </pc:spChg>
        <pc:spChg chg="mod">
          <ac:chgData name="Fainstad, Brandon" userId="aac92477-536e-4d21-9f70-fa5cd941f380" providerId="ADAL" clId="{522CD1A8-5C47-4352-BCD4-C82B6D0F7613}" dt="2021-08-26T19:27:39.820" v="246"/>
          <ac:spMkLst>
            <pc:docMk/>
            <pc:sldMk cId="822513148" sldId="405"/>
            <ac:spMk id="98" creationId="{5C075C12-37D5-4AFB-96C7-0FBCFDC078AB}"/>
          </ac:spMkLst>
        </pc:spChg>
        <pc:spChg chg="mod">
          <ac:chgData name="Fainstad, Brandon" userId="aac92477-536e-4d21-9f70-fa5cd941f380" providerId="ADAL" clId="{522CD1A8-5C47-4352-BCD4-C82B6D0F7613}" dt="2021-08-26T19:27:39.820" v="246"/>
          <ac:spMkLst>
            <pc:docMk/>
            <pc:sldMk cId="822513148" sldId="405"/>
            <ac:spMk id="101" creationId="{CF00FC7F-78C3-46B1-B947-57A86E994A39}"/>
          </ac:spMkLst>
        </pc:spChg>
        <pc:spChg chg="mod">
          <ac:chgData name="Fainstad, Brandon" userId="aac92477-536e-4d21-9f70-fa5cd941f380" providerId="ADAL" clId="{522CD1A8-5C47-4352-BCD4-C82B6D0F7613}" dt="2021-07-08T04:43:42.924" v="77"/>
          <ac:spMkLst>
            <pc:docMk/>
            <pc:sldMk cId="822513148" sldId="405"/>
            <ac:spMk id="108" creationId="{73CB7C54-7D3D-4B3D-B278-1A5709F0BDC9}"/>
          </ac:spMkLst>
        </pc:spChg>
        <pc:spChg chg="add mod">
          <ac:chgData name="Fainstad, Brandon" userId="aac92477-536e-4d21-9f70-fa5cd941f380" providerId="ADAL" clId="{522CD1A8-5C47-4352-BCD4-C82B6D0F7613}" dt="2021-07-08T04:43:42.924" v="77"/>
          <ac:spMkLst>
            <pc:docMk/>
            <pc:sldMk cId="822513148" sldId="405"/>
            <ac:spMk id="110" creationId="{126F9A84-4D2B-41E4-8DDD-2279136828FB}"/>
          </ac:spMkLst>
        </pc:spChg>
        <pc:spChg chg="mod">
          <ac:chgData name="Fainstad, Brandon" userId="aac92477-536e-4d21-9f70-fa5cd941f380" providerId="ADAL" clId="{522CD1A8-5C47-4352-BCD4-C82B6D0F7613}" dt="2021-07-08T04:43:42.924" v="77"/>
          <ac:spMkLst>
            <pc:docMk/>
            <pc:sldMk cId="822513148" sldId="405"/>
            <ac:spMk id="113" creationId="{9B8DE7B2-E415-4F99-9E4E-C810B5087989}"/>
          </ac:spMkLst>
        </pc:spChg>
        <pc:spChg chg="mod">
          <ac:chgData name="Fainstad, Brandon" userId="aac92477-536e-4d21-9f70-fa5cd941f380" providerId="ADAL" clId="{522CD1A8-5C47-4352-BCD4-C82B6D0F7613}" dt="2021-07-08T04:43:42.924" v="77"/>
          <ac:spMkLst>
            <pc:docMk/>
            <pc:sldMk cId="822513148" sldId="405"/>
            <ac:spMk id="117" creationId="{E4DDDDE3-24C4-445A-8F2E-7833B1575257}"/>
          </ac:spMkLst>
        </pc:spChg>
        <pc:spChg chg="mod">
          <ac:chgData name="Fainstad, Brandon" userId="aac92477-536e-4d21-9f70-fa5cd941f380" providerId="ADAL" clId="{522CD1A8-5C47-4352-BCD4-C82B6D0F7613}" dt="2021-07-08T04:43:42.924" v="77"/>
          <ac:spMkLst>
            <pc:docMk/>
            <pc:sldMk cId="822513148" sldId="405"/>
            <ac:spMk id="120" creationId="{CA926E35-582B-4512-921D-BC31149C5C0E}"/>
          </ac:spMkLst>
        </pc:spChg>
        <pc:spChg chg="mod">
          <ac:chgData name="Fainstad, Brandon" userId="aac92477-536e-4d21-9f70-fa5cd941f380" providerId="ADAL" clId="{522CD1A8-5C47-4352-BCD4-C82B6D0F7613}" dt="2021-07-08T04:43:42.924" v="77"/>
          <ac:spMkLst>
            <pc:docMk/>
            <pc:sldMk cId="822513148" sldId="405"/>
            <ac:spMk id="124" creationId="{BB136C43-5DFF-4C2F-A1D9-4F363FD9984F}"/>
          </ac:spMkLst>
        </pc:spChg>
        <pc:spChg chg="mod">
          <ac:chgData name="Fainstad, Brandon" userId="aac92477-536e-4d21-9f70-fa5cd941f380" providerId="ADAL" clId="{522CD1A8-5C47-4352-BCD4-C82B6D0F7613}" dt="2021-07-08T04:43:42.924" v="77"/>
          <ac:spMkLst>
            <pc:docMk/>
            <pc:sldMk cId="822513148" sldId="405"/>
            <ac:spMk id="127" creationId="{9FD7ED62-2816-4ED9-AD2F-91CBE143FDE5}"/>
          </ac:spMkLst>
        </pc:spChg>
        <pc:grpChg chg="del">
          <ac:chgData name="Fainstad, Brandon" userId="aac92477-536e-4d21-9f70-fa5cd941f380" providerId="ADAL" clId="{522CD1A8-5C47-4352-BCD4-C82B6D0F7613}" dt="2021-07-08T04:43:42.454" v="76" actId="478"/>
          <ac:grpSpMkLst>
            <pc:docMk/>
            <pc:sldMk cId="822513148" sldId="405"/>
            <ac:grpSpMk id="76" creationId="{817BAEE5-FE7B-44C9-BFD7-8FE3CD17C3FA}"/>
          </ac:grpSpMkLst>
        </pc:grpChg>
        <pc:grpChg chg="del">
          <ac:chgData name="Fainstad, Brandon" userId="aac92477-536e-4d21-9f70-fa5cd941f380" providerId="ADAL" clId="{522CD1A8-5C47-4352-BCD4-C82B6D0F7613}" dt="2021-07-08T04:43:42.454" v="76" actId="478"/>
          <ac:grpSpMkLst>
            <pc:docMk/>
            <pc:sldMk cId="822513148" sldId="405"/>
            <ac:grpSpMk id="79" creationId="{5F87816F-03B3-4990-B43C-416C06FF7CE5}"/>
          </ac:grpSpMkLst>
        </pc:grpChg>
        <pc:grpChg chg="del">
          <ac:chgData name="Fainstad, Brandon" userId="aac92477-536e-4d21-9f70-fa5cd941f380" providerId="ADAL" clId="{522CD1A8-5C47-4352-BCD4-C82B6D0F7613}" dt="2021-07-08T04:43:42.454" v="76" actId="478"/>
          <ac:grpSpMkLst>
            <pc:docMk/>
            <pc:sldMk cId="822513148" sldId="405"/>
            <ac:grpSpMk id="82" creationId="{7C336E8D-A24A-494F-92E7-BFFD34C3AE48}"/>
          </ac:grpSpMkLst>
        </pc:grpChg>
        <pc:grpChg chg="del">
          <ac:chgData name="Fainstad, Brandon" userId="aac92477-536e-4d21-9f70-fa5cd941f380" providerId="ADAL" clId="{522CD1A8-5C47-4352-BCD4-C82B6D0F7613}" dt="2021-07-08T04:43:42.454" v="76" actId="478"/>
          <ac:grpSpMkLst>
            <pc:docMk/>
            <pc:sldMk cId="822513148" sldId="405"/>
            <ac:grpSpMk id="96" creationId="{AE62D876-E493-47B3-8BF4-49FC99EB3F11}"/>
          </ac:grpSpMkLst>
        </pc:grpChg>
        <pc:grpChg chg="add mod">
          <ac:chgData name="Fainstad, Brandon" userId="aac92477-536e-4d21-9f70-fa5cd941f380" providerId="ADAL" clId="{522CD1A8-5C47-4352-BCD4-C82B6D0F7613}" dt="2021-08-26T19:27:39.820" v="246"/>
          <ac:grpSpMkLst>
            <pc:docMk/>
            <pc:sldMk cId="822513148" sldId="405"/>
            <ac:grpSpMk id="97" creationId="{FF33C729-774D-42E6-ACB5-5F8ADE2A6621}"/>
          </ac:grpSpMkLst>
        </pc:grpChg>
        <pc:grpChg chg="del">
          <ac:chgData name="Fainstad, Brandon" userId="aac92477-536e-4d21-9f70-fa5cd941f380" providerId="ADAL" clId="{522CD1A8-5C47-4352-BCD4-C82B6D0F7613}" dt="2021-07-08T04:43:42.454" v="76" actId="478"/>
          <ac:grpSpMkLst>
            <pc:docMk/>
            <pc:sldMk cId="822513148" sldId="405"/>
            <ac:grpSpMk id="99" creationId="{BFC95483-288B-468C-9F0A-096BE2321758}"/>
          </ac:grpSpMkLst>
        </pc:grpChg>
        <pc:grpChg chg="add mod">
          <ac:chgData name="Fainstad, Brandon" userId="aac92477-536e-4d21-9f70-fa5cd941f380" providerId="ADAL" clId="{522CD1A8-5C47-4352-BCD4-C82B6D0F7613}" dt="2021-08-26T19:27:39.820" v="246"/>
          <ac:grpSpMkLst>
            <pc:docMk/>
            <pc:sldMk cId="822513148" sldId="405"/>
            <ac:grpSpMk id="100" creationId="{98AAB29E-89EB-4838-AD16-B594B7D13B7E}"/>
          </ac:grpSpMkLst>
        </pc:grpChg>
        <pc:grpChg chg="del">
          <ac:chgData name="Fainstad, Brandon" userId="aac92477-536e-4d21-9f70-fa5cd941f380" providerId="ADAL" clId="{522CD1A8-5C47-4352-BCD4-C82B6D0F7613}" dt="2021-07-08T04:43:42.454" v="76" actId="478"/>
          <ac:grpSpMkLst>
            <pc:docMk/>
            <pc:sldMk cId="822513148" sldId="405"/>
            <ac:grpSpMk id="102" creationId="{43FA0577-E472-4554-8CD9-6C7D88253BB4}"/>
          </ac:grpSpMkLst>
        </pc:grpChg>
        <pc:grpChg chg="add del mod">
          <ac:chgData name="Fainstad, Brandon" userId="aac92477-536e-4d21-9f70-fa5cd941f380" providerId="ADAL" clId="{522CD1A8-5C47-4352-BCD4-C82B6D0F7613}" dt="2021-08-26T19:27:39.013" v="245" actId="478"/>
          <ac:grpSpMkLst>
            <pc:docMk/>
            <pc:sldMk cId="822513148" sldId="405"/>
            <ac:grpSpMk id="107" creationId="{20AFEDC4-A554-4DE9-A682-300C512151AE}"/>
          </ac:grpSpMkLst>
        </pc:grpChg>
        <pc:grpChg chg="add del mod">
          <ac:chgData name="Fainstad, Brandon" userId="aac92477-536e-4d21-9f70-fa5cd941f380" providerId="ADAL" clId="{522CD1A8-5C47-4352-BCD4-C82B6D0F7613}" dt="2021-08-26T19:27:39.013" v="245" actId="478"/>
          <ac:grpSpMkLst>
            <pc:docMk/>
            <pc:sldMk cId="822513148" sldId="405"/>
            <ac:grpSpMk id="112" creationId="{744AA5A3-8579-41CC-B981-5487CAA51C60}"/>
          </ac:grpSpMkLst>
        </pc:grpChg>
        <pc:grpChg chg="add mod">
          <ac:chgData name="Fainstad, Brandon" userId="aac92477-536e-4d21-9f70-fa5cd941f380" providerId="ADAL" clId="{522CD1A8-5C47-4352-BCD4-C82B6D0F7613}" dt="2021-07-08T04:43:42.924" v="77"/>
          <ac:grpSpMkLst>
            <pc:docMk/>
            <pc:sldMk cId="822513148" sldId="405"/>
            <ac:grpSpMk id="116" creationId="{3FBD877B-D476-40AE-B93A-D2B2D935E79E}"/>
          </ac:grpSpMkLst>
        </pc:grpChg>
        <pc:grpChg chg="add del mod">
          <ac:chgData name="Fainstad, Brandon" userId="aac92477-536e-4d21-9f70-fa5cd941f380" providerId="ADAL" clId="{522CD1A8-5C47-4352-BCD4-C82B6D0F7613}" dt="2021-08-26T19:27:39.013" v="245" actId="478"/>
          <ac:grpSpMkLst>
            <pc:docMk/>
            <pc:sldMk cId="822513148" sldId="405"/>
            <ac:grpSpMk id="119" creationId="{3FA8D5F5-EDAA-420B-9232-76A269FA7A62}"/>
          </ac:grpSpMkLst>
        </pc:grpChg>
        <pc:grpChg chg="add mod">
          <ac:chgData name="Fainstad, Brandon" userId="aac92477-536e-4d21-9f70-fa5cd941f380" providerId="ADAL" clId="{522CD1A8-5C47-4352-BCD4-C82B6D0F7613}" dt="2021-07-08T04:43:42.924" v="77"/>
          <ac:grpSpMkLst>
            <pc:docMk/>
            <pc:sldMk cId="822513148" sldId="405"/>
            <ac:grpSpMk id="123" creationId="{9CF14195-B571-4BA7-B138-476D40520760}"/>
          </ac:grpSpMkLst>
        </pc:grpChg>
        <pc:grpChg chg="add mod">
          <ac:chgData name="Fainstad, Brandon" userId="aac92477-536e-4d21-9f70-fa5cd941f380" providerId="ADAL" clId="{522CD1A8-5C47-4352-BCD4-C82B6D0F7613}" dt="2021-07-08T04:43:42.924" v="77"/>
          <ac:grpSpMkLst>
            <pc:docMk/>
            <pc:sldMk cId="822513148" sldId="405"/>
            <ac:grpSpMk id="126" creationId="{14612C3D-38EA-47BD-8DD6-7F49AD4711C3}"/>
          </ac:grpSpMkLst>
        </pc:grpChg>
        <pc:grpChg chg="add mod">
          <ac:chgData name="Fainstad, Brandon" userId="aac92477-536e-4d21-9f70-fa5cd941f380" providerId="ADAL" clId="{522CD1A8-5C47-4352-BCD4-C82B6D0F7613}" dt="2021-07-08T04:43:42.924" v="77"/>
          <ac:grpSpMkLst>
            <pc:docMk/>
            <pc:sldMk cId="822513148" sldId="405"/>
            <ac:grpSpMk id="129" creationId="{D38580B3-AB5E-4A7A-B4D3-477BE3D214F1}"/>
          </ac:grpSpMkLst>
        </pc:grpChg>
        <pc:picChg chg="del">
          <ac:chgData name="Fainstad, Brandon" userId="aac92477-536e-4d21-9f70-fa5cd941f380" providerId="ADAL" clId="{522CD1A8-5C47-4352-BCD4-C82B6D0F7613}" dt="2021-07-08T04:43:42.454" v="76" actId="478"/>
          <ac:picMkLst>
            <pc:docMk/>
            <pc:sldMk cId="822513148" sldId="405"/>
            <ac:picMk id="75" creationId="{B8674D9F-4B76-4F9A-B719-E1BDDFA94E9F}"/>
          </ac:picMkLst>
        </pc:picChg>
        <pc:picChg chg="add mod">
          <ac:chgData name="Fainstad, Brandon" userId="aac92477-536e-4d21-9f70-fa5cd941f380" providerId="ADAL" clId="{522CD1A8-5C47-4352-BCD4-C82B6D0F7613}" dt="2021-08-26T19:27:39.820" v="246"/>
          <ac:picMkLst>
            <pc:docMk/>
            <pc:sldMk cId="822513148" sldId="405"/>
            <ac:picMk id="96" creationId="{A3EE590D-1242-4E67-B25C-E1B1846FF32C}"/>
          </ac:picMkLst>
        </pc:picChg>
        <pc:picChg chg="mod">
          <ac:chgData name="Fainstad, Brandon" userId="aac92477-536e-4d21-9f70-fa5cd941f380" providerId="ADAL" clId="{522CD1A8-5C47-4352-BCD4-C82B6D0F7613}" dt="2021-08-26T19:27:39.820" v="246"/>
          <ac:picMkLst>
            <pc:docMk/>
            <pc:sldMk cId="822513148" sldId="405"/>
            <ac:picMk id="99" creationId="{040D054C-2DBE-4A70-90E1-5A52D2C0AA7E}"/>
          </ac:picMkLst>
        </pc:picChg>
        <pc:picChg chg="mod">
          <ac:chgData name="Fainstad, Brandon" userId="aac92477-536e-4d21-9f70-fa5cd941f380" providerId="ADAL" clId="{522CD1A8-5C47-4352-BCD4-C82B6D0F7613}" dt="2021-08-26T19:27:39.820" v="246"/>
          <ac:picMkLst>
            <pc:docMk/>
            <pc:sldMk cId="822513148" sldId="405"/>
            <ac:picMk id="102" creationId="{C31A0609-FFB7-4414-A532-33C63ADDCAC3}"/>
          </ac:picMkLst>
        </pc:picChg>
        <pc:picChg chg="add del mod">
          <ac:chgData name="Fainstad, Brandon" userId="aac92477-536e-4d21-9f70-fa5cd941f380" providerId="ADAL" clId="{522CD1A8-5C47-4352-BCD4-C82B6D0F7613}" dt="2021-08-26T19:27:39.013" v="245" actId="478"/>
          <ac:picMkLst>
            <pc:docMk/>
            <pc:sldMk cId="822513148" sldId="405"/>
            <ac:picMk id="106" creationId="{EC0EE652-164E-47F0-AED4-274C0E2F7D6C}"/>
          </ac:picMkLst>
        </pc:picChg>
        <pc:picChg chg="mod">
          <ac:chgData name="Fainstad, Brandon" userId="aac92477-536e-4d21-9f70-fa5cd941f380" providerId="ADAL" clId="{522CD1A8-5C47-4352-BCD4-C82B6D0F7613}" dt="2021-07-08T04:43:42.924" v="77"/>
          <ac:picMkLst>
            <pc:docMk/>
            <pc:sldMk cId="822513148" sldId="405"/>
            <ac:picMk id="109" creationId="{DCBC2341-AB38-444A-BCC6-BC0B68B577AE}"/>
          </ac:picMkLst>
        </pc:picChg>
        <pc:picChg chg="add mod">
          <ac:chgData name="Fainstad, Brandon" userId="aac92477-536e-4d21-9f70-fa5cd941f380" providerId="ADAL" clId="{522CD1A8-5C47-4352-BCD4-C82B6D0F7613}" dt="2021-07-08T04:43:42.924" v="77"/>
          <ac:picMkLst>
            <pc:docMk/>
            <pc:sldMk cId="822513148" sldId="405"/>
            <ac:picMk id="111" creationId="{EE4FF555-B4E7-4229-A077-E69F1FC2057A}"/>
          </ac:picMkLst>
        </pc:picChg>
        <pc:picChg chg="mod">
          <ac:chgData name="Fainstad, Brandon" userId="aac92477-536e-4d21-9f70-fa5cd941f380" providerId="ADAL" clId="{522CD1A8-5C47-4352-BCD4-C82B6D0F7613}" dt="2021-07-08T04:43:42.924" v="77"/>
          <ac:picMkLst>
            <pc:docMk/>
            <pc:sldMk cId="822513148" sldId="405"/>
            <ac:picMk id="114" creationId="{A5A25D84-414E-45AD-ADAD-6BC254E84C09}"/>
          </ac:picMkLst>
        </pc:picChg>
        <pc:picChg chg="mod">
          <ac:chgData name="Fainstad, Brandon" userId="aac92477-536e-4d21-9f70-fa5cd941f380" providerId="ADAL" clId="{522CD1A8-5C47-4352-BCD4-C82B6D0F7613}" dt="2021-07-08T04:43:42.924" v="77"/>
          <ac:picMkLst>
            <pc:docMk/>
            <pc:sldMk cId="822513148" sldId="405"/>
            <ac:picMk id="118" creationId="{4CA7F137-3FCD-4ECA-BD09-066DE8F9C4BA}"/>
          </ac:picMkLst>
        </pc:picChg>
        <pc:picChg chg="mod">
          <ac:chgData name="Fainstad, Brandon" userId="aac92477-536e-4d21-9f70-fa5cd941f380" providerId="ADAL" clId="{522CD1A8-5C47-4352-BCD4-C82B6D0F7613}" dt="2021-07-08T04:43:42.924" v="77"/>
          <ac:picMkLst>
            <pc:docMk/>
            <pc:sldMk cId="822513148" sldId="405"/>
            <ac:picMk id="121" creationId="{6154A7B8-EBAD-46AF-A342-27B3F772E648}"/>
          </ac:picMkLst>
        </pc:picChg>
        <pc:picChg chg="mod">
          <ac:chgData name="Fainstad, Brandon" userId="aac92477-536e-4d21-9f70-fa5cd941f380" providerId="ADAL" clId="{522CD1A8-5C47-4352-BCD4-C82B6D0F7613}" dt="2021-07-08T04:43:42.924" v="77"/>
          <ac:picMkLst>
            <pc:docMk/>
            <pc:sldMk cId="822513148" sldId="405"/>
            <ac:picMk id="125" creationId="{7647A44F-070A-4AD0-8606-137BC2529EF3}"/>
          </ac:picMkLst>
        </pc:picChg>
        <pc:picChg chg="mod">
          <ac:chgData name="Fainstad, Brandon" userId="aac92477-536e-4d21-9f70-fa5cd941f380" providerId="ADAL" clId="{522CD1A8-5C47-4352-BCD4-C82B6D0F7613}" dt="2021-07-08T04:43:42.924" v="77"/>
          <ac:picMkLst>
            <pc:docMk/>
            <pc:sldMk cId="822513148" sldId="405"/>
            <ac:picMk id="128" creationId="{B8FE754F-F9A0-41D9-9F92-2B8275E53E1C}"/>
          </ac:picMkLst>
        </pc:picChg>
        <pc:picChg chg="ord">
          <ac:chgData name="Fainstad, Brandon" userId="aac92477-536e-4d21-9f70-fa5cd941f380" providerId="ADAL" clId="{522CD1A8-5C47-4352-BCD4-C82B6D0F7613}" dt="2021-08-25T23:01:35.898" v="152" actId="166"/>
          <ac:picMkLst>
            <pc:docMk/>
            <pc:sldMk cId="822513148" sldId="405"/>
            <ac:picMk id="152" creationId="{5B303BB3-BE66-4F93-B670-77B47AA1947F}"/>
          </ac:picMkLst>
        </pc:picChg>
        <pc:cxnChg chg="add mod">
          <ac:chgData name="Fainstad, Brandon" userId="aac92477-536e-4d21-9f70-fa5cd941f380" providerId="ADAL" clId="{522CD1A8-5C47-4352-BCD4-C82B6D0F7613}" dt="2021-08-26T19:27:39.820" v="246"/>
          <ac:cxnSpMkLst>
            <pc:docMk/>
            <pc:sldMk cId="822513148" sldId="405"/>
            <ac:cxnSpMk id="103" creationId="{8B12742C-08B7-43EA-B3AB-487841C3D156}"/>
          </ac:cxnSpMkLst>
        </pc:cxnChg>
        <pc:cxnChg chg="add del mod">
          <ac:chgData name="Fainstad, Brandon" userId="aac92477-536e-4d21-9f70-fa5cd941f380" providerId="ADAL" clId="{522CD1A8-5C47-4352-BCD4-C82B6D0F7613}" dt="2021-08-26T19:27:39.013" v="245" actId="478"/>
          <ac:cxnSpMkLst>
            <pc:docMk/>
            <pc:sldMk cId="822513148" sldId="405"/>
            <ac:cxnSpMk id="115" creationId="{677594D8-8016-4F68-8A1E-2E17530B41D0}"/>
          </ac:cxnSpMkLst>
        </pc:cxnChg>
        <pc:cxnChg chg="add del mod">
          <ac:chgData name="Fainstad, Brandon" userId="aac92477-536e-4d21-9f70-fa5cd941f380" providerId="ADAL" clId="{522CD1A8-5C47-4352-BCD4-C82B6D0F7613}" dt="2021-08-26T19:27:39.013" v="245" actId="478"/>
          <ac:cxnSpMkLst>
            <pc:docMk/>
            <pc:sldMk cId="822513148" sldId="405"/>
            <ac:cxnSpMk id="122" creationId="{F623062B-2503-4CDA-8B70-50FE00C06462}"/>
          </ac:cxnSpMkLst>
        </pc:cxnChg>
        <pc:cxnChg chg="mod">
          <ac:chgData name="Fainstad, Brandon" userId="aac92477-536e-4d21-9f70-fa5cd941f380" providerId="ADAL" clId="{522CD1A8-5C47-4352-BCD4-C82B6D0F7613}" dt="2021-07-08T04:43:42.924" v="77"/>
          <ac:cxnSpMkLst>
            <pc:docMk/>
            <pc:sldMk cId="822513148" sldId="405"/>
            <ac:cxnSpMk id="130" creationId="{CA6EDB1F-CBD4-477E-9F9F-C149AF45B6FD}"/>
          </ac:cxnSpMkLst>
        </pc:cxnChg>
        <pc:cxnChg chg="mod">
          <ac:chgData name="Fainstad, Brandon" userId="aac92477-536e-4d21-9f70-fa5cd941f380" providerId="ADAL" clId="{522CD1A8-5C47-4352-BCD4-C82B6D0F7613}" dt="2021-07-08T04:43:42.924" v="77"/>
          <ac:cxnSpMkLst>
            <pc:docMk/>
            <pc:sldMk cId="822513148" sldId="405"/>
            <ac:cxnSpMk id="131" creationId="{4A71D53D-8B63-4EE8-93BE-837BC3A86405}"/>
          </ac:cxnSpMkLst>
        </pc:cxnChg>
      </pc:sldChg>
      <pc:sldChg chg="addSp delSp modSp mod">
        <pc:chgData name="Fainstad, Brandon" userId="aac92477-536e-4d21-9f70-fa5cd941f380" providerId="ADAL" clId="{522CD1A8-5C47-4352-BCD4-C82B6D0F7613}" dt="2021-08-26T19:27:45.820" v="248"/>
        <pc:sldMkLst>
          <pc:docMk/>
          <pc:sldMk cId="1065265948" sldId="406"/>
        </pc:sldMkLst>
        <pc:spChg chg="del">
          <ac:chgData name="Fainstad, Brandon" userId="aac92477-536e-4d21-9f70-fa5cd941f380" providerId="ADAL" clId="{522CD1A8-5C47-4352-BCD4-C82B6D0F7613}" dt="2021-07-08T04:43:47.234" v="78" actId="478"/>
          <ac:spMkLst>
            <pc:docMk/>
            <pc:sldMk cId="1065265948" sldId="406"/>
            <ac:spMk id="85" creationId="{8DDE6EEC-21F5-47AB-A9BE-BBD66130BCAD}"/>
          </ac:spMkLst>
        </pc:spChg>
        <pc:spChg chg="mod">
          <ac:chgData name="Fainstad, Brandon" userId="aac92477-536e-4d21-9f70-fa5cd941f380" providerId="ADAL" clId="{522CD1A8-5C47-4352-BCD4-C82B6D0F7613}" dt="2021-08-26T19:27:45.820" v="248"/>
          <ac:spMkLst>
            <pc:docMk/>
            <pc:sldMk cId="1065265948" sldId="406"/>
            <ac:spMk id="103" creationId="{384CF64D-B848-4307-A4D6-F1A7B02C4EE6}"/>
          </ac:spMkLst>
        </pc:spChg>
        <pc:spChg chg="mod">
          <ac:chgData name="Fainstad, Brandon" userId="aac92477-536e-4d21-9f70-fa5cd941f380" providerId="ADAL" clId="{522CD1A8-5C47-4352-BCD4-C82B6D0F7613}" dt="2021-07-08T04:43:48.018" v="79"/>
          <ac:spMkLst>
            <pc:docMk/>
            <pc:sldMk cId="1065265948" sldId="406"/>
            <ac:spMk id="107" creationId="{C3B28801-A0E6-48D2-9DD6-083B47B1AD33}"/>
          </ac:spMkLst>
        </pc:spChg>
        <pc:spChg chg="add mod">
          <ac:chgData name="Fainstad, Brandon" userId="aac92477-536e-4d21-9f70-fa5cd941f380" providerId="ADAL" clId="{522CD1A8-5C47-4352-BCD4-C82B6D0F7613}" dt="2021-07-08T04:43:48.018" v="79"/>
          <ac:spMkLst>
            <pc:docMk/>
            <pc:sldMk cId="1065265948" sldId="406"/>
            <ac:spMk id="109" creationId="{8E2968F6-E84B-4E93-AFA2-9485A6CB54D3}"/>
          </ac:spMkLst>
        </pc:spChg>
        <pc:spChg chg="mod">
          <ac:chgData name="Fainstad, Brandon" userId="aac92477-536e-4d21-9f70-fa5cd941f380" providerId="ADAL" clId="{522CD1A8-5C47-4352-BCD4-C82B6D0F7613}" dt="2021-07-08T04:43:48.018" v="79"/>
          <ac:spMkLst>
            <pc:docMk/>
            <pc:sldMk cId="1065265948" sldId="406"/>
            <ac:spMk id="112" creationId="{DB9D2A84-F83D-4AC6-9906-DE8C88E591B4}"/>
          </ac:spMkLst>
        </pc:spChg>
        <pc:spChg chg="mod">
          <ac:chgData name="Fainstad, Brandon" userId="aac92477-536e-4d21-9f70-fa5cd941f380" providerId="ADAL" clId="{522CD1A8-5C47-4352-BCD4-C82B6D0F7613}" dt="2021-07-08T04:43:48.018" v="79"/>
          <ac:spMkLst>
            <pc:docMk/>
            <pc:sldMk cId="1065265948" sldId="406"/>
            <ac:spMk id="116" creationId="{305F92BD-5C34-4BFC-B7DD-655C148672F2}"/>
          </ac:spMkLst>
        </pc:spChg>
        <pc:spChg chg="mod">
          <ac:chgData name="Fainstad, Brandon" userId="aac92477-536e-4d21-9f70-fa5cd941f380" providerId="ADAL" clId="{522CD1A8-5C47-4352-BCD4-C82B6D0F7613}" dt="2021-07-08T04:43:48.018" v="79"/>
          <ac:spMkLst>
            <pc:docMk/>
            <pc:sldMk cId="1065265948" sldId="406"/>
            <ac:spMk id="119" creationId="{84F30D43-05D9-4097-95E6-D19728ADBA1F}"/>
          </ac:spMkLst>
        </pc:spChg>
        <pc:spChg chg="mod">
          <ac:chgData name="Fainstad, Brandon" userId="aac92477-536e-4d21-9f70-fa5cd941f380" providerId="ADAL" clId="{522CD1A8-5C47-4352-BCD4-C82B6D0F7613}" dt="2021-07-08T04:43:48.018" v="79"/>
          <ac:spMkLst>
            <pc:docMk/>
            <pc:sldMk cId="1065265948" sldId="406"/>
            <ac:spMk id="123" creationId="{A2F1E29D-E1BF-40AF-8FC3-43B802927700}"/>
          </ac:spMkLst>
        </pc:spChg>
        <pc:spChg chg="mod">
          <ac:chgData name="Fainstad, Brandon" userId="aac92477-536e-4d21-9f70-fa5cd941f380" providerId="ADAL" clId="{522CD1A8-5C47-4352-BCD4-C82B6D0F7613}" dt="2021-07-08T04:43:48.018" v="79"/>
          <ac:spMkLst>
            <pc:docMk/>
            <pc:sldMk cId="1065265948" sldId="406"/>
            <ac:spMk id="126" creationId="{4B0C316D-0787-47A4-A030-D48FD7C4214A}"/>
          </ac:spMkLst>
        </pc:spChg>
        <pc:spChg chg="mod">
          <ac:chgData name="Fainstad, Brandon" userId="aac92477-536e-4d21-9f70-fa5cd941f380" providerId="ADAL" clId="{522CD1A8-5C47-4352-BCD4-C82B6D0F7613}" dt="2021-08-26T19:27:45.820" v="248"/>
          <ac:spMkLst>
            <pc:docMk/>
            <pc:sldMk cId="1065265948" sldId="406"/>
            <ac:spMk id="141" creationId="{4D38B9EC-A629-4079-ABB7-98C5537E347A}"/>
          </ac:spMkLst>
        </pc:spChg>
        <pc:grpChg chg="del">
          <ac:chgData name="Fainstad, Brandon" userId="aac92477-536e-4d21-9f70-fa5cd941f380" providerId="ADAL" clId="{522CD1A8-5C47-4352-BCD4-C82B6D0F7613}" dt="2021-07-08T04:43:47.234" v="78" actId="478"/>
          <ac:grpSpMkLst>
            <pc:docMk/>
            <pc:sldMk cId="1065265948" sldId="406"/>
            <ac:grpSpMk id="76" creationId="{817BAEE5-FE7B-44C9-BFD7-8FE3CD17C3FA}"/>
          </ac:grpSpMkLst>
        </pc:grpChg>
        <pc:grpChg chg="del">
          <ac:chgData name="Fainstad, Brandon" userId="aac92477-536e-4d21-9f70-fa5cd941f380" providerId="ADAL" clId="{522CD1A8-5C47-4352-BCD4-C82B6D0F7613}" dt="2021-07-08T04:43:47.234" v="78" actId="478"/>
          <ac:grpSpMkLst>
            <pc:docMk/>
            <pc:sldMk cId="1065265948" sldId="406"/>
            <ac:grpSpMk id="79" creationId="{5F87816F-03B3-4990-B43C-416C06FF7CE5}"/>
          </ac:grpSpMkLst>
        </pc:grpChg>
        <pc:grpChg chg="del">
          <ac:chgData name="Fainstad, Brandon" userId="aac92477-536e-4d21-9f70-fa5cd941f380" providerId="ADAL" clId="{522CD1A8-5C47-4352-BCD4-C82B6D0F7613}" dt="2021-07-08T04:43:47.234" v="78" actId="478"/>
          <ac:grpSpMkLst>
            <pc:docMk/>
            <pc:sldMk cId="1065265948" sldId="406"/>
            <ac:grpSpMk id="82" creationId="{7C336E8D-A24A-494F-92E7-BFFD34C3AE48}"/>
          </ac:grpSpMkLst>
        </pc:grpChg>
        <pc:grpChg chg="del">
          <ac:chgData name="Fainstad, Brandon" userId="aac92477-536e-4d21-9f70-fa5cd941f380" providerId="ADAL" clId="{522CD1A8-5C47-4352-BCD4-C82B6D0F7613}" dt="2021-07-08T04:43:47.234" v="78" actId="478"/>
          <ac:grpSpMkLst>
            <pc:docMk/>
            <pc:sldMk cId="1065265948" sldId="406"/>
            <ac:grpSpMk id="96" creationId="{AE62D876-E493-47B3-8BF4-49FC99EB3F11}"/>
          </ac:grpSpMkLst>
        </pc:grpChg>
        <pc:grpChg chg="del">
          <ac:chgData name="Fainstad, Brandon" userId="aac92477-536e-4d21-9f70-fa5cd941f380" providerId="ADAL" clId="{522CD1A8-5C47-4352-BCD4-C82B6D0F7613}" dt="2021-07-08T04:43:47.234" v="78" actId="478"/>
          <ac:grpSpMkLst>
            <pc:docMk/>
            <pc:sldMk cId="1065265948" sldId="406"/>
            <ac:grpSpMk id="99" creationId="{BFC95483-288B-468C-9F0A-096BE2321758}"/>
          </ac:grpSpMkLst>
        </pc:grpChg>
        <pc:grpChg chg="add mod">
          <ac:chgData name="Fainstad, Brandon" userId="aac92477-536e-4d21-9f70-fa5cd941f380" providerId="ADAL" clId="{522CD1A8-5C47-4352-BCD4-C82B6D0F7613}" dt="2021-08-26T19:27:45.820" v="248"/>
          <ac:grpSpMkLst>
            <pc:docMk/>
            <pc:sldMk cId="1065265948" sldId="406"/>
            <ac:grpSpMk id="102" creationId="{00487A26-3960-467B-97DD-2C050B51E2EA}"/>
          </ac:grpSpMkLst>
        </pc:grpChg>
        <pc:grpChg chg="del">
          <ac:chgData name="Fainstad, Brandon" userId="aac92477-536e-4d21-9f70-fa5cd941f380" providerId="ADAL" clId="{522CD1A8-5C47-4352-BCD4-C82B6D0F7613}" dt="2021-07-08T04:43:47.234" v="78" actId="478"/>
          <ac:grpSpMkLst>
            <pc:docMk/>
            <pc:sldMk cId="1065265948" sldId="406"/>
            <ac:grpSpMk id="102" creationId="{43FA0577-E472-4554-8CD9-6C7D88253BB4}"/>
          </ac:grpSpMkLst>
        </pc:grpChg>
        <pc:grpChg chg="add del mod">
          <ac:chgData name="Fainstad, Brandon" userId="aac92477-536e-4d21-9f70-fa5cd941f380" providerId="ADAL" clId="{522CD1A8-5C47-4352-BCD4-C82B6D0F7613}" dt="2021-08-26T19:27:45.079" v="247" actId="478"/>
          <ac:grpSpMkLst>
            <pc:docMk/>
            <pc:sldMk cId="1065265948" sldId="406"/>
            <ac:grpSpMk id="106" creationId="{7E6BB0DE-92A2-4EB3-AE26-9B87C76CBE42}"/>
          </ac:grpSpMkLst>
        </pc:grpChg>
        <pc:grpChg chg="add del mod">
          <ac:chgData name="Fainstad, Brandon" userId="aac92477-536e-4d21-9f70-fa5cd941f380" providerId="ADAL" clId="{522CD1A8-5C47-4352-BCD4-C82B6D0F7613}" dt="2021-08-26T19:27:45.079" v="247" actId="478"/>
          <ac:grpSpMkLst>
            <pc:docMk/>
            <pc:sldMk cId="1065265948" sldId="406"/>
            <ac:grpSpMk id="111" creationId="{3DCD2B56-4DB1-49FD-BA9A-B67EB80D1F53}"/>
          </ac:grpSpMkLst>
        </pc:grpChg>
        <pc:grpChg chg="add mod">
          <ac:chgData name="Fainstad, Brandon" userId="aac92477-536e-4d21-9f70-fa5cd941f380" providerId="ADAL" clId="{522CD1A8-5C47-4352-BCD4-C82B6D0F7613}" dt="2021-07-08T04:43:48.018" v="79"/>
          <ac:grpSpMkLst>
            <pc:docMk/>
            <pc:sldMk cId="1065265948" sldId="406"/>
            <ac:grpSpMk id="115" creationId="{59884F97-43E8-43DD-B564-A1252C2F4FE8}"/>
          </ac:grpSpMkLst>
        </pc:grpChg>
        <pc:grpChg chg="add del mod">
          <ac:chgData name="Fainstad, Brandon" userId="aac92477-536e-4d21-9f70-fa5cd941f380" providerId="ADAL" clId="{522CD1A8-5C47-4352-BCD4-C82B6D0F7613}" dt="2021-08-26T19:27:45.079" v="247" actId="478"/>
          <ac:grpSpMkLst>
            <pc:docMk/>
            <pc:sldMk cId="1065265948" sldId="406"/>
            <ac:grpSpMk id="118" creationId="{BA3D684E-78FB-44BD-A8EB-461A25E055F3}"/>
          </ac:grpSpMkLst>
        </pc:grpChg>
        <pc:grpChg chg="add mod">
          <ac:chgData name="Fainstad, Brandon" userId="aac92477-536e-4d21-9f70-fa5cd941f380" providerId="ADAL" clId="{522CD1A8-5C47-4352-BCD4-C82B6D0F7613}" dt="2021-07-08T04:43:48.018" v="79"/>
          <ac:grpSpMkLst>
            <pc:docMk/>
            <pc:sldMk cId="1065265948" sldId="406"/>
            <ac:grpSpMk id="122" creationId="{4D1CFAEF-5695-4E99-A2B1-460DDFCAD745}"/>
          </ac:grpSpMkLst>
        </pc:grpChg>
        <pc:grpChg chg="add mod">
          <ac:chgData name="Fainstad, Brandon" userId="aac92477-536e-4d21-9f70-fa5cd941f380" providerId="ADAL" clId="{522CD1A8-5C47-4352-BCD4-C82B6D0F7613}" dt="2021-07-08T04:43:48.018" v="79"/>
          <ac:grpSpMkLst>
            <pc:docMk/>
            <pc:sldMk cId="1065265948" sldId="406"/>
            <ac:grpSpMk id="125" creationId="{F261878F-AB55-4A8A-8C0D-39544F2F1177}"/>
          </ac:grpSpMkLst>
        </pc:grpChg>
        <pc:grpChg chg="add mod">
          <ac:chgData name="Fainstad, Brandon" userId="aac92477-536e-4d21-9f70-fa5cd941f380" providerId="ADAL" clId="{522CD1A8-5C47-4352-BCD4-C82B6D0F7613}" dt="2021-07-08T04:43:48.018" v="79"/>
          <ac:grpSpMkLst>
            <pc:docMk/>
            <pc:sldMk cId="1065265948" sldId="406"/>
            <ac:grpSpMk id="128" creationId="{D952F366-AC81-4AAC-9D8E-94089BDDB62A}"/>
          </ac:grpSpMkLst>
        </pc:grpChg>
        <pc:grpChg chg="add mod">
          <ac:chgData name="Fainstad, Brandon" userId="aac92477-536e-4d21-9f70-fa5cd941f380" providerId="ADAL" clId="{522CD1A8-5C47-4352-BCD4-C82B6D0F7613}" dt="2021-08-26T19:27:45.820" v="248"/>
          <ac:grpSpMkLst>
            <pc:docMk/>
            <pc:sldMk cId="1065265948" sldId="406"/>
            <ac:grpSpMk id="131" creationId="{3510911E-0245-4C36-92DB-756662D7E0DA}"/>
          </ac:grpSpMkLst>
        </pc:grpChg>
        <pc:picChg chg="del">
          <ac:chgData name="Fainstad, Brandon" userId="aac92477-536e-4d21-9f70-fa5cd941f380" providerId="ADAL" clId="{522CD1A8-5C47-4352-BCD4-C82B6D0F7613}" dt="2021-07-08T04:43:47.234" v="78" actId="478"/>
          <ac:picMkLst>
            <pc:docMk/>
            <pc:sldMk cId="1065265948" sldId="406"/>
            <ac:picMk id="75" creationId="{B8674D9F-4B76-4F9A-B719-E1BDDFA94E9F}"/>
          </ac:picMkLst>
        </pc:picChg>
        <pc:picChg chg="add mod">
          <ac:chgData name="Fainstad, Brandon" userId="aac92477-536e-4d21-9f70-fa5cd941f380" providerId="ADAL" clId="{522CD1A8-5C47-4352-BCD4-C82B6D0F7613}" dt="2021-08-26T19:27:45.820" v="248"/>
          <ac:picMkLst>
            <pc:docMk/>
            <pc:sldMk cId="1065265948" sldId="406"/>
            <ac:picMk id="101" creationId="{1155CD45-BF33-486A-B4F2-77D8208FF255}"/>
          </ac:picMkLst>
        </pc:picChg>
        <pc:picChg chg="mod">
          <ac:chgData name="Fainstad, Brandon" userId="aac92477-536e-4d21-9f70-fa5cd941f380" providerId="ADAL" clId="{522CD1A8-5C47-4352-BCD4-C82B6D0F7613}" dt="2021-08-26T19:27:45.820" v="248"/>
          <ac:picMkLst>
            <pc:docMk/>
            <pc:sldMk cId="1065265948" sldId="406"/>
            <ac:picMk id="104" creationId="{8089947B-49B4-414C-BA27-1E4F68634957}"/>
          </ac:picMkLst>
        </pc:picChg>
        <pc:picChg chg="add del mod">
          <ac:chgData name="Fainstad, Brandon" userId="aac92477-536e-4d21-9f70-fa5cd941f380" providerId="ADAL" clId="{522CD1A8-5C47-4352-BCD4-C82B6D0F7613}" dt="2021-08-26T19:27:45.079" v="247" actId="478"/>
          <ac:picMkLst>
            <pc:docMk/>
            <pc:sldMk cId="1065265948" sldId="406"/>
            <ac:picMk id="105" creationId="{9248FD6C-EFDB-4CDB-AC53-0344612504EB}"/>
          </ac:picMkLst>
        </pc:picChg>
        <pc:picChg chg="mod">
          <ac:chgData name="Fainstad, Brandon" userId="aac92477-536e-4d21-9f70-fa5cd941f380" providerId="ADAL" clId="{522CD1A8-5C47-4352-BCD4-C82B6D0F7613}" dt="2021-07-08T04:43:48.018" v="79"/>
          <ac:picMkLst>
            <pc:docMk/>
            <pc:sldMk cId="1065265948" sldId="406"/>
            <ac:picMk id="108" creationId="{DA761131-ED72-4570-B857-D3F0AEF6FE96}"/>
          </ac:picMkLst>
        </pc:picChg>
        <pc:picChg chg="add mod">
          <ac:chgData name="Fainstad, Brandon" userId="aac92477-536e-4d21-9f70-fa5cd941f380" providerId="ADAL" clId="{522CD1A8-5C47-4352-BCD4-C82B6D0F7613}" dt="2021-07-08T04:43:48.018" v="79"/>
          <ac:picMkLst>
            <pc:docMk/>
            <pc:sldMk cId="1065265948" sldId="406"/>
            <ac:picMk id="110" creationId="{02146C0F-AE88-4CA0-B519-A1B20CE42A4D}"/>
          </ac:picMkLst>
        </pc:picChg>
        <pc:picChg chg="mod">
          <ac:chgData name="Fainstad, Brandon" userId="aac92477-536e-4d21-9f70-fa5cd941f380" providerId="ADAL" clId="{522CD1A8-5C47-4352-BCD4-C82B6D0F7613}" dt="2021-07-08T04:43:48.018" v="79"/>
          <ac:picMkLst>
            <pc:docMk/>
            <pc:sldMk cId="1065265948" sldId="406"/>
            <ac:picMk id="113" creationId="{1652FA19-82E3-41F8-8BCD-021016C47BC6}"/>
          </ac:picMkLst>
        </pc:picChg>
        <pc:picChg chg="mod">
          <ac:chgData name="Fainstad, Brandon" userId="aac92477-536e-4d21-9f70-fa5cd941f380" providerId="ADAL" clId="{522CD1A8-5C47-4352-BCD4-C82B6D0F7613}" dt="2021-07-08T04:43:48.018" v="79"/>
          <ac:picMkLst>
            <pc:docMk/>
            <pc:sldMk cId="1065265948" sldId="406"/>
            <ac:picMk id="117" creationId="{93051463-B4CD-4F2E-9CF3-735EC010DB50}"/>
          </ac:picMkLst>
        </pc:picChg>
        <pc:picChg chg="mod">
          <ac:chgData name="Fainstad, Brandon" userId="aac92477-536e-4d21-9f70-fa5cd941f380" providerId="ADAL" clId="{522CD1A8-5C47-4352-BCD4-C82B6D0F7613}" dt="2021-07-08T04:43:48.018" v="79"/>
          <ac:picMkLst>
            <pc:docMk/>
            <pc:sldMk cId="1065265948" sldId="406"/>
            <ac:picMk id="120" creationId="{5E22424D-7F84-4C17-9126-2D502ABCE91E}"/>
          </ac:picMkLst>
        </pc:picChg>
        <pc:picChg chg="mod">
          <ac:chgData name="Fainstad, Brandon" userId="aac92477-536e-4d21-9f70-fa5cd941f380" providerId="ADAL" clId="{522CD1A8-5C47-4352-BCD4-C82B6D0F7613}" dt="2021-07-08T04:43:48.018" v="79"/>
          <ac:picMkLst>
            <pc:docMk/>
            <pc:sldMk cId="1065265948" sldId="406"/>
            <ac:picMk id="124" creationId="{EC026FEA-EB65-45D1-9062-EF846AC44735}"/>
          </ac:picMkLst>
        </pc:picChg>
        <pc:picChg chg="mod">
          <ac:chgData name="Fainstad, Brandon" userId="aac92477-536e-4d21-9f70-fa5cd941f380" providerId="ADAL" clId="{522CD1A8-5C47-4352-BCD4-C82B6D0F7613}" dt="2021-07-08T04:43:48.018" v="79"/>
          <ac:picMkLst>
            <pc:docMk/>
            <pc:sldMk cId="1065265948" sldId="406"/>
            <ac:picMk id="127" creationId="{7319BBD7-1533-4CBD-B71A-FC11FE08C6E8}"/>
          </ac:picMkLst>
        </pc:picChg>
        <pc:picChg chg="mod">
          <ac:chgData name="Fainstad, Brandon" userId="aac92477-536e-4d21-9f70-fa5cd941f380" providerId="ADAL" clId="{522CD1A8-5C47-4352-BCD4-C82B6D0F7613}" dt="2021-08-26T19:27:45.820" v="248"/>
          <ac:picMkLst>
            <pc:docMk/>
            <pc:sldMk cId="1065265948" sldId="406"/>
            <ac:picMk id="146" creationId="{72E13512-E567-4DF9-989A-8565385AD5B6}"/>
          </ac:picMkLst>
        </pc:picChg>
        <pc:cxnChg chg="add del mod">
          <ac:chgData name="Fainstad, Brandon" userId="aac92477-536e-4d21-9f70-fa5cd941f380" providerId="ADAL" clId="{522CD1A8-5C47-4352-BCD4-C82B6D0F7613}" dt="2021-08-26T19:27:45.079" v="247" actId="478"/>
          <ac:cxnSpMkLst>
            <pc:docMk/>
            <pc:sldMk cId="1065265948" sldId="406"/>
            <ac:cxnSpMk id="114" creationId="{21B8FB11-5EA8-4E57-ACDA-CF848EF8AAF8}"/>
          </ac:cxnSpMkLst>
        </pc:cxnChg>
        <pc:cxnChg chg="add del mod">
          <ac:chgData name="Fainstad, Brandon" userId="aac92477-536e-4d21-9f70-fa5cd941f380" providerId="ADAL" clId="{522CD1A8-5C47-4352-BCD4-C82B6D0F7613}" dt="2021-08-26T19:27:45.079" v="247" actId="478"/>
          <ac:cxnSpMkLst>
            <pc:docMk/>
            <pc:sldMk cId="1065265948" sldId="406"/>
            <ac:cxnSpMk id="121" creationId="{03BFD2E8-030A-4FE2-8577-68AEA610C67B}"/>
          </ac:cxnSpMkLst>
        </pc:cxnChg>
        <pc:cxnChg chg="mod">
          <ac:chgData name="Fainstad, Brandon" userId="aac92477-536e-4d21-9f70-fa5cd941f380" providerId="ADAL" clId="{522CD1A8-5C47-4352-BCD4-C82B6D0F7613}" dt="2021-07-08T04:43:48.018" v="79"/>
          <ac:cxnSpMkLst>
            <pc:docMk/>
            <pc:sldMk cId="1065265948" sldId="406"/>
            <ac:cxnSpMk id="129" creationId="{BC3954A5-4A79-4EE4-8C01-F075C23752D3}"/>
          </ac:cxnSpMkLst>
        </pc:cxnChg>
        <pc:cxnChg chg="mod">
          <ac:chgData name="Fainstad, Brandon" userId="aac92477-536e-4d21-9f70-fa5cd941f380" providerId="ADAL" clId="{522CD1A8-5C47-4352-BCD4-C82B6D0F7613}" dt="2021-07-08T04:43:48.018" v="79"/>
          <ac:cxnSpMkLst>
            <pc:docMk/>
            <pc:sldMk cId="1065265948" sldId="406"/>
            <ac:cxnSpMk id="130" creationId="{AAADAA39-1634-433C-8CCB-0EBA3F5A1071}"/>
          </ac:cxnSpMkLst>
        </pc:cxnChg>
        <pc:cxnChg chg="add mod">
          <ac:chgData name="Fainstad, Brandon" userId="aac92477-536e-4d21-9f70-fa5cd941f380" providerId="ADAL" clId="{522CD1A8-5C47-4352-BCD4-C82B6D0F7613}" dt="2021-08-26T19:27:45.820" v="248"/>
          <ac:cxnSpMkLst>
            <pc:docMk/>
            <pc:sldMk cId="1065265948" sldId="406"/>
            <ac:cxnSpMk id="156" creationId="{A41DFA0D-1D07-4792-B0D2-D1A84E6B3790}"/>
          </ac:cxnSpMkLst>
        </pc:cxnChg>
      </pc:sldChg>
      <pc:sldChg chg="addSp delSp modSp mod">
        <pc:chgData name="Fainstad, Brandon" userId="aac92477-536e-4d21-9f70-fa5cd941f380" providerId="ADAL" clId="{522CD1A8-5C47-4352-BCD4-C82B6D0F7613}" dt="2021-08-26T19:27:50.848" v="250"/>
        <pc:sldMkLst>
          <pc:docMk/>
          <pc:sldMk cId="4112684336" sldId="407"/>
        </pc:sldMkLst>
        <pc:spChg chg="del">
          <ac:chgData name="Fainstad, Brandon" userId="aac92477-536e-4d21-9f70-fa5cd941f380" providerId="ADAL" clId="{522CD1A8-5C47-4352-BCD4-C82B6D0F7613}" dt="2021-07-08T04:43:51.974" v="80" actId="478"/>
          <ac:spMkLst>
            <pc:docMk/>
            <pc:sldMk cId="4112684336" sldId="407"/>
            <ac:spMk id="85" creationId="{8DDE6EEC-21F5-47AB-A9BE-BBD66130BCAD}"/>
          </ac:spMkLst>
        </pc:spChg>
        <pc:spChg chg="mod">
          <ac:chgData name="Fainstad, Brandon" userId="aac92477-536e-4d21-9f70-fa5cd941f380" providerId="ADAL" clId="{522CD1A8-5C47-4352-BCD4-C82B6D0F7613}" dt="2021-08-26T19:27:50.848" v="250"/>
          <ac:spMkLst>
            <pc:docMk/>
            <pc:sldMk cId="4112684336" sldId="407"/>
            <ac:spMk id="98" creationId="{830DEB72-B119-46A8-9148-E08DF0520EE7}"/>
          </ac:spMkLst>
        </pc:spChg>
        <pc:spChg chg="mod">
          <ac:chgData name="Fainstad, Brandon" userId="aac92477-536e-4d21-9f70-fa5cd941f380" providerId="ADAL" clId="{522CD1A8-5C47-4352-BCD4-C82B6D0F7613}" dt="2021-08-26T19:27:50.848" v="250"/>
          <ac:spMkLst>
            <pc:docMk/>
            <pc:sldMk cId="4112684336" sldId="407"/>
            <ac:spMk id="101" creationId="{B547ADFB-2091-4D2F-98D0-0B1978020F2D}"/>
          </ac:spMkLst>
        </pc:spChg>
        <pc:spChg chg="mod">
          <ac:chgData name="Fainstad, Brandon" userId="aac92477-536e-4d21-9f70-fa5cd941f380" providerId="ADAL" clId="{522CD1A8-5C47-4352-BCD4-C82B6D0F7613}" dt="2021-07-08T04:43:52.394" v="81"/>
          <ac:spMkLst>
            <pc:docMk/>
            <pc:sldMk cId="4112684336" sldId="407"/>
            <ac:spMk id="107" creationId="{2B7FD948-CF84-403A-99B2-BF11C9FFB45B}"/>
          </ac:spMkLst>
        </pc:spChg>
        <pc:spChg chg="add mod">
          <ac:chgData name="Fainstad, Brandon" userId="aac92477-536e-4d21-9f70-fa5cd941f380" providerId="ADAL" clId="{522CD1A8-5C47-4352-BCD4-C82B6D0F7613}" dt="2021-07-08T04:43:52.394" v="81"/>
          <ac:spMkLst>
            <pc:docMk/>
            <pc:sldMk cId="4112684336" sldId="407"/>
            <ac:spMk id="109" creationId="{6047C717-89C0-41BC-888A-274D036F0F0C}"/>
          </ac:spMkLst>
        </pc:spChg>
        <pc:spChg chg="mod">
          <ac:chgData name="Fainstad, Brandon" userId="aac92477-536e-4d21-9f70-fa5cd941f380" providerId="ADAL" clId="{522CD1A8-5C47-4352-BCD4-C82B6D0F7613}" dt="2021-07-08T04:43:52.394" v="81"/>
          <ac:spMkLst>
            <pc:docMk/>
            <pc:sldMk cId="4112684336" sldId="407"/>
            <ac:spMk id="112" creationId="{B7292119-0983-4A58-8B56-2AAA70B65405}"/>
          </ac:spMkLst>
        </pc:spChg>
        <pc:spChg chg="mod">
          <ac:chgData name="Fainstad, Brandon" userId="aac92477-536e-4d21-9f70-fa5cd941f380" providerId="ADAL" clId="{522CD1A8-5C47-4352-BCD4-C82B6D0F7613}" dt="2021-07-08T04:43:52.394" v="81"/>
          <ac:spMkLst>
            <pc:docMk/>
            <pc:sldMk cId="4112684336" sldId="407"/>
            <ac:spMk id="116" creationId="{FF6553F4-58E6-44C3-AF5B-ABB6D178E12B}"/>
          </ac:spMkLst>
        </pc:spChg>
        <pc:spChg chg="mod">
          <ac:chgData name="Fainstad, Brandon" userId="aac92477-536e-4d21-9f70-fa5cd941f380" providerId="ADAL" clId="{522CD1A8-5C47-4352-BCD4-C82B6D0F7613}" dt="2021-07-08T04:43:52.394" v="81"/>
          <ac:spMkLst>
            <pc:docMk/>
            <pc:sldMk cId="4112684336" sldId="407"/>
            <ac:spMk id="119" creationId="{378997ED-EF06-4A93-B25C-2E48A50CC340}"/>
          </ac:spMkLst>
        </pc:spChg>
        <pc:spChg chg="mod">
          <ac:chgData name="Fainstad, Brandon" userId="aac92477-536e-4d21-9f70-fa5cd941f380" providerId="ADAL" clId="{522CD1A8-5C47-4352-BCD4-C82B6D0F7613}" dt="2021-07-08T04:43:52.394" v="81"/>
          <ac:spMkLst>
            <pc:docMk/>
            <pc:sldMk cId="4112684336" sldId="407"/>
            <ac:spMk id="123" creationId="{3A0D56DD-14EC-415E-BE7A-571C9AB89C75}"/>
          </ac:spMkLst>
        </pc:spChg>
        <pc:spChg chg="mod">
          <ac:chgData name="Fainstad, Brandon" userId="aac92477-536e-4d21-9f70-fa5cd941f380" providerId="ADAL" clId="{522CD1A8-5C47-4352-BCD4-C82B6D0F7613}" dt="2021-07-08T04:43:52.394" v="81"/>
          <ac:spMkLst>
            <pc:docMk/>
            <pc:sldMk cId="4112684336" sldId="407"/>
            <ac:spMk id="126" creationId="{E4756EEE-1994-4436-AA6A-B7FA27F18C44}"/>
          </ac:spMkLst>
        </pc:spChg>
        <pc:grpChg chg="del">
          <ac:chgData name="Fainstad, Brandon" userId="aac92477-536e-4d21-9f70-fa5cd941f380" providerId="ADAL" clId="{522CD1A8-5C47-4352-BCD4-C82B6D0F7613}" dt="2021-07-08T04:43:51.974" v="80" actId="478"/>
          <ac:grpSpMkLst>
            <pc:docMk/>
            <pc:sldMk cId="4112684336" sldId="407"/>
            <ac:grpSpMk id="76" creationId="{817BAEE5-FE7B-44C9-BFD7-8FE3CD17C3FA}"/>
          </ac:grpSpMkLst>
        </pc:grpChg>
        <pc:grpChg chg="del">
          <ac:chgData name="Fainstad, Brandon" userId="aac92477-536e-4d21-9f70-fa5cd941f380" providerId="ADAL" clId="{522CD1A8-5C47-4352-BCD4-C82B6D0F7613}" dt="2021-07-08T04:43:51.974" v="80" actId="478"/>
          <ac:grpSpMkLst>
            <pc:docMk/>
            <pc:sldMk cId="4112684336" sldId="407"/>
            <ac:grpSpMk id="79" creationId="{5F87816F-03B3-4990-B43C-416C06FF7CE5}"/>
          </ac:grpSpMkLst>
        </pc:grpChg>
        <pc:grpChg chg="del">
          <ac:chgData name="Fainstad, Brandon" userId="aac92477-536e-4d21-9f70-fa5cd941f380" providerId="ADAL" clId="{522CD1A8-5C47-4352-BCD4-C82B6D0F7613}" dt="2021-07-08T04:43:51.974" v="80" actId="478"/>
          <ac:grpSpMkLst>
            <pc:docMk/>
            <pc:sldMk cId="4112684336" sldId="407"/>
            <ac:grpSpMk id="82" creationId="{7C336E8D-A24A-494F-92E7-BFFD34C3AE48}"/>
          </ac:grpSpMkLst>
        </pc:grpChg>
        <pc:grpChg chg="del">
          <ac:chgData name="Fainstad, Brandon" userId="aac92477-536e-4d21-9f70-fa5cd941f380" providerId="ADAL" clId="{522CD1A8-5C47-4352-BCD4-C82B6D0F7613}" dt="2021-07-08T04:43:51.974" v="80" actId="478"/>
          <ac:grpSpMkLst>
            <pc:docMk/>
            <pc:sldMk cId="4112684336" sldId="407"/>
            <ac:grpSpMk id="96" creationId="{AE62D876-E493-47B3-8BF4-49FC99EB3F11}"/>
          </ac:grpSpMkLst>
        </pc:grpChg>
        <pc:grpChg chg="add mod">
          <ac:chgData name="Fainstad, Brandon" userId="aac92477-536e-4d21-9f70-fa5cd941f380" providerId="ADAL" clId="{522CD1A8-5C47-4352-BCD4-C82B6D0F7613}" dt="2021-08-26T19:27:50.848" v="250"/>
          <ac:grpSpMkLst>
            <pc:docMk/>
            <pc:sldMk cId="4112684336" sldId="407"/>
            <ac:grpSpMk id="97" creationId="{02E06D4E-913D-4025-8079-80020FBF7390}"/>
          </ac:grpSpMkLst>
        </pc:grpChg>
        <pc:grpChg chg="del">
          <ac:chgData name="Fainstad, Brandon" userId="aac92477-536e-4d21-9f70-fa5cd941f380" providerId="ADAL" clId="{522CD1A8-5C47-4352-BCD4-C82B6D0F7613}" dt="2021-07-08T04:43:51.974" v="80" actId="478"/>
          <ac:grpSpMkLst>
            <pc:docMk/>
            <pc:sldMk cId="4112684336" sldId="407"/>
            <ac:grpSpMk id="99" creationId="{BFC95483-288B-468C-9F0A-096BE2321758}"/>
          </ac:grpSpMkLst>
        </pc:grpChg>
        <pc:grpChg chg="add mod">
          <ac:chgData name="Fainstad, Brandon" userId="aac92477-536e-4d21-9f70-fa5cd941f380" providerId="ADAL" clId="{522CD1A8-5C47-4352-BCD4-C82B6D0F7613}" dt="2021-08-26T19:27:50.848" v="250"/>
          <ac:grpSpMkLst>
            <pc:docMk/>
            <pc:sldMk cId="4112684336" sldId="407"/>
            <ac:grpSpMk id="100" creationId="{D7806334-8474-4DB4-8C60-FE244C9FED33}"/>
          </ac:grpSpMkLst>
        </pc:grpChg>
        <pc:grpChg chg="del">
          <ac:chgData name="Fainstad, Brandon" userId="aac92477-536e-4d21-9f70-fa5cd941f380" providerId="ADAL" clId="{522CD1A8-5C47-4352-BCD4-C82B6D0F7613}" dt="2021-07-08T04:43:51.974" v="80" actId="478"/>
          <ac:grpSpMkLst>
            <pc:docMk/>
            <pc:sldMk cId="4112684336" sldId="407"/>
            <ac:grpSpMk id="102" creationId="{43FA0577-E472-4554-8CD9-6C7D88253BB4}"/>
          </ac:grpSpMkLst>
        </pc:grpChg>
        <pc:grpChg chg="add del mod">
          <ac:chgData name="Fainstad, Brandon" userId="aac92477-536e-4d21-9f70-fa5cd941f380" providerId="ADAL" clId="{522CD1A8-5C47-4352-BCD4-C82B6D0F7613}" dt="2021-08-26T19:27:50.076" v="249" actId="478"/>
          <ac:grpSpMkLst>
            <pc:docMk/>
            <pc:sldMk cId="4112684336" sldId="407"/>
            <ac:grpSpMk id="106" creationId="{7FD6402B-279F-41D5-8E7A-A0F848028F93}"/>
          </ac:grpSpMkLst>
        </pc:grpChg>
        <pc:grpChg chg="add del mod">
          <ac:chgData name="Fainstad, Brandon" userId="aac92477-536e-4d21-9f70-fa5cd941f380" providerId="ADAL" clId="{522CD1A8-5C47-4352-BCD4-C82B6D0F7613}" dt="2021-08-26T19:27:50.076" v="249" actId="478"/>
          <ac:grpSpMkLst>
            <pc:docMk/>
            <pc:sldMk cId="4112684336" sldId="407"/>
            <ac:grpSpMk id="111" creationId="{7901C689-09B3-4D79-85BD-B9E285C8C840}"/>
          </ac:grpSpMkLst>
        </pc:grpChg>
        <pc:grpChg chg="add mod">
          <ac:chgData name="Fainstad, Brandon" userId="aac92477-536e-4d21-9f70-fa5cd941f380" providerId="ADAL" clId="{522CD1A8-5C47-4352-BCD4-C82B6D0F7613}" dt="2021-07-08T04:43:52.394" v="81"/>
          <ac:grpSpMkLst>
            <pc:docMk/>
            <pc:sldMk cId="4112684336" sldId="407"/>
            <ac:grpSpMk id="115" creationId="{29114381-B529-4367-8B16-0F8552D8133E}"/>
          </ac:grpSpMkLst>
        </pc:grpChg>
        <pc:grpChg chg="add del mod">
          <ac:chgData name="Fainstad, Brandon" userId="aac92477-536e-4d21-9f70-fa5cd941f380" providerId="ADAL" clId="{522CD1A8-5C47-4352-BCD4-C82B6D0F7613}" dt="2021-08-26T19:27:50.076" v="249" actId="478"/>
          <ac:grpSpMkLst>
            <pc:docMk/>
            <pc:sldMk cId="4112684336" sldId="407"/>
            <ac:grpSpMk id="118" creationId="{BA3BBE74-522D-4FBD-AA2A-A1E883695955}"/>
          </ac:grpSpMkLst>
        </pc:grpChg>
        <pc:grpChg chg="add mod">
          <ac:chgData name="Fainstad, Brandon" userId="aac92477-536e-4d21-9f70-fa5cd941f380" providerId="ADAL" clId="{522CD1A8-5C47-4352-BCD4-C82B6D0F7613}" dt="2021-07-08T04:43:52.394" v="81"/>
          <ac:grpSpMkLst>
            <pc:docMk/>
            <pc:sldMk cId="4112684336" sldId="407"/>
            <ac:grpSpMk id="122" creationId="{1E6AB662-7CC8-4A91-8FAC-789651AC6C51}"/>
          </ac:grpSpMkLst>
        </pc:grpChg>
        <pc:grpChg chg="add mod">
          <ac:chgData name="Fainstad, Brandon" userId="aac92477-536e-4d21-9f70-fa5cd941f380" providerId="ADAL" clId="{522CD1A8-5C47-4352-BCD4-C82B6D0F7613}" dt="2021-07-08T04:43:52.394" v="81"/>
          <ac:grpSpMkLst>
            <pc:docMk/>
            <pc:sldMk cId="4112684336" sldId="407"/>
            <ac:grpSpMk id="125" creationId="{2D365A01-7068-4239-8476-B5F68590CB3A}"/>
          </ac:grpSpMkLst>
        </pc:grpChg>
        <pc:grpChg chg="add mod">
          <ac:chgData name="Fainstad, Brandon" userId="aac92477-536e-4d21-9f70-fa5cd941f380" providerId="ADAL" clId="{522CD1A8-5C47-4352-BCD4-C82B6D0F7613}" dt="2021-07-08T04:43:52.394" v="81"/>
          <ac:grpSpMkLst>
            <pc:docMk/>
            <pc:sldMk cId="4112684336" sldId="407"/>
            <ac:grpSpMk id="128" creationId="{0D19858A-B363-45FD-A61C-D817F4BB4158}"/>
          </ac:grpSpMkLst>
        </pc:grpChg>
        <pc:picChg chg="del">
          <ac:chgData name="Fainstad, Brandon" userId="aac92477-536e-4d21-9f70-fa5cd941f380" providerId="ADAL" clId="{522CD1A8-5C47-4352-BCD4-C82B6D0F7613}" dt="2021-07-08T04:43:51.974" v="80" actId="478"/>
          <ac:picMkLst>
            <pc:docMk/>
            <pc:sldMk cId="4112684336" sldId="407"/>
            <ac:picMk id="75" creationId="{B8674D9F-4B76-4F9A-B719-E1BDDFA94E9F}"/>
          </ac:picMkLst>
        </pc:picChg>
        <pc:picChg chg="add mod">
          <ac:chgData name="Fainstad, Brandon" userId="aac92477-536e-4d21-9f70-fa5cd941f380" providerId="ADAL" clId="{522CD1A8-5C47-4352-BCD4-C82B6D0F7613}" dt="2021-08-26T19:27:50.848" v="250"/>
          <ac:picMkLst>
            <pc:docMk/>
            <pc:sldMk cId="4112684336" sldId="407"/>
            <ac:picMk id="96" creationId="{483B58D0-100A-4D54-B259-2FBD019DCEF3}"/>
          </ac:picMkLst>
        </pc:picChg>
        <pc:picChg chg="mod">
          <ac:chgData name="Fainstad, Brandon" userId="aac92477-536e-4d21-9f70-fa5cd941f380" providerId="ADAL" clId="{522CD1A8-5C47-4352-BCD4-C82B6D0F7613}" dt="2021-08-26T19:27:50.848" v="250"/>
          <ac:picMkLst>
            <pc:docMk/>
            <pc:sldMk cId="4112684336" sldId="407"/>
            <ac:picMk id="99" creationId="{EE3DC2CA-A82F-4CB3-8824-FCDC5FA11CA6}"/>
          </ac:picMkLst>
        </pc:picChg>
        <pc:picChg chg="mod">
          <ac:chgData name="Fainstad, Brandon" userId="aac92477-536e-4d21-9f70-fa5cd941f380" providerId="ADAL" clId="{522CD1A8-5C47-4352-BCD4-C82B6D0F7613}" dt="2021-08-26T19:27:50.848" v="250"/>
          <ac:picMkLst>
            <pc:docMk/>
            <pc:sldMk cId="4112684336" sldId="407"/>
            <ac:picMk id="102" creationId="{51F5EF7F-F1A8-4632-9ECC-5DBD520F3534}"/>
          </ac:picMkLst>
        </pc:picChg>
        <pc:picChg chg="add del mod">
          <ac:chgData name="Fainstad, Brandon" userId="aac92477-536e-4d21-9f70-fa5cd941f380" providerId="ADAL" clId="{522CD1A8-5C47-4352-BCD4-C82B6D0F7613}" dt="2021-08-26T19:27:50.076" v="249" actId="478"/>
          <ac:picMkLst>
            <pc:docMk/>
            <pc:sldMk cId="4112684336" sldId="407"/>
            <ac:picMk id="105" creationId="{F400FF18-7706-42F3-8E58-13D04E351043}"/>
          </ac:picMkLst>
        </pc:picChg>
        <pc:picChg chg="mod">
          <ac:chgData name="Fainstad, Brandon" userId="aac92477-536e-4d21-9f70-fa5cd941f380" providerId="ADAL" clId="{522CD1A8-5C47-4352-BCD4-C82B6D0F7613}" dt="2021-07-08T04:43:52.394" v="81"/>
          <ac:picMkLst>
            <pc:docMk/>
            <pc:sldMk cId="4112684336" sldId="407"/>
            <ac:picMk id="108" creationId="{8E10A169-1EA1-41F0-94F5-6FB24C26B4DE}"/>
          </ac:picMkLst>
        </pc:picChg>
        <pc:picChg chg="add mod">
          <ac:chgData name="Fainstad, Brandon" userId="aac92477-536e-4d21-9f70-fa5cd941f380" providerId="ADAL" clId="{522CD1A8-5C47-4352-BCD4-C82B6D0F7613}" dt="2021-07-08T04:43:52.394" v="81"/>
          <ac:picMkLst>
            <pc:docMk/>
            <pc:sldMk cId="4112684336" sldId="407"/>
            <ac:picMk id="110" creationId="{C5F5EB06-1976-4160-8BD5-5BC73B42F290}"/>
          </ac:picMkLst>
        </pc:picChg>
        <pc:picChg chg="mod">
          <ac:chgData name="Fainstad, Brandon" userId="aac92477-536e-4d21-9f70-fa5cd941f380" providerId="ADAL" clId="{522CD1A8-5C47-4352-BCD4-C82B6D0F7613}" dt="2021-07-08T04:43:52.394" v="81"/>
          <ac:picMkLst>
            <pc:docMk/>
            <pc:sldMk cId="4112684336" sldId="407"/>
            <ac:picMk id="113" creationId="{0C8084C4-E4A7-45B3-B124-CCD2B7D78F41}"/>
          </ac:picMkLst>
        </pc:picChg>
        <pc:picChg chg="mod">
          <ac:chgData name="Fainstad, Brandon" userId="aac92477-536e-4d21-9f70-fa5cd941f380" providerId="ADAL" clId="{522CD1A8-5C47-4352-BCD4-C82B6D0F7613}" dt="2021-07-08T04:43:52.394" v="81"/>
          <ac:picMkLst>
            <pc:docMk/>
            <pc:sldMk cId="4112684336" sldId="407"/>
            <ac:picMk id="117" creationId="{8DEE8DC8-C1AC-4686-AE95-7272BF14586F}"/>
          </ac:picMkLst>
        </pc:picChg>
        <pc:picChg chg="mod">
          <ac:chgData name="Fainstad, Brandon" userId="aac92477-536e-4d21-9f70-fa5cd941f380" providerId="ADAL" clId="{522CD1A8-5C47-4352-BCD4-C82B6D0F7613}" dt="2021-07-08T04:43:52.394" v="81"/>
          <ac:picMkLst>
            <pc:docMk/>
            <pc:sldMk cId="4112684336" sldId="407"/>
            <ac:picMk id="120" creationId="{2168ABEC-5BD8-49AC-BF93-2FCBFBBB5183}"/>
          </ac:picMkLst>
        </pc:picChg>
        <pc:picChg chg="mod">
          <ac:chgData name="Fainstad, Brandon" userId="aac92477-536e-4d21-9f70-fa5cd941f380" providerId="ADAL" clId="{522CD1A8-5C47-4352-BCD4-C82B6D0F7613}" dt="2021-07-08T04:43:52.394" v="81"/>
          <ac:picMkLst>
            <pc:docMk/>
            <pc:sldMk cId="4112684336" sldId="407"/>
            <ac:picMk id="124" creationId="{0BCC72EB-221A-472F-9A37-D7D84FBAA78A}"/>
          </ac:picMkLst>
        </pc:picChg>
        <pc:picChg chg="mod">
          <ac:chgData name="Fainstad, Brandon" userId="aac92477-536e-4d21-9f70-fa5cd941f380" providerId="ADAL" clId="{522CD1A8-5C47-4352-BCD4-C82B6D0F7613}" dt="2021-07-08T04:43:52.394" v="81"/>
          <ac:picMkLst>
            <pc:docMk/>
            <pc:sldMk cId="4112684336" sldId="407"/>
            <ac:picMk id="127" creationId="{607388AB-48C5-44F5-A4AB-63720C27DBFC}"/>
          </ac:picMkLst>
        </pc:picChg>
        <pc:cxnChg chg="add mod">
          <ac:chgData name="Fainstad, Brandon" userId="aac92477-536e-4d21-9f70-fa5cd941f380" providerId="ADAL" clId="{522CD1A8-5C47-4352-BCD4-C82B6D0F7613}" dt="2021-08-26T19:27:50.848" v="250"/>
          <ac:cxnSpMkLst>
            <pc:docMk/>
            <pc:sldMk cId="4112684336" sldId="407"/>
            <ac:cxnSpMk id="103" creationId="{1AFC0C1F-2EF5-4D9C-BD07-42ED987261C0}"/>
          </ac:cxnSpMkLst>
        </pc:cxnChg>
        <pc:cxnChg chg="add del mod">
          <ac:chgData name="Fainstad, Brandon" userId="aac92477-536e-4d21-9f70-fa5cd941f380" providerId="ADAL" clId="{522CD1A8-5C47-4352-BCD4-C82B6D0F7613}" dt="2021-08-26T19:27:50.076" v="249" actId="478"/>
          <ac:cxnSpMkLst>
            <pc:docMk/>
            <pc:sldMk cId="4112684336" sldId="407"/>
            <ac:cxnSpMk id="114" creationId="{3FFC94E8-8A83-4AD9-BB69-96B5E146C793}"/>
          </ac:cxnSpMkLst>
        </pc:cxnChg>
        <pc:cxnChg chg="add del mod">
          <ac:chgData name="Fainstad, Brandon" userId="aac92477-536e-4d21-9f70-fa5cd941f380" providerId="ADAL" clId="{522CD1A8-5C47-4352-BCD4-C82B6D0F7613}" dt="2021-08-26T19:27:50.076" v="249" actId="478"/>
          <ac:cxnSpMkLst>
            <pc:docMk/>
            <pc:sldMk cId="4112684336" sldId="407"/>
            <ac:cxnSpMk id="121" creationId="{CA850376-9DCD-4698-9F2D-D2B4D3131F27}"/>
          </ac:cxnSpMkLst>
        </pc:cxnChg>
        <pc:cxnChg chg="mod">
          <ac:chgData name="Fainstad, Brandon" userId="aac92477-536e-4d21-9f70-fa5cd941f380" providerId="ADAL" clId="{522CD1A8-5C47-4352-BCD4-C82B6D0F7613}" dt="2021-07-08T04:43:52.394" v="81"/>
          <ac:cxnSpMkLst>
            <pc:docMk/>
            <pc:sldMk cId="4112684336" sldId="407"/>
            <ac:cxnSpMk id="129" creationId="{782CB4A5-8CB0-4E28-B1D4-2315E7F3F13F}"/>
          </ac:cxnSpMkLst>
        </pc:cxnChg>
        <pc:cxnChg chg="mod">
          <ac:chgData name="Fainstad, Brandon" userId="aac92477-536e-4d21-9f70-fa5cd941f380" providerId="ADAL" clId="{522CD1A8-5C47-4352-BCD4-C82B6D0F7613}" dt="2021-07-08T04:43:52.394" v="81"/>
          <ac:cxnSpMkLst>
            <pc:docMk/>
            <pc:sldMk cId="4112684336" sldId="407"/>
            <ac:cxnSpMk id="130" creationId="{34BCDE8E-2A37-4800-AE2E-7D93CECAC4C7}"/>
          </ac:cxnSpMkLst>
        </pc:cxnChg>
      </pc:sldChg>
      <pc:sldChg chg="addSp delSp modSp mod">
        <pc:chgData name="Fainstad, Brandon" userId="aac92477-536e-4d21-9f70-fa5cd941f380" providerId="ADAL" clId="{522CD1A8-5C47-4352-BCD4-C82B6D0F7613}" dt="2021-08-26T19:28:01.609" v="254"/>
        <pc:sldMkLst>
          <pc:docMk/>
          <pc:sldMk cId="1078527009" sldId="408"/>
        </pc:sldMkLst>
        <pc:spChg chg="mod">
          <ac:chgData name="Fainstad, Brandon" userId="aac92477-536e-4d21-9f70-fa5cd941f380" providerId="ADAL" clId="{522CD1A8-5C47-4352-BCD4-C82B6D0F7613}" dt="2021-07-08T04:44:03.890" v="85"/>
          <ac:spMkLst>
            <pc:docMk/>
            <pc:sldMk cId="1078527009" sldId="408"/>
            <ac:spMk id="66" creationId="{ADD390A5-F3D2-4672-9C95-A5394BFD5738}"/>
          </ac:spMkLst>
        </pc:spChg>
        <pc:spChg chg="add mod">
          <ac:chgData name="Fainstad, Brandon" userId="aac92477-536e-4d21-9f70-fa5cd941f380" providerId="ADAL" clId="{522CD1A8-5C47-4352-BCD4-C82B6D0F7613}" dt="2021-07-08T04:44:03.890" v="85"/>
          <ac:spMkLst>
            <pc:docMk/>
            <pc:sldMk cId="1078527009" sldId="408"/>
            <ac:spMk id="72" creationId="{22E61037-9EA5-42E9-96C7-BCE73DEE407C}"/>
          </ac:spMkLst>
        </pc:spChg>
        <pc:spChg chg="mod">
          <ac:chgData name="Fainstad, Brandon" userId="aac92477-536e-4d21-9f70-fa5cd941f380" providerId="ADAL" clId="{522CD1A8-5C47-4352-BCD4-C82B6D0F7613}" dt="2021-07-08T04:44:03.890" v="85"/>
          <ac:spMkLst>
            <pc:docMk/>
            <pc:sldMk cId="1078527009" sldId="408"/>
            <ac:spMk id="75" creationId="{37A8CD90-58AD-42EA-98BA-8BBC4C2CF419}"/>
          </ac:spMkLst>
        </pc:spChg>
        <pc:spChg chg="mod">
          <ac:chgData name="Fainstad, Brandon" userId="aac92477-536e-4d21-9f70-fa5cd941f380" providerId="ADAL" clId="{522CD1A8-5C47-4352-BCD4-C82B6D0F7613}" dt="2021-07-08T04:44:03.890" v="85"/>
          <ac:spMkLst>
            <pc:docMk/>
            <pc:sldMk cId="1078527009" sldId="408"/>
            <ac:spMk id="81" creationId="{DF63583A-3DA7-4D75-94D5-4DC16A5227E4}"/>
          </ac:spMkLst>
        </pc:spChg>
        <pc:spChg chg="mod">
          <ac:chgData name="Fainstad, Brandon" userId="aac92477-536e-4d21-9f70-fa5cd941f380" providerId="ADAL" clId="{522CD1A8-5C47-4352-BCD4-C82B6D0F7613}" dt="2021-07-08T04:44:03.890" v="85"/>
          <ac:spMkLst>
            <pc:docMk/>
            <pc:sldMk cId="1078527009" sldId="408"/>
            <ac:spMk id="85" creationId="{591A8C70-957B-42E8-BC96-DB32A3AB35DF}"/>
          </ac:spMkLst>
        </pc:spChg>
        <pc:spChg chg="mod">
          <ac:chgData name="Fainstad, Brandon" userId="aac92477-536e-4d21-9f70-fa5cd941f380" providerId="ADAL" clId="{522CD1A8-5C47-4352-BCD4-C82B6D0F7613}" dt="2021-07-08T04:44:10.287" v="86" actId="207"/>
          <ac:spMkLst>
            <pc:docMk/>
            <pc:sldMk cId="1078527009" sldId="408"/>
            <ac:spMk id="89" creationId="{3D4D333F-CCC7-48D3-835E-DA20FC894D77}"/>
          </ac:spMkLst>
        </pc:spChg>
        <pc:spChg chg="mod">
          <ac:chgData name="Fainstad, Brandon" userId="aac92477-536e-4d21-9f70-fa5cd941f380" providerId="ADAL" clId="{522CD1A8-5C47-4352-BCD4-C82B6D0F7613}" dt="2021-07-08T04:44:15.807" v="87" actId="207"/>
          <ac:spMkLst>
            <pc:docMk/>
            <pc:sldMk cId="1078527009" sldId="408"/>
            <ac:spMk id="92" creationId="{B6307F96-AB76-48D2-88FC-94E178BD59E5}"/>
          </ac:spMkLst>
        </pc:spChg>
        <pc:spChg chg="mod">
          <ac:chgData name="Fainstad, Brandon" userId="aac92477-536e-4d21-9f70-fa5cd941f380" providerId="ADAL" clId="{522CD1A8-5C47-4352-BCD4-C82B6D0F7613}" dt="2021-08-26T19:28:01.609" v="254"/>
          <ac:spMkLst>
            <pc:docMk/>
            <pc:sldMk cId="1078527009" sldId="408"/>
            <ac:spMk id="96" creationId="{AB1D3BEB-732D-486B-82E5-AF00C21E4788}"/>
          </ac:spMkLst>
        </pc:spChg>
        <pc:spChg chg="mod">
          <ac:chgData name="Fainstad, Brandon" userId="aac92477-536e-4d21-9f70-fa5cd941f380" providerId="ADAL" clId="{522CD1A8-5C47-4352-BCD4-C82B6D0F7613}" dt="2021-08-26T19:28:01.609" v="254"/>
          <ac:spMkLst>
            <pc:docMk/>
            <pc:sldMk cId="1078527009" sldId="408"/>
            <ac:spMk id="102" creationId="{A6A03D71-6F56-484C-9BE5-132B4DB218FE}"/>
          </ac:spMkLst>
        </pc:spChg>
        <pc:spChg chg="del">
          <ac:chgData name="Fainstad, Brandon" userId="aac92477-536e-4d21-9f70-fa5cd941f380" providerId="ADAL" clId="{522CD1A8-5C47-4352-BCD4-C82B6D0F7613}" dt="2021-07-08T04:44:03.507" v="84" actId="478"/>
          <ac:spMkLst>
            <pc:docMk/>
            <pc:sldMk cId="1078527009" sldId="408"/>
            <ac:spMk id="110" creationId="{CC9488CA-942A-4955-B4F3-ED61EB09721F}"/>
          </ac:spMkLst>
        </pc:spChg>
        <pc:spChg chg="mod">
          <ac:chgData name="Fainstad, Brandon" userId="aac92477-536e-4d21-9f70-fa5cd941f380" providerId="ADAL" clId="{522CD1A8-5C47-4352-BCD4-C82B6D0F7613}" dt="2021-07-08T05:09:22.456" v="147" actId="20577"/>
          <ac:spMkLst>
            <pc:docMk/>
            <pc:sldMk cId="1078527009" sldId="408"/>
            <ac:spMk id="120" creationId="{17A3B802-94FD-459E-A116-17BCE6F66668}"/>
          </ac:spMkLst>
        </pc:spChg>
        <pc:grpChg chg="add del mod">
          <ac:chgData name="Fainstad, Brandon" userId="aac92477-536e-4d21-9f70-fa5cd941f380" providerId="ADAL" clId="{522CD1A8-5C47-4352-BCD4-C82B6D0F7613}" dt="2021-08-26T19:28:00.807" v="253" actId="478"/>
          <ac:grpSpMkLst>
            <pc:docMk/>
            <pc:sldMk cId="1078527009" sldId="408"/>
            <ac:grpSpMk id="65" creationId="{883EE012-2D76-439E-9BD9-313C9AA40D94}"/>
          </ac:grpSpMkLst>
        </pc:grpChg>
        <pc:grpChg chg="add del mod">
          <ac:chgData name="Fainstad, Brandon" userId="aac92477-536e-4d21-9f70-fa5cd941f380" providerId="ADAL" clId="{522CD1A8-5C47-4352-BCD4-C82B6D0F7613}" dt="2021-08-26T19:28:00.807" v="253" actId="478"/>
          <ac:grpSpMkLst>
            <pc:docMk/>
            <pc:sldMk cId="1078527009" sldId="408"/>
            <ac:grpSpMk id="74" creationId="{9A9F93C1-04C8-4397-9D5D-1324B97BBD03}"/>
          </ac:grpSpMkLst>
        </pc:grpChg>
        <pc:grpChg chg="add mod">
          <ac:chgData name="Fainstad, Brandon" userId="aac92477-536e-4d21-9f70-fa5cd941f380" providerId="ADAL" clId="{522CD1A8-5C47-4352-BCD4-C82B6D0F7613}" dt="2021-07-08T04:44:03.890" v="85"/>
          <ac:grpSpMkLst>
            <pc:docMk/>
            <pc:sldMk cId="1078527009" sldId="408"/>
            <ac:grpSpMk id="80" creationId="{324A1F68-2BF0-4782-9428-2636DE12765A}"/>
          </ac:grpSpMkLst>
        </pc:grpChg>
        <pc:grpChg chg="add del mod">
          <ac:chgData name="Fainstad, Brandon" userId="aac92477-536e-4d21-9f70-fa5cd941f380" providerId="ADAL" clId="{522CD1A8-5C47-4352-BCD4-C82B6D0F7613}" dt="2021-08-26T19:28:00.807" v="253" actId="478"/>
          <ac:grpSpMkLst>
            <pc:docMk/>
            <pc:sldMk cId="1078527009" sldId="408"/>
            <ac:grpSpMk id="84" creationId="{98319E5D-2C32-40BB-997E-DB2F2147BAC5}"/>
          </ac:grpSpMkLst>
        </pc:grpChg>
        <pc:grpChg chg="add mod">
          <ac:chgData name="Fainstad, Brandon" userId="aac92477-536e-4d21-9f70-fa5cd941f380" providerId="ADAL" clId="{522CD1A8-5C47-4352-BCD4-C82B6D0F7613}" dt="2021-07-08T04:44:03.890" v="85"/>
          <ac:grpSpMkLst>
            <pc:docMk/>
            <pc:sldMk cId="1078527009" sldId="408"/>
            <ac:grpSpMk id="88" creationId="{2AE35318-03E1-4A3E-93C4-6E1DC0C108F5}"/>
          </ac:grpSpMkLst>
        </pc:grpChg>
        <pc:grpChg chg="add mod">
          <ac:chgData name="Fainstad, Brandon" userId="aac92477-536e-4d21-9f70-fa5cd941f380" providerId="ADAL" clId="{522CD1A8-5C47-4352-BCD4-C82B6D0F7613}" dt="2021-07-08T04:44:03.890" v="85"/>
          <ac:grpSpMkLst>
            <pc:docMk/>
            <pc:sldMk cId="1078527009" sldId="408"/>
            <ac:grpSpMk id="91" creationId="{91A0EF1B-1BDD-427F-B11F-836497783B3D}"/>
          </ac:grpSpMkLst>
        </pc:grpChg>
        <pc:grpChg chg="del">
          <ac:chgData name="Fainstad, Brandon" userId="aac92477-536e-4d21-9f70-fa5cd941f380" providerId="ADAL" clId="{522CD1A8-5C47-4352-BCD4-C82B6D0F7613}" dt="2021-07-08T04:44:03.507" v="84" actId="478"/>
          <ac:grpSpMkLst>
            <pc:docMk/>
            <pc:sldMk cId="1078527009" sldId="408"/>
            <ac:grpSpMk id="95" creationId="{196AA07D-F616-4EDF-B6CA-E9FB7383149A}"/>
          </ac:grpSpMkLst>
        </pc:grpChg>
        <pc:grpChg chg="add mod">
          <ac:chgData name="Fainstad, Brandon" userId="aac92477-536e-4d21-9f70-fa5cd941f380" providerId="ADAL" clId="{522CD1A8-5C47-4352-BCD4-C82B6D0F7613}" dt="2021-08-26T19:28:01.609" v="254"/>
          <ac:grpSpMkLst>
            <pc:docMk/>
            <pc:sldMk cId="1078527009" sldId="408"/>
            <ac:grpSpMk id="95" creationId="{5295D67F-4B6D-4300-9C4C-1325EB903D52}"/>
          </ac:grpSpMkLst>
        </pc:grpChg>
        <pc:grpChg chg="add mod">
          <ac:chgData name="Fainstad, Brandon" userId="aac92477-536e-4d21-9f70-fa5cd941f380" providerId="ADAL" clId="{522CD1A8-5C47-4352-BCD4-C82B6D0F7613}" dt="2021-07-08T04:44:03.890" v="85"/>
          <ac:grpSpMkLst>
            <pc:docMk/>
            <pc:sldMk cId="1078527009" sldId="408"/>
            <ac:grpSpMk id="97" creationId="{4071489C-2F60-4C7E-9417-89A1ACB0ED73}"/>
          </ac:grpSpMkLst>
        </pc:grpChg>
        <pc:grpChg chg="add mod">
          <ac:chgData name="Fainstad, Brandon" userId="aac92477-536e-4d21-9f70-fa5cd941f380" providerId="ADAL" clId="{522CD1A8-5C47-4352-BCD4-C82B6D0F7613}" dt="2021-08-26T19:28:01.609" v="254"/>
          <ac:grpSpMkLst>
            <pc:docMk/>
            <pc:sldMk cId="1078527009" sldId="408"/>
            <ac:grpSpMk id="101" creationId="{2279A906-4ECA-4B17-9090-C7EF435B9B36}"/>
          </ac:grpSpMkLst>
        </pc:grpChg>
        <pc:grpChg chg="del">
          <ac:chgData name="Fainstad, Brandon" userId="aac92477-536e-4d21-9f70-fa5cd941f380" providerId="ADAL" clId="{522CD1A8-5C47-4352-BCD4-C82B6D0F7613}" dt="2021-07-08T04:44:03.507" v="84" actId="478"/>
          <ac:grpSpMkLst>
            <pc:docMk/>
            <pc:sldMk cId="1078527009" sldId="408"/>
            <ac:grpSpMk id="104" creationId="{6148B27B-B304-4689-917C-35402DAF9032}"/>
          </ac:grpSpMkLst>
        </pc:grpChg>
        <pc:grpChg chg="del">
          <ac:chgData name="Fainstad, Brandon" userId="aac92477-536e-4d21-9f70-fa5cd941f380" providerId="ADAL" clId="{522CD1A8-5C47-4352-BCD4-C82B6D0F7613}" dt="2021-07-08T04:44:03.507" v="84" actId="478"/>
          <ac:grpSpMkLst>
            <pc:docMk/>
            <pc:sldMk cId="1078527009" sldId="408"/>
            <ac:grpSpMk id="107" creationId="{F8AAE34E-58C5-4D4A-A6F6-9A774AD9CBD6}"/>
          </ac:grpSpMkLst>
        </pc:grpChg>
        <pc:grpChg chg="del">
          <ac:chgData name="Fainstad, Brandon" userId="aac92477-536e-4d21-9f70-fa5cd941f380" providerId="ADAL" clId="{522CD1A8-5C47-4352-BCD4-C82B6D0F7613}" dt="2021-07-08T04:44:03.507" v="84" actId="478"/>
          <ac:grpSpMkLst>
            <pc:docMk/>
            <pc:sldMk cId="1078527009" sldId="408"/>
            <ac:grpSpMk id="111" creationId="{0E10F81B-E4FD-458E-B012-BB1B177C711C}"/>
          </ac:grpSpMkLst>
        </pc:grpChg>
        <pc:grpChg chg="del">
          <ac:chgData name="Fainstad, Brandon" userId="aac92477-536e-4d21-9f70-fa5cd941f380" providerId="ADAL" clId="{522CD1A8-5C47-4352-BCD4-C82B6D0F7613}" dt="2021-07-08T04:44:03.507" v="84" actId="478"/>
          <ac:grpSpMkLst>
            <pc:docMk/>
            <pc:sldMk cId="1078527009" sldId="408"/>
            <ac:grpSpMk id="114" creationId="{479A4353-AFC6-4A88-8FBB-040D53118E16}"/>
          </ac:grpSpMkLst>
        </pc:grpChg>
        <pc:grpChg chg="del">
          <ac:chgData name="Fainstad, Brandon" userId="aac92477-536e-4d21-9f70-fa5cd941f380" providerId="ADAL" clId="{522CD1A8-5C47-4352-BCD4-C82B6D0F7613}" dt="2021-07-08T04:44:03.507" v="84" actId="478"/>
          <ac:grpSpMkLst>
            <pc:docMk/>
            <pc:sldMk cId="1078527009" sldId="408"/>
            <ac:grpSpMk id="117" creationId="{D5906390-F66D-4594-9281-B59F8FC97915}"/>
          </ac:grpSpMkLst>
        </pc:grpChg>
        <pc:picChg chg="add del mod">
          <ac:chgData name="Fainstad, Brandon" userId="aac92477-536e-4d21-9f70-fa5cd941f380" providerId="ADAL" clId="{522CD1A8-5C47-4352-BCD4-C82B6D0F7613}" dt="2021-08-26T19:28:00.807" v="253" actId="478"/>
          <ac:picMkLst>
            <pc:docMk/>
            <pc:sldMk cId="1078527009" sldId="408"/>
            <ac:picMk id="64" creationId="{AD15646B-AEAC-4490-9C17-3DDF219B4CA1}"/>
          </ac:picMkLst>
        </pc:picChg>
        <pc:picChg chg="mod">
          <ac:chgData name="Fainstad, Brandon" userId="aac92477-536e-4d21-9f70-fa5cd941f380" providerId="ADAL" clId="{522CD1A8-5C47-4352-BCD4-C82B6D0F7613}" dt="2021-07-08T04:44:03.890" v="85"/>
          <ac:picMkLst>
            <pc:docMk/>
            <pc:sldMk cId="1078527009" sldId="408"/>
            <ac:picMk id="68" creationId="{13F35B9D-9741-425C-9B11-3BC6FC312E9A}"/>
          </ac:picMkLst>
        </pc:picChg>
        <pc:picChg chg="add mod">
          <ac:chgData name="Fainstad, Brandon" userId="aac92477-536e-4d21-9f70-fa5cd941f380" providerId="ADAL" clId="{522CD1A8-5C47-4352-BCD4-C82B6D0F7613}" dt="2021-07-08T04:44:03.890" v="85"/>
          <ac:picMkLst>
            <pc:docMk/>
            <pc:sldMk cId="1078527009" sldId="408"/>
            <ac:picMk id="73" creationId="{D71DD4F2-0012-4FCD-95A7-2BD7578D2228}"/>
          </ac:picMkLst>
        </pc:picChg>
        <pc:picChg chg="mod">
          <ac:chgData name="Fainstad, Brandon" userId="aac92477-536e-4d21-9f70-fa5cd941f380" providerId="ADAL" clId="{522CD1A8-5C47-4352-BCD4-C82B6D0F7613}" dt="2021-07-08T04:44:03.890" v="85"/>
          <ac:picMkLst>
            <pc:docMk/>
            <pc:sldMk cId="1078527009" sldId="408"/>
            <ac:picMk id="76" creationId="{BE0F6238-4F78-4085-A580-24DB76356B7F}"/>
          </ac:picMkLst>
        </pc:picChg>
        <pc:picChg chg="del">
          <ac:chgData name="Fainstad, Brandon" userId="aac92477-536e-4d21-9f70-fa5cd941f380" providerId="ADAL" clId="{522CD1A8-5C47-4352-BCD4-C82B6D0F7613}" dt="2021-07-08T04:44:03.507" v="84" actId="478"/>
          <ac:picMkLst>
            <pc:docMk/>
            <pc:sldMk cId="1078527009" sldId="408"/>
            <ac:picMk id="82" creationId="{0833DD75-CB7C-441C-A859-0325A453BCCF}"/>
          </ac:picMkLst>
        </pc:picChg>
        <pc:picChg chg="add mod">
          <ac:chgData name="Fainstad, Brandon" userId="aac92477-536e-4d21-9f70-fa5cd941f380" providerId="ADAL" clId="{522CD1A8-5C47-4352-BCD4-C82B6D0F7613}" dt="2021-08-26T19:28:01.609" v="254"/>
          <ac:picMkLst>
            <pc:docMk/>
            <pc:sldMk cId="1078527009" sldId="408"/>
            <ac:picMk id="82" creationId="{8EB822E9-18E5-4DF6-980E-C9D06419B576}"/>
          </ac:picMkLst>
        </pc:picChg>
        <pc:picChg chg="mod">
          <ac:chgData name="Fainstad, Brandon" userId="aac92477-536e-4d21-9f70-fa5cd941f380" providerId="ADAL" clId="{522CD1A8-5C47-4352-BCD4-C82B6D0F7613}" dt="2021-07-08T04:44:03.890" v="85"/>
          <ac:picMkLst>
            <pc:docMk/>
            <pc:sldMk cId="1078527009" sldId="408"/>
            <ac:picMk id="83" creationId="{92AEF029-B201-4520-AB3B-BF262A397370}"/>
          </ac:picMkLst>
        </pc:picChg>
        <pc:picChg chg="mod">
          <ac:chgData name="Fainstad, Brandon" userId="aac92477-536e-4d21-9f70-fa5cd941f380" providerId="ADAL" clId="{522CD1A8-5C47-4352-BCD4-C82B6D0F7613}" dt="2021-07-08T04:44:03.890" v="85"/>
          <ac:picMkLst>
            <pc:docMk/>
            <pc:sldMk cId="1078527009" sldId="408"/>
            <ac:picMk id="86" creationId="{90BA03DB-14BC-4F50-A6D1-DF103DDBD095}"/>
          </ac:picMkLst>
        </pc:picChg>
        <pc:picChg chg="mod">
          <ac:chgData name="Fainstad, Brandon" userId="aac92477-536e-4d21-9f70-fa5cd941f380" providerId="ADAL" clId="{522CD1A8-5C47-4352-BCD4-C82B6D0F7613}" dt="2021-07-08T04:44:03.890" v="85"/>
          <ac:picMkLst>
            <pc:docMk/>
            <pc:sldMk cId="1078527009" sldId="408"/>
            <ac:picMk id="90" creationId="{1C2A270A-1F27-4977-A742-71D143F9D526}"/>
          </ac:picMkLst>
        </pc:picChg>
        <pc:picChg chg="mod">
          <ac:chgData name="Fainstad, Brandon" userId="aac92477-536e-4d21-9f70-fa5cd941f380" providerId="ADAL" clId="{522CD1A8-5C47-4352-BCD4-C82B6D0F7613}" dt="2021-07-08T04:44:03.890" v="85"/>
          <ac:picMkLst>
            <pc:docMk/>
            <pc:sldMk cId="1078527009" sldId="408"/>
            <ac:picMk id="94" creationId="{E481E67C-842B-42D4-A070-3E0266FC31B3}"/>
          </ac:picMkLst>
        </pc:picChg>
        <pc:picChg chg="mod">
          <ac:chgData name="Fainstad, Brandon" userId="aac92477-536e-4d21-9f70-fa5cd941f380" providerId="ADAL" clId="{522CD1A8-5C47-4352-BCD4-C82B6D0F7613}" dt="2021-08-26T19:28:01.609" v="254"/>
          <ac:picMkLst>
            <pc:docMk/>
            <pc:sldMk cId="1078527009" sldId="408"/>
            <ac:picMk id="100" creationId="{6FA63D59-2C6E-44D0-8650-D05D538F4E99}"/>
          </ac:picMkLst>
        </pc:picChg>
        <pc:picChg chg="mod">
          <ac:chgData name="Fainstad, Brandon" userId="aac92477-536e-4d21-9f70-fa5cd941f380" providerId="ADAL" clId="{522CD1A8-5C47-4352-BCD4-C82B6D0F7613}" dt="2021-08-26T19:28:01.609" v="254"/>
          <ac:picMkLst>
            <pc:docMk/>
            <pc:sldMk cId="1078527009" sldId="408"/>
            <ac:picMk id="104" creationId="{01E30C26-A2AF-4D3A-A262-E68985BFBADC}"/>
          </ac:picMkLst>
        </pc:picChg>
        <pc:cxnChg chg="mod">
          <ac:chgData name="Fainstad, Brandon" userId="aac92477-536e-4d21-9f70-fa5cd941f380" providerId="ADAL" clId="{522CD1A8-5C47-4352-BCD4-C82B6D0F7613}" dt="2021-07-08T05:09:20.723" v="144" actId="6549"/>
          <ac:cxnSpMkLst>
            <pc:docMk/>
            <pc:sldMk cId="1078527009" sldId="408"/>
            <ac:cxnSpMk id="39" creationId="{C6031ECC-57D1-4766-BE97-5EC52273857A}"/>
          </ac:cxnSpMkLst>
        </pc:cxnChg>
        <pc:cxnChg chg="add del mod">
          <ac:chgData name="Fainstad, Brandon" userId="aac92477-536e-4d21-9f70-fa5cd941f380" providerId="ADAL" clId="{522CD1A8-5C47-4352-BCD4-C82B6D0F7613}" dt="2021-08-26T19:28:00.807" v="253" actId="478"/>
          <ac:cxnSpMkLst>
            <pc:docMk/>
            <pc:sldMk cId="1078527009" sldId="408"/>
            <ac:cxnSpMk id="78" creationId="{F66566E3-3701-4E8A-AA7F-E2A9732AC6A7}"/>
          </ac:cxnSpMkLst>
        </pc:cxnChg>
        <pc:cxnChg chg="add del mod">
          <ac:chgData name="Fainstad, Brandon" userId="aac92477-536e-4d21-9f70-fa5cd941f380" providerId="ADAL" clId="{522CD1A8-5C47-4352-BCD4-C82B6D0F7613}" dt="2021-08-26T19:28:00.807" v="253" actId="478"/>
          <ac:cxnSpMkLst>
            <pc:docMk/>
            <pc:sldMk cId="1078527009" sldId="408"/>
            <ac:cxnSpMk id="87" creationId="{11F46128-B199-4C53-AD9B-8F52691B626D}"/>
          </ac:cxnSpMkLst>
        </pc:cxnChg>
        <pc:cxnChg chg="mod">
          <ac:chgData name="Fainstad, Brandon" userId="aac92477-536e-4d21-9f70-fa5cd941f380" providerId="ADAL" clId="{522CD1A8-5C47-4352-BCD4-C82B6D0F7613}" dt="2021-07-08T04:44:03.890" v="85"/>
          <ac:cxnSpMkLst>
            <pc:docMk/>
            <pc:sldMk cId="1078527009" sldId="408"/>
            <ac:cxnSpMk id="98" creationId="{7568F9CD-0A47-4598-8F4A-7B74A4B4D6D8}"/>
          </ac:cxnSpMkLst>
        </pc:cxnChg>
        <pc:cxnChg chg="mod">
          <ac:chgData name="Fainstad, Brandon" userId="aac92477-536e-4d21-9f70-fa5cd941f380" providerId="ADAL" clId="{522CD1A8-5C47-4352-BCD4-C82B6D0F7613}" dt="2021-07-08T04:44:03.890" v="85"/>
          <ac:cxnSpMkLst>
            <pc:docMk/>
            <pc:sldMk cId="1078527009" sldId="408"/>
            <ac:cxnSpMk id="99" creationId="{37143F78-AA99-46EC-BB1E-34BA8120BCC1}"/>
          </ac:cxnSpMkLst>
        </pc:cxnChg>
        <pc:cxnChg chg="add mod">
          <ac:chgData name="Fainstad, Brandon" userId="aac92477-536e-4d21-9f70-fa5cd941f380" providerId="ADAL" clId="{522CD1A8-5C47-4352-BCD4-C82B6D0F7613}" dt="2021-08-26T19:28:01.609" v="254"/>
          <ac:cxnSpMkLst>
            <pc:docMk/>
            <pc:sldMk cId="1078527009" sldId="408"/>
            <ac:cxnSpMk id="105" creationId="{3A9EB5E5-E16D-426D-B2DC-8CA4EC4A6BF9}"/>
          </ac:cxnSpMkLst>
        </pc:cxnChg>
        <pc:cxnChg chg="mod">
          <ac:chgData name="Fainstad, Brandon" userId="aac92477-536e-4d21-9f70-fa5cd941f380" providerId="ADAL" clId="{522CD1A8-5C47-4352-BCD4-C82B6D0F7613}" dt="2021-07-08T05:09:20.723" v="144" actId="6549"/>
          <ac:cxnSpMkLst>
            <pc:docMk/>
            <pc:sldMk cId="1078527009" sldId="408"/>
            <ac:cxnSpMk id="125" creationId="{0B69AC45-A9F6-42B8-85C5-23556E69B926}"/>
          </ac:cxnSpMkLst>
        </pc:cxnChg>
      </pc:sldChg>
      <pc:sldChg chg="addSp delSp modSp mod">
        <pc:chgData name="Fainstad, Brandon" userId="aac92477-536e-4d21-9f70-fa5cd941f380" providerId="ADAL" clId="{522CD1A8-5C47-4352-BCD4-C82B6D0F7613}" dt="2021-08-26T19:27:23.911" v="240"/>
        <pc:sldMkLst>
          <pc:docMk/>
          <pc:sldMk cId="1700040960" sldId="409"/>
        </pc:sldMkLst>
        <pc:spChg chg="del">
          <ac:chgData name="Fainstad, Brandon" userId="aac92477-536e-4d21-9f70-fa5cd941f380" providerId="ADAL" clId="{522CD1A8-5C47-4352-BCD4-C82B6D0F7613}" dt="2021-07-08T04:43:25.074" v="70" actId="478"/>
          <ac:spMkLst>
            <pc:docMk/>
            <pc:sldMk cId="1700040960" sldId="409"/>
            <ac:spMk id="85" creationId="{8DDE6EEC-21F5-47AB-A9BE-BBD66130BCAD}"/>
          </ac:spMkLst>
        </pc:spChg>
        <pc:spChg chg="mod">
          <ac:chgData name="Fainstad, Brandon" userId="aac92477-536e-4d21-9f70-fa5cd941f380" providerId="ADAL" clId="{522CD1A8-5C47-4352-BCD4-C82B6D0F7613}" dt="2021-08-26T19:27:23.911" v="240"/>
          <ac:spMkLst>
            <pc:docMk/>
            <pc:sldMk cId="1700040960" sldId="409"/>
            <ac:spMk id="100" creationId="{B3625FB2-E702-4371-8787-B630777FF69C}"/>
          </ac:spMkLst>
        </pc:spChg>
        <pc:spChg chg="mod">
          <ac:chgData name="Fainstad, Brandon" userId="aac92477-536e-4d21-9f70-fa5cd941f380" providerId="ADAL" clId="{522CD1A8-5C47-4352-BCD4-C82B6D0F7613}" dt="2021-08-26T19:27:23.911" v="240"/>
          <ac:spMkLst>
            <pc:docMk/>
            <pc:sldMk cId="1700040960" sldId="409"/>
            <ac:spMk id="103" creationId="{2C0C1A03-7C49-4F0B-8B7C-EF687D1F1CA7}"/>
          </ac:spMkLst>
        </pc:spChg>
        <pc:spChg chg="mod">
          <ac:chgData name="Fainstad, Brandon" userId="aac92477-536e-4d21-9f70-fa5cd941f380" providerId="ADAL" clId="{522CD1A8-5C47-4352-BCD4-C82B6D0F7613}" dt="2021-07-08T04:43:25.444" v="71"/>
          <ac:spMkLst>
            <pc:docMk/>
            <pc:sldMk cId="1700040960" sldId="409"/>
            <ac:spMk id="154" creationId="{6724D136-CB13-42A8-9FB9-F0ED79EE7F22}"/>
          </ac:spMkLst>
        </pc:spChg>
        <pc:spChg chg="add mod">
          <ac:chgData name="Fainstad, Brandon" userId="aac92477-536e-4d21-9f70-fa5cd941f380" providerId="ADAL" clId="{522CD1A8-5C47-4352-BCD4-C82B6D0F7613}" dt="2021-07-08T04:43:25.444" v="71"/>
          <ac:spMkLst>
            <pc:docMk/>
            <pc:sldMk cId="1700040960" sldId="409"/>
            <ac:spMk id="161" creationId="{76DF5E5A-6508-4F5D-8A66-66FE3455D907}"/>
          </ac:spMkLst>
        </pc:spChg>
        <pc:spChg chg="mod">
          <ac:chgData name="Fainstad, Brandon" userId="aac92477-536e-4d21-9f70-fa5cd941f380" providerId="ADAL" clId="{522CD1A8-5C47-4352-BCD4-C82B6D0F7613}" dt="2021-07-08T04:43:25.444" v="71"/>
          <ac:spMkLst>
            <pc:docMk/>
            <pc:sldMk cId="1700040960" sldId="409"/>
            <ac:spMk id="164" creationId="{19223286-2BC3-47FF-B3C3-D80FB86ECC07}"/>
          </ac:spMkLst>
        </pc:spChg>
        <pc:spChg chg="mod">
          <ac:chgData name="Fainstad, Brandon" userId="aac92477-536e-4d21-9f70-fa5cd941f380" providerId="ADAL" clId="{522CD1A8-5C47-4352-BCD4-C82B6D0F7613}" dt="2021-07-08T04:43:25.444" v="71"/>
          <ac:spMkLst>
            <pc:docMk/>
            <pc:sldMk cId="1700040960" sldId="409"/>
            <ac:spMk id="168" creationId="{6511C6E7-8F26-4F3C-89F9-514A86429193}"/>
          </ac:spMkLst>
        </pc:spChg>
        <pc:spChg chg="mod">
          <ac:chgData name="Fainstad, Brandon" userId="aac92477-536e-4d21-9f70-fa5cd941f380" providerId="ADAL" clId="{522CD1A8-5C47-4352-BCD4-C82B6D0F7613}" dt="2021-07-08T04:43:25.444" v="71"/>
          <ac:spMkLst>
            <pc:docMk/>
            <pc:sldMk cId="1700040960" sldId="409"/>
            <ac:spMk id="171" creationId="{A9E2BA66-3DCC-49C6-BA8D-6C04B6B6E46C}"/>
          </ac:spMkLst>
        </pc:spChg>
        <pc:spChg chg="mod">
          <ac:chgData name="Fainstad, Brandon" userId="aac92477-536e-4d21-9f70-fa5cd941f380" providerId="ADAL" clId="{522CD1A8-5C47-4352-BCD4-C82B6D0F7613}" dt="2021-07-08T04:43:25.444" v="71"/>
          <ac:spMkLst>
            <pc:docMk/>
            <pc:sldMk cId="1700040960" sldId="409"/>
            <ac:spMk id="175" creationId="{77967BCA-52E0-45EF-B4ED-CB519E07F1A8}"/>
          </ac:spMkLst>
        </pc:spChg>
        <pc:spChg chg="mod">
          <ac:chgData name="Fainstad, Brandon" userId="aac92477-536e-4d21-9f70-fa5cd941f380" providerId="ADAL" clId="{522CD1A8-5C47-4352-BCD4-C82B6D0F7613}" dt="2021-07-08T04:43:25.444" v="71"/>
          <ac:spMkLst>
            <pc:docMk/>
            <pc:sldMk cId="1700040960" sldId="409"/>
            <ac:spMk id="178" creationId="{3C8332CA-852D-4B15-AD1A-606A0F473144}"/>
          </ac:spMkLst>
        </pc:spChg>
        <pc:grpChg chg="del">
          <ac:chgData name="Fainstad, Brandon" userId="aac92477-536e-4d21-9f70-fa5cd941f380" providerId="ADAL" clId="{522CD1A8-5C47-4352-BCD4-C82B6D0F7613}" dt="2021-07-08T04:43:25.074" v="70" actId="478"/>
          <ac:grpSpMkLst>
            <pc:docMk/>
            <pc:sldMk cId="1700040960" sldId="409"/>
            <ac:grpSpMk id="76" creationId="{817BAEE5-FE7B-44C9-BFD7-8FE3CD17C3FA}"/>
          </ac:grpSpMkLst>
        </pc:grpChg>
        <pc:grpChg chg="del">
          <ac:chgData name="Fainstad, Brandon" userId="aac92477-536e-4d21-9f70-fa5cd941f380" providerId="ADAL" clId="{522CD1A8-5C47-4352-BCD4-C82B6D0F7613}" dt="2021-07-08T04:43:25.074" v="70" actId="478"/>
          <ac:grpSpMkLst>
            <pc:docMk/>
            <pc:sldMk cId="1700040960" sldId="409"/>
            <ac:grpSpMk id="79" creationId="{5F87816F-03B3-4990-B43C-416C06FF7CE5}"/>
          </ac:grpSpMkLst>
        </pc:grpChg>
        <pc:grpChg chg="del">
          <ac:chgData name="Fainstad, Brandon" userId="aac92477-536e-4d21-9f70-fa5cd941f380" providerId="ADAL" clId="{522CD1A8-5C47-4352-BCD4-C82B6D0F7613}" dt="2021-07-08T04:43:25.074" v="70" actId="478"/>
          <ac:grpSpMkLst>
            <pc:docMk/>
            <pc:sldMk cId="1700040960" sldId="409"/>
            <ac:grpSpMk id="82" creationId="{7C336E8D-A24A-494F-92E7-BFFD34C3AE48}"/>
          </ac:grpSpMkLst>
        </pc:grpChg>
        <pc:grpChg chg="del">
          <ac:chgData name="Fainstad, Brandon" userId="aac92477-536e-4d21-9f70-fa5cd941f380" providerId="ADAL" clId="{522CD1A8-5C47-4352-BCD4-C82B6D0F7613}" dt="2021-07-08T04:40:48.483" v="44" actId="21"/>
          <ac:grpSpMkLst>
            <pc:docMk/>
            <pc:sldMk cId="1700040960" sldId="409"/>
            <ac:grpSpMk id="96" creationId="{AE62D876-E493-47B3-8BF4-49FC99EB3F11}"/>
          </ac:grpSpMkLst>
        </pc:grpChg>
        <pc:grpChg chg="add mod">
          <ac:chgData name="Fainstad, Brandon" userId="aac92477-536e-4d21-9f70-fa5cd941f380" providerId="ADAL" clId="{522CD1A8-5C47-4352-BCD4-C82B6D0F7613}" dt="2021-08-26T19:27:23.911" v="240"/>
          <ac:grpSpMkLst>
            <pc:docMk/>
            <pc:sldMk cId="1700040960" sldId="409"/>
            <ac:grpSpMk id="99" creationId="{59302AB2-5CC8-4B8B-8CA0-0009A85DF3BE}"/>
          </ac:grpSpMkLst>
        </pc:grpChg>
        <pc:grpChg chg="del">
          <ac:chgData name="Fainstad, Brandon" userId="aac92477-536e-4d21-9f70-fa5cd941f380" providerId="ADAL" clId="{522CD1A8-5C47-4352-BCD4-C82B6D0F7613}" dt="2021-07-08T04:40:48.483" v="44" actId="21"/>
          <ac:grpSpMkLst>
            <pc:docMk/>
            <pc:sldMk cId="1700040960" sldId="409"/>
            <ac:grpSpMk id="99" creationId="{BFC95483-288B-468C-9F0A-096BE2321758}"/>
          </ac:grpSpMkLst>
        </pc:grpChg>
        <pc:grpChg chg="del">
          <ac:chgData name="Fainstad, Brandon" userId="aac92477-536e-4d21-9f70-fa5cd941f380" providerId="ADAL" clId="{522CD1A8-5C47-4352-BCD4-C82B6D0F7613}" dt="2021-07-08T04:40:48.483" v="44" actId="21"/>
          <ac:grpSpMkLst>
            <pc:docMk/>
            <pc:sldMk cId="1700040960" sldId="409"/>
            <ac:grpSpMk id="102" creationId="{43FA0577-E472-4554-8CD9-6C7D88253BB4}"/>
          </ac:grpSpMkLst>
        </pc:grpChg>
        <pc:grpChg chg="add mod">
          <ac:chgData name="Fainstad, Brandon" userId="aac92477-536e-4d21-9f70-fa5cd941f380" providerId="ADAL" clId="{522CD1A8-5C47-4352-BCD4-C82B6D0F7613}" dt="2021-08-26T19:27:23.911" v="240"/>
          <ac:grpSpMkLst>
            <pc:docMk/>
            <pc:sldMk cId="1700040960" sldId="409"/>
            <ac:grpSpMk id="102" creationId="{DD07781D-CCB5-4533-8B30-9F8DC37BC76D}"/>
          </ac:grpSpMkLst>
        </pc:grpChg>
        <pc:grpChg chg="add del mod">
          <ac:chgData name="Fainstad, Brandon" userId="aac92477-536e-4d21-9f70-fa5cd941f380" providerId="ADAL" clId="{522CD1A8-5C47-4352-BCD4-C82B6D0F7613}" dt="2021-08-26T19:27:23.266" v="239" actId="478"/>
          <ac:grpSpMkLst>
            <pc:docMk/>
            <pc:sldMk cId="1700040960" sldId="409"/>
            <ac:grpSpMk id="149" creationId="{19FE1500-9E0E-41E1-8CFD-2CF69B7ACA8C}"/>
          </ac:grpSpMkLst>
        </pc:grpChg>
        <pc:grpChg chg="add del mod">
          <ac:chgData name="Fainstad, Brandon" userId="aac92477-536e-4d21-9f70-fa5cd941f380" providerId="ADAL" clId="{522CD1A8-5C47-4352-BCD4-C82B6D0F7613}" dt="2021-08-26T19:27:23.266" v="239" actId="478"/>
          <ac:grpSpMkLst>
            <pc:docMk/>
            <pc:sldMk cId="1700040960" sldId="409"/>
            <ac:grpSpMk id="163" creationId="{144F6FFA-5A45-489C-9A80-910CE4C5E58A}"/>
          </ac:grpSpMkLst>
        </pc:grpChg>
        <pc:grpChg chg="add mod">
          <ac:chgData name="Fainstad, Brandon" userId="aac92477-536e-4d21-9f70-fa5cd941f380" providerId="ADAL" clId="{522CD1A8-5C47-4352-BCD4-C82B6D0F7613}" dt="2021-07-08T04:43:25.444" v="71"/>
          <ac:grpSpMkLst>
            <pc:docMk/>
            <pc:sldMk cId="1700040960" sldId="409"/>
            <ac:grpSpMk id="167" creationId="{2DD3646A-EBC1-4F11-A470-E918AC7EDCB2}"/>
          </ac:grpSpMkLst>
        </pc:grpChg>
        <pc:grpChg chg="add del mod">
          <ac:chgData name="Fainstad, Brandon" userId="aac92477-536e-4d21-9f70-fa5cd941f380" providerId="ADAL" clId="{522CD1A8-5C47-4352-BCD4-C82B6D0F7613}" dt="2021-08-26T19:27:23.266" v="239" actId="478"/>
          <ac:grpSpMkLst>
            <pc:docMk/>
            <pc:sldMk cId="1700040960" sldId="409"/>
            <ac:grpSpMk id="170" creationId="{A93DC459-FDB1-4503-83B2-30AA907AD393}"/>
          </ac:grpSpMkLst>
        </pc:grpChg>
        <pc:grpChg chg="add mod">
          <ac:chgData name="Fainstad, Brandon" userId="aac92477-536e-4d21-9f70-fa5cd941f380" providerId="ADAL" clId="{522CD1A8-5C47-4352-BCD4-C82B6D0F7613}" dt="2021-07-08T04:43:25.444" v="71"/>
          <ac:grpSpMkLst>
            <pc:docMk/>
            <pc:sldMk cId="1700040960" sldId="409"/>
            <ac:grpSpMk id="174" creationId="{0B49BC9B-D2F6-43E9-89A1-5281C8D1E050}"/>
          </ac:grpSpMkLst>
        </pc:grpChg>
        <pc:grpChg chg="add mod">
          <ac:chgData name="Fainstad, Brandon" userId="aac92477-536e-4d21-9f70-fa5cd941f380" providerId="ADAL" clId="{522CD1A8-5C47-4352-BCD4-C82B6D0F7613}" dt="2021-07-08T04:43:25.444" v="71"/>
          <ac:grpSpMkLst>
            <pc:docMk/>
            <pc:sldMk cId="1700040960" sldId="409"/>
            <ac:grpSpMk id="177" creationId="{6E807EC4-6328-4126-A3E4-2B8F66D17A5A}"/>
          </ac:grpSpMkLst>
        </pc:grpChg>
        <pc:grpChg chg="add mod">
          <ac:chgData name="Fainstad, Brandon" userId="aac92477-536e-4d21-9f70-fa5cd941f380" providerId="ADAL" clId="{522CD1A8-5C47-4352-BCD4-C82B6D0F7613}" dt="2021-07-08T04:43:25.444" v="71"/>
          <ac:grpSpMkLst>
            <pc:docMk/>
            <pc:sldMk cId="1700040960" sldId="409"/>
            <ac:grpSpMk id="180" creationId="{23B90DE6-16AA-4BE8-A828-AE6E849D7C21}"/>
          </ac:grpSpMkLst>
        </pc:grpChg>
        <pc:picChg chg="del">
          <ac:chgData name="Fainstad, Brandon" userId="aac92477-536e-4d21-9f70-fa5cd941f380" providerId="ADAL" clId="{522CD1A8-5C47-4352-BCD4-C82B6D0F7613}" dt="2021-07-08T04:43:25.074" v="70" actId="478"/>
          <ac:picMkLst>
            <pc:docMk/>
            <pc:sldMk cId="1700040960" sldId="409"/>
            <ac:picMk id="75" creationId="{B8674D9F-4B76-4F9A-B719-E1BDDFA94E9F}"/>
          </ac:picMkLst>
        </pc:picChg>
        <pc:picChg chg="add mod">
          <ac:chgData name="Fainstad, Brandon" userId="aac92477-536e-4d21-9f70-fa5cd941f380" providerId="ADAL" clId="{522CD1A8-5C47-4352-BCD4-C82B6D0F7613}" dt="2021-08-26T19:27:23.911" v="240"/>
          <ac:picMkLst>
            <pc:docMk/>
            <pc:sldMk cId="1700040960" sldId="409"/>
            <ac:picMk id="98" creationId="{A5C32506-AE51-4FFF-A2D8-F6C854D3718F}"/>
          </ac:picMkLst>
        </pc:picChg>
        <pc:picChg chg="mod">
          <ac:chgData name="Fainstad, Brandon" userId="aac92477-536e-4d21-9f70-fa5cd941f380" providerId="ADAL" clId="{522CD1A8-5C47-4352-BCD4-C82B6D0F7613}" dt="2021-08-26T19:27:23.911" v="240"/>
          <ac:picMkLst>
            <pc:docMk/>
            <pc:sldMk cId="1700040960" sldId="409"/>
            <ac:picMk id="101" creationId="{640AE849-089F-4674-A026-98559562E617}"/>
          </ac:picMkLst>
        </pc:picChg>
        <pc:picChg chg="mod">
          <ac:chgData name="Fainstad, Brandon" userId="aac92477-536e-4d21-9f70-fa5cd941f380" providerId="ADAL" clId="{522CD1A8-5C47-4352-BCD4-C82B6D0F7613}" dt="2021-08-26T19:27:23.911" v="240"/>
          <ac:picMkLst>
            <pc:docMk/>
            <pc:sldMk cId="1700040960" sldId="409"/>
            <ac:picMk id="104" creationId="{6005B566-D3A4-417C-8DF3-A4AEC89CD973}"/>
          </ac:picMkLst>
        </pc:picChg>
        <pc:picChg chg="add del mod">
          <ac:chgData name="Fainstad, Brandon" userId="aac92477-536e-4d21-9f70-fa5cd941f380" providerId="ADAL" clId="{522CD1A8-5C47-4352-BCD4-C82B6D0F7613}" dt="2021-08-26T19:27:23.266" v="239" actId="478"/>
          <ac:picMkLst>
            <pc:docMk/>
            <pc:sldMk cId="1700040960" sldId="409"/>
            <ac:picMk id="132" creationId="{D6D67777-3D57-4B5E-B62C-248C60F38AD8}"/>
          </ac:picMkLst>
        </pc:picChg>
        <pc:picChg chg="mod">
          <ac:chgData name="Fainstad, Brandon" userId="aac92477-536e-4d21-9f70-fa5cd941f380" providerId="ADAL" clId="{522CD1A8-5C47-4352-BCD4-C82B6D0F7613}" dt="2021-07-08T04:43:25.444" v="71"/>
          <ac:picMkLst>
            <pc:docMk/>
            <pc:sldMk cId="1700040960" sldId="409"/>
            <ac:picMk id="155" creationId="{B303A07E-8E80-482C-AE0E-5AB14DDCF5EC}"/>
          </ac:picMkLst>
        </pc:picChg>
        <pc:picChg chg="add mod">
          <ac:chgData name="Fainstad, Brandon" userId="aac92477-536e-4d21-9f70-fa5cd941f380" providerId="ADAL" clId="{522CD1A8-5C47-4352-BCD4-C82B6D0F7613}" dt="2021-07-08T04:43:25.444" v="71"/>
          <ac:picMkLst>
            <pc:docMk/>
            <pc:sldMk cId="1700040960" sldId="409"/>
            <ac:picMk id="162" creationId="{BF49F27F-94AE-49F8-B149-F0635DF4D645}"/>
          </ac:picMkLst>
        </pc:picChg>
        <pc:picChg chg="mod">
          <ac:chgData name="Fainstad, Brandon" userId="aac92477-536e-4d21-9f70-fa5cd941f380" providerId="ADAL" clId="{522CD1A8-5C47-4352-BCD4-C82B6D0F7613}" dt="2021-07-08T04:43:25.444" v="71"/>
          <ac:picMkLst>
            <pc:docMk/>
            <pc:sldMk cId="1700040960" sldId="409"/>
            <ac:picMk id="165" creationId="{28F85955-986E-41BE-B492-182AC19F42D8}"/>
          </ac:picMkLst>
        </pc:picChg>
        <pc:picChg chg="mod">
          <ac:chgData name="Fainstad, Brandon" userId="aac92477-536e-4d21-9f70-fa5cd941f380" providerId="ADAL" clId="{522CD1A8-5C47-4352-BCD4-C82B6D0F7613}" dt="2021-07-08T04:43:25.444" v="71"/>
          <ac:picMkLst>
            <pc:docMk/>
            <pc:sldMk cId="1700040960" sldId="409"/>
            <ac:picMk id="169" creationId="{D7137A39-E82E-46B7-B993-83322E459997}"/>
          </ac:picMkLst>
        </pc:picChg>
        <pc:picChg chg="mod">
          <ac:chgData name="Fainstad, Brandon" userId="aac92477-536e-4d21-9f70-fa5cd941f380" providerId="ADAL" clId="{522CD1A8-5C47-4352-BCD4-C82B6D0F7613}" dt="2021-07-08T04:43:25.444" v="71"/>
          <ac:picMkLst>
            <pc:docMk/>
            <pc:sldMk cId="1700040960" sldId="409"/>
            <ac:picMk id="172" creationId="{E81E6722-FA1B-43A8-A469-C4D4AE2A810B}"/>
          </ac:picMkLst>
        </pc:picChg>
        <pc:picChg chg="mod">
          <ac:chgData name="Fainstad, Brandon" userId="aac92477-536e-4d21-9f70-fa5cd941f380" providerId="ADAL" clId="{522CD1A8-5C47-4352-BCD4-C82B6D0F7613}" dt="2021-07-08T04:43:25.444" v="71"/>
          <ac:picMkLst>
            <pc:docMk/>
            <pc:sldMk cId="1700040960" sldId="409"/>
            <ac:picMk id="176" creationId="{C128854A-B44B-440A-A92B-F0262817BC14}"/>
          </ac:picMkLst>
        </pc:picChg>
        <pc:picChg chg="mod">
          <ac:chgData name="Fainstad, Brandon" userId="aac92477-536e-4d21-9f70-fa5cd941f380" providerId="ADAL" clId="{522CD1A8-5C47-4352-BCD4-C82B6D0F7613}" dt="2021-07-08T04:43:25.444" v="71"/>
          <ac:picMkLst>
            <pc:docMk/>
            <pc:sldMk cId="1700040960" sldId="409"/>
            <ac:picMk id="179" creationId="{A4A64263-3ECF-4D98-8B2D-4166962CDE19}"/>
          </ac:picMkLst>
        </pc:picChg>
        <pc:cxnChg chg="add del mod">
          <ac:chgData name="Fainstad, Brandon" userId="aac92477-536e-4d21-9f70-fa5cd941f380" providerId="ADAL" clId="{522CD1A8-5C47-4352-BCD4-C82B6D0F7613}" dt="2021-08-26T19:27:23.266" v="239" actId="478"/>
          <ac:cxnSpMkLst>
            <pc:docMk/>
            <pc:sldMk cId="1700040960" sldId="409"/>
            <ac:cxnSpMk id="166" creationId="{6F1FC55E-5584-4AB9-A14A-14C91A573C6E}"/>
          </ac:cxnSpMkLst>
        </pc:cxnChg>
        <pc:cxnChg chg="add del mod">
          <ac:chgData name="Fainstad, Brandon" userId="aac92477-536e-4d21-9f70-fa5cd941f380" providerId="ADAL" clId="{522CD1A8-5C47-4352-BCD4-C82B6D0F7613}" dt="2021-08-26T19:27:23.266" v="239" actId="478"/>
          <ac:cxnSpMkLst>
            <pc:docMk/>
            <pc:sldMk cId="1700040960" sldId="409"/>
            <ac:cxnSpMk id="173" creationId="{2BC8EF87-AED7-4BF8-8CBF-50068B328167}"/>
          </ac:cxnSpMkLst>
        </pc:cxnChg>
        <pc:cxnChg chg="mod">
          <ac:chgData name="Fainstad, Brandon" userId="aac92477-536e-4d21-9f70-fa5cd941f380" providerId="ADAL" clId="{522CD1A8-5C47-4352-BCD4-C82B6D0F7613}" dt="2021-07-08T04:43:25.444" v="71"/>
          <ac:cxnSpMkLst>
            <pc:docMk/>
            <pc:sldMk cId="1700040960" sldId="409"/>
            <ac:cxnSpMk id="181" creationId="{409B99B6-0F20-49A5-96CF-F0C283B50FC3}"/>
          </ac:cxnSpMkLst>
        </pc:cxnChg>
        <pc:cxnChg chg="mod">
          <ac:chgData name="Fainstad, Brandon" userId="aac92477-536e-4d21-9f70-fa5cd941f380" providerId="ADAL" clId="{522CD1A8-5C47-4352-BCD4-C82B6D0F7613}" dt="2021-07-08T04:43:25.444" v="71"/>
          <ac:cxnSpMkLst>
            <pc:docMk/>
            <pc:sldMk cId="1700040960" sldId="409"/>
            <ac:cxnSpMk id="182" creationId="{4C2D176F-47BD-451D-8D1F-E6A1F97FAA2D}"/>
          </ac:cxnSpMkLst>
        </pc:cxnChg>
        <pc:cxnChg chg="add mod">
          <ac:chgData name="Fainstad, Brandon" userId="aac92477-536e-4d21-9f70-fa5cd941f380" providerId="ADAL" clId="{522CD1A8-5C47-4352-BCD4-C82B6D0F7613}" dt="2021-08-26T19:27:23.911" v="240"/>
          <ac:cxnSpMkLst>
            <pc:docMk/>
            <pc:sldMk cId="1700040960" sldId="409"/>
            <ac:cxnSpMk id="183" creationId="{2BA72AF7-34D4-4D6E-9A66-439C5DDD1FEB}"/>
          </ac:cxnSpMkLst>
        </pc:cxnChg>
      </pc:sldChg>
      <pc:sldChg chg="addSp delSp modSp mod modAnim">
        <pc:chgData name="Fainstad, Brandon" userId="aac92477-536e-4d21-9f70-fa5cd941f380" providerId="ADAL" clId="{522CD1A8-5C47-4352-BCD4-C82B6D0F7613}" dt="2021-08-26T19:26:13.955" v="229" actId="207"/>
        <pc:sldMkLst>
          <pc:docMk/>
          <pc:sldMk cId="396296243" sldId="410"/>
        </pc:sldMkLst>
        <pc:spChg chg="mod">
          <ac:chgData name="Fainstad, Brandon" userId="aac92477-536e-4d21-9f70-fa5cd941f380" providerId="ADAL" clId="{522CD1A8-5C47-4352-BCD4-C82B6D0F7613}" dt="2021-08-26T19:26:13.955" v="229" actId="207"/>
          <ac:spMkLst>
            <pc:docMk/>
            <pc:sldMk cId="396296243" sldId="410"/>
            <ac:spMk id="43" creationId="{C4BA0758-A1E9-4027-843C-C998C91018E9}"/>
          </ac:spMkLst>
        </pc:spChg>
        <pc:spChg chg="mod">
          <ac:chgData name="Fainstad, Brandon" userId="aac92477-536e-4d21-9f70-fa5cd941f380" providerId="ADAL" clId="{522CD1A8-5C47-4352-BCD4-C82B6D0F7613}" dt="2021-07-08T04:36:46.851" v="5"/>
          <ac:spMkLst>
            <pc:docMk/>
            <pc:sldMk cId="396296243" sldId="410"/>
            <ac:spMk id="45" creationId="{B84D76E1-1E20-4280-BC88-BE05A8878790}"/>
          </ac:spMkLst>
        </pc:spChg>
        <pc:spChg chg="mod">
          <ac:chgData name="Fainstad, Brandon" userId="aac92477-536e-4d21-9f70-fa5cd941f380" providerId="ADAL" clId="{522CD1A8-5C47-4352-BCD4-C82B6D0F7613}" dt="2021-08-26T19:26:05.869" v="228"/>
          <ac:spMkLst>
            <pc:docMk/>
            <pc:sldMk cId="396296243" sldId="410"/>
            <ac:spMk id="46" creationId="{31B30AED-1D25-4C68-82CF-B971E866B4D8}"/>
          </ac:spMkLst>
        </pc:spChg>
        <pc:spChg chg="add del mod">
          <ac:chgData name="Fainstad, Brandon" userId="aac92477-536e-4d21-9f70-fa5cd941f380" providerId="ADAL" clId="{522CD1A8-5C47-4352-BCD4-C82B6D0F7613}" dt="2021-07-08T04:36:56.965" v="10"/>
          <ac:spMkLst>
            <pc:docMk/>
            <pc:sldMk cId="396296243" sldId="410"/>
            <ac:spMk id="48" creationId="{EEF9ECB9-FEA0-4AC4-AD1F-3F5CB676766A}"/>
          </ac:spMkLst>
        </pc:spChg>
        <pc:spChg chg="mod">
          <ac:chgData name="Fainstad, Brandon" userId="aac92477-536e-4d21-9f70-fa5cd941f380" providerId="ADAL" clId="{522CD1A8-5C47-4352-BCD4-C82B6D0F7613}" dt="2021-07-08T04:36:46.851" v="5"/>
          <ac:spMkLst>
            <pc:docMk/>
            <pc:sldMk cId="396296243" sldId="410"/>
            <ac:spMk id="51" creationId="{92FEB9E6-4BE8-4842-AAAF-160AE97DCB03}"/>
          </ac:spMkLst>
        </pc:spChg>
        <pc:spChg chg="mod">
          <ac:chgData name="Fainstad, Brandon" userId="aac92477-536e-4d21-9f70-fa5cd941f380" providerId="ADAL" clId="{522CD1A8-5C47-4352-BCD4-C82B6D0F7613}" dt="2021-07-08T04:36:46.851" v="5"/>
          <ac:spMkLst>
            <pc:docMk/>
            <pc:sldMk cId="396296243" sldId="410"/>
            <ac:spMk id="55" creationId="{F63BFD46-74EE-447A-9C8C-1EAE9DD122B0}"/>
          </ac:spMkLst>
        </pc:spChg>
        <pc:spChg chg="mod">
          <ac:chgData name="Fainstad, Brandon" userId="aac92477-536e-4d21-9f70-fa5cd941f380" providerId="ADAL" clId="{522CD1A8-5C47-4352-BCD4-C82B6D0F7613}" dt="2021-07-08T04:37:00.698" v="12"/>
          <ac:spMkLst>
            <pc:docMk/>
            <pc:sldMk cId="396296243" sldId="410"/>
            <ac:spMk id="59" creationId="{4EFAEE65-FE51-4C7D-B7F9-A20FB520F84D}"/>
          </ac:spMkLst>
        </pc:spChg>
        <pc:spChg chg="add del mod">
          <ac:chgData name="Fainstad, Brandon" userId="aac92477-536e-4d21-9f70-fa5cd941f380" providerId="ADAL" clId="{522CD1A8-5C47-4352-BCD4-C82B6D0F7613}" dt="2021-07-08T04:38:51.514" v="25" actId="478"/>
          <ac:spMkLst>
            <pc:docMk/>
            <pc:sldMk cId="396296243" sldId="410"/>
            <ac:spMk id="61" creationId="{970A5045-6A0A-4256-9BCD-08B3DE9FF471}"/>
          </ac:spMkLst>
        </pc:spChg>
        <pc:spChg chg="del">
          <ac:chgData name="Fainstad, Brandon" userId="aac92477-536e-4d21-9f70-fa5cd941f380" providerId="ADAL" clId="{522CD1A8-5C47-4352-BCD4-C82B6D0F7613}" dt="2021-07-08T04:36:59.380" v="11" actId="478"/>
          <ac:spMkLst>
            <pc:docMk/>
            <pc:sldMk cId="396296243" sldId="410"/>
            <ac:spMk id="65" creationId="{65259CFC-8851-4ECB-97F2-2F6716F44618}"/>
          </ac:spMkLst>
        </pc:spChg>
        <pc:spChg chg="mod">
          <ac:chgData name="Fainstad, Brandon" userId="aac92477-536e-4d21-9f70-fa5cd941f380" providerId="ADAL" clId="{522CD1A8-5C47-4352-BCD4-C82B6D0F7613}" dt="2021-07-08T04:37:00.698" v="12"/>
          <ac:spMkLst>
            <pc:docMk/>
            <pc:sldMk cId="396296243" sldId="410"/>
            <ac:spMk id="69" creationId="{098FBE5E-E337-44E2-A378-A6BBB9E4A661}"/>
          </ac:spMkLst>
        </pc:spChg>
        <pc:spChg chg="mod">
          <ac:chgData name="Fainstad, Brandon" userId="aac92477-536e-4d21-9f70-fa5cd941f380" providerId="ADAL" clId="{522CD1A8-5C47-4352-BCD4-C82B6D0F7613}" dt="2021-07-08T04:44:59.265" v="96" actId="962"/>
          <ac:spMkLst>
            <pc:docMk/>
            <pc:sldMk cId="396296243" sldId="410"/>
            <ac:spMk id="71" creationId="{DB364106-B3BB-4DA9-83A6-C805B94F4B5E}"/>
          </ac:spMkLst>
        </pc:spChg>
        <pc:spChg chg="mod modVis">
          <ac:chgData name="Fainstad, Brandon" userId="aac92477-536e-4d21-9f70-fa5cd941f380" providerId="ADAL" clId="{522CD1A8-5C47-4352-BCD4-C82B6D0F7613}" dt="2021-07-08T04:46:29.030" v="106" actId="1035"/>
          <ac:spMkLst>
            <pc:docMk/>
            <pc:sldMk cId="396296243" sldId="410"/>
            <ac:spMk id="72" creationId="{4332A935-82FD-4AEB-BBA5-DE4ADA786FF3}"/>
          </ac:spMkLst>
        </pc:spChg>
        <pc:spChg chg="mod">
          <ac:chgData name="Fainstad, Brandon" userId="aac92477-536e-4d21-9f70-fa5cd941f380" providerId="ADAL" clId="{522CD1A8-5C47-4352-BCD4-C82B6D0F7613}" dt="2021-07-08T04:37:00.698" v="12"/>
          <ac:spMkLst>
            <pc:docMk/>
            <pc:sldMk cId="396296243" sldId="410"/>
            <ac:spMk id="77" creationId="{E249EE26-9E9C-417C-80EE-F851E550E114}"/>
          </ac:spMkLst>
        </pc:spChg>
        <pc:spChg chg="mod modVis">
          <ac:chgData name="Fainstad, Brandon" userId="aac92477-536e-4d21-9f70-fa5cd941f380" providerId="ADAL" clId="{522CD1A8-5C47-4352-BCD4-C82B6D0F7613}" dt="2021-07-08T04:48:34.219" v="115" actId="33935"/>
          <ac:spMkLst>
            <pc:docMk/>
            <pc:sldMk cId="396296243" sldId="410"/>
            <ac:spMk id="84" creationId="{83669106-722F-4DF1-9B3A-B68B99AD7E64}"/>
          </ac:spMkLst>
        </pc:spChg>
        <pc:spChg chg="mod">
          <ac:chgData name="Fainstad, Brandon" userId="aac92477-536e-4d21-9f70-fa5cd941f380" providerId="ADAL" clId="{522CD1A8-5C47-4352-BCD4-C82B6D0F7613}" dt="2021-07-08T04:39:10.438" v="28" actId="207"/>
          <ac:spMkLst>
            <pc:docMk/>
            <pc:sldMk cId="396296243" sldId="410"/>
            <ac:spMk id="91" creationId="{F1D14F3D-5CE3-4481-9CB0-82A7304D2E7E}"/>
          </ac:spMkLst>
        </pc:spChg>
        <pc:spChg chg="add mod">
          <ac:chgData name="Fainstad, Brandon" userId="aac92477-536e-4d21-9f70-fa5cd941f380" providerId="ADAL" clId="{522CD1A8-5C47-4352-BCD4-C82B6D0F7613}" dt="2021-07-08T04:38:51.914" v="26"/>
          <ac:spMkLst>
            <pc:docMk/>
            <pc:sldMk cId="396296243" sldId="410"/>
            <ac:spMk id="94" creationId="{5C91285E-F2AC-46A0-AE50-9670FCE0900E}"/>
          </ac:spMkLst>
        </pc:spChg>
        <pc:spChg chg="mod">
          <ac:chgData name="Fainstad, Brandon" userId="aac92477-536e-4d21-9f70-fa5cd941f380" providerId="ADAL" clId="{522CD1A8-5C47-4352-BCD4-C82B6D0F7613}" dt="2021-07-08T04:38:51.914" v="26"/>
          <ac:spMkLst>
            <pc:docMk/>
            <pc:sldMk cId="396296243" sldId="410"/>
            <ac:spMk id="97" creationId="{9AB42B09-10FB-4A37-A9EE-A9C3F9B342E9}"/>
          </ac:spMkLst>
        </pc:spChg>
        <pc:spChg chg="mod">
          <ac:chgData name="Fainstad, Brandon" userId="aac92477-536e-4d21-9f70-fa5cd941f380" providerId="ADAL" clId="{522CD1A8-5C47-4352-BCD4-C82B6D0F7613}" dt="2021-07-08T04:38:51.914" v="26"/>
          <ac:spMkLst>
            <pc:docMk/>
            <pc:sldMk cId="396296243" sldId="410"/>
            <ac:spMk id="101" creationId="{41C63C48-3B5B-442D-BD94-A219B81A60F7}"/>
          </ac:spMkLst>
        </pc:spChg>
        <pc:spChg chg="mod">
          <ac:chgData name="Fainstad, Brandon" userId="aac92477-536e-4d21-9f70-fa5cd941f380" providerId="ADAL" clId="{522CD1A8-5C47-4352-BCD4-C82B6D0F7613}" dt="2021-07-08T04:39:14.046" v="29" actId="207"/>
          <ac:spMkLst>
            <pc:docMk/>
            <pc:sldMk cId="396296243" sldId="410"/>
            <ac:spMk id="104" creationId="{3425E305-B62F-4562-BC73-0376013E6E60}"/>
          </ac:spMkLst>
        </pc:spChg>
        <pc:grpChg chg="add del">
          <ac:chgData name="Fainstad, Brandon" userId="aac92477-536e-4d21-9f70-fa5cd941f380" providerId="ADAL" clId="{522CD1A8-5C47-4352-BCD4-C82B6D0F7613}" dt="2021-07-08T04:36:59.380" v="11" actId="478"/>
          <ac:grpSpMkLst>
            <pc:docMk/>
            <pc:sldMk cId="396296243" sldId="410"/>
            <ac:grpSpMk id="38" creationId="{877B1BAC-7EB5-4579-B3B9-2CEE4115CE49}"/>
          </ac:grpSpMkLst>
        </pc:grpChg>
        <pc:grpChg chg="del">
          <ac:chgData name="Fainstad, Brandon" userId="aac92477-536e-4d21-9f70-fa5cd941f380" providerId="ADAL" clId="{522CD1A8-5C47-4352-BCD4-C82B6D0F7613}" dt="2021-07-08T04:36:59.380" v="11" actId="478"/>
          <ac:grpSpMkLst>
            <pc:docMk/>
            <pc:sldMk cId="396296243" sldId="410"/>
            <ac:grpSpMk id="40" creationId="{08BAA59D-8CC1-4CCA-AE93-D733C3ED6420}"/>
          </ac:grpSpMkLst>
        </pc:grpChg>
        <pc:grpChg chg="add del mod">
          <ac:chgData name="Fainstad, Brandon" userId="aac92477-536e-4d21-9f70-fa5cd941f380" providerId="ADAL" clId="{522CD1A8-5C47-4352-BCD4-C82B6D0F7613}" dt="2021-07-08T04:36:56.965" v="10"/>
          <ac:grpSpMkLst>
            <pc:docMk/>
            <pc:sldMk cId="396296243" sldId="410"/>
            <ac:grpSpMk id="41" creationId="{8913BDD5-625D-4DD9-BB75-C9838D1DDE0A}"/>
          </ac:grpSpMkLst>
        </pc:grpChg>
        <pc:grpChg chg="add mod">
          <ac:chgData name="Fainstad, Brandon" userId="aac92477-536e-4d21-9f70-fa5cd941f380" providerId="ADAL" clId="{522CD1A8-5C47-4352-BCD4-C82B6D0F7613}" dt="2021-08-26T19:26:05.869" v="228"/>
          <ac:grpSpMkLst>
            <pc:docMk/>
            <pc:sldMk cId="396296243" sldId="410"/>
            <ac:grpSpMk id="42" creationId="{BB9F092A-17A7-424F-8209-19103F72D9DA}"/>
          </ac:grpSpMkLst>
        </pc:grpChg>
        <pc:grpChg chg="add mod">
          <ac:chgData name="Fainstad, Brandon" userId="aac92477-536e-4d21-9f70-fa5cd941f380" providerId="ADAL" clId="{522CD1A8-5C47-4352-BCD4-C82B6D0F7613}" dt="2021-08-26T19:26:05.869" v="228"/>
          <ac:grpSpMkLst>
            <pc:docMk/>
            <pc:sldMk cId="396296243" sldId="410"/>
            <ac:grpSpMk id="45" creationId="{57EB3462-3A03-44B6-8468-4DC21D06D666}"/>
          </ac:grpSpMkLst>
        </pc:grpChg>
        <pc:grpChg chg="add del mod">
          <ac:chgData name="Fainstad, Brandon" userId="aac92477-536e-4d21-9f70-fa5cd941f380" providerId="ADAL" clId="{522CD1A8-5C47-4352-BCD4-C82B6D0F7613}" dt="2021-07-08T04:36:56.965" v="10"/>
          <ac:grpSpMkLst>
            <pc:docMk/>
            <pc:sldMk cId="396296243" sldId="410"/>
            <ac:grpSpMk id="50" creationId="{7730153D-2366-42CE-AAF9-8F443095096E}"/>
          </ac:grpSpMkLst>
        </pc:grpChg>
        <pc:grpChg chg="add del mod">
          <ac:chgData name="Fainstad, Brandon" userId="aac92477-536e-4d21-9f70-fa5cd941f380" providerId="ADAL" clId="{522CD1A8-5C47-4352-BCD4-C82B6D0F7613}" dt="2021-07-08T04:36:56.965" v="10"/>
          <ac:grpSpMkLst>
            <pc:docMk/>
            <pc:sldMk cId="396296243" sldId="410"/>
            <ac:grpSpMk id="54" creationId="{9DB6AC6B-4863-4D8A-80D4-09F623B0048D}"/>
          </ac:grpSpMkLst>
        </pc:grpChg>
        <pc:grpChg chg="add del mod">
          <ac:chgData name="Fainstad, Brandon" userId="aac92477-536e-4d21-9f70-fa5cd941f380" providerId="ADAL" clId="{522CD1A8-5C47-4352-BCD4-C82B6D0F7613}" dt="2021-07-08T04:38:51.514" v="25" actId="478"/>
          <ac:grpSpMkLst>
            <pc:docMk/>
            <pc:sldMk cId="396296243" sldId="410"/>
            <ac:grpSpMk id="58" creationId="{6AFAE9C4-CFC9-4518-BB78-6009E30EE82B}"/>
          </ac:grpSpMkLst>
        </pc:grpChg>
        <pc:grpChg chg="add del mod">
          <ac:chgData name="Fainstad, Brandon" userId="aac92477-536e-4d21-9f70-fa5cd941f380" providerId="ADAL" clId="{522CD1A8-5C47-4352-BCD4-C82B6D0F7613}" dt="2021-07-08T04:38:51.514" v="25" actId="478"/>
          <ac:grpSpMkLst>
            <pc:docMk/>
            <pc:sldMk cId="396296243" sldId="410"/>
            <ac:grpSpMk id="67" creationId="{D177DF4E-0623-472A-A8A8-CE78B69E1AB9}"/>
          </ac:grpSpMkLst>
        </pc:grpChg>
        <pc:grpChg chg="add del mod">
          <ac:chgData name="Fainstad, Brandon" userId="aac92477-536e-4d21-9f70-fa5cd941f380" providerId="ADAL" clId="{522CD1A8-5C47-4352-BCD4-C82B6D0F7613}" dt="2021-07-08T04:38:51.514" v="25" actId="478"/>
          <ac:grpSpMkLst>
            <pc:docMk/>
            <pc:sldMk cId="396296243" sldId="410"/>
            <ac:grpSpMk id="76" creationId="{BF738546-BB2C-41BF-AE81-F016CFAC7120}"/>
          </ac:grpSpMkLst>
        </pc:grpChg>
        <pc:grpChg chg="add del mod">
          <ac:chgData name="Fainstad, Brandon" userId="aac92477-536e-4d21-9f70-fa5cd941f380" providerId="ADAL" clId="{522CD1A8-5C47-4352-BCD4-C82B6D0F7613}" dt="2021-08-26T19:26:04.484" v="227" actId="478"/>
          <ac:grpSpMkLst>
            <pc:docMk/>
            <pc:sldMk cId="396296243" sldId="410"/>
            <ac:grpSpMk id="86" creationId="{F95ABB3E-0A57-4297-8EA1-E511D624F303}"/>
          </ac:grpSpMkLst>
        </pc:grpChg>
        <pc:grpChg chg="del">
          <ac:chgData name="Fainstad, Brandon" userId="aac92477-536e-4d21-9f70-fa5cd941f380" providerId="ADAL" clId="{522CD1A8-5C47-4352-BCD4-C82B6D0F7613}" dt="2021-07-08T04:36:59.380" v="11" actId="478"/>
          <ac:grpSpMkLst>
            <pc:docMk/>
            <pc:sldMk cId="396296243" sldId="410"/>
            <ac:grpSpMk id="87" creationId="{EF4C102D-0E2A-4FA2-ACBC-306CE98AB5A8}"/>
          </ac:grpSpMkLst>
        </pc:grpChg>
        <pc:grpChg chg="add del mod">
          <ac:chgData name="Fainstad, Brandon" userId="aac92477-536e-4d21-9f70-fa5cd941f380" providerId="ADAL" clId="{522CD1A8-5C47-4352-BCD4-C82B6D0F7613}" dt="2021-08-26T19:26:04.484" v="227" actId="478"/>
          <ac:grpSpMkLst>
            <pc:docMk/>
            <pc:sldMk cId="396296243" sldId="410"/>
            <ac:grpSpMk id="96" creationId="{3B3FB243-18A2-443E-8B22-A2A042E925A3}"/>
          </ac:grpSpMkLst>
        </pc:grpChg>
        <pc:grpChg chg="add mod">
          <ac:chgData name="Fainstad, Brandon" userId="aac92477-536e-4d21-9f70-fa5cd941f380" providerId="ADAL" clId="{522CD1A8-5C47-4352-BCD4-C82B6D0F7613}" dt="2021-07-08T04:38:51.914" v="26"/>
          <ac:grpSpMkLst>
            <pc:docMk/>
            <pc:sldMk cId="396296243" sldId="410"/>
            <ac:grpSpMk id="100" creationId="{BD2856F2-3C27-40BC-95B4-3BE79E0F3E52}"/>
          </ac:grpSpMkLst>
        </pc:grpChg>
        <pc:grpChg chg="add del mod">
          <ac:chgData name="Fainstad, Brandon" userId="aac92477-536e-4d21-9f70-fa5cd941f380" providerId="ADAL" clId="{522CD1A8-5C47-4352-BCD4-C82B6D0F7613}" dt="2021-08-26T19:26:04.484" v="227" actId="478"/>
          <ac:grpSpMkLst>
            <pc:docMk/>
            <pc:sldMk cId="396296243" sldId="410"/>
            <ac:grpSpMk id="103" creationId="{164EF82D-E116-42BB-BACD-9DA5F34CA79C}"/>
          </ac:grpSpMkLst>
        </pc:grpChg>
        <pc:picChg chg="add del mod">
          <ac:chgData name="Fainstad, Brandon" userId="aac92477-536e-4d21-9f70-fa5cd941f380" providerId="ADAL" clId="{522CD1A8-5C47-4352-BCD4-C82B6D0F7613}" dt="2021-07-08T04:36:56.965" v="10"/>
          <ac:picMkLst>
            <pc:docMk/>
            <pc:sldMk cId="396296243" sldId="410"/>
            <ac:picMk id="37" creationId="{9D7BB04C-2E51-472E-8D6D-E150CC07221B}"/>
          </ac:picMkLst>
        </pc:picChg>
        <pc:picChg chg="del">
          <ac:chgData name="Fainstad, Brandon" userId="aac92477-536e-4d21-9f70-fa5cd941f380" providerId="ADAL" clId="{522CD1A8-5C47-4352-BCD4-C82B6D0F7613}" dt="2021-07-08T04:36:59.380" v="11" actId="478"/>
          <ac:picMkLst>
            <pc:docMk/>
            <pc:sldMk cId="396296243" sldId="410"/>
            <ac:picMk id="39" creationId="{23A4A999-A1EC-4039-99A6-2E03E466F284}"/>
          </ac:picMkLst>
        </pc:picChg>
        <pc:picChg chg="add mod">
          <ac:chgData name="Fainstad, Brandon" userId="aac92477-536e-4d21-9f70-fa5cd941f380" providerId="ADAL" clId="{522CD1A8-5C47-4352-BCD4-C82B6D0F7613}" dt="2021-08-26T19:26:05.869" v="228"/>
          <ac:picMkLst>
            <pc:docMk/>
            <pc:sldMk cId="396296243" sldId="410"/>
            <ac:picMk id="41" creationId="{E19A0F65-DFAC-4689-BCC8-C2D946B9296E}"/>
          </ac:picMkLst>
        </pc:picChg>
        <pc:picChg chg="mod">
          <ac:chgData name="Fainstad, Brandon" userId="aac92477-536e-4d21-9f70-fa5cd941f380" providerId="ADAL" clId="{522CD1A8-5C47-4352-BCD4-C82B6D0F7613}" dt="2021-08-26T19:26:05.869" v="228"/>
          <ac:picMkLst>
            <pc:docMk/>
            <pc:sldMk cId="396296243" sldId="410"/>
            <ac:picMk id="44" creationId="{10607E9A-1F44-40F7-943E-FEB8268FB40B}"/>
          </ac:picMkLst>
        </pc:picChg>
        <pc:picChg chg="mod">
          <ac:chgData name="Fainstad, Brandon" userId="aac92477-536e-4d21-9f70-fa5cd941f380" providerId="ADAL" clId="{522CD1A8-5C47-4352-BCD4-C82B6D0F7613}" dt="2021-07-08T04:36:46.851" v="5"/>
          <ac:picMkLst>
            <pc:docMk/>
            <pc:sldMk cId="396296243" sldId="410"/>
            <ac:picMk id="46" creationId="{E92ED12A-B865-4270-B528-FB68BDAF9AAF}"/>
          </ac:picMkLst>
        </pc:picChg>
        <pc:picChg chg="mod">
          <ac:chgData name="Fainstad, Brandon" userId="aac92477-536e-4d21-9f70-fa5cd941f380" providerId="ADAL" clId="{522CD1A8-5C47-4352-BCD4-C82B6D0F7613}" dt="2021-08-26T19:26:05.869" v="228"/>
          <ac:picMkLst>
            <pc:docMk/>
            <pc:sldMk cId="396296243" sldId="410"/>
            <ac:picMk id="47" creationId="{35FC91F8-49B4-49E8-B064-9BCC27CBBB8C}"/>
          </ac:picMkLst>
        </pc:picChg>
        <pc:picChg chg="add del mod">
          <ac:chgData name="Fainstad, Brandon" userId="aac92477-536e-4d21-9f70-fa5cd941f380" providerId="ADAL" clId="{522CD1A8-5C47-4352-BCD4-C82B6D0F7613}" dt="2021-07-08T04:36:56.965" v="10"/>
          <ac:picMkLst>
            <pc:docMk/>
            <pc:sldMk cId="396296243" sldId="410"/>
            <ac:picMk id="49" creationId="{97D450FD-E9FF-449D-B395-F50267741060}"/>
          </ac:picMkLst>
        </pc:picChg>
        <pc:picChg chg="mod">
          <ac:chgData name="Fainstad, Brandon" userId="aac92477-536e-4d21-9f70-fa5cd941f380" providerId="ADAL" clId="{522CD1A8-5C47-4352-BCD4-C82B6D0F7613}" dt="2021-07-08T04:36:46.851" v="5"/>
          <ac:picMkLst>
            <pc:docMk/>
            <pc:sldMk cId="396296243" sldId="410"/>
            <ac:picMk id="52" creationId="{153C7F37-270A-448E-A10C-28998698E243}"/>
          </ac:picMkLst>
        </pc:picChg>
        <pc:picChg chg="mod">
          <ac:chgData name="Fainstad, Brandon" userId="aac92477-536e-4d21-9f70-fa5cd941f380" providerId="ADAL" clId="{522CD1A8-5C47-4352-BCD4-C82B6D0F7613}" dt="2021-07-08T04:36:46.851" v="5"/>
          <ac:picMkLst>
            <pc:docMk/>
            <pc:sldMk cId="396296243" sldId="410"/>
            <ac:picMk id="56" creationId="{D5EF3186-89CB-410E-AFB2-495BBD595906}"/>
          </ac:picMkLst>
        </pc:picChg>
        <pc:picChg chg="add del mod">
          <ac:chgData name="Fainstad, Brandon" userId="aac92477-536e-4d21-9f70-fa5cd941f380" providerId="ADAL" clId="{522CD1A8-5C47-4352-BCD4-C82B6D0F7613}" dt="2021-07-08T04:38:51.514" v="25" actId="478"/>
          <ac:picMkLst>
            <pc:docMk/>
            <pc:sldMk cId="396296243" sldId="410"/>
            <ac:picMk id="57" creationId="{5A61FFED-A615-4D47-A0A3-00E99048EB23}"/>
          </ac:picMkLst>
        </pc:picChg>
        <pc:picChg chg="mod">
          <ac:chgData name="Fainstad, Brandon" userId="aac92477-536e-4d21-9f70-fa5cd941f380" providerId="ADAL" clId="{522CD1A8-5C47-4352-BCD4-C82B6D0F7613}" dt="2021-07-08T04:37:00.698" v="12"/>
          <ac:picMkLst>
            <pc:docMk/>
            <pc:sldMk cId="396296243" sldId="410"/>
            <ac:picMk id="60" creationId="{D2A4B9DF-2AFC-42A1-93B2-8BC2212DA93F}"/>
          </ac:picMkLst>
        </pc:picChg>
        <pc:picChg chg="add del mod">
          <ac:chgData name="Fainstad, Brandon" userId="aac92477-536e-4d21-9f70-fa5cd941f380" providerId="ADAL" clId="{522CD1A8-5C47-4352-BCD4-C82B6D0F7613}" dt="2021-07-08T04:38:51.514" v="25" actId="478"/>
          <ac:picMkLst>
            <pc:docMk/>
            <pc:sldMk cId="396296243" sldId="410"/>
            <ac:picMk id="64" creationId="{CC6CC9AE-8C72-4909-953A-6EC222009C87}"/>
          </ac:picMkLst>
        </pc:picChg>
        <pc:picChg chg="del">
          <ac:chgData name="Fainstad, Brandon" userId="aac92477-536e-4d21-9f70-fa5cd941f380" providerId="ADAL" clId="{522CD1A8-5C47-4352-BCD4-C82B6D0F7613}" dt="2021-07-08T04:36:59.380" v="11" actId="478"/>
          <ac:picMkLst>
            <pc:docMk/>
            <pc:sldMk cId="396296243" sldId="410"/>
            <ac:picMk id="66" creationId="{B43D33A0-2B15-4636-A5AB-FFADF1A99D07}"/>
          </ac:picMkLst>
        </pc:picChg>
        <pc:picChg chg="mod">
          <ac:chgData name="Fainstad, Brandon" userId="aac92477-536e-4d21-9f70-fa5cd941f380" providerId="ADAL" clId="{522CD1A8-5C47-4352-BCD4-C82B6D0F7613}" dt="2021-07-08T04:37:00.698" v="12"/>
          <ac:picMkLst>
            <pc:docMk/>
            <pc:sldMk cId="396296243" sldId="410"/>
            <ac:picMk id="74" creationId="{05631BF5-0447-4274-9E3A-CAC718A6D964}"/>
          </ac:picMkLst>
        </pc:picChg>
        <pc:picChg chg="mod">
          <ac:chgData name="Fainstad, Brandon" userId="aac92477-536e-4d21-9f70-fa5cd941f380" providerId="ADAL" clId="{522CD1A8-5C47-4352-BCD4-C82B6D0F7613}" dt="2021-07-08T04:37:00.698" v="12"/>
          <ac:picMkLst>
            <pc:docMk/>
            <pc:sldMk cId="396296243" sldId="410"/>
            <ac:picMk id="78" creationId="{8AE72A4A-5BDA-4178-A8FD-6FA3DEA57DB8}"/>
          </ac:picMkLst>
        </pc:picChg>
        <pc:picChg chg="add del mod">
          <ac:chgData name="Fainstad, Brandon" userId="aac92477-536e-4d21-9f70-fa5cd941f380" providerId="ADAL" clId="{522CD1A8-5C47-4352-BCD4-C82B6D0F7613}" dt="2021-08-26T19:26:04.484" v="227" actId="478"/>
          <ac:picMkLst>
            <pc:docMk/>
            <pc:sldMk cId="396296243" sldId="410"/>
            <ac:picMk id="81" creationId="{7F08AF11-101A-45DC-9F87-6EE2A047B8EE}"/>
          </ac:picMkLst>
        </pc:picChg>
        <pc:picChg chg="mod">
          <ac:chgData name="Fainstad, Brandon" userId="aac92477-536e-4d21-9f70-fa5cd941f380" providerId="ADAL" clId="{522CD1A8-5C47-4352-BCD4-C82B6D0F7613}" dt="2021-07-08T04:38:51.914" v="26"/>
          <ac:picMkLst>
            <pc:docMk/>
            <pc:sldMk cId="396296243" sldId="410"/>
            <ac:picMk id="93" creationId="{D84FAFC1-9EB4-4C7E-99C5-F3C543F98BC9}"/>
          </ac:picMkLst>
        </pc:picChg>
        <pc:picChg chg="add mod">
          <ac:chgData name="Fainstad, Brandon" userId="aac92477-536e-4d21-9f70-fa5cd941f380" providerId="ADAL" clId="{522CD1A8-5C47-4352-BCD4-C82B6D0F7613}" dt="2021-07-08T04:38:51.914" v="26"/>
          <ac:picMkLst>
            <pc:docMk/>
            <pc:sldMk cId="396296243" sldId="410"/>
            <ac:picMk id="95" creationId="{6BCB00B5-73A8-4696-806B-0B9496904949}"/>
          </ac:picMkLst>
        </pc:picChg>
        <pc:picChg chg="mod">
          <ac:chgData name="Fainstad, Brandon" userId="aac92477-536e-4d21-9f70-fa5cd941f380" providerId="ADAL" clId="{522CD1A8-5C47-4352-BCD4-C82B6D0F7613}" dt="2021-07-08T04:38:51.914" v="26"/>
          <ac:picMkLst>
            <pc:docMk/>
            <pc:sldMk cId="396296243" sldId="410"/>
            <ac:picMk id="98" creationId="{8485FAF8-F120-4986-911C-913A643E22AB}"/>
          </ac:picMkLst>
        </pc:picChg>
        <pc:picChg chg="mod">
          <ac:chgData name="Fainstad, Brandon" userId="aac92477-536e-4d21-9f70-fa5cd941f380" providerId="ADAL" clId="{522CD1A8-5C47-4352-BCD4-C82B6D0F7613}" dt="2021-07-08T04:38:51.914" v="26"/>
          <ac:picMkLst>
            <pc:docMk/>
            <pc:sldMk cId="396296243" sldId="410"/>
            <ac:picMk id="102" creationId="{DCA6A28A-B127-49F8-B293-33D47EA5819C}"/>
          </ac:picMkLst>
        </pc:picChg>
        <pc:picChg chg="mod">
          <ac:chgData name="Fainstad, Brandon" userId="aac92477-536e-4d21-9f70-fa5cd941f380" providerId="ADAL" clId="{522CD1A8-5C47-4352-BCD4-C82B6D0F7613}" dt="2021-07-08T04:38:51.914" v="26"/>
          <ac:picMkLst>
            <pc:docMk/>
            <pc:sldMk cId="396296243" sldId="410"/>
            <ac:picMk id="105" creationId="{F6EC1544-C6E7-4288-BAC5-2B3DCB13D4E8}"/>
          </ac:picMkLst>
        </pc:picChg>
        <pc:cxnChg chg="del">
          <ac:chgData name="Fainstad, Brandon" userId="aac92477-536e-4d21-9f70-fa5cd941f380" providerId="ADAL" clId="{522CD1A8-5C47-4352-BCD4-C82B6D0F7613}" dt="2021-07-08T04:36:59.380" v="11" actId="478"/>
          <ac:cxnSpMkLst>
            <pc:docMk/>
            <pc:sldMk cId="396296243" sldId="410"/>
            <ac:cxnSpMk id="3" creationId="{5DEFC69E-7773-402B-89D9-EB4EAA8C91E9}"/>
          </ac:cxnSpMkLst>
        </pc:cxnChg>
        <pc:cxnChg chg="add mod">
          <ac:chgData name="Fainstad, Brandon" userId="aac92477-536e-4d21-9f70-fa5cd941f380" providerId="ADAL" clId="{522CD1A8-5C47-4352-BCD4-C82B6D0F7613}" dt="2021-08-26T19:26:05.869" v="228"/>
          <ac:cxnSpMkLst>
            <pc:docMk/>
            <pc:sldMk cId="396296243" sldId="410"/>
            <ac:cxnSpMk id="48" creationId="{4D045C57-2B99-4CE9-9322-15D9A8E641DF}"/>
          </ac:cxnSpMkLst>
        </pc:cxnChg>
        <pc:cxnChg chg="add del mod">
          <ac:chgData name="Fainstad, Brandon" userId="aac92477-536e-4d21-9f70-fa5cd941f380" providerId="ADAL" clId="{522CD1A8-5C47-4352-BCD4-C82B6D0F7613}" dt="2021-07-08T04:36:56.965" v="10"/>
          <ac:cxnSpMkLst>
            <pc:docMk/>
            <pc:sldMk cId="396296243" sldId="410"/>
            <ac:cxnSpMk id="53" creationId="{F11E98D1-0917-41E6-B55B-CEE2AC668E05}"/>
          </ac:cxnSpMkLst>
        </pc:cxnChg>
        <pc:cxnChg chg="add del mod">
          <ac:chgData name="Fainstad, Brandon" userId="aac92477-536e-4d21-9f70-fa5cd941f380" providerId="ADAL" clId="{522CD1A8-5C47-4352-BCD4-C82B6D0F7613}" dt="2021-07-08T04:38:51.514" v="25" actId="478"/>
          <ac:cxnSpMkLst>
            <pc:docMk/>
            <pc:sldMk cId="396296243" sldId="410"/>
            <ac:cxnSpMk id="75" creationId="{58778E53-CDA8-4B1A-9E98-F6F880F8D791}"/>
          </ac:cxnSpMkLst>
        </pc:cxnChg>
        <pc:cxnChg chg="add del mod">
          <ac:chgData name="Fainstad, Brandon" userId="aac92477-536e-4d21-9f70-fa5cd941f380" providerId="ADAL" clId="{522CD1A8-5C47-4352-BCD4-C82B6D0F7613}" dt="2021-08-26T19:26:04.484" v="227" actId="478"/>
          <ac:cxnSpMkLst>
            <pc:docMk/>
            <pc:sldMk cId="396296243" sldId="410"/>
            <ac:cxnSpMk id="99" creationId="{D1D66329-9017-46A6-8FA8-DEBC804EFB42}"/>
          </ac:cxnSpMkLst>
        </pc:cxnChg>
        <pc:cxnChg chg="add del mod">
          <ac:chgData name="Fainstad, Brandon" userId="aac92477-536e-4d21-9f70-fa5cd941f380" providerId="ADAL" clId="{522CD1A8-5C47-4352-BCD4-C82B6D0F7613}" dt="2021-08-26T19:26:04.484" v="227" actId="478"/>
          <ac:cxnSpMkLst>
            <pc:docMk/>
            <pc:sldMk cId="396296243" sldId="410"/>
            <ac:cxnSpMk id="106" creationId="{84B74C75-C4F5-4ABA-ACAC-008349200D4E}"/>
          </ac:cxnSpMkLst>
        </pc:cxnChg>
      </pc:sldChg>
      <pc:sldChg chg="addSp delSp modSp mod addAnim delAnim modAnim">
        <pc:chgData name="Fainstad, Brandon" userId="aac92477-536e-4d21-9f70-fa5cd941f380" providerId="ADAL" clId="{522CD1A8-5C47-4352-BCD4-C82B6D0F7613}" dt="2021-08-26T19:26:29.487" v="231"/>
        <pc:sldMkLst>
          <pc:docMk/>
          <pc:sldMk cId="1689966908" sldId="413"/>
        </pc:sldMkLst>
        <pc:spChg chg="mod">
          <ac:chgData name="Fainstad, Brandon" userId="aac92477-536e-4d21-9f70-fa5cd941f380" providerId="ADAL" clId="{522CD1A8-5C47-4352-BCD4-C82B6D0F7613}" dt="2021-07-08T04:39:25.795" v="31"/>
          <ac:spMkLst>
            <pc:docMk/>
            <pc:sldMk cId="1689966908" sldId="413"/>
            <ac:spMk id="35" creationId="{32815373-AFCC-48BB-A3AD-6A3AE3A5B1DA}"/>
          </ac:spMkLst>
        </pc:spChg>
        <pc:spChg chg="mod">
          <ac:chgData name="Fainstad, Brandon" userId="aac92477-536e-4d21-9f70-fa5cd941f380" providerId="ADAL" clId="{522CD1A8-5C47-4352-BCD4-C82B6D0F7613}" dt="2021-08-26T19:26:29.487" v="231"/>
          <ac:spMkLst>
            <pc:docMk/>
            <pc:sldMk cId="1689966908" sldId="413"/>
            <ac:spMk id="40" creationId="{E36BFA48-5FFE-41B6-8602-9D0DC4DE1767}"/>
          </ac:spMkLst>
        </pc:spChg>
        <pc:spChg chg="mod">
          <ac:chgData name="Fainstad, Brandon" userId="aac92477-536e-4d21-9f70-fa5cd941f380" providerId="ADAL" clId="{522CD1A8-5C47-4352-BCD4-C82B6D0F7613}" dt="2021-08-26T19:26:29.487" v="231"/>
          <ac:spMkLst>
            <pc:docMk/>
            <pc:sldMk cId="1689966908" sldId="413"/>
            <ac:spMk id="44" creationId="{EC76C2FE-99D8-4068-9F2F-E84919C41670}"/>
          </ac:spMkLst>
        </pc:spChg>
        <pc:spChg chg="add mod">
          <ac:chgData name="Fainstad, Brandon" userId="aac92477-536e-4d21-9f70-fa5cd941f380" providerId="ADAL" clId="{522CD1A8-5C47-4352-BCD4-C82B6D0F7613}" dt="2021-07-08T04:39:25.795" v="31"/>
          <ac:spMkLst>
            <pc:docMk/>
            <pc:sldMk cId="1689966908" sldId="413"/>
            <ac:spMk id="45" creationId="{5B636150-7E66-46F9-B685-20133C113F2F}"/>
          </ac:spMkLst>
        </pc:spChg>
        <pc:spChg chg="mod">
          <ac:chgData name="Fainstad, Brandon" userId="aac92477-536e-4d21-9f70-fa5cd941f380" providerId="ADAL" clId="{522CD1A8-5C47-4352-BCD4-C82B6D0F7613}" dt="2021-07-08T04:39:25.795" v="31"/>
          <ac:spMkLst>
            <pc:docMk/>
            <pc:sldMk cId="1689966908" sldId="413"/>
            <ac:spMk id="49" creationId="{BCE776D7-0F80-42B1-9C6E-1F490A59774C}"/>
          </ac:spMkLst>
        </pc:spChg>
        <pc:spChg chg="mod">
          <ac:chgData name="Fainstad, Brandon" userId="aac92477-536e-4d21-9f70-fa5cd941f380" providerId="ADAL" clId="{522CD1A8-5C47-4352-BCD4-C82B6D0F7613}" dt="2021-07-08T04:39:25.795" v="31"/>
          <ac:spMkLst>
            <pc:docMk/>
            <pc:sldMk cId="1689966908" sldId="413"/>
            <ac:spMk id="53" creationId="{3263B610-D23D-44B3-B567-AAA3AA0E7BD4}"/>
          </ac:spMkLst>
        </pc:spChg>
        <pc:spChg chg="mod modVis">
          <ac:chgData name="Fainstad, Brandon" userId="aac92477-536e-4d21-9f70-fa5cd941f380" providerId="ADAL" clId="{522CD1A8-5C47-4352-BCD4-C82B6D0F7613}" dt="2021-07-08T04:49:04.493" v="119" actId="14430"/>
          <ac:spMkLst>
            <pc:docMk/>
            <pc:sldMk cId="1689966908" sldId="413"/>
            <ac:spMk id="54" creationId="{EC308C1D-40C0-457A-913F-837147BE8931}"/>
          </ac:spMkLst>
        </pc:spChg>
        <pc:spChg chg="mod">
          <ac:chgData name="Fainstad, Brandon" userId="aac92477-536e-4d21-9f70-fa5cd941f380" providerId="ADAL" clId="{522CD1A8-5C47-4352-BCD4-C82B6D0F7613}" dt="2021-07-08T04:39:25.795" v="31"/>
          <ac:spMkLst>
            <pc:docMk/>
            <pc:sldMk cId="1689966908" sldId="413"/>
            <ac:spMk id="57" creationId="{860720F9-8E1E-45A8-BE7A-C483B8E160C4}"/>
          </ac:spMkLst>
        </pc:spChg>
        <pc:spChg chg="mod modVis">
          <ac:chgData name="Fainstad, Brandon" userId="aac92477-536e-4d21-9f70-fa5cd941f380" providerId="ADAL" clId="{522CD1A8-5C47-4352-BCD4-C82B6D0F7613}" dt="2021-07-08T04:50:11.078" v="127" actId="33935"/>
          <ac:spMkLst>
            <pc:docMk/>
            <pc:sldMk cId="1689966908" sldId="413"/>
            <ac:spMk id="62" creationId="{8D1963B5-D9F6-4514-A38E-588866F00550}"/>
          </ac:spMkLst>
        </pc:spChg>
        <pc:spChg chg="del">
          <ac:chgData name="Fainstad, Brandon" userId="aac92477-536e-4d21-9f70-fa5cd941f380" providerId="ADAL" clId="{522CD1A8-5C47-4352-BCD4-C82B6D0F7613}" dt="2021-07-08T04:39:25.237" v="30" actId="478"/>
          <ac:spMkLst>
            <pc:docMk/>
            <pc:sldMk cId="1689966908" sldId="413"/>
            <ac:spMk id="65" creationId="{65259CFC-8851-4ECB-97F2-2F6716F44618}"/>
          </ac:spMkLst>
        </pc:spChg>
        <pc:spChg chg="mod">
          <ac:chgData name="Fainstad, Brandon" userId="aac92477-536e-4d21-9f70-fa5cd941f380" providerId="ADAL" clId="{522CD1A8-5C47-4352-BCD4-C82B6D0F7613}" dt="2021-07-08T04:50:08.185" v="126" actId="962"/>
          <ac:spMkLst>
            <pc:docMk/>
            <pc:sldMk cId="1689966908" sldId="413"/>
            <ac:spMk id="85" creationId="{BA13DE4B-5A91-4A2C-B86C-5A52A1E00EF4}"/>
          </ac:spMkLst>
        </pc:spChg>
        <pc:grpChg chg="add del mod">
          <ac:chgData name="Fainstad, Brandon" userId="aac92477-536e-4d21-9f70-fa5cd941f380" providerId="ADAL" clId="{522CD1A8-5C47-4352-BCD4-C82B6D0F7613}" dt="2021-08-26T19:26:22.324" v="230" actId="478"/>
          <ac:grpSpMkLst>
            <pc:docMk/>
            <pc:sldMk cId="1689966908" sldId="413"/>
            <ac:grpSpMk id="34" creationId="{868B8A31-8BB1-4FDF-8048-37B36548420A}"/>
          </ac:grpSpMkLst>
        </pc:grpChg>
        <pc:grpChg chg="del">
          <ac:chgData name="Fainstad, Brandon" userId="aac92477-536e-4d21-9f70-fa5cd941f380" providerId="ADAL" clId="{522CD1A8-5C47-4352-BCD4-C82B6D0F7613}" dt="2021-07-08T04:39:25.237" v="30" actId="478"/>
          <ac:grpSpMkLst>
            <pc:docMk/>
            <pc:sldMk cId="1689966908" sldId="413"/>
            <ac:grpSpMk id="38" creationId="{877B1BAC-7EB5-4579-B3B9-2CEE4115CE49}"/>
          </ac:grpSpMkLst>
        </pc:grpChg>
        <pc:grpChg chg="add mod">
          <ac:chgData name="Fainstad, Brandon" userId="aac92477-536e-4d21-9f70-fa5cd941f380" providerId="ADAL" clId="{522CD1A8-5C47-4352-BCD4-C82B6D0F7613}" dt="2021-08-26T19:26:29.487" v="231"/>
          <ac:grpSpMkLst>
            <pc:docMk/>
            <pc:sldMk cId="1689966908" sldId="413"/>
            <ac:grpSpMk id="39" creationId="{EC0D88DA-AE1C-4F95-ADB1-623CF47973DA}"/>
          </ac:grpSpMkLst>
        </pc:grpChg>
        <pc:grpChg chg="del">
          <ac:chgData name="Fainstad, Brandon" userId="aac92477-536e-4d21-9f70-fa5cd941f380" providerId="ADAL" clId="{522CD1A8-5C47-4352-BCD4-C82B6D0F7613}" dt="2021-07-08T04:39:25.237" v="30" actId="478"/>
          <ac:grpSpMkLst>
            <pc:docMk/>
            <pc:sldMk cId="1689966908" sldId="413"/>
            <ac:grpSpMk id="40" creationId="{08BAA59D-8CC1-4CCA-AE93-D733C3ED6420}"/>
          </ac:grpSpMkLst>
        </pc:grpChg>
        <pc:grpChg chg="add mod">
          <ac:chgData name="Fainstad, Brandon" userId="aac92477-536e-4d21-9f70-fa5cd941f380" providerId="ADAL" clId="{522CD1A8-5C47-4352-BCD4-C82B6D0F7613}" dt="2021-08-26T19:26:29.487" v="231"/>
          <ac:grpSpMkLst>
            <pc:docMk/>
            <pc:sldMk cId="1689966908" sldId="413"/>
            <ac:grpSpMk id="43" creationId="{19A7A6EE-6BC9-4719-8570-66BFE07A5A93}"/>
          </ac:grpSpMkLst>
        </pc:grpChg>
        <pc:grpChg chg="add del mod">
          <ac:chgData name="Fainstad, Brandon" userId="aac92477-536e-4d21-9f70-fa5cd941f380" providerId="ADAL" clId="{522CD1A8-5C47-4352-BCD4-C82B6D0F7613}" dt="2021-08-26T19:26:22.324" v="230" actId="478"/>
          <ac:grpSpMkLst>
            <pc:docMk/>
            <pc:sldMk cId="1689966908" sldId="413"/>
            <ac:grpSpMk id="48" creationId="{5D534302-A527-447F-AAB8-D185DAFD6BAB}"/>
          </ac:grpSpMkLst>
        </pc:grpChg>
        <pc:grpChg chg="add mod">
          <ac:chgData name="Fainstad, Brandon" userId="aac92477-536e-4d21-9f70-fa5cd941f380" providerId="ADAL" clId="{522CD1A8-5C47-4352-BCD4-C82B6D0F7613}" dt="2021-07-08T04:39:25.795" v="31"/>
          <ac:grpSpMkLst>
            <pc:docMk/>
            <pc:sldMk cId="1689966908" sldId="413"/>
            <ac:grpSpMk id="52" creationId="{7F356E7D-D09C-4364-BECD-9AE89F1A3434}"/>
          </ac:grpSpMkLst>
        </pc:grpChg>
        <pc:grpChg chg="add del mod">
          <ac:chgData name="Fainstad, Brandon" userId="aac92477-536e-4d21-9f70-fa5cd941f380" providerId="ADAL" clId="{522CD1A8-5C47-4352-BCD4-C82B6D0F7613}" dt="2021-08-26T19:26:22.324" v="230" actId="478"/>
          <ac:grpSpMkLst>
            <pc:docMk/>
            <pc:sldMk cId="1689966908" sldId="413"/>
            <ac:grpSpMk id="56" creationId="{0767D1A3-50A4-4827-8440-04168E7653AD}"/>
          </ac:grpSpMkLst>
        </pc:grpChg>
        <pc:grpChg chg="del">
          <ac:chgData name="Fainstad, Brandon" userId="aac92477-536e-4d21-9f70-fa5cd941f380" providerId="ADAL" clId="{522CD1A8-5C47-4352-BCD4-C82B6D0F7613}" dt="2021-07-08T04:39:25.237" v="30" actId="478"/>
          <ac:grpSpMkLst>
            <pc:docMk/>
            <pc:sldMk cId="1689966908" sldId="413"/>
            <ac:grpSpMk id="87" creationId="{EF4C102D-0E2A-4FA2-ACBC-306CE98AB5A8}"/>
          </ac:grpSpMkLst>
        </pc:grpChg>
        <pc:picChg chg="add del mod">
          <ac:chgData name="Fainstad, Brandon" userId="aac92477-536e-4d21-9f70-fa5cd941f380" providerId="ADAL" clId="{522CD1A8-5C47-4352-BCD4-C82B6D0F7613}" dt="2021-08-26T19:26:22.324" v="230" actId="478"/>
          <ac:picMkLst>
            <pc:docMk/>
            <pc:sldMk cId="1689966908" sldId="413"/>
            <ac:picMk id="33" creationId="{AA915B1E-B4BD-41E0-9E7E-9235450C97F7}"/>
          </ac:picMkLst>
        </pc:picChg>
        <pc:picChg chg="add del">
          <ac:chgData name="Fainstad, Brandon" userId="aac92477-536e-4d21-9f70-fa5cd941f380" providerId="ADAL" clId="{522CD1A8-5C47-4352-BCD4-C82B6D0F7613}" dt="2021-07-08T04:48:57.753" v="117" actId="478"/>
          <ac:picMkLst>
            <pc:docMk/>
            <pc:sldMk cId="1689966908" sldId="413"/>
            <ac:picMk id="36" creationId="{5C9F7D1A-C1FC-4B17-BD2E-7DCDAD4C54BA}"/>
          </ac:picMkLst>
        </pc:picChg>
        <pc:picChg chg="mod">
          <ac:chgData name="Fainstad, Brandon" userId="aac92477-536e-4d21-9f70-fa5cd941f380" providerId="ADAL" clId="{522CD1A8-5C47-4352-BCD4-C82B6D0F7613}" dt="2021-07-08T04:39:25.795" v="31"/>
          <ac:picMkLst>
            <pc:docMk/>
            <pc:sldMk cId="1689966908" sldId="413"/>
            <ac:picMk id="37" creationId="{60E6BE25-CA55-4006-8A1E-A8AF083F6111}"/>
          </ac:picMkLst>
        </pc:picChg>
        <pc:picChg chg="add mod">
          <ac:chgData name="Fainstad, Brandon" userId="aac92477-536e-4d21-9f70-fa5cd941f380" providerId="ADAL" clId="{522CD1A8-5C47-4352-BCD4-C82B6D0F7613}" dt="2021-08-26T19:26:29.487" v="231"/>
          <ac:picMkLst>
            <pc:docMk/>
            <pc:sldMk cId="1689966908" sldId="413"/>
            <ac:picMk id="38" creationId="{5A101193-C97C-4B42-9EB6-F37ACA5AE88B}"/>
          </ac:picMkLst>
        </pc:picChg>
        <pc:picChg chg="del">
          <ac:chgData name="Fainstad, Brandon" userId="aac92477-536e-4d21-9f70-fa5cd941f380" providerId="ADAL" clId="{522CD1A8-5C47-4352-BCD4-C82B6D0F7613}" dt="2021-07-08T04:39:25.237" v="30" actId="478"/>
          <ac:picMkLst>
            <pc:docMk/>
            <pc:sldMk cId="1689966908" sldId="413"/>
            <ac:picMk id="39" creationId="{23A4A999-A1EC-4039-99A6-2E03E466F284}"/>
          </ac:picMkLst>
        </pc:picChg>
        <pc:picChg chg="mod">
          <ac:chgData name="Fainstad, Brandon" userId="aac92477-536e-4d21-9f70-fa5cd941f380" providerId="ADAL" clId="{522CD1A8-5C47-4352-BCD4-C82B6D0F7613}" dt="2021-08-26T19:26:29.487" v="231"/>
          <ac:picMkLst>
            <pc:docMk/>
            <pc:sldMk cId="1689966908" sldId="413"/>
            <ac:picMk id="42" creationId="{0D9A36D6-AC19-45EA-B83B-ED9F6FC4C088}"/>
          </ac:picMkLst>
        </pc:picChg>
        <pc:picChg chg="add mod">
          <ac:chgData name="Fainstad, Brandon" userId="aac92477-536e-4d21-9f70-fa5cd941f380" providerId="ADAL" clId="{522CD1A8-5C47-4352-BCD4-C82B6D0F7613}" dt="2021-07-08T04:39:25.795" v="31"/>
          <ac:picMkLst>
            <pc:docMk/>
            <pc:sldMk cId="1689966908" sldId="413"/>
            <ac:picMk id="46" creationId="{8671D402-DEC4-4EFF-9827-BE2EFE03CFE2}"/>
          </ac:picMkLst>
        </pc:picChg>
        <pc:picChg chg="mod">
          <ac:chgData name="Fainstad, Brandon" userId="aac92477-536e-4d21-9f70-fa5cd941f380" providerId="ADAL" clId="{522CD1A8-5C47-4352-BCD4-C82B6D0F7613}" dt="2021-08-26T19:26:29.487" v="231"/>
          <ac:picMkLst>
            <pc:docMk/>
            <pc:sldMk cId="1689966908" sldId="413"/>
            <ac:picMk id="47" creationId="{C7B276CD-31B5-45AC-AD7D-E6B7605B232D}"/>
          </ac:picMkLst>
        </pc:picChg>
        <pc:picChg chg="mod">
          <ac:chgData name="Fainstad, Brandon" userId="aac92477-536e-4d21-9f70-fa5cd941f380" providerId="ADAL" clId="{522CD1A8-5C47-4352-BCD4-C82B6D0F7613}" dt="2021-07-08T04:39:25.795" v="31"/>
          <ac:picMkLst>
            <pc:docMk/>
            <pc:sldMk cId="1689966908" sldId="413"/>
            <ac:picMk id="50" creationId="{DB7E388A-3C57-47DC-9666-2C12B6D0A3D3}"/>
          </ac:picMkLst>
        </pc:picChg>
        <pc:picChg chg="mod">
          <ac:chgData name="Fainstad, Brandon" userId="aac92477-536e-4d21-9f70-fa5cd941f380" providerId="ADAL" clId="{522CD1A8-5C47-4352-BCD4-C82B6D0F7613}" dt="2021-07-08T04:39:25.795" v="31"/>
          <ac:picMkLst>
            <pc:docMk/>
            <pc:sldMk cId="1689966908" sldId="413"/>
            <ac:picMk id="55" creationId="{DEC00984-90F3-4D0E-A7BB-1538C73618F3}"/>
          </ac:picMkLst>
        </pc:picChg>
        <pc:picChg chg="mod">
          <ac:chgData name="Fainstad, Brandon" userId="aac92477-536e-4d21-9f70-fa5cd941f380" providerId="ADAL" clId="{522CD1A8-5C47-4352-BCD4-C82B6D0F7613}" dt="2021-07-08T04:39:25.795" v="31"/>
          <ac:picMkLst>
            <pc:docMk/>
            <pc:sldMk cId="1689966908" sldId="413"/>
            <ac:picMk id="58" creationId="{97E65C6F-7925-48EF-BD20-6BB19CCA0259}"/>
          </ac:picMkLst>
        </pc:picChg>
        <pc:picChg chg="del">
          <ac:chgData name="Fainstad, Brandon" userId="aac92477-536e-4d21-9f70-fa5cd941f380" providerId="ADAL" clId="{522CD1A8-5C47-4352-BCD4-C82B6D0F7613}" dt="2021-07-08T04:39:25.237" v="30" actId="478"/>
          <ac:picMkLst>
            <pc:docMk/>
            <pc:sldMk cId="1689966908" sldId="413"/>
            <ac:picMk id="66" creationId="{B43D33A0-2B15-4636-A5AB-FFADF1A99D07}"/>
          </ac:picMkLst>
        </pc:picChg>
        <pc:cxnChg chg="del">
          <ac:chgData name="Fainstad, Brandon" userId="aac92477-536e-4d21-9f70-fa5cd941f380" providerId="ADAL" clId="{522CD1A8-5C47-4352-BCD4-C82B6D0F7613}" dt="2021-07-08T04:39:25.237" v="30" actId="478"/>
          <ac:cxnSpMkLst>
            <pc:docMk/>
            <pc:sldMk cId="1689966908" sldId="413"/>
            <ac:cxnSpMk id="3" creationId="{5DEFC69E-7773-402B-89D9-EB4EAA8C91E9}"/>
          </ac:cxnSpMkLst>
        </pc:cxnChg>
        <pc:cxnChg chg="add del mod">
          <ac:chgData name="Fainstad, Brandon" userId="aac92477-536e-4d21-9f70-fa5cd941f380" providerId="ADAL" clId="{522CD1A8-5C47-4352-BCD4-C82B6D0F7613}" dt="2021-08-26T19:26:22.324" v="230" actId="478"/>
          <ac:cxnSpMkLst>
            <pc:docMk/>
            <pc:sldMk cId="1689966908" sldId="413"/>
            <ac:cxnSpMk id="51" creationId="{956F762B-98B1-45EC-B7C2-C3AA43F9C780}"/>
          </ac:cxnSpMkLst>
        </pc:cxnChg>
        <pc:cxnChg chg="add del mod">
          <ac:chgData name="Fainstad, Brandon" userId="aac92477-536e-4d21-9f70-fa5cd941f380" providerId="ADAL" clId="{522CD1A8-5C47-4352-BCD4-C82B6D0F7613}" dt="2021-08-26T19:26:22.324" v="230" actId="478"/>
          <ac:cxnSpMkLst>
            <pc:docMk/>
            <pc:sldMk cId="1689966908" sldId="413"/>
            <ac:cxnSpMk id="63" creationId="{D95754CB-AC84-4ADA-B5B0-2397A2A35CF4}"/>
          </ac:cxnSpMkLst>
        </pc:cxnChg>
        <pc:cxnChg chg="add mod">
          <ac:chgData name="Fainstad, Brandon" userId="aac92477-536e-4d21-9f70-fa5cd941f380" providerId="ADAL" clId="{522CD1A8-5C47-4352-BCD4-C82B6D0F7613}" dt="2021-08-26T19:26:29.487" v="231"/>
          <ac:cxnSpMkLst>
            <pc:docMk/>
            <pc:sldMk cId="1689966908" sldId="413"/>
            <ac:cxnSpMk id="64" creationId="{CCB569A7-EFD3-41EF-A5CD-E174C796E791}"/>
          </ac:cxnSpMkLst>
        </pc:cxnChg>
      </pc:sldChg>
      <pc:sldChg chg="addSp delSp modSp new mod">
        <pc:chgData name="Fainstad, Brandon" userId="aac92477-536e-4d21-9f70-fa5cd941f380" providerId="ADAL" clId="{522CD1A8-5C47-4352-BCD4-C82B6D0F7613}" dt="2021-08-26T19:16:39.974" v="221" actId="1076"/>
        <pc:sldMkLst>
          <pc:docMk/>
          <pc:sldMk cId="1419802909" sldId="414"/>
        </pc:sldMkLst>
        <pc:spChg chg="del">
          <ac:chgData name="Fainstad, Brandon" userId="aac92477-536e-4d21-9f70-fa5cd941f380" providerId="ADAL" clId="{522CD1A8-5C47-4352-BCD4-C82B6D0F7613}" dt="2021-08-26T19:14:46.078" v="161" actId="478"/>
          <ac:spMkLst>
            <pc:docMk/>
            <pc:sldMk cId="1419802909" sldId="414"/>
            <ac:spMk id="2" creationId="{F0206547-C0FD-4138-8C78-36E07F014648}"/>
          </ac:spMkLst>
        </pc:spChg>
        <pc:spChg chg="del">
          <ac:chgData name="Fainstad, Brandon" userId="aac92477-536e-4d21-9f70-fa5cd941f380" providerId="ADAL" clId="{522CD1A8-5C47-4352-BCD4-C82B6D0F7613}" dt="2021-08-26T19:14:42.263" v="158"/>
          <ac:spMkLst>
            <pc:docMk/>
            <pc:sldMk cId="1419802909" sldId="414"/>
            <ac:spMk id="3" creationId="{8F9F5E35-163E-4754-B9A4-EAAAC4088455}"/>
          </ac:spMkLst>
        </pc:spChg>
        <pc:spChg chg="add mod">
          <ac:chgData name="Fainstad, Brandon" userId="aac92477-536e-4d21-9f70-fa5cd941f380" providerId="ADAL" clId="{522CD1A8-5C47-4352-BCD4-C82B6D0F7613}" dt="2021-08-26T19:15:59.723" v="207" actId="403"/>
          <ac:spMkLst>
            <pc:docMk/>
            <pc:sldMk cId="1419802909" sldId="414"/>
            <ac:spMk id="8" creationId="{99AAADC0-69DB-4EA0-84AD-9656A6D275F7}"/>
          </ac:spMkLst>
        </pc:spChg>
        <pc:spChg chg="add mod">
          <ac:chgData name="Fainstad, Brandon" userId="aac92477-536e-4d21-9f70-fa5cd941f380" providerId="ADAL" clId="{522CD1A8-5C47-4352-BCD4-C82B6D0F7613}" dt="2021-08-26T19:16:39.974" v="221" actId="1076"/>
          <ac:spMkLst>
            <pc:docMk/>
            <pc:sldMk cId="1419802909" sldId="414"/>
            <ac:spMk id="10" creationId="{C08FEDE3-99C2-42EE-8707-767E6DC07793}"/>
          </ac:spMkLst>
        </pc:spChg>
        <pc:spChg chg="add mod">
          <ac:chgData name="Fainstad, Brandon" userId="aac92477-536e-4d21-9f70-fa5cd941f380" providerId="ADAL" clId="{522CD1A8-5C47-4352-BCD4-C82B6D0F7613}" dt="2021-08-26T19:16:21.364" v="220" actId="20577"/>
          <ac:spMkLst>
            <pc:docMk/>
            <pc:sldMk cId="1419802909" sldId="414"/>
            <ac:spMk id="11" creationId="{790BB0B9-9BE2-4FA0-818F-3D00E457DD1E}"/>
          </ac:spMkLst>
        </pc:spChg>
        <pc:picChg chg="add mod ord">
          <ac:chgData name="Fainstad, Brandon" userId="aac92477-536e-4d21-9f70-fa5cd941f380" providerId="ADAL" clId="{522CD1A8-5C47-4352-BCD4-C82B6D0F7613}" dt="2021-08-26T19:15:11.276" v="169" actId="14100"/>
          <ac:picMkLst>
            <pc:docMk/>
            <pc:sldMk cId="1419802909" sldId="414"/>
            <ac:picMk id="5" creationId="{FF2D2BB4-0FF7-4F0A-A432-2CD7684ADBDF}"/>
          </ac:picMkLst>
        </pc:picChg>
        <pc:picChg chg="add mod">
          <ac:chgData name="Fainstad, Brandon" userId="aac92477-536e-4d21-9f70-fa5cd941f380" providerId="ADAL" clId="{522CD1A8-5C47-4352-BCD4-C82B6D0F7613}" dt="2021-08-26T19:15:04.464" v="168" actId="14100"/>
          <ac:picMkLst>
            <pc:docMk/>
            <pc:sldMk cId="1419802909" sldId="414"/>
            <ac:picMk id="7" creationId="{6EFD0EBE-2244-42FE-B864-5A9E7C6FAC83}"/>
          </ac:picMkLst>
        </pc:picChg>
      </pc:sldChg>
    </pc:docChg>
  </pc:docChgLst>
  <pc:docChgLst>
    <pc:chgData name="Teach" userId="8ae8df808a00c05c" providerId="LiveId" clId="{CE89BC50-C25E-4740-8F4B-6A7294F36703}"/>
    <pc:docChg chg="custSel modSld">
      <pc:chgData name="Teach" userId="8ae8df808a00c05c" providerId="LiveId" clId="{CE89BC50-C25E-4740-8F4B-6A7294F36703}" dt="2021-07-08T04:00:16.303" v="1"/>
      <pc:docMkLst>
        <pc:docMk/>
      </pc:docMkLst>
      <pc:sldChg chg="addSp delSp modSp mod">
        <pc:chgData name="Teach" userId="8ae8df808a00c05c" providerId="LiveId" clId="{CE89BC50-C25E-4740-8F4B-6A7294F36703}" dt="2021-07-08T04:00:16.303" v="1"/>
        <pc:sldMkLst>
          <pc:docMk/>
          <pc:sldMk cId="622640154" sldId="374"/>
        </pc:sldMkLst>
        <pc:spChg chg="del">
          <ac:chgData name="Teach" userId="8ae8df808a00c05c" providerId="LiveId" clId="{CE89BC50-C25E-4740-8F4B-6A7294F36703}" dt="2021-07-08T04:00:14.773" v="0" actId="21"/>
          <ac:spMkLst>
            <pc:docMk/>
            <pc:sldMk cId="622640154" sldId="374"/>
            <ac:spMk id="17" creationId="{AEBC7762-0AC6-4641-8C16-D0F1CED4FA97}"/>
          </ac:spMkLst>
        </pc:spChg>
        <pc:spChg chg="add mod">
          <ac:chgData name="Teach" userId="8ae8df808a00c05c" providerId="LiveId" clId="{CE89BC50-C25E-4740-8F4B-6A7294F36703}" dt="2021-07-08T04:00:16.303" v="1"/>
          <ac:spMkLst>
            <pc:docMk/>
            <pc:sldMk cId="622640154" sldId="374"/>
            <ac:spMk id="21" creationId="{4C10C7D3-7BFB-4E61-87B3-D331E759FB74}"/>
          </ac:spMkLst>
        </pc:spChg>
      </pc:sldChg>
    </pc:docChg>
  </pc:docChgLst>
  <pc:docChgLst>
    <pc:chgData name="Guinn, Kathryn" userId="S::kathryn.guinn@cuanschutz.edu::f9c75f47-8b42-49fe-a875-d2480b6c7c6c" providerId="AD" clId="Web-{BAD3DE62-E043-E6F0-F8D1-D2662BBAACF0}"/>
    <pc:docChg chg="delSld modSld">
      <pc:chgData name="Guinn, Kathryn" userId="S::kathryn.guinn@cuanschutz.edu::f9c75f47-8b42-49fe-a875-d2480b6c7c6c" providerId="AD" clId="Web-{BAD3DE62-E043-E6F0-F8D1-D2662BBAACF0}" dt="2021-08-31T20:52:07.026" v="5"/>
      <pc:docMkLst>
        <pc:docMk/>
      </pc:docMkLst>
      <pc:sldChg chg="addSp delSp modSp del">
        <pc:chgData name="Guinn, Kathryn" userId="S::kathryn.guinn@cuanschutz.edu::f9c75f47-8b42-49fe-a875-d2480b6c7c6c" providerId="AD" clId="Web-{BAD3DE62-E043-E6F0-F8D1-D2662BBAACF0}" dt="2021-08-31T20:52:07.026" v="5"/>
        <pc:sldMkLst>
          <pc:docMk/>
          <pc:sldMk cId="1419802909" sldId="414"/>
        </pc:sldMkLst>
        <pc:spChg chg="add del mod">
          <ac:chgData name="Guinn, Kathryn" userId="S::kathryn.guinn@cuanschutz.edu::f9c75f47-8b42-49fe-a875-d2480b6c7c6c" providerId="AD" clId="Web-{BAD3DE62-E043-E6F0-F8D1-D2662BBAACF0}" dt="2021-08-31T20:52:02.526" v="3"/>
          <ac:spMkLst>
            <pc:docMk/>
            <pc:sldMk cId="1419802909" sldId="414"/>
            <ac:spMk id="3" creationId="{DEBAAC82-C334-46E2-9356-F90D4A7435A4}"/>
          </ac:spMkLst>
        </pc:spChg>
        <pc:spChg chg="del">
          <ac:chgData name="Guinn, Kathryn" userId="S::kathryn.guinn@cuanschutz.edu::f9c75f47-8b42-49fe-a875-d2480b6c7c6c" providerId="AD" clId="Web-{BAD3DE62-E043-E6F0-F8D1-D2662BBAACF0}" dt="2021-08-31T20:51:55.432" v="0"/>
          <ac:spMkLst>
            <pc:docMk/>
            <pc:sldMk cId="1419802909" sldId="414"/>
            <ac:spMk id="10" creationId="{C08FEDE3-99C2-42EE-8707-767E6DC07793}"/>
          </ac:spMkLst>
        </pc:spChg>
        <pc:picChg chg="del">
          <ac:chgData name="Guinn, Kathryn" userId="S::kathryn.guinn@cuanschutz.edu::f9c75f47-8b42-49fe-a875-d2480b6c7c6c" providerId="AD" clId="Web-{BAD3DE62-E043-E6F0-F8D1-D2662BBAACF0}" dt="2021-08-31T20:51:56.401" v="1"/>
          <ac:picMkLst>
            <pc:docMk/>
            <pc:sldMk cId="1419802909" sldId="414"/>
            <ac:picMk id="5" creationId="{FF2D2BB4-0FF7-4F0A-A432-2CD7684ADBDF}"/>
          </ac:picMkLst>
        </pc:picChg>
        <pc:picChg chg="del">
          <ac:chgData name="Guinn, Kathryn" userId="S::kathryn.guinn@cuanschutz.edu::f9c75f47-8b42-49fe-a875-d2480b6c7c6c" providerId="AD" clId="Web-{BAD3DE62-E043-E6F0-F8D1-D2662BBAACF0}" dt="2021-08-31T20:52:03.339" v="4"/>
          <ac:picMkLst>
            <pc:docMk/>
            <pc:sldMk cId="1419802909" sldId="414"/>
            <ac:picMk id="7" creationId="{6EFD0EBE-2244-42FE-B864-5A9E7C6FAC8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B57501B-3178-41D4-B3AB-516C7A729E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3454929-C0D0-40B1-8CB2-FD08559AD3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C8A35C9-5F97-4A8D-A101-DEECA9D3B777}" type="datetimeFigureOut">
              <a:rPr lang="en-US" smtClean="0"/>
              <a:t>12/29/2021</a:t>
            </a:fld>
            <a:endParaRPr lang="en-US"/>
          </a:p>
        </p:txBody>
      </p:sp>
      <p:sp>
        <p:nvSpPr>
          <p:cNvPr id="4" name="Footer Placeholder 3">
            <a:extLst>
              <a:ext uri="{FF2B5EF4-FFF2-40B4-BE49-F238E27FC236}">
                <a16:creationId xmlns:a16="http://schemas.microsoft.com/office/drawing/2014/main" id="{A2E8794D-DE26-475F-B37F-7FBE02D842B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017E32C-5ECB-4966-8557-0EBB2629AE1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0C7DD87-5C28-4F28-977F-FE744A94BE28}" type="slidenum">
              <a:rPr lang="en-US" smtClean="0"/>
              <a:t>‹#›</a:t>
            </a:fld>
            <a:endParaRPr lang="en-US"/>
          </a:p>
        </p:txBody>
      </p:sp>
    </p:spTree>
    <p:extLst>
      <p:ext uri="{BB962C8B-B14F-4D97-AF65-F5344CB8AC3E}">
        <p14:creationId xmlns:p14="http://schemas.microsoft.com/office/powerpoint/2010/main" val="2759720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B7167A-8551-4FDE-9F95-402376CD2CFA}" type="datetimeFigureOut">
              <a:rPr lang="en-US" smtClean="0"/>
              <a:t>12/29/2021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8A701B-2167-4338-9A82-684155EB19C6}" type="slidenum">
              <a:rPr lang="en-US" smtClean="0"/>
              <a:t>‹#›</a:t>
            </a:fld>
            <a:endParaRPr lang="en-US"/>
          </a:p>
        </p:txBody>
      </p:sp>
    </p:spTree>
    <p:extLst>
      <p:ext uri="{BB962C8B-B14F-4D97-AF65-F5344CB8AC3E}">
        <p14:creationId xmlns:p14="http://schemas.microsoft.com/office/powerpoint/2010/main" val="169658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8A701B-2167-4338-9A82-684155EB19C6}" type="slidenum">
              <a:rPr lang="en-US" smtClean="0"/>
              <a:t>7</a:t>
            </a:fld>
            <a:endParaRPr lang="en-US"/>
          </a:p>
        </p:txBody>
      </p:sp>
    </p:spTree>
    <p:extLst>
      <p:ext uri="{BB962C8B-B14F-4D97-AF65-F5344CB8AC3E}">
        <p14:creationId xmlns:p14="http://schemas.microsoft.com/office/powerpoint/2010/main" val="1204031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8A701B-2167-4338-9A82-684155EB19C6}" type="slidenum">
              <a:rPr lang="en-US" smtClean="0"/>
              <a:t>8</a:t>
            </a:fld>
            <a:endParaRPr lang="en-US"/>
          </a:p>
        </p:txBody>
      </p:sp>
    </p:spTree>
    <p:extLst>
      <p:ext uri="{BB962C8B-B14F-4D97-AF65-F5344CB8AC3E}">
        <p14:creationId xmlns:p14="http://schemas.microsoft.com/office/powerpoint/2010/main" val="2575663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8A701B-2167-4338-9A82-684155EB19C6}" type="slidenum">
              <a:rPr lang="en-US" smtClean="0"/>
              <a:t>9</a:t>
            </a:fld>
            <a:endParaRPr lang="en-US"/>
          </a:p>
        </p:txBody>
      </p:sp>
    </p:spTree>
    <p:extLst>
      <p:ext uri="{BB962C8B-B14F-4D97-AF65-F5344CB8AC3E}">
        <p14:creationId xmlns:p14="http://schemas.microsoft.com/office/powerpoint/2010/main" val="2525028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8A701B-2167-4338-9A82-684155EB19C6}" type="slidenum">
              <a:rPr lang="en-US" smtClean="0"/>
              <a:t>10</a:t>
            </a:fld>
            <a:endParaRPr lang="en-US"/>
          </a:p>
        </p:txBody>
      </p:sp>
    </p:spTree>
    <p:extLst>
      <p:ext uri="{BB962C8B-B14F-4D97-AF65-F5344CB8AC3E}">
        <p14:creationId xmlns:p14="http://schemas.microsoft.com/office/powerpoint/2010/main" val="2578869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8A701B-2167-4338-9A82-684155EB19C6}" type="slidenum">
              <a:rPr lang="en-US" smtClean="0"/>
              <a:t>11</a:t>
            </a:fld>
            <a:endParaRPr lang="en-US"/>
          </a:p>
        </p:txBody>
      </p:sp>
    </p:spTree>
    <p:extLst>
      <p:ext uri="{BB962C8B-B14F-4D97-AF65-F5344CB8AC3E}">
        <p14:creationId xmlns:p14="http://schemas.microsoft.com/office/powerpoint/2010/main" val="4207544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8A701B-2167-4338-9A82-684155EB19C6}" type="slidenum">
              <a:rPr lang="en-US" smtClean="0"/>
              <a:t>12</a:t>
            </a:fld>
            <a:endParaRPr lang="en-US"/>
          </a:p>
        </p:txBody>
      </p:sp>
    </p:spTree>
    <p:extLst>
      <p:ext uri="{BB962C8B-B14F-4D97-AF65-F5344CB8AC3E}">
        <p14:creationId xmlns:p14="http://schemas.microsoft.com/office/powerpoint/2010/main" val="3386345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8A701B-2167-4338-9A82-684155EB19C6}" type="slidenum">
              <a:rPr lang="en-US" smtClean="0"/>
              <a:t>13</a:t>
            </a:fld>
            <a:endParaRPr lang="en-US"/>
          </a:p>
        </p:txBody>
      </p:sp>
    </p:spTree>
    <p:extLst>
      <p:ext uri="{BB962C8B-B14F-4D97-AF65-F5344CB8AC3E}">
        <p14:creationId xmlns:p14="http://schemas.microsoft.com/office/powerpoint/2010/main" val="1522277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8A701B-2167-4338-9A82-684155EB19C6}" type="slidenum">
              <a:rPr lang="en-US" smtClean="0"/>
              <a:t>14</a:t>
            </a:fld>
            <a:endParaRPr lang="en-US"/>
          </a:p>
        </p:txBody>
      </p:sp>
    </p:spTree>
    <p:extLst>
      <p:ext uri="{BB962C8B-B14F-4D97-AF65-F5344CB8AC3E}">
        <p14:creationId xmlns:p14="http://schemas.microsoft.com/office/powerpoint/2010/main" val="1566151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8A701B-2167-4338-9A82-684155EB19C6}" type="slidenum">
              <a:rPr lang="en-US" smtClean="0"/>
              <a:t>15</a:t>
            </a:fld>
            <a:endParaRPr lang="en-US"/>
          </a:p>
        </p:txBody>
      </p:sp>
    </p:spTree>
    <p:extLst>
      <p:ext uri="{BB962C8B-B14F-4D97-AF65-F5344CB8AC3E}">
        <p14:creationId xmlns:p14="http://schemas.microsoft.com/office/powerpoint/2010/main" val="2196120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8A701B-2167-4338-9A82-684155EB19C6}" type="slidenum">
              <a:rPr lang="en-US" smtClean="0"/>
              <a:t>16</a:t>
            </a:fld>
            <a:endParaRPr lang="en-US"/>
          </a:p>
        </p:txBody>
      </p:sp>
    </p:spTree>
    <p:extLst>
      <p:ext uri="{BB962C8B-B14F-4D97-AF65-F5344CB8AC3E}">
        <p14:creationId xmlns:p14="http://schemas.microsoft.com/office/powerpoint/2010/main" val="2109420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A47A9-D53B-43D9-8708-4A4F9CD95E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6AC791-CF7B-4E5A-829B-C1FEA7278E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8A3820-9C64-4254-B706-D7655C8874F1}"/>
              </a:ext>
            </a:extLst>
          </p:cNvPr>
          <p:cNvSpPr>
            <a:spLocks noGrp="1"/>
          </p:cNvSpPr>
          <p:nvPr>
            <p:ph type="dt" sz="half" idx="10"/>
          </p:nvPr>
        </p:nvSpPr>
        <p:spPr/>
        <p:txBody>
          <a:bodyPr/>
          <a:lstStyle/>
          <a:p>
            <a:fld id="{0F84F14A-D76B-40B9-B3E4-3854EC9865A5}" type="datetimeFigureOut">
              <a:rPr lang="en-US" smtClean="0"/>
              <a:t>12/29/2021</a:t>
            </a:fld>
            <a:endParaRPr lang="en-US"/>
          </a:p>
        </p:txBody>
      </p:sp>
      <p:sp>
        <p:nvSpPr>
          <p:cNvPr id="5" name="Footer Placeholder 4">
            <a:extLst>
              <a:ext uri="{FF2B5EF4-FFF2-40B4-BE49-F238E27FC236}">
                <a16:creationId xmlns:a16="http://schemas.microsoft.com/office/drawing/2014/main" id="{DF6A3BB0-232D-4C30-81EA-22F168436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054119-109B-45F1-AE71-24E5326EF81B}"/>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25208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4F50C-21F5-4629-9EC6-785D86A735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58CE0E-9445-461F-9ECE-DDFCB30DE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5AAB52-45BA-4DA5-8D42-A08F5258C10D}"/>
              </a:ext>
            </a:extLst>
          </p:cNvPr>
          <p:cNvSpPr>
            <a:spLocks noGrp="1"/>
          </p:cNvSpPr>
          <p:nvPr>
            <p:ph type="dt" sz="half" idx="10"/>
          </p:nvPr>
        </p:nvSpPr>
        <p:spPr/>
        <p:txBody>
          <a:bodyPr/>
          <a:lstStyle/>
          <a:p>
            <a:fld id="{0F84F14A-D76B-40B9-B3E4-3854EC9865A5}" type="datetimeFigureOut">
              <a:rPr lang="en-US" smtClean="0"/>
              <a:t>12/29/2021</a:t>
            </a:fld>
            <a:endParaRPr lang="en-US"/>
          </a:p>
        </p:txBody>
      </p:sp>
      <p:sp>
        <p:nvSpPr>
          <p:cNvPr id="5" name="Footer Placeholder 4">
            <a:extLst>
              <a:ext uri="{FF2B5EF4-FFF2-40B4-BE49-F238E27FC236}">
                <a16:creationId xmlns:a16="http://schemas.microsoft.com/office/drawing/2014/main" id="{1282237F-3FF5-4808-8FD5-00EF68EB1D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7A63D9-4B9C-4C5F-9F78-072EDC354ED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481301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EFD5A-4224-4D3C-B1F1-B90A847A5C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EB6431-F589-4041-83A9-477647B3D2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06F8E7-1AA6-4BD7-A388-9A352EFFA539}"/>
              </a:ext>
            </a:extLst>
          </p:cNvPr>
          <p:cNvSpPr>
            <a:spLocks noGrp="1"/>
          </p:cNvSpPr>
          <p:nvPr>
            <p:ph type="dt" sz="half" idx="10"/>
          </p:nvPr>
        </p:nvSpPr>
        <p:spPr/>
        <p:txBody>
          <a:bodyPr/>
          <a:lstStyle/>
          <a:p>
            <a:fld id="{0F84F14A-D76B-40B9-B3E4-3854EC9865A5}" type="datetimeFigureOut">
              <a:rPr lang="en-US" smtClean="0"/>
              <a:t>12/29/2021</a:t>
            </a:fld>
            <a:endParaRPr lang="en-US"/>
          </a:p>
        </p:txBody>
      </p:sp>
      <p:sp>
        <p:nvSpPr>
          <p:cNvPr id="5" name="Footer Placeholder 4">
            <a:extLst>
              <a:ext uri="{FF2B5EF4-FFF2-40B4-BE49-F238E27FC236}">
                <a16:creationId xmlns:a16="http://schemas.microsoft.com/office/drawing/2014/main" id="{47D54B6F-EDE8-4FBE-9CCD-D1DA25653B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4CB8CD-7770-4694-A186-17FB1A0452A4}"/>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460745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1048C-8CE6-4F5C-9D54-EEF648B5D0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51A9E7-68D0-4CAE-8EED-7E16296A61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93C60E-E3A3-43C5-9B70-2947682C4F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661302-CA24-440A-B4FF-2A215B8036C7}"/>
              </a:ext>
            </a:extLst>
          </p:cNvPr>
          <p:cNvSpPr>
            <a:spLocks noGrp="1"/>
          </p:cNvSpPr>
          <p:nvPr>
            <p:ph type="dt" sz="half" idx="10"/>
          </p:nvPr>
        </p:nvSpPr>
        <p:spPr/>
        <p:txBody>
          <a:bodyPr/>
          <a:lstStyle/>
          <a:p>
            <a:fld id="{0F84F14A-D76B-40B9-B3E4-3854EC9865A5}" type="datetimeFigureOut">
              <a:rPr lang="en-US" smtClean="0"/>
              <a:t>12/29/2021</a:t>
            </a:fld>
            <a:endParaRPr lang="en-US"/>
          </a:p>
        </p:txBody>
      </p:sp>
      <p:sp>
        <p:nvSpPr>
          <p:cNvPr id="6" name="Footer Placeholder 5">
            <a:extLst>
              <a:ext uri="{FF2B5EF4-FFF2-40B4-BE49-F238E27FC236}">
                <a16:creationId xmlns:a16="http://schemas.microsoft.com/office/drawing/2014/main" id="{4C7EEBFF-4BF8-4D9A-877C-4E5B15B3B2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B3C224-531D-4D5F-B138-C8C2DF558B5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977382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275BB-BA8C-4CC9-93B3-4A118DAD38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A6F770-99FF-4877-A6E4-801BCDCA79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173736-8DED-4689-9646-4FBAC9D97A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948A43-C6BB-4B91-88F4-AA4F08A7F1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F14354-CC40-406E-99F5-5BC15D383A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7D4896-9FCB-4EF0-BFDF-E1D1B2FC7BF2}"/>
              </a:ext>
            </a:extLst>
          </p:cNvPr>
          <p:cNvSpPr>
            <a:spLocks noGrp="1"/>
          </p:cNvSpPr>
          <p:nvPr>
            <p:ph type="dt" sz="half" idx="10"/>
          </p:nvPr>
        </p:nvSpPr>
        <p:spPr/>
        <p:txBody>
          <a:bodyPr/>
          <a:lstStyle/>
          <a:p>
            <a:fld id="{0F84F14A-D76B-40B9-B3E4-3854EC9865A5}" type="datetimeFigureOut">
              <a:rPr lang="en-US" smtClean="0"/>
              <a:t>12/29/2021</a:t>
            </a:fld>
            <a:endParaRPr lang="en-US"/>
          </a:p>
        </p:txBody>
      </p:sp>
      <p:sp>
        <p:nvSpPr>
          <p:cNvPr id="8" name="Footer Placeholder 7">
            <a:extLst>
              <a:ext uri="{FF2B5EF4-FFF2-40B4-BE49-F238E27FC236}">
                <a16:creationId xmlns:a16="http://schemas.microsoft.com/office/drawing/2014/main" id="{7B12BA49-F00F-4AFE-AB38-3A00DBD124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F7A29B-38B0-4F09-BE1C-9FA194FABC2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2120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DF8A-24FB-44E0-9F17-99FE29456C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4F6B9C-BC36-4C97-A0C2-298B31B7F242}"/>
              </a:ext>
            </a:extLst>
          </p:cNvPr>
          <p:cNvSpPr>
            <a:spLocks noGrp="1"/>
          </p:cNvSpPr>
          <p:nvPr>
            <p:ph type="dt" sz="half" idx="10"/>
          </p:nvPr>
        </p:nvSpPr>
        <p:spPr/>
        <p:txBody>
          <a:bodyPr/>
          <a:lstStyle/>
          <a:p>
            <a:fld id="{0F84F14A-D76B-40B9-B3E4-3854EC9865A5}" type="datetimeFigureOut">
              <a:rPr lang="en-US" smtClean="0"/>
              <a:t>12/29/2021</a:t>
            </a:fld>
            <a:endParaRPr lang="en-US"/>
          </a:p>
        </p:txBody>
      </p:sp>
      <p:sp>
        <p:nvSpPr>
          <p:cNvPr id="4" name="Footer Placeholder 3">
            <a:extLst>
              <a:ext uri="{FF2B5EF4-FFF2-40B4-BE49-F238E27FC236}">
                <a16:creationId xmlns:a16="http://schemas.microsoft.com/office/drawing/2014/main" id="{D275006E-543E-470E-A609-8F2C7C4FA1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5B6329-5671-4FC1-9965-4613377B21FF}"/>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2657071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27B9BC-B772-43F8-B4FC-CF88D87B4201}"/>
              </a:ext>
            </a:extLst>
          </p:cNvPr>
          <p:cNvSpPr>
            <a:spLocks noGrp="1"/>
          </p:cNvSpPr>
          <p:nvPr>
            <p:ph type="dt" sz="half" idx="10"/>
          </p:nvPr>
        </p:nvSpPr>
        <p:spPr/>
        <p:txBody>
          <a:bodyPr/>
          <a:lstStyle/>
          <a:p>
            <a:fld id="{0F84F14A-D76B-40B9-B3E4-3854EC9865A5}" type="datetimeFigureOut">
              <a:rPr lang="en-US" smtClean="0"/>
              <a:t>12/29/2021</a:t>
            </a:fld>
            <a:endParaRPr lang="en-US"/>
          </a:p>
        </p:txBody>
      </p:sp>
      <p:sp>
        <p:nvSpPr>
          <p:cNvPr id="3" name="Footer Placeholder 2">
            <a:extLst>
              <a:ext uri="{FF2B5EF4-FFF2-40B4-BE49-F238E27FC236}">
                <a16:creationId xmlns:a16="http://schemas.microsoft.com/office/drawing/2014/main" id="{6148AABF-8B66-415F-B026-058588D738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B94FAD-0F36-4D49-8D81-BC7EBBED37D3}"/>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788563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4225D-6212-45BF-9127-F3496C1950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776053-9083-4DB1-AC75-EEAFE66D1A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FCAA03-47AC-448C-BD62-44DFDB1CA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7466D0-E4EF-4DF9-8096-64AA0A64889E}"/>
              </a:ext>
            </a:extLst>
          </p:cNvPr>
          <p:cNvSpPr>
            <a:spLocks noGrp="1"/>
          </p:cNvSpPr>
          <p:nvPr>
            <p:ph type="dt" sz="half" idx="10"/>
          </p:nvPr>
        </p:nvSpPr>
        <p:spPr/>
        <p:txBody>
          <a:bodyPr/>
          <a:lstStyle/>
          <a:p>
            <a:fld id="{0F84F14A-D76B-40B9-B3E4-3854EC9865A5}" type="datetimeFigureOut">
              <a:rPr lang="en-US" smtClean="0"/>
              <a:t>12/29/2021</a:t>
            </a:fld>
            <a:endParaRPr lang="en-US"/>
          </a:p>
        </p:txBody>
      </p:sp>
      <p:sp>
        <p:nvSpPr>
          <p:cNvPr id="6" name="Footer Placeholder 5">
            <a:extLst>
              <a:ext uri="{FF2B5EF4-FFF2-40B4-BE49-F238E27FC236}">
                <a16:creationId xmlns:a16="http://schemas.microsoft.com/office/drawing/2014/main" id="{9BD45805-0774-4915-B57B-553C8A9B7F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4D829-266E-48F1-BED7-DD6BB3E4B33F}"/>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542342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66985-27E5-4F8C-BF91-22DEDCF51D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4F96F4-60CE-40AC-AE3F-7773EA4447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A837F7-B670-4DDC-AFE1-EBA1784FB4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C39E62-6360-48A5-B5FE-258587AB417D}"/>
              </a:ext>
            </a:extLst>
          </p:cNvPr>
          <p:cNvSpPr>
            <a:spLocks noGrp="1"/>
          </p:cNvSpPr>
          <p:nvPr>
            <p:ph type="dt" sz="half" idx="10"/>
          </p:nvPr>
        </p:nvSpPr>
        <p:spPr/>
        <p:txBody>
          <a:bodyPr/>
          <a:lstStyle/>
          <a:p>
            <a:fld id="{0F84F14A-D76B-40B9-B3E4-3854EC9865A5}" type="datetimeFigureOut">
              <a:rPr lang="en-US" smtClean="0"/>
              <a:t>12/29/2021</a:t>
            </a:fld>
            <a:endParaRPr lang="en-US"/>
          </a:p>
        </p:txBody>
      </p:sp>
      <p:sp>
        <p:nvSpPr>
          <p:cNvPr id="6" name="Footer Placeholder 5">
            <a:extLst>
              <a:ext uri="{FF2B5EF4-FFF2-40B4-BE49-F238E27FC236}">
                <a16:creationId xmlns:a16="http://schemas.microsoft.com/office/drawing/2014/main" id="{E5728423-8843-4CD6-A271-610D92326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BC43CA-DAE0-4E68-99E5-FF49B44A1558}"/>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4181710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8CC0A-32B2-4D6B-A976-152A5A6BB2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C7FAE1-E8C3-4A04-99E1-FC26CF51F3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0D4EBF-9BC0-48F9-BBA1-256AA7B449F0}"/>
              </a:ext>
            </a:extLst>
          </p:cNvPr>
          <p:cNvSpPr>
            <a:spLocks noGrp="1"/>
          </p:cNvSpPr>
          <p:nvPr>
            <p:ph type="dt" sz="half" idx="10"/>
          </p:nvPr>
        </p:nvSpPr>
        <p:spPr/>
        <p:txBody>
          <a:bodyPr/>
          <a:lstStyle/>
          <a:p>
            <a:fld id="{0F84F14A-D76B-40B9-B3E4-3854EC9865A5}" type="datetimeFigureOut">
              <a:rPr lang="en-US" smtClean="0"/>
              <a:t>12/29/2021</a:t>
            </a:fld>
            <a:endParaRPr lang="en-US"/>
          </a:p>
        </p:txBody>
      </p:sp>
      <p:sp>
        <p:nvSpPr>
          <p:cNvPr id="5" name="Footer Placeholder 4">
            <a:extLst>
              <a:ext uri="{FF2B5EF4-FFF2-40B4-BE49-F238E27FC236}">
                <a16:creationId xmlns:a16="http://schemas.microsoft.com/office/drawing/2014/main" id="{409FBAC2-A8AA-4365-8035-E8139DCAB9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C765-A941-41A8-ACE1-FC7EEB923CF8}"/>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759857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BA6490-5CB4-4007-BF9C-C0B9BBFD82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EA637B-55D1-4FD6-8826-8107FE6954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F3F6E6-4340-45E1-8E17-57FEF9878CE3}"/>
              </a:ext>
            </a:extLst>
          </p:cNvPr>
          <p:cNvSpPr>
            <a:spLocks noGrp="1"/>
          </p:cNvSpPr>
          <p:nvPr>
            <p:ph type="dt" sz="half" idx="10"/>
          </p:nvPr>
        </p:nvSpPr>
        <p:spPr/>
        <p:txBody>
          <a:bodyPr/>
          <a:lstStyle/>
          <a:p>
            <a:fld id="{0F84F14A-D76B-40B9-B3E4-3854EC9865A5}" type="datetimeFigureOut">
              <a:rPr lang="en-US" smtClean="0"/>
              <a:t>12/29/2021</a:t>
            </a:fld>
            <a:endParaRPr lang="en-US"/>
          </a:p>
        </p:txBody>
      </p:sp>
      <p:sp>
        <p:nvSpPr>
          <p:cNvPr id="5" name="Footer Placeholder 4">
            <a:extLst>
              <a:ext uri="{FF2B5EF4-FFF2-40B4-BE49-F238E27FC236}">
                <a16:creationId xmlns:a16="http://schemas.microsoft.com/office/drawing/2014/main" id="{ECF51AFE-9DEF-42C3-B256-8BF6A263A4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E1D9F0-0590-4283-85CE-FDF9A9299B6D}"/>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250808542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8B2958-4B36-4099-B770-95CB160AB6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895D57-598D-40AC-A83B-119200F92E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F33C1-0465-4F25-B77C-BB92D54D44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84F14A-D76B-40B9-B3E4-3854EC9865A5}" type="datetimeFigureOut">
              <a:rPr lang="en-US" smtClean="0"/>
              <a:t>12/29/2021</a:t>
            </a:fld>
            <a:endParaRPr lang="en-US"/>
          </a:p>
        </p:txBody>
      </p:sp>
      <p:sp>
        <p:nvSpPr>
          <p:cNvPr id="5" name="Footer Placeholder 4">
            <a:extLst>
              <a:ext uri="{FF2B5EF4-FFF2-40B4-BE49-F238E27FC236}">
                <a16:creationId xmlns:a16="http://schemas.microsoft.com/office/drawing/2014/main" id="{BB0183EC-0D02-4E7B-AF4B-BCEBEC8047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385E90E-61B1-441D-88BB-8B212DF7DC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AEE272-2248-4504-8802-E524313AA46D}" type="slidenum">
              <a:rPr lang="en-US" smtClean="0"/>
              <a:t>‹#›</a:t>
            </a:fld>
            <a:endParaRPr lang="en-US"/>
          </a:p>
        </p:txBody>
      </p:sp>
    </p:spTree>
    <p:extLst>
      <p:ext uri="{BB962C8B-B14F-4D97-AF65-F5344CB8AC3E}">
        <p14:creationId xmlns:p14="http://schemas.microsoft.com/office/powerpoint/2010/main" val="1161362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16.xml"/><Relationship Id="rId7" Type="http://schemas.openxmlformats.org/officeDocument/2006/relationships/slide" Target="slide6.xml"/><Relationship Id="rId8" Type="http://schemas.openxmlformats.org/officeDocument/2006/relationships/slide" Target="slide4.xml"/><Relationship Id="rId9" Type="http://schemas.openxmlformats.org/officeDocument/2006/relationships/slide" Target="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png"/><Relationship Id="rId5" Type="http://schemas.openxmlformats.org/officeDocument/2006/relationships/slide" Target="slide3.xml"/><Relationship Id="rId6" Type="http://schemas.openxmlformats.org/officeDocument/2006/relationships/slide" Target="slide2.xml"/><Relationship Id="rId7" Type="http://schemas.openxmlformats.org/officeDocument/2006/relationships/slide" Target="slide16.xml"/><Relationship Id="rId8" Type="http://schemas.openxmlformats.org/officeDocument/2006/relationships/slide" Target="slide6.xml"/><Relationship Id="rId9" Type="http://schemas.openxmlformats.org/officeDocument/2006/relationships/slide" Target="slide4.xml"/><Relationship Id="rId10" Type="http://schemas.openxmlformats.org/officeDocument/2006/relationships/slide" Target="slide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2.xml"/><Relationship Id="rId6" Type="http://schemas.openxmlformats.org/officeDocument/2006/relationships/slide" Target="slide16.xml"/><Relationship Id="rId7" Type="http://schemas.openxmlformats.org/officeDocument/2006/relationships/slide" Target="slide6.xml"/><Relationship Id="rId8" Type="http://schemas.openxmlformats.org/officeDocument/2006/relationships/slide" Target="slide4.xml"/><Relationship Id="rId9" Type="http://schemas.openxmlformats.org/officeDocument/2006/relationships/slide" Target="slide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svg"/><Relationship Id="rId11" Type="http://schemas.openxmlformats.org/officeDocument/2006/relationships/image" Target="../media/image2.png"/><Relationship Id="rId12" Type="http://schemas.openxmlformats.org/officeDocument/2006/relationships/image" Target="../media/image3.svg"/><Relationship Id="rId13" Type="http://schemas.openxmlformats.org/officeDocument/2006/relationships/slide" Target="slide5.xml"/><Relationship Id="rId14" Type="http://schemas.openxmlformats.org/officeDocument/2006/relationships/slide" Target="slide2.xml"/><Relationship Id="rId15" Type="http://schemas.openxmlformats.org/officeDocument/2006/relationships/slide" Target="slide16.xml"/><Relationship Id="rId16" Type="http://schemas.openxmlformats.org/officeDocument/2006/relationships/slide" Target="slide6.xml"/><Relationship Id="rId17" Type="http://schemas.openxmlformats.org/officeDocument/2006/relationships/slide" Target="slide4.xml"/><Relationship Id="rId18" Type="http://schemas.openxmlformats.org/officeDocument/2006/relationships/slide" Target="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xml"/><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8.png"/><Relationship Id="rId6" Type="http://schemas.openxmlformats.org/officeDocument/2006/relationships/image" Target="../media/image9.svg"/><Relationship Id="rId7" Type="http://schemas.openxmlformats.org/officeDocument/2006/relationships/image" Target="../media/image10.png"/><Relationship Id="rId8" Type="http://schemas.openxmlformats.org/officeDocument/2006/relationships/image" Target="../media/image11.sv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svg"/><Relationship Id="rId12" Type="http://schemas.openxmlformats.org/officeDocument/2006/relationships/slide" Target="slide2.xml"/><Relationship Id="rId13" Type="http://schemas.openxmlformats.org/officeDocument/2006/relationships/image" Target="../media/image2.png"/><Relationship Id="rId14" Type="http://schemas.openxmlformats.org/officeDocument/2006/relationships/image" Target="../media/image3.svg"/><Relationship Id="rId15" Type="http://schemas.openxmlformats.org/officeDocument/2006/relationships/slide" Target="slide16.xml"/><Relationship Id="rId16" Type="http://schemas.openxmlformats.org/officeDocument/2006/relationships/slide" Target="slide6.xml"/><Relationship Id="rId17" Type="http://schemas.openxmlformats.org/officeDocument/2006/relationships/slide" Target="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slide" Target="slide2.xml"/><Relationship Id="rId5" Type="http://schemas.openxmlformats.org/officeDocument/2006/relationships/slide" Target="slide16.xml"/><Relationship Id="rId6" Type="http://schemas.openxmlformats.org/officeDocument/2006/relationships/slide" Target="slide6.xml"/><Relationship Id="rId7" Type="http://schemas.openxmlformats.org/officeDocument/2006/relationships/slide" Target="slide4.xml"/><Relationship Id="rId8"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slide" Target="slide9.xml"/><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15.xml"/><Relationship Id="rId7" Type="http://schemas.openxmlformats.org/officeDocument/2006/relationships/slide" Target="slide8.xml"/><Relationship Id="rId8" Type="http://schemas.openxmlformats.org/officeDocument/2006/relationships/slide" Target="slide2.xml"/><Relationship Id="rId9" Type="http://schemas.openxmlformats.org/officeDocument/2006/relationships/slide" Target="slide16.xml"/><Relationship Id="rId10" Type="http://schemas.openxmlformats.org/officeDocument/2006/relationships/slide" Target="slide6.xml"/><Relationship Id="rId11"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slide" Target="slide9.xml"/><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7.xml"/><Relationship Id="rId7" Type="http://schemas.openxmlformats.org/officeDocument/2006/relationships/slide" Target="slide2.xml"/><Relationship Id="rId8" Type="http://schemas.openxmlformats.org/officeDocument/2006/relationships/slide" Target="slide16.xml"/><Relationship Id="rId9" Type="http://schemas.openxmlformats.org/officeDocument/2006/relationships/slide" Target="slide6.xml"/><Relationship Id="rId10" Type="http://schemas.openxmlformats.org/officeDocument/2006/relationships/slide" Target="slide4.xml"/><Relationship Id="rId11" Type="http://schemas.openxmlformats.org/officeDocument/2006/relationships/slide" Target="slide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slide" Target="slide11.xml"/><Relationship Id="rId6" Type="http://schemas.openxmlformats.org/officeDocument/2006/relationships/image" Target="../media/image17.png"/><Relationship Id="rId7" Type="http://schemas.openxmlformats.org/officeDocument/2006/relationships/image" Target="../media/image18.svg"/><Relationship Id="rId8" Type="http://schemas.openxmlformats.org/officeDocument/2006/relationships/slide" Target="slide13.xml"/><Relationship Id="rId9" Type="http://schemas.openxmlformats.org/officeDocument/2006/relationships/image" Target="../media/image19.png"/><Relationship Id="rId10" Type="http://schemas.openxmlformats.org/officeDocument/2006/relationships/image" Target="../media/image20.svg"/><Relationship Id="rId11" Type="http://schemas.openxmlformats.org/officeDocument/2006/relationships/slide" Target="slide14.xml"/><Relationship Id="rId12" Type="http://schemas.openxmlformats.org/officeDocument/2006/relationships/image" Target="../media/image21.png"/><Relationship Id="rId13" Type="http://schemas.openxmlformats.org/officeDocument/2006/relationships/image" Target="../media/image22.svg"/><Relationship Id="rId14" Type="http://schemas.openxmlformats.org/officeDocument/2006/relationships/slide" Target="slide10.xml"/><Relationship Id="rId15" Type="http://schemas.openxmlformats.org/officeDocument/2006/relationships/slide" Target="slide12.xml"/><Relationship Id="rId16" Type="http://schemas.openxmlformats.org/officeDocument/2006/relationships/image" Target="../media/image23.png"/><Relationship Id="rId17" Type="http://schemas.openxmlformats.org/officeDocument/2006/relationships/image" Target="../media/image24.svg"/><Relationship Id="rId18" Type="http://schemas.openxmlformats.org/officeDocument/2006/relationships/image" Target="../media/image2.png"/><Relationship Id="rId19" Type="http://schemas.openxmlformats.org/officeDocument/2006/relationships/image" Target="../media/image3.svg"/><Relationship Id="rId20" Type="http://schemas.openxmlformats.org/officeDocument/2006/relationships/slide" Target="slide8.xml"/><Relationship Id="rId21" Type="http://schemas.openxmlformats.org/officeDocument/2006/relationships/slide" Target="slide2.xml"/><Relationship Id="rId22" Type="http://schemas.openxmlformats.org/officeDocument/2006/relationships/slide" Target="slide16.xml"/><Relationship Id="rId23" Type="http://schemas.openxmlformats.org/officeDocument/2006/relationships/slide" Target="slide6.xml"/><Relationship Id="rId24" Type="http://schemas.openxmlformats.org/officeDocument/2006/relationships/slide" Target="slide4.xml"/><Relationship Id="rId25" Type="http://schemas.openxmlformats.org/officeDocument/2006/relationships/slide" Target="slide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slide" Target="slide9.xml"/><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slide" Target="slide11.xml"/><Relationship Id="rId7" Type="http://schemas.openxmlformats.org/officeDocument/2006/relationships/image" Target="../media/image17.png"/><Relationship Id="rId8" Type="http://schemas.openxmlformats.org/officeDocument/2006/relationships/image" Target="../media/image18.svg"/><Relationship Id="rId9" Type="http://schemas.openxmlformats.org/officeDocument/2006/relationships/slide" Target="slide13.xml"/><Relationship Id="rId10" Type="http://schemas.openxmlformats.org/officeDocument/2006/relationships/image" Target="../media/image19.png"/><Relationship Id="rId11" Type="http://schemas.openxmlformats.org/officeDocument/2006/relationships/image" Target="../media/image20.svg"/><Relationship Id="rId12" Type="http://schemas.openxmlformats.org/officeDocument/2006/relationships/slide" Target="slide14.xml"/><Relationship Id="rId13" Type="http://schemas.openxmlformats.org/officeDocument/2006/relationships/image" Target="../media/image21.png"/><Relationship Id="rId14" Type="http://schemas.openxmlformats.org/officeDocument/2006/relationships/image" Target="../media/image22.svg"/><Relationship Id="rId15" Type="http://schemas.openxmlformats.org/officeDocument/2006/relationships/slide" Target="slide12.xml"/><Relationship Id="rId16" Type="http://schemas.openxmlformats.org/officeDocument/2006/relationships/image" Target="../media/image23.png"/><Relationship Id="rId17" Type="http://schemas.openxmlformats.org/officeDocument/2006/relationships/image" Target="../media/image24.svg"/><Relationship Id="rId18" Type="http://schemas.openxmlformats.org/officeDocument/2006/relationships/image" Target="../media/image2.png"/><Relationship Id="rId19" Type="http://schemas.openxmlformats.org/officeDocument/2006/relationships/image" Target="../media/image3.svg"/><Relationship Id="rId20" Type="http://schemas.openxmlformats.org/officeDocument/2006/relationships/slide" Target="slide8.xml"/><Relationship Id="rId21" Type="http://schemas.openxmlformats.org/officeDocument/2006/relationships/slide" Target="slide2.xml"/><Relationship Id="rId22" Type="http://schemas.openxmlformats.org/officeDocument/2006/relationships/slide" Target="slide16.xml"/><Relationship Id="rId23" Type="http://schemas.openxmlformats.org/officeDocument/2006/relationships/slide" Target="slide6.xml"/><Relationship Id="rId24" Type="http://schemas.openxmlformats.org/officeDocument/2006/relationships/slide" Target="slide4.xml"/><Relationship Id="rId25" Type="http://schemas.openxmlformats.org/officeDocument/2006/relationships/slide" Target="slide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9.xml"/><Relationship Id="rId6" Type="http://schemas.openxmlformats.org/officeDocument/2006/relationships/image" Target="../media/image15.png"/><Relationship Id="rId7" Type="http://schemas.openxmlformats.org/officeDocument/2006/relationships/image" Target="../media/image16.svg"/><Relationship Id="rId8" Type="http://schemas.openxmlformats.org/officeDocument/2006/relationships/slide" Target="slide11.xml"/><Relationship Id="rId9" Type="http://schemas.openxmlformats.org/officeDocument/2006/relationships/image" Target="../media/image17.png"/><Relationship Id="rId10" Type="http://schemas.openxmlformats.org/officeDocument/2006/relationships/image" Target="../media/image18.svg"/><Relationship Id="rId11" Type="http://schemas.openxmlformats.org/officeDocument/2006/relationships/slide" Target="slide13.xml"/><Relationship Id="rId12" Type="http://schemas.openxmlformats.org/officeDocument/2006/relationships/image" Target="../media/image19.png"/><Relationship Id="rId13" Type="http://schemas.openxmlformats.org/officeDocument/2006/relationships/image" Target="../media/image20.svg"/><Relationship Id="rId14" Type="http://schemas.openxmlformats.org/officeDocument/2006/relationships/slide" Target="slide14.xml"/><Relationship Id="rId15" Type="http://schemas.openxmlformats.org/officeDocument/2006/relationships/image" Target="../media/image21.png"/><Relationship Id="rId16" Type="http://schemas.openxmlformats.org/officeDocument/2006/relationships/image" Target="../media/image22.svg"/><Relationship Id="rId17" Type="http://schemas.openxmlformats.org/officeDocument/2006/relationships/slide" Target="slide12.xml"/><Relationship Id="rId18" Type="http://schemas.openxmlformats.org/officeDocument/2006/relationships/image" Target="../media/image23.png"/><Relationship Id="rId19" Type="http://schemas.openxmlformats.org/officeDocument/2006/relationships/image" Target="../media/image24.svg"/><Relationship Id="rId20" Type="http://schemas.openxmlformats.org/officeDocument/2006/relationships/slide" Target="slide10.xml"/><Relationship Id="rId21" Type="http://schemas.openxmlformats.org/officeDocument/2006/relationships/slide" Target="slide8.xml"/><Relationship Id="rId22" Type="http://schemas.openxmlformats.org/officeDocument/2006/relationships/slide" Target="slide2.xml"/><Relationship Id="rId23" Type="http://schemas.openxmlformats.org/officeDocument/2006/relationships/slide" Target="slide16.xml"/><Relationship Id="rId24" Type="http://schemas.openxmlformats.org/officeDocument/2006/relationships/slide" Target="slide6.xml"/><Relationship Id="rId25" Type="http://schemas.openxmlformats.org/officeDocument/2006/relationships/slide" Target="slide4.xml"/><Relationship Id="rId26" Type="http://schemas.openxmlformats.org/officeDocument/2006/relationships/slide" Target="slide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9.xml"/><Relationship Id="rId6" Type="http://schemas.openxmlformats.org/officeDocument/2006/relationships/image" Target="../media/image15.png"/><Relationship Id="rId7" Type="http://schemas.openxmlformats.org/officeDocument/2006/relationships/image" Target="../media/image16.svg"/><Relationship Id="rId8" Type="http://schemas.openxmlformats.org/officeDocument/2006/relationships/slide" Target="slide11.xml"/><Relationship Id="rId9" Type="http://schemas.openxmlformats.org/officeDocument/2006/relationships/image" Target="../media/image17.png"/><Relationship Id="rId10" Type="http://schemas.openxmlformats.org/officeDocument/2006/relationships/image" Target="../media/image18.svg"/><Relationship Id="rId11" Type="http://schemas.openxmlformats.org/officeDocument/2006/relationships/slide" Target="slide13.xml"/><Relationship Id="rId12" Type="http://schemas.openxmlformats.org/officeDocument/2006/relationships/image" Target="../media/image19.png"/><Relationship Id="rId13" Type="http://schemas.openxmlformats.org/officeDocument/2006/relationships/image" Target="../media/image20.svg"/><Relationship Id="rId14" Type="http://schemas.openxmlformats.org/officeDocument/2006/relationships/slide" Target="slide14.xml"/><Relationship Id="rId15" Type="http://schemas.openxmlformats.org/officeDocument/2006/relationships/image" Target="../media/image21.png"/><Relationship Id="rId16" Type="http://schemas.openxmlformats.org/officeDocument/2006/relationships/image" Target="../media/image22.svg"/><Relationship Id="rId17" Type="http://schemas.openxmlformats.org/officeDocument/2006/relationships/slide" Target="slide12.xml"/><Relationship Id="rId18" Type="http://schemas.openxmlformats.org/officeDocument/2006/relationships/image" Target="../media/image23.png"/><Relationship Id="rId19" Type="http://schemas.openxmlformats.org/officeDocument/2006/relationships/image" Target="../media/image24.svg"/><Relationship Id="rId20" Type="http://schemas.openxmlformats.org/officeDocument/2006/relationships/slide" Target="slide10.xml"/><Relationship Id="rId21" Type="http://schemas.openxmlformats.org/officeDocument/2006/relationships/slide" Target="slide8.xml"/><Relationship Id="rId22" Type="http://schemas.openxmlformats.org/officeDocument/2006/relationships/slide" Target="slide2.xml"/><Relationship Id="rId23" Type="http://schemas.openxmlformats.org/officeDocument/2006/relationships/slide" Target="slide16.xml"/><Relationship Id="rId24" Type="http://schemas.openxmlformats.org/officeDocument/2006/relationships/slide" Target="slide6.xml"/><Relationship Id="rId25" Type="http://schemas.openxmlformats.org/officeDocument/2006/relationships/slide" Target="slide4.xml"/><Relationship Id="rId26" Type="http://schemas.openxmlformats.org/officeDocument/2006/relationships/slide" Target="slide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9.xml"/><Relationship Id="rId6" Type="http://schemas.openxmlformats.org/officeDocument/2006/relationships/image" Target="../media/image15.png"/><Relationship Id="rId7" Type="http://schemas.openxmlformats.org/officeDocument/2006/relationships/image" Target="../media/image16.svg"/><Relationship Id="rId8" Type="http://schemas.openxmlformats.org/officeDocument/2006/relationships/slide" Target="slide11.xml"/><Relationship Id="rId9" Type="http://schemas.openxmlformats.org/officeDocument/2006/relationships/image" Target="../media/image17.png"/><Relationship Id="rId10" Type="http://schemas.openxmlformats.org/officeDocument/2006/relationships/image" Target="../media/image18.svg"/><Relationship Id="rId11" Type="http://schemas.openxmlformats.org/officeDocument/2006/relationships/slide" Target="slide13.xml"/><Relationship Id="rId12" Type="http://schemas.openxmlformats.org/officeDocument/2006/relationships/image" Target="../media/image19.png"/><Relationship Id="rId13" Type="http://schemas.openxmlformats.org/officeDocument/2006/relationships/image" Target="../media/image20.svg"/><Relationship Id="rId14" Type="http://schemas.openxmlformats.org/officeDocument/2006/relationships/slide" Target="slide14.xml"/><Relationship Id="rId15" Type="http://schemas.openxmlformats.org/officeDocument/2006/relationships/image" Target="../media/image21.png"/><Relationship Id="rId16" Type="http://schemas.openxmlformats.org/officeDocument/2006/relationships/image" Target="../media/image22.svg"/><Relationship Id="rId17" Type="http://schemas.openxmlformats.org/officeDocument/2006/relationships/slide" Target="slide12.xml"/><Relationship Id="rId18" Type="http://schemas.openxmlformats.org/officeDocument/2006/relationships/image" Target="../media/image23.png"/><Relationship Id="rId19" Type="http://schemas.openxmlformats.org/officeDocument/2006/relationships/image" Target="../media/image24.svg"/><Relationship Id="rId20" Type="http://schemas.openxmlformats.org/officeDocument/2006/relationships/slide" Target="slide10.xml"/><Relationship Id="rId21" Type="http://schemas.openxmlformats.org/officeDocument/2006/relationships/slide" Target="slide8.xml"/><Relationship Id="rId22" Type="http://schemas.openxmlformats.org/officeDocument/2006/relationships/slide" Target="slide2.xml"/><Relationship Id="rId23" Type="http://schemas.openxmlformats.org/officeDocument/2006/relationships/slide" Target="slide16.xml"/><Relationship Id="rId24" Type="http://schemas.openxmlformats.org/officeDocument/2006/relationships/slide" Target="slide6.xml"/><Relationship Id="rId25" Type="http://schemas.openxmlformats.org/officeDocument/2006/relationships/slide" Target="slide4.xml"/><Relationship Id="rId26" Type="http://schemas.openxmlformats.org/officeDocument/2006/relationships/slide" Target="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9.xml"/><Relationship Id="rId6" Type="http://schemas.openxmlformats.org/officeDocument/2006/relationships/image" Target="../media/image15.png"/><Relationship Id="rId7" Type="http://schemas.openxmlformats.org/officeDocument/2006/relationships/image" Target="../media/image16.svg"/><Relationship Id="rId8" Type="http://schemas.openxmlformats.org/officeDocument/2006/relationships/slide" Target="slide11.xml"/><Relationship Id="rId9" Type="http://schemas.openxmlformats.org/officeDocument/2006/relationships/image" Target="../media/image17.png"/><Relationship Id="rId10" Type="http://schemas.openxmlformats.org/officeDocument/2006/relationships/image" Target="../media/image18.svg"/><Relationship Id="rId11" Type="http://schemas.openxmlformats.org/officeDocument/2006/relationships/slide" Target="slide13.xml"/><Relationship Id="rId12" Type="http://schemas.openxmlformats.org/officeDocument/2006/relationships/image" Target="../media/image19.png"/><Relationship Id="rId13" Type="http://schemas.openxmlformats.org/officeDocument/2006/relationships/image" Target="../media/image20.svg"/><Relationship Id="rId14" Type="http://schemas.openxmlformats.org/officeDocument/2006/relationships/slide" Target="slide14.xml"/><Relationship Id="rId15" Type="http://schemas.openxmlformats.org/officeDocument/2006/relationships/image" Target="../media/image21.png"/><Relationship Id="rId16" Type="http://schemas.openxmlformats.org/officeDocument/2006/relationships/image" Target="../media/image22.svg"/><Relationship Id="rId17" Type="http://schemas.openxmlformats.org/officeDocument/2006/relationships/slide" Target="slide12.xml"/><Relationship Id="rId18" Type="http://schemas.openxmlformats.org/officeDocument/2006/relationships/image" Target="../media/image23.png"/><Relationship Id="rId19" Type="http://schemas.openxmlformats.org/officeDocument/2006/relationships/image" Target="../media/image24.svg"/><Relationship Id="rId20" Type="http://schemas.openxmlformats.org/officeDocument/2006/relationships/slide" Target="slide10.xml"/><Relationship Id="rId21" Type="http://schemas.openxmlformats.org/officeDocument/2006/relationships/slide" Target="slide8.xml"/><Relationship Id="rId22" Type="http://schemas.openxmlformats.org/officeDocument/2006/relationships/slide" Target="slide2.xml"/><Relationship Id="rId23" Type="http://schemas.openxmlformats.org/officeDocument/2006/relationships/slide" Target="slide16.xml"/><Relationship Id="rId24" Type="http://schemas.openxmlformats.org/officeDocument/2006/relationships/slide" Target="slide6.xml"/><Relationship Id="rId25" Type="http://schemas.openxmlformats.org/officeDocument/2006/relationships/slide" Target="slide4.xml"/><Relationship Id="rId26" Type="http://schemas.openxmlformats.org/officeDocument/2006/relationships/slide" Target="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slide" Target="slide7.xml"/><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image" Target="../media/image17.png"/><Relationship Id="rId7" Type="http://schemas.openxmlformats.org/officeDocument/2006/relationships/image" Target="../media/image18.svg"/><Relationship Id="rId8" Type="http://schemas.openxmlformats.org/officeDocument/2006/relationships/image" Target="../media/image25.png"/><Relationship Id="rId9" Type="http://schemas.openxmlformats.org/officeDocument/2006/relationships/image" Target="../media/image26.svg"/><Relationship Id="rId10" Type="http://schemas.openxmlformats.org/officeDocument/2006/relationships/image" Target="../media/image21.png"/><Relationship Id="rId11" Type="http://schemas.openxmlformats.org/officeDocument/2006/relationships/image" Target="../media/image22.svg"/><Relationship Id="rId12" Type="http://schemas.openxmlformats.org/officeDocument/2006/relationships/image" Target="../media/image23.png"/><Relationship Id="rId13" Type="http://schemas.openxmlformats.org/officeDocument/2006/relationships/image" Target="../media/image24.svg"/><Relationship Id="rId14" Type="http://schemas.openxmlformats.org/officeDocument/2006/relationships/image" Target="../media/image2.png"/><Relationship Id="rId15" Type="http://schemas.openxmlformats.org/officeDocument/2006/relationships/image" Target="../media/image3.svg"/><Relationship Id="rId16" Type="http://schemas.openxmlformats.org/officeDocument/2006/relationships/slide" Target="slide8.xml"/><Relationship Id="rId17" Type="http://schemas.openxmlformats.org/officeDocument/2006/relationships/slide" Target="slide2.xml"/><Relationship Id="rId18" Type="http://schemas.openxmlformats.org/officeDocument/2006/relationships/slide" Target="slide16.xml"/><Relationship Id="rId19" Type="http://schemas.openxmlformats.org/officeDocument/2006/relationships/slide" Target="slide6.xml"/><Relationship Id="rId20"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slide" Target="slide18.xml"/><Relationship Id="rId4" Type="http://schemas.openxmlformats.org/officeDocument/2006/relationships/slide" Target="slide17.xml"/><Relationship Id="rId5" Type="http://schemas.openxmlformats.org/officeDocument/2006/relationships/slide" Target="slide1.xml"/><Relationship Id="rId6" Type="http://schemas.openxmlformats.org/officeDocument/2006/relationships/image" Target="../media/image27.png"/><Relationship Id="rId7" Type="http://schemas.openxmlformats.org/officeDocument/2006/relationships/image" Target="../media/image28.svg"/><Relationship Id="rId8" Type="http://schemas.openxmlformats.org/officeDocument/2006/relationships/image" Target="../media/image2.png"/><Relationship Id="rId9" Type="http://schemas.openxmlformats.org/officeDocument/2006/relationships/image" Target="../media/image3.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6.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29.png"/><Relationship Id="rId6"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slide" Target="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9CC351-B376-4CFF-9F23-9FF53BA98658}"/>
              </a:ext>
            </a:extLst>
          </p:cNvPr>
          <p:cNvSpPr txBox="1"/>
          <p:nvPr/>
        </p:nvSpPr>
        <p:spPr>
          <a:xfrm>
            <a:off x="4214838" y="610885"/>
            <a:ext cx="6028660" cy="1498283"/>
          </a:xfrm>
          <a:prstGeom prst="roundRect">
            <a:avLst/>
          </a:prstGeom>
          <a:solidFill>
            <a:schemeClr val="accent1">
              <a:lumMod val="20000"/>
              <a:lumOff val="80000"/>
            </a:schemeClr>
          </a:solidFill>
        </p:spPr>
        <p:txBody>
          <a:bodyPr wrap="square" rtlCol="0">
            <a:spAutoFit/>
          </a:bodyPr>
          <a:lstStyle/>
          <a:p>
            <a:pPr algn="ctr"/>
            <a:r>
              <a:rPr lang="en-US" sz="2400"/>
              <a:t>Management of Unipolar Major Depression and Generalized Anxiety Disorder </a:t>
            </a:r>
          </a:p>
          <a:p>
            <a:endParaRPr lang="en-US"/>
          </a:p>
          <a:p>
            <a:pPr algn="ctr"/>
            <a:r>
              <a:rPr lang="en-US" sz="1600"/>
              <a:t>Primary Care Essentials</a:t>
            </a:r>
          </a:p>
        </p:txBody>
      </p:sp>
      <p:pic>
        <p:nvPicPr>
          <p:cNvPr id="6" name="Picture 5">
            <a:extLst>
              <a:ext uri="{FF2B5EF4-FFF2-40B4-BE49-F238E27FC236}">
                <a16:creationId xmlns:a16="http://schemas.microsoft.com/office/drawing/2014/main" id="{93AD98F3-B118-4F25-94E0-5EF507D4E3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2328" y="2415237"/>
            <a:ext cx="5413679" cy="3789575"/>
          </a:xfrm>
          <a:prstGeom prst="rect">
            <a:avLst/>
          </a:prstGeom>
        </p:spPr>
      </p:pic>
      <p:sp>
        <p:nvSpPr>
          <p:cNvPr id="21" name="TextBox 20">
            <a:extLst>
              <a:ext uri="{FF2B5EF4-FFF2-40B4-BE49-F238E27FC236}">
                <a16:creationId xmlns:a16="http://schemas.microsoft.com/office/drawing/2014/main" id="{4C10C7D3-7BFB-4E61-87B3-D331E759FB74}"/>
              </a:ext>
            </a:extLst>
          </p:cNvPr>
          <p:cNvSpPr txBox="1"/>
          <p:nvPr/>
        </p:nvSpPr>
        <p:spPr>
          <a:xfrm>
            <a:off x="4180413" y="5861993"/>
            <a:ext cx="6097508" cy="246221"/>
          </a:xfrm>
          <a:prstGeom prst="rect">
            <a:avLst/>
          </a:prstGeom>
          <a:noFill/>
        </p:spPr>
        <p:txBody>
          <a:bodyPr wrap="square">
            <a:spAutoFit/>
          </a:bodyPr>
          <a:lstStyle/>
          <a:p>
            <a:pPr algn="r"/>
            <a:r>
              <a:rPr lang="en-US" sz="1000"/>
              <a:t>Graphic created with BioRender.com</a:t>
            </a:r>
          </a:p>
        </p:txBody>
      </p:sp>
      <p:sp>
        <p:nvSpPr>
          <p:cNvPr id="23" name="question 4">
            <a:hlinkClick r:id="rId3" action="ppaction://hlinksldjump"/>
            <a:extLst>
              <a:ext uri="{FF2B5EF4-FFF2-40B4-BE49-F238E27FC236}">
                <a16:creationId xmlns:a16="http://schemas.microsoft.com/office/drawing/2014/main" id="{B54F26E8-BFE7-43AB-9C96-695BD3693585}"/>
              </a:ext>
            </a:extLst>
          </p:cNvPr>
          <p:cNvSpPr txBox="1"/>
          <p:nvPr/>
        </p:nvSpPr>
        <p:spPr>
          <a:xfrm>
            <a:off x="191338" y="202262"/>
            <a:ext cx="1714108" cy="715089"/>
          </a:xfrm>
          <a:prstGeom prst="roundRect">
            <a:avLst>
              <a:gd name="adj" fmla="val 8675"/>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Screening &amp; Diagnosis</a:t>
            </a:r>
          </a:p>
        </p:txBody>
      </p:sp>
      <p:pic>
        <p:nvPicPr>
          <p:cNvPr id="24" name="Graphic 23" descr="Cursor with solid fill">
            <a:extLst>
              <a:ext uri="{FF2B5EF4-FFF2-40B4-BE49-F238E27FC236}">
                <a16:creationId xmlns:a16="http://schemas.microsoft.com/office/drawing/2014/main" id="{A96C56BD-A367-4508-B7E1-9D385BFD952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4619" y="711337"/>
            <a:ext cx="395274" cy="395274"/>
          </a:xfrm>
          <a:prstGeom prst="rect">
            <a:avLst/>
          </a:prstGeom>
        </p:spPr>
      </p:pic>
      <p:sp>
        <p:nvSpPr>
          <p:cNvPr id="25" name="question 4">
            <a:hlinkClick r:id="rId6" action="ppaction://hlinksldjump"/>
            <a:extLst>
              <a:ext uri="{FF2B5EF4-FFF2-40B4-BE49-F238E27FC236}">
                <a16:creationId xmlns:a16="http://schemas.microsoft.com/office/drawing/2014/main" id="{651230BD-33B6-469A-B284-B621161C527B}"/>
              </a:ext>
            </a:extLst>
          </p:cNvPr>
          <p:cNvSpPr txBox="1"/>
          <p:nvPr/>
        </p:nvSpPr>
        <p:spPr>
          <a:xfrm>
            <a:off x="188147" y="3186700"/>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4" name="Graphic 25" descr="Cursor with solid fill">
            <a:extLst>
              <a:ext uri="{FF2B5EF4-FFF2-40B4-BE49-F238E27FC236}">
                <a16:creationId xmlns:a16="http://schemas.microsoft.com/office/drawing/2014/main" id="{C7792C42-0B75-44AB-87C8-BF6885B91A6E}"/>
              </a:ext>
            </a:extLst>
          </p:cNvPr>
          <p:cNvSpPr/>
          <p:nvPr/>
        </p:nvSpPr>
        <p:spPr>
          <a:xfrm>
            <a:off x="1787044" y="3522640"/>
            <a:ext cx="230422" cy="230576"/>
          </a:xfrm>
          <a:custGeom>
            <a:avLst/>
            <a:gdLst>
              <a:gd name="connsiteX0" fmla="*/ 230423 w 230422"/>
              <a:gd name="connsiteY0" fmla="*/ 193931 h 230576"/>
              <a:gd name="connsiteX1" fmla="*/ 147251 w 230422"/>
              <a:gd name="connsiteY1" fmla="*/ 110800 h 230576"/>
              <a:gd name="connsiteX2" fmla="*/ 220541 w 230422"/>
              <a:gd name="connsiteY2" fmla="*/ 84408 h 230576"/>
              <a:gd name="connsiteX3" fmla="*/ 225013 w 230422"/>
              <a:gd name="connsiteY3" fmla="*/ 75252 h 230576"/>
              <a:gd name="connsiteX4" fmla="*/ 220541 w 230422"/>
              <a:gd name="connsiteY4" fmla="*/ 70779 h 230576"/>
              <a:gd name="connsiteX5" fmla="*/ 9358 w 230422"/>
              <a:gd name="connsiteY5" fmla="*/ 371 h 230576"/>
              <a:gd name="connsiteX6" fmla="*/ 7011 w 230422"/>
              <a:gd name="connsiteY6" fmla="*/ 0 h 230576"/>
              <a:gd name="connsiteX7" fmla="*/ 7011 w 230422"/>
              <a:gd name="connsiteY7" fmla="*/ 0 h 230576"/>
              <a:gd name="connsiteX8" fmla="*/ 2 w 230422"/>
              <a:gd name="connsiteY8" fmla="*/ 7316 h 230576"/>
              <a:gd name="connsiteX9" fmla="*/ 382 w 230422"/>
              <a:gd name="connsiteY9" fmla="*/ 9470 h 230576"/>
              <a:gd name="connsiteX10" fmla="*/ 70625 w 230422"/>
              <a:gd name="connsiteY10" fmla="*/ 220859 h 230576"/>
              <a:gd name="connsiteX11" fmla="*/ 79820 w 230422"/>
              <a:gd name="connsiteY11" fmla="*/ 225252 h 230576"/>
              <a:gd name="connsiteX12" fmla="*/ 84213 w 230422"/>
              <a:gd name="connsiteY12" fmla="*/ 220859 h 230576"/>
              <a:gd name="connsiteX13" fmla="*/ 110647 w 230422"/>
              <a:gd name="connsiteY13" fmla="*/ 147487 h 230576"/>
              <a:gd name="connsiteX14" fmla="*/ 193737 w 230422"/>
              <a:gd name="connsiteY14" fmla="*/ 230577 h 23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422" h="230576">
                <a:moveTo>
                  <a:pt x="230423" y="193931"/>
                </a:moveTo>
                <a:lnTo>
                  <a:pt x="147251" y="110800"/>
                </a:lnTo>
                <a:lnTo>
                  <a:pt x="220541" y="84408"/>
                </a:lnTo>
                <a:cubicBezTo>
                  <a:pt x="224304" y="83114"/>
                  <a:pt x="226307" y="79015"/>
                  <a:pt x="225013" y="75252"/>
                </a:cubicBezTo>
                <a:cubicBezTo>
                  <a:pt x="224292" y="73151"/>
                  <a:pt x="222641" y="71501"/>
                  <a:pt x="220541" y="70779"/>
                </a:cubicBezTo>
                <a:lnTo>
                  <a:pt x="9358" y="371"/>
                </a:lnTo>
                <a:cubicBezTo>
                  <a:pt x="8601" y="121"/>
                  <a:pt x="7808" y="-4"/>
                  <a:pt x="7011" y="0"/>
                </a:cubicBezTo>
                <a:lnTo>
                  <a:pt x="7011" y="0"/>
                </a:lnTo>
                <a:cubicBezTo>
                  <a:pt x="3055" y="85"/>
                  <a:pt x="-83" y="3360"/>
                  <a:pt x="2" y="7316"/>
                </a:cubicBezTo>
                <a:cubicBezTo>
                  <a:pt x="17" y="8050"/>
                  <a:pt x="145" y="8776"/>
                  <a:pt x="382" y="9470"/>
                </a:cubicBezTo>
                <a:lnTo>
                  <a:pt x="70625" y="220859"/>
                </a:lnTo>
                <a:cubicBezTo>
                  <a:pt x="71951" y="224612"/>
                  <a:pt x="76068" y="226578"/>
                  <a:pt x="79820" y="225252"/>
                </a:cubicBezTo>
                <a:cubicBezTo>
                  <a:pt x="81873" y="224527"/>
                  <a:pt x="83487" y="222912"/>
                  <a:pt x="84213" y="220859"/>
                </a:cubicBezTo>
                <a:lnTo>
                  <a:pt x="110647" y="147487"/>
                </a:lnTo>
                <a:lnTo>
                  <a:pt x="193737" y="230577"/>
                </a:lnTo>
                <a:close/>
              </a:path>
            </a:pathLst>
          </a:custGeom>
          <a:solidFill>
            <a:srgbClr val="000000"/>
          </a:solidFill>
          <a:ln w="4068" cap="flat">
            <a:noFill/>
            <a:prstDash val="solid"/>
            <a:miter/>
          </a:ln>
        </p:spPr>
        <p:txBody>
          <a:bodyPr rtlCol="0" anchor="ctr"/>
          <a:lstStyle/>
          <a:p>
            <a:endParaRPr lang="en-US"/>
          </a:p>
        </p:txBody>
      </p:sp>
      <p:sp>
        <p:nvSpPr>
          <p:cNvPr id="32" name="question 4">
            <a:hlinkClick r:id="rId7" action="ppaction://hlinksldjump"/>
            <a:extLst>
              <a:ext uri="{FF2B5EF4-FFF2-40B4-BE49-F238E27FC236}">
                <a16:creationId xmlns:a16="http://schemas.microsoft.com/office/drawing/2014/main" id="{750F37C2-A2BE-4F94-82DE-514D3313E429}"/>
              </a:ext>
            </a:extLst>
          </p:cNvPr>
          <p:cNvSpPr txBox="1"/>
          <p:nvPr/>
        </p:nvSpPr>
        <p:spPr>
          <a:xfrm>
            <a:off x="188148" y="1794466"/>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33" name="Graphic 32" descr="Cursor with solid fill">
            <a:extLst>
              <a:ext uri="{FF2B5EF4-FFF2-40B4-BE49-F238E27FC236}">
                <a16:creationId xmlns:a16="http://schemas.microsoft.com/office/drawing/2014/main" id="{28EF2F85-FF7C-44BC-B2CC-63A3BAA6000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4619" y="1985865"/>
            <a:ext cx="395274" cy="395274"/>
          </a:xfrm>
          <a:prstGeom prst="rect">
            <a:avLst/>
          </a:prstGeom>
        </p:spPr>
      </p:pic>
      <p:sp>
        <p:nvSpPr>
          <p:cNvPr id="35" name="sub-q 2">
            <a:hlinkClick r:id="rId8" action="ppaction://hlinksldjump"/>
            <a:extLst>
              <a:ext uri="{FF2B5EF4-FFF2-40B4-BE49-F238E27FC236}">
                <a16:creationId xmlns:a16="http://schemas.microsoft.com/office/drawing/2014/main" id="{8AD5827E-17C2-4114-A2BA-E0B83B5D00FA}"/>
              </a:ext>
            </a:extLst>
          </p:cNvPr>
          <p:cNvSpPr txBox="1"/>
          <p:nvPr/>
        </p:nvSpPr>
        <p:spPr>
          <a:xfrm>
            <a:off x="445768" y="1112181"/>
            <a:ext cx="145648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Differential</a:t>
            </a:r>
          </a:p>
        </p:txBody>
      </p:sp>
      <p:pic>
        <p:nvPicPr>
          <p:cNvPr id="36" name="Graphic 35" descr="Cursor with solid fill">
            <a:hlinkClick r:id="rId8" action="ppaction://hlinksldjump"/>
            <a:extLst>
              <a:ext uri="{FF2B5EF4-FFF2-40B4-BE49-F238E27FC236}">
                <a16:creationId xmlns:a16="http://schemas.microsoft.com/office/drawing/2014/main" id="{78E6A426-ED86-455C-94CC-AB0A5F9233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4619" y="1352049"/>
            <a:ext cx="395274" cy="395274"/>
          </a:xfrm>
          <a:prstGeom prst="rect">
            <a:avLst/>
          </a:prstGeom>
        </p:spPr>
      </p:pic>
      <p:sp>
        <p:nvSpPr>
          <p:cNvPr id="27" name="sub-q 1 button">
            <a:hlinkClick r:id="rId9" action="ppaction://hlinksldjump"/>
            <a:extLst>
              <a:ext uri="{FF2B5EF4-FFF2-40B4-BE49-F238E27FC236}">
                <a16:creationId xmlns:a16="http://schemas.microsoft.com/office/drawing/2014/main" id="{53A46467-6A44-4D40-872F-8DC2AE6746AE}"/>
              </a:ext>
            </a:extLst>
          </p:cNvPr>
          <p:cNvSpPr txBox="1"/>
          <p:nvPr/>
        </p:nvSpPr>
        <p:spPr>
          <a:xfrm>
            <a:off x="445770" y="2468606"/>
            <a:ext cx="145967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Medications</a:t>
            </a:r>
          </a:p>
        </p:txBody>
      </p:sp>
      <p:pic>
        <p:nvPicPr>
          <p:cNvPr id="28" name="Graphic 27" descr="Cursor with solid fill">
            <a:hlinkClick r:id="rId8" action="ppaction://hlinksldjump"/>
            <a:extLst>
              <a:ext uri="{FF2B5EF4-FFF2-40B4-BE49-F238E27FC236}">
                <a16:creationId xmlns:a16="http://schemas.microsoft.com/office/drawing/2014/main" id="{F8259166-CC8C-4BB6-A344-D1412A4B226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4619" y="2671594"/>
            <a:ext cx="395274" cy="395274"/>
          </a:xfrm>
          <a:prstGeom prst="rect">
            <a:avLst/>
          </a:prstGeom>
        </p:spPr>
      </p:pic>
      <p:cxnSp>
        <p:nvCxnSpPr>
          <p:cNvPr id="40" name="Connector: Elbow 39">
            <a:extLst>
              <a:ext uri="{FF2B5EF4-FFF2-40B4-BE49-F238E27FC236}">
                <a16:creationId xmlns:a16="http://schemas.microsoft.com/office/drawing/2014/main" id="{7A1C27AB-D872-46C8-AC60-1B573E95B4E7}"/>
              </a:ext>
            </a:extLst>
          </p:cNvPr>
          <p:cNvCxnSpPr>
            <a:cxnSpLocks/>
            <a:endCxn id="27" idx="1"/>
          </p:cNvCxnSpPr>
          <p:nvPr/>
        </p:nvCxnSpPr>
        <p:spPr>
          <a:xfrm rot="16200000" flipH="1">
            <a:off x="112036" y="2339183"/>
            <a:ext cx="469827" cy="19764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42" name="Connector: Elbow 41">
            <a:extLst>
              <a:ext uri="{FF2B5EF4-FFF2-40B4-BE49-F238E27FC236}">
                <a16:creationId xmlns:a16="http://schemas.microsoft.com/office/drawing/2014/main" id="{D8CD3CF0-66A6-43F0-A72F-16FEE5FC9BB5}"/>
              </a:ext>
            </a:extLst>
          </p:cNvPr>
          <p:cNvCxnSpPr>
            <a:cxnSpLocks/>
            <a:endCxn id="35" idx="1"/>
          </p:cNvCxnSpPr>
          <p:nvPr/>
        </p:nvCxnSpPr>
        <p:spPr>
          <a:xfrm rot="16200000" flipH="1">
            <a:off x="154430" y="1025155"/>
            <a:ext cx="385038" cy="19763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2264015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89A0C67F-01E6-4622-93E5-F376FEC4F175}"/>
              </a:ext>
            </a:extLst>
          </p:cNvPr>
          <p:cNvSpPr txBox="1"/>
          <p:nvPr/>
        </p:nvSpPr>
        <p:spPr>
          <a:xfrm>
            <a:off x="5466310" y="177938"/>
            <a:ext cx="6328788" cy="923330"/>
          </a:xfrm>
          <a:prstGeom prst="rect">
            <a:avLst/>
          </a:prstGeom>
          <a:noFill/>
        </p:spPr>
        <p:txBody>
          <a:bodyPr wrap="square" rtlCol="0">
            <a:spAutoFit/>
          </a:bodyPr>
          <a:lstStyle/>
          <a:p>
            <a:pPr marL="342900" indent="-342900">
              <a:buFont typeface="+mj-lt"/>
              <a:buAutoNum type="arabicPeriod"/>
            </a:pPr>
            <a:r>
              <a:rPr lang="en-US" b="1" dirty="0"/>
              <a:t>Screening doubles detection </a:t>
            </a:r>
            <a:r>
              <a:rPr lang="en-US" dirty="0"/>
              <a:t>of depression.</a:t>
            </a:r>
          </a:p>
          <a:p>
            <a:pPr marL="342900" indent="-342900">
              <a:buFont typeface="+mj-lt"/>
              <a:buAutoNum type="arabicPeriod"/>
            </a:pPr>
            <a:r>
              <a:rPr lang="en-US" b="1" dirty="0"/>
              <a:t>Treatment of depression </a:t>
            </a:r>
            <a:r>
              <a:rPr lang="en-US" dirty="0"/>
              <a:t>-&gt; Improves </a:t>
            </a:r>
            <a:r>
              <a:rPr lang="en-US" b="1" dirty="0"/>
              <a:t>quality of life</a:t>
            </a:r>
            <a:r>
              <a:rPr lang="en-US" dirty="0"/>
              <a:t>, reduces </a:t>
            </a:r>
            <a:r>
              <a:rPr lang="en-US" b="1" dirty="0"/>
              <a:t>mortality</a:t>
            </a:r>
            <a:r>
              <a:rPr lang="en-US" dirty="0"/>
              <a:t>, and reduces </a:t>
            </a:r>
            <a:r>
              <a:rPr lang="en-US" b="1" dirty="0"/>
              <a:t>economic burden</a:t>
            </a:r>
          </a:p>
        </p:txBody>
      </p:sp>
      <p:sp>
        <p:nvSpPr>
          <p:cNvPr id="85" name="low risk mdd white">
            <a:extLst>
              <a:ext uri="{FF2B5EF4-FFF2-40B4-BE49-F238E27FC236}">
                <a16:creationId xmlns:a16="http://schemas.microsoft.com/office/drawing/2014/main" id="{BA13DE4B-5A91-4A2C-B86C-5A52A1E00EF4}"/>
              </a:ext>
            </a:extLst>
          </p:cNvPr>
          <p:cNvSpPr txBox="1"/>
          <p:nvPr/>
        </p:nvSpPr>
        <p:spPr>
          <a:xfrm>
            <a:off x="3433070" y="3256634"/>
            <a:ext cx="1835603" cy="408623"/>
          </a:xfrm>
          <a:prstGeom prst="roundRect">
            <a:avLst/>
          </a:prstGeom>
          <a:ln w="38100">
            <a:solidFill>
              <a:schemeClr val="accent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Low risk screen?</a:t>
            </a:r>
          </a:p>
        </p:txBody>
      </p:sp>
      <p:sp>
        <p:nvSpPr>
          <p:cNvPr id="62" name="low risk orange">
            <a:extLst>
              <a:ext uri="{FF2B5EF4-FFF2-40B4-BE49-F238E27FC236}">
                <a16:creationId xmlns:a16="http://schemas.microsoft.com/office/drawing/2014/main" id="{8D1963B5-D9F6-4514-A38E-588866F00550}"/>
              </a:ext>
            </a:extLst>
          </p:cNvPr>
          <p:cNvSpPr txBox="1"/>
          <p:nvPr/>
        </p:nvSpPr>
        <p:spPr>
          <a:xfrm>
            <a:off x="3449737" y="3257351"/>
            <a:ext cx="1818936" cy="408623"/>
          </a:xfrm>
          <a:prstGeom prst="roundRect">
            <a:avLst/>
          </a:prstGeom>
          <a:solidFill>
            <a:schemeClr val="accent2">
              <a:lumMod val="20000"/>
              <a:lumOff val="80000"/>
            </a:schemeClr>
          </a:solidFill>
          <a:ln w="38100">
            <a:solidFill>
              <a:schemeClr val="accent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Low risk screen</a:t>
            </a:r>
          </a:p>
        </p:txBody>
      </p:sp>
      <p:pic>
        <p:nvPicPr>
          <p:cNvPr id="70" name="Graphic 69" descr="Cursor with solid fill">
            <a:extLst>
              <a:ext uri="{FF2B5EF4-FFF2-40B4-BE49-F238E27FC236}">
                <a16:creationId xmlns:a16="http://schemas.microsoft.com/office/drawing/2014/main" id="{1DD8C78A-AA15-4C83-AB47-4DB1793A235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90678" y="3461603"/>
            <a:ext cx="355989" cy="395274"/>
          </a:xfrm>
          <a:prstGeom prst="rect">
            <a:avLst/>
          </a:prstGeom>
        </p:spPr>
      </p:pic>
      <p:sp>
        <p:nvSpPr>
          <p:cNvPr id="71" name="Why? button">
            <a:extLst>
              <a:ext uri="{FF2B5EF4-FFF2-40B4-BE49-F238E27FC236}">
                <a16:creationId xmlns:a16="http://schemas.microsoft.com/office/drawing/2014/main" id="{DB364106-B3BB-4DA9-83A6-C805B94F4B5E}"/>
              </a:ext>
            </a:extLst>
          </p:cNvPr>
          <p:cNvSpPr txBox="1"/>
          <p:nvPr/>
        </p:nvSpPr>
        <p:spPr>
          <a:xfrm>
            <a:off x="3062198" y="233486"/>
            <a:ext cx="21401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Why Screen?</a:t>
            </a:r>
          </a:p>
        </p:txBody>
      </p:sp>
      <p:sp>
        <p:nvSpPr>
          <p:cNvPr id="72" name="Why? blue">
            <a:extLst>
              <a:ext uri="{FF2B5EF4-FFF2-40B4-BE49-F238E27FC236}">
                <a16:creationId xmlns:a16="http://schemas.microsoft.com/office/drawing/2014/main" id="{4332A935-82FD-4AEB-BBA5-DE4ADA786FF3}"/>
              </a:ext>
            </a:extLst>
          </p:cNvPr>
          <p:cNvSpPr txBox="1"/>
          <p:nvPr/>
        </p:nvSpPr>
        <p:spPr>
          <a:xfrm>
            <a:off x="3062198" y="233532"/>
            <a:ext cx="2140124" cy="408623"/>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solidFill>
                  <a:schemeClr val="bg1"/>
                </a:solidFill>
              </a:rPr>
              <a:t>Why screen?</a:t>
            </a:r>
          </a:p>
        </p:txBody>
      </p:sp>
      <p:pic>
        <p:nvPicPr>
          <p:cNvPr id="73" name="Graphic 72" descr="Cursor with solid fill">
            <a:extLst>
              <a:ext uri="{FF2B5EF4-FFF2-40B4-BE49-F238E27FC236}">
                <a16:creationId xmlns:a16="http://schemas.microsoft.com/office/drawing/2014/main" id="{FC4A9C4D-DECD-4514-926D-4F4CCCC0C6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71036" y="470627"/>
            <a:ext cx="395274" cy="395274"/>
          </a:xfrm>
          <a:prstGeom prst="rect">
            <a:avLst/>
          </a:prstGeom>
        </p:spPr>
      </p:pic>
      <p:grpSp>
        <p:nvGrpSpPr>
          <p:cNvPr id="22" name="PHQ-9">
            <a:extLst>
              <a:ext uri="{FF2B5EF4-FFF2-40B4-BE49-F238E27FC236}">
                <a16:creationId xmlns:a16="http://schemas.microsoft.com/office/drawing/2014/main" id="{26B8DCB1-E9C0-486F-8AEA-F12B4489B417}"/>
              </a:ext>
            </a:extLst>
          </p:cNvPr>
          <p:cNvGrpSpPr/>
          <p:nvPr/>
        </p:nvGrpSpPr>
        <p:grpSpPr>
          <a:xfrm>
            <a:off x="5633664" y="1887290"/>
            <a:ext cx="6328789" cy="4833440"/>
            <a:chOff x="5675063" y="1525864"/>
            <a:chExt cx="6328789" cy="4833440"/>
          </a:xfrm>
        </p:grpSpPr>
        <p:grpSp>
          <p:nvGrpSpPr>
            <p:cNvPr id="19" name="PHQ-9">
              <a:extLst>
                <a:ext uri="{FF2B5EF4-FFF2-40B4-BE49-F238E27FC236}">
                  <a16:creationId xmlns:a16="http://schemas.microsoft.com/office/drawing/2014/main" id="{C7527C90-7130-4F78-A9DC-3D52656F8F30}"/>
                </a:ext>
              </a:extLst>
            </p:cNvPr>
            <p:cNvGrpSpPr/>
            <p:nvPr/>
          </p:nvGrpSpPr>
          <p:grpSpPr>
            <a:xfrm>
              <a:off x="5675063" y="1552019"/>
              <a:ext cx="6328789" cy="4807285"/>
              <a:chOff x="5675063" y="1552019"/>
              <a:chExt cx="6328789" cy="4807285"/>
            </a:xfrm>
          </p:grpSpPr>
          <p:pic>
            <p:nvPicPr>
              <p:cNvPr id="63" name="Picture 62">
                <a:extLst>
                  <a:ext uri="{FF2B5EF4-FFF2-40B4-BE49-F238E27FC236}">
                    <a16:creationId xmlns:a16="http://schemas.microsoft.com/office/drawing/2014/main" id="{F955513E-CBDE-470C-B7BE-7E7AABD27B60}"/>
                  </a:ext>
                </a:extLst>
              </p:cNvPr>
              <p:cNvPicPr>
                <a:picLocks noChangeAspect="1"/>
              </p:cNvPicPr>
              <p:nvPr/>
            </p:nvPicPr>
            <p:blipFill rotWithShape="1">
              <a:blip r:embed="rId4"/>
              <a:srcRect t="3194" b="2747"/>
              <a:stretch/>
            </p:blipFill>
            <p:spPr>
              <a:xfrm>
                <a:off x="5675063" y="1552019"/>
                <a:ext cx="6328789" cy="4807285"/>
              </a:xfrm>
              <a:prstGeom prst="rect">
                <a:avLst/>
              </a:prstGeom>
              <a:ln w="28575">
                <a:solidFill>
                  <a:schemeClr val="accent2"/>
                </a:solidFill>
              </a:ln>
            </p:spPr>
          </p:pic>
          <p:sp>
            <p:nvSpPr>
              <p:cNvPr id="68" name="PHQ-9 button white">
                <a:extLst>
                  <a:ext uri="{FF2B5EF4-FFF2-40B4-BE49-F238E27FC236}">
                    <a16:creationId xmlns:a16="http://schemas.microsoft.com/office/drawing/2014/main" id="{47BC08B7-97D7-4E27-BEC5-48A155905419}"/>
                  </a:ext>
                </a:extLst>
              </p:cNvPr>
              <p:cNvSpPr/>
              <p:nvPr/>
            </p:nvSpPr>
            <p:spPr>
              <a:xfrm>
                <a:off x="5780672" y="1613979"/>
                <a:ext cx="965127" cy="470102"/>
              </a:xfrm>
              <a:prstGeom prst="rect">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PHQ-9</a:t>
                </a:r>
              </a:p>
            </p:txBody>
          </p:sp>
        </p:grpSp>
        <p:sp>
          <p:nvSpPr>
            <p:cNvPr id="21" name="TextBox 20">
              <a:extLst>
                <a:ext uri="{FF2B5EF4-FFF2-40B4-BE49-F238E27FC236}">
                  <a16:creationId xmlns:a16="http://schemas.microsoft.com/office/drawing/2014/main" id="{6B5EEFF7-462D-4A59-B538-876935A60C6D}"/>
                </a:ext>
              </a:extLst>
            </p:cNvPr>
            <p:cNvSpPr txBox="1"/>
            <p:nvPr/>
          </p:nvSpPr>
          <p:spPr>
            <a:xfrm>
              <a:off x="6949018" y="1525864"/>
              <a:ext cx="2187019" cy="646331"/>
            </a:xfrm>
            <a:prstGeom prst="rect">
              <a:avLst/>
            </a:prstGeom>
            <a:noFill/>
          </p:spPr>
          <p:txBody>
            <a:bodyPr wrap="square" rtlCol="0">
              <a:spAutoFit/>
            </a:bodyPr>
            <a:lstStyle/>
            <a:p>
              <a:r>
                <a:rPr lang="en-US"/>
                <a:t>In the past two weeks have you felt:</a:t>
              </a:r>
            </a:p>
          </p:txBody>
        </p:sp>
      </p:grpSp>
      <p:sp>
        <p:nvSpPr>
          <p:cNvPr id="79" name="GAD">
            <a:hlinkClick r:id="rId5" action="ppaction://hlinksldjump"/>
            <a:extLst>
              <a:ext uri="{FF2B5EF4-FFF2-40B4-BE49-F238E27FC236}">
                <a16:creationId xmlns:a16="http://schemas.microsoft.com/office/drawing/2014/main" id="{0218DFBF-AF4F-480D-A0B7-D8DFAA9392DD}"/>
              </a:ext>
            </a:extLst>
          </p:cNvPr>
          <p:cNvSpPr txBox="1"/>
          <p:nvPr/>
        </p:nvSpPr>
        <p:spPr>
          <a:xfrm>
            <a:off x="3128550" y="3946466"/>
            <a:ext cx="2140123" cy="715089"/>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a:t>Generalized Anxiety Disorder</a:t>
            </a:r>
          </a:p>
        </p:txBody>
      </p:sp>
      <p:pic>
        <p:nvPicPr>
          <p:cNvPr id="80" name="Graphic 79" descr="Cursor">
            <a:extLst>
              <a:ext uri="{FF2B5EF4-FFF2-40B4-BE49-F238E27FC236}">
                <a16:creationId xmlns:a16="http://schemas.microsoft.com/office/drawing/2014/main" id="{C866BAB2-BC49-4AC9-B633-9A8F038981C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96358" y="4466165"/>
            <a:ext cx="362634" cy="394117"/>
          </a:xfrm>
          <a:prstGeom prst="rect">
            <a:avLst/>
          </a:prstGeom>
        </p:spPr>
      </p:pic>
      <p:sp>
        <p:nvSpPr>
          <p:cNvPr id="82" name="MDD button">
            <a:extLst>
              <a:ext uri="{FF2B5EF4-FFF2-40B4-BE49-F238E27FC236}">
                <a16:creationId xmlns:a16="http://schemas.microsoft.com/office/drawing/2014/main" id="{0FE16D91-B96A-4984-BFAE-E7B7D9CEE4D8}"/>
              </a:ext>
            </a:extLst>
          </p:cNvPr>
          <p:cNvSpPr txBox="1"/>
          <p:nvPr/>
        </p:nvSpPr>
        <p:spPr>
          <a:xfrm>
            <a:off x="3128550" y="2256049"/>
            <a:ext cx="2140123" cy="715089"/>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Unipolar Major Depressive Disorder</a:t>
            </a:r>
          </a:p>
        </p:txBody>
      </p:sp>
      <p:sp>
        <p:nvSpPr>
          <p:cNvPr id="83" name="Why?">
            <a:extLst>
              <a:ext uri="{FF2B5EF4-FFF2-40B4-BE49-F238E27FC236}">
                <a16:creationId xmlns:a16="http://schemas.microsoft.com/office/drawing/2014/main" id="{7D578861-8EAC-4E15-9271-76F50889C73D}"/>
              </a:ext>
            </a:extLst>
          </p:cNvPr>
          <p:cNvSpPr txBox="1"/>
          <p:nvPr/>
        </p:nvSpPr>
        <p:spPr>
          <a:xfrm>
            <a:off x="3119787" y="1375106"/>
            <a:ext cx="2148886" cy="646331"/>
          </a:xfrm>
          <a:prstGeom prst="rect">
            <a:avLst/>
          </a:prstGeom>
          <a:ln w="1905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 and Diagnosis Tools</a:t>
            </a:r>
          </a:p>
        </p:txBody>
      </p:sp>
      <p:sp>
        <p:nvSpPr>
          <p:cNvPr id="84" name="MDD button orange">
            <a:extLst>
              <a:ext uri="{FF2B5EF4-FFF2-40B4-BE49-F238E27FC236}">
                <a16:creationId xmlns:a16="http://schemas.microsoft.com/office/drawing/2014/main" id="{83669106-722F-4DF1-9B3A-B68B99AD7E64}"/>
              </a:ext>
            </a:extLst>
          </p:cNvPr>
          <p:cNvSpPr txBox="1"/>
          <p:nvPr/>
        </p:nvSpPr>
        <p:spPr>
          <a:xfrm>
            <a:off x="3128550" y="2266466"/>
            <a:ext cx="2140123" cy="715089"/>
          </a:xfrm>
          <a:prstGeom prst="roundRect">
            <a:avLst/>
          </a:prstGeom>
          <a:solidFill>
            <a:schemeClr val="accent2"/>
          </a:solidFill>
          <a:ln w="28575"/>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dirty="0">
                <a:solidFill>
                  <a:schemeClr val="bg1"/>
                </a:solidFill>
              </a:rPr>
              <a:t>Unipolar Major Depressive Disorder</a:t>
            </a:r>
          </a:p>
        </p:txBody>
      </p:sp>
      <p:pic>
        <p:nvPicPr>
          <p:cNvPr id="90" name="Graphic 89" descr="Cursor with solid fill">
            <a:extLst>
              <a:ext uri="{FF2B5EF4-FFF2-40B4-BE49-F238E27FC236}">
                <a16:creationId xmlns:a16="http://schemas.microsoft.com/office/drawing/2014/main" id="{40E85D19-1727-488C-B084-F7C9F8EECC3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99680" y="2806480"/>
            <a:ext cx="355989" cy="395274"/>
          </a:xfrm>
          <a:prstGeom prst="rect">
            <a:avLst/>
          </a:prstGeom>
        </p:spPr>
      </p:pic>
      <p:grpSp>
        <p:nvGrpSpPr>
          <p:cNvPr id="20" name="PHQ-2">
            <a:extLst>
              <a:ext uri="{FF2B5EF4-FFF2-40B4-BE49-F238E27FC236}">
                <a16:creationId xmlns:a16="http://schemas.microsoft.com/office/drawing/2014/main" id="{9306CFEE-57CE-49FA-9336-D64295CE0B92}"/>
              </a:ext>
            </a:extLst>
          </p:cNvPr>
          <p:cNvGrpSpPr/>
          <p:nvPr/>
        </p:nvGrpSpPr>
        <p:grpSpPr>
          <a:xfrm>
            <a:off x="5268673" y="2507467"/>
            <a:ext cx="6693780" cy="953479"/>
            <a:chOff x="5268673" y="2507467"/>
            <a:chExt cx="6693780" cy="953479"/>
          </a:xfrm>
        </p:grpSpPr>
        <p:sp>
          <p:nvSpPr>
            <p:cNvPr id="16" name="Rectangle 15">
              <a:extLst>
                <a:ext uri="{FF2B5EF4-FFF2-40B4-BE49-F238E27FC236}">
                  <a16:creationId xmlns:a16="http://schemas.microsoft.com/office/drawing/2014/main" id="{5BF4F5C2-2A89-4FE3-91AE-F65669000382}"/>
                </a:ext>
              </a:extLst>
            </p:cNvPr>
            <p:cNvSpPr/>
            <p:nvPr/>
          </p:nvSpPr>
          <p:spPr>
            <a:xfrm>
              <a:off x="5650989" y="2507467"/>
              <a:ext cx="6311464" cy="709126"/>
            </a:xfrm>
            <a:prstGeom prst="rect">
              <a:avLst/>
            </a:prstGeom>
            <a:solidFill>
              <a:schemeClr val="accent2">
                <a:lumMod val="20000"/>
                <a:lumOff val="80000"/>
                <a:alpha val="32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31FF0AA7-BCA0-410F-956D-3FA5EF9163E3}"/>
                </a:ext>
              </a:extLst>
            </p:cNvPr>
            <p:cNvCxnSpPr>
              <a:stCxn id="85" idx="3"/>
              <a:endCxn id="16" idx="1"/>
            </p:cNvCxnSpPr>
            <p:nvPr/>
          </p:nvCxnSpPr>
          <p:spPr>
            <a:xfrm flipV="1">
              <a:off x="5268673" y="2862030"/>
              <a:ext cx="382316" cy="59891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sp>
        <p:nvSpPr>
          <p:cNvPr id="92" name="TextBox 91">
            <a:extLst>
              <a:ext uri="{FF2B5EF4-FFF2-40B4-BE49-F238E27FC236}">
                <a16:creationId xmlns:a16="http://schemas.microsoft.com/office/drawing/2014/main" id="{005868E9-F55C-4F98-8977-45DB6BE645FA}"/>
              </a:ext>
            </a:extLst>
          </p:cNvPr>
          <p:cNvSpPr txBox="1"/>
          <p:nvPr/>
        </p:nvSpPr>
        <p:spPr>
          <a:xfrm>
            <a:off x="5633664" y="1350993"/>
            <a:ext cx="6328788" cy="523220"/>
          </a:xfrm>
          <a:prstGeom prst="rect">
            <a:avLst/>
          </a:prstGeom>
          <a:noFill/>
        </p:spPr>
        <p:txBody>
          <a:bodyPr wrap="square">
            <a:spAutoFit/>
          </a:bodyPr>
          <a:lstStyle/>
          <a:p>
            <a:r>
              <a:rPr lang="en-US" sz="1400" b="1" i="0">
                <a:solidFill>
                  <a:srgbClr val="232323"/>
                </a:solidFill>
                <a:effectLst/>
                <a:latin typeface="Noto Sans"/>
              </a:rPr>
              <a:t>Diagnosis: </a:t>
            </a:r>
            <a:r>
              <a:rPr lang="en-US" sz="1400" i="0">
                <a:solidFill>
                  <a:srgbClr val="232323"/>
                </a:solidFill>
                <a:effectLst/>
                <a:latin typeface="Noto Sans"/>
              </a:rPr>
              <a:t>Must cause </a:t>
            </a:r>
            <a:r>
              <a:rPr lang="en-US" sz="1400">
                <a:solidFill>
                  <a:srgbClr val="232323"/>
                </a:solidFill>
                <a:latin typeface="Noto Sans"/>
              </a:rPr>
              <a:t>impairment of s</a:t>
            </a:r>
            <a:r>
              <a:rPr lang="en-US" sz="1400" b="0" i="0">
                <a:solidFill>
                  <a:srgbClr val="232323"/>
                </a:solidFill>
                <a:effectLst/>
                <a:latin typeface="Noto Sans"/>
              </a:rPr>
              <a:t>ocial, occupational, or other important areas of functioning.  Score defines severity.</a:t>
            </a:r>
            <a:endParaRPr lang="en-US" sz="1400"/>
          </a:p>
        </p:txBody>
      </p:sp>
      <p:sp>
        <p:nvSpPr>
          <p:cNvPr id="96" name="question 4">
            <a:hlinkClick r:id="rId6" action="ppaction://hlinksldjump"/>
            <a:extLst>
              <a:ext uri="{FF2B5EF4-FFF2-40B4-BE49-F238E27FC236}">
                <a16:creationId xmlns:a16="http://schemas.microsoft.com/office/drawing/2014/main" id="{E22E8DD8-FCCF-482D-BBB9-7F09666D7C48}"/>
              </a:ext>
            </a:extLst>
          </p:cNvPr>
          <p:cNvSpPr txBox="1"/>
          <p:nvPr/>
        </p:nvSpPr>
        <p:spPr>
          <a:xfrm>
            <a:off x="191338" y="202262"/>
            <a:ext cx="1714108" cy="677585"/>
          </a:xfrm>
          <a:prstGeom prst="roundRect">
            <a:avLst>
              <a:gd name="adj" fmla="val 8675"/>
            </a:avLst>
          </a:prstGeom>
          <a:solidFill>
            <a:schemeClr val="tx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a:solidFill>
                  <a:schemeClr val="bg1"/>
                </a:solidFill>
              </a:rPr>
              <a:t>Screening &amp; Diagnosis</a:t>
            </a:r>
          </a:p>
        </p:txBody>
      </p:sp>
      <p:sp>
        <p:nvSpPr>
          <p:cNvPr id="98" name="question 4">
            <a:hlinkClick r:id="rId7" action="ppaction://hlinksldjump"/>
            <a:extLst>
              <a:ext uri="{FF2B5EF4-FFF2-40B4-BE49-F238E27FC236}">
                <a16:creationId xmlns:a16="http://schemas.microsoft.com/office/drawing/2014/main" id="{30098040-412A-4A53-8100-679AF25A761D}"/>
              </a:ext>
            </a:extLst>
          </p:cNvPr>
          <p:cNvSpPr txBox="1"/>
          <p:nvPr/>
        </p:nvSpPr>
        <p:spPr>
          <a:xfrm>
            <a:off x="188147" y="3186700"/>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99" name="Graphic 25" descr="Cursor with solid fill">
            <a:extLst>
              <a:ext uri="{FF2B5EF4-FFF2-40B4-BE49-F238E27FC236}">
                <a16:creationId xmlns:a16="http://schemas.microsoft.com/office/drawing/2014/main" id="{3B4C3B37-8D38-437E-A179-18B7005DE03E}"/>
              </a:ext>
            </a:extLst>
          </p:cNvPr>
          <p:cNvSpPr/>
          <p:nvPr/>
        </p:nvSpPr>
        <p:spPr>
          <a:xfrm>
            <a:off x="1787044" y="3522640"/>
            <a:ext cx="230422" cy="230576"/>
          </a:xfrm>
          <a:custGeom>
            <a:avLst/>
            <a:gdLst>
              <a:gd name="connsiteX0" fmla="*/ 230423 w 230422"/>
              <a:gd name="connsiteY0" fmla="*/ 193931 h 230576"/>
              <a:gd name="connsiteX1" fmla="*/ 147251 w 230422"/>
              <a:gd name="connsiteY1" fmla="*/ 110800 h 230576"/>
              <a:gd name="connsiteX2" fmla="*/ 220541 w 230422"/>
              <a:gd name="connsiteY2" fmla="*/ 84408 h 230576"/>
              <a:gd name="connsiteX3" fmla="*/ 225013 w 230422"/>
              <a:gd name="connsiteY3" fmla="*/ 75252 h 230576"/>
              <a:gd name="connsiteX4" fmla="*/ 220541 w 230422"/>
              <a:gd name="connsiteY4" fmla="*/ 70779 h 230576"/>
              <a:gd name="connsiteX5" fmla="*/ 9358 w 230422"/>
              <a:gd name="connsiteY5" fmla="*/ 371 h 230576"/>
              <a:gd name="connsiteX6" fmla="*/ 7011 w 230422"/>
              <a:gd name="connsiteY6" fmla="*/ 0 h 230576"/>
              <a:gd name="connsiteX7" fmla="*/ 7011 w 230422"/>
              <a:gd name="connsiteY7" fmla="*/ 0 h 230576"/>
              <a:gd name="connsiteX8" fmla="*/ 2 w 230422"/>
              <a:gd name="connsiteY8" fmla="*/ 7316 h 230576"/>
              <a:gd name="connsiteX9" fmla="*/ 382 w 230422"/>
              <a:gd name="connsiteY9" fmla="*/ 9470 h 230576"/>
              <a:gd name="connsiteX10" fmla="*/ 70625 w 230422"/>
              <a:gd name="connsiteY10" fmla="*/ 220859 h 230576"/>
              <a:gd name="connsiteX11" fmla="*/ 79820 w 230422"/>
              <a:gd name="connsiteY11" fmla="*/ 225252 h 230576"/>
              <a:gd name="connsiteX12" fmla="*/ 84213 w 230422"/>
              <a:gd name="connsiteY12" fmla="*/ 220859 h 230576"/>
              <a:gd name="connsiteX13" fmla="*/ 110647 w 230422"/>
              <a:gd name="connsiteY13" fmla="*/ 147487 h 230576"/>
              <a:gd name="connsiteX14" fmla="*/ 193737 w 230422"/>
              <a:gd name="connsiteY14" fmla="*/ 230577 h 23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422" h="230576">
                <a:moveTo>
                  <a:pt x="230423" y="193931"/>
                </a:moveTo>
                <a:lnTo>
                  <a:pt x="147251" y="110800"/>
                </a:lnTo>
                <a:lnTo>
                  <a:pt x="220541" y="84408"/>
                </a:lnTo>
                <a:cubicBezTo>
                  <a:pt x="224304" y="83114"/>
                  <a:pt x="226307" y="79015"/>
                  <a:pt x="225013" y="75252"/>
                </a:cubicBezTo>
                <a:cubicBezTo>
                  <a:pt x="224292" y="73151"/>
                  <a:pt x="222641" y="71501"/>
                  <a:pt x="220541" y="70779"/>
                </a:cubicBezTo>
                <a:lnTo>
                  <a:pt x="9358" y="371"/>
                </a:lnTo>
                <a:cubicBezTo>
                  <a:pt x="8601" y="121"/>
                  <a:pt x="7808" y="-4"/>
                  <a:pt x="7011" y="0"/>
                </a:cubicBezTo>
                <a:lnTo>
                  <a:pt x="7011" y="0"/>
                </a:lnTo>
                <a:cubicBezTo>
                  <a:pt x="3055" y="85"/>
                  <a:pt x="-83" y="3360"/>
                  <a:pt x="2" y="7316"/>
                </a:cubicBezTo>
                <a:cubicBezTo>
                  <a:pt x="17" y="8050"/>
                  <a:pt x="145" y="8776"/>
                  <a:pt x="382" y="9470"/>
                </a:cubicBezTo>
                <a:lnTo>
                  <a:pt x="70625" y="220859"/>
                </a:lnTo>
                <a:cubicBezTo>
                  <a:pt x="71951" y="224612"/>
                  <a:pt x="76068" y="226578"/>
                  <a:pt x="79820" y="225252"/>
                </a:cubicBezTo>
                <a:cubicBezTo>
                  <a:pt x="81873" y="224527"/>
                  <a:pt x="83487" y="222912"/>
                  <a:pt x="84213" y="220859"/>
                </a:cubicBezTo>
                <a:lnTo>
                  <a:pt x="110647" y="147487"/>
                </a:lnTo>
                <a:lnTo>
                  <a:pt x="193737" y="230577"/>
                </a:lnTo>
                <a:close/>
              </a:path>
            </a:pathLst>
          </a:custGeom>
          <a:solidFill>
            <a:srgbClr val="000000"/>
          </a:solidFill>
          <a:ln w="4068" cap="flat">
            <a:noFill/>
            <a:prstDash val="solid"/>
            <a:miter/>
          </a:ln>
        </p:spPr>
        <p:txBody>
          <a:bodyPr rtlCol="0" anchor="ctr"/>
          <a:lstStyle/>
          <a:p>
            <a:endParaRPr lang="en-US"/>
          </a:p>
        </p:txBody>
      </p:sp>
      <p:sp>
        <p:nvSpPr>
          <p:cNvPr id="103" name="question 4">
            <a:hlinkClick r:id="rId8" action="ppaction://hlinksldjump"/>
            <a:extLst>
              <a:ext uri="{FF2B5EF4-FFF2-40B4-BE49-F238E27FC236}">
                <a16:creationId xmlns:a16="http://schemas.microsoft.com/office/drawing/2014/main" id="{0E02EED4-1F17-4B57-9622-6EAB00482C8F}"/>
              </a:ext>
            </a:extLst>
          </p:cNvPr>
          <p:cNvSpPr txBox="1"/>
          <p:nvPr/>
        </p:nvSpPr>
        <p:spPr>
          <a:xfrm>
            <a:off x="188148" y="1794466"/>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104" name="Graphic 103" descr="Cursor with solid fill">
            <a:extLst>
              <a:ext uri="{FF2B5EF4-FFF2-40B4-BE49-F238E27FC236}">
                <a16:creationId xmlns:a16="http://schemas.microsoft.com/office/drawing/2014/main" id="{AE13BFE4-E98B-4EFE-A7C7-51D9B584858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04619" y="1985865"/>
            <a:ext cx="395274" cy="395274"/>
          </a:xfrm>
          <a:prstGeom prst="rect">
            <a:avLst/>
          </a:prstGeom>
        </p:spPr>
      </p:pic>
      <p:sp>
        <p:nvSpPr>
          <p:cNvPr id="105" name="sub-q 2">
            <a:hlinkClick r:id="rId9" action="ppaction://hlinksldjump"/>
            <a:extLst>
              <a:ext uri="{FF2B5EF4-FFF2-40B4-BE49-F238E27FC236}">
                <a16:creationId xmlns:a16="http://schemas.microsoft.com/office/drawing/2014/main" id="{9C15BC92-2A9F-4E50-86C6-7C8B425A19E2}"/>
              </a:ext>
            </a:extLst>
          </p:cNvPr>
          <p:cNvSpPr txBox="1"/>
          <p:nvPr/>
        </p:nvSpPr>
        <p:spPr>
          <a:xfrm>
            <a:off x="445768" y="1112181"/>
            <a:ext cx="145648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Differential</a:t>
            </a:r>
          </a:p>
        </p:txBody>
      </p:sp>
      <p:pic>
        <p:nvPicPr>
          <p:cNvPr id="106" name="Graphic 105" descr="Cursor with solid fill">
            <a:hlinkClick r:id="rId9" action="ppaction://hlinksldjump"/>
            <a:extLst>
              <a:ext uri="{FF2B5EF4-FFF2-40B4-BE49-F238E27FC236}">
                <a16:creationId xmlns:a16="http://schemas.microsoft.com/office/drawing/2014/main" id="{067489AC-40E7-4FD8-A127-3AF48341CA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04619" y="1352049"/>
            <a:ext cx="395274" cy="395274"/>
          </a:xfrm>
          <a:prstGeom prst="rect">
            <a:avLst/>
          </a:prstGeom>
        </p:spPr>
      </p:pic>
      <p:cxnSp>
        <p:nvCxnSpPr>
          <p:cNvPr id="109" name="Connector: Elbow 108">
            <a:extLst>
              <a:ext uri="{FF2B5EF4-FFF2-40B4-BE49-F238E27FC236}">
                <a16:creationId xmlns:a16="http://schemas.microsoft.com/office/drawing/2014/main" id="{DE03DB5A-D4FC-480B-9DF6-D536242C6B17}"/>
              </a:ext>
            </a:extLst>
          </p:cNvPr>
          <p:cNvCxnSpPr>
            <a:cxnSpLocks/>
          </p:cNvCxnSpPr>
          <p:nvPr/>
        </p:nvCxnSpPr>
        <p:spPr>
          <a:xfrm rot="16200000" flipH="1">
            <a:off x="112036" y="2339183"/>
            <a:ext cx="469827" cy="19764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10" name="Connector: Elbow 109">
            <a:extLst>
              <a:ext uri="{FF2B5EF4-FFF2-40B4-BE49-F238E27FC236}">
                <a16:creationId xmlns:a16="http://schemas.microsoft.com/office/drawing/2014/main" id="{3807F29E-E2F7-46D8-8C0E-D9FC34574261}"/>
              </a:ext>
            </a:extLst>
          </p:cNvPr>
          <p:cNvCxnSpPr>
            <a:cxnSpLocks/>
            <a:endCxn id="105" idx="1"/>
          </p:cNvCxnSpPr>
          <p:nvPr/>
        </p:nvCxnSpPr>
        <p:spPr>
          <a:xfrm rot="16200000" flipH="1">
            <a:off x="154430" y="1025155"/>
            <a:ext cx="385038" cy="19763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35" name="sub-q 1 button">
            <a:hlinkClick r:id="rId10" action="ppaction://hlinksldjump"/>
            <a:extLst>
              <a:ext uri="{FF2B5EF4-FFF2-40B4-BE49-F238E27FC236}">
                <a16:creationId xmlns:a16="http://schemas.microsoft.com/office/drawing/2014/main" id="{F28B51E5-BC1B-4299-A55D-865B67D32B04}"/>
              </a:ext>
            </a:extLst>
          </p:cNvPr>
          <p:cNvSpPr txBox="1"/>
          <p:nvPr/>
        </p:nvSpPr>
        <p:spPr>
          <a:xfrm>
            <a:off x="445770" y="2468606"/>
            <a:ext cx="145967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Medications</a:t>
            </a:r>
          </a:p>
        </p:txBody>
      </p:sp>
      <p:pic>
        <p:nvPicPr>
          <p:cNvPr id="36" name="Graphic 35" descr="Cursor with solid fill">
            <a:hlinkClick r:id="rId9" action="ppaction://hlinksldjump"/>
            <a:extLst>
              <a:ext uri="{FF2B5EF4-FFF2-40B4-BE49-F238E27FC236}">
                <a16:creationId xmlns:a16="http://schemas.microsoft.com/office/drawing/2014/main" id="{3FA73615-A1FB-4248-9AFF-042CA07E0A6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04619" y="2671594"/>
            <a:ext cx="395274" cy="395274"/>
          </a:xfrm>
          <a:prstGeom prst="rect">
            <a:avLst/>
          </a:prstGeom>
        </p:spPr>
      </p:pic>
    </p:spTree>
    <p:extLst>
      <p:ext uri="{BB962C8B-B14F-4D97-AF65-F5344CB8AC3E}">
        <p14:creationId xmlns:p14="http://schemas.microsoft.com/office/powerpoint/2010/main" val="39629624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73"/>
                                        </p:tgtEl>
                                        <p:attrNameLst>
                                          <p:attrName>style.visibility</p:attrName>
                                        </p:attrNameLst>
                                      </p:cBhvr>
                                      <p:to>
                                        <p:strVal val="hidden"/>
                                      </p:to>
                                    </p:set>
                                  </p:childTnLst>
                                </p:cTn>
                              </p:par>
                            </p:childTnLst>
                          </p:cTn>
                        </p:par>
                      </p:childTnLst>
                    </p:cTn>
                  </p:par>
                </p:childTnLst>
              </p:cTn>
              <p:nextCondLst>
                <p:cond evt="onClick" delay="0">
                  <p:tgtEl>
                    <p:spTgt spid="71"/>
                  </p:tgtEl>
                </p:cond>
              </p:nextCondLst>
            </p:seq>
            <p:seq concurrent="1" nextAc="seek">
              <p:cTn id="17" restart="whenNotActive" fill="hold" evtFilter="cancelBubble" nodeType="interactiveSeq">
                <p:stCondLst>
                  <p:cond evt="onClick" delay="0">
                    <p:tgtEl>
                      <p:spTgt spid="82"/>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85"/>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7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92"/>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8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79"/>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80"/>
                                        </p:tgtEl>
                                        <p:attrNameLst>
                                          <p:attrName>style.visibility</p:attrName>
                                        </p:attrNameLst>
                                      </p:cBhvr>
                                      <p:to>
                                        <p:strVal val="visible"/>
                                      </p:to>
                                    </p:set>
                                  </p:childTnLst>
                                </p:cTn>
                              </p:par>
                              <p:par>
                                <p:cTn id="34" presetID="1" presetClass="exit" presetSubtype="0" fill="hold" nodeType="withEffect">
                                  <p:stCondLst>
                                    <p:cond delay="0"/>
                                  </p:stCondLst>
                                  <p:childTnLst>
                                    <p:set>
                                      <p:cBhvr>
                                        <p:cTn id="35" dur="1" fill="hold">
                                          <p:stCondLst>
                                            <p:cond delay="0"/>
                                          </p:stCondLst>
                                        </p:cTn>
                                        <p:tgtEl>
                                          <p:spTgt spid="90"/>
                                        </p:tgtEl>
                                        <p:attrNameLst>
                                          <p:attrName>style.visibility</p:attrName>
                                        </p:attrNameLst>
                                      </p:cBhvr>
                                      <p:to>
                                        <p:strVal val="hidden"/>
                                      </p:to>
                                    </p:set>
                                  </p:childTnLst>
                                </p:cTn>
                              </p:par>
                            </p:childTnLst>
                          </p:cTn>
                        </p:par>
                      </p:childTnLst>
                    </p:cTn>
                  </p:par>
                </p:childTnLst>
              </p:cTn>
              <p:nextCondLst>
                <p:cond evt="onClick" delay="0">
                  <p:tgtEl>
                    <p:spTgt spid="82"/>
                  </p:tgtEl>
                </p:cond>
              </p:nextCondLst>
            </p:seq>
            <p:seq concurrent="1" nextAc="seek">
              <p:cTn id="36" restart="whenNotActive" fill="hold" evtFilter="cancelBubble" nodeType="interactiveSeq">
                <p:stCondLst>
                  <p:cond evt="onClick" delay="0">
                    <p:tgtEl>
                      <p:spTgt spid="85"/>
                    </p:tgtEl>
                  </p:cond>
                </p:stCondLst>
                <p:endSync evt="end" delay="0">
                  <p:rtn val="all"/>
                </p:endSync>
                <p:childTnLst>
                  <p:par>
                    <p:cTn id="37" fill="hold">
                      <p:stCondLst>
                        <p:cond delay="0"/>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70"/>
                                        </p:tgtEl>
                                        <p:attrNameLst>
                                          <p:attrName>style.visibility</p:attrName>
                                        </p:attrNameLst>
                                      </p:cBhvr>
                                      <p:to>
                                        <p:strVal val="hidden"/>
                                      </p:to>
                                    </p:set>
                                  </p:childTnLst>
                                </p:cTn>
                              </p:par>
                            </p:childTnLst>
                          </p:cTn>
                        </p:par>
                      </p:childTnLst>
                    </p:cTn>
                  </p:par>
                </p:childTnLst>
              </p:cTn>
              <p:nextCondLst>
                <p:cond evt="onClick" delay="0">
                  <p:tgtEl>
                    <p:spTgt spid="85"/>
                  </p:tgtEl>
                </p:cond>
              </p:nextCondLst>
            </p:seq>
          </p:childTnLst>
        </p:cTn>
      </p:par>
    </p:tnLst>
    <p:bldLst>
      <p:bldP spid="31" grpId="0"/>
      <p:bldP spid="85" grpId="0" animBg="1"/>
      <p:bldP spid="62" grpId="0" animBg="1"/>
      <p:bldP spid="72" grpId="0" animBg="1"/>
      <p:bldP spid="79" grpId="0" animBg="1"/>
      <p:bldP spid="82" grpId="0" animBg="1"/>
      <p:bldP spid="83" grpId="0" animBg="1"/>
      <p:bldP spid="84" grpId="0" animBg="1"/>
      <p:bldP spid="9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5C9F7D1A-C1FC-4B17-BD2E-7DCDAD4C54BA}"/>
              </a:ext>
            </a:extLst>
          </p:cNvPr>
          <p:cNvPicPr>
            <a:picLocks noChangeAspect="1"/>
          </p:cNvPicPr>
          <p:nvPr/>
        </p:nvPicPr>
        <p:blipFill rotWithShape="1">
          <a:blip r:embed="rId2"/>
          <a:srcRect l="1411" t="14353" r="3352" b="2851"/>
          <a:stretch/>
        </p:blipFill>
        <p:spPr>
          <a:xfrm>
            <a:off x="5481131" y="2013054"/>
            <a:ext cx="6522721" cy="4558588"/>
          </a:xfrm>
          <a:prstGeom prst="rect">
            <a:avLst/>
          </a:prstGeom>
          <a:ln w="38100">
            <a:solidFill>
              <a:schemeClr val="accent4"/>
            </a:solidFill>
          </a:ln>
        </p:spPr>
      </p:pic>
      <p:sp>
        <p:nvSpPr>
          <p:cNvPr id="31" name="TextBox 30">
            <a:extLst>
              <a:ext uri="{FF2B5EF4-FFF2-40B4-BE49-F238E27FC236}">
                <a16:creationId xmlns:a16="http://schemas.microsoft.com/office/drawing/2014/main" id="{89A0C67F-01E6-4622-93E5-F376FEC4F175}"/>
              </a:ext>
            </a:extLst>
          </p:cNvPr>
          <p:cNvSpPr txBox="1"/>
          <p:nvPr/>
        </p:nvSpPr>
        <p:spPr>
          <a:xfrm>
            <a:off x="5466310" y="177938"/>
            <a:ext cx="6328788" cy="923330"/>
          </a:xfrm>
          <a:prstGeom prst="rect">
            <a:avLst/>
          </a:prstGeom>
          <a:noFill/>
        </p:spPr>
        <p:txBody>
          <a:bodyPr wrap="square" rtlCol="0">
            <a:spAutoFit/>
          </a:bodyPr>
          <a:lstStyle/>
          <a:p>
            <a:pPr marL="342900" indent="-342900">
              <a:buFont typeface="+mj-lt"/>
              <a:buAutoNum type="arabicPeriod"/>
            </a:pPr>
            <a:r>
              <a:rPr lang="en-US" b="1"/>
              <a:t>Screening doubles detection </a:t>
            </a:r>
            <a:r>
              <a:rPr lang="en-US"/>
              <a:t>of depression.</a:t>
            </a:r>
          </a:p>
          <a:p>
            <a:pPr marL="342900" indent="-342900">
              <a:buFont typeface="+mj-lt"/>
              <a:buAutoNum type="arabicPeriod"/>
            </a:pPr>
            <a:r>
              <a:rPr lang="en-US" b="1"/>
              <a:t>Treatment of depression </a:t>
            </a:r>
            <a:r>
              <a:rPr lang="en-US"/>
              <a:t>-&gt; Improves </a:t>
            </a:r>
            <a:r>
              <a:rPr lang="en-US" b="1"/>
              <a:t>quality of life</a:t>
            </a:r>
            <a:r>
              <a:rPr lang="en-US"/>
              <a:t>, reduces </a:t>
            </a:r>
            <a:r>
              <a:rPr lang="en-US" b="1"/>
              <a:t>mortality</a:t>
            </a:r>
            <a:r>
              <a:rPr lang="en-US"/>
              <a:t>, and reduces </a:t>
            </a:r>
            <a:r>
              <a:rPr lang="en-US" b="1"/>
              <a:t>economic burden</a:t>
            </a:r>
          </a:p>
        </p:txBody>
      </p:sp>
      <p:sp>
        <p:nvSpPr>
          <p:cNvPr id="85" name="low risk GAD white button">
            <a:extLst>
              <a:ext uri="{FF2B5EF4-FFF2-40B4-BE49-F238E27FC236}">
                <a16:creationId xmlns:a16="http://schemas.microsoft.com/office/drawing/2014/main" id="{BA13DE4B-5A91-4A2C-B86C-5A52A1E00EF4}"/>
              </a:ext>
            </a:extLst>
          </p:cNvPr>
          <p:cNvSpPr txBox="1"/>
          <p:nvPr/>
        </p:nvSpPr>
        <p:spPr>
          <a:xfrm>
            <a:off x="3459637" y="4893869"/>
            <a:ext cx="1781058" cy="408623"/>
          </a:xfrm>
          <a:prstGeom prst="roundRect">
            <a:avLst/>
          </a:prstGeom>
          <a:ln w="38100">
            <a:solidFill>
              <a:schemeClr val="accent4"/>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Low risk screen?</a:t>
            </a:r>
          </a:p>
        </p:txBody>
      </p:sp>
      <p:sp>
        <p:nvSpPr>
          <p:cNvPr id="62" name="low risk orange">
            <a:extLst>
              <a:ext uri="{FF2B5EF4-FFF2-40B4-BE49-F238E27FC236}">
                <a16:creationId xmlns:a16="http://schemas.microsoft.com/office/drawing/2014/main" id="{8D1963B5-D9F6-4514-A38E-588866F00550}"/>
              </a:ext>
            </a:extLst>
          </p:cNvPr>
          <p:cNvSpPr txBox="1"/>
          <p:nvPr/>
        </p:nvSpPr>
        <p:spPr>
          <a:xfrm>
            <a:off x="3448632" y="4884885"/>
            <a:ext cx="1809323" cy="408623"/>
          </a:xfrm>
          <a:prstGeom prst="roundRect">
            <a:avLst/>
          </a:prstGeom>
          <a:solidFill>
            <a:schemeClr val="accent4">
              <a:lumMod val="20000"/>
              <a:lumOff val="80000"/>
            </a:schemeClr>
          </a:solidFill>
          <a:ln w="38100">
            <a:solidFill>
              <a:schemeClr val="accent4"/>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Low risk screen?</a:t>
            </a:r>
          </a:p>
        </p:txBody>
      </p:sp>
      <p:pic>
        <p:nvPicPr>
          <p:cNvPr id="70" name="Graphic 69" descr="Cursor with solid fill">
            <a:extLst>
              <a:ext uri="{FF2B5EF4-FFF2-40B4-BE49-F238E27FC236}">
                <a16:creationId xmlns:a16="http://schemas.microsoft.com/office/drawing/2014/main" id="{1DD8C78A-AA15-4C83-AB47-4DB1793A235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87864" y="5141289"/>
            <a:ext cx="355989" cy="395274"/>
          </a:xfrm>
          <a:prstGeom prst="rect">
            <a:avLst/>
          </a:prstGeom>
        </p:spPr>
      </p:pic>
      <p:sp>
        <p:nvSpPr>
          <p:cNvPr id="16" name="Rectangle 15">
            <a:extLst>
              <a:ext uri="{FF2B5EF4-FFF2-40B4-BE49-F238E27FC236}">
                <a16:creationId xmlns:a16="http://schemas.microsoft.com/office/drawing/2014/main" id="{5BF4F5C2-2A89-4FE3-91AE-F65669000382}"/>
              </a:ext>
            </a:extLst>
          </p:cNvPr>
          <p:cNvSpPr/>
          <p:nvPr/>
        </p:nvSpPr>
        <p:spPr>
          <a:xfrm>
            <a:off x="5540481" y="2812427"/>
            <a:ext cx="6365574" cy="807466"/>
          </a:xfrm>
          <a:prstGeom prst="rect">
            <a:avLst/>
          </a:prstGeom>
          <a:solidFill>
            <a:schemeClr val="accent4">
              <a:lumMod val="20000"/>
              <a:lumOff val="80000"/>
              <a:alpha val="32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31FF0AA7-BCA0-410F-956D-3FA5EF9163E3}"/>
              </a:ext>
            </a:extLst>
          </p:cNvPr>
          <p:cNvCxnSpPr>
            <a:cxnSpLocks/>
            <a:stCxn id="62" idx="3"/>
            <a:endCxn id="16" idx="1"/>
          </p:cNvCxnSpPr>
          <p:nvPr/>
        </p:nvCxnSpPr>
        <p:spPr>
          <a:xfrm flipV="1">
            <a:off x="5257955" y="3216160"/>
            <a:ext cx="282526" cy="1873037"/>
          </a:xfrm>
          <a:prstGeom prst="straightConnector1">
            <a:avLst/>
          </a:prstGeom>
          <a:ln>
            <a:solidFill>
              <a:schemeClr val="accent4"/>
            </a:solidFill>
            <a:tailEnd type="triangle"/>
          </a:ln>
        </p:spPr>
        <p:style>
          <a:lnRef idx="1">
            <a:schemeClr val="accent2"/>
          </a:lnRef>
          <a:fillRef idx="0">
            <a:schemeClr val="accent2"/>
          </a:fillRef>
          <a:effectRef idx="0">
            <a:schemeClr val="accent2"/>
          </a:effectRef>
          <a:fontRef idx="minor">
            <a:schemeClr val="tx1"/>
          </a:fontRef>
        </p:style>
      </p:cxnSp>
      <p:sp>
        <p:nvSpPr>
          <p:cNvPr id="71" name="Why?">
            <a:extLst>
              <a:ext uri="{FF2B5EF4-FFF2-40B4-BE49-F238E27FC236}">
                <a16:creationId xmlns:a16="http://schemas.microsoft.com/office/drawing/2014/main" id="{DB364106-B3BB-4DA9-83A6-C805B94F4B5E}"/>
              </a:ext>
            </a:extLst>
          </p:cNvPr>
          <p:cNvSpPr txBox="1"/>
          <p:nvPr/>
        </p:nvSpPr>
        <p:spPr>
          <a:xfrm>
            <a:off x="3062199" y="230980"/>
            <a:ext cx="21401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Why?</a:t>
            </a:r>
          </a:p>
        </p:txBody>
      </p:sp>
      <p:sp>
        <p:nvSpPr>
          <p:cNvPr id="72" name="Why? blue">
            <a:extLst>
              <a:ext uri="{FF2B5EF4-FFF2-40B4-BE49-F238E27FC236}">
                <a16:creationId xmlns:a16="http://schemas.microsoft.com/office/drawing/2014/main" id="{4332A935-82FD-4AEB-BBA5-DE4ADA786FF3}"/>
              </a:ext>
            </a:extLst>
          </p:cNvPr>
          <p:cNvSpPr txBox="1"/>
          <p:nvPr/>
        </p:nvSpPr>
        <p:spPr>
          <a:xfrm>
            <a:off x="3062198" y="239882"/>
            <a:ext cx="2140123" cy="408623"/>
          </a:xfrm>
          <a:prstGeom prst="roundRect">
            <a:avLst/>
          </a:prstGeom>
          <a:solidFill>
            <a:schemeClr val="accent5"/>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Why screen?</a:t>
            </a:r>
          </a:p>
        </p:txBody>
      </p:sp>
      <p:pic>
        <p:nvPicPr>
          <p:cNvPr id="73" name="Graphic 72" descr="Cursor with solid fill">
            <a:extLst>
              <a:ext uri="{FF2B5EF4-FFF2-40B4-BE49-F238E27FC236}">
                <a16:creationId xmlns:a16="http://schemas.microsoft.com/office/drawing/2014/main" id="{FC4A9C4D-DECD-4514-926D-4F4CCCC0C6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71036" y="470627"/>
            <a:ext cx="395274" cy="395274"/>
          </a:xfrm>
          <a:prstGeom prst="rect">
            <a:avLst/>
          </a:prstGeom>
        </p:spPr>
      </p:pic>
      <p:sp>
        <p:nvSpPr>
          <p:cNvPr id="68" name="PHQ-9 button white">
            <a:extLst>
              <a:ext uri="{FF2B5EF4-FFF2-40B4-BE49-F238E27FC236}">
                <a16:creationId xmlns:a16="http://schemas.microsoft.com/office/drawing/2014/main" id="{47BC08B7-97D7-4E27-BEC5-48A155905419}"/>
              </a:ext>
            </a:extLst>
          </p:cNvPr>
          <p:cNvSpPr/>
          <p:nvPr/>
        </p:nvSpPr>
        <p:spPr>
          <a:xfrm>
            <a:off x="5479151" y="1463220"/>
            <a:ext cx="965127" cy="470102"/>
          </a:xfrm>
          <a:prstGeom prst="rect">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GAD-7</a:t>
            </a:r>
          </a:p>
        </p:txBody>
      </p:sp>
      <p:sp>
        <p:nvSpPr>
          <p:cNvPr id="41" name="Why?">
            <a:extLst>
              <a:ext uri="{FF2B5EF4-FFF2-40B4-BE49-F238E27FC236}">
                <a16:creationId xmlns:a16="http://schemas.microsoft.com/office/drawing/2014/main" id="{09333537-6B7B-42F8-BCB4-D1E3CE265A87}"/>
              </a:ext>
            </a:extLst>
          </p:cNvPr>
          <p:cNvSpPr txBox="1"/>
          <p:nvPr/>
        </p:nvSpPr>
        <p:spPr>
          <a:xfrm>
            <a:off x="2796444" y="5588655"/>
            <a:ext cx="2527089" cy="923330"/>
          </a:xfrm>
          <a:prstGeom prst="rect">
            <a:avLst/>
          </a:prstGeom>
          <a:ln w="1905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Describe the process of screening and diagnosing in your clinic?</a:t>
            </a:r>
          </a:p>
        </p:txBody>
      </p:sp>
      <p:sp>
        <p:nvSpPr>
          <p:cNvPr id="54" name="GAD">
            <a:extLst>
              <a:ext uri="{FF2B5EF4-FFF2-40B4-BE49-F238E27FC236}">
                <a16:creationId xmlns:a16="http://schemas.microsoft.com/office/drawing/2014/main" id="{EC308C1D-40C0-457A-913F-837147BE8931}"/>
              </a:ext>
            </a:extLst>
          </p:cNvPr>
          <p:cNvSpPr txBox="1"/>
          <p:nvPr/>
        </p:nvSpPr>
        <p:spPr>
          <a:xfrm>
            <a:off x="3062198" y="3946466"/>
            <a:ext cx="2206475" cy="715089"/>
          </a:xfrm>
          <a:prstGeom prst="roundRect">
            <a:avLst/>
          </a:prstGeom>
          <a:solidFill>
            <a:schemeClr val="accent4"/>
          </a:solidFill>
          <a:ln w="28575"/>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b="1">
                <a:solidFill>
                  <a:schemeClr val="bg1"/>
                </a:solidFill>
              </a:rPr>
              <a:t>Generalized Anxiety Disorder</a:t>
            </a:r>
          </a:p>
        </p:txBody>
      </p:sp>
      <p:sp>
        <p:nvSpPr>
          <p:cNvPr id="60" name="MDD button">
            <a:hlinkClick r:id="rId5" action="ppaction://hlinksldjump"/>
            <a:extLst>
              <a:ext uri="{FF2B5EF4-FFF2-40B4-BE49-F238E27FC236}">
                <a16:creationId xmlns:a16="http://schemas.microsoft.com/office/drawing/2014/main" id="{70243F40-281D-4735-8561-FAB0C55F6D6D}"/>
              </a:ext>
            </a:extLst>
          </p:cNvPr>
          <p:cNvSpPr txBox="1"/>
          <p:nvPr/>
        </p:nvSpPr>
        <p:spPr>
          <a:xfrm>
            <a:off x="3062198" y="2256049"/>
            <a:ext cx="2206475" cy="715089"/>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Unipolar Major Depressive Disorder</a:t>
            </a:r>
          </a:p>
        </p:txBody>
      </p:sp>
      <p:sp>
        <p:nvSpPr>
          <p:cNvPr id="61" name="Why?">
            <a:extLst>
              <a:ext uri="{FF2B5EF4-FFF2-40B4-BE49-F238E27FC236}">
                <a16:creationId xmlns:a16="http://schemas.microsoft.com/office/drawing/2014/main" id="{54672717-510A-4341-9782-4CD88C5ADDFC}"/>
              </a:ext>
            </a:extLst>
          </p:cNvPr>
          <p:cNvSpPr txBox="1"/>
          <p:nvPr/>
        </p:nvSpPr>
        <p:spPr>
          <a:xfrm>
            <a:off x="3119787" y="1375106"/>
            <a:ext cx="2148886" cy="646331"/>
          </a:xfrm>
          <a:prstGeom prst="rect">
            <a:avLst/>
          </a:prstGeom>
          <a:ln w="1905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Screening and Diagnosis Tools</a:t>
            </a:r>
          </a:p>
        </p:txBody>
      </p:sp>
      <p:pic>
        <p:nvPicPr>
          <p:cNvPr id="67" name="Graphic 66" descr="Cursor with solid fill">
            <a:extLst>
              <a:ext uri="{FF2B5EF4-FFF2-40B4-BE49-F238E27FC236}">
                <a16:creationId xmlns:a16="http://schemas.microsoft.com/office/drawing/2014/main" id="{B943D7F6-EE2D-4308-9F88-A2F5F3A756E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99680" y="2806480"/>
            <a:ext cx="355989" cy="395274"/>
          </a:xfrm>
          <a:prstGeom prst="rect">
            <a:avLst/>
          </a:prstGeom>
        </p:spPr>
      </p:pic>
      <p:sp>
        <p:nvSpPr>
          <p:cNvPr id="75" name="TextBox 74">
            <a:extLst>
              <a:ext uri="{FF2B5EF4-FFF2-40B4-BE49-F238E27FC236}">
                <a16:creationId xmlns:a16="http://schemas.microsoft.com/office/drawing/2014/main" id="{54B6662E-A6B7-4C94-A479-CA1606E94F29}"/>
              </a:ext>
            </a:extLst>
          </p:cNvPr>
          <p:cNvSpPr txBox="1"/>
          <p:nvPr/>
        </p:nvSpPr>
        <p:spPr>
          <a:xfrm>
            <a:off x="6522956" y="1449968"/>
            <a:ext cx="5480896" cy="523220"/>
          </a:xfrm>
          <a:prstGeom prst="rect">
            <a:avLst/>
          </a:prstGeom>
          <a:noFill/>
        </p:spPr>
        <p:txBody>
          <a:bodyPr wrap="square">
            <a:spAutoFit/>
          </a:bodyPr>
          <a:lstStyle/>
          <a:p>
            <a:r>
              <a:rPr lang="en-US" sz="1400" b="1" i="0">
                <a:solidFill>
                  <a:srgbClr val="232323"/>
                </a:solidFill>
                <a:effectLst/>
                <a:latin typeface="Noto Sans"/>
              </a:rPr>
              <a:t>Diagnosis: </a:t>
            </a:r>
            <a:r>
              <a:rPr lang="en-US" sz="1400" b="1">
                <a:solidFill>
                  <a:srgbClr val="232323"/>
                </a:solidFill>
                <a:latin typeface="Noto Sans"/>
              </a:rPr>
              <a:t>6+ months </a:t>
            </a:r>
            <a:r>
              <a:rPr lang="en-US" sz="1400">
                <a:solidFill>
                  <a:srgbClr val="232323"/>
                </a:solidFill>
                <a:latin typeface="Noto Sans"/>
              </a:rPr>
              <a:t>of excessive and difficult to control anxiety with </a:t>
            </a:r>
            <a:r>
              <a:rPr lang="en-US" sz="1400" b="1">
                <a:solidFill>
                  <a:srgbClr val="232323"/>
                </a:solidFill>
                <a:latin typeface="Noto Sans"/>
              </a:rPr>
              <a:t>3+ symptoms</a:t>
            </a:r>
            <a:endParaRPr lang="en-US" sz="1400"/>
          </a:p>
        </p:txBody>
      </p:sp>
      <p:sp>
        <p:nvSpPr>
          <p:cNvPr id="77" name="question 4">
            <a:hlinkClick r:id="rId5" action="ppaction://hlinksldjump"/>
            <a:extLst>
              <a:ext uri="{FF2B5EF4-FFF2-40B4-BE49-F238E27FC236}">
                <a16:creationId xmlns:a16="http://schemas.microsoft.com/office/drawing/2014/main" id="{9182D7C5-0D4C-4A07-9BB0-CC06C20C198A}"/>
              </a:ext>
            </a:extLst>
          </p:cNvPr>
          <p:cNvSpPr txBox="1"/>
          <p:nvPr/>
        </p:nvSpPr>
        <p:spPr>
          <a:xfrm>
            <a:off x="191338" y="202262"/>
            <a:ext cx="1714108" cy="677585"/>
          </a:xfrm>
          <a:prstGeom prst="roundRect">
            <a:avLst>
              <a:gd name="adj" fmla="val 8675"/>
            </a:avLst>
          </a:prstGeom>
          <a:solidFill>
            <a:schemeClr val="tx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a:solidFill>
                  <a:schemeClr val="bg1"/>
                </a:solidFill>
              </a:rPr>
              <a:t>Screening &amp; Diagnosis</a:t>
            </a:r>
          </a:p>
        </p:txBody>
      </p:sp>
      <p:sp>
        <p:nvSpPr>
          <p:cNvPr id="79" name="question 4">
            <a:hlinkClick r:id="rId6" action="ppaction://hlinksldjump"/>
            <a:extLst>
              <a:ext uri="{FF2B5EF4-FFF2-40B4-BE49-F238E27FC236}">
                <a16:creationId xmlns:a16="http://schemas.microsoft.com/office/drawing/2014/main" id="{69A374BE-3A40-4AAF-8596-8F3F8129D739}"/>
              </a:ext>
            </a:extLst>
          </p:cNvPr>
          <p:cNvSpPr txBox="1"/>
          <p:nvPr/>
        </p:nvSpPr>
        <p:spPr>
          <a:xfrm>
            <a:off x="188147" y="3186700"/>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80" name="Graphic 25" descr="Cursor with solid fill">
            <a:extLst>
              <a:ext uri="{FF2B5EF4-FFF2-40B4-BE49-F238E27FC236}">
                <a16:creationId xmlns:a16="http://schemas.microsoft.com/office/drawing/2014/main" id="{A1ADAA66-D484-4655-B6B7-57F2884D091F}"/>
              </a:ext>
            </a:extLst>
          </p:cNvPr>
          <p:cNvSpPr/>
          <p:nvPr/>
        </p:nvSpPr>
        <p:spPr>
          <a:xfrm>
            <a:off x="1787044" y="3522640"/>
            <a:ext cx="230422" cy="230576"/>
          </a:xfrm>
          <a:custGeom>
            <a:avLst/>
            <a:gdLst>
              <a:gd name="connsiteX0" fmla="*/ 230423 w 230422"/>
              <a:gd name="connsiteY0" fmla="*/ 193931 h 230576"/>
              <a:gd name="connsiteX1" fmla="*/ 147251 w 230422"/>
              <a:gd name="connsiteY1" fmla="*/ 110800 h 230576"/>
              <a:gd name="connsiteX2" fmla="*/ 220541 w 230422"/>
              <a:gd name="connsiteY2" fmla="*/ 84408 h 230576"/>
              <a:gd name="connsiteX3" fmla="*/ 225013 w 230422"/>
              <a:gd name="connsiteY3" fmla="*/ 75252 h 230576"/>
              <a:gd name="connsiteX4" fmla="*/ 220541 w 230422"/>
              <a:gd name="connsiteY4" fmla="*/ 70779 h 230576"/>
              <a:gd name="connsiteX5" fmla="*/ 9358 w 230422"/>
              <a:gd name="connsiteY5" fmla="*/ 371 h 230576"/>
              <a:gd name="connsiteX6" fmla="*/ 7011 w 230422"/>
              <a:gd name="connsiteY6" fmla="*/ 0 h 230576"/>
              <a:gd name="connsiteX7" fmla="*/ 7011 w 230422"/>
              <a:gd name="connsiteY7" fmla="*/ 0 h 230576"/>
              <a:gd name="connsiteX8" fmla="*/ 2 w 230422"/>
              <a:gd name="connsiteY8" fmla="*/ 7316 h 230576"/>
              <a:gd name="connsiteX9" fmla="*/ 382 w 230422"/>
              <a:gd name="connsiteY9" fmla="*/ 9470 h 230576"/>
              <a:gd name="connsiteX10" fmla="*/ 70625 w 230422"/>
              <a:gd name="connsiteY10" fmla="*/ 220859 h 230576"/>
              <a:gd name="connsiteX11" fmla="*/ 79820 w 230422"/>
              <a:gd name="connsiteY11" fmla="*/ 225252 h 230576"/>
              <a:gd name="connsiteX12" fmla="*/ 84213 w 230422"/>
              <a:gd name="connsiteY12" fmla="*/ 220859 h 230576"/>
              <a:gd name="connsiteX13" fmla="*/ 110647 w 230422"/>
              <a:gd name="connsiteY13" fmla="*/ 147487 h 230576"/>
              <a:gd name="connsiteX14" fmla="*/ 193737 w 230422"/>
              <a:gd name="connsiteY14" fmla="*/ 230577 h 23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422" h="230576">
                <a:moveTo>
                  <a:pt x="230423" y="193931"/>
                </a:moveTo>
                <a:lnTo>
                  <a:pt x="147251" y="110800"/>
                </a:lnTo>
                <a:lnTo>
                  <a:pt x="220541" y="84408"/>
                </a:lnTo>
                <a:cubicBezTo>
                  <a:pt x="224304" y="83114"/>
                  <a:pt x="226307" y="79015"/>
                  <a:pt x="225013" y="75252"/>
                </a:cubicBezTo>
                <a:cubicBezTo>
                  <a:pt x="224292" y="73151"/>
                  <a:pt x="222641" y="71501"/>
                  <a:pt x="220541" y="70779"/>
                </a:cubicBezTo>
                <a:lnTo>
                  <a:pt x="9358" y="371"/>
                </a:lnTo>
                <a:cubicBezTo>
                  <a:pt x="8601" y="121"/>
                  <a:pt x="7808" y="-4"/>
                  <a:pt x="7011" y="0"/>
                </a:cubicBezTo>
                <a:lnTo>
                  <a:pt x="7011" y="0"/>
                </a:lnTo>
                <a:cubicBezTo>
                  <a:pt x="3055" y="85"/>
                  <a:pt x="-83" y="3360"/>
                  <a:pt x="2" y="7316"/>
                </a:cubicBezTo>
                <a:cubicBezTo>
                  <a:pt x="17" y="8050"/>
                  <a:pt x="145" y="8776"/>
                  <a:pt x="382" y="9470"/>
                </a:cubicBezTo>
                <a:lnTo>
                  <a:pt x="70625" y="220859"/>
                </a:lnTo>
                <a:cubicBezTo>
                  <a:pt x="71951" y="224612"/>
                  <a:pt x="76068" y="226578"/>
                  <a:pt x="79820" y="225252"/>
                </a:cubicBezTo>
                <a:cubicBezTo>
                  <a:pt x="81873" y="224527"/>
                  <a:pt x="83487" y="222912"/>
                  <a:pt x="84213" y="220859"/>
                </a:cubicBezTo>
                <a:lnTo>
                  <a:pt x="110647" y="147487"/>
                </a:lnTo>
                <a:lnTo>
                  <a:pt x="193737" y="230577"/>
                </a:lnTo>
                <a:close/>
              </a:path>
            </a:pathLst>
          </a:custGeom>
          <a:solidFill>
            <a:srgbClr val="000000"/>
          </a:solidFill>
          <a:ln w="4068" cap="flat">
            <a:noFill/>
            <a:prstDash val="solid"/>
            <a:miter/>
          </a:ln>
        </p:spPr>
        <p:txBody>
          <a:bodyPr rtlCol="0" anchor="ctr"/>
          <a:lstStyle/>
          <a:p>
            <a:endParaRPr lang="en-US"/>
          </a:p>
        </p:txBody>
      </p:sp>
      <p:sp>
        <p:nvSpPr>
          <p:cNvPr id="81" name="question 4">
            <a:hlinkClick r:id="rId7" action="ppaction://hlinksldjump"/>
            <a:extLst>
              <a:ext uri="{FF2B5EF4-FFF2-40B4-BE49-F238E27FC236}">
                <a16:creationId xmlns:a16="http://schemas.microsoft.com/office/drawing/2014/main" id="{D1BCE8D0-5086-4502-8FBB-17F48C0747B9}"/>
              </a:ext>
            </a:extLst>
          </p:cNvPr>
          <p:cNvSpPr txBox="1"/>
          <p:nvPr/>
        </p:nvSpPr>
        <p:spPr>
          <a:xfrm>
            <a:off x="188148" y="1794466"/>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82" name="Graphic 81" descr="Cursor with solid fill">
            <a:extLst>
              <a:ext uri="{FF2B5EF4-FFF2-40B4-BE49-F238E27FC236}">
                <a16:creationId xmlns:a16="http://schemas.microsoft.com/office/drawing/2014/main" id="{60F89172-56B9-4AEA-A3B1-ADBB3C5E7A6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4619" y="1985865"/>
            <a:ext cx="395274" cy="395274"/>
          </a:xfrm>
          <a:prstGeom prst="rect">
            <a:avLst/>
          </a:prstGeom>
        </p:spPr>
      </p:pic>
      <p:sp>
        <p:nvSpPr>
          <p:cNvPr id="83" name="sub-q 2">
            <a:hlinkClick r:id="rId8" action="ppaction://hlinksldjump"/>
            <a:extLst>
              <a:ext uri="{FF2B5EF4-FFF2-40B4-BE49-F238E27FC236}">
                <a16:creationId xmlns:a16="http://schemas.microsoft.com/office/drawing/2014/main" id="{B5381250-18AF-4546-8D82-FD7AB4C7FB1D}"/>
              </a:ext>
            </a:extLst>
          </p:cNvPr>
          <p:cNvSpPr txBox="1"/>
          <p:nvPr/>
        </p:nvSpPr>
        <p:spPr>
          <a:xfrm>
            <a:off x="445768" y="1112181"/>
            <a:ext cx="145648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Differential</a:t>
            </a:r>
          </a:p>
        </p:txBody>
      </p:sp>
      <p:pic>
        <p:nvPicPr>
          <p:cNvPr id="84" name="Graphic 83" descr="Cursor with solid fill">
            <a:hlinkClick r:id="rId8" action="ppaction://hlinksldjump"/>
            <a:extLst>
              <a:ext uri="{FF2B5EF4-FFF2-40B4-BE49-F238E27FC236}">
                <a16:creationId xmlns:a16="http://schemas.microsoft.com/office/drawing/2014/main" id="{282AAF51-EE09-4810-8AF2-76A56914871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4619" y="1352049"/>
            <a:ext cx="395274" cy="395274"/>
          </a:xfrm>
          <a:prstGeom prst="rect">
            <a:avLst/>
          </a:prstGeom>
        </p:spPr>
      </p:pic>
      <p:cxnSp>
        <p:nvCxnSpPr>
          <p:cNvPr id="88" name="Connector: Elbow 87">
            <a:extLst>
              <a:ext uri="{FF2B5EF4-FFF2-40B4-BE49-F238E27FC236}">
                <a16:creationId xmlns:a16="http://schemas.microsoft.com/office/drawing/2014/main" id="{655924BB-CE2D-4A53-9206-448AC171BC12}"/>
              </a:ext>
            </a:extLst>
          </p:cNvPr>
          <p:cNvCxnSpPr>
            <a:cxnSpLocks/>
          </p:cNvCxnSpPr>
          <p:nvPr/>
        </p:nvCxnSpPr>
        <p:spPr>
          <a:xfrm rot="16200000" flipH="1">
            <a:off x="112036" y="2339183"/>
            <a:ext cx="469827" cy="19764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89" name="Connector: Elbow 88">
            <a:extLst>
              <a:ext uri="{FF2B5EF4-FFF2-40B4-BE49-F238E27FC236}">
                <a16:creationId xmlns:a16="http://schemas.microsoft.com/office/drawing/2014/main" id="{F7A5DFA4-0922-4F4A-9B4D-CF8297C486FB}"/>
              </a:ext>
            </a:extLst>
          </p:cNvPr>
          <p:cNvCxnSpPr>
            <a:cxnSpLocks/>
            <a:endCxn id="83" idx="1"/>
          </p:cNvCxnSpPr>
          <p:nvPr/>
        </p:nvCxnSpPr>
        <p:spPr>
          <a:xfrm rot="16200000" flipH="1">
            <a:off x="154430" y="1025155"/>
            <a:ext cx="385038" cy="19763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30" name="sub-q 1 button">
            <a:hlinkClick r:id="rId9" action="ppaction://hlinksldjump"/>
            <a:extLst>
              <a:ext uri="{FF2B5EF4-FFF2-40B4-BE49-F238E27FC236}">
                <a16:creationId xmlns:a16="http://schemas.microsoft.com/office/drawing/2014/main" id="{F43F296E-779A-452D-885B-21CF60DAAC2C}"/>
              </a:ext>
            </a:extLst>
          </p:cNvPr>
          <p:cNvSpPr txBox="1"/>
          <p:nvPr/>
        </p:nvSpPr>
        <p:spPr>
          <a:xfrm>
            <a:off x="445770" y="2468606"/>
            <a:ext cx="145967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Medications</a:t>
            </a:r>
          </a:p>
        </p:txBody>
      </p:sp>
      <p:pic>
        <p:nvPicPr>
          <p:cNvPr id="32" name="Graphic 31" descr="Cursor with solid fill">
            <a:hlinkClick r:id="rId8" action="ppaction://hlinksldjump"/>
            <a:extLst>
              <a:ext uri="{FF2B5EF4-FFF2-40B4-BE49-F238E27FC236}">
                <a16:creationId xmlns:a16="http://schemas.microsoft.com/office/drawing/2014/main" id="{BD606905-BEF3-4AA7-BFF4-794A864A1DF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4619" y="2671594"/>
            <a:ext cx="395274" cy="395274"/>
          </a:xfrm>
          <a:prstGeom prst="rect">
            <a:avLst/>
          </a:prstGeom>
        </p:spPr>
      </p:pic>
    </p:spTree>
    <p:extLst>
      <p:ext uri="{BB962C8B-B14F-4D97-AF65-F5344CB8AC3E}">
        <p14:creationId xmlns:p14="http://schemas.microsoft.com/office/powerpoint/2010/main" val="168996690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85"/>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70"/>
                                        </p:tgtEl>
                                        <p:attrNameLst>
                                          <p:attrName>style.visibility</p:attrName>
                                        </p:attrNameLst>
                                      </p:cBhvr>
                                      <p:to>
                                        <p:strVal val="hidden"/>
                                      </p:to>
                                    </p:set>
                                  </p:childTnLst>
                                </p:cTn>
                              </p:par>
                            </p:childTnLst>
                          </p:cTn>
                        </p:par>
                      </p:childTnLst>
                    </p:cTn>
                  </p:par>
                </p:childTnLst>
              </p:cTn>
              <p:nextCondLst>
                <p:cond evt="onClick" delay="0">
                  <p:tgtEl>
                    <p:spTgt spid="85"/>
                  </p:tgtEl>
                </p:cond>
              </p:nextCondLst>
            </p:seq>
          </p:childTnLst>
        </p:cTn>
      </p:par>
    </p:tnLst>
    <p:bldLst>
      <p:bldP spid="62" grpId="0" animBg="1"/>
      <p:bldP spid="16" grpId="0" animBg="1"/>
      <p:bldP spid="4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MDD button">
            <a:extLst>
              <a:ext uri="{FF2B5EF4-FFF2-40B4-BE49-F238E27FC236}">
                <a16:creationId xmlns:a16="http://schemas.microsoft.com/office/drawing/2014/main" id="{9667B93F-D0AB-4D05-BEDE-C901427C4767}"/>
              </a:ext>
            </a:extLst>
          </p:cNvPr>
          <p:cNvSpPr txBox="1"/>
          <p:nvPr/>
        </p:nvSpPr>
        <p:spPr>
          <a:xfrm>
            <a:off x="4262811" y="3275126"/>
            <a:ext cx="2264833" cy="715089"/>
          </a:xfrm>
          <a:prstGeom prst="roundRect">
            <a:avLst/>
          </a:prstGeom>
          <a:ln w="38100"/>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Unipolar Major Depressive Disorder</a:t>
            </a:r>
          </a:p>
        </p:txBody>
      </p:sp>
      <p:sp>
        <p:nvSpPr>
          <p:cNvPr id="49" name="Bipolar disorder">
            <a:extLst>
              <a:ext uri="{FF2B5EF4-FFF2-40B4-BE49-F238E27FC236}">
                <a16:creationId xmlns:a16="http://schemas.microsoft.com/office/drawing/2014/main" id="{3C20CBAE-BACE-4D7D-B784-7D6D4C1F6E75}"/>
              </a:ext>
            </a:extLst>
          </p:cNvPr>
          <p:cNvSpPr txBox="1"/>
          <p:nvPr/>
        </p:nvSpPr>
        <p:spPr>
          <a:xfrm>
            <a:off x="7776021" y="4736735"/>
            <a:ext cx="4025588" cy="374571"/>
          </a:xfrm>
          <a:prstGeom prst="roundRect">
            <a:avLst/>
          </a:prstGeom>
          <a:solidFill>
            <a:schemeClr val="bg1"/>
          </a:solidFill>
          <a:ln w="1905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1600"/>
              <a:t>Clues that raise suspicion of Bipolar Disease?</a:t>
            </a:r>
          </a:p>
        </p:txBody>
      </p:sp>
      <p:sp>
        <p:nvSpPr>
          <p:cNvPr id="71" name="TextBox 70">
            <a:extLst>
              <a:ext uri="{FF2B5EF4-FFF2-40B4-BE49-F238E27FC236}">
                <a16:creationId xmlns:a16="http://schemas.microsoft.com/office/drawing/2014/main" id="{88477C7A-BE32-4E19-B2F3-DD981EC7190D}"/>
              </a:ext>
            </a:extLst>
          </p:cNvPr>
          <p:cNvSpPr txBox="1"/>
          <p:nvPr/>
        </p:nvSpPr>
        <p:spPr>
          <a:xfrm>
            <a:off x="7727435" y="5173548"/>
            <a:ext cx="4058986" cy="1323439"/>
          </a:xfrm>
          <a:prstGeom prst="rect">
            <a:avLst/>
          </a:prstGeom>
          <a:noFill/>
        </p:spPr>
        <p:txBody>
          <a:bodyPr wrap="square" rtlCol="0">
            <a:spAutoFit/>
          </a:bodyPr>
          <a:lstStyle/>
          <a:p>
            <a:pPr marL="342900" indent="-342900">
              <a:buAutoNum type="arabicPeriod"/>
            </a:pPr>
            <a:r>
              <a:rPr lang="en-US" sz="1600"/>
              <a:t>Age &lt; 25</a:t>
            </a:r>
          </a:p>
          <a:p>
            <a:pPr marL="342900" indent="-342900">
              <a:buAutoNum type="arabicPeriod"/>
            </a:pPr>
            <a:r>
              <a:rPr lang="en-US" sz="1600"/>
              <a:t>Family History of Bipolar Disorder</a:t>
            </a:r>
          </a:p>
          <a:p>
            <a:pPr marL="342900" indent="-342900">
              <a:buAutoNum type="arabicPeriod"/>
            </a:pPr>
            <a:r>
              <a:rPr lang="en-US" sz="1600"/>
              <a:t>Multiple (at least 3-5) recurrences of Major Depression</a:t>
            </a:r>
          </a:p>
          <a:p>
            <a:pPr marL="342900" indent="-342900">
              <a:buAutoNum type="arabicPeriod"/>
            </a:pPr>
            <a:r>
              <a:rPr lang="en-US" sz="1600"/>
              <a:t>What screening questions would you ask? </a:t>
            </a:r>
          </a:p>
        </p:txBody>
      </p:sp>
      <p:sp>
        <p:nvSpPr>
          <p:cNvPr id="73" name="Labwork">
            <a:extLst>
              <a:ext uri="{FF2B5EF4-FFF2-40B4-BE49-F238E27FC236}">
                <a16:creationId xmlns:a16="http://schemas.microsoft.com/office/drawing/2014/main" id="{E90D6B88-9E0B-437F-8F7C-0E128E643F6D}"/>
              </a:ext>
            </a:extLst>
          </p:cNvPr>
          <p:cNvSpPr txBox="1"/>
          <p:nvPr/>
        </p:nvSpPr>
        <p:spPr>
          <a:xfrm>
            <a:off x="6333553" y="291095"/>
            <a:ext cx="1997267" cy="408623"/>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a:t>Labs to consider</a:t>
            </a:r>
            <a:r>
              <a:rPr lang="en-US" sz="1400"/>
              <a:t>?</a:t>
            </a:r>
          </a:p>
        </p:txBody>
      </p:sp>
      <p:grpSp>
        <p:nvGrpSpPr>
          <p:cNvPr id="75" name="Labwork">
            <a:extLst>
              <a:ext uri="{FF2B5EF4-FFF2-40B4-BE49-F238E27FC236}">
                <a16:creationId xmlns:a16="http://schemas.microsoft.com/office/drawing/2014/main" id="{753BF309-5355-4EA3-9C2C-E17709DC4F82}"/>
              </a:ext>
            </a:extLst>
          </p:cNvPr>
          <p:cNvGrpSpPr/>
          <p:nvPr/>
        </p:nvGrpSpPr>
        <p:grpSpPr>
          <a:xfrm>
            <a:off x="4478183" y="923467"/>
            <a:ext cx="5835215" cy="1331519"/>
            <a:chOff x="4687451" y="5544729"/>
            <a:chExt cx="5835215" cy="1331519"/>
          </a:xfrm>
        </p:grpSpPr>
        <p:sp>
          <p:nvSpPr>
            <p:cNvPr id="76" name="TextBox 75">
              <a:extLst>
                <a:ext uri="{FF2B5EF4-FFF2-40B4-BE49-F238E27FC236}">
                  <a16:creationId xmlns:a16="http://schemas.microsoft.com/office/drawing/2014/main" id="{08C65440-40B9-43FD-98B4-629728C9877A}"/>
                </a:ext>
              </a:extLst>
            </p:cNvPr>
            <p:cNvSpPr txBox="1"/>
            <p:nvPr/>
          </p:nvSpPr>
          <p:spPr>
            <a:xfrm>
              <a:off x="4687451" y="6537694"/>
              <a:ext cx="2585963" cy="338554"/>
            </a:xfrm>
            <a:prstGeom prst="rect">
              <a:avLst/>
            </a:prstGeom>
            <a:noFill/>
          </p:spPr>
          <p:txBody>
            <a:bodyPr wrap="square" rtlCol="0">
              <a:spAutoFit/>
            </a:bodyPr>
            <a:lstStyle/>
            <a:p>
              <a:pPr algn="ctr"/>
              <a:r>
                <a:rPr lang="en-US" sz="1600"/>
                <a:t>CBC </a:t>
              </a:r>
            </a:p>
          </p:txBody>
        </p:sp>
        <p:pic>
          <p:nvPicPr>
            <p:cNvPr id="77" name="Graphic 76" descr="Water outline">
              <a:extLst>
                <a:ext uri="{FF2B5EF4-FFF2-40B4-BE49-F238E27FC236}">
                  <a16:creationId xmlns:a16="http://schemas.microsoft.com/office/drawing/2014/main" id="{F3C33D29-3848-493D-8F3C-48DA8FD8629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09923" y="5606329"/>
              <a:ext cx="914400" cy="914400"/>
            </a:xfrm>
            <a:prstGeom prst="rect">
              <a:avLst/>
            </a:prstGeom>
          </p:spPr>
        </p:pic>
        <p:pic>
          <p:nvPicPr>
            <p:cNvPr id="78" name="Graphic 77" descr="Pregnant lady outline">
              <a:extLst>
                <a:ext uri="{FF2B5EF4-FFF2-40B4-BE49-F238E27FC236}">
                  <a16:creationId xmlns:a16="http://schemas.microsoft.com/office/drawing/2014/main" id="{72CA58C5-1741-4EC0-A45A-EA9AC97982C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2821" y="5606394"/>
              <a:ext cx="914400" cy="914400"/>
            </a:xfrm>
            <a:prstGeom prst="rect">
              <a:avLst/>
            </a:prstGeom>
          </p:spPr>
        </p:pic>
        <p:sp>
          <p:nvSpPr>
            <p:cNvPr id="79" name="TextBox 78">
              <a:extLst>
                <a:ext uri="{FF2B5EF4-FFF2-40B4-BE49-F238E27FC236}">
                  <a16:creationId xmlns:a16="http://schemas.microsoft.com/office/drawing/2014/main" id="{EA48E908-9CD4-44F0-B517-E9D132A4197C}"/>
                </a:ext>
              </a:extLst>
            </p:cNvPr>
            <p:cNvSpPr txBox="1"/>
            <p:nvPr/>
          </p:nvSpPr>
          <p:spPr>
            <a:xfrm>
              <a:off x="5720350" y="6537694"/>
              <a:ext cx="2585963" cy="338554"/>
            </a:xfrm>
            <a:prstGeom prst="rect">
              <a:avLst/>
            </a:prstGeom>
            <a:noFill/>
          </p:spPr>
          <p:txBody>
            <a:bodyPr wrap="square" rtlCol="0">
              <a:spAutoFit/>
            </a:bodyPr>
            <a:lstStyle/>
            <a:p>
              <a:pPr algn="ctr"/>
              <a:r>
                <a:rPr lang="en-US" sz="1600"/>
                <a:t>HCG </a:t>
              </a:r>
            </a:p>
          </p:txBody>
        </p:sp>
        <p:pic>
          <p:nvPicPr>
            <p:cNvPr id="80" name="Graphic 79" descr="Kidneys outline">
              <a:extLst>
                <a:ext uri="{FF2B5EF4-FFF2-40B4-BE49-F238E27FC236}">
                  <a16:creationId xmlns:a16="http://schemas.microsoft.com/office/drawing/2014/main" id="{01354DFA-F88D-40E9-AFF7-01AC687A5A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63160" y="5624967"/>
              <a:ext cx="914400" cy="914400"/>
            </a:xfrm>
            <a:prstGeom prst="rect">
              <a:avLst/>
            </a:prstGeom>
          </p:spPr>
        </p:pic>
        <p:sp>
          <p:nvSpPr>
            <p:cNvPr id="81" name="TextBox 80">
              <a:extLst>
                <a:ext uri="{FF2B5EF4-FFF2-40B4-BE49-F238E27FC236}">
                  <a16:creationId xmlns:a16="http://schemas.microsoft.com/office/drawing/2014/main" id="{CFDAAC78-9DB3-42CA-A54E-D07C9FC0E8F2}"/>
                </a:ext>
              </a:extLst>
            </p:cNvPr>
            <p:cNvSpPr txBox="1"/>
            <p:nvPr/>
          </p:nvSpPr>
          <p:spPr>
            <a:xfrm>
              <a:off x="6823349" y="6529522"/>
              <a:ext cx="2585963" cy="338554"/>
            </a:xfrm>
            <a:prstGeom prst="rect">
              <a:avLst/>
            </a:prstGeom>
            <a:noFill/>
          </p:spPr>
          <p:txBody>
            <a:bodyPr wrap="square" rtlCol="0">
              <a:spAutoFit/>
            </a:bodyPr>
            <a:lstStyle/>
            <a:p>
              <a:pPr algn="ctr"/>
              <a:r>
                <a:rPr lang="en-US" sz="1600"/>
                <a:t>BMP </a:t>
              </a:r>
            </a:p>
          </p:txBody>
        </p:sp>
        <p:pic>
          <p:nvPicPr>
            <p:cNvPr id="82" name="Picture 81">
              <a:extLst>
                <a:ext uri="{FF2B5EF4-FFF2-40B4-BE49-F238E27FC236}">
                  <a16:creationId xmlns:a16="http://schemas.microsoft.com/office/drawing/2014/main" id="{261C7331-4F64-494E-BD94-C5E12B9AAB74}"/>
                </a:ext>
              </a:extLst>
            </p:cNvPr>
            <p:cNvPicPr>
              <a:picLocks noChangeAspect="1"/>
            </p:cNvPicPr>
            <p:nvPr/>
          </p:nvPicPr>
          <p:blipFill>
            <a:blip r:embed="rId8"/>
            <a:stretch>
              <a:fillRect/>
            </a:stretch>
          </p:blipFill>
          <p:spPr>
            <a:xfrm>
              <a:off x="8696059" y="5544729"/>
              <a:ext cx="1042309" cy="1042309"/>
            </a:xfrm>
            <a:prstGeom prst="rect">
              <a:avLst/>
            </a:prstGeom>
          </p:spPr>
        </p:pic>
        <p:sp>
          <p:nvSpPr>
            <p:cNvPr id="83" name="TextBox 82">
              <a:extLst>
                <a:ext uri="{FF2B5EF4-FFF2-40B4-BE49-F238E27FC236}">
                  <a16:creationId xmlns:a16="http://schemas.microsoft.com/office/drawing/2014/main" id="{B2B50713-CBFB-4CCD-9D97-8C45C40FB929}"/>
                </a:ext>
              </a:extLst>
            </p:cNvPr>
            <p:cNvSpPr txBox="1"/>
            <p:nvPr/>
          </p:nvSpPr>
          <p:spPr>
            <a:xfrm>
              <a:off x="7936703" y="6537694"/>
              <a:ext cx="2585963" cy="338554"/>
            </a:xfrm>
            <a:prstGeom prst="rect">
              <a:avLst/>
            </a:prstGeom>
            <a:noFill/>
          </p:spPr>
          <p:txBody>
            <a:bodyPr wrap="square" rtlCol="0">
              <a:spAutoFit/>
            </a:bodyPr>
            <a:lstStyle/>
            <a:p>
              <a:pPr algn="ctr"/>
              <a:r>
                <a:rPr lang="en-US" sz="1600"/>
                <a:t>TSH </a:t>
              </a:r>
            </a:p>
          </p:txBody>
        </p:sp>
      </p:grpSp>
      <p:pic>
        <p:nvPicPr>
          <p:cNvPr id="84" name="Graphic 83" descr="Cursor with solid fill">
            <a:extLst>
              <a:ext uri="{FF2B5EF4-FFF2-40B4-BE49-F238E27FC236}">
                <a16:creationId xmlns:a16="http://schemas.microsoft.com/office/drawing/2014/main" id="{2EFAAE29-B6FE-4B58-9BC8-26757545691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199577" y="561715"/>
            <a:ext cx="310503" cy="310503"/>
          </a:xfrm>
          <a:prstGeom prst="rect">
            <a:avLst/>
          </a:prstGeom>
        </p:spPr>
      </p:pic>
      <p:pic>
        <p:nvPicPr>
          <p:cNvPr id="48" name="Graphic 47" descr="Cursor with solid fill">
            <a:extLst>
              <a:ext uri="{FF2B5EF4-FFF2-40B4-BE49-F238E27FC236}">
                <a16:creationId xmlns:a16="http://schemas.microsoft.com/office/drawing/2014/main" id="{248C2114-B6FF-48A0-83BF-3AD2531F86D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646353" y="4969396"/>
            <a:ext cx="332577" cy="374571"/>
          </a:xfrm>
          <a:prstGeom prst="rect">
            <a:avLst/>
          </a:prstGeom>
        </p:spPr>
      </p:pic>
      <p:grpSp>
        <p:nvGrpSpPr>
          <p:cNvPr id="14" name="depression text">
            <a:extLst>
              <a:ext uri="{FF2B5EF4-FFF2-40B4-BE49-F238E27FC236}">
                <a16:creationId xmlns:a16="http://schemas.microsoft.com/office/drawing/2014/main" id="{4174AA9D-6E31-44F6-924A-FDA2B57E61C1}"/>
              </a:ext>
            </a:extLst>
          </p:cNvPr>
          <p:cNvGrpSpPr/>
          <p:nvPr/>
        </p:nvGrpSpPr>
        <p:grpSpPr>
          <a:xfrm>
            <a:off x="3558091" y="4250650"/>
            <a:ext cx="4217930" cy="2308324"/>
            <a:chOff x="3558091" y="4250650"/>
            <a:chExt cx="4217930" cy="2308324"/>
          </a:xfrm>
        </p:grpSpPr>
        <p:sp>
          <p:nvSpPr>
            <p:cNvPr id="39" name="TextBox 38">
              <a:extLst>
                <a:ext uri="{FF2B5EF4-FFF2-40B4-BE49-F238E27FC236}">
                  <a16:creationId xmlns:a16="http://schemas.microsoft.com/office/drawing/2014/main" id="{4B995714-793F-4BB1-BDD9-5A2D5BB74994}"/>
                </a:ext>
              </a:extLst>
            </p:cNvPr>
            <p:cNvSpPr txBox="1"/>
            <p:nvPr/>
          </p:nvSpPr>
          <p:spPr>
            <a:xfrm>
              <a:off x="3558091" y="4250650"/>
              <a:ext cx="3837701" cy="2308324"/>
            </a:xfrm>
            <a:prstGeom prst="rect">
              <a:avLst/>
            </a:prstGeom>
            <a:noFill/>
          </p:spPr>
          <p:txBody>
            <a:bodyPr wrap="square" rtlCol="0">
              <a:spAutoFit/>
            </a:bodyPr>
            <a:lstStyle/>
            <a:p>
              <a:r>
                <a:rPr lang="en-US" sz="1600"/>
                <a:t>Adjustment Disorder with Depressed Mood</a:t>
              </a:r>
            </a:p>
            <a:p>
              <a:r>
                <a:rPr lang="en-US" sz="1600"/>
                <a:t>ADHD</a:t>
              </a:r>
            </a:p>
            <a:p>
              <a:r>
                <a:rPr lang="en-US" sz="1600"/>
                <a:t>*</a:t>
              </a:r>
              <a:r>
                <a:rPr lang="en-US" sz="1600" b="1"/>
                <a:t>Bipolar disorder</a:t>
              </a:r>
            </a:p>
            <a:p>
              <a:r>
                <a:rPr lang="en-US" sz="1600"/>
                <a:t>Borderline Personality disorder</a:t>
              </a:r>
            </a:p>
            <a:p>
              <a:r>
                <a:rPr lang="en-US" sz="1600"/>
                <a:t>Complicated Grief</a:t>
              </a:r>
            </a:p>
            <a:p>
              <a:r>
                <a:rPr lang="en-US" sz="1600"/>
                <a:t>Delirium</a:t>
              </a:r>
            </a:p>
            <a:p>
              <a:r>
                <a:rPr lang="en-US" sz="1600"/>
                <a:t>Hypothyroidism</a:t>
              </a:r>
            </a:p>
            <a:p>
              <a:r>
                <a:rPr lang="en-US" sz="1600"/>
                <a:t>Schizophrenia and Schizoaffective Disorder</a:t>
              </a:r>
            </a:p>
            <a:p>
              <a:r>
                <a:rPr lang="en-US" sz="1600"/>
                <a:t>Substance Use Disorders</a:t>
              </a:r>
            </a:p>
          </p:txBody>
        </p:sp>
        <p:cxnSp>
          <p:nvCxnSpPr>
            <p:cNvPr id="5" name="Straight Connector 4">
              <a:extLst>
                <a:ext uri="{FF2B5EF4-FFF2-40B4-BE49-F238E27FC236}">
                  <a16:creationId xmlns:a16="http://schemas.microsoft.com/office/drawing/2014/main" id="{F8A7A896-0579-48F7-8FA9-526A7A2602EA}"/>
                </a:ext>
              </a:extLst>
            </p:cNvPr>
            <p:cNvCxnSpPr>
              <a:cxnSpLocks/>
              <a:endCxn id="49" idx="1"/>
            </p:cNvCxnSpPr>
            <p:nvPr/>
          </p:nvCxnSpPr>
          <p:spPr>
            <a:xfrm>
              <a:off x="5184042" y="4924021"/>
              <a:ext cx="2591979" cy="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grpSp>
      <p:sp>
        <p:nvSpPr>
          <p:cNvPr id="55" name="GAD button">
            <a:hlinkClick r:id="rId13" action="ppaction://hlinksldjump"/>
            <a:extLst>
              <a:ext uri="{FF2B5EF4-FFF2-40B4-BE49-F238E27FC236}">
                <a16:creationId xmlns:a16="http://schemas.microsoft.com/office/drawing/2014/main" id="{75368599-F11C-4DB7-B095-B481420A0CB3}"/>
              </a:ext>
            </a:extLst>
          </p:cNvPr>
          <p:cNvSpPr txBox="1"/>
          <p:nvPr/>
        </p:nvSpPr>
        <p:spPr>
          <a:xfrm>
            <a:off x="8330820" y="3247951"/>
            <a:ext cx="2264833" cy="715089"/>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a:t>Generalized Anxiety Disorder</a:t>
            </a:r>
          </a:p>
        </p:txBody>
      </p:sp>
      <p:pic>
        <p:nvPicPr>
          <p:cNvPr id="56" name="Graphic 55" descr="Cursor with solid fill">
            <a:extLst>
              <a:ext uri="{FF2B5EF4-FFF2-40B4-BE49-F238E27FC236}">
                <a16:creationId xmlns:a16="http://schemas.microsoft.com/office/drawing/2014/main" id="{0078F6BA-8DBC-4088-92A4-CA0374550BB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440401" y="3834963"/>
            <a:ext cx="310503" cy="310503"/>
          </a:xfrm>
          <a:prstGeom prst="rect">
            <a:avLst/>
          </a:prstGeom>
        </p:spPr>
      </p:pic>
      <p:pic>
        <p:nvPicPr>
          <p:cNvPr id="57" name="Graphic 56" descr="Cursor with solid fill">
            <a:extLst>
              <a:ext uri="{FF2B5EF4-FFF2-40B4-BE49-F238E27FC236}">
                <a16:creationId xmlns:a16="http://schemas.microsoft.com/office/drawing/2014/main" id="{A44A872E-B033-41E7-83E2-1352E79AFF0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72392" y="3856535"/>
            <a:ext cx="310503" cy="310503"/>
          </a:xfrm>
          <a:prstGeom prst="rect">
            <a:avLst/>
          </a:prstGeom>
        </p:spPr>
      </p:pic>
      <p:sp>
        <p:nvSpPr>
          <p:cNvPr id="67" name="question 4">
            <a:hlinkClick r:id="rId14" action="ppaction://hlinksldjump"/>
            <a:extLst>
              <a:ext uri="{FF2B5EF4-FFF2-40B4-BE49-F238E27FC236}">
                <a16:creationId xmlns:a16="http://schemas.microsoft.com/office/drawing/2014/main" id="{F57E49DC-B426-4915-9E1C-42EFC1DAB97E}"/>
              </a:ext>
            </a:extLst>
          </p:cNvPr>
          <p:cNvSpPr txBox="1"/>
          <p:nvPr/>
        </p:nvSpPr>
        <p:spPr>
          <a:xfrm>
            <a:off x="191338" y="202262"/>
            <a:ext cx="1714108" cy="715089"/>
          </a:xfrm>
          <a:prstGeom prst="roundRect">
            <a:avLst>
              <a:gd name="adj" fmla="val 8675"/>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Screening &amp; Diagnosis</a:t>
            </a:r>
          </a:p>
        </p:txBody>
      </p:sp>
      <p:pic>
        <p:nvPicPr>
          <p:cNvPr id="68" name="Graphic 67" descr="Cursor with solid fill">
            <a:extLst>
              <a:ext uri="{FF2B5EF4-FFF2-40B4-BE49-F238E27FC236}">
                <a16:creationId xmlns:a16="http://schemas.microsoft.com/office/drawing/2014/main" id="{7E834416-95D4-4CAC-B6EA-BAA7C15DA93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704619" y="711337"/>
            <a:ext cx="395274" cy="395274"/>
          </a:xfrm>
          <a:prstGeom prst="rect">
            <a:avLst/>
          </a:prstGeom>
        </p:spPr>
      </p:pic>
      <p:sp>
        <p:nvSpPr>
          <p:cNvPr id="69" name="question 4">
            <a:hlinkClick r:id="rId15" action="ppaction://hlinksldjump"/>
            <a:extLst>
              <a:ext uri="{FF2B5EF4-FFF2-40B4-BE49-F238E27FC236}">
                <a16:creationId xmlns:a16="http://schemas.microsoft.com/office/drawing/2014/main" id="{9C19290C-1E9D-47D6-8CB5-DEF024F4F0BF}"/>
              </a:ext>
            </a:extLst>
          </p:cNvPr>
          <p:cNvSpPr txBox="1"/>
          <p:nvPr/>
        </p:nvSpPr>
        <p:spPr>
          <a:xfrm>
            <a:off x="188147" y="3186700"/>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70" name="Graphic 25" descr="Cursor with solid fill">
            <a:extLst>
              <a:ext uri="{FF2B5EF4-FFF2-40B4-BE49-F238E27FC236}">
                <a16:creationId xmlns:a16="http://schemas.microsoft.com/office/drawing/2014/main" id="{220B9650-04AB-4579-AB3E-23EDE310BB70}"/>
              </a:ext>
            </a:extLst>
          </p:cNvPr>
          <p:cNvSpPr/>
          <p:nvPr/>
        </p:nvSpPr>
        <p:spPr>
          <a:xfrm>
            <a:off x="1787044" y="3522640"/>
            <a:ext cx="230422" cy="230576"/>
          </a:xfrm>
          <a:custGeom>
            <a:avLst/>
            <a:gdLst>
              <a:gd name="connsiteX0" fmla="*/ 230423 w 230422"/>
              <a:gd name="connsiteY0" fmla="*/ 193931 h 230576"/>
              <a:gd name="connsiteX1" fmla="*/ 147251 w 230422"/>
              <a:gd name="connsiteY1" fmla="*/ 110800 h 230576"/>
              <a:gd name="connsiteX2" fmla="*/ 220541 w 230422"/>
              <a:gd name="connsiteY2" fmla="*/ 84408 h 230576"/>
              <a:gd name="connsiteX3" fmla="*/ 225013 w 230422"/>
              <a:gd name="connsiteY3" fmla="*/ 75252 h 230576"/>
              <a:gd name="connsiteX4" fmla="*/ 220541 w 230422"/>
              <a:gd name="connsiteY4" fmla="*/ 70779 h 230576"/>
              <a:gd name="connsiteX5" fmla="*/ 9358 w 230422"/>
              <a:gd name="connsiteY5" fmla="*/ 371 h 230576"/>
              <a:gd name="connsiteX6" fmla="*/ 7011 w 230422"/>
              <a:gd name="connsiteY6" fmla="*/ 0 h 230576"/>
              <a:gd name="connsiteX7" fmla="*/ 7011 w 230422"/>
              <a:gd name="connsiteY7" fmla="*/ 0 h 230576"/>
              <a:gd name="connsiteX8" fmla="*/ 2 w 230422"/>
              <a:gd name="connsiteY8" fmla="*/ 7316 h 230576"/>
              <a:gd name="connsiteX9" fmla="*/ 382 w 230422"/>
              <a:gd name="connsiteY9" fmla="*/ 9470 h 230576"/>
              <a:gd name="connsiteX10" fmla="*/ 70625 w 230422"/>
              <a:gd name="connsiteY10" fmla="*/ 220859 h 230576"/>
              <a:gd name="connsiteX11" fmla="*/ 79820 w 230422"/>
              <a:gd name="connsiteY11" fmla="*/ 225252 h 230576"/>
              <a:gd name="connsiteX12" fmla="*/ 84213 w 230422"/>
              <a:gd name="connsiteY12" fmla="*/ 220859 h 230576"/>
              <a:gd name="connsiteX13" fmla="*/ 110647 w 230422"/>
              <a:gd name="connsiteY13" fmla="*/ 147487 h 230576"/>
              <a:gd name="connsiteX14" fmla="*/ 193737 w 230422"/>
              <a:gd name="connsiteY14" fmla="*/ 230577 h 23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422" h="230576">
                <a:moveTo>
                  <a:pt x="230423" y="193931"/>
                </a:moveTo>
                <a:lnTo>
                  <a:pt x="147251" y="110800"/>
                </a:lnTo>
                <a:lnTo>
                  <a:pt x="220541" y="84408"/>
                </a:lnTo>
                <a:cubicBezTo>
                  <a:pt x="224304" y="83114"/>
                  <a:pt x="226307" y="79015"/>
                  <a:pt x="225013" y="75252"/>
                </a:cubicBezTo>
                <a:cubicBezTo>
                  <a:pt x="224292" y="73151"/>
                  <a:pt x="222641" y="71501"/>
                  <a:pt x="220541" y="70779"/>
                </a:cubicBezTo>
                <a:lnTo>
                  <a:pt x="9358" y="371"/>
                </a:lnTo>
                <a:cubicBezTo>
                  <a:pt x="8601" y="121"/>
                  <a:pt x="7808" y="-4"/>
                  <a:pt x="7011" y="0"/>
                </a:cubicBezTo>
                <a:lnTo>
                  <a:pt x="7011" y="0"/>
                </a:lnTo>
                <a:cubicBezTo>
                  <a:pt x="3055" y="85"/>
                  <a:pt x="-83" y="3360"/>
                  <a:pt x="2" y="7316"/>
                </a:cubicBezTo>
                <a:cubicBezTo>
                  <a:pt x="17" y="8050"/>
                  <a:pt x="145" y="8776"/>
                  <a:pt x="382" y="9470"/>
                </a:cubicBezTo>
                <a:lnTo>
                  <a:pt x="70625" y="220859"/>
                </a:lnTo>
                <a:cubicBezTo>
                  <a:pt x="71951" y="224612"/>
                  <a:pt x="76068" y="226578"/>
                  <a:pt x="79820" y="225252"/>
                </a:cubicBezTo>
                <a:cubicBezTo>
                  <a:pt x="81873" y="224527"/>
                  <a:pt x="83487" y="222912"/>
                  <a:pt x="84213" y="220859"/>
                </a:cubicBezTo>
                <a:lnTo>
                  <a:pt x="110647" y="147487"/>
                </a:lnTo>
                <a:lnTo>
                  <a:pt x="193737" y="230577"/>
                </a:lnTo>
                <a:close/>
              </a:path>
            </a:pathLst>
          </a:custGeom>
          <a:solidFill>
            <a:srgbClr val="000000"/>
          </a:solidFill>
          <a:ln w="4068" cap="flat">
            <a:noFill/>
            <a:prstDash val="solid"/>
            <a:miter/>
          </a:ln>
        </p:spPr>
        <p:txBody>
          <a:bodyPr rtlCol="0" anchor="ctr"/>
          <a:lstStyle/>
          <a:p>
            <a:endParaRPr lang="en-US"/>
          </a:p>
        </p:txBody>
      </p:sp>
      <p:sp>
        <p:nvSpPr>
          <p:cNvPr id="72" name="question 4">
            <a:hlinkClick r:id="rId16" action="ppaction://hlinksldjump"/>
            <a:extLst>
              <a:ext uri="{FF2B5EF4-FFF2-40B4-BE49-F238E27FC236}">
                <a16:creationId xmlns:a16="http://schemas.microsoft.com/office/drawing/2014/main" id="{13917395-CCA6-4B7C-977E-8FB0AFDBDE9C}"/>
              </a:ext>
            </a:extLst>
          </p:cNvPr>
          <p:cNvSpPr txBox="1"/>
          <p:nvPr/>
        </p:nvSpPr>
        <p:spPr>
          <a:xfrm>
            <a:off x="188148" y="1794466"/>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86" name="Graphic 85" descr="Cursor with solid fill">
            <a:extLst>
              <a:ext uri="{FF2B5EF4-FFF2-40B4-BE49-F238E27FC236}">
                <a16:creationId xmlns:a16="http://schemas.microsoft.com/office/drawing/2014/main" id="{D54128F8-C7ED-45CA-A13C-78E9D3BA338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704619" y="1985865"/>
            <a:ext cx="395274" cy="395274"/>
          </a:xfrm>
          <a:prstGeom prst="rect">
            <a:avLst/>
          </a:prstGeom>
        </p:spPr>
      </p:pic>
      <p:sp>
        <p:nvSpPr>
          <p:cNvPr id="87" name="sub-q 2">
            <a:hlinkClick r:id="rId17" action="ppaction://hlinksldjump"/>
            <a:extLst>
              <a:ext uri="{FF2B5EF4-FFF2-40B4-BE49-F238E27FC236}">
                <a16:creationId xmlns:a16="http://schemas.microsoft.com/office/drawing/2014/main" id="{9F6DE329-4099-45B1-89F0-71A4D6334315}"/>
              </a:ext>
            </a:extLst>
          </p:cNvPr>
          <p:cNvSpPr txBox="1"/>
          <p:nvPr/>
        </p:nvSpPr>
        <p:spPr>
          <a:xfrm>
            <a:off x="445768" y="1112181"/>
            <a:ext cx="1456487" cy="408623"/>
          </a:xfrm>
          <a:prstGeom prst="roundRect">
            <a:avLst/>
          </a:prstGeom>
          <a:solidFill>
            <a:schemeClr val="tx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a:solidFill>
                  <a:schemeClr val="bg1"/>
                </a:solidFill>
              </a:rPr>
              <a:t>Differential</a:t>
            </a:r>
          </a:p>
        </p:txBody>
      </p:sp>
      <p:cxnSp>
        <p:nvCxnSpPr>
          <p:cNvPr id="92" name="Connector: Elbow 91">
            <a:extLst>
              <a:ext uri="{FF2B5EF4-FFF2-40B4-BE49-F238E27FC236}">
                <a16:creationId xmlns:a16="http://schemas.microsoft.com/office/drawing/2014/main" id="{2DCFC190-C128-4D4C-818A-9C2A60C4D67F}"/>
              </a:ext>
            </a:extLst>
          </p:cNvPr>
          <p:cNvCxnSpPr>
            <a:cxnSpLocks/>
          </p:cNvCxnSpPr>
          <p:nvPr/>
        </p:nvCxnSpPr>
        <p:spPr>
          <a:xfrm rot="16200000" flipH="1">
            <a:off x="112036" y="2339183"/>
            <a:ext cx="469827" cy="19764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93" name="Connector: Elbow 92">
            <a:extLst>
              <a:ext uri="{FF2B5EF4-FFF2-40B4-BE49-F238E27FC236}">
                <a16:creationId xmlns:a16="http://schemas.microsoft.com/office/drawing/2014/main" id="{1B7B1050-AE4A-446B-AE90-3AC15C1F04F1}"/>
              </a:ext>
            </a:extLst>
          </p:cNvPr>
          <p:cNvCxnSpPr>
            <a:cxnSpLocks/>
            <a:endCxn id="87" idx="1"/>
          </p:cNvCxnSpPr>
          <p:nvPr/>
        </p:nvCxnSpPr>
        <p:spPr>
          <a:xfrm rot="16200000" flipH="1">
            <a:off x="154430" y="1025155"/>
            <a:ext cx="385038" cy="19763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94" name="MDD button">
            <a:extLst>
              <a:ext uri="{FF2B5EF4-FFF2-40B4-BE49-F238E27FC236}">
                <a16:creationId xmlns:a16="http://schemas.microsoft.com/office/drawing/2014/main" id="{B51A371A-6DC6-46A4-979D-0CBA4E7CE2C4}"/>
              </a:ext>
            </a:extLst>
          </p:cNvPr>
          <p:cNvSpPr txBox="1"/>
          <p:nvPr/>
        </p:nvSpPr>
        <p:spPr>
          <a:xfrm>
            <a:off x="4260430" y="3275268"/>
            <a:ext cx="2264833" cy="715089"/>
          </a:xfrm>
          <a:prstGeom prst="roundRect">
            <a:avLst/>
          </a:prstGeom>
          <a:solidFill>
            <a:schemeClr val="accent2"/>
          </a:solidFill>
          <a:ln w="38100"/>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b="1">
                <a:solidFill>
                  <a:schemeClr val="bg1"/>
                </a:solidFill>
              </a:rPr>
              <a:t>Unipolar Major Depressive Disorder</a:t>
            </a:r>
          </a:p>
        </p:txBody>
      </p:sp>
      <p:sp>
        <p:nvSpPr>
          <p:cNvPr id="35" name="sub-q 1 button">
            <a:hlinkClick r:id="rId18" action="ppaction://hlinksldjump"/>
            <a:extLst>
              <a:ext uri="{FF2B5EF4-FFF2-40B4-BE49-F238E27FC236}">
                <a16:creationId xmlns:a16="http://schemas.microsoft.com/office/drawing/2014/main" id="{00A21B9D-F168-493C-925B-88DC67DC6BB3}"/>
              </a:ext>
            </a:extLst>
          </p:cNvPr>
          <p:cNvSpPr txBox="1"/>
          <p:nvPr/>
        </p:nvSpPr>
        <p:spPr>
          <a:xfrm>
            <a:off x="445770" y="2468606"/>
            <a:ext cx="145967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Medications</a:t>
            </a:r>
          </a:p>
        </p:txBody>
      </p:sp>
      <p:pic>
        <p:nvPicPr>
          <p:cNvPr id="36" name="Graphic 35" descr="Cursor with solid fill">
            <a:hlinkClick r:id="rId17" action="ppaction://hlinksldjump"/>
            <a:extLst>
              <a:ext uri="{FF2B5EF4-FFF2-40B4-BE49-F238E27FC236}">
                <a16:creationId xmlns:a16="http://schemas.microsoft.com/office/drawing/2014/main" id="{59180CA8-1E20-4340-A043-17EBBD2E2B2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704619" y="2671594"/>
            <a:ext cx="395274" cy="395274"/>
          </a:xfrm>
          <a:prstGeom prst="rect">
            <a:avLst/>
          </a:prstGeom>
        </p:spPr>
      </p:pic>
    </p:spTree>
    <p:extLst>
      <p:ext uri="{BB962C8B-B14F-4D97-AF65-F5344CB8AC3E}">
        <p14:creationId xmlns:p14="http://schemas.microsoft.com/office/powerpoint/2010/main" val="29725887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57"/>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94"/>
                                        </p:tgtEl>
                                        <p:attrNameLst>
                                          <p:attrName>style.visibility</p:attrName>
                                        </p:attrNameLst>
                                      </p:cBhvr>
                                      <p:to>
                                        <p:strVal val="visible"/>
                                      </p:to>
                                    </p:set>
                                  </p:childTnLst>
                                </p:cTn>
                              </p:par>
                            </p:childTnLst>
                          </p:cTn>
                        </p:par>
                      </p:childTnLst>
                    </p:cTn>
                  </p:par>
                </p:childTnLst>
              </p:cTn>
              <p:nextCondLst>
                <p:cond evt="onClick" delay="0">
                  <p:tgtEl>
                    <p:spTgt spid="42"/>
                  </p:tgtEl>
                </p:cond>
              </p:nextCondLst>
            </p:seq>
            <p:seq concurrent="1" nextAc="seek">
              <p:cTn id="15" restart="whenNotActive" fill="hold" evtFilter="cancelBubble" nodeType="interactiveSeq">
                <p:stCondLst>
                  <p:cond evt="onClick" delay="0">
                    <p:tgtEl>
                      <p:spTgt spid="73"/>
                    </p:tgtEl>
                  </p:cond>
                </p:stCondLst>
                <p:endSync evt="end" delay="0">
                  <p:rtn val="all"/>
                </p:endSync>
                <p:childTnLst>
                  <p:par>
                    <p:cTn id="16" fill="hold">
                      <p:stCondLst>
                        <p:cond delay="0"/>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75"/>
                                        </p:tgtEl>
                                        <p:attrNameLst>
                                          <p:attrName>style.visibility</p:attrName>
                                        </p:attrNameLst>
                                      </p:cBhvr>
                                      <p:to>
                                        <p:strVal val="visible"/>
                                      </p:to>
                                    </p:set>
                                  </p:childTnLst>
                                </p:cTn>
                              </p:par>
                              <p:par>
                                <p:cTn id="20" presetID="1" presetClass="exit" presetSubtype="0" fill="hold" nodeType="withEffect">
                                  <p:stCondLst>
                                    <p:cond delay="0"/>
                                  </p:stCondLst>
                                  <p:childTnLst>
                                    <p:set>
                                      <p:cBhvr>
                                        <p:cTn id="21" dur="1" fill="hold">
                                          <p:stCondLst>
                                            <p:cond delay="0"/>
                                          </p:stCondLst>
                                        </p:cTn>
                                        <p:tgtEl>
                                          <p:spTgt spid="84"/>
                                        </p:tgtEl>
                                        <p:attrNameLst>
                                          <p:attrName>style.visibility</p:attrName>
                                        </p:attrNameLst>
                                      </p:cBhvr>
                                      <p:to>
                                        <p:strVal val="hidden"/>
                                      </p:to>
                                    </p:set>
                                  </p:childTnLst>
                                </p:cTn>
                              </p:par>
                            </p:childTnLst>
                          </p:cTn>
                        </p:par>
                      </p:childTnLst>
                    </p:cTn>
                  </p:par>
                </p:childTnLst>
              </p:cTn>
              <p:nextCondLst>
                <p:cond evt="onClick" delay="0">
                  <p:tgtEl>
                    <p:spTgt spid="73"/>
                  </p:tgtEl>
                </p:cond>
              </p:nextCondLst>
            </p:seq>
            <p:seq concurrent="1" nextAc="seek">
              <p:cTn id="22" restart="whenNotActive" fill="hold" evtFilter="cancelBubble" nodeType="interactiveSeq">
                <p:stCondLst>
                  <p:cond evt="onClick" delay="0">
                    <p:tgtEl>
                      <p:spTgt spid="49"/>
                    </p:tgtEl>
                  </p:cond>
                </p:stCondLst>
                <p:endSync evt="end" delay="0">
                  <p:rtn val="all"/>
                </p:endSync>
                <p:childTnLst>
                  <p:par>
                    <p:cTn id="23" fill="hold">
                      <p:stCondLst>
                        <p:cond delay="0"/>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48"/>
                                        </p:tgtEl>
                                        <p:attrNameLst>
                                          <p:attrName>style.visibility</p:attrName>
                                        </p:attrNameLst>
                                      </p:cBhvr>
                                      <p:to>
                                        <p:strVal val="hidden"/>
                                      </p:to>
                                    </p:set>
                                  </p:childTnLst>
                                </p:cTn>
                              </p:par>
                            </p:childTnLst>
                          </p:cTn>
                        </p:par>
                      </p:childTnLst>
                    </p:cTn>
                  </p:par>
                </p:childTnLst>
              </p:cTn>
              <p:nextCondLst>
                <p:cond evt="onClick" delay="0">
                  <p:tgtEl>
                    <p:spTgt spid="49"/>
                  </p:tgtEl>
                </p:cond>
              </p:nextCondLst>
            </p:seq>
          </p:childTnLst>
        </p:cTn>
      </p:par>
    </p:tnLst>
    <p:bldLst>
      <p:bldP spid="49" grpId="0" animBg="1"/>
      <p:bldP spid="71" grpId="0"/>
      <p:bldP spid="9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MDD">
            <a:hlinkClick r:id="rId2" action="ppaction://hlinksldjump"/>
            <a:extLst>
              <a:ext uri="{FF2B5EF4-FFF2-40B4-BE49-F238E27FC236}">
                <a16:creationId xmlns:a16="http://schemas.microsoft.com/office/drawing/2014/main" id="{9667B93F-D0AB-4D05-BEDE-C901427C4767}"/>
              </a:ext>
            </a:extLst>
          </p:cNvPr>
          <p:cNvSpPr txBox="1"/>
          <p:nvPr/>
        </p:nvSpPr>
        <p:spPr>
          <a:xfrm>
            <a:off x="4262811" y="3275126"/>
            <a:ext cx="2264833" cy="715089"/>
          </a:xfrm>
          <a:prstGeom prst="roundRect">
            <a:avLst/>
          </a:prstGeom>
          <a:ln w="38100"/>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Unipolar Major Depressive Disorder</a:t>
            </a:r>
          </a:p>
        </p:txBody>
      </p:sp>
      <p:sp>
        <p:nvSpPr>
          <p:cNvPr id="73" name="Labwork">
            <a:extLst>
              <a:ext uri="{FF2B5EF4-FFF2-40B4-BE49-F238E27FC236}">
                <a16:creationId xmlns:a16="http://schemas.microsoft.com/office/drawing/2014/main" id="{E90D6B88-9E0B-437F-8F7C-0E128E643F6D}"/>
              </a:ext>
            </a:extLst>
          </p:cNvPr>
          <p:cNvSpPr txBox="1"/>
          <p:nvPr/>
        </p:nvSpPr>
        <p:spPr>
          <a:xfrm>
            <a:off x="6333553" y="291095"/>
            <a:ext cx="1997267" cy="408623"/>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a:t>Labs to consider</a:t>
            </a:r>
            <a:r>
              <a:rPr lang="en-US" sz="1400"/>
              <a:t>?</a:t>
            </a:r>
          </a:p>
        </p:txBody>
      </p:sp>
      <p:grpSp>
        <p:nvGrpSpPr>
          <p:cNvPr id="75" name="Labwork">
            <a:extLst>
              <a:ext uri="{FF2B5EF4-FFF2-40B4-BE49-F238E27FC236}">
                <a16:creationId xmlns:a16="http://schemas.microsoft.com/office/drawing/2014/main" id="{753BF309-5355-4EA3-9C2C-E17709DC4F82}"/>
              </a:ext>
            </a:extLst>
          </p:cNvPr>
          <p:cNvGrpSpPr/>
          <p:nvPr/>
        </p:nvGrpSpPr>
        <p:grpSpPr>
          <a:xfrm>
            <a:off x="4478183" y="923467"/>
            <a:ext cx="5835215" cy="1331519"/>
            <a:chOff x="4687451" y="5544729"/>
            <a:chExt cx="5835215" cy="1331519"/>
          </a:xfrm>
        </p:grpSpPr>
        <p:sp>
          <p:nvSpPr>
            <p:cNvPr id="76" name="TextBox 75">
              <a:extLst>
                <a:ext uri="{FF2B5EF4-FFF2-40B4-BE49-F238E27FC236}">
                  <a16:creationId xmlns:a16="http://schemas.microsoft.com/office/drawing/2014/main" id="{08C65440-40B9-43FD-98B4-629728C9877A}"/>
                </a:ext>
              </a:extLst>
            </p:cNvPr>
            <p:cNvSpPr txBox="1"/>
            <p:nvPr/>
          </p:nvSpPr>
          <p:spPr>
            <a:xfrm>
              <a:off x="4687451" y="6537694"/>
              <a:ext cx="2585963" cy="338554"/>
            </a:xfrm>
            <a:prstGeom prst="rect">
              <a:avLst/>
            </a:prstGeom>
            <a:noFill/>
          </p:spPr>
          <p:txBody>
            <a:bodyPr wrap="square" rtlCol="0">
              <a:spAutoFit/>
            </a:bodyPr>
            <a:lstStyle/>
            <a:p>
              <a:pPr algn="ctr"/>
              <a:r>
                <a:rPr lang="en-US" sz="1600"/>
                <a:t>CBC </a:t>
              </a:r>
            </a:p>
          </p:txBody>
        </p:sp>
        <p:pic>
          <p:nvPicPr>
            <p:cNvPr id="77" name="Graphic 76" descr="Water outline">
              <a:extLst>
                <a:ext uri="{FF2B5EF4-FFF2-40B4-BE49-F238E27FC236}">
                  <a16:creationId xmlns:a16="http://schemas.microsoft.com/office/drawing/2014/main" id="{F3C33D29-3848-493D-8F3C-48DA8FD8629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9923" y="5606329"/>
              <a:ext cx="914400" cy="914400"/>
            </a:xfrm>
            <a:prstGeom prst="rect">
              <a:avLst/>
            </a:prstGeom>
          </p:spPr>
        </p:pic>
        <p:pic>
          <p:nvPicPr>
            <p:cNvPr id="78" name="Graphic 77" descr="Pregnant lady outline">
              <a:extLst>
                <a:ext uri="{FF2B5EF4-FFF2-40B4-BE49-F238E27FC236}">
                  <a16:creationId xmlns:a16="http://schemas.microsoft.com/office/drawing/2014/main" id="{72CA58C5-1741-4EC0-A45A-EA9AC97982C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2821" y="5606394"/>
              <a:ext cx="914400" cy="914400"/>
            </a:xfrm>
            <a:prstGeom prst="rect">
              <a:avLst/>
            </a:prstGeom>
          </p:spPr>
        </p:pic>
        <p:sp>
          <p:nvSpPr>
            <p:cNvPr id="79" name="TextBox 78">
              <a:extLst>
                <a:ext uri="{FF2B5EF4-FFF2-40B4-BE49-F238E27FC236}">
                  <a16:creationId xmlns:a16="http://schemas.microsoft.com/office/drawing/2014/main" id="{EA48E908-9CD4-44F0-B517-E9D132A4197C}"/>
                </a:ext>
              </a:extLst>
            </p:cNvPr>
            <p:cNvSpPr txBox="1"/>
            <p:nvPr/>
          </p:nvSpPr>
          <p:spPr>
            <a:xfrm>
              <a:off x="5720350" y="6537694"/>
              <a:ext cx="2585963" cy="338554"/>
            </a:xfrm>
            <a:prstGeom prst="rect">
              <a:avLst/>
            </a:prstGeom>
            <a:noFill/>
          </p:spPr>
          <p:txBody>
            <a:bodyPr wrap="square" rtlCol="0">
              <a:spAutoFit/>
            </a:bodyPr>
            <a:lstStyle/>
            <a:p>
              <a:pPr algn="ctr"/>
              <a:r>
                <a:rPr lang="en-US" sz="1600"/>
                <a:t>HCG </a:t>
              </a:r>
            </a:p>
          </p:txBody>
        </p:sp>
        <p:pic>
          <p:nvPicPr>
            <p:cNvPr id="80" name="Graphic 79" descr="Kidneys outline">
              <a:extLst>
                <a:ext uri="{FF2B5EF4-FFF2-40B4-BE49-F238E27FC236}">
                  <a16:creationId xmlns:a16="http://schemas.microsoft.com/office/drawing/2014/main" id="{01354DFA-F88D-40E9-AFF7-01AC687A5A6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63160" y="5624967"/>
              <a:ext cx="914400" cy="914400"/>
            </a:xfrm>
            <a:prstGeom prst="rect">
              <a:avLst/>
            </a:prstGeom>
          </p:spPr>
        </p:pic>
        <p:sp>
          <p:nvSpPr>
            <p:cNvPr id="81" name="TextBox 80">
              <a:extLst>
                <a:ext uri="{FF2B5EF4-FFF2-40B4-BE49-F238E27FC236}">
                  <a16:creationId xmlns:a16="http://schemas.microsoft.com/office/drawing/2014/main" id="{CFDAAC78-9DB3-42CA-A54E-D07C9FC0E8F2}"/>
                </a:ext>
              </a:extLst>
            </p:cNvPr>
            <p:cNvSpPr txBox="1"/>
            <p:nvPr/>
          </p:nvSpPr>
          <p:spPr>
            <a:xfrm>
              <a:off x="6823349" y="6529522"/>
              <a:ext cx="2585963" cy="338554"/>
            </a:xfrm>
            <a:prstGeom prst="rect">
              <a:avLst/>
            </a:prstGeom>
            <a:noFill/>
          </p:spPr>
          <p:txBody>
            <a:bodyPr wrap="square" rtlCol="0">
              <a:spAutoFit/>
            </a:bodyPr>
            <a:lstStyle/>
            <a:p>
              <a:pPr algn="ctr"/>
              <a:r>
                <a:rPr lang="en-US" sz="1600"/>
                <a:t>BMP </a:t>
              </a:r>
            </a:p>
          </p:txBody>
        </p:sp>
        <p:pic>
          <p:nvPicPr>
            <p:cNvPr id="82" name="Picture 81">
              <a:extLst>
                <a:ext uri="{FF2B5EF4-FFF2-40B4-BE49-F238E27FC236}">
                  <a16:creationId xmlns:a16="http://schemas.microsoft.com/office/drawing/2014/main" id="{261C7331-4F64-494E-BD94-C5E12B9AAB74}"/>
                </a:ext>
              </a:extLst>
            </p:cNvPr>
            <p:cNvPicPr>
              <a:picLocks noChangeAspect="1"/>
            </p:cNvPicPr>
            <p:nvPr/>
          </p:nvPicPr>
          <p:blipFill>
            <a:blip r:embed="rId9"/>
            <a:stretch>
              <a:fillRect/>
            </a:stretch>
          </p:blipFill>
          <p:spPr>
            <a:xfrm>
              <a:off x="8696059" y="5544729"/>
              <a:ext cx="1042309" cy="1042309"/>
            </a:xfrm>
            <a:prstGeom prst="rect">
              <a:avLst/>
            </a:prstGeom>
          </p:spPr>
        </p:pic>
        <p:sp>
          <p:nvSpPr>
            <p:cNvPr id="83" name="TextBox 82">
              <a:extLst>
                <a:ext uri="{FF2B5EF4-FFF2-40B4-BE49-F238E27FC236}">
                  <a16:creationId xmlns:a16="http://schemas.microsoft.com/office/drawing/2014/main" id="{B2B50713-CBFB-4CCD-9D97-8C45C40FB929}"/>
                </a:ext>
              </a:extLst>
            </p:cNvPr>
            <p:cNvSpPr txBox="1"/>
            <p:nvPr/>
          </p:nvSpPr>
          <p:spPr>
            <a:xfrm>
              <a:off x="7936703" y="6537694"/>
              <a:ext cx="2585963" cy="338554"/>
            </a:xfrm>
            <a:prstGeom prst="rect">
              <a:avLst/>
            </a:prstGeom>
            <a:noFill/>
          </p:spPr>
          <p:txBody>
            <a:bodyPr wrap="square" rtlCol="0">
              <a:spAutoFit/>
            </a:bodyPr>
            <a:lstStyle/>
            <a:p>
              <a:pPr algn="ctr"/>
              <a:r>
                <a:rPr lang="en-US" sz="1600"/>
                <a:t>TSH </a:t>
              </a:r>
            </a:p>
          </p:txBody>
        </p:sp>
      </p:grpSp>
      <p:pic>
        <p:nvPicPr>
          <p:cNvPr id="84" name="Graphic 83" descr="Cursor with solid fill">
            <a:extLst>
              <a:ext uri="{FF2B5EF4-FFF2-40B4-BE49-F238E27FC236}">
                <a16:creationId xmlns:a16="http://schemas.microsoft.com/office/drawing/2014/main" id="{2EFAAE29-B6FE-4B58-9BC8-26757545691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199577" y="561715"/>
            <a:ext cx="310503" cy="310503"/>
          </a:xfrm>
          <a:prstGeom prst="rect">
            <a:avLst/>
          </a:prstGeom>
        </p:spPr>
      </p:pic>
      <p:sp>
        <p:nvSpPr>
          <p:cNvPr id="37" name="GAD">
            <a:extLst>
              <a:ext uri="{FF2B5EF4-FFF2-40B4-BE49-F238E27FC236}">
                <a16:creationId xmlns:a16="http://schemas.microsoft.com/office/drawing/2014/main" id="{76C186E2-B20D-4295-B296-D727AA75C38D}"/>
              </a:ext>
            </a:extLst>
          </p:cNvPr>
          <p:cNvSpPr txBox="1"/>
          <p:nvPr/>
        </p:nvSpPr>
        <p:spPr>
          <a:xfrm>
            <a:off x="8330820" y="3247951"/>
            <a:ext cx="2264833" cy="715089"/>
          </a:xfrm>
          <a:prstGeom prst="roundRect">
            <a:avLst/>
          </a:prstGeom>
          <a:solidFill>
            <a:schemeClr val="accent4"/>
          </a:solidFill>
          <a:ln w="38100"/>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b="1">
                <a:solidFill>
                  <a:schemeClr val="bg1"/>
                </a:solidFill>
              </a:rPr>
              <a:t>Generalized Anxiety Disorder</a:t>
            </a:r>
          </a:p>
        </p:txBody>
      </p:sp>
      <p:sp>
        <p:nvSpPr>
          <p:cNvPr id="38" name="TextBox 37">
            <a:extLst>
              <a:ext uri="{FF2B5EF4-FFF2-40B4-BE49-F238E27FC236}">
                <a16:creationId xmlns:a16="http://schemas.microsoft.com/office/drawing/2014/main" id="{EB504CB5-7EE4-44DF-9939-9643729E5EDA}"/>
              </a:ext>
            </a:extLst>
          </p:cNvPr>
          <p:cNvSpPr txBox="1"/>
          <p:nvPr/>
        </p:nvSpPr>
        <p:spPr>
          <a:xfrm>
            <a:off x="8031611" y="4170803"/>
            <a:ext cx="2863250" cy="1323439"/>
          </a:xfrm>
          <a:prstGeom prst="rect">
            <a:avLst/>
          </a:prstGeom>
          <a:noFill/>
        </p:spPr>
        <p:txBody>
          <a:bodyPr wrap="square" lIns="91440" tIns="45720" rIns="91440" bIns="45720" rtlCol="0" anchor="t">
            <a:spAutoFit/>
          </a:bodyPr>
          <a:lstStyle/>
          <a:p>
            <a:r>
              <a:rPr lang="en-US" sz="1600" u="sng" dirty="0"/>
              <a:t>Panic Disorder</a:t>
            </a:r>
          </a:p>
          <a:p>
            <a:r>
              <a:rPr lang="en-US" sz="1600" dirty="0"/>
              <a:t>Adjustment Disorder</a:t>
            </a:r>
          </a:p>
          <a:p>
            <a:r>
              <a:rPr lang="en-US" sz="1600" dirty="0"/>
              <a:t>Obsessive-Compulsive Disorder</a:t>
            </a:r>
          </a:p>
          <a:p>
            <a:r>
              <a:rPr lang="en-US" sz="1600" dirty="0"/>
              <a:t>Separation Anxiety Disorder</a:t>
            </a:r>
          </a:p>
          <a:p>
            <a:r>
              <a:rPr lang="en-US" sz="1600" dirty="0">
                <a:cs typeface="Calibri" panose="020F0502020204030204"/>
              </a:rPr>
              <a:t>Post-Traumatic Stress Disorder</a:t>
            </a:r>
          </a:p>
        </p:txBody>
      </p:sp>
      <p:pic>
        <p:nvPicPr>
          <p:cNvPr id="40" name="Graphic 39" descr="Cursor with solid fill">
            <a:extLst>
              <a:ext uri="{FF2B5EF4-FFF2-40B4-BE49-F238E27FC236}">
                <a16:creationId xmlns:a16="http://schemas.microsoft.com/office/drawing/2014/main" id="{2D74A759-4551-441C-BB0F-4AD956006D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372392" y="3807788"/>
            <a:ext cx="310503" cy="310503"/>
          </a:xfrm>
          <a:prstGeom prst="rect">
            <a:avLst/>
          </a:prstGeom>
        </p:spPr>
      </p:pic>
      <p:sp>
        <p:nvSpPr>
          <p:cNvPr id="31" name="question 4">
            <a:hlinkClick r:id="rId12" action="ppaction://hlinksldjump"/>
            <a:extLst>
              <a:ext uri="{FF2B5EF4-FFF2-40B4-BE49-F238E27FC236}">
                <a16:creationId xmlns:a16="http://schemas.microsoft.com/office/drawing/2014/main" id="{ED0748DB-72AC-474E-890F-E40AF99BAD32}"/>
              </a:ext>
            </a:extLst>
          </p:cNvPr>
          <p:cNvSpPr txBox="1"/>
          <p:nvPr/>
        </p:nvSpPr>
        <p:spPr>
          <a:xfrm>
            <a:off x="191338" y="202262"/>
            <a:ext cx="1714108" cy="715089"/>
          </a:xfrm>
          <a:prstGeom prst="roundRect">
            <a:avLst>
              <a:gd name="adj" fmla="val 8675"/>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Screening &amp; Diagnosis</a:t>
            </a:r>
          </a:p>
        </p:txBody>
      </p:sp>
      <p:pic>
        <p:nvPicPr>
          <p:cNvPr id="32" name="Graphic 31" descr="Cursor with solid fill">
            <a:extLst>
              <a:ext uri="{FF2B5EF4-FFF2-40B4-BE49-F238E27FC236}">
                <a16:creationId xmlns:a16="http://schemas.microsoft.com/office/drawing/2014/main" id="{7AE8C1C0-81D2-4ABF-AB6B-845C80FA546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704619" y="711337"/>
            <a:ext cx="395274" cy="395274"/>
          </a:xfrm>
          <a:prstGeom prst="rect">
            <a:avLst/>
          </a:prstGeom>
        </p:spPr>
      </p:pic>
      <p:sp>
        <p:nvSpPr>
          <p:cNvPr id="33" name="question 4">
            <a:hlinkClick r:id="rId15" action="ppaction://hlinksldjump"/>
            <a:extLst>
              <a:ext uri="{FF2B5EF4-FFF2-40B4-BE49-F238E27FC236}">
                <a16:creationId xmlns:a16="http://schemas.microsoft.com/office/drawing/2014/main" id="{7B6A9F8B-23DC-4757-8F1B-EA720BBB0D5D}"/>
              </a:ext>
            </a:extLst>
          </p:cNvPr>
          <p:cNvSpPr txBox="1"/>
          <p:nvPr/>
        </p:nvSpPr>
        <p:spPr>
          <a:xfrm>
            <a:off x="188147" y="3186700"/>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34" name="Graphic 25" descr="Cursor with solid fill">
            <a:extLst>
              <a:ext uri="{FF2B5EF4-FFF2-40B4-BE49-F238E27FC236}">
                <a16:creationId xmlns:a16="http://schemas.microsoft.com/office/drawing/2014/main" id="{8BAF7B11-0B9F-4789-8BA2-E7D158590E16}"/>
              </a:ext>
            </a:extLst>
          </p:cNvPr>
          <p:cNvSpPr/>
          <p:nvPr/>
        </p:nvSpPr>
        <p:spPr>
          <a:xfrm>
            <a:off x="1787044" y="3522640"/>
            <a:ext cx="230422" cy="230576"/>
          </a:xfrm>
          <a:custGeom>
            <a:avLst/>
            <a:gdLst>
              <a:gd name="connsiteX0" fmla="*/ 230423 w 230422"/>
              <a:gd name="connsiteY0" fmla="*/ 193931 h 230576"/>
              <a:gd name="connsiteX1" fmla="*/ 147251 w 230422"/>
              <a:gd name="connsiteY1" fmla="*/ 110800 h 230576"/>
              <a:gd name="connsiteX2" fmla="*/ 220541 w 230422"/>
              <a:gd name="connsiteY2" fmla="*/ 84408 h 230576"/>
              <a:gd name="connsiteX3" fmla="*/ 225013 w 230422"/>
              <a:gd name="connsiteY3" fmla="*/ 75252 h 230576"/>
              <a:gd name="connsiteX4" fmla="*/ 220541 w 230422"/>
              <a:gd name="connsiteY4" fmla="*/ 70779 h 230576"/>
              <a:gd name="connsiteX5" fmla="*/ 9358 w 230422"/>
              <a:gd name="connsiteY5" fmla="*/ 371 h 230576"/>
              <a:gd name="connsiteX6" fmla="*/ 7011 w 230422"/>
              <a:gd name="connsiteY6" fmla="*/ 0 h 230576"/>
              <a:gd name="connsiteX7" fmla="*/ 7011 w 230422"/>
              <a:gd name="connsiteY7" fmla="*/ 0 h 230576"/>
              <a:gd name="connsiteX8" fmla="*/ 2 w 230422"/>
              <a:gd name="connsiteY8" fmla="*/ 7316 h 230576"/>
              <a:gd name="connsiteX9" fmla="*/ 382 w 230422"/>
              <a:gd name="connsiteY9" fmla="*/ 9470 h 230576"/>
              <a:gd name="connsiteX10" fmla="*/ 70625 w 230422"/>
              <a:gd name="connsiteY10" fmla="*/ 220859 h 230576"/>
              <a:gd name="connsiteX11" fmla="*/ 79820 w 230422"/>
              <a:gd name="connsiteY11" fmla="*/ 225252 h 230576"/>
              <a:gd name="connsiteX12" fmla="*/ 84213 w 230422"/>
              <a:gd name="connsiteY12" fmla="*/ 220859 h 230576"/>
              <a:gd name="connsiteX13" fmla="*/ 110647 w 230422"/>
              <a:gd name="connsiteY13" fmla="*/ 147487 h 230576"/>
              <a:gd name="connsiteX14" fmla="*/ 193737 w 230422"/>
              <a:gd name="connsiteY14" fmla="*/ 230577 h 23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422" h="230576">
                <a:moveTo>
                  <a:pt x="230423" y="193931"/>
                </a:moveTo>
                <a:lnTo>
                  <a:pt x="147251" y="110800"/>
                </a:lnTo>
                <a:lnTo>
                  <a:pt x="220541" y="84408"/>
                </a:lnTo>
                <a:cubicBezTo>
                  <a:pt x="224304" y="83114"/>
                  <a:pt x="226307" y="79015"/>
                  <a:pt x="225013" y="75252"/>
                </a:cubicBezTo>
                <a:cubicBezTo>
                  <a:pt x="224292" y="73151"/>
                  <a:pt x="222641" y="71501"/>
                  <a:pt x="220541" y="70779"/>
                </a:cubicBezTo>
                <a:lnTo>
                  <a:pt x="9358" y="371"/>
                </a:lnTo>
                <a:cubicBezTo>
                  <a:pt x="8601" y="121"/>
                  <a:pt x="7808" y="-4"/>
                  <a:pt x="7011" y="0"/>
                </a:cubicBezTo>
                <a:lnTo>
                  <a:pt x="7011" y="0"/>
                </a:lnTo>
                <a:cubicBezTo>
                  <a:pt x="3055" y="85"/>
                  <a:pt x="-83" y="3360"/>
                  <a:pt x="2" y="7316"/>
                </a:cubicBezTo>
                <a:cubicBezTo>
                  <a:pt x="17" y="8050"/>
                  <a:pt x="145" y="8776"/>
                  <a:pt x="382" y="9470"/>
                </a:cubicBezTo>
                <a:lnTo>
                  <a:pt x="70625" y="220859"/>
                </a:lnTo>
                <a:cubicBezTo>
                  <a:pt x="71951" y="224612"/>
                  <a:pt x="76068" y="226578"/>
                  <a:pt x="79820" y="225252"/>
                </a:cubicBezTo>
                <a:cubicBezTo>
                  <a:pt x="81873" y="224527"/>
                  <a:pt x="83487" y="222912"/>
                  <a:pt x="84213" y="220859"/>
                </a:cubicBezTo>
                <a:lnTo>
                  <a:pt x="110647" y="147487"/>
                </a:lnTo>
                <a:lnTo>
                  <a:pt x="193737" y="230577"/>
                </a:lnTo>
                <a:close/>
              </a:path>
            </a:pathLst>
          </a:custGeom>
          <a:solidFill>
            <a:srgbClr val="000000"/>
          </a:solidFill>
          <a:ln w="4068" cap="flat">
            <a:noFill/>
            <a:prstDash val="solid"/>
            <a:miter/>
          </a:ln>
        </p:spPr>
        <p:txBody>
          <a:bodyPr rtlCol="0" anchor="ctr"/>
          <a:lstStyle/>
          <a:p>
            <a:endParaRPr lang="en-US"/>
          </a:p>
        </p:txBody>
      </p:sp>
      <p:sp>
        <p:nvSpPr>
          <p:cNvPr id="35" name="question 4">
            <a:hlinkClick r:id="rId16" action="ppaction://hlinksldjump"/>
            <a:extLst>
              <a:ext uri="{FF2B5EF4-FFF2-40B4-BE49-F238E27FC236}">
                <a16:creationId xmlns:a16="http://schemas.microsoft.com/office/drawing/2014/main" id="{46993248-D8EE-4674-A5D3-886FFF2633F1}"/>
              </a:ext>
            </a:extLst>
          </p:cNvPr>
          <p:cNvSpPr txBox="1"/>
          <p:nvPr/>
        </p:nvSpPr>
        <p:spPr>
          <a:xfrm>
            <a:off x="188148" y="1794466"/>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36" name="Graphic 35" descr="Cursor with solid fill">
            <a:extLst>
              <a:ext uri="{FF2B5EF4-FFF2-40B4-BE49-F238E27FC236}">
                <a16:creationId xmlns:a16="http://schemas.microsoft.com/office/drawing/2014/main" id="{037A3676-F96E-405C-BEFD-19C9806A0FF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704619" y="1985865"/>
            <a:ext cx="395274" cy="395274"/>
          </a:xfrm>
          <a:prstGeom prst="rect">
            <a:avLst/>
          </a:prstGeom>
        </p:spPr>
      </p:pic>
      <p:sp>
        <p:nvSpPr>
          <p:cNvPr id="39" name="sub-q 2">
            <a:hlinkClick r:id="rId2" action="ppaction://hlinksldjump"/>
            <a:extLst>
              <a:ext uri="{FF2B5EF4-FFF2-40B4-BE49-F238E27FC236}">
                <a16:creationId xmlns:a16="http://schemas.microsoft.com/office/drawing/2014/main" id="{6EF3DD94-3736-462F-AB9F-563FBCA6DBC5}"/>
              </a:ext>
            </a:extLst>
          </p:cNvPr>
          <p:cNvSpPr txBox="1"/>
          <p:nvPr/>
        </p:nvSpPr>
        <p:spPr>
          <a:xfrm>
            <a:off x="445768" y="1112181"/>
            <a:ext cx="1456487" cy="408623"/>
          </a:xfrm>
          <a:prstGeom prst="roundRect">
            <a:avLst/>
          </a:prstGeom>
          <a:solidFill>
            <a:schemeClr val="tx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a:solidFill>
                  <a:schemeClr val="bg1"/>
                </a:solidFill>
              </a:rPr>
              <a:t>Differential</a:t>
            </a:r>
          </a:p>
        </p:txBody>
      </p:sp>
      <p:cxnSp>
        <p:nvCxnSpPr>
          <p:cNvPr id="48" name="Connector: Elbow 47">
            <a:extLst>
              <a:ext uri="{FF2B5EF4-FFF2-40B4-BE49-F238E27FC236}">
                <a16:creationId xmlns:a16="http://schemas.microsoft.com/office/drawing/2014/main" id="{5AC76CF6-C80E-42B2-9851-AC9D3012CAA9}"/>
              </a:ext>
            </a:extLst>
          </p:cNvPr>
          <p:cNvCxnSpPr>
            <a:cxnSpLocks/>
          </p:cNvCxnSpPr>
          <p:nvPr/>
        </p:nvCxnSpPr>
        <p:spPr>
          <a:xfrm rot="16200000" flipH="1">
            <a:off x="112036" y="2339183"/>
            <a:ext cx="469827" cy="19764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56" name="Connector: Elbow 55">
            <a:extLst>
              <a:ext uri="{FF2B5EF4-FFF2-40B4-BE49-F238E27FC236}">
                <a16:creationId xmlns:a16="http://schemas.microsoft.com/office/drawing/2014/main" id="{1D48DD17-7ED0-4DA7-8392-DD9C56E042BE}"/>
              </a:ext>
            </a:extLst>
          </p:cNvPr>
          <p:cNvCxnSpPr>
            <a:cxnSpLocks/>
            <a:endCxn id="39" idx="1"/>
          </p:cNvCxnSpPr>
          <p:nvPr/>
        </p:nvCxnSpPr>
        <p:spPr>
          <a:xfrm rot="16200000" flipH="1">
            <a:off x="154430" y="1025155"/>
            <a:ext cx="385038" cy="19763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28" name="sub-q 1 button">
            <a:hlinkClick r:id="rId17" action="ppaction://hlinksldjump"/>
            <a:extLst>
              <a:ext uri="{FF2B5EF4-FFF2-40B4-BE49-F238E27FC236}">
                <a16:creationId xmlns:a16="http://schemas.microsoft.com/office/drawing/2014/main" id="{85D55FF7-188A-444C-85B5-39F2DC7B71CE}"/>
              </a:ext>
            </a:extLst>
          </p:cNvPr>
          <p:cNvSpPr txBox="1"/>
          <p:nvPr/>
        </p:nvSpPr>
        <p:spPr>
          <a:xfrm>
            <a:off x="445770" y="2468606"/>
            <a:ext cx="145967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Medications</a:t>
            </a:r>
          </a:p>
        </p:txBody>
      </p:sp>
      <p:pic>
        <p:nvPicPr>
          <p:cNvPr id="29" name="Graphic 28" descr="Cursor with solid fill">
            <a:hlinkClick r:id="rId2" action="ppaction://hlinksldjump"/>
            <a:extLst>
              <a:ext uri="{FF2B5EF4-FFF2-40B4-BE49-F238E27FC236}">
                <a16:creationId xmlns:a16="http://schemas.microsoft.com/office/drawing/2014/main" id="{858A6E9E-5D66-4770-B065-1F104A2FF30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704619" y="2671594"/>
            <a:ext cx="395274" cy="395274"/>
          </a:xfrm>
          <a:prstGeom prst="rect">
            <a:avLst/>
          </a:prstGeom>
        </p:spPr>
      </p:pic>
    </p:spTree>
    <p:extLst>
      <p:ext uri="{BB962C8B-B14F-4D97-AF65-F5344CB8AC3E}">
        <p14:creationId xmlns:p14="http://schemas.microsoft.com/office/powerpoint/2010/main" val="139616445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Goals">
            <a:extLst>
              <a:ext uri="{FF2B5EF4-FFF2-40B4-BE49-F238E27FC236}">
                <a16:creationId xmlns:a16="http://schemas.microsoft.com/office/drawing/2014/main" id="{D7C64946-3802-44DD-93FA-635403E079BA}"/>
              </a:ext>
            </a:extLst>
          </p:cNvPr>
          <p:cNvSpPr txBox="1"/>
          <p:nvPr/>
        </p:nvSpPr>
        <p:spPr>
          <a:xfrm>
            <a:off x="4075687" y="641889"/>
            <a:ext cx="6408131" cy="584775"/>
          </a:xfrm>
          <a:prstGeom prst="rect">
            <a:avLst/>
          </a:prstGeom>
          <a:noFill/>
        </p:spPr>
        <p:txBody>
          <a:bodyPr wrap="square" rtlCol="0">
            <a:spAutoFit/>
          </a:bodyPr>
          <a:lstStyle/>
          <a:p>
            <a:pPr algn="ctr"/>
            <a:r>
              <a:rPr lang="en-US" sz="1600" b="1"/>
              <a:t>Patient focused: </a:t>
            </a:r>
            <a:r>
              <a:rPr lang="en-US" sz="1600"/>
              <a:t>What are the patient’s goals for therapy?</a:t>
            </a:r>
          </a:p>
          <a:p>
            <a:pPr algn="ctr"/>
            <a:r>
              <a:rPr lang="en-US" sz="1600" b="1"/>
              <a:t>Remission</a:t>
            </a:r>
            <a:r>
              <a:rPr lang="en-US" sz="1600"/>
              <a:t> = Absence of sad mood and reduced interest x 3 weeks </a:t>
            </a:r>
          </a:p>
        </p:txBody>
      </p:sp>
      <p:sp>
        <p:nvSpPr>
          <p:cNvPr id="79" name="first button">
            <a:extLst>
              <a:ext uri="{FF2B5EF4-FFF2-40B4-BE49-F238E27FC236}">
                <a16:creationId xmlns:a16="http://schemas.microsoft.com/office/drawing/2014/main" id="{85DE1154-37C6-43A4-B945-42E2CE855064}"/>
              </a:ext>
            </a:extLst>
          </p:cNvPr>
          <p:cNvSpPr txBox="1"/>
          <p:nvPr/>
        </p:nvSpPr>
        <p:spPr>
          <a:xfrm>
            <a:off x="6458190" y="2636719"/>
            <a:ext cx="1727307" cy="374571"/>
          </a:xfrm>
          <a:prstGeom prst="roundRect">
            <a:avLst/>
          </a:prstGeom>
          <a:solidFill>
            <a:schemeClr val="accent3">
              <a:lumMod val="40000"/>
              <a:lumOff val="60000"/>
            </a:schemeClr>
          </a:solidFill>
          <a:ln w="28575">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lang="en-US" sz="1600" dirty="0"/>
              <a:t>First follow-up? </a:t>
            </a:r>
          </a:p>
        </p:txBody>
      </p:sp>
      <p:cxnSp>
        <p:nvCxnSpPr>
          <p:cNvPr id="93" name="Straight Arrow Connector 92">
            <a:extLst>
              <a:ext uri="{FF2B5EF4-FFF2-40B4-BE49-F238E27FC236}">
                <a16:creationId xmlns:a16="http://schemas.microsoft.com/office/drawing/2014/main" id="{9CC615EA-53FB-4178-9CD0-B3404A27B5D4}"/>
              </a:ext>
            </a:extLst>
          </p:cNvPr>
          <p:cNvCxnSpPr>
            <a:cxnSpLocks/>
            <a:stCxn id="2" idx="2"/>
            <a:endCxn id="79" idx="0"/>
          </p:cNvCxnSpPr>
          <p:nvPr/>
        </p:nvCxnSpPr>
        <p:spPr>
          <a:xfrm>
            <a:off x="7321843" y="2024466"/>
            <a:ext cx="1" cy="612253"/>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 name="Goals button">
            <a:extLst>
              <a:ext uri="{FF2B5EF4-FFF2-40B4-BE49-F238E27FC236}">
                <a16:creationId xmlns:a16="http://schemas.microsoft.com/office/drawing/2014/main" id="{CA5D6163-E6F8-47F5-B01C-F091B6FC6E83}"/>
              </a:ext>
            </a:extLst>
          </p:cNvPr>
          <p:cNvSpPr/>
          <p:nvPr/>
        </p:nvSpPr>
        <p:spPr>
          <a:xfrm>
            <a:off x="5457936" y="180315"/>
            <a:ext cx="3643634" cy="395274"/>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Goals of Depression Treatment</a:t>
            </a:r>
          </a:p>
        </p:txBody>
      </p:sp>
      <p:pic>
        <p:nvPicPr>
          <p:cNvPr id="103" name="Graphic 102" descr="Cursor with solid fill">
            <a:extLst>
              <a:ext uri="{FF2B5EF4-FFF2-40B4-BE49-F238E27FC236}">
                <a16:creationId xmlns:a16="http://schemas.microsoft.com/office/drawing/2014/main" id="{43B4D357-617D-42E7-B4B2-2C547D25A7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03933" y="389630"/>
            <a:ext cx="395274" cy="395274"/>
          </a:xfrm>
          <a:prstGeom prst="rect">
            <a:avLst/>
          </a:prstGeom>
        </p:spPr>
      </p:pic>
      <p:sp>
        <p:nvSpPr>
          <p:cNvPr id="2" name="Therapeutic Approach">
            <a:extLst>
              <a:ext uri="{FF2B5EF4-FFF2-40B4-BE49-F238E27FC236}">
                <a16:creationId xmlns:a16="http://schemas.microsoft.com/office/drawing/2014/main" id="{4F5C5149-2C2F-44B0-81BE-D0771458AD2A}"/>
              </a:ext>
            </a:extLst>
          </p:cNvPr>
          <p:cNvSpPr/>
          <p:nvPr/>
        </p:nvSpPr>
        <p:spPr>
          <a:xfrm>
            <a:off x="5629766" y="1478923"/>
            <a:ext cx="3384154" cy="545543"/>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Start Treatment </a:t>
            </a:r>
          </a:p>
          <a:p>
            <a:pPr algn="ctr"/>
            <a:r>
              <a:rPr lang="en-US" sz="1600" dirty="0">
                <a:solidFill>
                  <a:schemeClr val="tx1"/>
                </a:solidFill>
              </a:rPr>
              <a:t>(Medication and/or Psychotherapy)</a:t>
            </a:r>
          </a:p>
        </p:txBody>
      </p:sp>
      <p:grpSp>
        <p:nvGrpSpPr>
          <p:cNvPr id="5" name="first text">
            <a:extLst>
              <a:ext uri="{FF2B5EF4-FFF2-40B4-BE49-F238E27FC236}">
                <a16:creationId xmlns:a16="http://schemas.microsoft.com/office/drawing/2014/main" id="{D1E98406-3423-4113-8D3F-756AABA453F5}"/>
              </a:ext>
            </a:extLst>
          </p:cNvPr>
          <p:cNvGrpSpPr/>
          <p:nvPr/>
        </p:nvGrpSpPr>
        <p:grpSpPr>
          <a:xfrm>
            <a:off x="8185497" y="2421673"/>
            <a:ext cx="3776038" cy="958182"/>
            <a:chOff x="8185497" y="2421673"/>
            <a:chExt cx="3776038" cy="958182"/>
          </a:xfrm>
        </p:grpSpPr>
        <p:sp>
          <p:nvSpPr>
            <p:cNvPr id="45" name="TextBox 44">
              <a:extLst>
                <a:ext uri="{FF2B5EF4-FFF2-40B4-BE49-F238E27FC236}">
                  <a16:creationId xmlns:a16="http://schemas.microsoft.com/office/drawing/2014/main" id="{CA5D266E-8E48-450D-AA4A-D44331EFE983}"/>
                </a:ext>
              </a:extLst>
            </p:cNvPr>
            <p:cNvSpPr txBox="1"/>
            <p:nvPr/>
          </p:nvSpPr>
          <p:spPr>
            <a:xfrm>
              <a:off x="8799073" y="2795080"/>
              <a:ext cx="3162462" cy="584775"/>
            </a:xfrm>
            <a:prstGeom prst="rect">
              <a:avLst/>
            </a:prstGeom>
            <a:noFill/>
          </p:spPr>
          <p:txBody>
            <a:bodyPr wrap="square" rtlCol="0">
              <a:spAutoFit/>
            </a:bodyPr>
            <a:lstStyle/>
            <a:p>
              <a:pPr marL="342900" indent="-342900">
                <a:buFont typeface="+mj-lt"/>
                <a:buAutoNum type="arabicPeriod"/>
              </a:pPr>
              <a:r>
                <a:rPr lang="en-US" sz="1600"/>
                <a:t>Worsening </a:t>
              </a:r>
              <a:r>
                <a:rPr lang="en-US" sz="1600" b="1"/>
                <a:t>suicidality</a:t>
              </a:r>
              <a:r>
                <a:rPr lang="en-US" sz="1600"/>
                <a:t> or </a:t>
              </a:r>
              <a:r>
                <a:rPr lang="en-US" sz="1600" b="1"/>
                <a:t>mania</a:t>
              </a:r>
            </a:p>
            <a:p>
              <a:pPr marL="342900" indent="-342900">
                <a:buFont typeface="+mj-lt"/>
                <a:buAutoNum type="arabicPeriod"/>
              </a:pPr>
              <a:r>
                <a:rPr lang="en-US" sz="1600"/>
                <a:t>Intolerable </a:t>
              </a:r>
              <a:r>
                <a:rPr lang="en-US" sz="1600" b="1"/>
                <a:t>side-effects</a:t>
              </a:r>
            </a:p>
          </p:txBody>
        </p:sp>
        <p:sp>
          <p:nvSpPr>
            <p:cNvPr id="47" name="TextBox 46">
              <a:extLst>
                <a:ext uri="{FF2B5EF4-FFF2-40B4-BE49-F238E27FC236}">
                  <a16:creationId xmlns:a16="http://schemas.microsoft.com/office/drawing/2014/main" id="{2939638E-B01C-481A-9984-55D8A1D2CF85}"/>
                </a:ext>
              </a:extLst>
            </p:cNvPr>
            <p:cNvSpPr txBox="1"/>
            <p:nvPr/>
          </p:nvSpPr>
          <p:spPr>
            <a:xfrm>
              <a:off x="8881959" y="2421673"/>
              <a:ext cx="2979313" cy="369332"/>
            </a:xfrm>
            <a:prstGeom prst="rect">
              <a:avLst/>
            </a:prstGeom>
            <a:noFill/>
            <a:ln>
              <a:solidFill>
                <a:schemeClr val="tx1"/>
              </a:solidFill>
            </a:ln>
          </p:spPr>
          <p:txBody>
            <a:bodyPr wrap="square">
              <a:spAutoFit/>
            </a:bodyPr>
            <a:lstStyle/>
            <a:p>
              <a:pPr algn="ctr"/>
              <a:r>
                <a:rPr lang="en-US" sz="1800" b="1"/>
                <a:t>@ 1-2 weeks to confirm NO:</a:t>
              </a:r>
            </a:p>
          </p:txBody>
        </p:sp>
        <p:cxnSp>
          <p:nvCxnSpPr>
            <p:cNvPr id="13" name="Straight Arrow Connector 12">
              <a:extLst>
                <a:ext uri="{FF2B5EF4-FFF2-40B4-BE49-F238E27FC236}">
                  <a16:creationId xmlns:a16="http://schemas.microsoft.com/office/drawing/2014/main" id="{AE29B1E1-1FCF-48FD-AABF-F99F11A74E18}"/>
                </a:ext>
              </a:extLst>
            </p:cNvPr>
            <p:cNvCxnSpPr>
              <a:stCxn id="79" idx="3"/>
              <a:endCxn id="47" idx="1"/>
            </p:cNvCxnSpPr>
            <p:nvPr/>
          </p:nvCxnSpPr>
          <p:spPr>
            <a:xfrm flipV="1">
              <a:off x="8185497" y="2606339"/>
              <a:ext cx="696462" cy="217666"/>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grpSp>
        <p:nvGrpSpPr>
          <p:cNvPr id="6" name="Second text">
            <a:extLst>
              <a:ext uri="{FF2B5EF4-FFF2-40B4-BE49-F238E27FC236}">
                <a16:creationId xmlns:a16="http://schemas.microsoft.com/office/drawing/2014/main" id="{E9DE7344-E227-4C2D-AFF6-01706C0F24BA}"/>
              </a:ext>
            </a:extLst>
          </p:cNvPr>
          <p:cNvGrpSpPr/>
          <p:nvPr/>
        </p:nvGrpSpPr>
        <p:grpSpPr>
          <a:xfrm>
            <a:off x="8277718" y="3660589"/>
            <a:ext cx="3779631" cy="959365"/>
            <a:chOff x="8277718" y="3660589"/>
            <a:chExt cx="3779631" cy="959365"/>
          </a:xfrm>
        </p:grpSpPr>
        <p:sp>
          <p:nvSpPr>
            <p:cNvPr id="50" name="TextBox 49">
              <a:extLst>
                <a:ext uri="{FF2B5EF4-FFF2-40B4-BE49-F238E27FC236}">
                  <a16:creationId xmlns:a16="http://schemas.microsoft.com/office/drawing/2014/main" id="{A40EE972-9BFC-4FF9-A466-820E2BB07CC7}"/>
                </a:ext>
              </a:extLst>
            </p:cNvPr>
            <p:cNvSpPr txBox="1"/>
            <p:nvPr/>
          </p:nvSpPr>
          <p:spPr>
            <a:xfrm>
              <a:off x="8642963" y="4035179"/>
              <a:ext cx="3414386" cy="584775"/>
            </a:xfrm>
            <a:prstGeom prst="rect">
              <a:avLst/>
            </a:prstGeom>
            <a:noFill/>
          </p:spPr>
          <p:txBody>
            <a:bodyPr wrap="square" rtlCol="0">
              <a:spAutoFit/>
            </a:bodyPr>
            <a:lstStyle/>
            <a:p>
              <a:pPr marL="342900" indent="-342900">
                <a:buFont typeface="+mj-lt"/>
                <a:buAutoNum type="arabicPeriod"/>
              </a:pPr>
              <a:r>
                <a:rPr lang="en-US" sz="1600"/>
                <a:t>Response to </a:t>
              </a:r>
              <a:r>
                <a:rPr lang="en-US" sz="1600" b="1"/>
                <a:t>therapy</a:t>
              </a:r>
            </a:p>
            <a:p>
              <a:pPr marL="342900" indent="-342900">
                <a:buFont typeface="+mj-lt"/>
                <a:buAutoNum type="arabicPeriod"/>
              </a:pPr>
              <a:r>
                <a:rPr lang="en-US" sz="1600"/>
                <a:t>Improvement in initial </a:t>
              </a:r>
              <a:r>
                <a:rPr lang="en-US" sz="1600" b="1"/>
                <a:t>side effects</a:t>
              </a:r>
            </a:p>
          </p:txBody>
        </p:sp>
        <p:sp>
          <p:nvSpPr>
            <p:cNvPr id="51" name="TextBox 50">
              <a:extLst>
                <a:ext uri="{FF2B5EF4-FFF2-40B4-BE49-F238E27FC236}">
                  <a16:creationId xmlns:a16="http://schemas.microsoft.com/office/drawing/2014/main" id="{8FEF0C70-CB2B-4905-A675-3642C5CE294B}"/>
                </a:ext>
              </a:extLst>
            </p:cNvPr>
            <p:cNvSpPr txBox="1"/>
            <p:nvPr/>
          </p:nvSpPr>
          <p:spPr>
            <a:xfrm>
              <a:off x="8860500" y="3660589"/>
              <a:ext cx="2979313" cy="369332"/>
            </a:xfrm>
            <a:prstGeom prst="rect">
              <a:avLst/>
            </a:prstGeom>
            <a:noFill/>
            <a:ln>
              <a:solidFill>
                <a:schemeClr val="tx1"/>
              </a:solidFill>
            </a:ln>
          </p:spPr>
          <p:txBody>
            <a:bodyPr wrap="square">
              <a:spAutoFit/>
            </a:bodyPr>
            <a:lstStyle/>
            <a:p>
              <a:pPr algn="ctr"/>
              <a:r>
                <a:rPr lang="en-US" sz="1800" b="1" dirty="0"/>
                <a:t>@ 2-4 weeks to </a:t>
              </a:r>
              <a:r>
                <a:rPr lang="en-US" b="1" dirty="0"/>
                <a:t>evaluate</a:t>
              </a:r>
              <a:r>
                <a:rPr lang="en-US" sz="1800" b="1" dirty="0"/>
                <a:t>:</a:t>
              </a:r>
            </a:p>
          </p:txBody>
        </p:sp>
        <p:cxnSp>
          <p:nvCxnSpPr>
            <p:cNvPr id="52" name="Straight Arrow Connector 51">
              <a:extLst>
                <a:ext uri="{FF2B5EF4-FFF2-40B4-BE49-F238E27FC236}">
                  <a16:creationId xmlns:a16="http://schemas.microsoft.com/office/drawing/2014/main" id="{08C5DA75-7EDB-409D-A80A-9E16CCAFD12A}"/>
                </a:ext>
              </a:extLst>
            </p:cNvPr>
            <p:cNvCxnSpPr>
              <a:cxnSpLocks/>
              <a:stCxn id="42" idx="3"/>
              <a:endCxn id="51" idx="1"/>
            </p:cNvCxnSpPr>
            <p:nvPr/>
          </p:nvCxnSpPr>
          <p:spPr>
            <a:xfrm flipV="1">
              <a:off x="8277718" y="3845255"/>
              <a:ext cx="582782" cy="121829"/>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cxnSp>
        <p:nvCxnSpPr>
          <p:cNvPr id="54" name="Straight Arrow Connector 53">
            <a:extLst>
              <a:ext uri="{FF2B5EF4-FFF2-40B4-BE49-F238E27FC236}">
                <a16:creationId xmlns:a16="http://schemas.microsoft.com/office/drawing/2014/main" id="{0AB6CD21-E96E-45DB-8458-76FB2A789469}"/>
              </a:ext>
            </a:extLst>
          </p:cNvPr>
          <p:cNvCxnSpPr>
            <a:cxnSpLocks/>
            <a:stCxn id="79" idx="2"/>
            <a:endCxn id="42" idx="0"/>
          </p:cNvCxnSpPr>
          <p:nvPr/>
        </p:nvCxnSpPr>
        <p:spPr>
          <a:xfrm flipH="1">
            <a:off x="7321843" y="3011290"/>
            <a:ext cx="1" cy="768508"/>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7" name="second arrows">
            <a:extLst>
              <a:ext uri="{FF2B5EF4-FFF2-40B4-BE49-F238E27FC236}">
                <a16:creationId xmlns:a16="http://schemas.microsoft.com/office/drawing/2014/main" id="{6BD18F2A-1339-4C41-948C-5F761A3EE583}"/>
              </a:ext>
            </a:extLst>
          </p:cNvPr>
          <p:cNvGrpSpPr/>
          <p:nvPr/>
        </p:nvGrpSpPr>
        <p:grpSpPr>
          <a:xfrm>
            <a:off x="4386836" y="4154368"/>
            <a:ext cx="5866478" cy="1060183"/>
            <a:chOff x="4386836" y="4154368"/>
            <a:chExt cx="5866478" cy="1060183"/>
          </a:xfrm>
        </p:grpSpPr>
        <p:cxnSp>
          <p:nvCxnSpPr>
            <p:cNvPr id="57" name="Straight Arrow Connector 56">
              <a:extLst>
                <a:ext uri="{FF2B5EF4-FFF2-40B4-BE49-F238E27FC236}">
                  <a16:creationId xmlns:a16="http://schemas.microsoft.com/office/drawing/2014/main" id="{F1BDF4BB-FD65-4827-8E74-07460C587BAE}"/>
                </a:ext>
              </a:extLst>
            </p:cNvPr>
            <p:cNvCxnSpPr>
              <a:cxnSpLocks/>
              <a:stCxn id="42" idx="2"/>
              <a:endCxn id="69" idx="0"/>
            </p:cNvCxnSpPr>
            <p:nvPr/>
          </p:nvCxnSpPr>
          <p:spPr>
            <a:xfrm flipH="1">
              <a:off x="7320074" y="4154369"/>
              <a:ext cx="1769" cy="1060179"/>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 name="Connector: Elbow 18">
              <a:extLst>
                <a:ext uri="{FF2B5EF4-FFF2-40B4-BE49-F238E27FC236}">
                  <a16:creationId xmlns:a16="http://schemas.microsoft.com/office/drawing/2014/main" id="{1DB798BD-9C2E-4E44-B656-86F9FEC3A1C0}"/>
                </a:ext>
              </a:extLst>
            </p:cNvPr>
            <p:cNvCxnSpPr>
              <a:cxnSpLocks/>
              <a:stCxn id="42" idx="2"/>
              <a:endCxn id="67" idx="0"/>
            </p:cNvCxnSpPr>
            <p:nvPr/>
          </p:nvCxnSpPr>
          <p:spPr>
            <a:xfrm rot="16200000" flipH="1">
              <a:off x="8257487" y="3218725"/>
              <a:ext cx="1060183" cy="2931470"/>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26E3D095-FBEC-481D-BACA-54C46828FB60}"/>
                </a:ext>
              </a:extLst>
            </p:cNvPr>
            <p:cNvCxnSpPr>
              <a:cxnSpLocks/>
              <a:stCxn id="42" idx="2"/>
              <a:endCxn id="70" idx="0"/>
            </p:cNvCxnSpPr>
            <p:nvPr/>
          </p:nvCxnSpPr>
          <p:spPr>
            <a:xfrm rot="5400000">
              <a:off x="5324250" y="3216954"/>
              <a:ext cx="1060179" cy="2935008"/>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partial answer">
            <a:extLst>
              <a:ext uri="{FF2B5EF4-FFF2-40B4-BE49-F238E27FC236}">
                <a16:creationId xmlns:a16="http://schemas.microsoft.com/office/drawing/2014/main" id="{30FC7A17-6FFA-44BC-AB13-E32A1D697F03}"/>
              </a:ext>
            </a:extLst>
          </p:cNvPr>
          <p:cNvGrpSpPr/>
          <p:nvPr/>
        </p:nvGrpSpPr>
        <p:grpSpPr>
          <a:xfrm>
            <a:off x="6046592" y="5861534"/>
            <a:ext cx="2546963" cy="838315"/>
            <a:chOff x="6046592" y="5861534"/>
            <a:chExt cx="2546963" cy="838315"/>
          </a:xfrm>
        </p:grpSpPr>
        <p:sp>
          <p:nvSpPr>
            <p:cNvPr id="121" name="TextBox 120">
              <a:extLst>
                <a:ext uri="{FF2B5EF4-FFF2-40B4-BE49-F238E27FC236}">
                  <a16:creationId xmlns:a16="http://schemas.microsoft.com/office/drawing/2014/main" id="{30DA9F63-70DB-42DE-9E13-D01D8101BF84}"/>
                </a:ext>
              </a:extLst>
            </p:cNvPr>
            <p:cNvSpPr txBox="1"/>
            <p:nvPr/>
          </p:nvSpPr>
          <p:spPr>
            <a:xfrm>
              <a:off x="6046592" y="6115074"/>
              <a:ext cx="2546963" cy="584775"/>
            </a:xfrm>
            <a:prstGeom prst="rect">
              <a:avLst/>
            </a:prstGeom>
            <a:noFill/>
            <a:ln>
              <a:solidFill>
                <a:schemeClr val="tx1"/>
              </a:solidFill>
            </a:ln>
          </p:spPr>
          <p:txBody>
            <a:bodyPr wrap="square">
              <a:spAutoFit/>
            </a:bodyPr>
            <a:lstStyle/>
            <a:p>
              <a:pPr algn="ctr"/>
              <a:r>
                <a:rPr lang="en-US" sz="1800" b="1"/>
                <a:t>Increase Dose</a:t>
              </a:r>
            </a:p>
            <a:p>
              <a:pPr algn="ctr"/>
              <a:r>
                <a:rPr lang="en-US" sz="1400"/>
                <a:t>Re-evaluate in 2 weeks</a:t>
              </a:r>
            </a:p>
          </p:txBody>
        </p:sp>
        <p:cxnSp>
          <p:nvCxnSpPr>
            <p:cNvPr id="123" name="Straight Arrow Connector 122">
              <a:extLst>
                <a:ext uri="{FF2B5EF4-FFF2-40B4-BE49-F238E27FC236}">
                  <a16:creationId xmlns:a16="http://schemas.microsoft.com/office/drawing/2014/main" id="{78E6910A-EEFD-467C-9DB6-AE2A530B688C}"/>
                </a:ext>
              </a:extLst>
            </p:cNvPr>
            <p:cNvCxnSpPr>
              <a:cxnSpLocks/>
              <a:stCxn id="69" idx="2"/>
              <a:endCxn id="121" idx="0"/>
            </p:cNvCxnSpPr>
            <p:nvPr/>
          </p:nvCxnSpPr>
          <p:spPr>
            <a:xfrm>
              <a:off x="7320074" y="5861534"/>
              <a:ext cx="0" cy="25354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grpSp>
        <p:nvGrpSpPr>
          <p:cNvPr id="15" name="Complete answer">
            <a:extLst>
              <a:ext uri="{FF2B5EF4-FFF2-40B4-BE49-F238E27FC236}">
                <a16:creationId xmlns:a16="http://schemas.microsoft.com/office/drawing/2014/main" id="{31C4C07A-9813-4F73-851E-68CE321F0928}"/>
              </a:ext>
            </a:extLst>
          </p:cNvPr>
          <p:cNvGrpSpPr/>
          <p:nvPr/>
        </p:nvGrpSpPr>
        <p:grpSpPr>
          <a:xfrm>
            <a:off x="8712076" y="5861538"/>
            <a:ext cx="3082471" cy="838311"/>
            <a:chOff x="8712076" y="5861538"/>
            <a:chExt cx="3082471" cy="838311"/>
          </a:xfrm>
        </p:grpSpPr>
        <p:sp>
          <p:nvSpPr>
            <p:cNvPr id="122" name="TextBox 121">
              <a:extLst>
                <a:ext uri="{FF2B5EF4-FFF2-40B4-BE49-F238E27FC236}">
                  <a16:creationId xmlns:a16="http://schemas.microsoft.com/office/drawing/2014/main" id="{DAF94D2F-7B8B-4C8A-B688-0FFF58A5F406}"/>
                </a:ext>
              </a:extLst>
            </p:cNvPr>
            <p:cNvSpPr txBox="1"/>
            <p:nvPr/>
          </p:nvSpPr>
          <p:spPr>
            <a:xfrm>
              <a:off x="8712076" y="6115074"/>
              <a:ext cx="3082471" cy="584775"/>
            </a:xfrm>
            <a:prstGeom prst="rect">
              <a:avLst/>
            </a:prstGeom>
            <a:noFill/>
            <a:ln>
              <a:solidFill>
                <a:schemeClr val="tx1"/>
              </a:solidFill>
            </a:ln>
          </p:spPr>
          <p:txBody>
            <a:bodyPr wrap="square">
              <a:spAutoFit/>
            </a:bodyPr>
            <a:lstStyle/>
            <a:p>
              <a:pPr algn="ctr"/>
              <a:r>
                <a:rPr lang="en-US" sz="1800" b="1"/>
                <a:t>Maintain Dose</a:t>
              </a:r>
            </a:p>
            <a:p>
              <a:pPr algn="ctr"/>
              <a:r>
                <a:rPr lang="en-US" sz="1400"/>
                <a:t>Consider discontinuation in 3-9 months</a:t>
              </a:r>
            </a:p>
          </p:txBody>
        </p:sp>
        <p:cxnSp>
          <p:nvCxnSpPr>
            <p:cNvPr id="124" name="Straight Arrow Connector 123">
              <a:extLst>
                <a:ext uri="{FF2B5EF4-FFF2-40B4-BE49-F238E27FC236}">
                  <a16:creationId xmlns:a16="http://schemas.microsoft.com/office/drawing/2014/main" id="{ECFDC37D-86B1-4740-9411-0827368C8585}"/>
                </a:ext>
              </a:extLst>
            </p:cNvPr>
            <p:cNvCxnSpPr>
              <a:cxnSpLocks/>
              <a:stCxn id="67" idx="2"/>
              <a:endCxn id="122" idx="0"/>
            </p:cNvCxnSpPr>
            <p:nvPr/>
          </p:nvCxnSpPr>
          <p:spPr>
            <a:xfrm flipH="1">
              <a:off x="10253312" y="5861538"/>
              <a:ext cx="1" cy="253536"/>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grpSp>
        <p:nvGrpSpPr>
          <p:cNvPr id="11" name="no rsesponse answer">
            <a:extLst>
              <a:ext uri="{FF2B5EF4-FFF2-40B4-BE49-F238E27FC236}">
                <a16:creationId xmlns:a16="http://schemas.microsoft.com/office/drawing/2014/main" id="{4DCB7677-D447-4922-B875-39F1A3D20FC7}"/>
              </a:ext>
            </a:extLst>
          </p:cNvPr>
          <p:cNvGrpSpPr/>
          <p:nvPr/>
        </p:nvGrpSpPr>
        <p:grpSpPr>
          <a:xfrm>
            <a:off x="3245698" y="2824005"/>
            <a:ext cx="3212491" cy="3782862"/>
            <a:chOff x="3245698" y="2824005"/>
            <a:chExt cx="3212491" cy="3782862"/>
          </a:xfrm>
        </p:grpSpPr>
        <p:sp>
          <p:nvSpPr>
            <p:cNvPr id="120" name="TextBox 119">
              <a:extLst>
                <a:ext uri="{FF2B5EF4-FFF2-40B4-BE49-F238E27FC236}">
                  <a16:creationId xmlns:a16="http://schemas.microsoft.com/office/drawing/2014/main" id="{17A3B802-94FD-459E-A116-17BCE6F66668}"/>
                </a:ext>
              </a:extLst>
            </p:cNvPr>
            <p:cNvSpPr txBox="1"/>
            <p:nvPr/>
          </p:nvSpPr>
          <p:spPr>
            <a:xfrm>
              <a:off x="3245699" y="6237535"/>
              <a:ext cx="2282270" cy="369332"/>
            </a:xfrm>
            <a:prstGeom prst="rect">
              <a:avLst/>
            </a:prstGeom>
            <a:noFill/>
            <a:ln>
              <a:solidFill>
                <a:schemeClr val="tx1"/>
              </a:solidFill>
            </a:ln>
          </p:spPr>
          <p:txBody>
            <a:bodyPr wrap="square">
              <a:spAutoFit/>
            </a:bodyPr>
            <a:lstStyle/>
            <a:p>
              <a:pPr algn="ctr"/>
              <a:r>
                <a:rPr lang="en-US" sz="1800" b="1"/>
                <a:t>Choose another agent</a:t>
              </a:r>
            </a:p>
          </p:txBody>
        </p:sp>
        <p:cxnSp>
          <p:nvCxnSpPr>
            <p:cNvPr id="39" name="Connector: Elbow 38">
              <a:extLst>
                <a:ext uri="{FF2B5EF4-FFF2-40B4-BE49-F238E27FC236}">
                  <a16:creationId xmlns:a16="http://schemas.microsoft.com/office/drawing/2014/main" id="{C6031ECC-57D1-4766-BE97-5EC52273857A}"/>
                </a:ext>
              </a:extLst>
            </p:cNvPr>
            <p:cNvCxnSpPr>
              <a:cxnSpLocks/>
              <a:stCxn id="120" idx="1"/>
              <a:endCxn id="79" idx="1"/>
            </p:cNvCxnSpPr>
            <p:nvPr/>
          </p:nvCxnSpPr>
          <p:spPr>
            <a:xfrm rot="10800000" flipH="1">
              <a:off x="3245698" y="2824005"/>
              <a:ext cx="3212491" cy="3598196"/>
            </a:xfrm>
            <a:prstGeom prst="bentConnector3">
              <a:avLst>
                <a:gd name="adj1" fmla="val -711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0B69AC45-A9F6-42B8-85C5-23556E69B926}"/>
                </a:ext>
              </a:extLst>
            </p:cNvPr>
            <p:cNvCxnSpPr>
              <a:cxnSpLocks/>
              <a:stCxn id="70" idx="2"/>
              <a:endCxn id="120" idx="0"/>
            </p:cNvCxnSpPr>
            <p:nvPr/>
          </p:nvCxnSpPr>
          <p:spPr>
            <a:xfrm flipH="1">
              <a:off x="4386834" y="5861534"/>
              <a:ext cx="1" cy="376001"/>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pic>
        <p:nvPicPr>
          <p:cNvPr id="55" name="Graphic 54" descr="Cursor with solid fill">
            <a:extLst>
              <a:ext uri="{FF2B5EF4-FFF2-40B4-BE49-F238E27FC236}">
                <a16:creationId xmlns:a16="http://schemas.microsoft.com/office/drawing/2014/main" id="{B339221A-9276-4BAC-B021-C683FEC5AC7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87859" y="2854385"/>
            <a:ext cx="395274" cy="395274"/>
          </a:xfrm>
          <a:prstGeom prst="rect">
            <a:avLst/>
          </a:prstGeom>
        </p:spPr>
      </p:pic>
      <p:sp>
        <p:nvSpPr>
          <p:cNvPr id="42" name="2 weeks?">
            <a:extLst>
              <a:ext uri="{FF2B5EF4-FFF2-40B4-BE49-F238E27FC236}">
                <a16:creationId xmlns:a16="http://schemas.microsoft.com/office/drawing/2014/main" id="{74AAC776-3149-41F3-AA38-185D98BD7C7C}"/>
              </a:ext>
            </a:extLst>
          </p:cNvPr>
          <p:cNvSpPr txBox="1"/>
          <p:nvPr/>
        </p:nvSpPr>
        <p:spPr>
          <a:xfrm>
            <a:off x="6365968" y="3779798"/>
            <a:ext cx="1911750" cy="374571"/>
          </a:xfrm>
          <a:prstGeom prst="roundRect">
            <a:avLst/>
          </a:prstGeom>
          <a:solidFill>
            <a:schemeClr val="accent3">
              <a:lumMod val="40000"/>
              <a:lumOff val="60000"/>
            </a:schemeClr>
          </a:solidFill>
          <a:ln w="28575">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lang="en-US" sz="1600" dirty="0"/>
              <a:t>Second follow-up? </a:t>
            </a:r>
          </a:p>
        </p:txBody>
      </p:sp>
      <p:pic>
        <p:nvPicPr>
          <p:cNvPr id="56" name="Graphic 55" descr="Cursor with solid fill">
            <a:extLst>
              <a:ext uri="{FF2B5EF4-FFF2-40B4-BE49-F238E27FC236}">
                <a16:creationId xmlns:a16="http://schemas.microsoft.com/office/drawing/2014/main" id="{326BD0F3-61EB-4CC6-BFFA-9E19C7724E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84713" y="3988151"/>
            <a:ext cx="395274" cy="395274"/>
          </a:xfrm>
          <a:prstGeom prst="rect">
            <a:avLst/>
          </a:prstGeom>
        </p:spPr>
      </p:pic>
      <p:sp>
        <p:nvSpPr>
          <p:cNvPr id="69" name="2 weeks?">
            <a:extLst>
              <a:ext uri="{FF2B5EF4-FFF2-40B4-BE49-F238E27FC236}">
                <a16:creationId xmlns:a16="http://schemas.microsoft.com/office/drawing/2014/main" id="{6B9541BA-CE08-45EB-B923-76E7B98EB769}"/>
              </a:ext>
            </a:extLst>
          </p:cNvPr>
          <p:cNvSpPr txBox="1"/>
          <p:nvPr/>
        </p:nvSpPr>
        <p:spPr>
          <a:xfrm>
            <a:off x="6178939" y="5214548"/>
            <a:ext cx="2282269" cy="646986"/>
          </a:xfrm>
          <a:prstGeom prst="roundRect">
            <a:avLst/>
          </a:prstGeom>
          <a:solidFill>
            <a:schemeClr val="accent3">
              <a:lumMod val="40000"/>
              <a:lumOff val="60000"/>
            </a:schemeClr>
          </a:solidFill>
          <a:ln w="28575">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lang="en-US" sz="1600"/>
              <a:t>Partial but incomplete response?</a:t>
            </a:r>
          </a:p>
        </p:txBody>
      </p:sp>
      <p:pic>
        <p:nvPicPr>
          <p:cNvPr id="58" name="Graphic 57" descr="Cursor with solid fill">
            <a:extLst>
              <a:ext uri="{FF2B5EF4-FFF2-40B4-BE49-F238E27FC236}">
                <a16:creationId xmlns:a16="http://schemas.microsoft.com/office/drawing/2014/main" id="{FA195AB2-E8D3-4639-B3BC-E181CF2BB45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57996" y="5680133"/>
            <a:ext cx="395274" cy="395274"/>
          </a:xfrm>
          <a:prstGeom prst="rect">
            <a:avLst/>
          </a:prstGeom>
        </p:spPr>
      </p:pic>
      <p:sp>
        <p:nvSpPr>
          <p:cNvPr id="67" name="2 weeks?">
            <a:extLst>
              <a:ext uri="{FF2B5EF4-FFF2-40B4-BE49-F238E27FC236}">
                <a16:creationId xmlns:a16="http://schemas.microsoft.com/office/drawing/2014/main" id="{E73AD0F9-548E-420C-9B3A-346FDCEC57A4}"/>
              </a:ext>
            </a:extLst>
          </p:cNvPr>
          <p:cNvSpPr txBox="1"/>
          <p:nvPr/>
        </p:nvSpPr>
        <p:spPr>
          <a:xfrm>
            <a:off x="9112178" y="5214552"/>
            <a:ext cx="2282269" cy="646986"/>
          </a:xfrm>
          <a:prstGeom prst="roundRect">
            <a:avLst/>
          </a:prstGeom>
          <a:solidFill>
            <a:schemeClr val="accent3">
              <a:lumMod val="40000"/>
              <a:lumOff val="60000"/>
            </a:schemeClr>
          </a:solidFill>
          <a:ln w="19050">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lang="en-US" sz="1600" dirty="0"/>
              <a:t>Complete response, tolerating well?</a:t>
            </a:r>
          </a:p>
        </p:txBody>
      </p:sp>
      <p:pic>
        <p:nvPicPr>
          <p:cNvPr id="59" name="Graphic 58" descr="Cursor with solid fill">
            <a:extLst>
              <a:ext uri="{FF2B5EF4-FFF2-40B4-BE49-F238E27FC236}">
                <a16:creationId xmlns:a16="http://schemas.microsoft.com/office/drawing/2014/main" id="{511ED925-9DBF-4CD2-87F6-72AAF585F3A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99053" y="5680133"/>
            <a:ext cx="395274" cy="395274"/>
          </a:xfrm>
          <a:prstGeom prst="rect">
            <a:avLst/>
          </a:prstGeom>
        </p:spPr>
      </p:pic>
      <p:sp>
        <p:nvSpPr>
          <p:cNvPr id="70" name="2 weeks?">
            <a:extLst>
              <a:ext uri="{FF2B5EF4-FFF2-40B4-BE49-F238E27FC236}">
                <a16:creationId xmlns:a16="http://schemas.microsoft.com/office/drawing/2014/main" id="{F6281CA8-EB71-420E-9A37-C2D4616B1B83}"/>
              </a:ext>
            </a:extLst>
          </p:cNvPr>
          <p:cNvSpPr txBox="1"/>
          <p:nvPr/>
        </p:nvSpPr>
        <p:spPr>
          <a:xfrm>
            <a:off x="3245700" y="5214548"/>
            <a:ext cx="2282269" cy="646986"/>
          </a:xfrm>
          <a:prstGeom prst="roundRect">
            <a:avLst/>
          </a:prstGeom>
          <a:solidFill>
            <a:schemeClr val="accent3">
              <a:lumMod val="40000"/>
              <a:lumOff val="60000"/>
            </a:schemeClr>
          </a:solidFill>
          <a:ln w="19050">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lang="en-US" sz="1600" dirty="0"/>
              <a:t>No response, intolerable side effects?</a:t>
            </a:r>
          </a:p>
        </p:txBody>
      </p:sp>
      <p:pic>
        <p:nvPicPr>
          <p:cNvPr id="60" name="Graphic 59" descr="Cursor with solid fill">
            <a:extLst>
              <a:ext uri="{FF2B5EF4-FFF2-40B4-BE49-F238E27FC236}">
                <a16:creationId xmlns:a16="http://schemas.microsoft.com/office/drawing/2014/main" id="{DA5EDEB1-9E0D-41B4-9375-9A5BA40881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15284" y="5640129"/>
            <a:ext cx="395274" cy="395274"/>
          </a:xfrm>
          <a:prstGeom prst="rect">
            <a:avLst/>
          </a:prstGeom>
        </p:spPr>
      </p:pic>
      <p:sp>
        <p:nvSpPr>
          <p:cNvPr id="66" name="TextBox 65">
            <a:extLst>
              <a:ext uri="{FF2B5EF4-FFF2-40B4-BE49-F238E27FC236}">
                <a16:creationId xmlns:a16="http://schemas.microsoft.com/office/drawing/2014/main" id="{7F902A6D-71A5-4DF1-BB28-FE021BA11CE4}"/>
              </a:ext>
            </a:extLst>
          </p:cNvPr>
          <p:cNvSpPr txBox="1"/>
          <p:nvPr/>
        </p:nvSpPr>
        <p:spPr>
          <a:xfrm>
            <a:off x="9299206" y="1520247"/>
            <a:ext cx="2758139" cy="369332"/>
          </a:xfrm>
          <a:prstGeom prst="rect">
            <a:avLst/>
          </a:prstGeom>
          <a:noFill/>
          <a:ln>
            <a:solidFill>
              <a:schemeClr val="tx1"/>
            </a:solidFill>
          </a:ln>
        </p:spPr>
        <p:txBody>
          <a:bodyPr wrap="square">
            <a:spAutoFit/>
          </a:bodyPr>
          <a:lstStyle/>
          <a:p>
            <a:pPr algn="ctr"/>
            <a:r>
              <a:rPr lang="en-US" sz="1800" b="1" dirty="0"/>
              <a:t>Equivalent response rates</a:t>
            </a:r>
          </a:p>
        </p:txBody>
      </p:sp>
      <p:cxnSp>
        <p:nvCxnSpPr>
          <p:cNvPr id="68" name="Straight Arrow Connector 67">
            <a:extLst>
              <a:ext uri="{FF2B5EF4-FFF2-40B4-BE49-F238E27FC236}">
                <a16:creationId xmlns:a16="http://schemas.microsoft.com/office/drawing/2014/main" id="{EA5F0E36-19F9-445A-8780-AD418B52E05C}"/>
              </a:ext>
            </a:extLst>
          </p:cNvPr>
          <p:cNvCxnSpPr>
            <a:cxnSpLocks/>
            <a:endCxn id="66" idx="1"/>
          </p:cNvCxnSpPr>
          <p:nvPr/>
        </p:nvCxnSpPr>
        <p:spPr>
          <a:xfrm flipV="1">
            <a:off x="8787578" y="1704913"/>
            <a:ext cx="511628" cy="177075"/>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4" name="question 4">
            <a:hlinkClick r:id="rId4" action="ppaction://hlinksldjump"/>
            <a:extLst>
              <a:ext uri="{FF2B5EF4-FFF2-40B4-BE49-F238E27FC236}">
                <a16:creationId xmlns:a16="http://schemas.microsoft.com/office/drawing/2014/main" id="{12F25353-8E90-4E8A-82DA-DE5FE0BC825D}"/>
              </a:ext>
            </a:extLst>
          </p:cNvPr>
          <p:cNvSpPr txBox="1"/>
          <p:nvPr/>
        </p:nvSpPr>
        <p:spPr>
          <a:xfrm>
            <a:off x="191338" y="202262"/>
            <a:ext cx="1714108" cy="715089"/>
          </a:xfrm>
          <a:prstGeom prst="roundRect">
            <a:avLst>
              <a:gd name="adj" fmla="val 8675"/>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Screening &amp; Diagnosis</a:t>
            </a:r>
          </a:p>
        </p:txBody>
      </p:sp>
      <p:pic>
        <p:nvPicPr>
          <p:cNvPr id="75" name="Graphic 74" descr="Cursor with solid fill">
            <a:extLst>
              <a:ext uri="{FF2B5EF4-FFF2-40B4-BE49-F238E27FC236}">
                <a16:creationId xmlns:a16="http://schemas.microsoft.com/office/drawing/2014/main" id="{519FE096-B98C-4905-95B5-275A659697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04619" y="711337"/>
            <a:ext cx="395274" cy="395274"/>
          </a:xfrm>
          <a:prstGeom prst="rect">
            <a:avLst/>
          </a:prstGeom>
        </p:spPr>
      </p:pic>
      <p:sp>
        <p:nvSpPr>
          <p:cNvPr id="76" name="question 4">
            <a:hlinkClick r:id="rId5" action="ppaction://hlinksldjump"/>
            <a:extLst>
              <a:ext uri="{FF2B5EF4-FFF2-40B4-BE49-F238E27FC236}">
                <a16:creationId xmlns:a16="http://schemas.microsoft.com/office/drawing/2014/main" id="{EACD97BB-63B7-455A-B791-5DFDF4C46D3E}"/>
              </a:ext>
            </a:extLst>
          </p:cNvPr>
          <p:cNvSpPr txBox="1"/>
          <p:nvPr/>
        </p:nvSpPr>
        <p:spPr>
          <a:xfrm>
            <a:off x="188147" y="3186700"/>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78" name="Graphic 25" descr="Cursor with solid fill">
            <a:extLst>
              <a:ext uri="{FF2B5EF4-FFF2-40B4-BE49-F238E27FC236}">
                <a16:creationId xmlns:a16="http://schemas.microsoft.com/office/drawing/2014/main" id="{02D48B32-E003-4344-BA01-2CEA2421BB3E}"/>
              </a:ext>
            </a:extLst>
          </p:cNvPr>
          <p:cNvSpPr/>
          <p:nvPr/>
        </p:nvSpPr>
        <p:spPr>
          <a:xfrm>
            <a:off x="1787044" y="3522640"/>
            <a:ext cx="230422" cy="230576"/>
          </a:xfrm>
          <a:custGeom>
            <a:avLst/>
            <a:gdLst>
              <a:gd name="connsiteX0" fmla="*/ 230423 w 230422"/>
              <a:gd name="connsiteY0" fmla="*/ 193931 h 230576"/>
              <a:gd name="connsiteX1" fmla="*/ 147251 w 230422"/>
              <a:gd name="connsiteY1" fmla="*/ 110800 h 230576"/>
              <a:gd name="connsiteX2" fmla="*/ 220541 w 230422"/>
              <a:gd name="connsiteY2" fmla="*/ 84408 h 230576"/>
              <a:gd name="connsiteX3" fmla="*/ 225013 w 230422"/>
              <a:gd name="connsiteY3" fmla="*/ 75252 h 230576"/>
              <a:gd name="connsiteX4" fmla="*/ 220541 w 230422"/>
              <a:gd name="connsiteY4" fmla="*/ 70779 h 230576"/>
              <a:gd name="connsiteX5" fmla="*/ 9358 w 230422"/>
              <a:gd name="connsiteY5" fmla="*/ 371 h 230576"/>
              <a:gd name="connsiteX6" fmla="*/ 7011 w 230422"/>
              <a:gd name="connsiteY6" fmla="*/ 0 h 230576"/>
              <a:gd name="connsiteX7" fmla="*/ 7011 w 230422"/>
              <a:gd name="connsiteY7" fmla="*/ 0 h 230576"/>
              <a:gd name="connsiteX8" fmla="*/ 2 w 230422"/>
              <a:gd name="connsiteY8" fmla="*/ 7316 h 230576"/>
              <a:gd name="connsiteX9" fmla="*/ 382 w 230422"/>
              <a:gd name="connsiteY9" fmla="*/ 9470 h 230576"/>
              <a:gd name="connsiteX10" fmla="*/ 70625 w 230422"/>
              <a:gd name="connsiteY10" fmla="*/ 220859 h 230576"/>
              <a:gd name="connsiteX11" fmla="*/ 79820 w 230422"/>
              <a:gd name="connsiteY11" fmla="*/ 225252 h 230576"/>
              <a:gd name="connsiteX12" fmla="*/ 84213 w 230422"/>
              <a:gd name="connsiteY12" fmla="*/ 220859 h 230576"/>
              <a:gd name="connsiteX13" fmla="*/ 110647 w 230422"/>
              <a:gd name="connsiteY13" fmla="*/ 147487 h 230576"/>
              <a:gd name="connsiteX14" fmla="*/ 193737 w 230422"/>
              <a:gd name="connsiteY14" fmla="*/ 230577 h 23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422" h="230576">
                <a:moveTo>
                  <a:pt x="230423" y="193931"/>
                </a:moveTo>
                <a:lnTo>
                  <a:pt x="147251" y="110800"/>
                </a:lnTo>
                <a:lnTo>
                  <a:pt x="220541" y="84408"/>
                </a:lnTo>
                <a:cubicBezTo>
                  <a:pt x="224304" y="83114"/>
                  <a:pt x="226307" y="79015"/>
                  <a:pt x="225013" y="75252"/>
                </a:cubicBezTo>
                <a:cubicBezTo>
                  <a:pt x="224292" y="73151"/>
                  <a:pt x="222641" y="71501"/>
                  <a:pt x="220541" y="70779"/>
                </a:cubicBezTo>
                <a:lnTo>
                  <a:pt x="9358" y="371"/>
                </a:lnTo>
                <a:cubicBezTo>
                  <a:pt x="8601" y="121"/>
                  <a:pt x="7808" y="-4"/>
                  <a:pt x="7011" y="0"/>
                </a:cubicBezTo>
                <a:lnTo>
                  <a:pt x="7011" y="0"/>
                </a:lnTo>
                <a:cubicBezTo>
                  <a:pt x="3055" y="85"/>
                  <a:pt x="-83" y="3360"/>
                  <a:pt x="2" y="7316"/>
                </a:cubicBezTo>
                <a:cubicBezTo>
                  <a:pt x="17" y="8050"/>
                  <a:pt x="145" y="8776"/>
                  <a:pt x="382" y="9470"/>
                </a:cubicBezTo>
                <a:lnTo>
                  <a:pt x="70625" y="220859"/>
                </a:lnTo>
                <a:cubicBezTo>
                  <a:pt x="71951" y="224612"/>
                  <a:pt x="76068" y="226578"/>
                  <a:pt x="79820" y="225252"/>
                </a:cubicBezTo>
                <a:cubicBezTo>
                  <a:pt x="81873" y="224527"/>
                  <a:pt x="83487" y="222912"/>
                  <a:pt x="84213" y="220859"/>
                </a:cubicBezTo>
                <a:lnTo>
                  <a:pt x="110647" y="147487"/>
                </a:lnTo>
                <a:lnTo>
                  <a:pt x="193737" y="230577"/>
                </a:lnTo>
                <a:close/>
              </a:path>
            </a:pathLst>
          </a:custGeom>
          <a:solidFill>
            <a:srgbClr val="000000"/>
          </a:solidFill>
          <a:ln w="4068" cap="flat">
            <a:noFill/>
            <a:prstDash val="solid"/>
            <a:miter/>
          </a:ln>
        </p:spPr>
        <p:txBody>
          <a:bodyPr rtlCol="0" anchor="ctr"/>
          <a:lstStyle/>
          <a:p>
            <a:endParaRPr lang="en-US"/>
          </a:p>
        </p:txBody>
      </p:sp>
      <p:sp>
        <p:nvSpPr>
          <p:cNvPr id="84" name="question 4">
            <a:hlinkClick r:id="rId6" action="ppaction://hlinksldjump"/>
            <a:extLst>
              <a:ext uri="{FF2B5EF4-FFF2-40B4-BE49-F238E27FC236}">
                <a16:creationId xmlns:a16="http://schemas.microsoft.com/office/drawing/2014/main" id="{8E9E73B6-54ED-4189-B50E-36572CFACF70}"/>
              </a:ext>
            </a:extLst>
          </p:cNvPr>
          <p:cNvSpPr txBox="1"/>
          <p:nvPr/>
        </p:nvSpPr>
        <p:spPr>
          <a:xfrm>
            <a:off x="188148" y="1794466"/>
            <a:ext cx="1714108" cy="408623"/>
          </a:xfrm>
          <a:prstGeom prst="roundRect">
            <a:avLst/>
          </a:prstGeom>
          <a:solidFill>
            <a:schemeClr val="tx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solidFill>
                  <a:schemeClr val="bg1"/>
                </a:solidFill>
              </a:rPr>
              <a:t>Treatment</a:t>
            </a:r>
          </a:p>
        </p:txBody>
      </p:sp>
      <p:sp>
        <p:nvSpPr>
          <p:cNvPr id="86" name="sub-q 2">
            <a:hlinkClick r:id="rId7" action="ppaction://hlinksldjump"/>
            <a:extLst>
              <a:ext uri="{FF2B5EF4-FFF2-40B4-BE49-F238E27FC236}">
                <a16:creationId xmlns:a16="http://schemas.microsoft.com/office/drawing/2014/main" id="{41222488-9F3F-45B9-9268-AF178BD5B32B}"/>
              </a:ext>
            </a:extLst>
          </p:cNvPr>
          <p:cNvSpPr txBox="1"/>
          <p:nvPr/>
        </p:nvSpPr>
        <p:spPr>
          <a:xfrm>
            <a:off x="445768" y="1112181"/>
            <a:ext cx="145648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Differential</a:t>
            </a:r>
          </a:p>
        </p:txBody>
      </p:sp>
      <p:pic>
        <p:nvPicPr>
          <p:cNvPr id="87" name="Graphic 86" descr="Cursor with solid fill">
            <a:hlinkClick r:id="rId7" action="ppaction://hlinksldjump"/>
            <a:extLst>
              <a:ext uri="{FF2B5EF4-FFF2-40B4-BE49-F238E27FC236}">
                <a16:creationId xmlns:a16="http://schemas.microsoft.com/office/drawing/2014/main" id="{700F81BF-87F4-4AA4-8C7A-CA0C4B7ABCE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04619" y="1352049"/>
            <a:ext cx="395274" cy="395274"/>
          </a:xfrm>
          <a:prstGeom prst="rect">
            <a:avLst/>
          </a:prstGeom>
        </p:spPr>
      </p:pic>
      <p:cxnSp>
        <p:nvCxnSpPr>
          <p:cNvPr id="108" name="Connector: Elbow 107">
            <a:extLst>
              <a:ext uri="{FF2B5EF4-FFF2-40B4-BE49-F238E27FC236}">
                <a16:creationId xmlns:a16="http://schemas.microsoft.com/office/drawing/2014/main" id="{E40B5D5B-A758-48FA-84D7-32E1E8580F96}"/>
              </a:ext>
            </a:extLst>
          </p:cNvPr>
          <p:cNvCxnSpPr>
            <a:cxnSpLocks/>
          </p:cNvCxnSpPr>
          <p:nvPr/>
        </p:nvCxnSpPr>
        <p:spPr>
          <a:xfrm rot="16200000" flipH="1">
            <a:off x="112036" y="2339183"/>
            <a:ext cx="469827" cy="19764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09" name="Connector: Elbow 108">
            <a:extLst>
              <a:ext uri="{FF2B5EF4-FFF2-40B4-BE49-F238E27FC236}">
                <a16:creationId xmlns:a16="http://schemas.microsoft.com/office/drawing/2014/main" id="{EC92C257-5A76-4C4B-A3D8-4587C6EAFB6F}"/>
              </a:ext>
            </a:extLst>
          </p:cNvPr>
          <p:cNvCxnSpPr>
            <a:cxnSpLocks/>
            <a:endCxn id="86" idx="1"/>
          </p:cNvCxnSpPr>
          <p:nvPr/>
        </p:nvCxnSpPr>
        <p:spPr>
          <a:xfrm rot="16200000" flipH="1">
            <a:off x="154430" y="1025155"/>
            <a:ext cx="385038" cy="19763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110" name="Goals button">
            <a:extLst>
              <a:ext uri="{FF2B5EF4-FFF2-40B4-BE49-F238E27FC236}">
                <a16:creationId xmlns:a16="http://schemas.microsoft.com/office/drawing/2014/main" id="{ED4561A5-0222-4757-BA0C-E1244C0685F4}"/>
              </a:ext>
            </a:extLst>
          </p:cNvPr>
          <p:cNvSpPr/>
          <p:nvPr/>
        </p:nvSpPr>
        <p:spPr>
          <a:xfrm>
            <a:off x="5459018" y="169295"/>
            <a:ext cx="3643634" cy="395274"/>
          </a:xfrm>
          <a:prstGeom prst="roundRect">
            <a:avLst/>
          </a:prstGeom>
          <a:solidFill>
            <a:schemeClr val="accent1">
              <a:lumMod val="75000"/>
            </a:schemeClr>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Goals of Depression Treatment</a:t>
            </a:r>
          </a:p>
        </p:txBody>
      </p:sp>
      <p:sp>
        <p:nvSpPr>
          <p:cNvPr id="61" name="sub-q 1 button">
            <a:hlinkClick r:id="rId8" action="ppaction://hlinksldjump"/>
            <a:extLst>
              <a:ext uri="{FF2B5EF4-FFF2-40B4-BE49-F238E27FC236}">
                <a16:creationId xmlns:a16="http://schemas.microsoft.com/office/drawing/2014/main" id="{E3224441-B4CA-435D-AA5C-C335B7E39333}"/>
              </a:ext>
            </a:extLst>
          </p:cNvPr>
          <p:cNvSpPr txBox="1"/>
          <p:nvPr/>
        </p:nvSpPr>
        <p:spPr>
          <a:xfrm>
            <a:off x="445770" y="2468606"/>
            <a:ext cx="145967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Medications</a:t>
            </a:r>
          </a:p>
        </p:txBody>
      </p:sp>
      <p:pic>
        <p:nvPicPr>
          <p:cNvPr id="62" name="Graphic 61" descr="Cursor with solid fill">
            <a:hlinkClick r:id="rId7" action="ppaction://hlinksldjump"/>
            <a:extLst>
              <a:ext uri="{FF2B5EF4-FFF2-40B4-BE49-F238E27FC236}">
                <a16:creationId xmlns:a16="http://schemas.microsoft.com/office/drawing/2014/main" id="{A5E8FACC-41DE-4A64-80C1-C747472C1C6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04619" y="2671594"/>
            <a:ext cx="395274" cy="395274"/>
          </a:xfrm>
          <a:prstGeom prst="rect">
            <a:avLst/>
          </a:prstGeom>
        </p:spPr>
      </p:pic>
    </p:spTree>
    <p:extLst>
      <p:ext uri="{BB962C8B-B14F-4D97-AF65-F5344CB8AC3E}">
        <p14:creationId xmlns:p14="http://schemas.microsoft.com/office/powerpoint/2010/main" val="1078527009"/>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0"/>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10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childTnLst>
              </p:cTn>
              <p:nextCondLst>
                <p:cond evt="onClick" delay="0">
                  <p:tgtEl>
                    <p:spTgt spid="3"/>
                  </p:tgtEl>
                </p:cond>
              </p:nextCondLst>
            </p:seq>
            <p:seq concurrent="1" nextAc="seek">
              <p:cTn id="23" restart="whenNotActive" fill="hold" evtFilter="cancelBubble" nodeType="interactiveSeq">
                <p:stCondLst>
                  <p:cond evt="onClick" delay="0">
                    <p:tgtEl>
                      <p:spTgt spid="79"/>
                    </p:tgtEl>
                  </p:cond>
                </p:stCondLst>
                <p:endSync evt="end" delay="0">
                  <p:rtn val="all"/>
                </p:endSync>
                <p:childTnLst>
                  <p:par>
                    <p:cTn id="24" fill="hold">
                      <p:stCondLst>
                        <p:cond delay="0"/>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54"/>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55"/>
                                        </p:tgtEl>
                                        <p:attrNameLst>
                                          <p:attrName>style.visibility</p:attrName>
                                        </p:attrNameLst>
                                      </p:cBhvr>
                                      <p:to>
                                        <p:strVal val="hidden"/>
                                      </p:to>
                                    </p:set>
                                  </p:childTnLst>
                                </p:cTn>
                              </p:par>
                              <p:par>
                                <p:cTn id="32" presetID="1" presetClass="entr" presetSubtype="0" fill="hold" grpId="0" nodeType="withEffect">
                                  <p:stCondLst>
                                    <p:cond delay="0"/>
                                  </p:stCondLst>
                                  <p:childTnLst>
                                    <p:set>
                                      <p:cBhvr>
                                        <p:cTn id="33" dur="1" fill="hold">
                                          <p:stCondLst>
                                            <p:cond delay="0"/>
                                          </p:stCondLst>
                                        </p:cTn>
                                        <p:tgtEl>
                                          <p:spTgt spid="42"/>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56"/>
                                        </p:tgtEl>
                                        <p:attrNameLst>
                                          <p:attrName>style.visibility</p:attrName>
                                        </p:attrNameLst>
                                      </p:cBhvr>
                                      <p:to>
                                        <p:strVal val="visible"/>
                                      </p:to>
                                    </p:set>
                                  </p:childTnLst>
                                </p:cTn>
                              </p:par>
                            </p:childTnLst>
                          </p:cTn>
                        </p:par>
                      </p:childTnLst>
                    </p:cTn>
                  </p:par>
                </p:childTnLst>
              </p:cTn>
              <p:nextCondLst>
                <p:cond evt="onClick" delay="0">
                  <p:tgtEl>
                    <p:spTgt spid="79"/>
                  </p:tgtEl>
                </p:cond>
              </p:nextCondLst>
            </p:seq>
            <p:seq concurrent="1" nextAc="seek">
              <p:cTn id="36" restart="whenNotActive" fill="hold" evtFilter="cancelBubble" nodeType="interactiveSeq">
                <p:stCondLst>
                  <p:cond evt="onClick" delay="0">
                    <p:tgtEl>
                      <p:spTgt spid="42"/>
                    </p:tgtEl>
                  </p:cond>
                </p:stCondLst>
                <p:endSync evt="end" delay="0">
                  <p:rtn val="all"/>
                </p:endSync>
                <p:childTnLst>
                  <p:par>
                    <p:cTn id="37" fill="hold">
                      <p:stCondLst>
                        <p:cond delay="0"/>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56"/>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7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childTnLst>
                          </p:cTn>
                        </p:par>
                      </p:childTnLst>
                    </p:cTn>
                  </p:par>
                </p:childTnLst>
              </p:cTn>
              <p:nextCondLst>
                <p:cond evt="onClick" delay="0">
                  <p:tgtEl>
                    <p:spTgt spid="42"/>
                  </p:tgtEl>
                </p:cond>
              </p:nextCondLst>
            </p:seq>
            <p:seq concurrent="1" nextAc="seek">
              <p:cTn id="57" restart="whenNotActive" fill="hold" evtFilter="cancelBubble" nodeType="interactiveSeq">
                <p:stCondLst>
                  <p:cond evt="onClick" delay="0">
                    <p:tgtEl>
                      <p:spTgt spid="70"/>
                    </p:tgtEl>
                  </p:cond>
                </p:stCondLst>
                <p:endSync evt="end" delay="0">
                  <p:rtn val="all"/>
                </p:endSync>
                <p:childTnLst>
                  <p:par>
                    <p:cTn id="58" fill="hold">
                      <p:stCondLst>
                        <p:cond delay="0"/>
                      </p:stCondLst>
                      <p:childTnLst>
                        <p:par>
                          <p:cTn id="59" fill="hold">
                            <p:stCondLst>
                              <p:cond delay="0"/>
                            </p:stCondLst>
                            <p:childTnLst>
                              <p:par>
                                <p:cTn id="60" presetID="1" presetClass="exit" presetSubtype="0" fill="hold" nodeType="clickEffect">
                                  <p:stCondLst>
                                    <p:cond delay="0"/>
                                  </p:stCondLst>
                                  <p:childTnLst>
                                    <p:set>
                                      <p:cBhvr>
                                        <p:cTn id="61" dur="1" fill="hold">
                                          <p:stCondLst>
                                            <p:cond delay="0"/>
                                          </p:stCondLst>
                                        </p:cTn>
                                        <p:tgtEl>
                                          <p:spTgt spid="60"/>
                                        </p:tgtEl>
                                        <p:attrNameLst>
                                          <p:attrName>style.visibility</p:attrName>
                                        </p:attrNameLst>
                                      </p:cBhvr>
                                      <p:to>
                                        <p:strVal val="hidden"/>
                                      </p:to>
                                    </p:set>
                                  </p:childTnLst>
                                </p:cTn>
                              </p:par>
                              <p:par>
                                <p:cTn id="62" presetID="1" presetClass="entr" presetSubtype="0" fill="hold" nodeType="withEffect">
                                  <p:stCondLst>
                                    <p:cond delay="0"/>
                                  </p:stCondLst>
                                  <p:childTnLst>
                                    <p:set>
                                      <p:cBhvr>
                                        <p:cTn id="63" dur="1" fill="hold">
                                          <p:stCondLst>
                                            <p:cond delay="0"/>
                                          </p:stCondLst>
                                        </p:cTn>
                                        <p:tgtEl>
                                          <p:spTgt spid="11"/>
                                        </p:tgtEl>
                                        <p:attrNameLst>
                                          <p:attrName>style.visibility</p:attrName>
                                        </p:attrNameLst>
                                      </p:cBhvr>
                                      <p:to>
                                        <p:strVal val="visible"/>
                                      </p:to>
                                    </p:set>
                                  </p:childTnLst>
                                </p:cTn>
                              </p:par>
                            </p:childTnLst>
                          </p:cTn>
                        </p:par>
                      </p:childTnLst>
                    </p:cTn>
                  </p:par>
                </p:childTnLst>
              </p:cTn>
              <p:nextCondLst>
                <p:cond evt="onClick" delay="0">
                  <p:tgtEl>
                    <p:spTgt spid="70"/>
                  </p:tgtEl>
                </p:cond>
              </p:nextCondLst>
            </p:seq>
            <p:seq concurrent="1" nextAc="seek">
              <p:cTn id="64" restart="whenNotActive" fill="hold" evtFilter="cancelBubble" nodeType="interactiveSeq">
                <p:stCondLst>
                  <p:cond evt="onClick" delay="0">
                    <p:tgtEl>
                      <p:spTgt spid="69"/>
                    </p:tgtEl>
                  </p:cond>
                </p:stCondLst>
                <p:endSync evt="end" delay="0">
                  <p:rtn val="all"/>
                </p:endSync>
                <p:childTnLst>
                  <p:par>
                    <p:cTn id="65" fill="hold">
                      <p:stCondLst>
                        <p:cond delay="0"/>
                      </p:stCondLst>
                      <p:childTnLst>
                        <p:par>
                          <p:cTn id="66" fill="hold">
                            <p:stCondLst>
                              <p:cond delay="0"/>
                            </p:stCondLst>
                            <p:childTnLst>
                              <p:par>
                                <p:cTn id="67" presetID="1" presetClass="exit" presetSubtype="0" fill="hold" nodeType="clickEffect">
                                  <p:stCondLst>
                                    <p:cond delay="0"/>
                                  </p:stCondLst>
                                  <p:childTnLst>
                                    <p:set>
                                      <p:cBhvr>
                                        <p:cTn id="68" dur="1" fill="hold">
                                          <p:stCondLst>
                                            <p:cond delay="0"/>
                                          </p:stCondLst>
                                        </p:cTn>
                                        <p:tgtEl>
                                          <p:spTgt spid="58"/>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16"/>
                                        </p:tgtEl>
                                        <p:attrNameLst>
                                          <p:attrName>style.visibility</p:attrName>
                                        </p:attrNameLst>
                                      </p:cBhvr>
                                      <p:to>
                                        <p:strVal val="visible"/>
                                      </p:to>
                                    </p:set>
                                  </p:childTnLst>
                                </p:cTn>
                              </p:par>
                            </p:childTnLst>
                          </p:cTn>
                        </p:par>
                      </p:childTnLst>
                    </p:cTn>
                  </p:par>
                </p:childTnLst>
              </p:cTn>
              <p:nextCondLst>
                <p:cond evt="onClick" delay="0">
                  <p:tgtEl>
                    <p:spTgt spid="69"/>
                  </p:tgtEl>
                </p:cond>
              </p:nextCondLst>
            </p:seq>
            <p:seq concurrent="1" nextAc="seek">
              <p:cTn id="71" restart="whenNotActive" fill="hold" evtFilter="cancelBubble" nodeType="interactiveSeq">
                <p:stCondLst>
                  <p:cond evt="onClick" delay="0">
                    <p:tgtEl>
                      <p:spTgt spid="67"/>
                    </p:tgtEl>
                  </p:cond>
                </p:stCondLst>
                <p:endSync evt="end" delay="0">
                  <p:rtn val="all"/>
                </p:endSync>
                <p:childTnLst>
                  <p:par>
                    <p:cTn id="72" fill="hold">
                      <p:stCondLst>
                        <p:cond delay="0"/>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15"/>
                                        </p:tgtEl>
                                        <p:attrNameLst>
                                          <p:attrName>style.visibility</p:attrName>
                                        </p:attrNameLst>
                                      </p:cBhvr>
                                      <p:to>
                                        <p:strVal val="visible"/>
                                      </p:to>
                                    </p:set>
                                  </p:childTnLst>
                                </p:cTn>
                              </p:par>
                              <p:par>
                                <p:cTn id="76" presetID="1" presetClass="exit" presetSubtype="0" fill="hold" nodeType="withEffect">
                                  <p:stCondLst>
                                    <p:cond delay="0"/>
                                  </p:stCondLst>
                                  <p:childTnLst>
                                    <p:set>
                                      <p:cBhvr>
                                        <p:cTn id="77" dur="1" fill="hold">
                                          <p:stCondLst>
                                            <p:cond delay="0"/>
                                          </p:stCondLst>
                                        </p:cTn>
                                        <p:tgtEl>
                                          <p:spTgt spid="59"/>
                                        </p:tgtEl>
                                        <p:attrNameLst>
                                          <p:attrName>style.visibility</p:attrName>
                                        </p:attrNameLst>
                                      </p:cBhvr>
                                      <p:to>
                                        <p:strVal val="hidden"/>
                                      </p:to>
                                    </p:set>
                                  </p:childTnLst>
                                </p:cTn>
                              </p:par>
                            </p:childTnLst>
                          </p:cTn>
                        </p:par>
                      </p:childTnLst>
                    </p:cTn>
                  </p:par>
                </p:childTnLst>
              </p:cTn>
              <p:nextCondLst>
                <p:cond evt="onClick" delay="0">
                  <p:tgtEl>
                    <p:spTgt spid="67"/>
                  </p:tgtEl>
                </p:cond>
              </p:nextCondLst>
            </p:seq>
          </p:childTnLst>
        </p:cTn>
      </p:par>
    </p:tnLst>
    <p:bldLst>
      <p:bldP spid="77" grpId="0"/>
      <p:bldP spid="79" grpId="0" animBg="1"/>
      <p:bldP spid="2" grpId="0" animBg="1"/>
      <p:bldP spid="42" grpId="0" animBg="1"/>
      <p:bldP spid="69" grpId="0" animBg="1"/>
      <p:bldP spid="67" grpId="0" animBg="1"/>
      <p:bldP spid="70" grpId="0" animBg="1"/>
      <p:bldP spid="66" grpId="0" animBg="1"/>
      <p:bldP spid="1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SRI">
            <a:extLst>
              <a:ext uri="{FF2B5EF4-FFF2-40B4-BE49-F238E27FC236}">
                <a16:creationId xmlns:a16="http://schemas.microsoft.com/office/drawing/2014/main" id="{8C758822-2005-4701-86D2-5AA5AF195DB3}"/>
              </a:ext>
            </a:extLst>
          </p:cNvPr>
          <p:cNvSpPr/>
          <p:nvPr/>
        </p:nvSpPr>
        <p:spPr>
          <a:xfrm>
            <a:off x="5048054" y="601782"/>
            <a:ext cx="1312849" cy="477524"/>
          </a:xfrm>
          <a:prstGeom prst="roundRect">
            <a:avLst/>
          </a:prstGeom>
          <a:solidFill>
            <a:schemeClr val="accent6">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SSRI</a:t>
            </a:r>
          </a:p>
        </p:txBody>
      </p:sp>
      <p:sp>
        <p:nvSpPr>
          <p:cNvPr id="88" name="SNRI">
            <a:extLst>
              <a:ext uri="{FF2B5EF4-FFF2-40B4-BE49-F238E27FC236}">
                <a16:creationId xmlns:a16="http://schemas.microsoft.com/office/drawing/2014/main" id="{328A2C24-1B31-44C4-97D9-84CC56482D52}"/>
              </a:ext>
            </a:extLst>
          </p:cNvPr>
          <p:cNvSpPr/>
          <p:nvPr/>
        </p:nvSpPr>
        <p:spPr>
          <a:xfrm>
            <a:off x="6741697" y="601782"/>
            <a:ext cx="1312849" cy="477524"/>
          </a:xfrm>
          <a:prstGeom prst="roundRect">
            <a:avLst/>
          </a:prstGeom>
          <a:solidFill>
            <a:schemeClr val="accent5">
              <a:lumMod val="60000"/>
              <a:lumOff val="40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SNRI</a:t>
            </a:r>
          </a:p>
        </p:txBody>
      </p:sp>
      <p:sp>
        <p:nvSpPr>
          <p:cNvPr id="89" name="TCA">
            <a:extLst>
              <a:ext uri="{FF2B5EF4-FFF2-40B4-BE49-F238E27FC236}">
                <a16:creationId xmlns:a16="http://schemas.microsoft.com/office/drawing/2014/main" id="{46F3F9DA-8BED-4728-9EEF-3B41A46A7937}"/>
              </a:ext>
            </a:extLst>
          </p:cNvPr>
          <p:cNvSpPr/>
          <p:nvPr/>
        </p:nvSpPr>
        <p:spPr>
          <a:xfrm>
            <a:off x="10128984" y="601782"/>
            <a:ext cx="1312849" cy="477524"/>
          </a:xfrm>
          <a:prstGeom prst="roundRect">
            <a:avLst/>
          </a:prstGeom>
          <a:solidFill>
            <a:schemeClr val="bg2">
              <a:lumMod val="90000"/>
            </a:schemeClr>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TCA</a:t>
            </a:r>
          </a:p>
        </p:txBody>
      </p:sp>
      <p:sp>
        <p:nvSpPr>
          <p:cNvPr id="90" name="Other">
            <a:extLst>
              <a:ext uri="{FF2B5EF4-FFF2-40B4-BE49-F238E27FC236}">
                <a16:creationId xmlns:a16="http://schemas.microsoft.com/office/drawing/2014/main" id="{03BF4D3F-1442-4D00-95AD-1890A61911B4}"/>
              </a:ext>
            </a:extLst>
          </p:cNvPr>
          <p:cNvSpPr/>
          <p:nvPr/>
        </p:nvSpPr>
        <p:spPr>
          <a:xfrm>
            <a:off x="8435340" y="601782"/>
            <a:ext cx="1312849" cy="477524"/>
          </a:xfrm>
          <a:prstGeom prst="roundRect">
            <a:avLst/>
          </a:prstGeom>
          <a:solidFill>
            <a:schemeClr val="accent2">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err="1"/>
              <a:t>Atypicals</a:t>
            </a:r>
            <a:endParaRPr lang="en-US"/>
          </a:p>
        </p:txBody>
      </p:sp>
      <p:sp>
        <p:nvSpPr>
          <p:cNvPr id="91" name="TextBox 90">
            <a:extLst>
              <a:ext uri="{FF2B5EF4-FFF2-40B4-BE49-F238E27FC236}">
                <a16:creationId xmlns:a16="http://schemas.microsoft.com/office/drawing/2014/main" id="{506EE470-D07C-474A-9C0E-98CE68D6A47B}"/>
              </a:ext>
            </a:extLst>
          </p:cNvPr>
          <p:cNvSpPr txBox="1"/>
          <p:nvPr/>
        </p:nvSpPr>
        <p:spPr>
          <a:xfrm>
            <a:off x="4776974" y="1283252"/>
            <a:ext cx="2304920" cy="1477328"/>
          </a:xfrm>
          <a:prstGeom prst="rect">
            <a:avLst/>
          </a:prstGeom>
          <a:noFill/>
        </p:spPr>
        <p:txBody>
          <a:bodyPr wrap="square" rtlCol="0">
            <a:spAutoFit/>
          </a:bodyPr>
          <a:lstStyle/>
          <a:p>
            <a:r>
              <a:rPr lang="en-US"/>
              <a:t>Fluoxetine (Prozac)</a:t>
            </a:r>
          </a:p>
          <a:p>
            <a:r>
              <a:rPr lang="en-US"/>
              <a:t>Sertraline (Zoloft)</a:t>
            </a:r>
          </a:p>
          <a:p>
            <a:r>
              <a:rPr lang="en-US"/>
              <a:t>Citalopram (Celexa)</a:t>
            </a:r>
          </a:p>
          <a:p>
            <a:r>
              <a:rPr lang="en-US"/>
              <a:t>Escitalopram (Lexapro)</a:t>
            </a:r>
          </a:p>
          <a:p>
            <a:r>
              <a:rPr lang="en-US"/>
              <a:t>Paroxetine (Paxil)</a:t>
            </a:r>
          </a:p>
        </p:txBody>
      </p:sp>
      <p:sp>
        <p:nvSpPr>
          <p:cNvPr id="92" name="TextBox 91">
            <a:extLst>
              <a:ext uri="{FF2B5EF4-FFF2-40B4-BE49-F238E27FC236}">
                <a16:creationId xmlns:a16="http://schemas.microsoft.com/office/drawing/2014/main" id="{979F7597-9255-4A8B-984F-C07DF5431201}"/>
              </a:ext>
            </a:extLst>
          </p:cNvPr>
          <p:cNvSpPr txBox="1"/>
          <p:nvPr/>
        </p:nvSpPr>
        <p:spPr>
          <a:xfrm>
            <a:off x="6809580" y="1287814"/>
            <a:ext cx="1301099" cy="646331"/>
          </a:xfrm>
          <a:prstGeom prst="rect">
            <a:avLst/>
          </a:prstGeom>
          <a:noFill/>
        </p:spPr>
        <p:txBody>
          <a:bodyPr wrap="square" rtlCol="0">
            <a:spAutoFit/>
          </a:bodyPr>
          <a:lstStyle/>
          <a:p>
            <a:r>
              <a:rPr lang="en-US"/>
              <a:t>Duloxetine</a:t>
            </a:r>
          </a:p>
          <a:p>
            <a:r>
              <a:rPr lang="en-US"/>
              <a:t>Venlafaxine</a:t>
            </a:r>
          </a:p>
        </p:txBody>
      </p:sp>
      <p:sp>
        <p:nvSpPr>
          <p:cNvPr id="93" name="TextBox 92">
            <a:extLst>
              <a:ext uri="{FF2B5EF4-FFF2-40B4-BE49-F238E27FC236}">
                <a16:creationId xmlns:a16="http://schemas.microsoft.com/office/drawing/2014/main" id="{2F34EDE5-FA6F-4B3C-87F1-3E06118D384E}"/>
              </a:ext>
            </a:extLst>
          </p:cNvPr>
          <p:cNvSpPr txBox="1"/>
          <p:nvPr/>
        </p:nvSpPr>
        <p:spPr>
          <a:xfrm>
            <a:off x="8448861" y="1310640"/>
            <a:ext cx="1312702" cy="646331"/>
          </a:xfrm>
          <a:prstGeom prst="rect">
            <a:avLst/>
          </a:prstGeom>
          <a:noFill/>
        </p:spPr>
        <p:txBody>
          <a:bodyPr wrap="square" rtlCol="0">
            <a:spAutoFit/>
          </a:bodyPr>
          <a:lstStyle/>
          <a:p>
            <a:r>
              <a:rPr lang="en-US"/>
              <a:t>Bupropion</a:t>
            </a:r>
          </a:p>
          <a:p>
            <a:r>
              <a:rPr lang="en-US"/>
              <a:t>Mirtazapine</a:t>
            </a:r>
          </a:p>
        </p:txBody>
      </p:sp>
      <p:sp>
        <p:nvSpPr>
          <p:cNvPr id="94" name="TextBox 93">
            <a:extLst>
              <a:ext uri="{FF2B5EF4-FFF2-40B4-BE49-F238E27FC236}">
                <a16:creationId xmlns:a16="http://schemas.microsoft.com/office/drawing/2014/main" id="{C6FA56BD-8674-47A7-BCE8-C2D161D00946}"/>
              </a:ext>
            </a:extLst>
          </p:cNvPr>
          <p:cNvSpPr txBox="1"/>
          <p:nvPr/>
        </p:nvSpPr>
        <p:spPr>
          <a:xfrm>
            <a:off x="10090187" y="1324700"/>
            <a:ext cx="1403661" cy="646331"/>
          </a:xfrm>
          <a:prstGeom prst="rect">
            <a:avLst/>
          </a:prstGeom>
          <a:noFill/>
        </p:spPr>
        <p:txBody>
          <a:bodyPr wrap="square" rtlCol="0">
            <a:spAutoFit/>
          </a:bodyPr>
          <a:lstStyle/>
          <a:p>
            <a:r>
              <a:rPr lang="en-US"/>
              <a:t>Amitriptyline</a:t>
            </a:r>
          </a:p>
          <a:p>
            <a:r>
              <a:rPr lang="en-US"/>
              <a:t>Nortriptyline</a:t>
            </a:r>
          </a:p>
        </p:txBody>
      </p:sp>
      <p:sp>
        <p:nvSpPr>
          <p:cNvPr id="95" name="TCA">
            <a:hlinkClick r:id="rId3" action="ppaction://hlinksldjump"/>
            <a:extLst>
              <a:ext uri="{FF2B5EF4-FFF2-40B4-BE49-F238E27FC236}">
                <a16:creationId xmlns:a16="http://schemas.microsoft.com/office/drawing/2014/main" id="{B2A287EA-4825-4936-BA68-C514D6E04838}"/>
              </a:ext>
            </a:extLst>
          </p:cNvPr>
          <p:cNvSpPr/>
          <p:nvPr/>
        </p:nvSpPr>
        <p:spPr>
          <a:xfrm>
            <a:off x="2967853" y="3715331"/>
            <a:ext cx="1428593" cy="408623"/>
          </a:xfrm>
          <a:prstGeom prst="roundRect">
            <a:avLst/>
          </a:prstGeom>
          <a:solidFill>
            <a:schemeClr val="bg1"/>
          </a:solidFill>
          <a:ln w="28575">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tx1"/>
                </a:solidFill>
              </a:rPr>
              <a:t>Side Effects?</a:t>
            </a:r>
          </a:p>
        </p:txBody>
      </p:sp>
      <p:sp>
        <p:nvSpPr>
          <p:cNvPr id="147" name="activating button white">
            <a:extLst>
              <a:ext uri="{FF2B5EF4-FFF2-40B4-BE49-F238E27FC236}">
                <a16:creationId xmlns:a16="http://schemas.microsoft.com/office/drawing/2014/main" id="{D65C7CD8-FCC0-4AB2-AAC2-4B66A84B7A58}"/>
              </a:ext>
            </a:extLst>
          </p:cNvPr>
          <p:cNvSpPr/>
          <p:nvPr/>
        </p:nvSpPr>
        <p:spPr>
          <a:xfrm>
            <a:off x="2955542" y="1342312"/>
            <a:ext cx="1440905" cy="373579"/>
          </a:xfrm>
          <a:prstGeom prst="roundRect">
            <a:avLst/>
          </a:prstGeom>
          <a:solidFill>
            <a:schemeClr val="bg1"/>
          </a:solidFill>
          <a:ln w="28575">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“Activating”?</a:t>
            </a:r>
          </a:p>
        </p:txBody>
      </p:sp>
      <p:sp>
        <p:nvSpPr>
          <p:cNvPr id="148" name="Sedating button white">
            <a:extLst>
              <a:ext uri="{FF2B5EF4-FFF2-40B4-BE49-F238E27FC236}">
                <a16:creationId xmlns:a16="http://schemas.microsoft.com/office/drawing/2014/main" id="{E9FA5C4E-2788-43E4-A6CA-08DEB7E3BAC1}"/>
              </a:ext>
            </a:extLst>
          </p:cNvPr>
          <p:cNvSpPr/>
          <p:nvPr/>
        </p:nvSpPr>
        <p:spPr>
          <a:xfrm>
            <a:off x="2967853" y="2095110"/>
            <a:ext cx="1428594" cy="373579"/>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“Sedating”?</a:t>
            </a:r>
          </a:p>
        </p:txBody>
      </p:sp>
      <p:pic>
        <p:nvPicPr>
          <p:cNvPr id="150" name="Graphic 149" descr="Cursor with solid fill">
            <a:extLst>
              <a:ext uri="{FF2B5EF4-FFF2-40B4-BE49-F238E27FC236}">
                <a16:creationId xmlns:a16="http://schemas.microsoft.com/office/drawing/2014/main" id="{87C7E786-B3D1-4DCD-A847-4C86E9B0CE9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9188" y="2316803"/>
            <a:ext cx="395274" cy="395274"/>
          </a:xfrm>
          <a:prstGeom prst="rect">
            <a:avLst/>
          </a:prstGeom>
        </p:spPr>
      </p:pic>
      <p:pic>
        <p:nvPicPr>
          <p:cNvPr id="151" name="Graphic 150" descr="Cursor with solid fill">
            <a:extLst>
              <a:ext uri="{FF2B5EF4-FFF2-40B4-BE49-F238E27FC236}">
                <a16:creationId xmlns:a16="http://schemas.microsoft.com/office/drawing/2014/main" id="{B629EA9A-7382-48A1-98A8-E8F7F08C5C8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42718" y="3977302"/>
            <a:ext cx="395274" cy="395274"/>
          </a:xfrm>
          <a:prstGeom prst="rect">
            <a:avLst/>
          </a:prstGeom>
        </p:spPr>
      </p:pic>
      <p:sp>
        <p:nvSpPr>
          <p:cNvPr id="135" name="TCA">
            <a:hlinkClick r:id="rId6" action="ppaction://hlinksldjump"/>
            <a:extLst>
              <a:ext uri="{FF2B5EF4-FFF2-40B4-BE49-F238E27FC236}">
                <a16:creationId xmlns:a16="http://schemas.microsoft.com/office/drawing/2014/main" id="{D143F9CC-AEAD-432B-8FC6-E4015CD8A861}"/>
              </a:ext>
            </a:extLst>
          </p:cNvPr>
          <p:cNvSpPr/>
          <p:nvPr/>
        </p:nvSpPr>
        <p:spPr>
          <a:xfrm>
            <a:off x="2967853" y="5378760"/>
            <a:ext cx="1428593" cy="1021556"/>
          </a:xfrm>
          <a:prstGeom prst="roundRect">
            <a:avLst>
              <a:gd name="adj" fmla="val 10140"/>
            </a:avLst>
          </a:prstGeom>
          <a:solidFill>
            <a:schemeClr val="bg1"/>
          </a:solidFill>
          <a:ln w="28575">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tx1"/>
                </a:solidFill>
              </a:rPr>
              <a:t>Case-dependent Selection?</a:t>
            </a:r>
          </a:p>
        </p:txBody>
      </p:sp>
      <p:grpSp>
        <p:nvGrpSpPr>
          <p:cNvPr id="149" name="drowsiness">
            <a:extLst>
              <a:ext uri="{FF2B5EF4-FFF2-40B4-BE49-F238E27FC236}">
                <a16:creationId xmlns:a16="http://schemas.microsoft.com/office/drawing/2014/main" id="{C0507FF5-4C2C-42E5-8F4D-FB8ED057EF63}"/>
              </a:ext>
            </a:extLst>
          </p:cNvPr>
          <p:cNvGrpSpPr/>
          <p:nvPr/>
        </p:nvGrpSpPr>
        <p:grpSpPr>
          <a:xfrm>
            <a:off x="4842050" y="1343489"/>
            <a:ext cx="6623609" cy="1380362"/>
            <a:chOff x="4842050" y="1343489"/>
            <a:chExt cx="6623609" cy="1380362"/>
          </a:xfrm>
        </p:grpSpPr>
        <p:sp>
          <p:nvSpPr>
            <p:cNvPr id="155" name="Freeform: Shape 154">
              <a:extLst>
                <a:ext uri="{FF2B5EF4-FFF2-40B4-BE49-F238E27FC236}">
                  <a16:creationId xmlns:a16="http://schemas.microsoft.com/office/drawing/2014/main" id="{80F2C6D1-3414-4554-B5DE-8617CD31E421}"/>
                </a:ext>
              </a:extLst>
            </p:cNvPr>
            <p:cNvSpPr/>
            <p:nvPr/>
          </p:nvSpPr>
          <p:spPr>
            <a:xfrm>
              <a:off x="8493399" y="1343489"/>
              <a:ext cx="2972260" cy="600075"/>
            </a:xfrm>
            <a:custGeom>
              <a:avLst/>
              <a:gdLst>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52550 w 2828925"/>
                <a:gd name="connsiteY5" fmla="*/ 28575 h 600075"/>
                <a:gd name="connsiteX6" fmla="*/ 2828925 w 2828925"/>
                <a:gd name="connsiteY6" fmla="*/ 0 h 600075"/>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57312 w 2828925"/>
                <a:gd name="connsiteY5" fmla="*/ 9525 h 600075"/>
                <a:gd name="connsiteX6" fmla="*/ 2828925 w 2828925"/>
                <a:gd name="connsiteY6" fmla="*/ 0 h 600075"/>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47787 w 2828925"/>
                <a:gd name="connsiteY5" fmla="*/ 4762 h 600075"/>
                <a:gd name="connsiteX6" fmla="*/ 2828925 w 2828925"/>
                <a:gd name="connsiteY6" fmla="*/ 0 h 600075"/>
                <a:gd name="connsiteX0" fmla="*/ 2971800 w 2971800"/>
                <a:gd name="connsiteY0" fmla="*/ 0 h 600075"/>
                <a:gd name="connsiteX1" fmla="*/ 2971800 w 2971800"/>
                <a:gd name="connsiteY1" fmla="*/ 600075 h 600075"/>
                <a:gd name="connsiteX2" fmla="*/ 0 w 2971800"/>
                <a:gd name="connsiteY2" fmla="*/ 600075 h 600075"/>
                <a:gd name="connsiteX3" fmla="*/ 142875 w 2971800"/>
                <a:gd name="connsiteY3" fmla="*/ 304800 h 600075"/>
                <a:gd name="connsiteX4" fmla="*/ 1495425 w 2971800"/>
                <a:gd name="connsiteY4" fmla="*/ 304800 h 600075"/>
                <a:gd name="connsiteX5" fmla="*/ 1490662 w 2971800"/>
                <a:gd name="connsiteY5" fmla="*/ 4762 h 600075"/>
                <a:gd name="connsiteX6" fmla="*/ 2971800 w 2971800"/>
                <a:gd name="connsiteY6" fmla="*/ 0 h 600075"/>
                <a:gd name="connsiteX0" fmla="*/ 2981325 w 2981325"/>
                <a:gd name="connsiteY0" fmla="*/ 0 h 600075"/>
                <a:gd name="connsiteX1" fmla="*/ 2981325 w 2981325"/>
                <a:gd name="connsiteY1" fmla="*/ 600075 h 600075"/>
                <a:gd name="connsiteX2" fmla="*/ 9525 w 2981325"/>
                <a:gd name="connsiteY2" fmla="*/ 600075 h 600075"/>
                <a:gd name="connsiteX3" fmla="*/ 0 w 2981325"/>
                <a:gd name="connsiteY3" fmla="*/ 304800 h 600075"/>
                <a:gd name="connsiteX4" fmla="*/ 1504950 w 2981325"/>
                <a:gd name="connsiteY4" fmla="*/ 304800 h 600075"/>
                <a:gd name="connsiteX5" fmla="*/ 1500187 w 2981325"/>
                <a:gd name="connsiteY5" fmla="*/ 4762 h 600075"/>
                <a:gd name="connsiteX6" fmla="*/ 2981325 w 2981325"/>
                <a:gd name="connsiteY6" fmla="*/ 0 h 600075"/>
                <a:gd name="connsiteX0" fmla="*/ 2971800 w 2971800"/>
                <a:gd name="connsiteY0" fmla="*/ 0 h 600075"/>
                <a:gd name="connsiteX1" fmla="*/ 2971800 w 2971800"/>
                <a:gd name="connsiteY1" fmla="*/ 600075 h 600075"/>
                <a:gd name="connsiteX2" fmla="*/ 0 w 2971800"/>
                <a:gd name="connsiteY2" fmla="*/ 600075 h 600075"/>
                <a:gd name="connsiteX3" fmla="*/ 4762 w 2971800"/>
                <a:gd name="connsiteY3" fmla="*/ 311944 h 600075"/>
                <a:gd name="connsiteX4" fmla="*/ 1495425 w 2971800"/>
                <a:gd name="connsiteY4" fmla="*/ 304800 h 600075"/>
                <a:gd name="connsiteX5" fmla="*/ 1490662 w 2971800"/>
                <a:gd name="connsiteY5" fmla="*/ 4762 h 600075"/>
                <a:gd name="connsiteX6" fmla="*/ 2971800 w 2971800"/>
                <a:gd name="connsiteY6" fmla="*/ 0 h 600075"/>
                <a:gd name="connsiteX0" fmla="*/ 2976774 w 2976774"/>
                <a:gd name="connsiteY0" fmla="*/ 0 h 600075"/>
                <a:gd name="connsiteX1" fmla="*/ 2976774 w 2976774"/>
                <a:gd name="connsiteY1" fmla="*/ 600075 h 600075"/>
                <a:gd name="connsiteX2" fmla="*/ 4974 w 2976774"/>
                <a:gd name="connsiteY2" fmla="*/ 600075 h 600075"/>
                <a:gd name="connsiteX3" fmla="*/ 211 w 2976774"/>
                <a:gd name="connsiteY3" fmla="*/ 314325 h 600075"/>
                <a:gd name="connsiteX4" fmla="*/ 1500399 w 2976774"/>
                <a:gd name="connsiteY4" fmla="*/ 304800 h 600075"/>
                <a:gd name="connsiteX5" fmla="*/ 1495636 w 2976774"/>
                <a:gd name="connsiteY5" fmla="*/ 4762 h 600075"/>
                <a:gd name="connsiteX6" fmla="*/ 2976774 w 2976774"/>
                <a:gd name="connsiteY6" fmla="*/ 0 h 600075"/>
                <a:gd name="connsiteX0" fmla="*/ 2972260 w 2972260"/>
                <a:gd name="connsiteY0" fmla="*/ 0 h 600075"/>
                <a:gd name="connsiteX1" fmla="*/ 2972260 w 2972260"/>
                <a:gd name="connsiteY1" fmla="*/ 600075 h 600075"/>
                <a:gd name="connsiteX2" fmla="*/ 460 w 2972260"/>
                <a:gd name="connsiteY2" fmla="*/ 600075 h 600075"/>
                <a:gd name="connsiteX3" fmla="*/ 459 w 2972260"/>
                <a:gd name="connsiteY3" fmla="*/ 311943 h 600075"/>
                <a:gd name="connsiteX4" fmla="*/ 1495885 w 2972260"/>
                <a:gd name="connsiteY4" fmla="*/ 304800 h 600075"/>
                <a:gd name="connsiteX5" fmla="*/ 1491122 w 2972260"/>
                <a:gd name="connsiteY5" fmla="*/ 4762 h 600075"/>
                <a:gd name="connsiteX6" fmla="*/ 2972260 w 2972260"/>
                <a:gd name="connsiteY6"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2260" h="600075">
                  <a:moveTo>
                    <a:pt x="2972260" y="0"/>
                  </a:moveTo>
                  <a:lnTo>
                    <a:pt x="2972260" y="600075"/>
                  </a:lnTo>
                  <a:lnTo>
                    <a:pt x="460" y="600075"/>
                  </a:lnTo>
                  <a:cubicBezTo>
                    <a:pt x="2047" y="504031"/>
                    <a:pt x="-1128" y="407987"/>
                    <a:pt x="459" y="311943"/>
                  </a:cubicBezTo>
                  <a:lnTo>
                    <a:pt x="1495885" y="304800"/>
                  </a:lnTo>
                  <a:cubicBezTo>
                    <a:pt x="1497472" y="206375"/>
                    <a:pt x="1489535" y="103187"/>
                    <a:pt x="1491122" y="4762"/>
                  </a:cubicBezTo>
                  <a:lnTo>
                    <a:pt x="2972260" y="0"/>
                  </a:ln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039A127E-8254-4A37-BFC0-FB2E615DBC16}"/>
                </a:ext>
              </a:extLst>
            </p:cNvPr>
            <p:cNvSpPr/>
            <p:nvPr/>
          </p:nvSpPr>
          <p:spPr>
            <a:xfrm>
              <a:off x="4842050" y="2440002"/>
              <a:ext cx="1750040" cy="2838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3" name="Sedating button black">
            <a:extLst>
              <a:ext uri="{FF2B5EF4-FFF2-40B4-BE49-F238E27FC236}">
                <a16:creationId xmlns:a16="http://schemas.microsoft.com/office/drawing/2014/main" id="{66ED2F34-4C12-477B-8077-CF593A6D8505}"/>
              </a:ext>
            </a:extLst>
          </p:cNvPr>
          <p:cNvSpPr/>
          <p:nvPr/>
        </p:nvSpPr>
        <p:spPr>
          <a:xfrm>
            <a:off x="2964499" y="2125787"/>
            <a:ext cx="1428594" cy="373579"/>
          </a:xfrm>
          <a:prstGeom prst="roundRect">
            <a:avLst/>
          </a:prstGeom>
          <a:solidFill>
            <a:schemeClr val="tx1"/>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“Sedating”?</a:t>
            </a:r>
          </a:p>
        </p:txBody>
      </p:sp>
      <p:grpSp>
        <p:nvGrpSpPr>
          <p:cNvPr id="164" name="insomnia">
            <a:extLst>
              <a:ext uri="{FF2B5EF4-FFF2-40B4-BE49-F238E27FC236}">
                <a16:creationId xmlns:a16="http://schemas.microsoft.com/office/drawing/2014/main" id="{D509B928-44AB-4C27-8EB4-B15A04500D66}"/>
              </a:ext>
            </a:extLst>
          </p:cNvPr>
          <p:cNvGrpSpPr/>
          <p:nvPr/>
        </p:nvGrpSpPr>
        <p:grpSpPr>
          <a:xfrm>
            <a:off x="4799416" y="1263382"/>
            <a:ext cx="4787346" cy="626453"/>
            <a:chOff x="4799416" y="1263382"/>
            <a:chExt cx="4787346" cy="626453"/>
          </a:xfrm>
        </p:grpSpPr>
        <p:sp>
          <p:nvSpPr>
            <p:cNvPr id="165" name="Rectangle 164">
              <a:extLst>
                <a:ext uri="{FF2B5EF4-FFF2-40B4-BE49-F238E27FC236}">
                  <a16:creationId xmlns:a16="http://schemas.microsoft.com/office/drawing/2014/main" id="{71AD9F77-B6E1-45E1-86BF-F88F30FA9346}"/>
                </a:ext>
              </a:extLst>
            </p:cNvPr>
            <p:cNvSpPr/>
            <p:nvPr/>
          </p:nvSpPr>
          <p:spPr>
            <a:xfrm>
              <a:off x="4799416" y="1263382"/>
              <a:ext cx="1968818" cy="626453"/>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093842A6-3ACB-40D2-BA60-8FAD3BC4FD29}"/>
                </a:ext>
              </a:extLst>
            </p:cNvPr>
            <p:cNvSpPr/>
            <p:nvPr/>
          </p:nvSpPr>
          <p:spPr>
            <a:xfrm>
              <a:off x="8474737" y="1302588"/>
              <a:ext cx="1112025" cy="336716"/>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9" name="Activating button yellow">
            <a:extLst>
              <a:ext uri="{FF2B5EF4-FFF2-40B4-BE49-F238E27FC236}">
                <a16:creationId xmlns:a16="http://schemas.microsoft.com/office/drawing/2014/main" id="{09CF3FC6-868C-42C7-828B-530D204AE2D9}"/>
              </a:ext>
            </a:extLst>
          </p:cNvPr>
          <p:cNvSpPr/>
          <p:nvPr/>
        </p:nvSpPr>
        <p:spPr>
          <a:xfrm>
            <a:off x="2964499" y="1348537"/>
            <a:ext cx="1440905" cy="373579"/>
          </a:xfrm>
          <a:prstGeom prst="roundRect">
            <a:avLst/>
          </a:prstGeom>
          <a:solidFill>
            <a:schemeClr val="accent4"/>
          </a:solidFill>
          <a:ln w="28575">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“Activating”?</a:t>
            </a:r>
          </a:p>
        </p:txBody>
      </p:sp>
      <p:pic>
        <p:nvPicPr>
          <p:cNvPr id="86" name="Graphic 85" descr="Cursor with solid fill">
            <a:extLst>
              <a:ext uri="{FF2B5EF4-FFF2-40B4-BE49-F238E27FC236}">
                <a16:creationId xmlns:a16="http://schemas.microsoft.com/office/drawing/2014/main" id="{0ED72218-F36A-41B8-B219-BD9EE8565C7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9188" y="1591925"/>
            <a:ext cx="395274" cy="395274"/>
          </a:xfrm>
          <a:prstGeom prst="rect">
            <a:avLst/>
          </a:prstGeom>
        </p:spPr>
      </p:pic>
      <p:sp>
        <p:nvSpPr>
          <p:cNvPr id="48" name="TCA">
            <a:hlinkClick r:id="rId7" action="ppaction://hlinksldjump"/>
            <a:extLst>
              <a:ext uri="{FF2B5EF4-FFF2-40B4-BE49-F238E27FC236}">
                <a16:creationId xmlns:a16="http://schemas.microsoft.com/office/drawing/2014/main" id="{85622FE3-F642-43AB-92A1-38FC934202FC}"/>
              </a:ext>
            </a:extLst>
          </p:cNvPr>
          <p:cNvSpPr/>
          <p:nvPr/>
        </p:nvSpPr>
        <p:spPr>
          <a:xfrm>
            <a:off x="2954032" y="2903037"/>
            <a:ext cx="1428593" cy="408623"/>
          </a:xfrm>
          <a:prstGeom prst="roundRect">
            <a:avLst/>
          </a:prstGeom>
          <a:solidFill>
            <a:schemeClr val="bg1"/>
          </a:solidFill>
          <a:ln w="28575">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chemeClr val="tx1"/>
                </a:solidFill>
              </a:rPr>
              <a:t>Short ½-life?</a:t>
            </a:r>
          </a:p>
        </p:txBody>
      </p:sp>
      <p:pic>
        <p:nvPicPr>
          <p:cNvPr id="49" name="Graphic 48" descr="Cursor with solid fill">
            <a:extLst>
              <a:ext uri="{FF2B5EF4-FFF2-40B4-BE49-F238E27FC236}">
                <a16:creationId xmlns:a16="http://schemas.microsoft.com/office/drawing/2014/main" id="{47C31326-BBDD-4584-B903-8788A2698F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28897" y="3142669"/>
            <a:ext cx="395274" cy="395274"/>
          </a:xfrm>
          <a:prstGeom prst="rect">
            <a:avLst/>
          </a:prstGeom>
        </p:spPr>
      </p:pic>
      <p:sp>
        <p:nvSpPr>
          <p:cNvPr id="52" name="question 4">
            <a:hlinkClick r:id="rId8" action="ppaction://hlinksldjump"/>
            <a:extLst>
              <a:ext uri="{FF2B5EF4-FFF2-40B4-BE49-F238E27FC236}">
                <a16:creationId xmlns:a16="http://schemas.microsoft.com/office/drawing/2014/main" id="{149159FE-10ED-4EFA-B500-54A97AE97412}"/>
              </a:ext>
            </a:extLst>
          </p:cNvPr>
          <p:cNvSpPr txBox="1"/>
          <p:nvPr/>
        </p:nvSpPr>
        <p:spPr>
          <a:xfrm>
            <a:off x="191338" y="202262"/>
            <a:ext cx="1714108" cy="715089"/>
          </a:xfrm>
          <a:prstGeom prst="roundRect">
            <a:avLst>
              <a:gd name="adj" fmla="val 8675"/>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Screening &amp; Diagnosis</a:t>
            </a:r>
          </a:p>
        </p:txBody>
      </p:sp>
      <p:pic>
        <p:nvPicPr>
          <p:cNvPr id="53" name="Graphic 52" descr="Cursor with solid fill">
            <a:extLst>
              <a:ext uri="{FF2B5EF4-FFF2-40B4-BE49-F238E27FC236}">
                <a16:creationId xmlns:a16="http://schemas.microsoft.com/office/drawing/2014/main" id="{8CFBED20-FA23-4496-AC8C-F7795B9D46B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4619" y="711337"/>
            <a:ext cx="395274" cy="395274"/>
          </a:xfrm>
          <a:prstGeom prst="rect">
            <a:avLst/>
          </a:prstGeom>
        </p:spPr>
      </p:pic>
      <p:sp>
        <p:nvSpPr>
          <p:cNvPr id="54" name="question 4">
            <a:hlinkClick r:id="rId9" action="ppaction://hlinksldjump"/>
            <a:extLst>
              <a:ext uri="{FF2B5EF4-FFF2-40B4-BE49-F238E27FC236}">
                <a16:creationId xmlns:a16="http://schemas.microsoft.com/office/drawing/2014/main" id="{CFF666E3-E8F4-46FE-847B-A8FC7CB7F09C}"/>
              </a:ext>
            </a:extLst>
          </p:cNvPr>
          <p:cNvSpPr txBox="1"/>
          <p:nvPr/>
        </p:nvSpPr>
        <p:spPr>
          <a:xfrm>
            <a:off x="188147" y="3186700"/>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55" name="Graphic 25" descr="Cursor with solid fill">
            <a:extLst>
              <a:ext uri="{FF2B5EF4-FFF2-40B4-BE49-F238E27FC236}">
                <a16:creationId xmlns:a16="http://schemas.microsoft.com/office/drawing/2014/main" id="{D2B91217-E61C-4EF5-9495-265998EC4F2A}"/>
              </a:ext>
            </a:extLst>
          </p:cNvPr>
          <p:cNvSpPr/>
          <p:nvPr/>
        </p:nvSpPr>
        <p:spPr>
          <a:xfrm>
            <a:off x="1787044" y="3522640"/>
            <a:ext cx="230422" cy="230576"/>
          </a:xfrm>
          <a:custGeom>
            <a:avLst/>
            <a:gdLst>
              <a:gd name="connsiteX0" fmla="*/ 230423 w 230422"/>
              <a:gd name="connsiteY0" fmla="*/ 193931 h 230576"/>
              <a:gd name="connsiteX1" fmla="*/ 147251 w 230422"/>
              <a:gd name="connsiteY1" fmla="*/ 110800 h 230576"/>
              <a:gd name="connsiteX2" fmla="*/ 220541 w 230422"/>
              <a:gd name="connsiteY2" fmla="*/ 84408 h 230576"/>
              <a:gd name="connsiteX3" fmla="*/ 225013 w 230422"/>
              <a:gd name="connsiteY3" fmla="*/ 75252 h 230576"/>
              <a:gd name="connsiteX4" fmla="*/ 220541 w 230422"/>
              <a:gd name="connsiteY4" fmla="*/ 70779 h 230576"/>
              <a:gd name="connsiteX5" fmla="*/ 9358 w 230422"/>
              <a:gd name="connsiteY5" fmla="*/ 371 h 230576"/>
              <a:gd name="connsiteX6" fmla="*/ 7011 w 230422"/>
              <a:gd name="connsiteY6" fmla="*/ 0 h 230576"/>
              <a:gd name="connsiteX7" fmla="*/ 7011 w 230422"/>
              <a:gd name="connsiteY7" fmla="*/ 0 h 230576"/>
              <a:gd name="connsiteX8" fmla="*/ 2 w 230422"/>
              <a:gd name="connsiteY8" fmla="*/ 7316 h 230576"/>
              <a:gd name="connsiteX9" fmla="*/ 382 w 230422"/>
              <a:gd name="connsiteY9" fmla="*/ 9470 h 230576"/>
              <a:gd name="connsiteX10" fmla="*/ 70625 w 230422"/>
              <a:gd name="connsiteY10" fmla="*/ 220859 h 230576"/>
              <a:gd name="connsiteX11" fmla="*/ 79820 w 230422"/>
              <a:gd name="connsiteY11" fmla="*/ 225252 h 230576"/>
              <a:gd name="connsiteX12" fmla="*/ 84213 w 230422"/>
              <a:gd name="connsiteY12" fmla="*/ 220859 h 230576"/>
              <a:gd name="connsiteX13" fmla="*/ 110647 w 230422"/>
              <a:gd name="connsiteY13" fmla="*/ 147487 h 230576"/>
              <a:gd name="connsiteX14" fmla="*/ 193737 w 230422"/>
              <a:gd name="connsiteY14" fmla="*/ 230577 h 23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422" h="230576">
                <a:moveTo>
                  <a:pt x="230423" y="193931"/>
                </a:moveTo>
                <a:lnTo>
                  <a:pt x="147251" y="110800"/>
                </a:lnTo>
                <a:lnTo>
                  <a:pt x="220541" y="84408"/>
                </a:lnTo>
                <a:cubicBezTo>
                  <a:pt x="224304" y="83114"/>
                  <a:pt x="226307" y="79015"/>
                  <a:pt x="225013" y="75252"/>
                </a:cubicBezTo>
                <a:cubicBezTo>
                  <a:pt x="224292" y="73151"/>
                  <a:pt x="222641" y="71501"/>
                  <a:pt x="220541" y="70779"/>
                </a:cubicBezTo>
                <a:lnTo>
                  <a:pt x="9358" y="371"/>
                </a:lnTo>
                <a:cubicBezTo>
                  <a:pt x="8601" y="121"/>
                  <a:pt x="7808" y="-4"/>
                  <a:pt x="7011" y="0"/>
                </a:cubicBezTo>
                <a:lnTo>
                  <a:pt x="7011" y="0"/>
                </a:lnTo>
                <a:cubicBezTo>
                  <a:pt x="3055" y="85"/>
                  <a:pt x="-83" y="3360"/>
                  <a:pt x="2" y="7316"/>
                </a:cubicBezTo>
                <a:cubicBezTo>
                  <a:pt x="17" y="8050"/>
                  <a:pt x="145" y="8776"/>
                  <a:pt x="382" y="9470"/>
                </a:cubicBezTo>
                <a:lnTo>
                  <a:pt x="70625" y="220859"/>
                </a:lnTo>
                <a:cubicBezTo>
                  <a:pt x="71951" y="224612"/>
                  <a:pt x="76068" y="226578"/>
                  <a:pt x="79820" y="225252"/>
                </a:cubicBezTo>
                <a:cubicBezTo>
                  <a:pt x="81873" y="224527"/>
                  <a:pt x="83487" y="222912"/>
                  <a:pt x="84213" y="220859"/>
                </a:cubicBezTo>
                <a:lnTo>
                  <a:pt x="110647" y="147487"/>
                </a:lnTo>
                <a:lnTo>
                  <a:pt x="193737" y="230577"/>
                </a:lnTo>
                <a:close/>
              </a:path>
            </a:pathLst>
          </a:custGeom>
          <a:solidFill>
            <a:srgbClr val="000000"/>
          </a:solidFill>
          <a:ln w="4068" cap="flat">
            <a:noFill/>
            <a:prstDash val="solid"/>
            <a:miter/>
          </a:ln>
        </p:spPr>
        <p:txBody>
          <a:bodyPr rtlCol="0" anchor="ctr"/>
          <a:lstStyle/>
          <a:p>
            <a:endParaRPr lang="en-US"/>
          </a:p>
        </p:txBody>
      </p:sp>
      <p:sp>
        <p:nvSpPr>
          <p:cNvPr id="59" name="question 4">
            <a:hlinkClick r:id="rId10" action="ppaction://hlinksldjump"/>
            <a:extLst>
              <a:ext uri="{FF2B5EF4-FFF2-40B4-BE49-F238E27FC236}">
                <a16:creationId xmlns:a16="http://schemas.microsoft.com/office/drawing/2014/main" id="{BDE71C80-F9BE-48B7-97E2-2097823D4B04}"/>
              </a:ext>
            </a:extLst>
          </p:cNvPr>
          <p:cNvSpPr txBox="1"/>
          <p:nvPr/>
        </p:nvSpPr>
        <p:spPr>
          <a:xfrm>
            <a:off x="188148" y="1794466"/>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60" name="Graphic 59" descr="Cursor with solid fill">
            <a:extLst>
              <a:ext uri="{FF2B5EF4-FFF2-40B4-BE49-F238E27FC236}">
                <a16:creationId xmlns:a16="http://schemas.microsoft.com/office/drawing/2014/main" id="{8F02E8EF-FFF2-41F5-AE5E-B6125C99C64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4619" y="1985865"/>
            <a:ext cx="395274" cy="395274"/>
          </a:xfrm>
          <a:prstGeom prst="rect">
            <a:avLst/>
          </a:prstGeom>
        </p:spPr>
      </p:pic>
      <p:sp>
        <p:nvSpPr>
          <p:cNvPr id="61" name="sub-q 2">
            <a:hlinkClick r:id="rId11" action="ppaction://hlinksldjump"/>
            <a:extLst>
              <a:ext uri="{FF2B5EF4-FFF2-40B4-BE49-F238E27FC236}">
                <a16:creationId xmlns:a16="http://schemas.microsoft.com/office/drawing/2014/main" id="{34C744B3-AA00-4BA5-9934-45CB9FE6DF64}"/>
              </a:ext>
            </a:extLst>
          </p:cNvPr>
          <p:cNvSpPr txBox="1"/>
          <p:nvPr/>
        </p:nvSpPr>
        <p:spPr>
          <a:xfrm>
            <a:off x="445768" y="1112181"/>
            <a:ext cx="145648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Differential</a:t>
            </a:r>
          </a:p>
        </p:txBody>
      </p:sp>
      <p:pic>
        <p:nvPicPr>
          <p:cNvPr id="62" name="Graphic 61" descr="Cursor with solid fill">
            <a:hlinkClick r:id="rId11" action="ppaction://hlinksldjump"/>
            <a:extLst>
              <a:ext uri="{FF2B5EF4-FFF2-40B4-BE49-F238E27FC236}">
                <a16:creationId xmlns:a16="http://schemas.microsoft.com/office/drawing/2014/main" id="{DAAB988F-ABDB-4296-8B33-0BFDB2DEBE5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4619" y="1352049"/>
            <a:ext cx="395274" cy="395274"/>
          </a:xfrm>
          <a:prstGeom prst="rect">
            <a:avLst/>
          </a:prstGeom>
        </p:spPr>
      </p:pic>
      <p:sp>
        <p:nvSpPr>
          <p:cNvPr id="80" name="sub-q 1 button">
            <a:extLst>
              <a:ext uri="{FF2B5EF4-FFF2-40B4-BE49-F238E27FC236}">
                <a16:creationId xmlns:a16="http://schemas.microsoft.com/office/drawing/2014/main" id="{9970190D-A9EF-4C59-B70C-CBD6D81E01E2}"/>
              </a:ext>
            </a:extLst>
          </p:cNvPr>
          <p:cNvSpPr txBox="1"/>
          <p:nvPr/>
        </p:nvSpPr>
        <p:spPr>
          <a:xfrm>
            <a:off x="445770" y="2468606"/>
            <a:ext cx="1459676" cy="408623"/>
          </a:xfrm>
          <a:prstGeom prst="roundRect">
            <a:avLst/>
          </a:prstGeom>
          <a:solidFill>
            <a:schemeClr val="tx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solidFill>
                  <a:schemeClr val="bg1"/>
                </a:solidFill>
              </a:rPr>
              <a:t>Medications</a:t>
            </a:r>
          </a:p>
        </p:txBody>
      </p:sp>
      <p:cxnSp>
        <p:nvCxnSpPr>
          <p:cNvPr id="82" name="Connector: Elbow 81">
            <a:extLst>
              <a:ext uri="{FF2B5EF4-FFF2-40B4-BE49-F238E27FC236}">
                <a16:creationId xmlns:a16="http://schemas.microsoft.com/office/drawing/2014/main" id="{A5DF6B4E-0053-4D99-9E9F-DCBB615C1483}"/>
              </a:ext>
            </a:extLst>
          </p:cNvPr>
          <p:cNvCxnSpPr>
            <a:cxnSpLocks/>
            <a:endCxn id="80" idx="1"/>
          </p:cNvCxnSpPr>
          <p:nvPr/>
        </p:nvCxnSpPr>
        <p:spPr>
          <a:xfrm rot="16200000" flipH="1">
            <a:off x="112036" y="2339183"/>
            <a:ext cx="469827" cy="19764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83" name="Connector: Elbow 82">
            <a:extLst>
              <a:ext uri="{FF2B5EF4-FFF2-40B4-BE49-F238E27FC236}">
                <a16:creationId xmlns:a16="http://schemas.microsoft.com/office/drawing/2014/main" id="{C87DC571-9522-4E81-BB29-D938E12612BB}"/>
              </a:ext>
            </a:extLst>
          </p:cNvPr>
          <p:cNvCxnSpPr>
            <a:cxnSpLocks/>
            <a:endCxn id="61" idx="1"/>
          </p:cNvCxnSpPr>
          <p:nvPr/>
        </p:nvCxnSpPr>
        <p:spPr>
          <a:xfrm rot="16200000" flipH="1">
            <a:off x="154430" y="1025155"/>
            <a:ext cx="385038" cy="19763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pic>
        <p:nvPicPr>
          <p:cNvPr id="152" name="Graphic 151" descr="Cursor with solid fill">
            <a:extLst>
              <a:ext uri="{FF2B5EF4-FFF2-40B4-BE49-F238E27FC236}">
                <a16:creationId xmlns:a16="http://schemas.microsoft.com/office/drawing/2014/main" id="{5B303BB3-BE66-4F93-B670-77B47AA194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28897" y="6202679"/>
            <a:ext cx="395274" cy="395274"/>
          </a:xfrm>
          <a:prstGeom prst="rect">
            <a:avLst/>
          </a:prstGeom>
        </p:spPr>
      </p:pic>
    </p:spTree>
    <p:extLst>
      <p:ext uri="{BB962C8B-B14F-4D97-AF65-F5344CB8AC3E}">
        <p14:creationId xmlns:p14="http://schemas.microsoft.com/office/powerpoint/2010/main" val="128780406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4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9"/>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86"/>
                                        </p:tgtEl>
                                        <p:attrNameLst>
                                          <p:attrName>style.visibility</p:attrName>
                                        </p:attrNameLst>
                                      </p:cBhvr>
                                      <p:to>
                                        <p:strVal val="hidden"/>
                                      </p:to>
                                    </p:set>
                                  </p:childTnLst>
                                </p:cTn>
                              </p:par>
                            </p:childTnLst>
                          </p:cTn>
                        </p:par>
                      </p:childTnLst>
                    </p:cTn>
                  </p:par>
                </p:childTnLst>
              </p:cTn>
              <p:nextCondLst>
                <p:cond evt="onClick" delay="0">
                  <p:tgtEl>
                    <p:spTgt spid="147"/>
                  </p:tgtEl>
                </p:cond>
              </p:nextCondLst>
            </p:seq>
            <p:seq concurrent="1" nextAc="seek">
              <p:cTn id="11" restart="whenNotActive" fill="hold" evtFilter="cancelBubble" nodeType="interactiveSeq">
                <p:stCondLst>
                  <p:cond evt="onClick" delay="0">
                    <p:tgtEl>
                      <p:spTgt spid="148"/>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49"/>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63"/>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150"/>
                                        </p:tgtEl>
                                        <p:attrNameLst>
                                          <p:attrName>style.visibility</p:attrName>
                                        </p:attrNameLst>
                                      </p:cBhvr>
                                      <p:to>
                                        <p:strVal val="hidden"/>
                                      </p:to>
                                    </p:set>
                                  </p:childTnLst>
                                </p:cTn>
                              </p:par>
                            </p:childTnLst>
                          </p:cTn>
                        </p:par>
                      </p:childTnLst>
                    </p:cTn>
                  </p:par>
                </p:childTnLst>
              </p:cTn>
              <p:nextCondLst>
                <p:cond evt="onClick" delay="0">
                  <p:tgtEl>
                    <p:spTgt spid="148"/>
                  </p:tgtEl>
                </p:cond>
              </p:nextCondLst>
            </p:seq>
          </p:childTnLst>
        </p:cTn>
      </p:par>
    </p:tnLst>
    <p:bldLst>
      <p:bldP spid="163" grpId="0" animBg="1"/>
      <p:bldP spid="16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SRI">
            <a:extLst>
              <a:ext uri="{FF2B5EF4-FFF2-40B4-BE49-F238E27FC236}">
                <a16:creationId xmlns:a16="http://schemas.microsoft.com/office/drawing/2014/main" id="{8C758822-2005-4701-86D2-5AA5AF195DB3}"/>
              </a:ext>
            </a:extLst>
          </p:cNvPr>
          <p:cNvSpPr/>
          <p:nvPr/>
        </p:nvSpPr>
        <p:spPr>
          <a:xfrm>
            <a:off x="5048054" y="601782"/>
            <a:ext cx="1312849" cy="477524"/>
          </a:xfrm>
          <a:prstGeom prst="roundRect">
            <a:avLst/>
          </a:prstGeom>
          <a:solidFill>
            <a:schemeClr val="accent6">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SSRI</a:t>
            </a:r>
          </a:p>
        </p:txBody>
      </p:sp>
      <p:sp>
        <p:nvSpPr>
          <p:cNvPr id="88" name="SNRI">
            <a:extLst>
              <a:ext uri="{FF2B5EF4-FFF2-40B4-BE49-F238E27FC236}">
                <a16:creationId xmlns:a16="http://schemas.microsoft.com/office/drawing/2014/main" id="{328A2C24-1B31-44C4-97D9-84CC56482D52}"/>
              </a:ext>
            </a:extLst>
          </p:cNvPr>
          <p:cNvSpPr/>
          <p:nvPr/>
        </p:nvSpPr>
        <p:spPr>
          <a:xfrm>
            <a:off x="6741697" y="601782"/>
            <a:ext cx="1312849" cy="477524"/>
          </a:xfrm>
          <a:prstGeom prst="roundRect">
            <a:avLst/>
          </a:prstGeom>
          <a:solidFill>
            <a:schemeClr val="accent5">
              <a:lumMod val="60000"/>
              <a:lumOff val="40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SNRI</a:t>
            </a:r>
          </a:p>
        </p:txBody>
      </p:sp>
      <p:sp>
        <p:nvSpPr>
          <p:cNvPr id="89" name="TCA">
            <a:extLst>
              <a:ext uri="{FF2B5EF4-FFF2-40B4-BE49-F238E27FC236}">
                <a16:creationId xmlns:a16="http://schemas.microsoft.com/office/drawing/2014/main" id="{46F3F9DA-8BED-4728-9EEF-3B41A46A7937}"/>
              </a:ext>
            </a:extLst>
          </p:cNvPr>
          <p:cNvSpPr/>
          <p:nvPr/>
        </p:nvSpPr>
        <p:spPr>
          <a:xfrm>
            <a:off x="10128984" y="601782"/>
            <a:ext cx="1312849" cy="477524"/>
          </a:xfrm>
          <a:prstGeom prst="roundRect">
            <a:avLst/>
          </a:prstGeom>
          <a:solidFill>
            <a:schemeClr val="bg2">
              <a:lumMod val="90000"/>
            </a:schemeClr>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TCA</a:t>
            </a:r>
          </a:p>
        </p:txBody>
      </p:sp>
      <p:sp>
        <p:nvSpPr>
          <p:cNvPr id="90" name="Other">
            <a:extLst>
              <a:ext uri="{FF2B5EF4-FFF2-40B4-BE49-F238E27FC236}">
                <a16:creationId xmlns:a16="http://schemas.microsoft.com/office/drawing/2014/main" id="{03BF4D3F-1442-4D00-95AD-1890A61911B4}"/>
              </a:ext>
            </a:extLst>
          </p:cNvPr>
          <p:cNvSpPr/>
          <p:nvPr/>
        </p:nvSpPr>
        <p:spPr>
          <a:xfrm>
            <a:off x="8435340" y="601782"/>
            <a:ext cx="1312849" cy="477524"/>
          </a:xfrm>
          <a:prstGeom prst="roundRect">
            <a:avLst/>
          </a:prstGeom>
          <a:solidFill>
            <a:schemeClr val="accent2">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err="1"/>
              <a:t>Atypicals</a:t>
            </a:r>
            <a:endParaRPr lang="en-US"/>
          </a:p>
        </p:txBody>
      </p:sp>
      <p:sp>
        <p:nvSpPr>
          <p:cNvPr id="91" name="TextBox 90">
            <a:extLst>
              <a:ext uri="{FF2B5EF4-FFF2-40B4-BE49-F238E27FC236}">
                <a16:creationId xmlns:a16="http://schemas.microsoft.com/office/drawing/2014/main" id="{506EE470-D07C-474A-9C0E-98CE68D6A47B}"/>
              </a:ext>
            </a:extLst>
          </p:cNvPr>
          <p:cNvSpPr txBox="1"/>
          <p:nvPr/>
        </p:nvSpPr>
        <p:spPr>
          <a:xfrm>
            <a:off x="4776974" y="1283252"/>
            <a:ext cx="2304920" cy="1477328"/>
          </a:xfrm>
          <a:prstGeom prst="rect">
            <a:avLst/>
          </a:prstGeom>
          <a:noFill/>
        </p:spPr>
        <p:txBody>
          <a:bodyPr wrap="square" rtlCol="0">
            <a:spAutoFit/>
          </a:bodyPr>
          <a:lstStyle/>
          <a:p>
            <a:r>
              <a:rPr lang="en-US" dirty="0"/>
              <a:t>Fluoxetine (Prozac)</a:t>
            </a:r>
          </a:p>
          <a:p>
            <a:r>
              <a:rPr lang="en-US" dirty="0"/>
              <a:t>Sertraline (Zoloft)</a:t>
            </a:r>
          </a:p>
          <a:p>
            <a:r>
              <a:rPr lang="en-US" dirty="0"/>
              <a:t>Citalopram (Celexa)</a:t>
            </a:r>
          </a:p>
          <a:p>
            <a:r>
              <a:rPr lang="en-US" dirty="0"/>
              <a:t>Escitalopram (Lexapro)</a:t>
            </a:r>
          </a:p>
          <a:p>
            <a:r>
              <a:rPr lang="en-US" dirty="0"/>
              <a:t>Paroxetine (Paxil)</a:t>
            </a:r>
          </a:p>
        </p:txBody>
      </p:sp>
      <p:sp>
        <p:nvSpPr>
          <p:cNvPr id="92" name="TextBox 91">
            <a:extLst>
              <a:ext uri="{FF2B5EF4-FFF2-40B4-BE49-F238E27FC236}">
                <a16:creationId xmlns:a16="http://schemas.microsoft.com/office/drawing/2014/main" id="{979F7597-9255-4A8B-984F-C07DF5431201}"/>
              </a:ext>
            </a:extLst>
          </p:cNvPr>
          <p:cNvSpPr txBox="1"/>
          <p:nvPr/>
        </p:nvSpPr>
        <p:spPr>
          <a:xfrm>
            <a:off x="6809580" y="1287814"/>
            <a:ext cx="1301099" cy="646331"/>
          </a:xfrm>
          <a:prstGeom prst="rect">
            <a:avLst/>
          </a:prstGeom>
          <a:noFill/>
        </p:spPr>
        <p:txBody>
          <a:bodyPr wrap="square" rtlCol="0">
            <a:spAutoFit/>
          </a:bodyPr>
          <a:lstStyle/>
          <a:p>
            <a:r>
              <a:rPr lang="en-US"/>
              <a:t>Duloxetine</a:t>
            </a:r>
          </a:p>
          <a:p>
            <a:r>
              <a:rPr lang="en-US"/>
              <a:t>Venlafaxine</a:t>
            </a:r>
          </a:p>
        </p:txBody>
      </p:sp>
      <p:sp>
        <p:nvSpPr>
          <p:cNvPr id="93" name="TextBox 92">
            <a:extLst>
              <a:ext uri="{FF2B5EF4-FFF2-40B4-BE49-F238E27FC236}">
                <a16:creationId xmlns:a16="http://schemas.microsoft.com/office/drawing/2014/main" id="{2F34EDE5-FA6F-4B3C-87F1-3E06118D384E}"/>
              </a:ext>
            </a:extLst>
          </p:cNvPr>
          <p:cNvSpPr txBox="1"/>
          <p:nvPr/>
        </p:nvSpPr>
        <p:spPr>
          <a:xfrm>
            <a:off x="8448861" y="1310640"/>
            <a:ext cx="1312702" cy="646331"/>
          </a:xfrm>
          <a:prstGeom prst="rect">
            <a:avLst/>
          </a:prstGeom>
          <a:noFill/>
        </p:spPr>
        <p:txBody>
          <a:bodyPr wrap="square" rtlCol="0">
            <a:spAutoFit/>
          </a:bodyPr>
          <a:lstStyle/>
          <a:p>
            <a:r>
              <a:rPr lang="en-US" dirty="0"/>
              <a:t>Bupropion</a:t>
            </a:r>
          </a:p>
          <a:p>
            <a:r>
              <a:rPr lang="en-US" dirty="0"/>
              <a:t>Mirtazapine</a:t>
            </a:r>
          </a:p>
        </p:txBody>
      </p:sp>
      <p:sp>
        <p:nvSpPr>
          <p:cNvPr id="94" name="TextBox 93">
            <a:extLst>
              <a:ext uri="{FF2B5EF4-FFF2-40B4-BE49-F238E27FC236}">
                <a16:creationId xmlns:a16="http://schemas.microsoft.com/office/drawing/2014/main" id="{C6FA56BD-8674-47A7-BCE8-C2D161D00946}"/>
              </a:ext>
            </a:extLst>
          </p:cNvPr>
          <p:cNvSpPr txBox="1"/>
          <p:nvPr/>
        </p:nvSpPr>
        <p:spPr>
          <a:xfrm>
            <a:off x="10090187" y="1324700"/>
            <a:ext cx="1403661" cy="646331"/>
          </a:xfrm>
          <a:prstGeom prst="rect">
            <a:avLst/>
          </a:prstGeom>
          <a:noFill/>
        </p:spPr>
        <p:txBody>
          <a:bodyPr wrap="square" rtlCol="0">
            <a:spAutoFit/>
          </a:bodyPr>
          <a:lstStyle/>
          <a:p>
            <a:r>
              <a:rPr lang="en-US"/>
              <a:t>Amitriptyline</a:t>
            </a:r>
          </a:p>
          <a:p>
            <a:r>
              <a:rPr lang="en-US"/>
              <a:t>Nortriptyline</a:t>
            </a:r>
          </a:p>
        </p:txBody>
      </p:sp>
      <p:sp>
        <p:nvSpPr>
          <p:cNvPr id="95" name="TCA">
            <a:hlinkClick r:id="rId3" action="ppaction://hlinksldjump"/>
            <a:extLst>
              <a:ext uri="{FF2B5EF4-FFF2-40B4-BE49-F238E27FC236}">
                <a16:creationId xmlns:a16="http://schemas.microsoft.com/office/drawing/2014/main" id="{B2A287EA-4825-4936-BA68-C514D6E04838}"/>
              </a:ext>
            </a:extLst>
          </p:cNvPr>
          <p:cNvSpPr/>
          <p:nvPr/>
        </p:nvSpPr>
        <p:spPr>
          <a:xfrm>
            <a:off x="2967853" y="3715331"/>
            <a:ext cx="1428593" cy="408623"/>
          </a:xfrm>
          <a:prstGeom prst="roundRect">
            <a:avLst/>
          </a:prstGeom>
          <a:solidFill>
            <a:schemeClr val="bg1"/>
          </a:solidFill>
          <a:ln w="28575">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tx1"/>
                </a:solidFill>
              </a:rPr>
              <a:t>Side Effects?</a:t>
            </a:r>
          </a:p>
        </p:txBody>
      </p:sp>
      <p:sp>
        <p:nvSpPr>
          <p:cNvPr id="147" name="activating button white">
            <a:extLst>
              <a:ext uri="{FF2B5EF4-FFF2-40B4-BE49-F238E27FC236}">
                <a16:creationId xmlns:a16="http://schemas.microsoft.com/office/drawing/2014/main" id="{D65C7CD8-FCC0-4AB2-AAC2-4B66A84B7A58}"/>
              </a:ext>
            </a:extLst>
          </p:cNvPr>
          <p:cNvSpPr/>
          <p:nvPr/>
        </p:nvSpPr>
        <p:spPr>
          <a:xfrm>
            <a:off x="2955542" y="1342312"/>
            <a:ext cx="1440905" cy="373579"/>
          </a:xfrm>
          <a:prstGeom prst="roundRect">
            <a:avLst/>
          </a:prstGeom>
          <a:solidFill>
            <a:schemeClr val="bg1"/>
          </a:solidFill>
          <a:ln w="28575">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“Activating”?</a:t>
            </a:r>
          </a:p>
        </p:txBody>
      </p:sp>
      <p:sp>
        <p:nvSpPr>
          <p:cNvPr id="148" name="Sedating button white">
            <a:extLst>
              <a:ext uri="{FF2B5EF4-FFF2-40B4-BE49-F238E27FC236}">
                <a16:creationId xmlns:a16="http://schemas.microsoft.com/office/drawing/2014/main" id="{E9FA5C4E-2788-43E4-A6CA-08DEB7E3BAC1}"/>
              </a:ext>
            </a:extLst>
          </p:cNvPr>
          <p:cNvSpPr/>
          <p:nvPr/>
        </p:nvSpPr>
        <p:spPr>
          <a:xfrm>
            <a:off x="2967853" y="2095110"/>
            <a:ext cx="1428594" cy="373579"/>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“Sedating”?</a:t>
            </a:r>
          </a:p>
        </p:txBody>
      </p:sp>
      <p:pic>
        <p:nvPicPr>
          <p:cNvPr id="150" name="Graphic 149" descr="Cursor with solid fill">
            <a:extLst>
              <a:ext uri="{FF2B5EF4-FFF2-40B4-BE49-F238E27FC236}">
                <a16:creationId xmlns:a16="http://schemas.microsoft.com/office/drawing/2014/main" id="{87C7E786-B3D1-4DCD-A847-4C86E9B0CE9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9188" y="2316803"/>
            <a:ext cx="395274" cy="395274"/>
          </a:xfrm>
          <a:prstGeom prst="rect">
            <a:avLst/>
          </a:prstGeom>
        </p:spPr>
      </p:pic>
      <p:pic>
        <p:nvPicPr>
          <p:cNvPr id="151" name="Graphic 150" descr="Cursor with solid fill">
            <a:extLst>
              <a:ext uri="{FF2B5EF4-FFF2-40B4-BE49-F238E27FC236}">
                <a16:creationId xmlns:a16="http://schemas.microsoft.com/office/drawing/2014/main" id="{B629EA9A-7382-48A1-98A8-E8F7F08C5C8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42718" y="3977302"/>
            <a:ext cx="395274" cy="395274"/>
          </a:xfrm>
          <a:prstGeom prst="rect">
            <a:avLst/>
          </a:prstGeom>
        </p:spPr>
      </p:pic>
      <p:pic>
        <p:nvPicPr>
          <p:cNvPr id="86" name="Graphic 85" descr="Cursor with solid fill">
            <a:extLst>
              <a:ext uri="{FF2B5EF4-FFF2-40B4-BE49-F238E27FC236}">
                <a16:creationId xmlns:a16="http://schemas.microsoft.com/office/drawing/2014/main" id="{0ED72218-F36A-41B8-B219-BD9EE8565C7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9188" y="1591925"/>
            <a:ext cx="395274" cy="395274"/>
          </a:xfrm>
          <a:prstGeom prst="rect">
            <a:avLst/>
          </a:prstGeom>
        </p:spPr>
      </p:pic>
      <p:sp>
        <p:nvSpPr>
          <p:cNvPr id="48" name="TCA">
            <a:hlinkClick r:id="rId6" action="ppaction://hlinksldjump"/>
            <a:extLst>
              <a:ext uri="{FF2B5EF4-FFF2-40B4-BE49-F238E27FC236}">
                <a16:creationId xmlns:a16="http://schemas.microsoft.com/office/drawing/2014/main" id="{85622FE3-F642-43AB-92A1-38FC934202FC}"/>
              </a:ext>
            </a:extLst>
          </p:cNvPr>
          <p:cNvSpPr/>
          <p:nvPr/>
        </p:nvSpPr>
        <p:spPr>
          <a:xfrm>
            <a:off x="2954032" y="2903037"/>
            <a:ext cx="1428593" cy="408623"/>
          </a:xfrm>
          <a:prstGeom prst="roundRect">
            <a:avLst/>
          </a:prstGeom>
          <a:solidFill>
            <a:srgbClr val="7030A0"/>
          </a:solidFill>
          <a:ln w="28575">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chemeClr val="bg1"/>
                </a:solidFill>
              </a:rPr>
              <a:t>Short ½-life?</a:t>
            </a:r>
          </a:p>
        </p:txBody>
      </p:sp>
      <p:grpSp>
        <p:nvGrpSpPr>
          <p:cNvPr id="5" name="Group 4">
            <a:extLst>
              <a:ext uri="{FF2B5EF4-FFF2-40B4-BE49-F238E27FC236}">
                <a16:creationId xmlns:a16="http://schemas.microsoft.com/office/drawing/2014/main" id="{1C49E955-7A12-4C4E-9C8F-203C5CCD03E2}"/>
              </a:ext>
            </a:extLst>
          </p:cNvPr>
          <p:cNvGrpSpPr/>
          <p:nvPr/>
        </p:nvGrpSpPr>
        <p:grpSpPr>
          <a:xfrm>
            <a:off x="4382625" y="1375999"/>
            <a:ext cx="5269376" cy="1916015"/>
            <a:chOff x="4382625" y="1375999"/>
            <a:chExt cx="5269376" cy="1916015"/>
          </a:xfrm>
        </p:grpSpPr>
        <p:sp>
          <p:nvSpPr>
            <p:cNvPr id="2" name="TextBox 1">
              <a:extLst>
                <a:ext uri="{FF2B5EF4-FFF2-40B4-BE49-F238E27FC236}">
                  <a16:creationId xmlns:a16="http://schemas.microsoft.com/office/drawing/2014/main" id="{DC9DE875-B313-4E59-A079-89866B09250D}"/>
                </a:ext>
              </a:extLst>
            </p:cNvPr>
            <p:cNvSpPr txBox="1"/>
            <p:nvPr/>
          </p:nvSpPr>
          <p:spPr>
            <a:xfrm>
              <a:off x="4784662" y="2922682"/>
              <a:ext cx="4453306" cy="369332"/>
            </a:xfrm>
            <a:prstGeom prst="rect">
              <a:avLst/>
            </a:prstGeom>
            <a:noFill/>
            <a:ln w="28575">
              <a:solidFill>
                <a:srgbClr val="7030A0"/>
              </a:solidFill>
            </a:ln>
          </p:spPr>
          <p:txBody>
            <a:bodyPr wrap="square" rtlCol="0">
              <a:spAutoFit/>
            </a:bodyPr>
            <a:lstStyle/>
            <a:p>
              <a:r>
                <a:rPr lang="en-US" dirty="0"/>
                <a:t>More withdrawal side effects.  Needs a taper.</a:t>
              </a:r>
            </a:p>
          </p:txBody>
        </p:sp>
        <p:cxnSp>
          <p:nvCxnSpPr>
            <p:cNvPr id="4" name="Straight Arrow Connector 3">
              <a:extLst>
                <a:ext uri="{FF2B5EF4-FFF2-40B4-BE49-F238E27FC236}">
                  <a16:creationId xmlns:a16="http://schemas.microsoft.com/office/drawing/2014/main" id="{921A1B24-0A3D-4BDC-90A7-EA7355E5C648}"/>
                </a:ext>
              </a:extLst>
            </p:cNvPr>
            <p:cNvCxnSpPr>
              <a:cxnSpLocks/>
              <a:stCxn id="48" idx="3"/>
              <a:endCxn id="2" idx="1"/>
            </p:cNvCxnSpPr>
            <p:nvPr/>
          </p:nvCxnSpPr>
          <p:spPr>
            <a:xfrm flipV="1">
              <a:off x="4382625" y="3107348"/>
              <a:ext cx="402037" cy="1"/>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DF7D0E9-4AB7-4482-96C4-11F39E4936F1}"/>
                </a:ext>
              </a:extLst>
            </p:cNvPr>
            <p:cNvSpPr/>
            <p:nvPr/>
          </p:nvSpPr>
          <p:spPr>
            <a:xfrm>
              <a:off x="4784662" y="2440553"/>
              <a:ext cx="1810285" cy="271524"/>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AF86FDE7-B97F-4427-BA0C-386175E10D7B}"/>
                </a:ext>
              </a:extLst>
            </p:cNvPr>
            <p:cNvSpPr/>
            <p:nvPr/>
          </p:nvSpPr>
          <p:spPr>
            <a:xfrm>
              <a:off x="6781141" y="1620540"/>
              <a:ext cx="1403758" cy="257773"/>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F090770C-09F8-4E83-82DF-F643F387516C}"/>
                </a:ext>
              </a:extLst>
            </p:cNvPr>
            <p:cNvSpPr/>
            <p:nvPr/>
          </p:nvSpPr>
          <p:spPr>
            <a:xfrm>
              <a:off x="8435341" y="1375999"/>
              <a:ext cx="1216660" cy="257773"/>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0" name="Rectangle 79">
            <a:extLst>
              <a:ext uri="{FF2B5EF4-FFF2-40B4-BE49-F238E27FC236}">
                <a16:creationId xmlns:a16="http://schemas.microsoft.com/office/drawing/2014/main" id="{77622FDB-49F5-465B-B0B5-00B45490E568}"/>
              </a:ext>
            </a:extLst>
          </p:cNvPr>
          <p:cNvSpPr/>
          <p:nvPr/>
        </p:nvSpPr>
        <p:spPr>
          <a:xfrm>
            <a:off x="4794950" y="1337231"/>
            <a:ext cx="1892118" cy="271524"/>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462C8470-B33E-4054-AD46-9BA6F6EC32E7}"/>
              </a:ext>
            </a:extLst>
          </p:cNvPr>
          <p:cNvSpPr txBox="1"/>
          <p:nvPr/>
        </p:nvSpPr>
        <p:spPr>
          <a:xfrm>
            <a:off x="3594849" y="901780"/>
            <a:ext cx="1331262" cy="338554"/>
          </a:xfrm>
          <a:prstGeom prst="rect">
            <a:avLst/>
          </a:prstGeom>
          <a:noFill/>
        </p:spPr>
        <p:txBody>
          <a:bodyPr wrap="none" rtlCol="0">
            <a:spAutoFit/>
          </a:bodyPr>
          <a:lstStyle/>
          <a:p>
            <a:r>
              <a:rPr lang="en-US" sz="1600" dirty="0">
                <a:solidFill>
                  <a:schemeClr val="accent5"/>
                </a:solidFill>
              </a:rPr>
              <a:t>Longest ½-life</a:t>
            </a:r>
          </a:p>
        </p:txBody>
      </p:sp>
      <p:cxnSp>
        <p:nvCxnSpPr>
          <p:cNvPr id="81" name="Straight Arrow Connector 80">
            <a:extLst>
              <a:ext uri="{FF2B5EF4-FFF2-40B4-BE49-F238E27FC236}">
                <a16:creationId xmlns:a16="http://schemas.microsoft.com/office/drawing/2014/main" id="{1D617E2E-87F7-4655-BD66-020F5E0288DF}"/>
              </a:ext>
            </a:extLst>
          </p:cNvPr>
          <p:cNvCxnSpPr>
            <a:cxnSpLocks/>
          </p:cNvCxnSpPr>
          <p:nvPr/>
        </p:nvCxnSpPr>
        <p:spPr>
          <a:xfrm>
            <a:off x="4847035" y="1078816"/>
            <a:ext cx="344090" cy="242568"/>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52" name="question 4">
            <a:hlinkClick r:id="rId7" action="ppaction://hlinksldjump"/>
            <a:extLst>
              <a:ext uri="{FF2B5EF4-FFF2-40B4-BE49-F238E27FC236}">
                <a16:creationId xmlns:a16="http://schemas.microsoft.com/office/drawing/2014/main" id="{9F6E62F3-E9AA-4E45-94CB-DA9EE34C70A9}"/>
              </a:ext>
            </a:extLst>
          </p:cNvPr>
          <p:cNvSpPr txBox="1"/>
          <p:nvPr/>
        </p:nvSpPr>
        <p:spPr>
          <a:xfrm>
            <a:off x="191338" y="202262"/>
            <a:ext cx="1714108" cy="715089"/>
          </a:xfrm>
          <a:prstGeom prst="roundRect">
            <a:avLst>
              <a:gd name="adj" fmla="val 8675"/>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Screening &amp; Diagnosis</a:t>
            </a:r>
          </a:p>
        </p:txBody>
      </p:sp>
      <p:pic>
        <p:nvPicPr>
          <p:cNvPr id="53" name="Graphic 52" descr="Cursor with solid fill">
            <a:extLst>
              <a:ext uri="{FF2B5EF4-FFF2-40B4-BE49-F238E27FC236}">
                <a16:creationId xmlns:a16="http://schemas.microsoft.com/office/drawing/2014/main" id="{ED317BFE-6127-45FD-9E99-6F457F905DA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4619" y="711337"/>
            <a:ext cx="395274" cy="395274"/>
          </a:xfrm>
          <a:prstGeom prst="rect">
            <a:avLst/>
          </a:prstGeom>
        </p:spPr>
      </p:pic>
      <p:sp>
        <p:nvSpPr>
          <p:cNvPr id="54" name="question 4">
            <a:hlinkClick r:id="rId8" action="ppaction://hlinksldjump"/>
            <a:extLst>
              <a:ext uri="{FF2B5EF4-FFF2-40B4-BE49-F238E27FC236}">
                <a16:creationId xmlns:a16="http://schemas.microsoft.com/office/drawing/2014/main" id="{85FB3F96-802C-4D7E-BCEC-DD8C001A977D}"/>
              </a:ext>
            </a:extLst>
          </p:cNvPr>
          <p:cNvSpPr txBox="1"/>
          <p:nvPr/>
        </p:nvSpPr>
        <p:spPr>
          <a:xfrm>
            <a:off x="188147" y="3186700"/>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55" name="Graphic 25" descr="Cursor with solid fill">
            <a:extLst>
              <a:ext uri="{FF2B5EF4-FFF2-40B4-BE49-F238E27FC236}">
                <a16:creationId xmlns:a16="http://schemas.microsoft.com/office/drawing/2014/main" id="{C14E5CAB-81E7-4CFA-9A3E-30779CFC8642}"/>
              </a:ext>
            </a:extLst>
          </p:cNvPr>
          <p:cNvSpPr/>
          <p:nvPr/>
        </p:nvSpPr>
        <p:spPr>
          <a:xfrm>
            <a:off x="1787044" y="3522640"/>
            <a:ext cx="230422" cy="230576"/>
          </a:xfrm>
          <a:custGeom>
            <a:avLst/>
            <a:gdLst>
              <a:gd name="connsiteX0" fmla="*/ 230423 w 230422"/>
              <a:gd name="connsiteY0" fmla="*/ 193931 h 230576"/>
              <a:gd name="connsiteX1" fmla="*/ 147251 w 230422"/>
              <a:gd name="connsiteY1" fmla="*/ 110800 h 230576"/>
              <a:gd name="connsiteX2" fmla="*/ 220541 w 230422"/>
              <a:gd name="connsiteY2" fmla="*/ 84408 h 230576"/>
              <a:gd name="connsiteX3" fmla="*/ 225013 w 230422"/>
              <a:gd name="connsiteY3" fmla="*/ 75252 h 230576"/>
              <a:gd name="connsiteX4" fmla="*/ 220541 w 230422"/>
              <a:gd name="connsiteY4" fmla="*/ 70779 h 230576"/>
              <a:gd name="connsiteX5" fmla="*/ 9358 w 230422"/>
              <a:gd name="connsiteY5" fmla="*/ 371 h 230576"/>
              <a:gd name="connsiteX6" fmla="*/ 7011 w 230422"/>
              <a:gd name="connsiteY6" fmla="*/ 0 h 230576"/>
              <a:gd name="connsiteX7" fmla="*/ 7011 w 230422"/>
              <a:gd name="connsiteY7" fmla="*/ 0 h 230576"/>
              <a:gd name="connsiteX8" fmla="*/ 2 w 230422"/>
              <a:gd name="connsiteY8" fmla="*/ 7316 h 230576"/>
              <a:gd name="connsiteX9" fmla="*/ 382 w 230422"/>
              <a:gd name="connsiteY9" fmla="*/ 9470 h 230576"/>
              <a:gd name="connsiteX10" fmla="*/ 70625 w 230422"/>
              <a:gd name="connsiteY10" fmla="*/ 220859 h 230576"/>
              <a:gd name="connsiteX11" fmla="*/ 79820 w 230422"/>
              <a:gd name="connsiteY11" fmla="*/ 225252 h 230576"/>
              <a:gd name="connsiteX12" fmla="*/ 84213 w 230422"/>
              <a:gd name="connsiteY12" fmla="*/ 220859 h 230576"/>
              <a:gd name="connsiteX13" fmla="*/ 110647 w 230422"/>
              <a:gd name="connsiteY13" fmla="*/ 147487 h 230576"/>
              <a:gd name="connsiteX14" fmla="*/ 193737 w 230422"/>
              <a:gd name="connsiteY14" fmla="*/ 230577 h 23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422" h="230576">
                <a:moveTo>
                  <a:pt x="230423" y="193931"/>
                </a:moveTo>
                <a:lnTo>
                  <a:pt x="147251" y="110800"/>
                </a:lnTo>
                <a:lnTo>
                  <a:pt x="220541" y="84408"/>
                </a:lnTo>
                <a:cubicBezTo>
                  <a:pt x="224304" y="83114"/>
                  <a:pt x="226307" y="79015"/>
                  <a:pt x="225013" y="75252"/>
                </a:cubicBezTo>
                <a:cubicBezTo>
                  <a:pt x="224292" y="73151"/>
                  <a:pt x="222641" y="71501"/>
                  <a:pt x="220541" y="70779"/>
                </a:cubicBezTo>
                <a:lnTo>
                  <a:pt x="9358" y="371"/>
                </a:lnTo>
                <a:cubicBezTo>
                  <a:pt x="8601" y="121"/>
                  <a:pt x="7808" y="-4"/>
                  <a:pt x="7011" y="0"/>
                </a:cubicBezTo>
                <a:lnTo>
                  <a:pt x="7011" y="0"/>
                </a:lnTo>
                <a:cubicBezTo>
                  <a:pt x="3055" y="85"/>
                  <a:pt x="-83" y="3360"/>
                  <a:pt x="2" y="7316"/>
                </a:cubicBezTo>
                <a:cubicBezTo>
                  <a:pt x="17" y="8050"/>
                  <a:pt x="145" y="8776"/>
                  <a:pt x="382" y="9470"/>
                </a:cubicBezTo>
                <a:lnTo>
                  <a:pt x="70625" y="220859"/>
                </a:lnTo>
                <a:cubicBezTo>
                  <a:pt x="71951" y="224612"/>
                  <a:pt x="76068" y="226578"/>
                  <a:pt x="79820" y="225252"/>
                </a:cubicBezTo>
                <a:cubicBezTo>
                  <a:pt x="81873" y="224527"/>
                  <a:pt x="83487" y="222912"/>
                  <a:pt x="84213" y="220859"/>
                </a:cubicBezTo>
                <a:lnTo>
                  <a:pt x="110647" y="147487"/>
                </a:lnTo>
                <a:lnTo>
                  <a:pt x="193737" y="230577"/>
                </a:lnTo>
                <a:close/>
              </a:path>
            </a:pathLst>
          </a:custGeom>
          <a:solidFill>
            <a:srgbClr val="000000"/>
          </a:solidFill>
          <a:ln w="4068" cap="flat">
            <a:noFill/>
            <a:prstDash val="solid"/>
            <a:miter/>
          </a:ln>
        </p:spPr>
        <p:txBody>
          <a:bodyPr rtlCol="0" anchor="ctr"/>
          <a:lstStyle/>
          <a:p>
            <a:endParaRPr lang="en-US"/>
          </a:p>
        </p:txBody>
      </p:sp>
      <p:sp>
        <p:nvSpPr>
          <p:cNvPr id="61" name="question 4">
            <a:hlinkClick r:id="rId9" action="ppaction://hlinksldjump"/>
            <a:extLst>
              <a:ext uri="{FF2B5EF4-FFF2-40B4-BE49-F238E27FC236}">
                <a16:creationId xmlns:a16="http://schemas.microsoft.com/office/drawing/2014/main" id="{D5894DA7-1FAF-4977-A517-07338B80923F}"/>
              </a:ext>
            </a:extLst>
          </p:cNvPr>
          <p:cNvSpPr txBox="1"/>
          <p:nvPr/>
        </p:nvSpPr>
        <p:spPr>
          <a:xfrm>
            <a:off x="188148" y="1794466"/>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62" name="Graphic 61" descr="Cursor with solid fill">
            <a:extLst>
              <a:ext uri="{FF2B5EF4-FFF2-40B4-BE49-F238E27FC236}">
                <a16:creationId xmlns:a16="http://schemas.microsoft.com/office/drawing/2014/main" id="{98B75B54-9DAA-4E43-8159-51A4C11695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4619" y="1985865"/>
            <a:ext cx="395274" cy="395274"/>
          </a:xfrm>
          <a:prstGeom prst="rect">
            <a:avLst/>
          </a:prstGeom>
        </p:spPr>
      </p:pic>
      <p:sp>
        <p:nvSpPr>
          <p:cNvPr id="82" name="sub-q 2">
            <a:hlinkClick r:id="rId10" action="ppaction://hlinksldjump"/>
            <a:extLst>
              <a:ext uri="{FF2B5EF4-FFF2-40B4-BE49-F238E27FC236}">
                <a16:creationId xmlns:a16="http://schemas.microsoft.com/office/drawing/2014/main" id="{3E168908-BC58-415D-A346-E2386D42FD38}"/>
              </a:ext>
            </a:extLst>
          </p:cNvPr>
          <p:cNvSpPr txBox="1"/>
          <p:nvPr/>
        </p:nvSpPr>
        <p:spPr>
          <a:xfrm>
            <a:off x="445768" y="1112181"/>
            <a:ext cx="145648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Differential</a:t>
            </a:r>
          </a:p>
        </p:txBody>
      </p:sp>
      <p:pic>
        <p:nvPicPr>
          <p:cNvPr id="83" name="Graphic 82" descr="Cursor with solid fill">
            <a:hlinkClick r:id="rId10" action="ppaction://hlinksldjump"/>
            <a:extLst>
              <a:ext uri="{FF2B5EF4-FFF2-40B4-BE49-F238E27FC236}">
                <a16:creationId xmlns:a16="http://schemas.microsoft.com/office/drawing/2014/main" id="{C1D631FE-F7A4-44B6-8CC2-1668A7AA6E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4619" y="1352049"/>
            <a:ext cx="395274" cy="395274"/>
          </a:xfrm>
          <a:prstGeom prst="rect">
            <a:avLst/>
          </a:prstGeom>
        </p:spPr>
      </p:pic>
      <p:cxnSp>
        <p:nvCxnSpPr>
          <p:cNvPr id="96" name="Connector: Elbow 95">
            <a:extLst>
              <a:ext uri="{FF2B5EF4-FFF2-40B4-BE49-F238E27FC236}">
                <a16:creationId xmlns:a16="http://schemas.microsoft.com/office/drawing/2014/main" id="{694455CD-48E1-49AA-B33D-F1116E950862}"/>
              </a:ext>
            </a:extLst>
          </p:cNvPr>
          <p:cNvCxnSpPr>
            <a:cxnSpLocks/>
          </p:cNvCxnSpPr>
          <p:nvPr/>
        </p:nvCxnSpPr>
        <p:spPr>
          <a:xfrm rot="16200000" flipH="1">
            <a:off x="112036" y="2339183"/>
            <a:ext cx="469827" cy="19764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97" name="Connector: Elbow 96">
            <a:extLst>
              <a:ext uri="{FF2B5EF4-FFF2-40B4-BE49-F238E27FC236}">
                <a16:creationId xmlns:a16="http://schemas.microsoft.com/office/drawing/2014/main" id="{7CFBCB18-1195-4EB3-A1B8-6BD07B717154}"/>
              </a:ext>
            </a:extLst>
          </p:cNvPr>
          <p:cNvCxnSpPr>
            <a:cxnSpLocks/>
            <a:endCxn id="82" idx="1"/>
          </p:cNvCxnSpPr>
          <p:nvPr/>
        </p:nvCxnSpPr>
        <p:spPr>
          <a:xfrm rot="16200000" flipH="1">
            <a:off x="154430" y="1025155"/>
            <a:ext cx="385038" cy="19763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98" name="sub-q 1 button">
            <a:extLst>
              <a:ext uri="{FF2B5EF4-FFF2-40B4-BE49-F238E27FC236}">
                <a16:creationId xmlns:a16="http://schemas.microsoft.com/office/drawing/2014/main" id="{E6B98DCD-8B16-46ED-A4C6-C91CFFB6FBB1}"/>
              </a:ext>
            </a:extLst>
          </p:cNvPr>
          <p:cNvSpPr txBox="1"/>
          <p:nvPr/>
        </p:nvSpPr>
        <p:spPr>
          <a:xfrm>
            <a:off x="445770" y="2468606"/>
            <a:ext cx="1459676" cy="408623"/>
          </a:xfrm>
          <a:prstGeom prst="roundRect">
            <a:avLst/>
          </a:prstGeom>
          <a:solidFill>
            <a:schemeClr val="tx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solidFill>
                  <a:schemeClr val="bg1"/>
                </a:solidFill>
              </a:rPr>
              <a:t>Medications</a:t>
            </a:r>
          </a:p>
        </p:txBody>
      </p:sp>
      <p:sp>
        <p:nvSpPr>
          <p:cNvPr id="40" name="TCA">
            <a:hlinkClick r:id="rId11" action="ppaction://hlinksldjump"/>
            <a:extLst>
              <a:ext uri="{FF2B5EF4-FFF2-40B4-BE49-F238E27FC236}">
                <a16:creationId xmlns:a16="http://schemas.microsoft.com/office/drawing/2014/main" id="{B5F638D1-0E33-47F0-BA12-62653332C615}"/>
              </a:ext>
            </a:extLst>
          </p:cNvPr>
          <p:cNvSpPr/>
          <p:nvPr/>
        </p:nvSpPr>
        <p:spPr>
          <a:xfrm>
            <a:off x="2967853" y="5378760"/>
            <a:ext cx="1428593" cy="1021556"/>
          </a:xfrm>
          <a:prstGeom prst="roundRect">
            <a:avLst>
              <a:gd name="adj" fmla="val 10140"/>
            </a:avLst>
          </a:prstGeom>
          <a:solidFill>
            <a:schemeClr val="bg1"/>
          </a:solidFill>
          <a:ln w="28575">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tx1"/>
                </a:solidFill>
              </a:rPr>
              <a:t>Case-dependent Selection?</a:t>
            </a:r>
          </a:p>
        </p:txBody>
      </p:sp>
      <p:pic>
        <p:nvPicPr>
          <p:cNvPr id="41" name="Graphic 40" descr="Cursor with solid fill">
            <a:extLst>
              <a:ext uri="{FF2B5EF4-FFF2-40B4-BE49-F238E27FC236}">
                <a16:creationId xmlns:a16="http://schemas.microsoft.com/office/drawing/2014/main" id="{A88F791C-3C69-453A-A60F-25226008046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28897" y="6202679"/>
            <a:ext cx="395274" cy="395274"/>
          </a:xfrm>
          <a:prstGeom prst="rect">
            <a:avLst/>
          </a:prstGeom>
        </p:spPr>
      </p:pic>
    </p:spTree>
    <p:extLst>
      <p:ext uri="{BB962C8B-B14F-4D97-AF65-F5344CB8AC3E}">
        <p14:creationId xmlns:p14="http://schemas.microsoft.com/office/powerpoint/2010/main" val="114197025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SRI">
            <a:extLst>
              <a:ext uri="{FF2B5EF4-FFF2-40B4-BE49-F238E27FC236}">
                <a16:creationId xmlns:a16="http://schemas.microsoft.com/office/drawing/2014/main" id="{8C758822-2005-4701-86D2-5AA5AF195DB3}"/>
              </a:ext>
            </a:extLst>
          </p:cNvPr>
          <p:cNvSpPr/>
          <p:nvPr/>
        </p:nvSpPr>
        <p:spPr>
          <a:xfrm>
            <a:off x="5048054" y="601782"/>
            <a:ext cx="1312849" cy="477524"/>
          </a:xfrm>
          <a:prstGeom prst="roundRect">
            <a:avLst/>
          </a:prstGeom>
          <a:solidFill>
            <a:schemeClr val="accent6">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SSRI</a:t>
            </a:r>
          </a:p>
        </p:txBody>
      </p:sp>
      <p:sp>
        <p:nvSpPr>
          <p:cNvPr id="88" name="SNRI">
            <a:extLst>
              <a:ext uri="{FF2B5EF4-FFF2-40B4-BE49-F238E27FC236}">
                <a16:creationId xmlns:a16="http://schemas.microsoft.com/office/drawing/2014/main" id="{328A2C24-1B31-44C4-97D9-84CC56482D52}"/>
              </a:ext>
            </a:extLst>
          </p:cNvPr>
          <p:cNvSpPr/>
          <p:nvPr/>
        </p:nvSpPr>
        <p:spPr>
          <a:xfrm>
            <a:off x="6741697" y="601782"/>
            <a:ext cx="1312849" cy="477524"/>
          </a:xfrm>
          <a:prstGeom prst="roundRect">
            <a:avLst/>
          </a:prstGeom>
          <a:solidFill>
            <a:schemeClr val="accent5">
              <a:lumMod val="60000"/>
              <a:lumOff val="40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SNRI</a:t>
            </a:r>
          </a:p>
        </p:txBody>
      </p:sp>
      <p:sp>
        <p:nvSpPr>
          <p:cNvPr id="89" name="TCA">
            <a:extLst>
              <a:ext uri="{FF2B5EF4-FFF2-40B4-BE49-F238E27FC236}">
                <a16:creationId xmlns:a16="http://schemas.microsoft.com/office/drawing/2014/main" id="{46F3F9DA-8BED-4728-9EEF-3B41A46A7937}"/>
              </a:ext>
            </a:extLst>
          </p:cNvPr>
          <p:cNvSpPr/>
          <p:nvPr/>
        </p:nvSpPr>
        <p:spPr>
          <a:xfrm>
            <a:off x="10128984" y="601782"/>
            <a:ext cx="1312849" cy="477524"/>
          </a:xfrm>
          <a:prstGeom prst="roundRect">
            <a:avLst/>
          </a:prstGeom>
          <a:solidFill>
            <a:schemeClr val="bg2">
              <a:lumMod val="90000"/>
            </a:schemeClr>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TCA</a:t>
            </a:r>
          </a:p>
        </p:txBody>
      </p:sp>
      <p:sp>
        <p:nvSpPr>
          <p:cNvPr id="90" name="Other">
            <a:extLst>
              <a:ext uri="{FF2B5EF4-FFF2-40B4-BE49-F238E27FC236}">
                <a16:creationId xmlns:a16="http://schemas.microsoft.com/office/drawing/2014/main" id="{03BF4D3F-1442-4D00-95AD-1890A61911B4}"/>
              </a:ext>
            </a:extLst>
          </p:cNvPr>
          <p:cNvSpPr/>
          <p:nvPr/>
        </p:nvSpPr>
        <p:spPr>
          <a:xfrm>
            <a:off x="8435340" y="601782"/>
            <a:ext cx="1312849" cy="477524"/>
          </a:xfrm>
          <a:prstGeom prst="roundRect">
            <a:avLst/>
          </a:prstGeom>
          <a:solidFill>
            <a:schemeClr val="accent2">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err="1"/>
              <a:t>Atypicals</a:t>
            </a:r>
            <a:endParaRPr lang="en-US"/>
          </a:p>
        </p:txBody>
      </p:sp>
      <p:sp>
        <p:nvSpPr>
          <p:cNvPr id="91" name="TextBox 90">
            <a:extLst>
              <a:ext uri="{FF2B5EF4-FFF2-40B4-BE49-F238E27FC236}">
                <a16:creationId xmlns:a16="http://schemas.microsoft.com/office/drawing/2014/main" id="{506EE470-D07C-474A-9C0E-98CE68D6A47B}"/>
              </a:ext>
            </a:extLst>
          </p:cNvPr>
          <p:cNvSpPr txBox="1"/>
          <p:nvPr/>
        </p:nvSpPr>
        <p:spPr>
          <a:xfrm>
            <a:off x="4776974" y="1283252"/>
            <a:ext cx="2304920" cy="1477328"/>
          </a:xfrm>
          <a:prstGeom prst="rect">
            <a:avLst/>
          </a:prstGeom>
          <a:noFill/>
        </p:spPr>
        <p:txBody>
          <a:bodyPr wrap="square" rtlCol="0">
            <a:spAutoFit/>
          </a:bodyPr>
          <a:lstStyle/>
          <a:p>
            <a:r>
              <a:rPr lang="en-US"/>
              <a:t>Fluoxetine (Prozac)</a:t>
            </a:r>
          </a:p>
          <a:p>
            <a:r>
              <a:rPr lang="en-US"/>
              <a:t>Sertraline (Zoloft)</a:t>
            </a:r>
          </a:p>
          <a:p>
            <a:r>
              <a:rPr lang="en-US"/>
              <a:t>Citalopram (Celexa)</a:t>
            </a:r>
          </a:p>
          <a:p>
            <a:r>
              <a:rPr lang="en-US"/>
              <a:t>Escitalopram (Lexapro)</a:t>
            </a:r>
          </a:p>
          <a:p>
            <a:r>
              <a:rPr lang="en-US"/>
              <a:t>Paroxetine (Paxil)</a:t>
            </a:r>
          </a:p>
        </p:txBody>
      </p:sp>
      <p:sp>
        <p:nvSpPr>
          <p:cNvPr id="92" name="TextBox 91">
            <a:extLst>
              <a:ext uri="{FF2B5EF4-FFF2-40B4-BE49-F238E27FC236}">
                <a16:creationId xmlns:a16="http://schemas.microsoft.com/office/drawing/2014/main" id="{979F7597-9255-4A8B-984F-C07DF5431201}"/>
              </a:ext>
            </a:extLst>
          </p:cNvPr>
          <p:cNvSpPr txBox="1"/>
          <p:nvPr/>
        </p:nvSpPr>
        <p:spPr>
          <a:xfrm>
            <a:off x="6809580" y="1287814"/>
            <a:ext cx="1301099" cy="646331"/>
          </a:xfrm>
          <a:prstGeom prst="rect">
            <a:avLst/>
          </a:prstGeom>
          <a:noFill/>
        </p:spPr>
        <p:txBody>
          <a:bodyPr wrap="square" rtlCol="0">
            <a:spAutoFit/>
          </a:bodyPr>
          <a:lstStyle/>
          <a:p>
            <a:r>
              <a:rPr lang="en-US"/>
              <a:t>Duloxetine</a:t>
            </a:r>
          </a:p>
          <a:p>
            <a:r>
              <a:rPr lang="en-US"/>
              <a:t>Venlafaxine</a:t>
            </a:r>
          </a:p>
        </p:txBody>
      </p:sp>
      <p:sp>
        <p:nvSpPr>
          <p:cNvPr id="93" name="TextBox 92">
            <a:extLst>
              <a:ext uri="{FF2B5EF4-FFF2-40B4-BE49-F238E27FC236}">
                <a16:creationId xmlns:a16="http://schemas.microsoft.com/office/drawing/2014/main" id="{2F34EDE5-FA6F-4B3C-87F1-3E06118D384E}"/>
              </a:ext>
            </a:extLst>
          </p:cNvPr>
          <p:cNvSpPr txBox="1"/>
          <p:nvPr/>
        </p:nvSpPr>
        <p:spPr>
          <a:xfrm>
            <a:off x="8448861" y="1310640"/>
            <a:ext cx="1312702" cy="646331"/>
          </a:xfrm>
          <a:prstGeom prst="rect">
            <a:avLst/>
          </a:prstGeom>
          <a:noFill/>
        </p:spPr>
        <p:txBody>
          <a:bodyPr wrap="square" rtlCol="0">
            <a:spAutoFit/>
          </a:bodyPr>
          <a:lstStyle/>
          <a:p>
            <a:r>
              <a:rPr lang="en-US"/>
              <a:t>Bupropion</a:t>
            </a:r>
          </a:p>
          <a:p>
            <a:r>
              <a:rPr lang="en-US"/>
              <a:t>Mirtazapine</a:t>
            </a:r>
          </a:p>
        </p:txBody>
      </p:sp>
      <p:sp>
        <p:nvSpPr>
          <p:cNvPr id="94" name="TextBox 93">
            <a:extLst>
              <a:ext uri="{FF2B5EF4-FFF2-40B4-BE49-F238E27FC236}">
                <a16:creationId xmlns:a16="http://schemas.microsoft.com/office/drawing/2014/main" id="{C6FA56BD-8674-47A7-BCE8-C2D161D00946}"/>
              </a:ext>
            </a:extLst>
          </p:cNvPr>
          <p:cNvSpPr txBox="1"/>
          <p:nvPr/>
        </p:nvSpPr>
        <p:spPr>
          <a:xfrm>
            <a:off x="10090187" y="1324700"/>
            <a:ext cx="1403661" cy="646331"/>
          </a:xfrm>
          <a:prstGeom prst="rect">
            <a:avLst/>
          </a:prstGeom>
          <a:noFill/>
        </p:spPr>
        <p:txBody>
          <a:bodyPr wrap="square" rtlCol="0">
            <a:spAutoFit/>
          </a:bodyPr>
          <a:lstStyle/>
          <a:p>
            <a:r>
              <a:rPr lang="en-US"/>
              <a:t>Amitriptyline</a:t>
            </a:r>
          </a:p>
          <a:p>
            <a:r>
              <a:rPr lang="en-US"/>
              <a:t>Nortriptyline</a:t>
            </a:r>
          </a:p>
        </p:txBody>
      </p:sp>
      <p:sp>
        <p:nvSpPr>
          <p:cNvPr id="95" name="TCA">
            <a:extLst>
              <a:ext uri="{FF2B5EF4-FFF2-40B4-BE49-F238E27FC236}">
                <a16:creationId xmlns:a16="http://schemas.microsoft.com/office/drawing/2014/main" id="{B2A287EA-4825-4936-BA68-C514D6E04838}"/>
              </a:ext>
            </a:extLst>
          </p:cNvPr>
          <p:cNvSpPr/>
          <p:nvPr/>
        </p:nvSpPr>
        <p:spPr>
          <a:xfrm>
            <a:off x="2967853" y="3715331"/>
            <a:ext cx="1428593" cy="408623"/>
          </a:xfrm>
          <a:prstGeom prst="roundRect">
            <a:avLst/>
          </a:prstGeom>
          <a:solidFill>
            <a:srgbClr val="FF0000"/>
          </a:solidFill>
          <a:ln w="28575">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bg1"/>
                </a:solidFill>
              </a:rPr>
              <a:t>Side Effects?</a:t>
            </a:r>
          </a:p>
        </p:txBody>
      </p:sp>
      <p:grpSp>
        <p:nvGrpSpPr>
          <p:cNvPr id="105" name="GI button">
            <a:extLst>
              <a:ext uri="{FF2B5EF4-FFF2-40B4-BE49-F238E27FC236}">
                <a16:creationId xmlns:a16="http://schemas.microsoft.com/office/drawing/2014/main" id="{E9FC863D-5F35-4675-B758-954AD3FC2229}"/>
              </a:ext>
            </a:extLst>
          </p:cNvPr>
          <p:cNvGrpSpPr/>
          <p:nvPr/>
        </p:nvGrpSpPr>
        <p:grpSpPr>
          <a:xfrm>
            <a:off x="4585577" y="3129869"/>
            <a:ext cx="1008841" cy="1667316"/>
            <a:chOff x="821593" y="4315964"/>
            <a:chExt cx="1129720" cy="1867093"/>
          </a:xfrm>
        </p:grpSpPr>
        <p:pic>
          <p:nvPicPr>
            <p:cNvPr id="106" name="Graphic 105" descr="Stomach outline">
              <a:extLst>
                <a:ext uri="{FF2B5EF4-FFF2-40B4-BE49-F238E27FC236}">
                  <a16:creationId xmlns:a16="http://schemas.microsoft.com/office/drawing/2014/main" id="{56EA628C-4CF6-4D5A-A460-92C16B5E83C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7639" y="4315964"/>
              <a:ext cx="997163" cy="997163"/>
            </a:xfrm>
            <a:prstGeom prst="rect">
              <a:avLst/>
            </a:prstGeom>
            <a:effectLst>
              <a:outerShdw blurRad="50800" dist="38100" dir="2700000" algn="tl" rotWithShape="0">
                <a:prstClr val="black">
                  <a:alpha val="40000"/>
                </a:prstClr>
              </a:outerShdw>
            </a:effectLst>
          </p:spPr>
        </p:pic>
        <p:sp>
          <p:nvSpPr>
            <p:cNvPr id="107" name="TextBox 106">
              <a:extLst>
                <a:ext uri="{FF2B5EF4-FFF2-40B4-BE49-F238E27FC236}">
                  <a16:creationId xmlns:a16="http://schemas.microsoft.com/office/drawing/2014/main" id="{7253E412-3253-4AE5-8086-81A4B783E14A}"/>
                </a:ext>
              </a:extLst>
            </p:cNvPr>
            <p:cNvSpPr txBox="1"/>
            <p:nvPr/>
          </p:nvSpPr>
          <p:spPr>
            <a:xfrm>
              <a:off x="821593" y="5218026"/>
              <a:ext cx="1129720" cy="965031"/>
            </a:xfrm>
            <a:prstGeom prst="rect">
              <a:avLst/>
            </a:prstGeom>
            <a:solidFill>
              <a:schemeClr val="bg1"/>
            </a:solidFill>
          </p:spPr>
          <p:txBody>
            <a:bodyPr wrap="square" rtlCol="0">
              <a:spAutoFit/>
            </a:bodyPr>
            <a:lstStyle/>
            <a:p>
              <a:pPr algn="ctr"/>
              <a:r>
                <a:rPr lang="en-US" dirty="0"/>
                <a:t>GI Toxicity</a:t>
              </a:r>
            </a:p>
            <a:p>
              <a:pPr algn="ctr"/>
              <a:r>
                <a:rPr lang="en-US" sz="1200" dirty="0"/>
                <a:t>(transient)</a:t>
              </a:r>
            </a:p>
          </p:txBody>
        </p:sp>
      </p:grpSp>
      <p:grpSp>
        <p:nvGrpSpPr>
          <p:cNvPr id="108" name="Group 107">
            <a:extLst>
              <a:ext uri="{FF2B5EF4-FFF2-40B4-BE49-F238E27FC236}">
                <a16:creationId xmlns:a16="http://schemas.microsoft.com/office/drawing/2014/main" id="{082F4F00-E036-4123-9B75-8C6546DC7766}"/>
              </a:ext>
            </a:extLst>
          </p:cNvPr>
          <p:cNvGrpSpPr/>
          <p:nvPr/>
        </p:nvGrpSpPr>
        <p:grpSpPr>
          <a:xfrm>
            <a:off x="6768234" y="3267344"/>
            <a:ext cx="1339469" cy="1176921"/>
            <a:chOff x="2789798" y="4143669"/>
            <a:chExt cx="1499964" cy="1317939"/>
          </a:xfrm>
        </p:grpSpPr>
        <p:pic>
          <p:nvPicPr>
            <p:cNvPr id="109" name="Graphic 108" descr="Weight Gain with solid fill">
              <a:hlinkClick r:id="rId5" action="ppaction://hlinksldjump"/>
              <a:extLst>
                <a:ext uri="{FF2B5EF4-FFF2-40B4-BE49-F238E27FC236}">
                  <a16:creationId xmlns:a16="http://schemas.microsoft.com/office/drawing/2014/main" id="{2AB2241D-CAAC-4E79-9D4F-5425AA3D53F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92086" y="4143669"/>
              <a:ext cx="997162" cy="997162"/>
            </a:xfrm>
            <a:prstGeom prst="rect">
              <a:avLst/>
            </a:prstGeom>
            <a:effectLst>
              <a:outerShdw blurRad="50800" dist="38100" dir="2700000" algn="tl" rotWithShape="0">
                <a:prstClr val="black">
                  <a:alpha val="40000"/>
                </a:prstClr>
              </a:outerShdw>
            </a:effectLst>
          </p:spPr>
        </p:pic>
        <p:sp>
          <p:nvSpPr>
            <p:cNvPr id="110" name="TextBox 109">
              <a:extLst>
                <a:ext uri="{FF2B5EF4-FFF2-40B4-BE49-F238E27FC236}">
                  <a16:creationId xmlns:a16="http://schemas.microsoft.com/office/drawing/2014/main" id="{9D37FFEF-90A5-4169-90EA-F16FE8AB63CD}"/>
                </a:ext>
              </a:extLst>
            </p:cNvPr>
            <p:cNvSpPr txBox="1"/>
            <p:nvPr/>
          </p:nvSpPr>
          <p:spPr>
            <a:xfrm>
              <a:off x="2789798" y="5048023"/>
              <a:ext cx="1499964" cy="413585"/>
            </a:xfrm>
            <a:prstGeom prst="rect">
              <a:avLst/>
            </a:prstGeom>
            <a:solidFill>
              <a:schemeClr val="bg1"/>
            </a:solidFill>
          </p:spPr>
          <p:txBody>
            <a:bodyPr wrap="none" rtlCol="0">
              <a:spAutoFit/>
            </a:bodyPr>
            <a:lstStyle/>
            <a:p>
              <a:pPr algn="ctr"/>
              <a:r>
                <a:rPr lang="en-US"/>
                <a:t>Weight Gain</a:t>
              </a:r>
            </a:p>
          </p:txBody>
        </p:sp>
      </p:grpSp>
      <p:grpSp>
        <p:nvGrpSpPr>
          <p:cNvPr id="111" name="insomnia button">
            <a:extLst>
              <a:ext uri="{FF2B5EF4-FFF2-40B4-BE49-F238E27FC236}">
                <a16:creationId xmlns:a16="http://schemas.microsoft.com/office/drawing/2014/main" id="{C0180AFB-7BEB-46E8-94D6-5860A57CAA4F}"/>
              </a:ext>
            </a:extLst>
          </p:cNvPr>
          <p:cNvGrpSpPr/>
          <p:nvPr/>
        </p:nvGrpSpPr>
        <p:grpSpPr>
          <a:xfrm>
            <a:off x="9226184" y="3215282"/>
            <a:ext cx="1245727" cy="1281044"/>
            <a:chOff x="6548896" y="3944267"/>
            <a:chExt cx="1394990" cy="1434538"/>
          </a:xfrm>
        </p:grpSpPr>
        <p:pic>
          <p:nvPicPr>
            <p:cNvPr id="112" name="Graphic 111" descr="Zany face outline with solid fill">
              <a:hlinkClick r:id="rId8" action="ppaction://hlinksldjump"/>
              <a:extLst>
                <a:ext uri="{FF2B5EF4-FFF2-40B4-BE49-F238E27FC236}">
                  <a16:creationId xmlns:a16="http://schemas.microsoft.com/office/drawing/2014/main" id="{D0AE56D3-E0FD-4437-B48D-DFC42C26184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839928" y="3944267"/>
              <a:ext cx="831603" cy="831603"/>
            </a:xfrm>
            <a:prstGeom prst="rect">
              <a:avLst/>
            </a:prstGeom>
            <a:effectLst>
              <a:outerShdw blurRad="50800" dist="38100" dir="2700000" algn="tl" rotWithShape="0">
                <a:prstClr val="black">
                  <a:alpha val="40000"/>
                </a:prstClr>
              </a:outerShdw>
            </a:effectLst>
          </p:spPr>
        </p:pic>
        <p:sp>
          <p:nvSpPr>
            <p:cNvPr id="113" name="TextBox 112">
              <a:extLst>
                <a:ext uri="{FF2B5EF4-FFF2-40B4-BE49-F238E27FC236}">
                  <a16:creationId xmlns:a16="http://schemas.microsoft.com/office/drawing/2014/main" id="{7E377201-8A39-4EC0-9EF2-BBF89232DB15}"/>
                </a:ext>
              </a:extLst>
            </p:cNvPr>
            <p:cNvSpPr txBox="1"/>
            <p:nvPr/>
          </p:nvSpPr>
          <p:spPr>
            <a:xfrm>
              <a:off x="6548896" y="4655031"/>
              <a:ext cx="1394990" cy="723774"/>
            </a:xfrm>
            <a:prstGeom prst="rect">
              <a:avLst/>
            </a:prstGeom>
            <a:noFill/>
          </p:spPr>
          <p:txBody>
            <a:bodyPr wrap="none" rtlCol="0">
              <a:spAutoFit/>
            </a:bodyPr>
            <a:lstStyle/>
            <a:p>
              <a:pPr algn="ctr"/>
              <a:r>
                <a:rPr lang="en-US"/>
                <a:t>Insomnia</a:t>
              </a:r>
            </a:p>
            <a:p>
              <a:pPr algn="ctr"/>
              <a:r>
                <a:rPr lang="en-US"/>
                <a:t>&amp; Agitation</a:t>
              </a:r>
            </a:p>
          </p:txBody>
        </p:sp>
      </p:grpSp>
      <p:grpSp>
        <p:nvGrpSpPr>
          <p:cNvPr id="114" name="QTc button">
            <a:extLst>
              <a:ext uri="{FF2B5EF4-FFF2-40B4-BE49-F238E27FC236}">
                <a16:creationId xmlns:a16="http://schemas.microsoft.com/office/drawing/2014/main" id="{94863AF4-A701-442C-BFAF-86D0D0F81A82}"/>
              </a:ext>
            </a:extLst>
          </p:cNvPr>
          <p:cNvGrpSpPr/>
          <p:nvPr/>
        </p:nvGrpSpPr>
        <p:grpSpPr>
          <a:xfrm>
            <a:off x="10407551" y="3263563"/>
            <a:ext cx="1384803" cy="1184483"/>
            <a:chOff x="8334716" y="3199605"/>
            <a:chExt cx="1550730" cy="1326407"/>
          </a:xfrm>
        </p:grpSpPr>
        <p:pic>
          <p:nvPicPr>
            <p:cNvPr id="115" name="Graphic 114" descr="Heartbeat with solid fill">
              <a:hlinkClick r:id="rId11" action="ppaction://hlinksldjump"/>
              <a:extLst>
                <a:ext uri="{FF2B5EF4-FFF2-40B4-BE49-F238E27FC236}">
                  <a16:creationId xmlns:a16="http://schemas.microsoft.com/office/drawing/2014/main" id="{468770E6-9CA9-4C07-9390-B41DC6E4C06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50781" y="3199605"/>
              <a:ext cx="740677" cy="740677"/>
            </a:xfrm>
            <a:prstGeom prst="rect">
              <a:avLst/>
            </a:prstGeom>
            <a:effectLst>
              <a:outerShdw blurRad="50800" dist="38100" dir="2700000" algn="tl" rotWithShape="0">
                <a:prstClr val="black">
                  <a:alpha val="40000"/>
                </a:prstClr>
              </a:outerShdw>
            </a:effectLst>
          </p:spPr>
        </p:pic>
        <p:sp>
          <p:nvSpPr>
            <p:cNvPr id="116" name="TextBox 115">
              <a:extLst>
                <a:ext uri="{FF2B5EF4-FFF2-40B4-BE49-F238E27FC236}">
                  <a16:creationId xmlns:a16="http://schemas.microsoft.com/office/drawing/2014/main" id="{278FD8ED-2354-40C1-A992-F7C33A327DC3}"/>
                </a:ext>
              </a:extLst>
            </p:cNvPr>
            <p:cNvSpPr txBox="1"/>
            <p:nvPr/>
          </p:nvSpPr>
          <p:spPr>
            <a:xfrm>
              <a:off x="8334716" y="3802238"/>
              <a:ext cx="1550730" cy="723774"/>
            </a:xfrm>
            <a:prstGeom prst="rect">
              <a:avLst/>
            </a:prstGeom>
            <a:noFill/>
          </p:spPr>
          <p:txBody>
            <a:bodyPr wrap="none" rtlCol="0">
              <a:spAutoFit/>
            </a:bodyPr>
            <a:lstStyle/>
            <a:p>
              <a:pPr algn="ctr"/>
              <a:r>
                <a:rPr lang="en-US"/>
                <a:t>QTc </a:t>
              </a:r>
            </a:p>
            <a:p>
              <a:pPr algn="ctr"/>
              <a:r>
                <a:rPr lang="en-US"/>
                <a:t>Prolongation</a:t>
              </a:r>
            </a:p>
          </p:txBody>
        </p:sp>
      </p:grpSp>
      <p:grpSp>
        <p:nvGrpSpPr>
          <p:cNvPr id="117" name="sexual button">
            <a:extLst>
              <a:ext uri="{FF2B5EF4-FFF2-40B4-BE49-F238E27FC236}">
                <a16:creationId xmlns:a16="http://schemas.microsoft.com/office/drawing/2014/main" id="{D133CB31-A9AB-479F-8720-15EC17F5457C}"/>
              </a:ext>
            </a:extLst>
          </p:cNvPr>
          <p:cNvGrpSpPr/>
          <p:nvPr/>
        </p:nvGrpSpPr>
        <p:grpSpPr>
          <a:xfrm>
            <a:off x="5530058" y="3258910"/>
            <a:ext cx="1302536" cy="1193789"/>
            <a:chOff x="4607413" y="3229662"/>
            <a:chExt cx="1458605" cy="1336828"/>
          </a:xfrm>
        </p:grpSpPr>
        <p:grpSp>
          <p:nvGrpSpPr>
            <p:cNvPr id="118" name="Group 117">
              <a:hlinkClick r:id="rId14" action="ppaction://hlinksldjump"/>
              <a:extLst>
                <a:ext uri="{FF2B5EF4-FFF2-40B4-BE49-F238E27FC236}">
                  <a16:creationId xmlns:a16="http://schemas.microsoft.com/office/drawing/2014/main" id="{B2B6A476-4A5A-4641-8A6F-F5B78B5798B1}"/>
                </a:ext>
              </a:extLst>
            </p:cNvPr>
            <p:cNvGrpSpPr/>
            <p:nvPr/>
          </p:nvGrpSpPr>
          <p:grpSpPr>
            <a:xfrm>
              <a:off x="5012304" y="3229662"/>
              <a:ext cx="629221" cy="629968"/>
              <a:chOff x="5810405" y="2970552"/>
              <a:chExt cx="916784" cy="917873"/>
            </a:xfrm>
            <a:solidFill>
              <a:srgbClr val="FF0066"/>
            </a:solidFill>
            <a:effectLst>
              <a:outerShdw blurRad="50800" dist="38100" dir="2700000" algn="tl" rotWithShape="0">
                <a:prstClr val="black">
                  <a:alpha val="40000"/>
                </a:prstClr>
              </a:outerShdw>
            </a:effectLst>
          </p:grpSpPr>
          <p:sp>
            <p:nvSpPr>
              <p:cNvPr id="120" name="Graphic 14" descr="Smiling with hearts face outline with solid fill">
                <a:extLst>
                  <a:ext uri="{FF2B5EF4-FFF2-40B4-BE49-F238E27FC236}">
                    <a16:creationId xmlns:a16="http://schemas.microsoft.com/office/drawing/2014/main" id="{2A7A9F6D-5757-456F-B389-BC17D8984B9B}"/>
                  </a:ext>
                </a:extLst>
              </p:cNvPr>
              <p:cNvSpPr/>
              <p:nvPr/>
            </p:nvSpPr>
            <p:spPr>
              <a:xfrm>
                <a:off x="5858510" y="3139368"/>
                <a:ext cx="190626" cy="181046"/>
              </a:xfrm>
              <a:custGeom>
                <a:avLst/>
                <a:gdLst>
                  <a:gd name="connsiteX0" fmla="*/ 95313 w 190626"/>
                  <a:gd name="connsiteY0" fmla="*/ 37473 h 181046"/>
                  <a:gd name="connsiteX1" fmla="*/ 0 w 190626"/>
                  <a:gd name="connsiteY1" fmla="*/ 49538 h 181046"/>
                  <a:gd name="connsiteX2" fmla="*/ 95313 w 190626"/>
                  <a:gd name="connsiteY2" fmla="*/ 181047 h 181046"/>
                  <a:gd name="connsiteX3" fmla="*/ 190627 w 190626"/>
                  <a:gd name="connsiteY3" fmla="*/ 49538 h 181046"/>
                  <a:gd name="connsiteX4" fmla="*/ 95313 w 190626"/>
                  <a:gd name="connsiteY4" fmla="*/ 37473 h 181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6" h="181046">
                    <a:moveTo>
                      <a:pt x="95313" y="37473"/>
                    </a:moveTo>
                    <a:cubicBezTo>
                      <a:pt x="60325" y="-32504"/>
                      <a:pt x="0" y="9724"/>
                      <a:pt x="0" y="49538"/>
                    </a:cubicBezTo>
                    <a:cubicBezTo>
                      <a:pt x="0" y="108657"/>
                      <a:pt x="95313" y="181047"/>
                      <a:pt x="95313" y="181047"/>
                    </a:cubicBezTo>
                    <a:cubicBezTo>
                      <a:pt x="95313" y="181047"/>
                      <a:pt x="190627" y="107450"/>
                      <a:pt x="190627" y="49538"/>
                    </a:cubicBezTo>
                    <a:cubicBezTo>
                      <a:pt x="190627" y="9724"/>
                      <a:pt x="131509" y="-32504"/>
                      <a:pt x="95313" y="37473"/>
                    </a:cubicBezTo>
                    <a:close/>
                  </a:path>
                </a:pathLst>
              </a:custGeom>
              <a:grpFill/>
              <a:ln w="12005" cap="flat">
                <a:noFill/>
                <a:prstDash val="solid"/>
                <a:miter/>
              </a:ln>
            </p:spPr>
            <p:txBody>
              <a:bodyPr rtlCol="0" anchor="ctr"/>
              <a:lstStyle/>
              <a:p>
                <a:pPr algn="ctr"/>
                <a:endParaRPr lang="en-US"/>
              </a:p>
            </p:txBody>
          </p:sp>
          <p:sp>
            <p:nvSpPr>
              <p:cNvPr id="121" name="Graphic 14" descr="Smiling with hearts face outline with solid fill">
                <a:extLst>
                  <a:ext uri="{FF2B5EF4-FFF2-40B4-BE49-F238E27FC236}">
                    <a16:creationId xmlns:a16="http://schemas.microsoft.com/office/drawing/2014/main" id="{BB8E6454-CE80-4AEB-8369-7BA42CC53E77}"/>
                  </a:ext>
                </a:extLst>
              </p:cNvPr>
              <p:cNvSpPr/>
              <p:nvPr/>
            </p:nvSpPr>
            <p:spPr>
              <a:xfrm>
                <a:off x="6488302" y="3018646"/>
                <a:ext cx="190627" cy="179911"/>
              </a:xfrm>
              <a:custGeom>
                <a:avLst/>
                <a:gdLst>
                  <a:gd name="connsiteX0" fmla="*/ 95314 w 190627"/>
                  <a:gd name="connsiteY0" fmla="*/ 37545 h 179911"/>
                  <a:gd name="connsiteX1" fmla="*/ 0 w 190627"/>
                  <a:gd name="connsiteY1" fmla="*/ 48403 h 179911"/>
                  <a:gd name="connsiteX2" fmla="*/ 95314 w 190627"/>
                  <a:gd name="connsiteY2" fmla="*/ 179912 h 179911"/>
                  <a:gd name="connsiteX3" fmla="*/ 190627 w 190627"/>
                  <a:gd name="connsiteY3" fmla="*/ 49610 h 179911"/>
                  <a:gd name="connsiteX4" fmla="*/ 95314 w 190627"/>
                  <a:gd name="connsiteY4" fmla="*/ 37545 h 17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7" h="179911">
                    <a:moveTo>
                      <a:pt x="95314" y="37545"/>
                    </a:moveTo>
                    <a:cubicBezTo>
                      <a:pt x="60325" y="-32432"/>
                      <a:pt x="0" y="9795"/>
                      <a:pt x="0" y="48403"/>
                    </a:cubicBezTo>
                    <a:cubicBezTo>
                      <a:pt x="0" y="107522"/>
                      <a:pt x="95314" y="179912"/>
                      <a:pt x="95314" y="179912"/>
                    </a:cubicBezTo>
                    <a:cubicBezTo>
                      <a:pt x="95314" y="179912"/>
                      <a:pt x="190627" y="107522"/>
                      <a:pt x="190627" y="49610"/>
                    </a:cubicBezTo>
                    <a:cubicBezTo>
                      <a:pt x="190627" y="9795"/>
                      <a:pt x="130302" y="-32432"/>
                      <a:pt x="95314" y="37545"/>
                    </a:cubicBezTo>
                    <a:close/>
                  </a:path>
                </a:pathLst>
              </a:custGeom>
              <a:grpFill/>
              <a:ln w="12005" cap="flat">
                <a:noFill/>
                <a:prstDash val="solid"/>
                <a:miter/>
              </a:ln>
            </p:spPr>
            <p:txBody>
              <a:bodyPr rtlCol="0" anchor="ctr"/>
              <a:lstStyle/>
              <a:p>
                <a:pPr algn="ctr"/>
                <a:endParaRPr lang="en-US"/>
              </a:p>
            </p:txBody>
          </p:sp>
          <p:sp>
            <p:nvSpPr>
              <p:cNvPr id="122" name="Graphic 14" descr="Smiling with hearts face outline with solid fill">
                <a:extLst>
                  <a:ext uri="{FF2B5EF4-FFF2-40B4-BE49-F238E27FC236}">
                    <a16:creationId xmlns:a16="http://schemas.microsoft.com/office/drawing/2014/main" id="{788AD8CC-04C7-4CD3-A939-DE3C7A0F74E1}"/>
                  </a:ext>
                </a:extLst>
              </p:cNvPr>
              <p:cNvSpPr/>
              <p:nvPr/>
            </p:nvSpPr>
            <p:spPr>
              <a:xfrm>
                <a:off x="5947790" y="2970552"/>
                <a:ext cx="510349" cy="135105"/>
              </a:xfrm>
              <a:custGeom>
                <a:avLst/>
                <a:gdLst>
                  <a:gd name="connsiteX0" fmla="*/ 6033 w 510349"/>
                  <a:gd name="connsiteY0" fmla="*/ 135106 h 135105"/>
                  <a:gd name="connsiteX1" fmla="*/ 54293 w 510349"/>
                  <a:gd name="connsiteY1" fmla="*/ 120628 h 135105"/>
                  <a:gd name="connsiteX2" fmla="*/ 82042 w 510349"/>
                  <a:gd name="connsiteY2" fmla="*/ 125454 h 135105"/>
                  <a:gd name="connsiteX3" fmla="*/ 492252 w 510349"/>
                  <a:gd name="connsiteY3" fmla="*/ 85639 h 135105"/>
                  <a:gd name="connsiteX4" fmla="*/ 510350 w 510349"/>
                  <a:gd name="connsiteY4" fmla="*/ 40999 h 135105"/>
                  <a:gd name="connsiteX5" fmla="*/ 0 w 510349"/>
                  <a:gd name="connsiteY5" fmla="*/ 131486 h 135105"/>
                  <a:gd name="connsiteX6" fmla="*/ 6033 w 510349"/>
                  <a:gd name="connsiteY6" fmla="*/ 135106 h 13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349" h="135105">
                    <a:moveTo>
                      <a:pt x="6033" y="135106"/>
                    </a:moveTo>
                    <a:cubicBezTo>
                      <a:pt x="20511" y="125454"/>
                      <a:pt x="37402" y="120628"/>
                      <a:pt x="54293" y="120628"/>
                    </a:cubicBezTo>
                    <a:cubicBezTo>
                      <a:pt x="63945" y="120628"/>
                      <a:pt x="73597" y="121834"/>
                      <a:pt x="82042" y="125454"/>
                    </a:cubicBezTo>
                    <a:cubicBezTo>
                      <a:pt x="201485" y="39792"/>
                      <a:pt x="358331" y="24108"/>
                      <a:pt x="492252" y="85639"/>
                    </a:cubicBezTo>
                    <a:cubicBezTo>
                      <a:pt x="494665" y="69955"/>
                      <a:pt x="500698" y="54270"/>
                      <a:pt x="510350" y="40999"/>
                    </a:cubicBezTo>
                    <a:cubicBezTo>
                      <a:pt x="337820" y="-37424"/>
                      <a:pt x="135128" y="-1229"/>
                      <a:pt x="0" y="131486"/>
                    </a:cubicBezTo>
                    <a:cubicBezTo>
                      <a:pt x="2413" y="132693"/>
                      <a:pt x="3620" y="133899"/>
                      <a:pt x="6033" y="135106"/>
                    </a:cubicBezTo>
                    <a:close/>
                  </a:path>
                </a:pathLst>
              </a:custGeom>
              <a:grpFill/>
              <a:ln w="12005" cap="flat">
                <a:noFill/>
                <a:prstDash val="solid"/>
                <a:miter/>
              </a:ln>
            </p:spPr>
            <p:txBody>
              <a:bodyPr rtlCol="0" anchor="ctr"/>
              <a:lstStyle/>
              <a:p>
                <a:pPr algn="ctr"/>
                <a:endParaRPr lang="en-US"/>
              </a:p>
            </p:txBody>
          </p:sp>
          <p:sp>
            <p:nvSpPr>
              <p:cNvPr id="123" name="Graphic 14" descr="Smiling with hearts face outline with solid fill">
                <a:extLst>
                  <a:ext uri="{FF2B5EF4-FFF2-40B4-BE49-F238E27FC236}">
                    <a16:creationId xmlns:a16="http://schemas.microsoft.com/office/drawing/2014/main" id="{4586E63E-E12B-4232-86D3-4A82DDDF4481}"/>
                  </a:ext>
                </a:extLst>
              </p:cNvPr>
              <p:cNvSpPr/>
              <p:nvPr/>
            </p:nvSpPr>
            <p:spPr>
              <a:xfrm>
                <a:off x="6625843" y="3192525"/>
                <a:ext cx="101346" cy="471741"/>
              </a:xfrm>
              <a:custGeom>
                <a:avLst/>
                <a:gdLst>
                  <a:gd name="connsiteX0" fmla="*/ 0 w 101346"/>
                  <a:gd name="connsiteY0" fmla="*/ 34988 h 471741"/>
                  <a:gd name="connsiteX1" fmla="*/ 6033 w 101346"/>
                  <a:gd name="connsiteY1" fmla="*/ 427101 h 471741"/>
                  <a:gd name="connsiteX2" fmla="*/ 36195 w 101346"/>
                  <a:gd name="connsiteY2" fmla="*/ 471742 h 471741"/>
                  <a:gd name="connsiteX3" fmla="*/ 36195 w 101346"/>
                  <a:gd name="connsiteY3" fmla="*/ 0 h 471741"/>
                  <a:gd name="connsiteX4" fmla="*/ 0 w 101346"/>
                  <a:gd name="connsiteY4" fmla="*/ 34988 h 471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346" h="471741">
                    <a:moveTo>
                      <a:pt x="0" y="34988"/>
                    </a:moveTo>
                    <a:cubicBezTo>
                      <a:pt x="68771" y="156845"/>
                      <a:pt x="71184" y="304038"/>
                      <a:pt x="6033" y="427101"/>
                    </a:cubicBezTo>
                    <a:cubicBezTo>
                      <a:pt x="20511" y="439166"/>
                      <a:pt x="30163" y="454851"/>
                      <a:pt x="36195" y="471742"/>
                    </a:cubicBezTo>
                    <a:cubicBezTo>
                      <a:pt x="123063" y="326962"/>
                      <a:pt x="123063" y="145987"/>
                      <a:pt x="36195" y="0"/>
                    </a:cubicBezTo>
                    <a:cubicBezTo>
                      <a:pt x="25336" y="13272"/>
                      <a:pt x="13271" y="24130"/>
                      <a:pt x="0" y="34988"/>
                    </a:cubicBezTo>
                    <a:close/>
                  </a:path>
                </a:pathLst>
              </a:custGeom>
              <a:grpFill/>
              <a:ln w="12005" cap="flat">
                <a:noFill/>
                <a:prstDash val="solid"/>
                <a:miter/>
              </a:ln>
            </p:spPr>
            <p:txBody>
              <a:bodyPr rtlCol="0" anchor="ctr"/>
              <a:lstStyle/>
              <a:p>
                <a:pPr algn="ctr"/>
                <a:endParaRPr lang="en-US"/>
              </a:p>
            </p:txBody>
          </p:sp>
          <p:sp>
            <p:nvSpPr>
              <p:cNvPr id="124" name="Graphic 14" descr="Smiling with hearts face outline with solid fill">
                <a:extLst>
                  <a:ext uri="{FF2B5EF4-FFF2-40B4-BE49-F238E27FC236}">
                    <a16:creationId xmlns:a16="http://schemas.microsoft.com/office/drawing/2014/main" id="{BF2CFF2B-6573-45C8-BD44-AAC47BE1438C}"/>
                  </a:ext>
                </a:extLst>
              </p:cNvPr>
              <p:cNvSpPr/>
              <p:nvPr/>
            </p:nvSpPr>
            <p:spPr>
              <a:xfrm>
                <a:off x="5810405" y="3269741"/>
                <a:ext cx="657387" cy="618684"/>
              </a:xfrm>
              <a:custGeom>
                <a:avLst/>
                <a:gdLst>
                  <a:gd name="connsiteX0" fmla="*/ 621192 w 657387"/>
                  <a:gd name="connsiteY0" fmla="*/ 535686 h 618684"/>
                  <a:gd name="connsiteX1" fmla="*/ 81887 w 657387"/>
                  <a:gd name="connsiteY1" fmla="*/ 322136 h 618684"/>
                  <a:gd name="connsiteX2" fmla="*/ 64996 w 657387"/>
                  <a:gd name="connsiteY2" fmla="*/ 44641 h 618684"/>
                  <a:gd name="connsiteX3" fmla="*/ 28801 w 657387"/>
                  <a:gd name="connsiteY3" fmla="*/ 0 h 618684"/>
                  <a:gd name="connsiteX4" fmla="*/ 299057 w 657387"/>
                  <a:gd name="connsiteY4" fmla="*/ 589979 h 618684"/>
                  <a:gd name="connsiteX5" fmla="*/ 657387 w 657387"/>
                  <a:gd name="connsiteY5" fmla="*/ 573088 h 618684"/>
                  <a:gd name="connsiteX6" fmla="*/ 621192 w 657387"/>
                  <a:gd name="connsiteY6" fmla="*/ 535686 h 61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387" h="618684">
                    <a:moveTo>
                      <a:pt x="621192" y="535686"/>
                    </a:moveTo>
                    <a:cubicBezTo>
                      <a:pt x="413674" y="624967"/>
                      <a:pt x="172374" y="529654"/>
                      <a:pt x="81887" y="322136"/>
                    </a:cubicBezTo>
                    <a:cubicBezTo>
                      <a:pt x="44485" y="234061"/>
                      <a:pt x="38453" y="136334"/>
                      <a:pt x="64996" y="44641"/>
                    </a:cubicBezTo>
                    <a:cubicBezTo>
                      <a:pt x="51724" y="31369"/>
                      <a:pt x="39659" y="15684"/>
                      <a:pt x="28801" y="0"/>
                    </a:cubicBezTo>
                    <a:cubicBezTo>
                      <a:pt x="-59274" y="237681"/>
                      <a:pt x="61376" y="501904"/>
                      <a:pt x="299057" y="589979"/>
                    </a:cubicBezTo>
                    <a:cubicBezTo>
                      <a:pt x="416087" y="633413"/>
                      <a:pt x="545183" y="627380"/>
                      <a:pt x="657387" y="573088"/>
                    </a:cubicBezTo>
                    <a:cubicBezTo>
                      <a:pt x="644116" y="561023"/>
                      <a:pt x="632051" y="548958"/>
                      <a:pt x="621192" y="535686"/>
                    </a:cubicBezTo>
                    <a:close/>
                  </a:path>
                </a:pathLst>
              </a:custGeom>
              <a:grpFill/>
              <a:ln w="12005" cap="flat">
                <a:noFill/>
                <a:prstDash val="solid"/>
                <a:miter/>
              </a:ln>
            </p:spPr>
            <p:txBody>
              <a:bodyPr rtlCol="0" anchor="ctr"/>
              <a:lstStyle/>
              <a:p>
                <a:pPr algn="ctr"/>
                <a:endParaRPr lang="en-US"/>
              </a:p>
            </p:txBody>
          </p:sp>
          <p:sp>
            <p:nvSpPr>
              <p:cNvPr id="125" name="Graphic 14" descr="Smiling with hearts face outline with solid fill">
                <a:extLst>
                  <a:ext uri="{FF2B5EF4-FFF2-40B4-BE49-F238E27FC236}">
                    <a16:creationId xmlns:a16="http://schemas.microsoft.com/office/drawing/2014/main" id="{772C025A-AA46-4C05-94F5-A82E6284E9E8}"/>
                  </a:ext>
                </a:extLst>
              </p:cNvPr>
              <p:cNvSpPr/>
              <p:nvPr/>
            </p:nvSpPr>
            <p:spPr>
              <a:xfrm>
                <a:off x="6427978" y="3644820"/>
                <a:ext cx="190626" cy="179911"/>
              </a:xfrm>
              <a:custGeom>
                <a:avLst/>
                <a:gdLst>
                  <a:gd name="connsiteX0" fmla="*/ 95313 w 190626"/>
                  <a:gd name="connsiteY0" fmla="*/ 37545 h 179911"/>
                  <a:gd name="connsiteX1" fmla="*/ 0 w 190626"/>
                  <a:gd name="connsiteY1" fmla="*/ 48403 h 179911"/>
                  <a:gd name="connsiteX2" fmla="*/ 95313 w 190626"/>
                  <a:gd name="connsiteY2" fmla="*/ 179912 h 179911"/>
                  <a:gd name="connsiteX3" fmla="*/ 190627 w 190626"/>
                  <a:gd name="connsiteY3" fmla="*/ 49610 h 179911"/>
                  <a:gd name="connsiteX4" fmla="*/ 95313 w 190626"/>
                  <a:gd name="connsiteY4" fmla="*/ 37545 h 17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6" h="179911">
                    <a:moveTo>
                      <a:pt x="95313" y="37545"/>
                    </a:moveTo>
                    <a:cubicBezTo>
                      <a:pt x="60325" y="-32432"/>
                      <a:pt x="0" y="9795"/>
                      <a:pt x="0" y="48403"/>
                    </a:cubicBezTo>
                    <a:cubicBezTo>
                      <a:pt x="0" y="107522"/>
                      <a:pt x="95313" y="179912"/>
                      <a:pt x="95313" y="179912"/>
                    </a:cubicBezTo>
                    <a:cubicBezTo>
                      <a:pt x="95313" y="179912"/>
                      <a:pt x="190627" y="108728"/>
                      <a:pt x="190627" y="49610"/>
                    </a:cubicBezTo>
                    <a:cubicBezTo>
                      <a:pt x="190627" y="9795"/>
                      <a:pt x="130302" y="-32432"/>
                      <a:pt x="95313" y="37545"/>
                    </a:cubicBezTo>
                    <a:close/>
                  </a:path>
                </a:pathLst>
              </a:custGeom>
              <a:grpFill/>
              <a:ln w="12005" cap="flat">
                <a:noFill/>
                <a:prstDash val="solid"/>
                <a:miter/>
              </a:ln>
            </p:spPr>
            <p:txBody>
              <a:bodyPr rtlCol="0" anchor="ctr"/>
              <a:lstStyle/>
              <a:p>
                <a:pPr algn="ctr"/>
                <a:endParaRPr lang="en-US"/>
              </a:p>
            </p:txBody>
          </p:sp>
          <p:sp>
            <p:nvSpPr>
              <p:cNvPr id="126" name="Graphic 14" descr="Smiling with hearts face outline with solid fill">
                <a:extLst>
                  <a:ext uri="{FF2B5EF4-FFF2-40B4-BE49-F238E27FC236}">
                    <a16:creationId xmlns:a16="http://schemas.microsoft.com/office/drawing/2014/main" id="{50F2242B-C9CE-4B8A-AE5A-E1CBF3A824F7}"/>
                  </a:ext>
                </a:extLst>
              </p:cNvPr>
              <p:cNvSpPr/>
              <p:nvPr/>
            </p:nvSpPr>
            <p:spPr>
              <a:xfrm>
                <a:off x="5975906" y="3308271"/>
                <a:ext cx="237727" cy="124758"/>
              </a:xfrm>
              <a:custGeom>
                <a:avLst/>
                <a:gdLst>
                  <a:gd name="connsiteX0" fmla="*/ 18938 w 237727"/>
                  <a:gd name="connsiteY0" fmla="*/ 124348 h 124758"/>
                  <a:gd name="connsiteX1" fmla="*/ 841 w 237727"/>
                  <a:gd name="connsiteY1" fmla="*/ 95392 h 124758"/>
                  <a:gd name="connsiteX2" fmla="*/ 144414 w 237727"/>
                  <a:gd name="connsiteY2" fmla="*/ 2491 h 124758"/>
                  <a:gd name="connsiteX3" fmla="*/ 237315 w 237727"/>
                  <a:gd name="connsiteY3" fmla="*/ 95392 h 124758"/>
                  <a:gd name="connsiteX4" fmla="*/ 219217 w 237727"/>
                  <a:gd name="connsiteY4" fmla="*/ 124348 h 124758"/>
                  <a:gd name="connsiteX5" fmla="*/ 214391 w 237727"/>
                  <a:gd name="connsiteY5" fmla="*/ 124348 h 124758"/>
                  <a:gd name="connsiteX6" fmla="*/ 190261 w 237727"/>
                  <a:gd name="connsiteY6" fmla="*/ 105044 h 124758"/>
                  <a:gd name="connsiteX7" fmla="*/ 104600 w 237727"/>
                  <a:gd name="connsiteY7" fmla="*/ 49545 h 124758"/>
                  <a:gd name="connsiteX8" fmla="*/ 49101 w 237727"/>
                  <a:gd name="connsiteY8" fmla="*/ 105044 h 124758"/>
                  <a:gd name="connsiteX9" fmla="*/ 18938 w 237727"/>
                  <a:gd name="connsiteY9" fmla="*/ 124348 h 12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727" h="124758">
                    <a:moveTo>
                      <a:pt x="18938" y="124348"/>
                    </a:moveTo>
                    <a:cubicBezTo>
                      <a:pt x="5667" y="121935"/>
                      <a:pt x="-2779" y="108663"/>
                      <a:pt x="841" y="95392"/>
                    </a:cubicBezTo>
                    <a:cubicBezTo>
                      <a:pt x="15319" y="30241"/>
                      <a:pt x="79263" y="-10780"/>
                      <a:pt x="144414" y="2491"/>
                    </a:cubicBezTo>
                    <a:cubicBezTo>
                      <a:pt x="191468" y="12143"/>
                      <a:pt x="227663" y="48338"/>
                      <a:pt x="237315" y="95392"/>
                    </a:cubicBezTo>
                    <a:cubicBezTo>
                      <a:pt x="239728" y="108663"/>
                      <a:pt x="231282" y="120728"/>
                      <a:pt x="219217" y="124348"/>
                    </a:cubicBezTo>
                    <a:cubicBezTo>
                      <a:pt x="218011" y="124348"/>
                      <a:pt x="215598" y="124348"/>
                      <a:pt x="214391" y="124348"/>
                    </a:cubicBezTo>
                    <a:cubicBezTo>
                      <a:pt x="203533" y="124348"/>
                      <a:pt x="192674" y="115902"/>
                      <a:pt x="190261" y="105044"/>
                    </a:cubicBezTo>
                    <a:cubicBezTo>
                      <a:pt x="181816" y="66436"/>
                      <a:pt x="143208" y="41099"/>
                      <a:pt x="104600" y="49545"/>
                    </a:cubicBezTo>
                    <a:cubicBezTo>
                      <a:pt x="76850" y="55577"/>
                      <a:pt x="55133" y="77294"/>
                      <a:pt x="49101" y="105044"/>
                    </a:cubicBezTo>
                    <a:cubicBezTo>
                      <a:pt x="44275" y="118315"/>
                      <a:pt x="31003" y="126761"/>
                      <a:pt x="18938" y="124348"/>
                    </a:cubicBezTo>
                    <a:close/>
                  </a:path>
                </a:pathLst>
              </a:custGeom>
              <a:grpFill/>
              <a:ln w="12005" cap="flat">
                <a:noFill/>
                <a:prstDash val="solid"/>
                <a:miter/>
              </a:ln>
            </p:spPr>
            <p:txBody>
              <a:bodyPr rtlCol="0" anchor="ctr"/>
              <a:lstStyle/>
              <a:p>
                <a:pPr algn="ctr"/>
                <a:endParaRPr lang="en-US"/>
              </a:p>
            </p:txBody>
          </p:sp>
          <p:sp>
            <p:nvSpPr>
              <p:cNvPr id="127" name="Graphic 14" descr="Smiling with hearts face outline with solid fill">
                <a:extLst>
                  <a:ext uri="{FF2B5EF4-FFF2-40B4-BE49-F238E27FC236}">
                    <a16:creationId xmlns:a16="http://schemas.microsoft.com/office/drawing/2014/main" id="{39CB7573-4E4E-4E09-935D-AD8E1BD85E14}"/>
                  </a:ext>
                </a:extLst>
              </p:cNvPr>
              <p:cNvSpPr/>
              <p:nvPr/>
            </p:nvSpPr>
            <p:spPr>
              <a:xfrm rot="10593700">
                <a:off x="6088235" y="3560998"/>
                <a:ext cx="362176" cy="121366"/>
              </a:xfrm>
              <a:custGeom>
                <a:avLst/>
                <a:gdLst>
                  <a:gd name="connsiteX0" fmla="*/ 180485 w 362176"/>
                  <a:gd name="connsiteY0" fmla="*/ 121366 h 121366"/>
                  <a:gd name="connsiteX1" fmla="*/ 5542 w 362176"/>
                  <a:gd name="connsiteY1" fmla="*/ 40531 h 121366"/>
                  <a:gd name="connsiteX2" fmla="*/ 9162 w 362176"/>
                  <a:gd name="connsiteY2" fmla="*/ 6749 h 121366"/>
                  <a:gd name="connsiteX3" fmla="*/ 41737 w 362176"/>
                  <a:gd name="connsiteY3" fmla="*/ 9162 h 121366"/>
                  <a:gd name="connsiteX4" fmla="*/ 298722 w 362176"/>
                  <a:gd name="connsiteY4" fmla="*/ 29672 h 121366"/>
                  <a:gd name="connsiteX5" fmla="*/ 319232 w 362176"/>
                  <a:gd name="connsiteY5" fmla="*/ 9162 h 121366"/>
                  <a:gd name="connsiteX6" fmla="*/ 353014 w 362176"/>
                  <a:gd name="connsiteY6" fmla="*/ 5542 h 121366"/>
                  <a:gd name="connsiteX7" fmla="*/ 356634 w 362176"/>
                  <a:gd name="connsiteY7" fmla="*/ 39324 h 121366"/>
                  <a:gd name="connsiteX8" fmla="*/ 355427 w 362176"/>
                  <a:gd name="connsiteY8" fmla="*/ 40531 h 121366"/>
                  <a:gd name="connsiteX9" fmla="*/ 180485 w 362176"/>
                  <a:gd name="connsiteY9" fmla="*/ 121366 h 121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2176" h="121366">
                    <a:moveTo>
                      <a:pt x="180485" y="121366"/>
                    </a:moveTo>
                    <a:cubicBezTo>
                      <a:pt x="112921" y="121366"/>
                      <a:pt x="48976" y="91204"/>
                      <a:pt x="5542" y="40531"/>
                    </a:cubicBezTo>
                    <a:cubicBezTo>
                      <a:pt x="-2903" y="29672"/>
                      <a:pt x="-1697" y="15194"/>
                      <a:pt x="9162" y="6749"/>
                    </a:cubicBezTo>
                    <a:cubicBezTo>
                      <a:pt x="18814" y="-1697"/>
                      <a:pt x="33292" y="-490"/>
                      <a:pt x="41737" y="9162"/>
                    </a:cubicBezTo>
                    <a:cubicBezTo>
                      <a:pt x="106888" y="85171"/>
                      <a:pt x="221506" y="94823"/>
                      <a:pt x="298722" y="29672"/>
                    </a:cubicBezTo>
                    <a:cubicBezTo>
                      <a:pt x="305961" y="23640"/>
                      <a:pt x="313200" y="16401"/>
                      <a:pt x="319232" y="9162"/>
                    </a:cubicBezTo>
                    <a:cubicBezTo>
                      <a:pt x="327678" y="-1697"/>
                      <a:pt x="342156" y="-2903"/>
                      <a:pt x="353014" y="5542"/>
                    </a:cubicBezTo>
                    <a:cubicBezTo>
                      <a:pt x="363873" y="13988"/>
                      <a:pt x="365079" y="28466"/>
                      <a:pt x="356634" y="39324"/>
                    </a:cubicBezTo>
                    <a:cubicBezTo>
                      <a:pt x="356634" y="39324"/>
                      <a:pt x="355427" y="40531"/>
                      <a:pt x="355427" y="40531"/>
                    </a:cubicBezTo>
                    <a:cubicBezTo>
                      <a:pt x="311993" y="91204"/>
                      <a:pt x="248049" y="121366"/>
                      <a:pt x="180485" y="121366"/>
                    </a:cubicBezTo>
                    <a:close/>
                  </a:path>
                </a:pathLst>
              </a:custGeom>
              <a:grpFill/>
              <a:ln w="12005" cap="flat">
                <a:noFill/>
                <a:prstDash val="solid"/>
                <a:miter/>
              </a:ln>
            </p:spPr>
            <p:txBody>
              <a:bodyPr rtlCol="0" anchor="ctr"/>
              <a:lstStyle/>
              <a:p>
                <a:pPr algn="ctr"/>
                <a:endParaRPr lang="en-US"/>
              </a:p>
            </p:txBody>
          </p:sp>
          <p:sp>
            <p:nvSpPr>
              <p:cNvPr id="128" name="Graphic 14" descr="Smiling with hearts face outline with solid fill">
                <a:extLst>
                  <a:ext uri="{FF2B5EF4-FFF2-40B4-BE49-F238E27FC236}">
                    <a16:creationId xmlns:a16="http://schemas.microsoft.com/office/drawing/2014/main" id="{BCF90A59-4FB9-4951-8775-E40227A1964E}"/>
                  </a:ext>
                </a:extLst>
              </p:cNvPr>
              <p:cNvSpPr/>
              <p:nvPr/>
            </p:nvSpPr>
            <p:spPr>
              <a:xfrm>
                <a:off x="6325012" y="3308271"/>
                <a:ext cx="237297" cy="124347"/>
              </a:xfrm>
              <a:custGeom>
                <a:avLst/>
                <a:gdLst>
                  <a:gd name="connsiteX0" fmla="*/ 217583 w 237297"/>
                  <a:gd name="connsiteY0" fmla="*/ 124348 h 124347"/>
                  <a:gd name="connsiteX1" fmla="*/ 212757 w 237297"/>
                  <a:gd name="connsiteY1" fmla="*/ 124348 h 124347"/>
                  <a:gd name="connsiteX2" fmla="*/ 188627 w 237297"/>
                  <a:gd name="connsiteY2" fmla="*/ 105044 h 124347"/>
                  <a:gd name="connsiteX3" fmla="*/ 102965 w 237297"/>
                  <a:gd name="connsiteY3" fmla="*/ 49545 h 124347"/>
                  <a:gd name="connsiteX4" fmla="*/ 47466 w 237297"/>
                  <a:gd name="connsiteY4" fmla="*/ 105044 h 124347"/>
                  <a:gd name="connsiteX5" fmla="*/ 18510 w 237297"/>
                  <a:gd name="connsiteY5" fmla="*/ 123141 h 124347"/>
                  <a:gd name="connsiteX6" fmla="*/ 413 w 237297"/>
                  <a:gd name="connsiteY6" fmla="*/ 95392 h 124347"/>
                  <a:gd name="connsiteX7" fmla="*/ 143986 w 237297"/>
                  <a:gd name="connsiteY7" fmla="*/ 2491 h 124347"/>
                  <a:gd name="connsiteX8" fmla="*/ 236887 w 237297"/>
                  <a:gd name="connsiteY8" fmla="*/ 95392 h 124347"/>
                  <a:gd name="connsiteX9" fmla="*/ 217583 w 237297"/>
                  <a:gd name="connsiteY9" fmla="*/ 124348 h 124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297" h="124347">
                    <a:moveTo>
                      <a:pt x="217583" y="124348"/>
                    </a:moveTo>
                    <a:cubicBezTo>
                      <a:pt x="216376" y="124348"/>
                      <a:pt x="213963" y="124348"/>
                      <a:pt x="212757" y="124348"/>
                    </a:cubicBezTo>
                    <a:cubicBezTo>
                      <a:pt x="201898" y="124348"/>
                      <a:pt x="191040" y="115902"/>
                      <a:pt x="188627" y="105044"/>
                    </a:cubicBezTo>
                    <a:cubicBezTo>
                      <a:pt x="180181" y="66436"/>
                      <a:pt x="141573" y="41099"/>
                      <a:pt x="102965" y="49545"/>
                    </a:cubicBezTo>
                    <a:cubicBezTo>
                      <a:pt x="75216" y="55577"/>
                      <a:pt x="53499" y="77294"/>
                      <a:pt x="47466" y="105044"/>
                    </a:cubicBezTo>
                    <a:cubicBezTo>
                      <a:pt x="43847" y="118315"/>
                      <a:pt x="31782" y="125554"/>
                      <a:pt x="18510" y="123141"/>
                    </a:cubicBezTo>
                    <a:cubicBezTo>
                      <a:pt x="6445" y="120728"/>
                      <a:pt x="-2000" y="107457"/>
                      <a:pt x="413" y="95392"/>
                    </a:cubicBezTo>
                    <a:cubicBezTo>
                      <a:pt x="14891" y="30241"/>
                      <a:pt x="78835" y="-10780"/>
                      <a:pt x="143986" y="2491"/>
                    </a:cubicBezTo>
                    <a:cubicBezTo>
                      <a:pt x="191040" y="12143"/>
                      <a:pt x="227235" y="48338"/>
                      <a:pt x="236887" y="95392"/>
                    </a:cubicBezTo>
                    <a:cubicBezTo>
                      <a:pt x="239300" y="108663"/>
                      <a:pt x="230854" y="121935"/>
                      <a:pt x="217583" y="124348"/>
                    </a:cubicBezTo>
                    <a:close/>
                  </a:path>
                </a:pathLst>
              </a:custGeom>
              <a:grpFill/>
              <a:ln w="12005" cap="flat">
                <a:noFill/>
                <a:prstDash val="solid"/>
                <a:miter/>
              </a:ln>
            </p:spPr>
            <p:txBody>
              <a:bodyPr rtlCol="0" anchor="ctr"/>
              <a:lstStyle/>
              <a:p>
                <a:pPr algn="ctr"/>
                <a:endParaRPr lang="en-US"/>
              </a:p>
            </p:txBody>
          </p:sp>
        </p:grpSp>
        <p:sp>
          <p:nvSpPr>
            <p:cNvPr id="119" name="TextBox 118">
              <a:extLst>
                <a:ext uri="{FF2B5EF4-FFF2-40B4-BE49-F238E27FC236}">
                  <a16:creationId xmlns:a16="http://schemas.microsoft.com/office/drawing/2014/main" id="{14AA5049-F818-4EC1-BD23-B21F85E9B86F}"/>
                </a:ext>
              </a:extLst>
            </p:cNvPr>
            <p:cNvSpPr txBox="1"/>
            <p:nvPr/>
          </p:nvSpPr>
          <p:spPr>
            <a:xfrm>
              <a:off x="4607413" y="3842716"/>
              <a:ext cx="1458605" cy="723774"/>
            </a:xfrm>
            <a:prstGeom prst="rect">
              <a:avLst/>
            </a:prstGeom>
            <a:noFill/>
          </p:spPr>
          <p:txBody>
            <a:bodyPr wrap="none" rtlCol="0">
              <a:spAutoFit/>
            </a:bodyPr>
            <a:lstStyle/>
            <a:p>
              <a:pPr algn="ctr"/>
              <a:r>
                <a:rPr lang="en-US"/>
                <a:t>Sexual </a:t>
              </a:r>
            </a:p>
            <a:p>
              <a:pPr algn="ctr"/>
              <a:r>
                <a:rPr lang="en-US"/>
                <a:t>Dysfunction</a:t>
              </a:r>
            </a:p>
          </p:txBody>
        </p:sp>
      </p:grpSp>
      <p:grpSp>
        <p:nvGrpSpPr>
          <p:cNvPr id="129" name="drowsiness button">
            <a:extLst>
              <a:ext uri="{FF2B5EF4-FFF2-40B4-BE49-F238E27FC236}">
                <a16:creationId xmlns:a16="http://schemas.microsoft.com/office/drawing/2014/main" id="{0CF3C7F6-A15F-4F33-A001-1855C480596E}"/>
              </a:ext>
            </a:extLst>
          </p:cNvPr>
          <p:cNvGrpSpPr/>
          <p:nvPr/>
        </p:nvGrpSpPr>
        <p:grpSpPr>
          <a:xfrm>
            <a:off x="8043343" y="3340407"/>
            <a:ext cx="1247201" cy="1030795"/>
            <a:chOff x="10174770" y="3017082"/>
            <a:chExt cx="1396640" cy="1154304"/>
          </a:xfrm>
        </p:grpSpPr>
        <p:pic>
          <p:nvPicPr>
            <p:cNvPr id="130" name="Graphic 129" descr="Sleep outline">
              <a:hlinkClick r:id="rId15" action="ppaction://hlinksldjump"/>
              <a:extLst>
                <a:ext uri="{FF2B5EF4-FFF2-40B4-BE49-F238E27FC236}">
                  <a16:creationId xmlns:a16="http://schemas.microsoft.com/office/drawing/2014/main" id="{B7FC1D52-E4F7-49B7-8CF4-3819C41E14E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394513" y="3017082"/>
              <a:ext cx="1011214" cy="1011214"/>
            </a:xfrm>
            <a:prstGeom prst="rect">
              <a:avLst/>
            </a:prstGeom>
            <a:effectLst>
              <a:outerShdw blurRad="50800" dist="38100" dir="2700000" algn="tl" rotWithShape="0">
                <a:prstClr val="black">
                  <a:alpha val="40000"/>
                </a:prstClr>
              </a:outerShdw>
            </a:effectLst>
          </p:spPr>
        </p:pic>
        <p:sp>
          <p:nvSpPr>
            <p:cNvPr id="131" name="TextBox 130">
              <a:extLst>
                <a:ext uri="{FF2B5EF4-FFF2-40B4-BE49-F238E27FC236}">
                  <a16:creationId xmlns:a16="http://schemas.microsoft.com/office/drawing/2014/main" id="{BA79346E-DFE4-4CC1-BE4C-866ADC1492F9}"/>
                </a:ext>
              </a:extLst>
            </p:cNvPr>
            <p:cNvSpPr txBox="1"/>
            <p:nvPr/>
          </p:nvSpPr>
          <p:spPr>
            <a:xfrm>
              <a:off x="10174770" y="3757801"/>
              <a:ext cx="1396640" cy="413585"/>
            </a:xfrm>
            <a:prstGeom prst="rect">
              <a:avLst/>
            </a:prstGeom>
            <a:noFill/>
          </p:spPr>
          <p:txBody>
            <a:bodyPr wrap="none" rtlCol="0">
              <a:spAutoFit/>
            </a:bodyPr>
            <a:lstStyle/>
            <a:p>
              <a:pPr algn="ctr"/>
              <a:r>
                <a:rPr lang="en-US"/>
                <a:t>Drowsiness</a:t>
              </a:r>
            </a:p>
          </p:txBody>
        </p:sp>
      </p:grpSp>
      <p:grpSp>
        <p:nvGrpSpPr>
          <p:cNvPr id="11" name="GI tox">
            <a:extLst>
              <a:ext uri="{FF2B5EF4-FFF2-40B4-BE49-F238E27FC236}">
                <a16:creationId xmlns:a16="http://schemas.microsoft.com/office/drawing/2014/main" id="{6B84193B-A415-464C-93E9-0508564681B3}"/>
              </a:ext>
            </a:extLst>
          </p:cNvPr>
          <p:cNvGrpSpPr/>
          <p:nvPr/>
        </p:nvGrpSpPr>
        <p:grpSpPr>
          <a:xfrm>
            <a:off x="4776974" y="1165204"/>
            <a:ext cx="3716425" cy="2049188"/>
            <a:chOff x="4776974" y="1165204"/>
            <a:chExt cx="3716425" cy="2049188"/>
          </a:xfrm>
        </p:grpSpPr>
        <p:sp>
          <p:nvSpPr>
            <p:cNvPr id="133" name="Rectangle 11">
              <a:extLst>
                <a:ext uri="{FF2B5EF4-FFF2-40B4-BE49-F238E27FC236}">
                  <a16:creationId xmlns:a16="http://schemas.microsoft.com/office/drawing/2014/main" id="{23EB6165-9D26-494C-81DE-82917AF675FC}"/>
                </a:ext>
              </a:extLst>
            </p:cNvPr>
            <p:cNvSpPr/>
            <p:nvPr/>
          </p:nvSpPr>
          <p:spPr>
            <a:xfrm>
              <a:off x="4776974" y="1165204"/>
              <a:ext cx="3716425" cy="1692998"/>
            </a:xfrm>
            <a:custGeom>
              <a:avLst/>
              <a:gdLst>
                <a:gd name="connsiteX0" fmla="*/ 0 w 3773519"/>
                <a:gd name="connsiteY0" fmla="*/ 0 h 1678309"/>
                <a:gd name="connsiteX1" fmla="*/ 3773519 w 3773519"/>
                <a:gd name="connsiteY1" fmla="*/ 0 h 1678309"/>
                <a:gd name="connsiteX2" fmla="*/ 3773519 w 3773519"/>
                <a:gd name="connsiteY2" fmla="*/ 1678309 h 1678309"/>
                <a:gd name="connsiteX3" fmla="*/ 0 w 3773519"/>
                <a:gd name="connsiteY3" fmla="*/ 1678309 h 1678309"/>
                <a:gd name="connsiteX4" fmla="*/ 0 w 3773519"/>
                <a:gd name="connsiteY4" fmla="*/ 0 h 1678309"/>
                <a:gd name="connsiteX0" fmla="*/ 3440 w 3776959"/>
                <a:gd name="connsiteY0" fmla="*/ 0 h 1678309"/>
                <a:gd name="connsiteX1" fmla="*/ 3776959 w 3776959"/>
                <a:gd name="connsiteY1" fmla="*/ 0 h 1678309"/>
                <a:gd name="connsiteX2" fmla="*/ 3776959 w 3776959"/>
                <a:gd name="connsiteY2" fmla="*/ 1678309 h 1678309"/>
                <a:gd name="connsiteX3" fmla="*/ 3440 w 3776959"/>
                <a:gd name="connsiteY3" fmla="*/ 1678309 h 1678309"/>
                <a:gd name="connsiteX4" fmla="*/ 0 w 3776959"/>
                <a:gd name="connsiteY4" fmla="*/ 1674891 h 1678309"/>
                <a:gd name="connsiteX5" fmla="*/ 3440 w 3776959"/>
                <a:gd name="connsiteY5" fmla="*/ 0 h 1678309"/>
                <a:gd name="connsiteX0" fmla="*/ 256937 w 4030456"/>
                <a:gd name="connsiteY0" fmla="*/ 0 h 1678309"/>
                <a:gd name="connsiteX1" fmla="*/ 4030456 w 4030456"/>
                <a:gd name="connsiteY1" fmla="*/ 0 h 1678309"/>
                <a:gd name="connsiteX2" fmla="*/ 4030456 w 4030456"/>
                <a:gd name="connsiteY2" fmla="*/ 1678309 h 1678309"/>
                <a:gd name="connsiteX3" fmla="*/ 256937 w 4030456"/>
                <a:gd name="connsiteY3" fmla="*/ 1678309 h 1678309"/>
                <a:gd name="connsiteX4" fmla="*/ 0 w 4030456"/>
                <a:gd name="connsiteY4" fmla="*/ 1593410 h 1678309"/>
                <a:gd name="connsiteX5" fmla="*/ 256937 w 4030456"/>
                <a:gd name="connsiteY5" fmla="*/ 0 h 1678309"/>
                <a:gd name="connsiteX0" fmla="*/ 256937 w 4030456"/>
                <a:gd name="connsiteY0" fmla="*/ 0 h 1678309"/>
                <a:gd name="connsiteX1" fmla="*/ 4030456 w 4030456"/>
                <a:gd name="connsiteY1" fmla="*/ 0 h 1678309"/>
                <a:gd name="connsiteX2" fmla="*/ 4030456 w 4030456"/>
                <a:gd name="connsiteY2" fmla="*/ 1678309 h 1678309"/>
                <a:gd name="connsiteX3" fmla="*/ 2556517 w 4030456"/>
                <a:gd name="connsiteY3" fmla="*/ 1678309 h 1678309"/>
                <a:gd name="connsiteX4" fmla="*/ 0 w 4030456"/>
                <a:gd name="connsiteY4" fmla="*/ 1593410 h 1678309"/>
                <a:gd name="connsiteX5" fmla="*/ 256937 w 4030456"/>
                <a:gd name="connsiteY5" fmla="*/ 0 h 1678309"/>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0 w 3786013"/>
                <a:gd name="connsiteY4" fmla="*/ 1692998 h 1692998"/>
                <a:gd name="connsiteX5" fmla="*/ 12494 w 3786013"/>
                <a:gd name="connsiteY5" fmla="*/ 0 h 1692998"/>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0 w 3786013"/>
                <a:gd name="connsiteY4" fmla="*/ 1692998 h 1692998"/>
                <a:gd name="connsiteX5" fmla="*/ 12494 w 3786013"/>
                <a:gd name="connsiteY5" fmla="*/ 0 h 1692998"/>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2299580 w 3786013"/>
                <a:gd name="connsiteY4" fmla="*/ 1665837 h 1692998"/>
                <a:gd name="connsiteX5" fmla="*/ 0 w 3786013"/>
                <a:gd name="connsiteY5" fmla="*/ 1692998 h 1692998"/>
                <a:gd name="connsiteX6" fmla="*/ 12494 w 3786013"/>
                <a:gd name="connsiteY6" fmla="*/ 0 h 1692998"/>
                <a:gd name="connsiteX0" fmla="*/ 12494 w 3786013"/>
                <a:gd name="connsiteY0" fmla="*/ 0 h 1756372"/>
                <a:gd name="connsiteX1" fmla="*/ 3786013 w 3786013"/>
                <a:gd name="connsiteY1" fmla="*/ 0 h 1756372"/>
                <a:gd name="connsiteX2" fmla="*/ 3786013 w 3786013"/>
                <a:gd name="connsiteY2" fmla="*/ 1678309 h 1756372"/>
                <a:gd name="connsiteX3" fmla="*/ 2312074 w 3786013"/>
                <a:gd name="connsiteY3" fmla="*/ 1678309 h 1756372"/>
                <a:gd name="connsiteX4" fmla="*/ 2127564 w 3786013"/>
                <a:gd name="connsiteY4" fmla="*/ 1756372 h 1756372"/>
                <a:gd name="connsiteX5" fmla="*/ 0 w 3786013"/>
                <a:gd name="connsiteY5" fmla="*/ 1692998 h 1756372"/>
                <a:gd name="connsiteX6" fmla="*/ 12494 w 3786013"/>
                <a:gd name="connsiteY6" fmla="*/ 0 h 1756372"/>
                <a:gd name="connsiteX0" fmla="*/ 12494 w 3786013"/>
                <a:gd name="connsiteY0" fmla="*/ 0 h 1756372"/>
                <a:gd name="connsiteX1" fmla="*/ 3786013 w 3786013"/>
                <a:gd name="connsiteY1" fmla="*/ 0 h 1756372"/>
                <a:gd name="connsiteX2" fmla="*/ 3786013 w 3786013"/>
                <a:gd name="connsiteY2" fmla="*/ 1678309 h 1756372"/>
                <a:gd name="connsiteX3" fmla="*/ 2293967 w 3786013"/>
                <a:gd name="connsiteY3" fmla="*/ 782016 h 1756372"/>
                <a:gd name="connsiteX4" fmla="*/ 2127564 w 3786013"/>
                <a:gd name="connsiteY4" fmla="*/ 1756372 h 1756372"/>
                <a:gd name="connsiteX5" fmla="*/ 0 w 3786013"/>
                <a:gd name="connsiteY5" fmla="*/ 1692998 h 1756372"/>
                <a:gd name="connsiteX6" fmla="*/ 12494 w 3786013"/>
                <a:gd name="connsiteY6" fmla="*/ 0 h 1756372"/>
                <a:gd name="connsiteX0" fmla="*/ 12494 w 3786013"/>
                <a:gd name="connsiteY0" fmla="*/ 0 h 1692998"/>
                <a:gd name="connsiteX1" fmla="*/ 3786013 w 3786013"/>
                <a:gd name="connsiteY1" fmla="*/ 0 h 1692998"/>
                <a:gd name="connsiteX2" fmla="*/ 3786013 w 3786013"/>
                <a:gd name="connsiteY2" fmla="*/ 1678309 h 1692998"/>
                <a:gd name="connsiteX3" fmla="*/ 2293967 w 3786013"/>
                <a:gd name="connsiteY3" fmla="*/ 782016 h 1692998"/>
                <a:gd name="connsiteX4" fmla="*/ 2290526 w 3786013"/>
                <a:gd name="connsiteY4" fmla="*/ 1683944 h 1692998"/>
                <a:gd name="connsiteX5" fmla="*/ 0 w 3786013"/>
                <a:gd name="connsiteY5" fmla="*/ 1692998 h 1692998"/>
                <a:gd name="connsiteX6" fmla="*/ 12494 w 3786013"/>
                <a:gd name="connsiteY6" fmla="*/ 0 h 1692998"/>
                <a:gd name="connsiteX0" fmla="*/ 12494 w 3786013"/>
                <a:gd name="connsiteY0" fmla="*/ 0 h 1692998"/>
                <a:gd name="connsiteX1" fmla="*/ 3786013 w 3786013"/>
                <a:gd name="connsiteY1" fmla="*/ 0 h 1692998"/>
                <a:gd name="connsiteX2" fmla="*/ 3786013 w 3786013"/>
                <a:gd name="connsiteY2" fmla="*/ 791069 h 1692998"/>
                <a:gd name="connsiteX3" fmla="*/ 2293967 w 3786013"/>
                <a:gd name="connsiteY3" fmla="*/ 782016 h 1692998"/>
                <a:gd name="connsiteX4" fmla="*/ 2290526 w 3786013"/>
                <a:gd name="connsiteY4" fmla="*/ 1683944 h 1692998"/>
                <a:gd name="connsiteX5" fmla="*/ 0 w 3786013"/>
                <a:gd name="connsiteY5" fmla="*/ 1692998 h 1692998"/>
                <a:gd name="connsiteX6" fmla="*/ 12494 w 3786013"/>
                <a:gd name="connsiteY6" fmla="*/ 0 h 1692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86013" h="1692998">
                  <a:moveTo>
                    <a:pt x="12494" y="0"/>
                  </a:moveTo>
                  <a:lnTo>
                    <a:pt x="3786013" y="0"/>
                  </a:lnTo>
                  <a:lnTo>
                    <a:pt x="3786013" y="791069"/>
                  </a:lnTo>
                  <a:lnTo>
                    <a:pt x="2293967" y="782016"/>
                  </a:lnTo>
                  <a:lnTo>
                    <a:pt x="2290526" y="1683944"/>
                  </a:lnTo>
                  <a:lnTo>
                    <a:pt x="0" y="1692998"/>
                  </a:lnTo>
                  <a:cubicBezTo>
                    <a:pt x="1147" y="1134701"/>
                    <a:pt x="11347" y="558297"/>
                    <a:pt x="12494" y="0"/>
                  </a:cubicBezTo>
                  <a:close/>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4" name="Straight Arrow Connector 133">
              <a:extLst>
                <a:ext uri="{FF2B5EF4-FFF2-40B4-BE49-F238E27FC236}">
                  <a16:creationId xmlns:a16="http://schemas.microsoft.com/office/drawing/2014/main" id="{8B8AB762-6F38-4EDA-92B2-2801FDDA2465}"/>
                </a:ext>
              </a:extLst>
            </p:cNvPr>
            <p:cNvCxnSpPr>
              <a:cxnSpLocks/>
              <a:stCxn id="85" idx="0"/>
            </p:cNvCxnSpPr>
            <p:nvPr/>
          </p:nvCxnSpPr>
          <p:spPr>
            <a:xfrm flipV="1">
              <a:off x="5113021" y="2878176"/>
              <a:ext cx="348641" cy="336216"/>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grpSp>
      <p:grpSp>
        <p:nvGrpSpPr>
          <p:cNvPr id="12" name="weight gain" hidden="1">
            <a:extLst>
              <a:ext uri="{FF2B5EF4-FFF2-40B4-BE49-F238E27FC236}">
                <a16:creationId xmlns:a16="http://schemas.microsoft.com/office/drawing/2014/main" id="{D8B01A22-3BC5-47D4-B093-44250736C873}"/>
              </a:ext>
            </a:extLst>
          </p:cNvPr>
          <p:cNvGrpSpPr/>
          <p:nvPr/>
        </p:nvGrpSpPr>
        <p:grpSpPr>
          <a:xfrm>
            <a:off x="4811135" y="1622998"/>
            <a:ext cx="4943128" cy="1644346"/>
            <a:chOff x="4715871" y="1624427"/>
            <a:chExt cx="4943128" cy="1644346"/>
          </a:xfrm>
        </p:grpSpPr>
        <p:sp>
          <p:nvSpPr>
            <p:cNvPr id="136" name="Rectangle 135">
              <a:extLst>
                <a:ext uri="{FF2B5EF4-FFF2-40B4-BE49-F238E27FC236}">
                  <a16:creationId xmlns:a16="http://schemas.microsoft.com/office/drawing/2014/main" id="{9B55AB09-9ECF-4CCD-851B-3A00710983CD}"/>
                </a:ext>
              </a:extLst>
            </p:cNvPr>
            <p:cNvSpPr/>
            <p:nvPr/>
          </p:nvSpPr>
          <p:spPr>
            <a:xfrm>
              <a:off x="4715871" y="2411289"/>
              <a:ext cx="1704365" cy="3030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2B119EE0-1B23-45C7-8689-65B0ED011F05}"/>
                </a:ext>
              </a:extLst>
            </p:cNvPr>
            <p:cNvSpPr/>
            <p:nvPr/>
          </p:nvSpPr>
          <p:spPr>
            <a:xfrm>
              <a:off x="8379473" y="1624427"/>
              <a:ext cx="1279526" cy="3030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8" name="Straight Arrow Connector 137">
              <a:extLst>
                <a:ext uri="{FF2B5EF4-FFF2-40B4-BE49-F238E27FC236}">
                  <a16:creationId xmlns:a16="http://schemas.microsoft.com/office/drawing/2014/main" id="{AECE7CBE-BD9F-4D9A-912A-67AF8B64E588}"/>
                </a:ext>
              </a:extLst>
            </p:cNvPr>
            <p:cNvCxnSpPr>
              <a:cxnSpLocks/>
              <a:stCxn id="136" idx="2"/>
              <a:endCxn id="109" idx="0"/>
            </p:cNvCxnSpPr>
            <p:nvPr/>
          </p:nvCxnSpPr>
          <p:spPr>
            <a:xfrm>
              <a:off x="5568054" y="2714333"/>
              <a:ext cx="1730792" cy="554440"/>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743EBE88-9999-4328-8804-3D40603C87ED}"/>
                </a:ext>
              </a:extLst>
            </p:cNvPr>
            <p:cNvCxnSpPr>
              <a:cxnSpLocks/>
              <a:stCxn id="137" idx="2"/>
              <a:endCxn id="109" idx="0"/>
            </p:cNvCxnSpPr>
            <p:nvPr/>
          </p:nvCxnSpPr>
          <p:spPr>
            <a:xfrm flipH="1">
              <a:off x="7298846" y="1927471"/>
              <a:ext cx="1720390" cy="1341302"/>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 name="sex dysf" hidden="1">
            <a:extLst>
              <a:ext uri="{FF2B5EF4-FFF2-40B4-BE49-F238E27FC236}">
                <a16:creationId xmlns:a16="http://schemas.microsoft.com/office/drawing/2014/main" id="{230FD045-3106-487A-B047-E9631027459D}"/>
              </a:ext>
            </a:extLst>
          </p:cNvPr>
          <p:cNvGrpSpPr/>
          <p:nvPr/>
        </p:nvGrpSpPr>
        <p:grpSpPr>
          <a:xfrm>
            <a:off x="4663516" y="1156150"/>
            <a:ext cx="6864086" cy="2558294"/>
            <a:chOff x="4663516" y="1156150"/>
            <a:chExt cx="6864086" cy="2558294"/>
          </a:xfrm>
        </p:grpSpPr>
        <p:sp>
          <p:nvSpPr>
            <p:cNvPr id="140" name="sex side effect box">
              <a:extLst>
                <a:ext uri="{FF2B5EF4-FFF2-40B4-BE49-F238E27FC236}">
                  <a16:creationId xmlns:a16="http://schemas.microsoft.com/office/drawing/2014/main" id="{387ACF1C-D9A6-44C3-8178-B31F082189A2}"/>
                </a:ext>
              </a:extLst>
            </p:cNvPr>
            <p:cNvSpPr/>
            <p:nvPr/>
          </p:nvSpPr>
          <p:spPr>
            <a:xfrm>
              <a:off x="4663516" y="1156150"/>
              <a:ext cx="6864086" cy="1692998"/>
            </a:xfrm>
            <a:custGeom>
              <a:avLst/>
              <a:gdLst>
                <a:gd name="connsiteX0" fmla="*/ 0 w 8157172"/>
                <a:gd name="connsiteY0" fmla="*/ 0 h 1692998"/>
                <a:gd name="connsiteX1" fmla="*/ 9053 w 8157172"/>
                <a:gd name="connsiteY1" fmla="*/ 1692998 h 1692998"/>
                <a:gd name="connsiteX2" fmla="*/ 8157172 w 8157172"/>
                <a:gd name="connsiteY2" fmla="*/ 1692998 h 1692998"/>
                <a:gd name="connsiteX3" fmla="*/ 8157172 w 8157172"/>
                <a:gd name="connsiteY3" fmla="*/ 72428 h 1692998"/>
                <a:gd name="connsiteX4" fmla="*/ 5920966 w 8157172"/>
                <a:gd name="connsiteY4" fmla="*/ 72428 h 1692998"/>
                <a:gd name="connsiteX5" fmla="*/ 5920966 w 8157172"/>
                <a:gd name="connsiteY5" fmla="*/ 425513 h 1692998"/>
                <a:gd name="connsiteX6" fmla="*/ 4454305 w 8157172"/>
                <a:gd name="connsiteY6" fmla="*/ 425513 h 1692998"/>
                <a:gd name="connsiteX7" fmla="*/ 2335794 w 8157172"/>
                <a:gd name="connsiteY7" fmla="*/ 425513 h 1692998"/>
                <a:gd name="connsiteX8" fmla="*/ 2335794 w 8157172"/>
                <a:gd name="connsiteY8" fmla="*/ 18107 h 1692998"/>
                <a:gd name="connsiteX9" fmla="*/ 0 w 8157172"/>
                <a:gd name="connsiteY9" fmla="*/ 0 h 1692998"/>
                <a:gd name="connsiteX0" fmla="*/ 0 w 8157172"/>
                <a:gd name="connsiteY0" fmla="*/ 0 h 1692998"/>
                <a:gd name="connsiteX1" fmla="*/ 9053 w 8157172"/>
                <a:gd name="connsiteY1" fmla="*/ 1692998 h 1692998"/>
                <a:gd name="connsiteX2" fmla="*/ 8157172 w 8157172"/>
                <a:gd name="connsiteY2" fmla="*/ 769544 h 1692998"/>
                <a:gd name="connsiteX3" fmla="*/ 8157172 w 8157172"/>
                <a:gd name="connsiteY3" fmla="*/ 72428 h 1692998"/>
                <a:gd name="connsiteX4" fmla="*/ 5920966 w 8157172"/>
                <a:gd name="connsiteY4" fmla="*/ 72428 h 1692998"/>
                <a:gd name="connsiteX5" fmla="*/ 5920966 w 8157172"/>
                <a:gd name="connsiteY5" fmla="*/ 425513 h 1692998"/>
                <a:gd name="connsiteX6" fmla="*/ 4454305 w 8157172"/>
                <a:gd name="connsiteY6" fmla="*/ 425513 h 1692998"/>
                <a:gd name="connsiteX7" fmla="*/ 2335794 w 8157172"/>
                <a:gd name="connsiteY7" fmla="*/ 425513 h 1692998"/>
                <a:gd name="connsiteX8" fmla="*/ 2335794 w 8157172"/>
                <a:gd name="connsiteY8" fmla="*/ 18107 h 1692998"/>
                <a:gd name="connsiteX9" fmla="*/ 0 w 8157172"/>
                <a:gd name="connsiteY9" fmla="*/ 0 h 1692998"/>
                <a:gd name="connsiteX0" fmla="*/ 0 w 8157172"/>
                <a:gd name="connsiteY0" fmla="*/ 0 h 1702051"/>
                <a:gd name="connsiteX1" fmla="*/ 9053 w 8157172"/>
                <a:gd name="connsiteY1" fmla="*/ 1692998 h 1702051"/>
                <a:gd name="connsiteX2" fmla="*/ 0 w 8157172"/>
                <a:gd name="connsiteY2" fmla="*/ 1702051 h 1702051"/>
                <a:gd name="connsiteX3" fmla="*/ 8157172 w 8157172"/>
                <a:gd name="connsiteY3" fmla="*/ 769544 h 1702051"/>
                <a:gd name="connsiteX4" fmla="*/ 8157172 w 8157172"/>
                <a:gd name="connsiteY4" fmla="*/ 72428 h 1702051"/>
                <a:gd name="connsiteX5" fmla="*/ 5920966 w 8157172"/>
                <a:gd name="connsiteY5" fmla="*/ 72428 h 1702051"/>
                <a:gd name="connsiteX6" fmla="*/ 5920966 w 8157172"/>
                <a:gd name="connsiteY6" fmla="*/ 425513 h 1702051"/>
                <a:gd name="connsiteX7" fmla="*/ 4454305 w 8157172"/>
                <a:gd name="connsiteY7" fmla="*/ 425513 h 1702051"/>
                <a:gd name="connsiteX8" fmla="*/ 2335794 w 8157172"/>
                <a:gd name="connsiteY8" fmla="*/ 425513 h 1702051"/>
                <a:gd name="connsiteX9" fmla="*/ 2335794 w 8157172"/>
                <a:gd name="connsiteY9" fmla="*/ 18107 h 1702051"/>
                <a:gd name="connsiteX10" fmla="*/ 0 w 8157172"/>
                <a:gd name="connsiteY10" fmla="*/ 0 h 1702051"/>
                <a:gd name="connsiteX0" fmla="*/ 0 w 8157172"/>
                <a:gd name="connsiteY0" fmla="*/ 0 h 1692998"/>
                <a:gd name="connsiteX1" fmla="*/ 9053 w 8157172"/>
                <a:gd name="connsiteY1" fmla="*/ 1692998 h 1692998"/>
                <a:gd name="connsiteX2" fmla="*/ 2290527 w 8157172"/>
                <a:gd name="connsiteY2" fmla="*/ 1692997 h 1692998"/>
                <a:gd name="connsiteX3" fmla="*/ 8157172 w 8157172"/>
                <a:gd name="connsiteY3" fmla="*/ 769544 h 1692998"/>
                <a:gd name="connsiteX4" fmla="*/ 8157172 w 8157172"/>
                <a:gd name="connsiteY4" fmla="*/ 72428 h 1692998"/>
                <a:gd name="connsiteX5" fmla="*/ 5920966 w 8157172"/>
                <a:gd name="connsiteY5" fmla="*/ 72428 h 1692998"/>
                <a:gd name="connsiteX6" fmla="*/ 5920966 w 8157172"/>
                <a:gd name="connsiteY6" fmla="*/ 425513 h 1692998"/>
                <a:gd name="connsiteX7" fmla="*/ 4454305 w 8157172"/>
                <a:gd name="connsiteY7" fmla="*/ 425513 h 1692998"/>
                <a:gd name="connsiteX8" fmla="*/ 2335794 w 8157172"/>
                <a:gd name="connsiteY8" fmla="*/ 425513 h 1692998"/>
                <a:gd name="connsiteX9" fmla="*/ 2335794 w 8157172"/>
                <a:gd name="connsiteY9" fmla="*/ 18107 h 1692998"/>
                <a:gd name="connsiteX10" fmla="*/ 0 w 8157172"/>
                <a:gd name="connsiteY10"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81473 w 8157172"/>
                <a:gd name="connsiteY3" fmla="*/ 1683944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832918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782118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782118 h 1692998"/>
                <a:gd name="connsiteX4" fmla="*/ 7627925 w 8157172"/>
                <a:gd name="connsiteY4" fmla="*/ 779069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7627925"/>
                <a:gd name="connsiteY0" fmla="*/ 0 h 1692998"/>
                <a:gd name="connsiteX1" fmla="*/ 9053 w 7627925"/>
                <a:gd name="connsiteY1" fmla="*/ 1692998 h 1692998"/>
                <a:gd name="connsiteX2" fmla="*/ 2290527 w 7627925"/>
                <a:gd name="connsiteY2" fmla="*/ 1692997 h 1692998"/>
                <a:gd name="connsiteX3" fmla="*/ 2290527 w 7627925"/>
                <a:gd name="connsiteY3" fmla="*/ 782118 h 1692998"/>
                <a:gd name="connsiteX4" fmla="*/ 7627925 w 7627925"/>
                <a:gd name="connsiteY4" fmla="*/ 779069 h 1692998"/>
                <a:gd name="connsiteX5" fmla="*/ 7627925 w 7627925"/>
                <a:gd name="connsiteY5" fmla="*/ 91478 h 1692998"/>
                <a:gd name="connsiteX6" fmla="*/ 5920966 w 7627925"/>
                <a:gd name="connsiteY6" fmla="*/ 72428 h 1692998"/>
                <a:gd name="connsiteX7" fmla="*/ 5920966 w 7627925"/>
                <a:gd name="connsiteY7" fmla="*/ 425513 h 1692998"/>
                <a:gd name="connsiteX8" fmla="*/ 4454305 w 7627925"/>
                <a:gd name="connsiteY8" fmla="*/ 425513 h 1692998"/>
                <a:gd name="connsiteX9" fmla="*/ 2335794 w 7627925"/>
                <a:gd name="connsiteY9" fmla="*/ 425513 h 1692998"/>
                <a:gd name="connsiteX10" fmla="*/ 2335794 w 7627925"/>
                <a:gd name="connsiteY10" fmla="*/ 18107 h 1692998"/>
                <a:gd name="connsiteX11" fmla="*/ 0 w 7627925"/>
                <a:gd name="connsiteY11" fmla="*/ 0 h 1692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27925" h="1692998">
                  <a:moveTo>
                    <a:pt x="0" y="0"/>
                  </a:moveTo>
                  <a:cubicBezTo>
                    <a:pt x="3018" y="564333"/>
                    <a:pt x="6035" y="1128665"/>
                    <a:pt x="9053" y="1692998"/>
                  </a:cubicBezTo>
                  <a:lnTo>
                    <a:pt x="2290527" y="1692997"/>
                  </a:lnTo>
                  <a:lnTo>
                    <a:pt x="2290527" y="782118"/>
                  </a:lnTo>
                  <a:lnTo>
                    <a:pt x="7627925" y="779069"/>
                  </a:lnTo>
                  <a:lnTo>
                    <a:pt x="7627925" y="91478"/>
                  </a:lnTo>
                  <a:lnTo>
                    <a:pt x="5920966" y="72428"/>
                  </a:lnTo>
                  <a:lnTo>
                    <a:pt x="5920966" y="425513"/>
                  </a:lnTo>
                  <a:lnTo>
                    <a:pt x="4454305" y="425513"/>
                  </a:lnTo>
                  <a:lnTo>
                    <a:pt x="2335794" y="425513"/>
                  </a:lnTo>
                  <a:lnTo>
                    <a:pt x="2335794" y="18107"/>
                  </a:lnTo>
                  <a:lnTo>
                    <a:pt x="0" y="0"/>
                  </a:lnTo>
                  <a:close/>
                </a:path>
              </a:pathLst>
            </a:custGeom>
            <a:noFill/>
            <a:ln w="28575">
              <a:solidFill>
                <a:srgbClr val="FF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1" name="Straight Arrow Connector 140">
              <a:extLst>
                <a:ext uri="{FF2B5EF4-FFF2-40B4-BE49-F238E27FC236}">
                  <a16:creationId xmlns:a16="http://schemas.microsoft.com/office/drawing/2014/main" id="{9AB55D69-9808-4909-9377-2A6C0C09CB5E}"/>
                </a:ext>
              </a:extLst>
            </p:cNvPr>
            <p:cNvCxnSpPr>
              <a:cxnSpLocks/>
            </p:cNvCxnSpPr>
            <p:nvPr/>
          </p:nvCxnSpPr>
          <p:spPr>
            <a:xfrm flipH="1">
              <a:off x="6402897" y="3424250"/>
              <a:ext cx="5576" cy="290194"/>
            </a:xfrm>
            <a:prstGeom prst="straightConnector1">
              <a:avLst/>
            </a:prstGeom>
            <a:ln w="19050">
              <a:solidFill>
                <a:srgbClr val="FF0066"/>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QTc prol" hidden="1">
            <a:extLst>
              <a:ext uri="{FF2B5EF4-FFF2-40B4-BE49-F238E27FC236}">
                <a16:creationId xmlns:a16="http://schemas.microsoft.com/office/drawing/2014/main" id="{9B9D0947-6A6A-43BC-8197-5491CA281135}"/>
              </a:ext>
            </a:extLst>
          </p:cNvPr>
          <p:cNvGrpSpPr/>
          <p:nvPr/>
        </p:nvGrpSpPr>
        <p:grpSpPr>
          <a:xfrm>
            <a:off x="4799416" y="1263382"/>
            <a:ext cx="6703486" cy="2000181"/>
            <a:chOff x="4799416" y="1263382"/>
            <a:chExt cx="6703486" cy="2000181"/>
          </a:xfrm>
        </p:grpSpPr>
        <p:sp>
          <p:nvSpPr>
            <p:cNvPr id="142" name="Rectangle 141">
              <a:extLst>
                <a:ext uri="{FF2B5EF4-FFF2-40B4-BE49-F238E27FC236}">
                  <a16:creationId xmlns:a16="http://schemas.microsoft.com/office/drawing/2014/main" id="{355869E7-5217-44DB-9F79-BCB667B78043}"/>
                </a:ext>
              </a:extLst>
            </p:cNvPr>
            <p:cNvSpPr/>
            <p:nvPr/>
          </p:nvSpPr>
          <p:spPr>
            <a:xfrm>
              <a:off x="10099241" y="1263382"/>
              <a:ext cx="1403661" cy="6766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0FB7DC31-494B-4D97-96A8-BCA430D59A79}"/>
                </a:ext>
              </a:extLst>
            </p:cNvPr>
            <p:cNvSpPr/>
            <p:nvPr/>
          </p:nvSpPr>
          <p:spPr>
            <a:xfrm>
              <a:off x="4799416" y="1869682"/>
              <a:ext cx="1926218" cy="300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4" name="Straight Arrow Connector 143">
              <a:extLst>
                <a:ext uri="{FF2B5EF4-FFF2-40B4-BE49-F238E27FC236}">
                  <a16:creationId xmlns:a16="http://schemas.microsoft.com/office/drawing/2014/main" id="{A1C44EE3-7CA0-4B04-A5EF-2ED715D7D1E6}"/>
                </a:ext>
              </a:extLst>
            </p:cNvPr>
            <p:cNvCxnSpPr>
              <a:cxnSpLocks/>
              <a:stCxn id="142" idx="2"/>
              <a:endCxn id="115" idx="0"/>
            </p:cNvCxnSpPr>
            <p:nvPr/>
          </p:nvCxnSpPr>
          <p:spPr>
            <a:xfrm>
              <a:off x="10801072" y="1940005"/>
              <a:ext cx="308738" cy="1323558"/>
            </a:xfrm>
            <a:prstGeom prst="straightConnector1">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7D5FE512-813B-43E6-82A4-6299A3F95757}"/>
                </a:ext>
              </a:extLst>
            </p:cNvPr>
            <p:cNvCxnSpPr>
              <a:cxnSpLocks/>
              <a:stCxn id="143" idx="3"/>
              <a:endCxn id="115" idx="0"/>
            </p:cNvCxnSpPr>
            <p:nvPr/>
          </p:nvCxnSpPr>
          <p:spPr>
            <a:xfrm>
              <a:off x="6725634" y="2019893"/>
              <a:ext cx="4384176" cy="1243670"/>
            </a:xfrm>
            <a:prstGeom prst="straightConnector1">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7" name="TCA">
            <a:extLst>
              <a:ext uri="{FF2B5EF4-FFF2-40B4-BE49-F238E27FC236}">
                <a16:creationId xmlns:a16="http://schemas.microsoft.com/office/drawing/2014/main" id="{D65C7CD8-FCC0-4AB2-AAC2-4B66A84B7A58}"/>
              </a:ext>
            </a:extLst>
          </p:cNvPr>
          <p:cNvSpPr/>
          <p:nvPr/>
        </p:nvSpPr>
        <p:spPr>
          <a:xfrm>
            <a:off x="2955542" y="1342312"/>
            <a:ext cx="1440905" cy="373579"/>
          </a:xfrm>
          <a:prstGeom prst="roundRect">
            <a:avLst/>
          </a:prstGeom>
          <a:solidFill>
            <a:schemeClr val="bg1"/>
          </a:solidFill>
          <a:ln w="28575">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“Activating”?</a:t>
            </a:r>
          </a:p>
        </p:txBody>
      </p:sp>
      <p:sp>
        <p:nvSpPr>
          <p:cNvPr id="148" name="TCA">
            <a:extLst>
              <a:ext uri="{FF2B5EF4-FFF2-40B4-BE49-F238E27FC236}">
                <a16:creationId xmlns:a16="http://schemas.microsoft.com/office/drawing/2014/main" id="{E9FA5C4E-2788-43E4-A6CA-08DEB7E3BAC1}"/>
              </a:ext>
            </a:extLst>
          </p:cNvPr>
          <p:cNvSpPr/>
          <p:nvPr/>
        </p:nvSpPr>
        <p:spPr>
          <a:xfrm>
            <a:off x="2967853" y="2095110"/>
            <a:ext cx="1428594" cy="373579"/>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“Sedating”?</a:t>
            </a:r>
          </a:p>
        </p:txBody>
      </p:sp>
      <p:pic>
        <p:nvPicPr>
          <p:cNvPr id="86" name="Graphic 85" descr="Cursor with solid fill">
            <a:extLst>
              <a:ext uri="{FF2B5EF4-FFF2-40B4-BE49-F238E27FC236}">
                <a16:creationId xmlns:a16="http://schemas.microsoft.com/office/drawing/2014/main" id="{0ED72218-F36A-41B8-B219-BD9EE8565C7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259188" y="1591925"/>
            <a:ext cx="395274" cy="395274"/>
          </a:xfrm>
          <a:prstGeom prst="rect">
            <a:avLst/>
          </a:prstGeom>
        </p:spPr>
      </p:pic>
      <p:pic>
        <p:nvPicPr>
          <p:cNvPr id="150" name="Graphic 149" descr="Cursor with solid fill">
            <a:extLst>
              <a:ext uri="{FF2B5EF4-FFF2-40B4-BE49-F238E27FC236}">
                <a16:creationId xmlns:a16="http://schemas.microsoft.com/office/drawing/2014/main" id="{87C7E786-B3D1-4DCD-A847-4C86E9B0CE9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259188" y="2316803"/>
            <a:ext cx="395274" cy="395274"/>
          </a:xfrm>
          <a:prstGeom prst="rect">
            <a:avLst/>
          </a:prstGeom>
        </p:spPr>
      </p:pic>
      <p:grpSp>
        <p:nvGrpSpPr>
          <p:cNvPr id="25" name="drowsiness" hidden="1">
            <a:extLst>
              <a:ext uri="{FF2B5EF4-FFF2-40B4-BE49-F238E27FC236}">
                <a16:creationId xmlns:a16="http://schemas.microsoft.com/office/drawing/2014/main" id="{817F222A-3B5C-4B85-9A8B-2C3AFCA39660}"/>
              </a:ext>
            </a:extLst>
          </p:cNvPr>
          <p:cNvGrpSpPr/>
          <p:nvPr/>
        </p:nvGrpSpPr>
        <p:grpSpPr>
          <a:xfrm>
            <a:off x="4842050" y="1343489"/>
            <a:ext cx="6623609" cy="2270714"/>
            <a:chOff x="4842050" y="1343489"/>
            <a:chExt cx="6623609" cy="2270714"/>
          </a:xfrm>
        </p:grpSpPr>
        <p:cxnSp>
          <p:nvCxnSpPr>
            <p:cNvPr id="5" name="Straight Arrow Connector 4">
              <a:extLst>
                <a:ext uri="{FF2B5EF4-FFF2-40B4-BE49-F238E27FC236}">
                  <a16:creationId xmlns:a16="http://schemas.microsoft.com/office/drawing/2014/main" id="{98FB9D52-A43F-4206-B4AF-EAE02A3CDE77}"/>
                </a:ext>
              </a:extLst>
            </p:cNvPr>
            <p:cNvCxnSpPr>
              <a:cxnSpLocks/>
            </p:cNvCxnSpPr>
            <p:nvPr/>
          </p:nvCxnSpPr>
          <p:spPr>
            <a:xfrm flipV="1">
              <a:off x="8865087" y="1950473"/>
              <a:ext cx="1122225" cy="166373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D31C165F-26EE-4E06-BD5C-7CA6B7EB1331}"/>
                </a:ext>
              </a:extLst>
            </p:cNvPr>
            <p:cNvSpPr/>
            <p:nvPr/>
          </p:nvSpPr>
          <p:spPr>
            <a:xfrm>
              <a:off x="8493399" y="1343489"/>
              <a:ext cx="2972260" cy="600075"/>
            </a:xfrm>
            <a:custGeom>
              <a:avLst/>
              <a:gdLst>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52550 w 2828925"/>
                <a:gd name="connsiteY5" fmla="*/ 28575 h 600075"/>
                <a:gd name="connsiteX6" fmla="*/ 2828925 w 2828925"/>
                <a:gd name="connsiteY6" fmla="*/ 0 h 600075"/>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57312 w 2828925"/>
                <a:gd name="connsiteY5" fmla="*/ 9525 h 600075"/>
                <a:gd name="connsiteX6" fmla="*/ 2828925 w 2828925"/>
                <a:gd name="connsiteY6" fmla="*/ 0 h 600075"/>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47787 w 2828925"/>
                <a:gd name="connsiteY5" fmla="*/ 4762 h 600075"/>
                <a:gd name="connsiteX6" fmla="*/ 2828925 w 2828925"/>
                <a:gd name="connsiteY6" fmla="*/ 0 h 600075"/>
                <a:gd name="connsiteX0" fmla="*/ 2971800 w 2971800"/>
                <a:gd name="connsiteY0" fmla="*/ 0 h 600075"/>
                <a:gd name="connsiteX1" fmla="*/ 2971800 w 2971800"/>
                <a:gd name="connsiteY1" fmla="*/ 600075 h 600075"/>
                <a:gd name="connsiteX2" fmla="*/ 0 w 2971800"/>
                <a:gd name="connsiteY2" fmla="*/ 600075 h 600075"/>
                <a:gd name="connsiteX3" fmla="*/ 142875 w 2971800"/>
                <a:gd name="connsiteY3" fmla="*/ 304800 h 600075"/>
                <a:gd name="connsiteX4" fmla="*/ 1495425 w 2971800"/>
                <a:gd name="connsiteY4" fmla="*/ 304800 h 600075"/>
                <a:gd name="connsiteX5" fmla="*/ 1490662 w 2971800"/>
                <a:gd name="connsiteY5" fmla="*/ 4762 h 600075"/>
                <a:gd name="connsiteX6" fmla="*/ 2971800 w 2971800"/>
                <a:gd name="connsiteY6" fmla="*/ 0 h 600075"/>
                <a:gd name="connsiteX0" fmla="*/ 2981325 w 2981325"/>
                <a:gd name="connsiteY0" fmla="*/ 0 h 600075"/>
                <a:gd name="connsiteX1" fmla="*/ 2981325 w 2981325"/>
                <a:gd name="connsiteY1" fmla="*/ 600075 h 600075"/>
                <a:gd name="connsiteX2" fmla="*/ 9525 w 2981325"/>
                <a:gd name="connsiteY2" fmla="*/ 600075 h 600075"/>
                <a:gd name="connsiteX3" fmla="*/ 0 w 2981325"/>
                <a:gd name="connsiteY3" fmla="*/ 304800 h 600075"/>
                <a:gd name="connsiteX4" fmla="*/ 1504950 w 2981325"/>
                <a:gd name="connsiteY4" fmla="*/ 304800 h 600075"/>
                <a:gd name="connsiteX5" fmla="*/ 1500187 w 2981325"/>
                <a:gd name="connsiteY5" fmla="*/ 4762 h 600075"/>
                <a:gd name="connsiteX6" fmla="*/ 2981325 w 2981325"/>
                <a:gd name="connsiteY6" fmla="*/ 0 h 600075"/>
                <a:gd name="connsiteX0" fmla="*/ 2971800 w 2971800"/>
                <a:gd name="connsiteY0" fmla="*/ 0 h 600075"/>
                <a:gd name="connsiteX1" fmla="*/ 2971800 w 2971800"/>
                <a:gd name="connsiteY1" fmla="*/ 600075 h 600075"/>
                <a:gd name="connsiteX2" fmla="*/ 0 w 2971800"/>
                <a:gd name="connsiteY2" fmla="*/ 600075 h 600075"/>
                <a:gd name="connsiteX3" fmla="*/ 4762 w 2971800"/>
                <a:gd name="connsiteY3" fmla="*/ 311944 h 600075"/>
                <a:gd name="connsiteX4" fmla="*/ 1495425 w 2971800"/>
                <a:gd name="connsiteY4" fmla="*/ 304800 h 600075"/>
                <a:gd name="connsiteX5" fmla="*/ 1490662 w 2971800"/>
                <a:gd name="connsiteY5" fmla="*/ 4762 h 600075"/>
                <a:gd name="connsiteX6" fmla="*/ 2971800 w 2971800"/>
                <a:gd name="connsiteY6" fmla="*/ 0 h 600075"/>
                <a:gd name="connsiteX0" fmla="*/ 2976774 w 2976774"/>
                <a:gd name="connsiteY0" fmla="*/ 0 h 600075"/>
                <a:gd name="connsiteX1" fmla="*/ 2976774 w 2976774"/>
                <a:gd name="connsiteY1" fmla="*/ 600075 h 600075"/>
                <a:gd name="connsiteX2" fmla="*/ 4974 w 2976774"/>
                <a:gd name="connsiteY2" fmla="*/ 600075 h 600075"/>
                <a:gd name="connsiteX3" fmla="*/ 211 w 2976774"/>
                <a:gd name="connsiteY3" fmla="*/ 314325 h 600075"/>
                <a:gd name="connsiteX4" fmla="*/ 1500399 w 2976774"/>
                <a:gd name="connsiteY4" fmla="*/ 304800 h 600075"/>
                <a:gd name="connsiteX5" fmla="*/ 1495636 w 2976774"/>
                <a:gd name="connsiteY5" fmla="*/ 4762 h 600075"/>
                <a:gd name="connsiteX6" fmla="*/ 2976774 w 2976774"/>
                <a:gd name="connsiteY6" fmla="*/ 0 h 600075"/>
                <a:gd name="connsiteX0" fmla="*/ 2972260 w 2972260"/>
                <a:gd name="connsiteY0" fmla="*/ 0 h 600075"/>
                <a:gd name="connsiteX1" fmla="*/ 2972260 w 2972260"/>
                <a:gd name="connsiteY1" fmla="*/ 600075 h 600075"/>
                <a:gd name="connsiteX2" fmla="*/ 460 w 2972260"/>
                <a:gd name="connsiteY2" fmla="*/ 600075 h 600075"/>
                <a:gd name="connsiteX3" fmla="*/ 459 w 2972260"/>
                <a:gd name="connsiteY3" fmla="*/ 311943 h 600075"/>
                <a:gd name="connsiteX4" fmla="*/ 1495885 w 2972260"/>
                <a:gd name="connsiteY4" fmla="*/ 304800 h 600075"/>
                <a:gd name="connsiteX5" fmla="*/ 1491122 w 2972260"/>
                <a:gd name="connsiteY5" fmla="*/ 4762 h 600075"/>
                <a:gd name="connsiteX6" fmla="*/ 2972260 w 2972260"/>
                <a:gd name="connsiteY6"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2260" h="600075">
                  <a:moveTo>
                    <a:pt x="2972260" y="0"/>
                  </a:moveTo>
                  <a:lnTo>
                    <a:pt x="2972260" y="600075"/>
                  </a:lnTo>
                  <a:lnTo>
                    <a:pt x="460" y="600075"/>
                  </a:lnTo>
                  <a:cubicBezTo>
                    <a:pt x="2047" y="504031"/>
                    <a:pt x="-1128" y="407987"/>
                    <a:pt x="459" y="311943"/>
                  </a:cubicBezTo>
                  <a:lnTo>
                    <a:pt x="1495885" y="304800"/>
                  </a:lnTo>
                  <a:cubicBezTo>
                    <a:pt x="1497472" y="206375"/>
                    <a:pt x="1489535" y="103187"/>
                    <a:pt x="1491122" y="4762"/>
                  </a:cubicBezTo>
                  <a:lnTo>
                    <a:pt x="2972260" y="0"/>
                  </a:lnTo>
                  <a:close/>
                </a:path>
              </a:pathLst>
            </a:cu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46C6636-4F16-4764-84AC-6EF1FEDC2B70}"/>
                </a:ext>
              </a:extLst>
            </p:cNvPr>
            <p:cNvSpPr/>
            <p:nvPr/>
          </p:nvSpPr>
          <p:spPr>
            <a:xfrm>
              <a:off x="4842050" y="2440002"/>
              <a:ext cx="1750040" cy="283849"/>
            </a:xfrm>
            <a:prstGeom prst="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3" name="Straight Arrow Connector 152">
              <a:extLst>
                <a:ext uri="{FF2B5EF4-FFF2-40B4-BE49-F238E27FC236}">
                  <a16:creationId xmlns:a16="http://schemas.microsoft.com/office/drawing/2014/main" id="{BFCCEB7E-5EC9-43B6-9949-6B434BF57F2B}"/>
                </a:ext>
              </a:extLst>
            </p:cNvPr>
            <p:cNvCxnSpPr>
              <a:cxnSpLocks/>
              <a:endCxn id="17" idx="3"/>
            </p:cNvCxnSpPr>
            <p:nvPr/>
          </p:nvCxnSpPr>
          <p:spPr>
            <a:xfrm flipH="1" flipV="1">
              <a:off x="6592090" y="2581927"/>
              <a:ext cx="2272997" cy="1032276"/>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156" name="Graphic 155" descr="Cursor with solid fill">
            <a:extLst>
              <a:ext uri="{FF2B5EF4-FFF2-40B4-BE49-F238E27FC236}">
                <a16:creationId xmlns:a16="http://schemas.microsoft.com/office/drawing/2014/main" id="{52F6219F-DA78-4D46-B62B-39319E3C62B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330360" y="3691541"/>
            <a:ext cx="395274" cy="395274"/>
          </a:xfrm>
          <a:prstGeom prst="rect">
            <a:avLst/>
          </a:prstGeom>
        </p:spPr>
      </p:pic>
      <p:pic>
        <p:nvPicPr>
          <p:cNvPr id="157" name="Graphic 156" descr="Cursor with solid fill">
            <a:extLst>
              <a:ext uri="{FF2B5EF4-FFF2-40B4-BE49-F238E27FC236}">
                <a16:creationId xmlns:a16="http://schemas.microsoft.com/office/drawing/2014/main" id="{66A69A82-3C25-496E-B727-4CA4C0EA668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588603" y="3691541"/>
            <a:ext cx="395274" cy="395274"/>
          </a:xfrm>
          <a:prstGeom prst="rect">
            <a:avLst/>
          </a:prstGeom>
        </p:spPr>
      </p:pic>
      <p:pic>
        <p:nvPicPr>
          <p:cNvPr id="158" name="Graphic 157" descr="Cursor with solid fill">
            <a:extLst>
              <a:ext uri="{FF2B5EF4-FFF2-40B4-BE49-F238E27FC236}">
                <a16:creationId xmlns:a16="http://schemas.microsoft.com/office/drawing/2014/main" id="{91773C33-700C-4A2C-BB3C-5624E69AA7B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919059" y="3691541"/>
            <a:ext cx="395274" cy="395274"/>
          </a:xfrm>
          <a:prstGeom prst="rect">
            <a:avLst/>
          </a:prstGeom>
        </p:spPr>
      </p:pic>
      <p:pic>
        <p:nvPicPr>
          <p:cNvPr id="159" name="Graphic 158" descr="Cursor with solid fill">
            <a:extLst>
              <a:ext uri="{FF2B5EF4-FFF2-40B4-BE49-F238E27FC236}">
                <a16:creationId xmlns:a16="http://schemas.microsoft.com/office/drawing/2014/main" id="{566440C5-29DF-48F7-9F93-47167A5E1D7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962126" y="3691541"/>
            <a:ext cx="395274" cy="395274"/>
          </a:xfrm>
          <a:prstGeom prst="rect">
            <a:avLst/>
          </a:prstGeom>
        </p:spPr>
      </p:pic>
      <p:pic>
        <p:nvPicPr>
          <p:cNvPr id="160" name="Graphic 159" descr="Cursor with solid fill">
            <a:extLst>
              <a:ext uri="{FF2B5EF4-FFF2-40B4-BE49-F238E27FC236}">
                <a16:creationId xmlns:a16="http://schemas.microsoft.com/office/drawing/2014/main" id="{CF077F39-E021-40B9-A683-BF5A27E05E8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212428" y="3691541"/>
            <a:ext cx="395274" cy="395274"/>
          </a:xfrm>
          <a:prstGeom prst="rect">
            <a:avLst/>
          </a:prstGeom>
        </p:spPr>
      </p:pic>
      <p:sp>
        <p:nvSpPr>
          <p:cNvPr id="96" name="TCA">
            <a:hlinkClick r:id="rId20" action="ppaction://hlinksldjump"/>
            <a:extLst>
              <a:ext uri="{FF2B5EF4-FFF2-40B4-BE49-F238E27FC236}">
                <a16:creationId xmlns:a16="http://schemas.microsoft.com/office/drawing/2014/main" id="{1AFD413E-349E-42E4-A75D-2E74AF564257}"/>
              </a:ext>
            </a:extLst>
          </p:cNvPr>
          <p:cNvSpPr/>
          <p:nvPr/>
        </p:nvSpPr>
        <p:spPr>
          <a:xfrm>
            <a:off x="2954032" y="2903037"/>
            <a:ext cx="1428593" cy="408623"/>
          </a:xfrm>
          <a:prstGeom prst="roundRect">
            <a:avLst/>
          </a:prstGeom>
          <a:solidFill>
            <a:schemeClr val="bg1"/>
          </a:solidFill>
          <a:ln w="28575">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chemeClr val="tx1"/>
                </a:solidFill>
              </a:rPr>
              <a:t>Short ½-life?</a:t>
            </a:r>
          </a:p>
        </p:txBody>
      </p:sp>
      <p:pic>
        <p:nvPicPr>
          <p:cNvPr id="97" name="Graphic 96" descr="Cursor with solid fill">
            <a:extLst>
              <a:ext uri="{FF2B5EF4-FFF2-40B4-BE49-F238E27FC236}">
                <a16:creationId xmlns:a16="http://schemas.microsoft.com/office/drawing/2014/main" id="{41C17782-270A-41AF-B9B0-3D3D79D3243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228897" y="3142669"/>
            <a:ext cx="395274" cy="395274"/>
          </a:xfrm>
          <a:prstGeom prst="rect">
            <a:avLst/>
          </a:prstGeom>
        </p:spPr>
      </p:pic>
      <p:sp>
        <p:nvSpPr>
          <p:cNvPr id="132" name="question 4">
            <a:hlinkClick r:id="rId21" action="ppaction://hlinksldjump"/>
            <a:extLst>
              <a:ext uri="{FF2B5EF4-FFF2-40B4-BE49-F238E27FC236}">
                <a16:creationId xmlns:a16="http://schemas.microsoft.com/office/drawing/2014/main" id="{D7C8D0F4-2AC9-45B5-80CF-77760916189F}"/>
              </a:ext>
            </a:extLst>
          </p:cNvPr>
          <p:cNvSpPr txBox="1"/>
          <p:nvPr/>
        </p:nvSpPr>
        <p:spPr>
          <a:xfrm>
            <a:off x="191338" y="202262"/>
            <a:ext cx="1714108" cy="715089"/>
          </a:xfrm>
          <a:prstGeom prst="roundRect">
            <a:avLst>
              <a:gd name="adj" fmla="val 8675"/>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Screening &amp; Diagnosis</a:t>
            </a:r>
          </a:p>
        </p:txBody>
      </p:sp>
      <p:pic>
        <p:nvPicPr>
          <p:cNvPr id="149" name="Graphic 148" descr="Cursor with solid fill">
            <a:extLst>
              <a:ext uri="{FF2B5EF4-FFF2-40B4-BE49-F238E27FC236}">
                <a16:creationId xmlns:a16="http://schemas.microsoft.com/office/drawing/2014/main" id="{40E35068-3E7C-4C27-9ABC-54C0F5EF9A5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704619" y="711337"/>
            <a:ext cx="395274" cy="395274"/>
          </a:xfrm>
          <a:prstGeom prst="rect">
            <a:avLst/>
          </a:prstGeom>
        </p:spPr>
      </p:pic>
      <p:sp>
        <p:nvSpPr>
          <p:cNvPr id="154" name="question 4">
            <a:hlinkClick r:id="rId22" action="ppaction://hlinksldjump"/>
            <a:extLst>
              <a:ext uri="{FF2B5EF4-FFF2-40B4-BE49-F238E27FC236}">
                <a16:creationId xmlns:a16="http://schemas.microsoft.com/office/drawing/2014/main" id="{C04EFABA-4776-455C-AF8C-EAD3E58636C1}"/>
              </a:ext>
            </a:extLst>
          </p:cNvPr>
          <p:cNvSpPr txBox="1"/>
          <p:nvPr/>
        </p:nvSpPr>
        <p:spPr>
          <a:xfrm>
            <a:off x="188147" y="3186700"/>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155" name="Graphic 25" descr="Cursor with solid fill">
            <a:extLst>
              <a:ext uri="{FF2B5EF4-FFF2-40B4-BE49-F238E27FC236}">
                <a16:creationId xmlns:a16="http://schemas.microsoft.com/office/drawing/2014/main" id="{5D0C42E9-D33F-4DB6-903E-A81E8EFB8E84}"/>
              </a:ext>
            </a:extLst>
          </p:cNvPr>
          <p:cNvSpPr/>
          <p:nvPr/>
        </p:nvSpPr>
        <p:spPr>
          <a:xfrm>
            <a:off x="1787044" y="3522640"/>
            <a:ext cx="230422" cy="230576"/>
          </a:xfrm>
          <a:custGeom>
            <a:avLst/>
            <a:gdLst>
              <a:gd name="connsiteX0" fmla="*/ 230423 w 230422"/>
              <a:gd name="connsiteY0" fmla="*/ 193931 h 230576"/>
              <a:gd name="connsiteX1" fmla="*/ 147251 w 230422"/>
              <a:gd name="connsiteY1" fmla="*/ 110800 h 230576"/>
              <a:gd name="connsiteX2" fmla="*/ 220541 w 230422"/>
              <a:gd name="connsiteY2" fmla="*/ 84408 h 230576"/>
              <a:gd name="connsiteX3" fmla="*/ 225013 w 230422"/>
              <a:gd name="connsiteY3" fmla="*/ 75252 h 230576"/>
              <a:gd name="connsiteX4" fmla="*/ 220541 w 230422"/>
              <a:gd name="connsiteY4" fmla="*/ 70779 h 230576"/>
              <a:gd name="connsiteX5" fmla="*/ 9358 w 230422"/>
              <a:gd name="connsiteY5" fmla="*/ 371 h 230576"/>
              <a:gd name="connsiteX6" fmla="*/ 7011 w 230422"/>
              <a:gd name="connsiteY6" fmla="*/ 0 h 230576"/>
              <a:gd name="connsiteX7" fmla="*/ 7011 w 230422"/>
              <a:gd name="connsiteY7" fmla="*/ 0 h 230576"/>
              <a:gd name="connsiteX8" fmla="*/ 2 w 230422"/>
              <a:gd name="connsiteY8" fmla="*/ 7316 h 230576"/>
              <a:gd name="connsiteX9" fmla="*/ 382 w 230422"/>
              <a:gd name="connsiteY9" fmla="*/ 9470 h 230576"/>
              <a:gd name="connsiteX10" fmla="*/ 70625 w 230422"/>
              <a:gd name="connsiteY10" fmla="*/ 220859 h 230576"/>
              <a:gd name="connsiteX11" fmla="*/ 79820 w 230422"/>
              <a:gd name="connsiteY11" fmla="*/ 225252 h 230576"/>
              <a:gd name="connsiteX12" fmla="*/ 84213 w 230422"/>
              <a:gd name="connsiteY12" fmla="*/ 220859 h 230576"/>
              <a:gd name="connsiteX13" fmla="*/ 110647 w 230422"/>
              <a:gd name="connsiteY13" fmla="*/ 147487 h 230576"/>
              <a:gd name="connsiteX14" fmla="*/ 193737 w 230422"/>
              <a:gd name="connsiteY14" fmla="*/ 230577 h 23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422" h="230576">
                <a:moveTo>
                  <a:pt x="230423" y="193931"/>
                </a:moveTo>
                <a:lnTo>
                  <a:pt x="147251" y="110800"/>
                </a:lnTo>
                <a:lnTo>
                  <a:pt x="220541" y="84408"/>
                </a:lnTo>
                <a:cubicBezTo>
                  <a:pt x="224304" y="83114"/>
                  <a:pt x="226307" y="79015"/>
                  <a:pt x="225013" y="75252"/>
                </a:cubicBezTo>
                <a:cubicBezTo>
                  <a:pt x="224292" y="73151"/>
                  <a:pt x="222641" y="71501"/>
                  <a:pt x="220541" y="70779"/>
                </a:cubicBezTo>
                <a:lnTo>
                  <a:pt x="9358" y="371"/>
                </a:lnTo>
                <a:cubicBezTo>
                  <a:pt x="8601" y="121"/>
                  <a:pt x="7808" y="-4"/>
                  <a:pt x="7011" y="0"/>
                </a:cubicBezTo>
                <a:lnTo>
                  <a:pt x="7011" y="0"/>
                </a:lnTo>
                <a:cubicBezTo>
                  <a:pt x="3055" y="85"/>
                  <a:pt x="-83" y="3360"/>
                  <a:pt x="2" y="7316"/>
                </a:cubicBezTo>
                <a:cubicBezTo>
                  <a:pt x="17" y="8050"/>
                  <a:pt x="145" y="8776"/>
                  <a:pt x="382" y="9470"/>
                </a:cubicBezTo>
                <a:lnTo>
                  <a:pt x="70625" y="220859"/>
                </a:lnTo>
                <a:cubicBezTo>
                  <a:pt x="71951" y="224612"/>
                  <a:pt x="76068" y="226578"/>
                  <a:pt x="79820" y="225252"/>
                </a:cubicBezTo>
                <a:cubicBezTo>
                  <a:pt x="81873" y="224527"/>
                  <a:pt x="83487" y="222912"/>
                  <a:pt x="84213" y="220859"/>
                </a:cubicBezTo>
                <a:lnTo>
                  <a:pt x="110647" y="147487"/>
                </a:lnTo>
                <a:lnTo>
                  <a:pt x="193737" y="230577"/>
                </a:lnTo>
                <a:close/>
              </a:path>
            </a:pathLst>
          </a:custGeom>
          <a:solidFill>
            <a:srgbClr val="000000"/>
          </a:solidFill>
          <a:ln w="4068" cap="flat">
            <a:noFill/>
            <a:prstDash val="solid"/>
            <a:miter/>
          </a:ln>
        </p:spPr>
        <p:txBody>
          <a:bodyPr rtlCol="0" anchor="ctr"/>
          <a:lstStyle/>
          <a:p>
            <a:endParaRPr lang="en-US"/>
          </a:p>
        </p:txBody>
      </p:sp>
      <p:sp>
        <p:nvSpPr>
          <p:cNvPr id="163" name="question 4">
            <a:hlinkClick r:id="rId23" action="ppaction://hlinksldjump"/>
            <a:extLst>
              <a:ext uri="{FF2B5EF4-FFF2-40B4-BE49-F238E27FC236}">
                <a16:creationId xmlns:a16="http://schemas.microsoft.com/office/drawing/2014/main" id="{37935AF4-0A76-4669-A338-35088F76B97A}"/>
              </a:ext>
            </a:extLst>
          </p:cNvPr>
          <p:cNvSpPr txBox="1"/>
          <p:nvPr/>
        </p:nvSpPr>
        <p:spPr>
          <a:xfrm>
            <a:off x="188148" y="1794466"/>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164" name="Graphic 163" descr="Cursor with solid fill">
            <a:extLst>
              <a:ext uri="{FF2B5EF4-FFF2-40B4-BE49-F238E27FC236}">
                <a16:creationId xmlns:a16="http://schemas.microsoft.com/office/drawing/2014/main" id="{91367E69-5A58-4B1B-BFB2-760DADE6473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704619" y="1985865"/>
            <a:ext cx="395274" cy="395274"/>
          </a:xfrm>
          <a:prstGeom prst="rect">
            <a:avLst/>
          </a:prstGeom>
        </p:spPr>
      </p:pic>
      <p:sp>
        <p:nvSpPr>
          <p:cNvPr id="165" name="sub-q 2">
            <a:hlinkClick r:id="rId24" action="ppaction://hlinksldjump"/>
            <a:extLst>
              <a:ext uri="{FF2B5EF4-FFF2-40B4-BE49-F238E27FC236}">
                <a16:creationId xmlns:a16="http://schemas.microsoft.com/office/drawing/2014/main" id="{A34E8426-5A62-4201-8128-625108D0D727}"/>
              </a:ext>
            </a:extLst>
          </p:cNvPr>
          <p:cNvSpPr txBox="1"/>
          <p:nvPr/>
        </p:nvSpPr>
        <p:spPr>
          <a:xfrm>
            <a:off x="445768" y="1112181"/>
            <a:ext cx="145648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Differential</a:t>
            </a:r>
          </a:p>
        </p:txBody>
      </p:sp>
      <p:pic>
        <p:nvPicPr>
          <p:cNvPr id="166" name="Graphic 165" descr="Cursor with solid fill">
            <a:hlinkClick r:id="rId24" action="ppaction://hlinksldjump"/>
            <a:extLst>
              <a:ext uri="{FF2B5EF4-FFF2-40B4-BE49-F238E27FC236}">
                <a16:creationId xmlns:a16="http://schemas.microsoft.com/office/drawing/2014/main" id="{F05B4B91-FEFE-4216-872D-80BC4C06F69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704619" y="1352049"/>
            <a:ext cx="395274" cy="395274"/>
          </a:xfrm>
          <a:prstGeom prst="rect">
            <a:avLst/>
          </a:prstGeom>
        </p:spPr>
      </p:pic>
      <p:cxnSp>
        <p:nvCxnSpPr>
          <p:cNvPr id="172" name="Connector: Elbow 171">
            <a:extLst>
              <a:ext uri="{FF2B5EF4-FFF2-40B4-BE49-F238E27FC236}">
                <a16:creationId xmlns:a16="http://schemas.microsoft.com/office/drawing/2014/main" id="{80BF7ED6-4017-4C5E-BBE3-A621C6D290F4}"/>
              </a:ext>
            </a:extLst>
          </p:cNvPr>
          <p:cNvCxnSpPr>
            <a:cxnSpLocks/>
          </p:cNvCxnSpPr>
          <p:nvPr/>
        </p:nvCxnSpPr>
        <p:spPr>
          <a:xfrm rot="16200000" flipH="1">
            <a:off x="112036" y="2339183"/>
            <a:ext cx="469827" cy="19764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73" name="Connector: Elbow 172">
            <a:extLst>
              <a:ext uri="{FF2B5EF4-FFF2-40B4-BE49-F238E27FC236}">
                <a16:creationId xmlns:a16="http://schemas.microsoft.com/office/drawing/2014/main" id="{963F2498-B4A7-4B78-BC38-AA78218F4392}"/>
              </a:ext>
            </a:extLst>
          </p:cNvPr>
          <p:cNvCxnSpPr>
            <a:cxnSpLocks/>
            <a:endCxn id="165" idx="1"/>
          </p:cNvCxnSpPr>
          <p:nvPr/>
        </p:nvCxnSpPr>
        <p:spPr>
          <a:xfrm rot="16200000" flipH="1">
            <a:off x="154430" y="1025155"/>
            <a:ext cx="385038" cy="19763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184" name="sub-q 1 button">
            <a:extLst>
              <a:ext uri="{FF2B5EF4-FFF2-40B4-BE49-F238E27FC236}">
                <a16:creationId xmlns:a16="http://schemas.microsoft.com/office/drawing/2014/main" id="{D3B3DE84-E718-44F0-9FA2-D782F3200D49}"/>
              </a:ext>
            </a:extLst>
          </p:cNvPr>
          <p:cNvSpPr txBox="1"/>
          <p:nvPr/>
        </p:nvSpPr>
        <p:spPr>
          <a:xfrm>
            <a:off x="445770" y="2468606"/>
            <a:ext cx="1459676" cy="408623"/>
          </a:xfrm>
          <a:prstGeom prst="roundRect">
            <a:avLst/>
          </a:prstGeom>
          <a:solidFill>
            <a:schemeClr val="tx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solidFill>
                  <a:schemeClr val="bg1"/>
                </a:solidFill>
              </a:rPr>
              <a:t>Medications</a:t>
            </a:r>
          </a:p>
        </p:txBody>
      </p:sp>
      <p:sp>
        <p:nvSpPr>
          <p:cNvPr id="85" name="Rectangle 84">
            <a:extLst>
              <a:ext uri="{FF2B5EF4-FFF2-40B4-BE49-F238E27FC236}">
                <a16:creationId xmlns:a16="http://schemas.microsoft.com/office/drawing/2014/main" id="{1C586037-9174-41BD-BCCF-25AA34B6E8F4}"/>
              </a:ext>
            </a:extLst>
          </p:cNvPr>
          <p:cNvSpPr/>
          <p:nvPr/>
        </p:nvSpPr>
        <p:spPr>
          <a:xfrm>
            <a:off x="4612875" y="3214392"/>
            <a:ext cx="1000292" cy="1546885"/>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CA">
            <a:hlinkClick r:id="rId25" action="ppaction://hlinksldjump"/>
            <a:extLst>
              <a:ext uri="{FF2B5EF4-FFF2-40B4-BE49-F238E27FC236}">
                <a16:creationId xmlns:a16="http://schemas.microsoft.com/office/drawing/2014/main" id="{8C7EE0DD-49A2-4469-9837-0B577EF55290}"/>
              </a:ext>
            </a:extLst>
          </p:cNvPr>
          <p:cNvSpPr/>
          <p:nvPr/>
        </p:nvSpPr>
        <p:spPr>
          <a:xfrm>
            <a:off x="2967853" y="5378760"/>
            <a:ext cx="1428593" cy="1021556"/>
          </a:xfrm>
          <a:prstGeom prst="roundRect">
            <a:avLst>
              <a:gd name="adj" fmla="val 10140"/>
            </a:avLst>
          </a:prstGeom>
          <a:solidFill>
            <a:schemeClr val="bg1"/>
          </a:solidFill>
          <a:ln w="28575">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tx1"/>
                </a:solidFill>
              </a:rPr>
              <a:t>Case-dependent Selection?</a:t>
            </a:r>
          </a:p>
        </p:txBody>
      </p:sp>
      <p:pic>
        <p:nvPicPr>
          <p:cNvPr id="99" name="Graphic 98" descr="Cursor with solid fill">
            <a:extLst>
              <a:ext uri="{FF2B5EF4-FFF2-40B4-BE49-F238E27FC236}">
                <a16:creationId xmlns:a16="http://schemas.microsoft.com/office/drawing/2014/main" id="{5D5A4630-3C77-44DC-BCEF-8977B2812A1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228897" y="6202679"/>
            <a:ext cx="395274" cy="395274"/>
          </a:xfrm>
          <a:prstGeom prst="rect">
            <a:avLst/>
          </a:prstGeom>
        </p:spPr>
      </p:pic>
      <p:pic>
        <p:nvPicPr>
          <p:cNvPr id="84" name="Graphic 83" descr="Cursor with solid fill">
            <a:extLst>
              <a:ext uri="{FF2B5EF4-FFF2-40B4-BE49-F238E27FC236}">
                <a16:creationId xmlns:a16="http://schemas.microsoft.com/office/drawing/2014/main" id="{4864A04C-5038-496C-A6A8-C14918B652D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266486" y="3753216"/>
            <a:ext cx="395274" cy="395274"/>
          </a:xfrm>
          <a:prstGeom prst="rect">
            <a:avLst/>
          </a:prstGeom>
        </p:spPr>
      </p:pic>
    </p:spTree>
    <p:extLst>
      <p:ext uri="{BB962C8B-B14F-4D97-AF65-F5344CB8AC3E}">
        <p14:creationId xmlns:p14="http://schemas.microsoft.com/office/powerpoint/2010/main" val="170004096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05"/>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5"/>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84"/>
                                        </p:tgtEl>
                                        <p:attrNameLst>
                                          <p:attrName>style.visibility</p:attrName>
                                        </p:attrNameLst>
                                      </p:cBhvr>
                                      <p:to>
                                        <p:strVal val="hidden"/>
                                      </p:to>
                                    </p:set>
                                  </p:childTnLst>
                                </p:cTn>
                              </p:par>
                            </p:childTnLst>
                          </p:cTn>
                        </p:par>
                      </p:childTnLst>
                    </p:cTn>
                  </p:par>
                </p:childTnLst>
              </p:cTn>
              <p:nextCondLst>
                <p:cond evt="onClick" delay="0">
                  <p:tgtEl>
                    <p:spTgt spid="105"/>
                  </p:tgtEl>
                </p:cond>
              </p:nextCondLst>
            </p:seq>
          </p:childTnLst>
        </p:cTn>
      </p:par>
    </p:tnLst>
    <p:bldLst>
      <p:bldP spid="8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SRI">
            <a:extLst>
              <a:ext uri="{FF2B5EF4-FFF2-40B4-BE49-F238E27FC236}">
                <a16:creationId xmlns:a16="http://schemas.microsoft.com/office/drawing/2014/main" id="{8C758822-2005-4701-86D2-5AA5AF195DB3}"/>
              </a:ext>
            </a:extLst>
          </p:cNvPr>
          <p:cNvSpPr/>
          <p:nvPr/>
        </p:nvSpPr>
        <p:spPr>
          <a:xfrm>
            <a:off x="5048054" y="601782"/>
            <a:ext cx="1312849" cy="477524"/>
          </a:xfrm>
          <a:prstGeom prst="roundRect">
            <a:avLst/>
          </a:prstGeom>
          <a:solidFill>
            <a:schemeClr val="accent6">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SSRI</a:t>
            </a:r>
          </a:p>
        </p:txBody>
      </p:sp>
      <p:sp>
        <p:nvSpPr>
          <p:cNvPr id="88" name="SNRI">
            <a:extLst>
              <a:ext uri="{FF2B5EF4-FFF2-40B4-BE49-F238E27FC236}">
                <a16:creationId xmlns:a16="http://schemas.microsoft.com/office/drawing/2014/main" id="{328A2C24-1B31-44C4-97D9-84CC56482D52}"/>
              </a:ext>
            </a:extLst>
          </p:cNvPr>
          <p:cNvSpPr/>
          <p:nvPr/>
        </p:nvSpPr>
        <p:spPr>
          <a:xfrm>
            <a:off x="6741697" y="601782"/>
            <a:ext cx="1312849" cy="477524"/>
          </a:xfrm>
          <a:prstGeom prst="roundRect">
            <a:avLst/>
          </a:prstGeom>
          <a:solidFill>
            <a:schemeClr val="accent5">
              <a:lumMod val="60000"/>
              <a:lumOff val="40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SNRI</a:t>
            </a:r>
          </a:p>
        </p:txBody>
      </p:sp>
      <p:sp>
        <p:nvSpPr>
          <p:cNvPr id="89" name="TCA">
            <a:extLst>
              <a:ext uri="{FF2B5EF4-FFF2-40B4-BE49-F238E27FC236}">
                <a16:creationId xmlns:a16="http://schemas.microsoft.com/office/drawing/2014/main" id="{46F3F9DA-8BED-4728-9EEF-3B41A46A7937}"/>
              </a:ext>
            </a:extLst>
          </p:cNvPr>
          <p:cNvSpPr/>
          <p:nvPr/>
        </p:nvSpPr>
        <p:spPr>
          <a:xfrm>
            <a:off x="10128984" y="601782"/>
            <a:ext cx="1312849" cy="477524"/>
          </a:xfrm>
          <a:prstGeom prst="roundRect">
            <a:avLst/>
          </a:prstGeom>
          <a:solidFill>
            <a:schemeClr val="bg2">
              <a:lumMod val="90000"/>
            </a:schemeClr>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TCA</a:t>
            </a:r>
          </a:p>
        </p:txBody>
      </p:sp>
      <p:sp>
        <p:nvSpPr>
          <p:cNvPr id="90" name="Other">
            <a:extLst>
              <a:ext uri="{FF2B5EF4-FFF2-40B4-BE49-F238E27FC236}">
                <a16:creationId xmlns:a16="http://schemas.microsoft.com/office/drawing/2014/main" id="{03BF4D3F-1442-4D00-95AD-1890A61911B4}"/>
              </a:ext>
            </a:extLst>
          </p:cNvPr>
          <p:cNvSpPr/>
          <p:nvPr/>
        </p:nvSpPr>
        <p:spPr>
          <a:xfrm>
            <a:off x="8435340" y="601782"/>
            <a:ext cx="1312849" cy="477524"/>
          </a:xfrm>
          <a:prstGeom prst="roundRect">
            <a:avLst/>
          </a:prstGeom>
          <a:solidFill>
            <a:schemeClr val="accent2">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err="1"/>
              <a:t>Atypicals</a:t>
            </a:r>
            <a:endParaRPr lang="en-US"/>
          </a:p>
        </p:txBody>
      </p:sp>
      <p:sp>
        <p:nvSpPr>
          <p:cNvPr id="91" name="TextBox 90">
            <a:extLst>
              <a:ext uri="{FF2B5EF4-FFF2-40B4-BE49-F238E27FC236}">
                <a16:creationId xmlns:a16="http://schemas.microsoft.com/office/drawing/2014/main" id="{506EE470-D07C-474A-9C0E-98CE68D6A47B}"/>
              </a:ext>
            </a:extLst>
          </p:cNvPr>
          <p:cNvSpPr txBox="1"/>
          <p:nvPr/>
        </p:nvSpPr>
        <p:spPr>
          <a:xfrm>
            <a:off x="4776974" y="1283252"/>
            <a:ext cx="2304920" cy="1477328"/>
          </a:xfrm>
          <a:prstGeom prst="rect">
            <a:avLst/>
          </a:prstGeom>
          <a:noFill/>
        </p:spPr>
        <p:txBody>
          <a:bodyPr wrap="square" rtlCol="0">
            <a:spAutoFit/>
          </a:bodyPr>
          <a:lstStyle/>
          <a:p>
            <a:r>
              <a:rPr lang="en-US"/>
              <a:t>Fluoxetine (Prozac)</a:t>
            </a:r>
          </a:p>
          <a:p>
            <a:r>
              <a:rPr lang="en-US"/>
              <a:t>Sertraline (Zoloft)</a:t>
            </a:r>
          </a:p>
          <a:p>
            <a:r>
              <a:rPr lang="en-US"/>
              <a:t>Citalopram (Celexa)</a:t>
            </a:r>
          </a:p>
          <a:p>
            <a:r>
              <a:rPr lang="en-US"/>
              <a:t>Escitalopram (Lexapro)</a:t>
            </a:r>
          </a:p>
          <a:p>
            <a:r>
              <a:rPr lang="en-US"/>
              <a:t>Paroxetine (Paxil)</a:t>
            </a:r>
          </a:p>
        </p:txBody>
      </p:sp>
      <p:sp>
        <p:nvSpPr>
          <p:cNvPr id="92" name="TextBox 91">
            <a:extLst>
              <a:ext uri="{FF2B5EF4-FFF2-40B4-BE49-F238E27FC236}">
                <a16:creationId xmlns:a16="http://schemas.microsoft.com/office/drawing/2014/main" id="{979F7597-9255-4A8B-984F-C07DF5431201}"/>
              </a:ext>
            </a:extLst>
          </p:cNvPr>
          <p:cNvSpPr txBox="1"/>
          <p:nvPr/>
        </p:nvSpPr>
        <p:spPr>
          <a:xfrm>
            <a:off x="6809580" y="1287814"/>
            <a:ext cx="1301099" cy="646331"/>
          </a:xfrm>
          <a:prstGeom prst="rect">
            <a:avLst/>
          </a:prstGeom>
          <a:noFill/>
        </p:spPr>
        <p:txBody>
          <a:bodyPr wrap="square" rtlCol="0">
            <a:spAutoFit/>
          </a:bodyPr>
          <a:lstStyle/>
          <a:p>
            <a:r>
              <a:rPr lang="en-US"/>
              <a:t>Duloxetine</a:t>
            </a:r>
          </a:p>
          <a:p>
            <a:r>
              <a:rPr lang="en-US"/>
              <a:t>Venlafaxine</a:t>
            </a:r>
          </a:p>
        </p:txBody>
      </p:sp>
      <p:sp>
        <p:nvSpPr>
          <p:cNvPr id="93" name="TextBox 92">
            <a:extLst>
              <a:ext uri="{FF2B5EF4-FFF2-40B4-BE49-F238E27FC236}">
                <a16:creationId xmlns:a16="http://schemas.microsoft.com/office/drawing/2014/main" id="{2F34EDE5-FA6F-4B3C-87F1-3E06118D384E}"/>
              </a:ext>
            </a:extLst>
          </p:cNvPr>
          <p:cNvSpPr txBox="1"/>
          <p:nvPr/>
        </p:nvSpPr>
        <p:spPr>
          <a:xfrm>
            <a:off x="8448861" y="1310640"/>
            <a:ext cx="1312702" cy="646331"/>
          </a:xfrm>
          <a:prstGeom prst="rect">
            <a:avLst/>
          </a:prstGeom>
          <a:noFill/>
        </p:spPr>
        <p:txBody>
          <a:bodyPr wrap="square" rtlCol="0">
            <a:spAutoFit/>
          </a:bodyPr>
          <a:lstStyle/>
          <a:p>
            <a:r>
              <a:rPr lang="en-US"/>
              <a:t>Bupropion</a:t>
            </a:r>
          </a:p>
          <a:p>
            <a:r>
              <a:rPr lang="en-US"/>
              <a:t>Mirtazapine</a:t>
            </a:r>
          </a:p>
        </p:txBody>
      </p:sp>
      <p:sp>
        <p:nvSpPr>
          <p:cNvPr id="94" name="TextBox 93">
            <a:extLst>
              <a:ext uri="{FF2B5EF4-FFF2-40B4-BE49-F238E27FC236}">
                <a16:creationId xmlns:a16="http://schemas.microsoft.com/office/drawing/2014/main" id="{C6FA56BD-8674-47A7-BCE8-C2D161D00946}"/>
              </a:ext>
            </a:extLst>
          </p:cNvPr>
          <p:cNvSpPr txBox="1"/>
          <p:nvPr/>
        </p:nvSpPr>
        <p:spPr>
          <a:xfrm>
            <a:off x="10090187" y="1324700"/>
            <a:ext cx="1403661" cy="646331"/>
          </a:xfrm>
          <a:prstGeom prst="rect">
            <a:avLst/>
          </a:prstGeom>
          <a:noFill/>
        </p:spPr>
        <p:txBody>
          <a:bodyPr wrap="square" rtlCol="0">
            <a:spAutoFit/>
          </a:bodyPr>
          <a:lstStyle/>
          <a:p>
            <a:r>
              <a:rPr lang="en-US"/>
              <a:t>Amitriptyline</a:t>
            </a:r>
          </a:p>
          <a:p>
            <a:r>
              <a:rPr lang="en-US"/>
              <a:t>Nortriptyline</a:t>
            </a:r>
          </a:p>
        </p:txBody>
      </p:sp>
      <p:sp>
        <p:nvSpPr>
          <p:cNvPr id="95" name="TCA">
            <a:extLst>
              <a:ext uri="{FF2B5EF4-FFF2-40B4-BE49-F238E27FC236}">
                <a16:creationId xmlns:a16="http://schemas.microsoft.com/office/drawing/2014/main" id="{B2A287EA-4825-4936-BA68-C514D6E04838}"/>
              </a:ext>
            </a:extLst>
          </p:cNvPr>
          <p:cNvSpPr/>
          <p:nvPr/>
        </p:nvSpPr>
        <p:spPr>
          <a:xfrm>
            <a:off x="2967853" y="3715331"/>
            <a:ext cx="1428593" cy="408623"/>
          </a:xfrm>
          <a:prstGeom prst="roundRect">
            <a:avLst/>
          </a:prstGeom>
          <a:solidFill>
            <a:srgbClr val="FF0000"/>
          </a:solidFill>
          <a:ln w="28575">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bg1"/>
                </a:solidFill>
              </a:rPr>
              <a:t>Side Effects?</a:t>
            </a:r>
          </a:p>
        </p:txBody>
      </p:sp>
      <p:grpSp>
        <p:nvGrpSpPr>
          <p:cNvPr id="105" name="Group 104">
            <a:extLst>
              <a:ext uri="{FF2B5EF4-FFF2-40B4-BE49-F238E27FC236}">
                <a16:creationId xmlns:a16="http://schemas.microsoft.com/office/drawing/2014/main" id="{E9FC863D-5F35-4675-B758-954AD3FC2229}"/>
              </a:ext>
            </a:extLst>
          </p:cNvPr>
          <p:cNvGrpSpPr/>
          <p:nvPr/>
        </p:nvGrpSpPr>
        <p:grpSpPr>
          <a:xfrm>
            <a:off x="4585577" y="3129869"/>
            <a:ext cx="1008841" cy="1667316"/>
            <a:chOff x="821593" y="4315964"/>
            <a:chExt cx="1129720" cy="1867093"/>
          </a:xfrm>
        </p:grpSpPr>
        <p:pic>
          <p:nvPicPr>
            <p:cNvPr id="106" name="Graphic 105" descr="Stomach outline">
              <a:hlinkClick r:id="rId3" action="ppaction://hlinksldjump"/>
              <a:extLst>
                <a:ext uri="{FF2B5EF4-FFF2-40B4-BE49-F238E27FC236}">
                  <a16:creationId xmlns:a16="http://schemas.microsoft.com/office/drawing/2014/main" id="{56EA628C-4CF6-4D5A-A460-92C16B5E83C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7639" y="4315964"/>
              <a:ext cx="997163" cy="997163"/>
            </a:xfrm>
            <a:prstGeom prst="rect">
              <a:avLst/>
            </a:prstGeom>
            <a:effectLst>
              <a:outerShdw blurRad="50800" dist="38100" dir="2700000" algn="tl" rotWithShape="0">
                <a:prstClr val="black">
                  <a:alpha val="40000"/>
                </a:prstClr>
              </a:outerShdw>
            </a:effectLst>
          </p:spPr>
        </p:pic>
        <p:sp>
          <p:nvSpPr>
            <p:cNvPr id="107" name="TextBox 106">
              <a:extLst>
                <a:ext uri="{FF2B5EF4-FFF2-40B4-BE49-F238E27FC236}">
                  <a16:creationId xmlns:a16="http://schemas.microsoft.com/office/drawing/2014/main" id="{7253E412-3253-4AE5-8086-81A4B783E14A}"/>
                </a:ext>
              </a:extLst>
            </p:cNvPr>
            <p:cNvSpPr txBox="1"/>
            <p:nvPr/>
          </p:nvSpPr>
          <p:spPr>
            <a:xfrm>
              <a:off x="821593" y="5218026"/>
              <a:ext cx="1129720" cy="965031"/>
            </a:xfrm>
            <a:prstGeom prst="rect">
              <a:avLst/>
            </a:prstGeom>
            <a:solidFill>
              <a:schemeClr val="bg1"/>
            </a:solidFill>
          </p:spPr>
          <p:txBody>
            <a:bodyPr wrap="square" rtlCol="0">
              <a:spAutoFit/>
            </a:bodyPr>
            <a:lstStyle/>
            <a:p>
              <a:pPr algn="ctr"/>
              <a:r>
                <a:rPr lang="en-US"/>
                <a:t>GI Toxicity</a:t>
              </a:r>
            </a:p>
            <a:p>
              <a:pPr algn="ctr"/>
              <a:r>
                <a:rPr lang="en-US" sz="1200"/>
                <a:t>(transient)</a:t>
              </a:r>
            </a:p>
          </p:txBody>
        </p:sp>
      </p:grpSp>
      <p:grpSp>
        <p:nvGrpSpPr>
          <p:cNvPr id="108" name="Group 107">
            <a:extLst>
              <a:ext uri="{FF2B5EF4-FFF2-40B4-BE49-F238E27FC236}">
                <a16:creationId xmlns:a16="http://schemas.microsoft.com/office/drawing/2014/main" id="{082F4F00-E036-4123-9B75-8C6546DC7766}"/>
              </a:ext>
            </a:extLst>
          </p:cNvPr>
          <p:cNvGrpSpPr/>
          <p:nvPr/>
        </p:nvGrpSpPr>
        <p:grpSpPr>
          <a:xfrm>
            <a:off x="6768234" y="3267344"/>
            <a:ext cx="1339469" cy="1176921"/>
            <a:chOff x="2789798" y="4143669"/>
            <a:chExt cx="1499964" cy="1317939"/>
          </a:xfrm>
        </p:grpSpPr>
        <p:pic>
          <p:nvPicPr>
            <p:cNvPr id="109" name="Graphic 108" descr="Weight Gain with solid fill">
              <a:hlinkClick r:id="rId6" action="ppaction://hlinksldjump"/>
              <a:extLst>
                <a:ext uri="{FF2B5EF4-FFF2-40B4-BE49-F238E27FC236}">
                  <a16:creationId xmlns:a16="http://schemas.microsoft.com/office/drawing/2014/main" id="{2AB2241D-CAAC-4E79-9D4F-5425AA3D53F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992086" y="4143669"/>
              <a:ext cx="997162" cy="997162"/>
            </a:xfrm>
            <a:prstGeom prst="rect">
              <a:avLst/>
            </a:prstGeom>
            <a:effectLst>
              <a:outerShdw blurRad="50800" dist="38100" dir="2700000" algn="tl" rotWithShape="0">
                <a:prstClr val="black">
                  <a:alpha val="40000"/>
                </a:prstClr>
              </a:outerShdw>
            </a:effectLst>
          </p:spPr>
        </p:pic>
        <p:sp>
          <p:nvSpPr>
            <p:cNvPr id="110" name="TextBox 109">
              <a:extLst>
                <a:ext uri="{FF2B5EF4-FFF2-40B4-BE49-F238E27FC236}">
                  <a16:creationId xmlns:a16="http://schemas.microsoft.com/office/drawing/2014/main" id="{9D37FFEF-90A5-4169-90EA-F16FE8AB63CD}"/>
                </a:ext>
              </a:extLst>
            </p:cNvPr>
            <p:cNvSpPr txBox="1"/>
            <p:nvPr/>
          </p:nvSpPr>
          <p:spPr>
            <a:xfrm>
              <a:off x="2789798" y="5048023"/>
              <a:ext cx="1499964" cy="413585"/>
            </a:xfrm>
            <a:prstGeom prst="rect">
              <a:avLst/>
            </a:prstGeom>
            <a:solidFill>
              <a:schemeClr val="bg1"/>
            </a:solidFill>
          </p:spPr>
          <p:txBody>
            <a:bodyPr wrap="none" rtlCol="0">
              <a:spAutoFit/>
            </a:bodyPr>
            <a:lstStyle/>
            <a:p>
              <a:pPr algn="ctr"/>
              <a:r>
                <a:rPr lang="en-US"/>
                <a:t>Weight Gain</a:t>
              </a:r>
            </a:p>
          </p:txBody>
        </p:sp>
      </p:grpSp>
      <p:grpSp>
        <p:nvGrpSpPr>
          <p:cNvPr id="111" name="insomnia button">
            <a:extLst>
              <a:ext uri="{FF2B5EF4-FFF2-40B4-BE49-F238E27FC236}">
                <a16:creationId xmlns:a16="http://schemas.microsoft.com/office/drawing/2014/main" id="{C0180AFB-7BEB-46E8-94D6-5860A57CAA4F}"/>
              </a:ext>
            </a:extLst>
          </p:cNvPr>
          <p:cNvGrpSpPr/>
          <p:nvPr/>
        </p:nvGrpSpPr>
        <p:grpSpPr>
          <a:xfrm>
            <a:off x="9226184" y="3215282"/>
            <a:ext cx="1245727" cy="1281044"/>
            <a:chOff x="6548896" y="3944267"/>
            <a:chExt cx="1394990" cy="1434538"/>
          </a:xfrm>
        </p:grpSpPr>
        <p:pic>
          <p:nvPicPr>
            <p:cNvPr id="112" name="Graphic 111" descr="Zany face outline with solid fill">
              <a:hlinkClick r:id="rId9" action="ppaction://hlinksldjump"/>
              <a:extLst>
                <a:ext uri="{FF2B5EF4-FFF2-40B4-BE49-F238E27FC236}">
                  <a16:creationId xmlns:a16="http://schemas.microsoft.com/office/drawing/2014/main" id="{D0AE56D3-E0FD-4437-B48D-DFC42C26184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839928" y="3944267"/>
              <a:ext cx="831603" cy="831603"/>
            </a:xfrm>
            <a:prstGeom prst="rect">
              <a:avLst/>
            </a:prstGeom>
            <a:effectLst>
              <a:outerShdw blurRad="50800" dist="38100" dir="2700000" algn="tl" rotWithShape="0">
                <a:prstClr val="black">
                  <a:alpha val="40000"/>
                </a:prstClr>
              </a:outerShdw>
            </a:effectLst>
          </p:spPr>
        </p:pic>
        <p:sp>
          <p:nvSpPr>
            <p:cNvPr id="113" name="TextBox 112">
              <a:extLst>
                <a:ext uri="{FF2B5EF4-FFF2-40B4-BE49-F238E27FC236}">
                  <a16:creationId xmlns:a16="http://schemas.microsoft.com/office/drawing/2014/main" id="{7E377201-8A39-4EC0-9EF2-BBF89232DB15}"/>
                </a:ext>
              </a:extLst>
            </p:cNvPr>
            <p:cNvSpPr txBox="1"/>
            <p:nvPr/>
          </p:nvSpPr>
          <p:spPr>
            <a:xfrm>
              <a:off x="6548896" y="4655031"/>
              <a:ext cx="1394990" cy="723774"/>
            </a:xfrm>
            <a:prstGeom prst="rect">
              <a:avLst/>
            </a:prstGeom>
            <a:noFill/>
          </p:spPr>
          <p:txBody>
            <a:bodyPr wrap="none" rtlCol="0">
              <a:spAutoFit/>
            </a:bodyPr>
            <a:lstStyle/>
            <a:p>
              <a:pPr algn="ctr"/>
              <a:r>
                <a:rPr lang="en-US"/>
                <a:t>Insomnia</a:t>
              </a:r>
            </a:p>
            <a:p>
              <a:pPr algn="ctr"/>
              <a:r>
                <a:rPr lang="en-US"/>
                <a:t>&amp; Agitation</a:t>
              </a:r>
            </a:p>
          </p:txBody>
        </p:sp>
      </p:grpSp>
      <p:grpSp>
        <p:nvGrpSpPr>
          <p:cNvPr id="114" name="QTc button">
            <a:extLst>
              <a:ext uri="{FF2B5EF4-FFF2-40B4-BE49-F238E27FC236}">
                <a16:creationId xmlns:a16="http://schemas.microsoft.com/office/drawing/2014/main" id="{94863AF4-A701-442C-BFAF-86D0D0F81A82}"/>
              </a:ext>
            </a:extLst>
          </p:cNvPr>
          <p:cNvGrpSpPr/>
          <p:nvPr/>
        </p:nvGrpSpPr>
        <p:grpSpPr>
          <a:xfrm>
            <a:off x="10407551" y="3263563"/>
            <a:ext cx="1384803" cy="1184483"/>
            <a:chOff x="8334716" y="3199605"/>
            <a:chExt cx="1550730" cy="1326407"/>
          </a:xfrm>
        </p:grpSpPr>
        <p:pic>
          <p:nvPicPr>
            <p:cNvPr id="115" name="Graphic 114" descr="Heartbeat with solid fill">
              <a:hlinkClick r:id="rId12" action="ppaction://hlinksldjump"/>
              <a:extLst>
                <a:ext uri="{FF2B5EF4-FFF2-40B4-BE49-F238E27FC236}">
                  <a16:creationId xmlns:a16="http://schemas.microsoft.com/office/drawing/2014/main" id="{468770E6-9CA9-4C07-9390-B41DC6E4C06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750781" y="3199605"/>
              <a:ext cx="740677" cy="740677"/>
            </a:xfrm>
            <a:prstGeom prst="rect">
              <a:avLst/>
            </a:prstGeom>
            <a:effectLst>
              <a:outerShdw blurRad="50800" dist="38100" dir="2700000" algn="tl" rotWithShape="0">
                <a:prstClr val="black">
                  <a:alpha val="40000"/>
                </a:prstClr>
              </a:outerShdw>
            </a:effectLst>
          </p:spPr>
        </p:pic>
        <p:sp>
          <p:nvSpPr>
            <p:cNvPr id="116" name="TextBox 115">
              <a:extLst>
                <a:ext uri="{FF2B5EF4-FFF2-40B4-BE49-F238E27FC236}">
                  <a16:creationId xmlns:a16="http://schemas.microsoft.com/office/drawing/2014/main" id="{278FD8ED-2354-40C1-A992-F7C33A327DC3}"/>
                </a:ext>
              </a:extLst>
            </p:cNvPr>
            <p:cNvSpPr txBox="1"/>
            <p:nvPr/>
          </p:nvSpPr>
          <p:spPr>
            <a:xfrm>
              <a:off x="8334716" y="3802238"/>
              <a:ext cx="1550730" cy="723774"/>
            </a:xfrm>
            <a:prstGeom prst="rect">
              <a:avLst/>
            </a:prstGeom>
            <a:noFill/>
          </p:spPr>
          <p:txBody>
            <a:bodyPr wrap="none" rtlCol="0">
              <a:spAutoFit/>
            </a:bodyPr>
            <a:lstStyle/>
            <a:p>
              <a:pPr algn="ctr"/>
              <a:r>
                <a:rPr lang="en-US"/>
                <a:t>QTc </a:t>
              </a:r>
            </a:p>
            <a:p>
              <a:pPr algn="ctr"/>
              <a:r>
                <a:rPr lang="en-US"/>
                <a:t>Prolongation</a:t>
              </a:r>
            </a:p>
          </p:txBody>
        </p:sp>
      </p:grpSp>
      <p:grpSp>
        <p:nvGrpSpPr>
          <p:cNvPr id="117" name="sexual button">
            <a:extLst>
              <a:ext uri="{FF2B5EF4-FFF2-40B4-BE49-F238E27FC236}">
                <a16:creationId xmlns:a16="http://schemas.microsoft.com/office/drawing/2014/main" id="{D133CB31-A9AB-479F-8720-15EC17F5457C}"/>
              </a:ext>
            </a:extLst>
          </p:cNvPr>
          <p:cNvGrpSpPr/>
          <p:nvPr/>
        </p:nvGrpSpPr>
        <p:grpSpPr>
          <a:xfrm>
            <a:off x="5530058" y="3258910"/>
            <a:ext cx="1302536" cy="1193789"/>
            <a:chOff x="4607413" y="3229662"/>
            <a:chExt cx="1458605" cy="1336828"/>
          </a:xfrm>
        </p:grpSpPr>
        <p:grpSp>
          <p:nvGrpSpPr>
            <p:cNvPr id="118" name="Group 117">
              <a:extLst>
                <a:ext uri="{FF2B5EF4-FFF2-40B4-BE49-F238E27FC236}">
                  <a16:creationId xmlns:a16="http://schemas.microsoft.com/office/drawing/2014/main" id="{B2B6A476-4A5A-4641-8A6F-F5B78B5798B1}"/>
                </a:ext>
              </a:extLst>
            </p:cNvPr>
            <p:cNvGrpSpPr/>
            <p:nvPr/>
          </p:nvGrpSpPr>
          <p:grpSpPr>
            <a:xfrm>
              <a:off x="5012304" y="3229662"/>
              <a:ext cx="629221" cy="629968"/>
              <a:chOff x="5810405" y="2970552"/>
              <a:chExt cx="916784" cy="917873"/>
            </a:xfrm>
            <a:solidFill>
              <a:srgbClr val="FF0066"/>
            </a:solidFill>
            <a:effectLst>
              <a:outerShdw blurRad="50800" dist="38100" dir="2700000" algn="tl" rotWithShape="0">
                <a:prstClr val="black">
                  <a:alpha val="40000"/>
                </a:prstClr>
              </a:outerShdw>
            </a:effectLst>
          </p:grpSpPr>
          <p:sp>
            <p:nvSpPr>
              <p:cNvPr id="120" name="Graphic 14" descr="Smiling with hearts face outline with solid fill">
                <a:extLst>
                  <a:ext uri="{FF2B5EF4-FFF2-40B4-BE49-F238E27FC236}">
                    <a16:creationId xmlns:a16="http://schemas.microsoft.com/office/drawing/2014/main" id="{2A7A9F6D-5757-456F-B389-BC17D8984B9B}"/>
                  </a:ext>
                </a:extLst>
              </p:cNvPr>
              <p:cNvSpPr/>
              <p:nvPr/>
            </p:nvSpPr>
            <p:spPr>
              <a:xfrm>
                <a:off x="5858510" y="3139368"/>
                <a:ext cx="190626" cy="181046"/>
              </a:xfrm>
              <a:custGeom>
                <a:avLst/>
                <a:gdLst>
                  <a:gd name="connsiteX0" fmla="*/ 95313 w 190626"/>
                  <a:gd name="connsiteY0" fmla="*/ 37473 h 181046"/>
                  <a:gd name="connsiteX1" fmla="*/ 0 w 190626"/>
                  <a:gd name="connsiteY1" fmla="*/ 49538 h 181046"/>
                  <a:gd name="connsiteX2" fmla="*/ 95313 w 190626"/>
                  <a:gd name="connsiteY2" fmla="*/ 181047 h 181046"/>
                  <a:gd name="connsiteX3" fmla="*/ 190627 w 190626"/>
                  <a:gd name="connsiteY3" fmla="*/ 49538 h 181046"/>
                  <a:gd name="connsiteX4" fmla="*/ 95313 w 190626"/>
                  <a:gd name="connsiteY4" fmla="*/ 37473 h 181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6" h="181046">
                    <a:moveTo>
                      <a:pt x="95313" y="37473"/>
                    </a:moveTo>
                    <a:cubicBezTo>
                      <a:pt x="60325" y="-32504"/>
                      <a:pt x="0" y="9724"/>
                      <a:pt x="0" y="49538"/>
                    </a:cubicBezTo>
                    <a:cubicBezTo>
                      <a:pt x="0" y="108657"/>
                      <a:pt x="95313" y="181047"/>
                      <a:pt x="95313" y="181047"/>
                    </a:cubicBezTo>
                    <a:cubicBezTo>
                      <a:pt x="95313" y="181047"/>
                      <a:pt x="190627" y="107450"/>
                      <a:pt x="190627" y="49538"/>
                    </a:cubicBezTo>
                    <a:cubicBezTo>
                      <a:pt x="190627" y="9724"/>
                      <a:pt x="131509" y="-32504"/>
                      <a:pt x="95313" y="37473"/>
                    </a:cubicBezTo>
                    <a:close/>
                  </a:path>
                </a:pathLst>
              </a:custGeom>
              <a:grpFill/>
              <a:ln w="12005" cap="flat">
                <a:noFill/>
                <a:prstDash val="solid"/>
                <a:miter/>
              </a:ln>
            </p:spPr>
            <p:txBody>
              <a:bodyPr rtlCol="0" anchor="ctr"/>
              <a:lstStyle/>
              <a:p>
                <a:pPr algn="ctr"/>
                <a:endParaRPr lang="en-US"/>
              </a:p>
            </p:txBody>
          </p:sp>
          <p:sp>
            <p:nvSpPr>
              <p:cNvPr id="121" name="Graphic 14" descr="Smiling with hearts face outline with solid fill">
                <a:extLst>
                  <a:ext uri="{FF2B5EF4-FFF2-40B4-BE49-F238E27FC236}">
                    <a16:creationId xmlns:a16="http://schemas.microsoft.com/office/drawing/2014/main" id="{BB8E6454-CE80-4AEB-8369-7BA42CC53E77}"/>
                  </a:ext>
                </a:extLst>
              </p:cNvPr>
              <p:cNvSpPr/>
              <p:nvPr/>
            </p:nvSpPr>
            <p:spPr>
              <a:xfrm>
                <a:off x="6488302" y="3018646"/>
                <a:ext cx="190627" cy="179911"/>
              </a:xfrm>
              <a:custGeom>
                <a:avLst/>
                <a:gdLst>
                  <a:gd name="connsiteX0" fmla="*/ 95314 w 190627"/>
                  <a:gd name="connsiteY0" fmla="*/ 37545 h 179911"/>
                  <a:gd name="connsiteX1" fmla="*/ 0 w 190627"/>
                  <a:gd name="connsiteY1" fmla="*/ 48403 h 179911"/>
                  <a:gd name="connsiteX2" fmla="*/ 95314 w 190627"/>
                  <a:gd name="connsiteY2" fmla="*/ 179912 h 179911"/>
                  <a:gd name="connsiteX3" fmla="*/ 190627 w 190627"/>
                  <a:gd name="connsiteY3" fmla="*/ 49610 h 179911"/>
                  <a:gd name="connsiteX4" fmla="*/ 95314 w 190627"/>
                  <a:gd name="connsiteY4" fmla="*/ 37545 h 17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7" h="179911">
                    <a:moveTo>
                      <a:pt x="95314" y="37545"/>
                    </a:moveTo>
                    <a:cubicBezTo>
                      <a:pt x="60325" y="-32432"/>
                      <a:pt x="0" y="9795"/>
                      <a:pt x="0" y="48403"/>
                    </a:cubicBezTo>
                    <a:cubicBezTo>
                      <a:pt x="0" y="107522"/>
                      <a:pt x="95314" y="179912"/>
                      <a:pt x="95314" y="179912"/>
                    </a:cubicBezTo>
                    <a:cubicBezTo>
                      <a:pt x="95314" y="179912"/>
                      <a:pt x="190627" y="107522"/>
                      <a:pt x="190627" y="49610"/>
                    </a:cubicBezTo>
                    <a:cubicBezTo>
                      <a:pt x="190627" y="9795"/>
                      <a:pt x="130302" y="-32432"/>
                      <a:pt x="95314" y="37545"/>
                    </a:cubicBezTo>
                    <a:close/>
                  </a:path>
                </a:pathLst>
              </a:custGeom>
              <a:grpFill/>
              <a:ln w="12005" cap="flat">
                <a:noFill/>
                <a:prstDash val="solid"/>
                <a:miter/>
              </a:ln>
            </p:spPr>
            <p:txBody>
              <a:bodyPr rtlCol="0" anchor="ctr"/>
              <a:lstStyle/>
              <a:p>
                <a:pPr algn="ctr"/>
                <a:endParaRPr lang="en-US"/>
              </a:p>
            </p:txBody>
          </p:sp>
          <p:sp>
            <p:nvSpPr>
              <p:cNvPr id="122" name="Graphic 14" descr="Smiling with hearts face outline with solid fill">
                <a:extLst>
                  <a:ext uri="{FF2B5EF4-FFF2-40B4-BE49-F238E27FC236}">
                    <a16:creationId xmlns:a16="http://schemas.microsoft.com/office/drawing/2014/main" id="{788AD8CC-04C7-4CD3-A939-DE3C7A0F74E1}"/>
                  </a:ext>
                </a:extLst>
              </p:cNvPr>
              <p:cNvSpPr/>
              <p:nvPr/>
            </p:nvSpPr>
            <p:spPr>
              <a:xfrm>
                <a:off x="5947790" y="2970552"/>
                <a:ext cx="510349" cy="135105"/>
              </a:xfrm>
              <a:custGeom>
                <a:avLst/>
                <a:gdLst>
                  <a:gd name="connsiteX0" fmla="*/ 6033 w 510349"/>
                  <a:gd name="connsiteY0" fmla="*/ 135106 h 135105"/>
                  <a:gd name="connsiteX1" fmla="*/ 54293 w 510349"/>
                  <a:gd name="connsiteY1" fmla="*/ 120628 h 135105"/>
                  <a:gd name="connsiteX2" fmla="*/ 82042 w 510349"/>
                  <a:gd name="connsiteY2" fmla="*/ 125454 h 135105"/>
                  <a:gd name="connsiteX3" fmla="*/ 492252 w 510349"/>
                  <a:gd name="connsiteY3" fmla="*/ 85639 h 135105"/>
                  <a:gd name="connsiteX4" fmla="*/ 510350 w 510349"/>
                  <a:gd name="connsiteY4" fmla="*/ 40999 h 135105"/>
                  <a:gd name="connsiteX5" fmla="*/ 0 w 510349"/>
                  <a:gd name="connsiteY5" fmla="*/ 131486 h 135105"/>
                  <a:gd name="connsiteX6" fmla="*/ 6033 w 510349"/>
                  <a:gd name="connsiteY6" fmla="*/ 135106 h 13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349" h="135105">
                    <a:moveTo>
                      <a:pt x="6033" y="135106"/>
                    </a:moveTo>
                    <a:cubicBezTo>
                      <a:pt x="20511" y="125454"/>
                      <a:pt x="37402" y="120628"/>
                      <a:pt x="54293" y="120628"/>
                    </a:cubicBezTo>
                    <a:cubicBezTo>
                      <a:pt x="63945" y="120628"/>
                      <a:pt x="73597" y="121834"/>
                      <a:pt x="82042" y="125454"/>
                    </a:cubicBezTo>
                    <a:cubicBezTo>
                      <a:pt x="201485" y="39792"/>
                      <a:pt x="358331" y="24108"/>
                      <a:pt x="492252" y="85639"/>
                    </a:cubicBezTo>
                    <a:cubicBezTo>
                      <a:pt x="494665" y="69955"/>
                      <a:pt x="500698" y="54270"/>
                      <a:pt x="510350" y="40999"/>
                    </a:cubicBezTo>
                    <a:cubicBezTo>
                      <a:pt x="337820" y="-37424"/>
                      <a:pt x="135128" y="-1229"/>
                      <a:pt x="0" y="131486"/>
                    </a:cubicBezTo>
                    <a:cubicBezTo>
                      <a:pt x="2413" y="132693"/>
                      <a:pt x="3620" y="133899"/>
                      <a:pt x="6033" y="135106"/>
                    </a:cubicBezTo>
                    <a:close/>
                  </a:path>
                </a:pathLst>
              </a:custGeom>
              <a:grpFill/>
              <a:ln w="12005" cap="flat">
                <a:noFill/>
                <a:prstDash val="solid"/>
                <a:miter/>
              </a:ln>
            </p:spPr>
            <p:txBody>
              <a:bodyPr rtlCol="0" anchor="ctr"/>
              <a:lstStyle/>
              <a:p>
                <a:pPr algn="ctr"/>
                <a:endParaRPr lang="en-US"/>
              </a:p>
            </p:txBody>
          </p:sp>
          <p:sp>
            <p:nvSpPr>
              <p:cNvPr id="123" name="Graphic 14" descr="Smiling with hearts face outline with solid fill">
                <a:extLst>
                  <a:ext uri="{FF2B5EF4-FFF2-40B4-BE49-F238E27FC236}">
                    <a16:creationId xmlns:a16="http://schemas.microsoft.com/office/drawing/2014/main" id="{4586E63E-E12B-4232-86D3-4A82DDDF4481}"/>
                  </a:ext>
                </a:extLst>
              </p:cNvPr>
              <p:cNvSpPr/>
              <p:nvPr/>
            </p:nvSpPr>
            <p:spPr>
              <a:xfrm>
                <a:off x="6625843" y="3192525"/>
                <a:ext cx="101346" cy="471741"/>
              </a:xfrm>
              <a:custGeom>
                <a:avLst/>
                <a:gdLst>
                  <a:gd name="connsiteX0" fmla="*/ 0 w 101346"/>
                  <a:gd name="connsiteY0" fmla="*/ 34988 h 471741"/>
                  <a:gd name="connsiteX1" fmla="*/ 6033 w 101346"/>
                  <a:gd name="connsiteY1" fmla="*/ 427101 h 471741"/>
                  <a:gd name="connsiteX2" fmla="*/ 36195 w 101346"/>
                  <a:gd name="connsiteY2" fmla="*/ 471742 h 471741"/>
                  <a:gd name="connsiteX3" fmla="*/ 36195 w 101346"/>
                  <a:gd name="connsiteY3" fmla="*/ 0 h 471741"/>
                  <a:gd name="connsiteX4" fmla="*/ 0 w 101346"/>
                  <a:gd name="connsiteY4" fmla="*/ 34988 h 471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346" h="471741">
                    <a:moveTo>
                      <a:pt x="0" y="34988"/>
                    </a:moveTo>
                    <a:cubicBezTo>
                      <a:pt x="68771" y="156845"/>
                      <a:pt x="71184" y="304038"/>
                      <a:pt x="6033" y="427101"/>
                    </a:cubicBezTo>
                    <a:cubicBezTo>
                      <a:pt x="20511" y="439166"/>
                      <a:pt x="30163" y="454851"/>
                      <a:pt x="36195" y="471742"/>
                    </a:cubicBezTo>
                    <a:cubicBezTo>
                      <a:pt x="123063" y="326962"/>
                      <a:pt x="123063" y="145987"/>
                      <a:pt x="36195" y="0"/>
                    </a:cubicBezTo>
                    <a:cubicBezTo>
                      <a:pt x="25336" y="13272"/>
                      <a:pt x="13271" y="24130"/>
                      <a:pt x="0" y="34988"/>
                    </a:cubicBezTo>
                    <a:close/>
                  </a:path>
                </a:pathLst>
              </a:custGeom>
              <a:grpFill/>
              <a:ln w="12005" cap="flat">
                <a:noFill/>
                <a:prstDash val="solid"/>
                <a:miter/>
              </a:ln>
            </p:spPr>
            <p:txBody>
              <a:bodyPr rtlCol="0" anchor="ctr"/>
              <a:lstStyle/>
              <a:p>
                <a:pPr algn="ctr"/>
                <a:endParaRPr lang="en-US"/>
              </a:p>
            </p:txBody>
          </p:sp>
          <p:sp>
            <p:nvSpPr>
              <p:cNvPr id="124" name="Graphic 14" descr="Smiling with hearts face outline with solid fill">
                <a:extLst>
                  <a:ext uri="{FF2B5EF4-FFF2-40B4-BE49-F238E27FC236}">
                    <a16:creationId xmlns:a16="http://schemas.microsoft.com/office/drawing/2014/main" id="{BF2CFF2B-6573-45C8-BD44-AAC47BE1438C}"/>
                  </a:ext>
                </a:extLst>
              </p:cNvPr>
              <p:cNvSpPr/>
              <p:nvPr/>
            </p:nvSpPr>
            <p:spPr>
              <a:xfrm>
                <a:off x="5810405" y="3269741"/>
                <a:ext cx="657387" cy="618684"/>
              </a:xfrm>
              <a:custGeom>
                <a:avLst/>
                <a:gdLst>
                  <a:gd name="connsiteX0" fmla="*/ 621192 w 657387"/>
                  <a:gd name="connsiteY0" fmla="*/ 535686 h 618684"/>
                  <a:gd name="connsiteX1" fmla="*/ 81887 w 657387"/>
                  <a:gd name="connsiteY1" fmla="*/ 322136 h 618684"/>
                  <a:gd name="connsiteX2" fmla="*/ 64996 w 657387"/>
                  <a:gd name="connsiteY2" fmla="*/ 44641 h 618684"/>
                  <a:gd name="connsiteX3" fmla="*/ 28801 w 657387"/>
                  <a:gd name="connsiteY3" fmla="*/ 0 h 618684"/>
                  <a:gd name="connsiteX4" fmla="*/ 299057 w 657387"/>
                  <a:gd name="connsiteY4" fmla="*/ 589979 h 618684"/>
                  <a:gd name="connsiteX5" fmla="*/ 657387 w 657387"/>
                  <a:gd name="connsiteY5" fmla="*/ 573088 h 618684"/>
                  <a:gd name="connsiteX6" fmla="*/ 621192 w 657387"/>
                  <a:gd name="connsiteY6" fmla="*/ 535686 h 61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387" h="618684">
                    <a:moveTo>
                      <a:pt x="621192" y="535686"/>
                    </a:moveTo>
                    <a:cubicBezTo>
                      <a:pt x="413674" y="624967"/>
                      <a:pt x="172374" y="529654"/>
                      <a:pt x="81887" y="322136"/>
                    </a:cubicBezTo>
                    <a:cubicBezTo>
                      <a:pt x="44485" y="234061"/>
                      <a:pt x="38453" y="136334"/>
                      <a:pt x="64996" y="44641"/>
                    </a:cubicBezTo>
                    <a:cubicBezTo>
                      <a:pt x="51724" y="31369"/>
                      <a:pt x="39659" y="15684"/>
                      <a:pt x="28801" y="0"/>
                    </a:cubicBezTo>
                    <a:cubicBezTo>
                      <a:pt x="-59274" y="237681"/>
                      <a:pt x="61376" y="501904"/>
                      <a:pt x="299057" y="589979"/>
                    </a:cubicBezTo>
                    <a:cubicBezTo>
                      <a:pt x="416087" y="633413"/>
                      <a:pt x="545183" y="627380"/>
                      <a:pt x="657387" y="573088"/>
                    </a:cubicBezTo>
                    <a:cubicBezTo>
                      <a:pt x="644116" y="561023"/>
                      <a:pt x="632051" y="548958"/>
                      <a:pt x="621192" y="535686"/>
                    </a:cubicBezTo>
                    <a:close/>
                  </a:path>
                </a:pathLst>
              </a:custGeom>
              <a:grpFill/>
              <a:ln w="12005" cap="flat">
                <a:noFill/>
                <a:prstDash val="solid"/>
                <a:miter/>
              </a:ln>
            </p:spPr>
            <p:txBody>
              <a:bodyPr rtlCol="0" anchor="ctr"/>
              <a:lstStyle/>
              <a:p>
                <a:pPr algn="ctr"/>
                <a:endParaRPr lang="en-US"/>
              </a:p>
            </p:txBody>
          </p:sp>
          <p:sp>
            <p:nvSpPr>
              <p:cNvPr id="125" name="Graphic 14" descr="Smiling with hearts face outline with solid fill">
                <a:extLst>
                  <a:ext uri="{FF2B5EF4-FFF2-40B4-BE49-F238E27FC236}">
                    <a16:creationId xmlns:a16="http://schemas.microsoft.com/office/drawing/2014/main" id="{772C025A-AA46-4C05-94F5-A82E6284E9E8}"/>
                  </a:ext>
                </a:extLst>
              </p:cNvPr>
              <p:cNvSpPr/>
              <p:nvPr/>
            </p:nvSpPr>
            <p:spPr>
              <a:xfrm>
                <a:off x="6427978" y="3644820"/>
                <a:ext cx="190626" cy="179911"/>
              </a:xfrm>
              <a:custGeom>
                <a:avLst/>
                <a:gdLst>
                  <a:gd name="connsiteX0" fmla="*/ 95313 w 190626"/>
                  <a:gd name="connsiteY0" fmla="*/ 37545 h 179911"/>
                  <a:gd name="connsiteX1" fmla="*/ 0 w 190626"/>
                  <a:gd name="connsiteY1" fmla="*/ 48403 h 179911"/>
                  <a:gd name="connsiteX2" fmla="*/ 95313 w 190626"/>
                  <a:gd name="connsiteY2" fmla="*/ 179912 h 179911"/>
                  <a:gd name="connsiteX3" fmla="*/ 190627 w 190626"/>
                  <a:gd name="connsiteY3" fmla="*/ 49610 h 179911"/>
                  <a:gd name="connsiteX4" fmla="*/ 95313 w 190626"/>
                  <a:gd name="connsiteY4" fmla="*/ 37545 h 17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6" h="179911">
                    <a:moveTo>
                      <a:pt x="95313" y="37545"/>
                    </a:moveTo>
                    <a:cubicBezTo>
                      <a:pt x="60325" y="-32432"/>
                      <a:pt x="0" y="9795"/>
                      <a:pt x="0" y="48403"/>
                    </a:cubicBezTo>
                    <a:cubicBezTo>
                      <a:pt x="0" y="107522"/>
                      <a:pt x="95313" y="179912"/>
                      <a:pt x="95313" y="179912"/>
                    </a:cubicBezTo>
                    <a:cubicBezTo>
                      <a:pt x="95313" y="179912"/>
                      <a:pt x="190627" y="108728"/>
                      <a:pt x="190627" y="49610"/>
                    </a:cubicBezTo>
                    <a:cubicBezTo>
                      <a:pt x="190627" y="9795"/>
                      <a:pt x="130302" y="-32432"/>
                      <a:pt x="95313" y="37545"/>
                    </a:cubicBezTo>
                    <a:close/>
                  </a:path>
                </a:pathLst>
              </a:custGeom>
              <a:grpFill/>
              <a:ln w="12005" cap="flat">
                <a:noFill/>
                <a:prstDash val="solid"/>
                <a:miter/>
              </a:ln>
            </p:spPr>
            <p:txBody>
              <a:bodyPr rtlCol="0" anchor="ctr"/>
              <a:lstStyle/>
              <a:p>
                <a:pPr algn="ctr"/>
                <a:endParaRPr lang="en-US"/>
              </a:p>
            </p:txBody>
          </p:sp>
          <p:sp>
            <p:nvSpPr>
              <p:cNvPr id="126" name="Graphic 14" descr="Smiling with hearts face outline with solid fill">
                <a:extLst>
                  <a:ext uri="{FF2B5EF4-FFF2-40B4-BE49-F238E27FC236}">
                    <a16:creationId xmlns:a16="http://schemas.microsoft.com/office/drawing/2014/main" id="{50F2242B-C9CE-4B8A-AE5A-E1CBF3A824F7}"/>
                  </a:ext>
                </a:extLst>
              </p:cNvPr>
              <p:cNvSpPr/>
              <p:nvPr/>
            </p:nvSpPr>
            <p:spPr>
              <a:xfrm>
                <a:off x="5975906" y="3308271"/>
                <a:ext cx="237727" cy="124758"/>
              </a:xfrm>
              <a:custGeom>
                <a:avLst/>
                <a:gdLst>
                  <a:gd name="connsiteX0" fmla="*/ 18938 w 237727"/>
                  <a:gd name="connsiteY0" fmla="*/ 124348 h 124758"/>
                  <a:gd name="connsiteX1" fmla="*/ 841 w 237727"/>
                  <a:gd name="connsiteY1" fmla="*/ 95392 h 124758"/>
                  <a:gd name="connsiteX2" fmla="*/ 144414 w 237727"/>
                  <a:gd name="connsiteY2" fmla="*/ 2491 h 124758"/>
                  <a:gd name="connsiteX3" fmla="*/ 237315 w 237727"/>
                  <a:gd name="connsiteY3" fmla="*/ 95392 h 124758"/>
                  <a:gd name="connsiteX4" fmla="*/ 219217 w 237727"/>
                  <a:gd name="connsiteY4" fmla="*/ 124348 h 124758"/>
                  <a:gd name="connsiteX5" fmla="*/ 214391 w 237727"/>
                  <a:gd name="connsiteY5" fmla="*/ 124348 h 124758"/>
                  <a:gd name="connsiteX6" fmla="*/ 190261 w 237727"/>
                  <a:gd name="connsiteY6" fmla="*/ 105044 h 124758"/>
                  <a:gd name="connsiteX7" fmla="*/ 104600 w 237727"/>
                  <a:gd name="connsiteY7" fmla="*/ 49545 h 124758"/>
                  <a:gd name="connsiteX8" fmla="*/ 49101 w 237727"/>
                  <a:gd name="connsiteY8" fmla="*/ 105044 h 124758"/>
                  <a:gd name="connsiteX9" fmla="*/ 18938 w 237727"/>
                  <a:gd name="connsiteY9" fmla="*/ 124348 h 12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727" h="124758">
                    <a:moveTo>
                      <a:pt x="18938" y="124348"/>
                    </a:moveTo>
                    <a:cubicBezTo>
                      <a:pt x="5667" y="121935"/>
                      <a:pt x="-2779" y="108663"/>
                      <a:pt x="841" y="95392"/>
                    </a:cubicBezTo>
                    <a:cubicBezTo>
                      <a:pt x="15319" y="30241"/>
                      <a:pt x="79263" y="-10780"/>
                      <a:pt x="144414" y="2491"/>
                    </a:cubicBezTo>
                    <a:cubicBezTo>
                      <a:pt x="191468" y="12143"/>
                      <a:pt x="227663" y="48338"/>
                      <a:pt x="237315" y="95392"/>
                    </a:cubicBezTo>
                    <a:cubicBezTo>
                      <a:pt x="239728" y="108663"/>
                      <a:pt x="231282" y="120728"/>
                      <a:pt x="219217" y="124348"/>
                    </a:cubicBezTo>
                    <a:cubicBezTo>
                      <a:pt x="218011" y="124348"/>
                      <a:pt x="215598" y="124348"/>
                      <a:pt x="214391" y="124348"/>
                    </a:cubicBezTo>
                    <a:cubicBezTo>
                      <a:pt x="203533" y="124348"/>
                      <a:pt x="192674" y="115902"/>
                      <a:pt x="190261" y="105044"/>
                    </a:cubicBezTo>
                    <a:cubicBezTo>
                      <a:pt x="181816" y="66436"/>
                      <a:pt x="143208" y="41099"/>
                      <a:pt x="104600" y="49545"/>
                    </a:cubicBezTo>
                    <a:cubicBezTo>
                      <a:pt x="76850" y="55577"/>
                      <a:pt x="55133" y="77294"/>
                      <a:pt x="49101" y="105044"/>
                    </a:cubicBezTo>
                    <a:cubicBezTo>
                      <a:pt x="44275" y="118315"/>
                      <a:pt x="31003" y="126761"/>
                      <a:pt x="18938" y="124348"/>
                    </a:cubicBezTo>
                    <a:close/>
                  </a:path>
                </a:pathLst>
              </a:custGeom>
              <a:grpFill/>
              <a:ln w="12005" cap="flat">
                <a:noFill/>
                <a:prstDash val="solid"/>
                <a:miter/>
              </a:ln>
            </p:spPr>
            <p:txBody>
              <a:bodyPr rtlCol="0" anchor="ctr"/>
              <a:lstStyle/>
              <a:p>
                <a:pPr algn="ctr"/>
                <a:endParaRPr lang="en-US"/>
              </a:p>
            </p:txBody>
          </p:sp>
          <p:sp>
            <p:nvSpPr>
              <p:cNvPr id="127" name="Graphic 14" descr="Smiling with hearts face outline with solid fill">
                <a:extLst>
                  <a:ext uri="{FF2B5EF4-FFF2-40B4-BE49-F238E27FC236}">
                    <a16:creationId xmlns:a16="http://schemas.microsoft.com/office/drawing/2014/main" id="{39CB7573-4E4E-4E09-935D-AD8E1BD85E14}"/>
                  </a:ext>
                </a:extLst>
              </p:cNvPr>
              <p:cNvSpPr/>
              <p:nvPr/>
            </p:nvSpPr>
            <p:spPr>
              <a:xfrm rot="10593700">
                <a:off x="6088235" y="3560998"/>
                <a:ext cx="362176" cy="121366"/>
              </a:xfrm>
              <a:custGeom>
                <a:avLst/>
                <a:gdLst>
                  <a:gd name="connsiteX0" fmla="*/ 180485 w 362176"/>
                  <a:gd name="connsiteY0" fmla="*/ 121366 h 121366"/>
                  <a:gd name="connsiteX1" fmla="*/ 5542 w 362176"/>
                  <a:gd name="connsiteY1" fmla="*/ 40531 h 121366"/>
                  <a:gd name="connsiteX2" fmla="*/ 9162 w 362176"/>
                  <a:gd name="connsiteY2" fmla="*/ 6749 h 121366"/>
                  <a:gd name="connsiteX3" fmla="*/ 41737 w 362176"/>
                  <a:gd name="connsiteY3" fmla="*/ 9162 h 121366"/>
                  <a:gd name="connsiteX4" fmla="*/ 298722 w 362176"/>
                  <a:gd name="connsiteY4" fmla="*/ 29672 h 121366"/>
                  <a:gd name="connsiteX5" fmla="*/ 319232 w 362176"/>
                  <a:gd name="connsiteY5" fmla="*/ 9162 h 121366"/>
                  <a:gd name="connsiteX6" fmla="*/ 353014 w 362176"/>
                  <a:gd name="connsiteY6" fmla="*/ 5542 h 121366"/>
                  <a:gd name="connsiteX7" fmla="*/ 356634 w 362176"/>
                  <a:gd name="connsiteY7" fmla="*/ 39324 h 121366"/>
                  <a:gd name="connsiteX8" fmla="*/ 355427 w 362176"/>
                  <a:gd name="connsiteY8" fmla="*/ 40531 h 121366"/>
                  <a:gd name="connsiteX9" fmla="*/ 180485 w 362176"/>
                  <a:gd name="connsiteY9" fmla="*/ 121366 h 121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2176" h="121366">
                    <a:moveTo>
                      <a:pt x="180485" y="121366"/>
                    </a:moveTo>
                    <a:cubicBezTo>
                      <a:pt x="112921" y="121366"/>
                      <a:pt x="48976" y="91204"/>
                      <a:pt x="5542" y="40531"/>
                    </a:cubicBezTo>
                    <a:cubicBezTo>
                      <a:pt x="-2903" y="29672"/>
                      <a:pt x="-1697" y="15194"/>
                      <a:pt x="9162" y="6749"/>
                    </a:cubicBezTo>
                    <a:cubicBezTo>
                      <a:pt x="18814" y="-1697"/>
                      <a:pt x="33292" y="-490"/>
                      <a:pt x="41737" y="9162"/>
                    </a:cubicBezTo>
                    <a:cubicBezTo>
                      <a:pt x="106888" y="85171"/>
                      <a:pt x="221506" y="94823"/>
                      <a:pt x="298722" y="29672"/>
                    </a:cubicBezTo>
                    <a:cubicBezTo>
                      <a:pt x="305961" y="23640"/>
                      <a:pt x="313200" y="16401"/>
                      <a:pt x="319232" y="9162"/>
                    </a:cubicBezTo>
                    <a:cubicBezTo>
                      <a:pt x="327678" y="-1697"/>
                      <a:pt x="342156" y="-2903"/>
                      <a:pt x="353014" y="5542"/>
                    </a:cubicBezTo>
                    <a:cubicBezTo>
                      <a:pt x="363873" y="13988"/>
                      <a:pt x="365079" y="28466"/>
                      <a:pt x="356634" y="39324"/>
                    </a:cubicBezTo>
                    <a:cubicBezTo>
                      <a:pt x="356634" y="39324"/>
                      <a:pt x="355427" y="40531"/>
                      <a:pt x="355427" y="40531"/>
                    </a:cubicBezTo>
                    <a:cubicBezTo>
                      <a:pt x="311993" y="91204"/>
                      <a:pt x="248049" y="121366"/>
                      <a:pt x="180485" y="121366"/>
                    </a:cubicBezTo>
                    <a:close/>
                  </a:path>
                </a:pathLst>
              </a:custGeom>
              <a:grpFill/>
              <a:ln w="12005" cap="flat">
                <a:noFill/>
                <a:prstDash val="solid"/>
                <a:miter/>
              </a:ln>
            </p:spPr>
            <p:txBody>
              <a:bodyPr rtlCol="0" anchor="ctr"/>
              <a:lstStyle/>
              <a:p>
                <a:pPr algn="ctr"/>
                <a:endParaRPr lang="en-US"/>
              </a:p>
            </p:txBody>
          </p:sp>
          <p:sp>
            <p:nvSpPr>
              <p:cNvPr id="128" name="Graphic 14" descr="Smiling with hearts face outline with solid fill">
                <a:extLst>
                  <a:ext uri="{FF2B5EF4-FFF2-40B4-BE49-F238E27FC236}">
                    <a16:creationId xmlns:a16="http://schemas.microsoft.com/office/drawing/2014/main" id="{BCF90A59-4FB9-4951-8775-E40227A1964E}"/>
                  </a:ext>
                </a:extLst>
              </p:cNvPr>
              <p:cNvSpPr/>
              <p:nvPr/>
            </p:nvSpPr>
            <p:spPr>
              <a:xfrm>
                <a:off x="6325012" y="3308271"/>
                <a:ext cx="237297" cy="124347"/>
              </a:xfrm>
              <a:custGeom>
                <a:avLst/>
                <a:gdLst>
                  <a:gd name="connsiteX0" fmla="*/ 217583 w 237297"/>
                  <a:gd name="connsiteY0" fmla="*/ 124348 h 124347"/>
                  <a:gd name="connsiteX1" fmla="*/ 212757 w 237297"/>
                  <a:gd name="connsiteY1" fmla="*/ 124348 h 124347"/>
                  <a:gd name="connsiteX2" fmla="*/ 188627 w 237297"/>
                  <a:gd name="connsiteY2" fmla="*/ 105044 h 124347"/>
                  <a:gd name="connsiteX3" fmla="*/ 102965 w 237297"/>
                  <a:gd name="connsiteY3" fmla="*/ 49545 h 124347"/>
                  <a:gd name="connsiteX4" fmla="*/ 47466 w 237297"/>
                  <a:gd name="connsiteY4" fmla="*/ 105044 h 124347"/>
                  <a:gd name="connsiteX5" fmla="*/ 18510 w 237297"/>
                  <a:gd name="connsiteY5" fmla="*/ 123141 h 124347"/>
                  <a:gd name="connsiteX6" fmla="*/ 413 w 237297"/>
                  <a:gd name="connsiteY6" fmla="*/ 95392 h 124347"/>
                  <a:gd name="connsiteX7" fmla="*/ 143986 w 237297"/>
                  <a:gd name="connsiteY7" fmla="*/ 2491 h 124347"/>
                  <a:gd name="connsiteX8" fmla="*/ 236887 w 237297"/>
                  <a:gd name="connsiteY8" fmla="*/ 95392 h 124347"/>
                  <a:gd name="connsiteX9" fmla="*/ 217583 w 237297"/>
                  <a:gd name="connsiteY9" fmla="*/ 124348 h 124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297" h="124347">
                    <a:moveTo>
                      <a:pt x="217583" y="124348"/>
                    </a:moveTo>
                    <a:cubicBezTo>
                      <a:pt x="216376" y="124348"/>
                      <a:pt x="213963" y="124348"/>
                      <a:pt x="212757" y="124348"/>
                    </a:cubicBezTo>
                    <a:cubicBezTo>
                      <a:pt x="201898" y="124348"/>
                      <a:pt x="191040" y="115902"/>
                      <a:pt x="188627" y="105044"/>
                    </a:cubicBezTo>
                    <a:cubicBezTo>
                      <a:pt x="180181" y="66436"/>
                      <a:pt x="141573" y="41099"/>
                      <a:pt x="102965" y="49545"/>
                    </a:cubicBezTo>
                    <a:cubicBezTo>
                      <a:pt x="75216" y="55577"/>
                      <a:pt x="53499" y="77294"/>
                      <a:pt x="47466" y="105044"/>
                    </a:cubicBezTo>
                    <a:cubicBezTo>
                      <a:pt x="43847" y="118315"/>
                      <a:pt x="31782" y="125554"/>
                      <a:pt x="18510" y="123141"/>
                    </a:cubicBezTo>
                    <a:cubicBezTo>
                      <a:pt x="6445" y="120728"/>
                      <a:pt x="-2000" y="107457"/>
                      <a:pt x="413" y="95392"/>
                    </a:cubicBezTo>
                    <a:cubicBezTo>
                      <a:pt x="14891" y="30241"/>
                      <a:pt x="78835" y="-10780"/>
                      <a:pt x="143986" y="2491"/>
                    </a:cubicBezTo>
                    <a:cubicBezTo>
                      <a:pt x="191040" y="12143"/>
                      <a:pt x="227235" y="48338"/>
                      <a:pt x="236887" y="95392"/>
                    </a:cubicBezTo>
                    <a:cubicBezTo>
                      <a:pt x="239300" y="108663"/>
                      <a:pt x="230854" y="121935"/>
                      <a:pt x="217583" y="124348"/>
                    </a:cubicBezTo>
                    <a:close/>
                  </a:path>
                </a:pathLst>
              </a:custGeom>
              <a:grpFill/>
              <a:ln w="12005" cap="flat">
                <a:noFill/>
                <a:prstDash val="solid"/>
                <a:miter/>
              </a:ln>
            </p:spPr>
            <p:txBody>
              <a:bodyPr rtlCol="0" anchor="ctr"/>
              <a:lstStyle/>
              <a:p>
                <a:pPr algn="ctr"/>
                <a:endParaRPr lang="en-US"/>
              </a:p>
            </p:txBody>
          </p:sp>
        </p:grpSp>
        <p:sp>
          <p:nvSpPr>
            <p:cNvPr id="119" name="TextBox 118">
              <a:extLst>
                <a:ext uri="{FF2B5EF4-FFF2-40B4-BE49-F238E27FC236}">
                  <a16:creationId xmlns:a16="http://schemas.microsoft.com/office/drawing/2014/main" id="{14AA5049-F818-4EC1-BD23-B21F85E9B86F}"/>
                </a:ext>
              </a:extLst>
            </p:cNvPr>
            <p:cNvSpPr txBox="1"/>
            <p:nvPr/>
          </p:nvSpPr>
          <p:spPr>
            <a:xfrm>
              <a:off x="4607413" y="3842716"/>
              <a:ext cx="1458605" cy="723774"/>
            </a:xfrm>
            <a:prstGeom prst="rect">
              <a:avLst/>
            </a:prstGeom>
            <a:noFill/>
          </p:spPr>
          <p:txBody>
            <a:bodyPr wrap="none" rtlCol="0">
              <a:spAutoFit/>
            </a:bodyPr>
            <a:lstStyle/>
            <a:p>
              <a:pPr algn="ctr"/>
              <a:r>
                <a:rPr lang="en-US"/>
                <a:t>Sexual </a:t>
              </a:r>
            </a:p>
            <a:p>
              <a:pPr algn="ctr"/>
              <a:r>
                <a:rPr lang="en-US"/>
                <a:t>Dysfunction</a:t>
              </a:r>
            </a:p>
          </p:txBody>
        </p:sp>
      </p:grpSp>
      <p:grpSp>
        <p:nvGrpSpPr>
          <p:cNvPr id="129" name="drowsiness button">
            <a:extLst>
              <a:ext uri="{FF2B5EF4-FFF2-40B4-BE49-F238E27FC236}">
                <a16:creationId xmlns:a16="http://schemas.microsoft.com/office/drawing/2014/main" id="{0CF3C7F6-A15F-4F33-A001-1855C480596E}"/>
              </a:ext>
            </a:extLst>
          </p:cNvPr>
          <p:cNvGrpSpPr/>
          <p:nvPr/>
        </p:nvGrpSpPr>
        <p:grpSpPr>
          <a:xfrm>
            <a:off x="8043343" y="3340407"/>
            <a:ext cx="1247201" cy="1030795"/>
            <a:chOff x="10174770" y="3017082"/>
            <a:chExt cx="1396640" cy="1154304"/>
          </a:xfrm>
        </p:grpSpPr>
        <p:pic>
          <p:nvPicPr>
            <p:cNvPr id="130" name="Graphic 129" descr="Sleep outline">
              <a:hlinkClick r:id="rId15" action="ppaction://hlinksldjump"/>
              <a:extLst>
                <a:ext uri="{FF2B5EF4-FFF2-40B4-BE49-F238E27FC236}">
                  <a16:creationId xmlns:a16="http://schemas.microsoft.com/office/drawing/2014/main" id="{B7FC1D52-E4F7-49B7-8CF4-3819C41E14E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394513" y="3017082"/>
              <a:ext cx="1011214" cy="1011214"/>
            </a:xfrm>
            <a:prstGeom prst="rect">
              <a:avLst/>
            </a:prstGeom>
            <a:effectLst>
              <a:outerShdw blurRad="50800" dist="38100" dir="2700000" algn="tl" rotWithShape="0">
                <a:prstClr val="black">
                  <a:alpha val="40000"/>
                </a:prstClr>
              </a:outerShdw>
            </a:effectLst>
          </p:spPr>
        </p:pic>
        <p:sp>
          <p:nvSpPr>
            <p:cNvPr id="131" name="TextBox 130">
              <a:extLst>
                <a:ext uri="{FF2B5EF4-FFF2-40B4-BE49-F238E27FC236}">
                  <a16:creationId xmlns:a16="http://schemas.microsoft.com/office/drawing/2014/main" id="{BA79346E-DFE4-4CC1-BE4C-866ADC1492F9}"/>
                </a:ext>
              </a:extLst>
            </p:cNvPr>
            <p:cNvSpPr txBox="1"/>
            <p:nvPr/>
          </p:nvSpPr>
          <p:spPr>
            <a:xfrm>
              <a:off x="10174770" y="3757801"/>
              <a:ext cx="1396640" cy="413585"/>
            </a:xfrm>
            <a:prstGeom prst="rect">
              <a:avLst/>
            </a:prstGeom>
            <a:noFill/>
          </p:spPr>
          <p:txBody>
            <a:bodyPr wrap="none" rtlCol="0">
              <a:spAutoFit/>
            </a:bodyPr>
            <a:lstStyle/>
            <a:p>
              <a:pPr algn="ctr"/>
              <a:r>
                <a:rPr lang="en-US"/>
                <a:t>Drowsiness</a:t>
              </a:r>
            </a:p>
          </p:txBody>
        </p:sp>
      </p:grpSp>
      <p:grpSp>
        <p:nvGrpSpPr>
          <p:cNvPr id="11" name="GI tox" hidden="1">
            <a:extLst>
              <a:ext uri="{FF2B5EF4-FFF2-40B4-BE49-F238E27FC236}">
                <a16:creationId xmlns:a16="http://schemas.microsoft.com/office/drawing/2014/main" id="{6B84193B-A415-464C-93E9-0508564681B3}"/>
              </a:ext>
            </a:extLst>
          </p:cNvPr>
          <p:cNvGrpSpPr/>
          <p:nvPr/>
        </p:nvGrpSpPr>
        <p:grpSpPr>
          <a:xfrm>
            <a:off x="4654462" y="1165204"/>
            <a:ext cx="3786013" cy="2086724"/>
            <a:chOff x="4654462" y="1165204"/>
            <a:chExt cx="3786013" cy="2086724"/>
          </a:xfrm>
        </p:grpSpPr>
        <p:sp>
          <p:nvSpPr>
            <p:cNvPr id="133" name="Rectangle 11">
              <a:extLst>
                <a:ext uri="{FF2B5EF4-FFF2-40B4-BE49-F238E27FC236}">
                  <a16:creationId xmlns:a16="http://schemas.microsoft.com/office/drawing/2014/main" id="{23EB6165-9D26-494C-81DE-82917AF675FC}"/>
                </a:ext>
              </a:extLst>
            </p:cNvPr>
            <p:cNvSpPr/>
            <p:nvPr/>
          </p:nvSpPr>
          <p:spPr>
            <a:xfrm>
              <a:off x="4654462" y="1165204"/>
              <a:ext cx="3786013" cy="1692998"/>
            </a:xfrm>
            <a:custGeom>
              <a:avLst/>
              <a:gdLst>
                <a:gd name="connsiteX0" fmla="*/ 0 w 3773519"/>
                <a:gd name="connsiteY0" fmla="*/ 0 h 1678309"/>
                <a:gd name="connsiteX1" fmla="*/ 3773519 w 3773519"/>
                <a:gd name="connsiteY1" fmla="*/ 0 h 1678309"/>
                <a:gd name="connsiteX2" fmla="*/ 3773519 w 3773519"/>
                <a:gd name="connsiteY2" fmla="*/ 1678309 h 1678309"/>
                <a:gd name="connsiteX3" fmla="*/ 0 w 3773519"/>
                <a:gd name="connsiteY3" fmla="*/ 1678309 h 1678309"/>
                <a:gd name="connsiteX4" fmla="*/ 0 w 3773519"/>
                <a:gd name="connsiteY4" fmla="*/ 0 h 1678309"/>
                <a:gd name="connsiteX0" fmla="*/ 3440 w 3776959"/>
                <a:gd name="connsiteY0" fmla="*/ 0 h 1678309"/>
                <a:gd name="connsiteX1" fmla="*/ 3776959 w 3776959"/>
                <a:gd name="connsiteY1" fmla="*/ 0 h 1678309"/>
                <a:gd name="connsiteX2" fmla="*/ 3776959 w 3776959"/>
                <a:gd name="connsiteY2" fmla="*/ 1678309 h 1678309"/>
                <a:gd name="connsiteX3" fmla="*/ 3440 w 3776959"/>
                <a:gd name="connsiteY3" fmla="*/ 1678309 h 1678309"/>
                <a:gd name="connsiteX4" fmla="*/ 0 w 3776959"/>
                <a:gd name="connsiteY4" fmla="*/ 1674891 h 1678309"/>
                <a:gd name="connsiteX5" fmla="*/ 3440 w 3776959"/>
                <a:gd name="connsiteY5" fmla="*/ 0 h 1678309"/>
                <a:gd name="connsiteX0" fmla="*/ 256937 w 4030456"/>
                <a:gd name="connsiteY0" fmla="*/ 0 h 1678309"/>
                <a:gd name="connsiteX1" fmla="*/ 4030456 w 4030456"/>
                <a:gd name="connsiteY1" fmla="*/ 0 h 1678309"/>
                <a:gd name="connsiteX2" fmla="*/ 4030456 w 4030456"/>
                <a:gd name="connsiteY2" fmla="*/ 1678309 h 1678309"/>
                <a:gd name="connsiteX3" fmla="*/ 256937 w 4030456"/>
                <a:gd name="connsiteY3" fmla="*/ 1678309 h 1678309"/>
                <a:gd name="connsiteX4" fmla="*/ 0 w 4030456"/>
                <a:gd name="connsiteY4" fmla="*/ 1593410 h 1678309"/>
                <a:gd name="connsiteX5" fmla="*/ 256937 w 4030456"/>
                <a:gd name="connsiteY5" fmla="*/ 0 h 1678309"/>
                <a:gd name="connsiteX0" fmla="*/ 256937 w 4030456"/>
                <a:gd name="connsiteY0" fmla="*/ 0 h 1678309"/>
                <a:gd name="connsiteX1" fmla="*/ 4030456 w 4030456"/>
                <a:gd name="connsiteY1" fmla="*/ 0 h 1678309"/>
                <a:gd name="connsiteX2" fmla="*/ 4030456 w 4030456"/>
                <a:gd name="connsiteY2" fmla="*/ 1678309 h 1678309"/>
                <a:gd name="connsiteX3" fmla="*/ 2556517 w 4030456"/>
                <a:gd name="connsiteY3" fmla="*/ 1678309 h 1678309"/>
                <a:gd name="connsiteX4" fmla="*/ 0 w 4030456"/>
                <a:gd name="connsiteY4" fmla="*/ 1593410 h 1678309"/>
                <a:gd name="connsiteX5" fmla="*/ 256937 w 4030456"/>
                <a:gd name="connsiteY5" fmla="*/ 0 h 1678309"/>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0 w 3786013"/>
                <a:gd name="connsiteY4" fmla="*/ 1692998 h 1692998"/>
                <a:gd name="connsiteX5" fmla="*/ 12494 w 3786013"/>
                <a:gd name="connsiteY5" fmla="*/ 0 h 1692998"/>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0 w 3786013"/>
                <a:gd name="connsiteY4" fmla="*/ 1692998 h 1692998"/>
                <a:gd name="connsiteX5" fmla="*/ 12494 w 3786013"/>
                <a:gd name="connsiteY5" fmla="*/ 0 h 1692998"/>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2299580 w 3786013"/>
                <a:gd name="connsiteY4" fmla="*/ 1665837 h 1692998"/>
                <a:gd name="connsiteX5" fmla="*/ 0 w 3786013"/>
                <a:gd name="connsiteY5" fmla="*/ 1692998 h 1692998"/>
                <a:gd name="connsiteX6" fmla="*/ 12494 w 3786013"/>
                <a:gd name="connsiteY6" fmla="*/ 0 h 1692998"/>
                <a:gd name="connsiteX0" fmla="*/ 12494 w 3786013"/>
                <a:gd name="connsiteY0" fmla="*/ 0 h 1756372"/>
                <a:gd name="connsiteX1" fmla="*/ 3786013 w 3786013"/>
                <a:gd name="connsiteY1" fmla="*/ 0 h 1756372"/>
                <a:gd name="connsiteX2" fmla="*/ 3786013 w 3786013"/>
                <a:gd name="connsiteY2" fmla="*/ 1678309 h 1756372"/>
                <a:gd name="connsiteX3" fmla="*/ 2312074 w 3786013"/>
                <a:gd name="connsiteY3" fmla="*/ 1678309 h 1756372"/>
                <a:gd name="connsiteX4" fmla="*/ 2127564 w 3786013"/>
                <a:gd name="connsiteY4" fmla="*/ 1756372 h 1756372"/>
                <a:gd name="connsiteX5" fmla="*/ 0 w 3786013"/>
                <a:gd name="connsiteY5" fmla="*/ 1692998 h 1756372"/>
                <a:gd name="connsiteX6" fmla="*/ 12494 w 3786013"/>
                <a:gd name="connsiteY6" fmla="*/ 0 h 1756372"/>
                <a:gd name="connsiteX0" fmla="*/ 12494 w 3786013"/>
                <a:gd name="connsiteY0" fmla="*/ 0 h 1756372"/>
                <a:gd name="connsiteX1" fmla="*/ 3786013 w 3786013"/>
                <a:gd name="connsiteY1" fmla="*/ 0 h 1756372"/>
                <a:gd name="connsiteX2" fmla="*/ 3786013 w 3786013"/>
                <a:gd name="connsiteY2" fmla="*/ 1678309 h 1756372"/>
                <a:gd name="connsiteX3" fmla="*/ 2293967 w 3786013"/>
                <a:gd name="connsiteY3" fmla="*/ 782016 h 1756372"/>
                <a:gd name="connsiteX4" fmla="*/ 2127564 w 3786013"/>
                <a:gd name="connsiteY4" fmla="*/ 1756372 h 1756372"/>
                <a:gd name="connsiteX5" fmla="*/ 0 w 3786013"/>
                <a:gd name="connsiteY5" fmla="*/ 1692998 h 1756372"/>
                <a:gd name="connsiteX6" fmla="*/ 12494 w 3786013"/>
                <a:gd name="connsiteY6" fmla="*/ 0 h 1756372"/>
                <a:gd name="connsiteX0" fmla="*/ 12494 w 3786013"/>
                <a:gd name="connsiteY0" fmla="*/ 0 h 1692998"/>
                <a:gd name="connsiteX1" fmla="*/ 3786013 w 3786013"/>
                <a:gd name="connsiteY1" fmla="*/ 0 h 1692998"/>
                <a:gd name="connsiteX2" fmla="*/ 3786013 w 3786013"/>
                <a:gd name="connsiteY2" fmla="*/ 1678309 h 1692998"/>
                <a:gd name="connsiteX3" fmla="*/ 2293967 w 3786013"/>
                <a:gd name="connsiteY3" fmla="*/ 782016 h 1692998"/>
                <a:gd name="connsiteX4" fmla="*/ 2290526 w 3786013"/>
                <a:gd name="connsiteY4" fmla="*/ 1683944 h 1692998"/>
                <a:gd name="connsiteX5" fmla="*/ 0 w 3786013"/>
                <a:gd name="connsiteY5" fmla="*/ 1692998 h 1692998"/>
                <a:gd name="connsiteX6" fmla="*/ 12494 w 3786013"/>
                <a:gd name="connsiteY6" fmla="*/ 0 h 1692998"/>
                <a:gd name="connsiteX0" fmla="*/ 12494 w 3786013"/>
                <a:gd name="connsiteY0" fmla="*/ 0 h 1692998"/>
                <a:gd name="connsiteX1" fmla="*/ 3786013 w 3786013"/>
                <a:gd name="connsiteY1" fmla="*/ 0 h 1692998"/>
                <a:gd name="connsiteX2" fmla="*/ 3786013 w 3786013"/>
                <a:gd name="connsiteY2" fmla="*/ 791069 h 1692998"/>
                <a:gd name="connsiteX3" fmla="*/ 2293967 w 3786013"/>
                <a:gd name="connsiteY3" fmla="*/ 782016 h 1692998"/>
                <a:gd name="connsiteX4" fmla="*/ 2290526 w 3786013"/>
                <a:gd name="connsiteY4" fmla="*/ 1683944 h 1692998"/>
                <a:gd name="connsiteX5" fmla="*/ 0 w 3786013"/>
                <a:gd name="connsiteY5" fmla="*/ 1692998 h 1692998"/>
                <a:gd name="connsiteX6" fmla="*/ 12494 w 3786013"/>
                <a:gd name="connsiteY6" fmla="*/ 0 h 1692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86013" h="1692998">
                  <a:moveTo>
                    <a:pt x="12494" y="0"/>
                  </a:moveTo>
                  <a:lnTo>
                    <a:pt x="3786013" y="0"/>
                  </a:lnTo>
                  <a:lnTo>
                    <a:pt x="3786013" y="791069"/>
                  </a:lnTo>
                  <a:lnTo>
                    <a:pt x="2293967" y="782016"/>
                  </a:lnTo>
                  <a:lnTo>
                    <a:pt x="2290526" y="1683944"/>
                  </a:lnTo>
                  <a:lnTo>
                    <a:pt x="0" y="1692998"/>
                  </a:lnTo>
                  <a:cubicBezTo>
                    <a:pt x="1147" y="1134701"/>
                    <a:pt x="11347" y="558297"/>
                    <a:pt x="12494" y="0"/>
                  </a:cubicBezTo>
                  <a:close/>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4" name="Straight Arrow Connector 133">
              <a:extLst>
                <a:ext uri="{FF2B5EF4-FFF2-40B4-BE49-F238E27FC236}">
                  <a16:creationId xmlns:a16="http://schemas.microsoft.com/office/drawing/2014/main" id="{8B8AB762-6F38-4EDA-92B2-2801FDDA2465}"/>
                </a:ext>
              </a:extLst>
            </p:cNvPr>
            <p:cNvCxnSpPr>
              <a:cxnSpLocks/>
            </p:cNvCxnSpPr>
            <p:nvPr/>
          </p:nvCxnSpPr>
          <p:spPr>
            <a:xfrm flipV="1">
              <a:off x="5336066" y="2878176"/>
              <a:ext cx="125596" cy="373752"/>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grpSp>
      <p:grpSp>
        <p:nvGrpSpPr>
          <p:cNvPr id="12" name="weight gain" hidden="1">
            <a:extLst>
              <a:ext uri="{FF2B5EF4-FFF2-40B4-BE49-F238E27FC236}">
                <a16:creationId xmlns:a16="http://schemas.microsoft.com/office/drawing/2014/main" id="{D8B01A22-3BC5-47D4-B093-44250736C873}"/>
              </a:ext>
            </a:extLst>
          </p:cNvPr>
          <p:cNvGrpSpPr/>
          <p:nvPr/>
        </p:nvGrpSpPr>
        <p:grpSpPr>
          <a:xfrm>
            <a:off x="4776974" y="1622998"/>
            <a:ext cx="4943128" cy="1644346"/>
            <a:chOff x="4715871" y="1624427"/>
            <a:chExt cx="4943128" cy="1644346"/>
          </a:xfrm>
        </p:grpSpPr>
        <p:sp>
          <p:nvSpPr>
            <p:cNvPr id="136" name="Rectangle 135">
              <a:extLst>
                <a:ext uri="{FF2B5EF4-FFF2-40B4-BE49-F238E27FC236}">
                  <a16:creationId xmlns:a16="http://schemas.microsoft.com/office/drawing/2014/main" id="{9B55AB09-9ECF-4CCD-851B-3A00710983CD}"/>
                </a:ext>
              </a:extLst>
            </p:cNvPr>
            <p:cNvSpPr/>
            <p:nvPr/>
          </p:nvSpPr>
          <p:spPr>
            <a:xfrm>
              <a:off x="4715871" y="2411289"/>
              <a:ext cx="1704365" cy="3030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2B119EE0-1B23-45C7-8689-65B0ED011F05}"/>
                </a:ext>
              </a:extLst>
            </p:cNvPr>
            <p:cNvSpPr/>
            <p:nvPr/>
          </p:nvSpPr>
          <p:spPr>
            <a:xfrm>
              <a:off x="8379473" y="1624427"/>
              <a:ext cx="1279526" cy="3030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8" name="Straight Arrow Connector 137">
              <a:extLst>
                <a:ext uri="{FF2B5EF4-FFF2-40B4-BE49-F238E27FC236}">
                  <a16:creationId xmlns:a16="http://schemas.microsoft.com/office/drawing/2014/main" id="{AECE7CBE-BD9F-4D9A-912A-67AF8B64E588}"/>
                </a:ext>
              </a:extLst>
            </p:cNvPr>
            <p:cNvCxnSpPr>
              <a:cxnSpLocks/>
              <a:stCxn id="136" idx="2"/>
              <a:endCxn id="109" idx="0"/>
            </p:cNvCxnSpPr>
            <p:nvPr/>
          </p:nvCxnSpPr>
          <p:spPr>
            <a:xfrm>
              <a:off x="5568054" y="2714333"/>
              <a:ext cx="1730792" cy="554440"/>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743EBE88-9999-4328-8804-3D40603C87ED}"/>
                </a:ext>
              </a:extLst>
            </p:cNvPr>
            <p:cNvCxnSpPr>
              <a:cxnSpLocks/>
              <a:stCxn id="137" idx="2"/>
              <a:endCxn id="109" idx="0"/>
            </p:cNvCxnSpPr>
            <p:nvPr/>
          </p:nvCxnSpPr>
          <p:spPr>
            <a:xfrm flipH="1">
              <a:off x="7298846" y="1927471"/>
              <a:ext cx="1720390" cy="1341302"/>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0" name="sex side effect box">
            <a:extLst>
              <a:ext uri="{FF2B5EF4-FFF2-40B4-BE49-F238E27FC236}">
                <a16:creationId xmlns:a16="http://schemas.microsoft.com/office/drawing/2014/main" id="{387ACF1C-D9A6-44C3-8178-B31F082189A2}"/>
              </a:ext>
            </a:extLst>
          </p:cNvPr>
          <p:cNvSpPr/>
          <p:nvPr/>
        </p:nvSpPr>
        <p:spPr>
          <a:xfrm>
            <a:off x="4743616" y="1174904"/>
            <a:ext cx="6722043" cy="1702522"/>
          </a:xfrm>
          <a:custGeom>
            <a:avLst/>
            <a:gdLst>
              <a:gd name="connsiteX0" fmla="*/ 0 w 8157172"/>
              <a:gd name="connsiteY0" fmla="*/ 0 h 1692998"/>
              <a:gd name="connsiteX1" fmla="*/ 9053 w 8157172"/>
              <a:gd name="connsiteY1" fmla="*/ 1692998 h 1692998"/>
              <a:gd name="connsiteX2" fmla="*/ 8157172 w 8157172"/>
              <a:gd name="connsiteY2" fmla="*/ 1692998 h 1692998"/>
              <a:gd name="connsiteX3" fmla="*/ 8157172 w 8157172"/>
              <a:gd name="connsiteY3" fmla="*/ 72428 h 1692998"/>
              <a:gd name="connsiteX4" fmla="*/ 5920966 w 8157172"/>
              <a:gd name="connsiteY4" fmla="*/ 72428 h 1692998"/>
              <a:gd name="connsiteX5" fmla="*/ 5920966 w 8157172"/>
              <a:gd name="connsiteY5" fmla="*/ 425513 h 1692998"/>
              <a:gd name="connsiteX6" fmla="*/ 4454305 w 8157172"/>
              <a:gd name="connsiteY6" fmla="*/ 425513 h 1692998"/>
              <a:gd name="connsiteX7" fmla="*/ 2335794 w 8157172"/>
              <a:gd name="connsiteY7" fmla="*/ 425513 h 1692998"/>
              <a:gd name="connsiteX8" fmla="*/ 2335794 w 8157172"/>
              <a:gd name="connsiteY8" fmla="*/ 18107 h 1692998"/>
              <a:gd name="connsiteX9" fmla="*/ 0 w 8157172"/>
              <a:gd name="connsiteY9" fmla="*/ 0 h 1692998"/>
              <a:gd name="connsiteX0" fmla="*/ 0 w 8157172"/>
              <a:gd name="connsiteY0" fmla="*/ 0 h 1692998"/>
              <a:gd name="connsiteX1" fmla="*/ 9053 w 8157172"/>
              <a:gd name="connsiteY1" fmla="*/ 1692998 h 1692998"/>
              <a:gd name="connsiteX2" fmla="*/ 8157172 w 8157172"/>
              <a:gd name="connsiteY2" fmla="*/ 769544 h 1692998"/>
              <a:gd name="connsiteX3" fmla="*/ 8157172 w 8157172"/>
              <a:gd name="connsiteY3" fmla="*/ 72428 h 1692998"/>
              <a:gd name="connsiteX4" fmla="*/ 5920966 w 8157172"/>
              <a:gd name="connsiteY4" fmla="*/ 72428 h 1692998"/>
              <a:gd name="connsiteX5" fmla="*/ 5920966 w 8157172"/>
              <a:gd name="connsiteY5" fmla="*/ 425513 h 1692998"/>
              <a:gd name="connsiteX6" fmla="*/ 4454305 w 8157172"/>
              <a:gd name="connsiteY6" fmla="*/ 425513 h 1692998"/>
              <a:gd name="connsiteX7" fmla="*/ 2335794 w 8157172"/>
              <a:gd name="connsiteY7" fmla="*/ 425513 h 1692998"/>
              <a:gd name="connsiteX8" fmla="*/ 2335794 w 8157172"/>
              <a:gd name="connsiteY8" fmla="*/ 18107 h 1692998"/>
              <a:gd name="connsiteX9" fmla="*/ 0 w 8157172"/>
              <a:gd name="connsiteY9" fmla="*/ 0 h 1692998"/>
              <a:gd name="connsiteX0" fmla="*/ 0 w 8157172"/>
              <a:gd name="connsiteY0" fmla="*/ 0 h 1702051"/>
              <a:gd name="connsiteX1" fmla="*/ 9053 w 8157172"/>
              <a:gd name="connsiteY1" fmla="*/ 1692998 h 1702051"/>
              <a:gd name="connsiteX2" fmla="*/ 0 w 8157172"/>
              <a:gd name="connsiteY2" fmla="*/ 1702051 h 1702051"/>
              <a:gd name="connsiteX3" fmla="*/ 8157172 w 8157172"/>
              <a:gd name="connsiteY3" fmla="*/ 769544 h 1702051"/>
              <a:gd name="connsiteX4" fmla="*/ 8157172 w 8157172"/>
              <a:gd name="connsiteY4" fmla="*/ 72428 h 1702051"/>
              <a:gd name="connsiteX5" fmla="*/ 5920966 w 8157172"/>
              <a:gd name="connsiteY5" fmla="*/ 72428 h 1702051"/>
              <a:gd name="connsiteX6" fmla="*/ 5920966 w 8157172"/>
              <a:gd name="connsiteY6" fmla="*/ 425513 h 1702051"/>
              <a:gd name="connsiteX7" fmla="*/ 4454305 w 8157172"/>
              <a:gd name="connsiteY7" fmla="*/ 425513 h 1702051"/>
              <a:gd name="connsiteX8" fmla="*/ 2335794 w 8157172"/>
              <a:gd name="connsiteY8" fmla="*/ 425513 h 1702051"/>
              <a:gd name="connsiteX9" fmla="*/ 2335794 w 8157172"/>
              <a:gd name="connsiteY9" fmla="*/ 18107 h 1702051"/>
              <a:gd name="connsiteX10" fmla="*/ 0 w 8157172"/>
              <a:gd name="connsiteY10" fmla="*/ 0 h 1702051"/>
              <a:gd name="connsiteX0" fmla="*/ 0 w 8157172"/>
              <a:gd name="connsiteY0" fmla="*/ 0 h 1692998"/>
              <a:gd name="connsiteX1" fmla="*/ 9053 w 8157172"/>
              <a:gd name="connsiteY1" fmla="*/ 1692998 h 1692998"/>
              <a:gd name="connsiteX2" fmla="*/ 2290527 w 8157172"/>
              <a:gd name="connsiteY2" fmla="*/ 1692997 h 1692998"/>
              <a:gd name="connsiteX3" fmla="*/ 8157172 w 8157172"/>
              <a:gd name="connsiteY3" fmla="*/ 769544 h 1692998"/>
              <a:gd name="connsiteX4" fmla="*/ 8157172 w 8157172"/>
              <a:gd name="connsiteY4" fmla="*/ 72428 h 1692998"/>
              <a:gd name="connsiteX5" fmla="*/ 5920966 w 8157172"/>
              <a:gd name="connsiteY5" fmla="*/ 72428 h 1692998"/>
              <a:gd name="connsiteX6" fmla="*/ 5920966 w 8157172"/>
              <a:gd name="connsiteY6" fmla="*/ 425513 h 1692998"/>
              <a:gd name="connsiteX7" fmla="*/ 4454305 w 8157172"/>
              <a:gd name="connsiteY7" fmla="*/ 425513 h 1692998"/>
              <a:gd name="connsiteX8" fmla="*/ 2335794 w 8157172"/>
              <a:gd name="connsiteY8" fmla="*/ 425513 h 1692998"/>
              <a:gd name="connsiteX9" fmla="*/ 2335794 w 8157172"/>
              <a:gd name="connsiteY9" fmla="*/ 18107 h 1692998"/>
              <a:gd name="connsiteX10" fmla="*/ 0 w 8157172"/>
              <a:gd name="connsiteY10"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81473 w 8157172"/>
              <a:gd name="connsiteY3" fmla="*/ 1683944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832918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782118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782118 h 1692998"/>
              <a:gd name="connsiteX4" fmla="*/ 7627925 w 8157172"/>
              <a:gd name="connsiteY4" fmla="*/ 779069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7627925"/>
              <a:gd name="connsiteY0" fmla="*/ 0 h 1692998"/>
              <a:gd name="connsiteX1" fmla="*/ 9053 w 7627925"/>
              <a:gd name="connsiteY1" fmla="*/ 1692998 h 1692998"/>
              <a:gd name="connsiteX2" fmla="*/ 2290527 w 7627925"/>
              <a:gd name="connsiteY2" fmla="*/ 1692997 h 1692998"/>
              <a:gd name="connsiteX3" fmla="*/ 2290527 w 7627925"/>
              <a:gd name="connsiteY3" fmla="*/ 782118 h 1692998"/>
              <a:gd name="connsiteX4" fmla="*/ 7627925 w 7627925"/>
              <a:gd name="connsiteY4" fmla="*/ 779069 h 1692998"/>
              <a:gd name="connsiteX5" fmla="*/ 7627925 w 7627925"/>
              <a:gd name="connsiteY5" fmla="*/ 91478 h 1692998"/>
              <a:gd name="connsiteX6" fmla="*/ 5920966 w 7627925"/>
              <a:gd name="connsiteY6" fmla="*/ 72428 h 1692998"/>
              <a:gd name="connsiteX7" fmla="*/ 5920966 w 7627925"/>
              <a:gd name="connsiteY7" fmla="*/ 425513 h 1692998"/>
              <a:gd name="connsiteX8" fmla="*/ 4454305 w 7627925"/>
              <a:gd name="connsiteY8" fmla="*/ 425513 h 1692998"/>
              <a:gd name="connsiteX9" fmla="*/ 2335794 w 7627925"/>
              <a:gd name="connsiteY9" fmla="*/ 425513 h 1692998"/>
              <a:gd name="connsiteX10" fmla="*/ 2335794 w 7627925"/>
              <a:gd name="connsiteY10" fmla="*/ 18107 h 1692998"/>
              <a:gd name="connsiteX11" fmla="*/ 0 w 7627925"/>
              <a:gd name="connsiteY11" fmla="*/ 0 h 1692998"/>
              <a:gd name="connsiteX0" fmla="*/ 0 w 7627925"/>
              <a:gd name="connsiteY0" fmla="*/ 0 h 1692998"/>
              <a:gd name="connsiteX1" fmla="*/ 9053 w 7627925"/>
              <a:gd name="connsiteY1" fmla="*/ 1692998 h 1692998"/>
              <a:gd name="connsiteX2" fmla="*/ 2290527 w 7627925"/>
              <a:gd name="connsiteY2" fmla="*/ 1692997 h 1692998"/>
              <a:gd name="connsiteX3" fmla="*/ 2690446 w 7627925"/>
              <a:gd name="connsiteY3" fmla="*/ 763068 h 1692998"/>
              <a:gd name="connsiteX4" fmla="*/ 7627925 w 7627925"/>
              <a:gd name="connsiteY4" fmla="*/ 779069 h 1692998"/>
              <a:gd name="connsiteX5" fmla="*/ 7627925 w 7627925"/>
              <a:gd name="connsiteY5" fmla="*/ 91478 h 1692998"/>
              <a:gd name="connsiteX6" fmla="*/ 5920966 w 7627925"/>
              <a:gd name="connsiteY6" fmla="*/ 72428 h 1692998"/>
              <a:gd name="connsiteX7" fmla="*/ 5920966 w 7627925"/>
              <a:gd name="connsiteY7" fmla="*/ 425513 h 1692998"/>
              <a:gd name="connsiteX8" fmla="*/ 4454305 w 7627925"/>
              <a:gd name="connsiteY8" fmla="*/ 425513 h 1692998"/>
              <a:gd name="connsiteX9" fmla="*/ 2335794 w 7627925"/>
              <a:gd name="connsiteY9" fmla="*/ 425513 h 1692998"/>
              <a:gd name="connsiteX10" fmla="*/ 2335794 w 7627925"/>
              <a:gd name="connsiteY10" fmla="*/ 18107 h 1692998"/>
              <a:gd name="connsiteX11" fmla="*/ 0 w 7627925"/>
              <a:gd name="connsiteY11" fmla="*/ 0 h 1692998"/>
              <a:gd name="connsiteX0" fmla="*/ 0 w 7627925"/>
              <a:gd name="connsiteY0" fmla="*/ 0 h 1702522"/>
              <a:gd name="connsiteX1" fmla="*/ 9053 w 7627925"/>
              <a:gd name="connsiteY1" fmla="*/ 1692998 h 1702522"/>
              <a:gd name="connsiteX2" fmla="*/ 2679637 w 7627925"/>
              <a:gd name="connsiteY2" fmla="*/ 1702522 h 1702522"/>
              <a:gd name="connsiteX3" fmla="*/ 2690446 w 7627925"/>
              <a:gd name="connsiteY3" fmla="*/ 763068 h 1702522"/>
              <a:gd name="connsiteX4" fmla="*/ 7627925 w 7627925"/>
              <a:gd name="connsiteY4" fmla="*/ 779069 h 1702522"/>
              <a:gd name="connsiteX5" fmla="*/ 7627925 w 7627925"/>
              <a:gd name="connsiteY5" fmla="*/ 91478 h 1702522"/>
              <a:gd name="connsiteX6" fmla="*/ 5920966 w 7627925"/>
              <a:gd name="connsiteY6" fmla="*/ 72428 h 1702522"/>
              <a:gd name="connsiteX7" fmla="*/ 5920966 w 7627925"/>
              <a:gd name="connsiteY7" fmla="*/ 425513 h 1702522"/>
              <a:gd name="connsiteX8" fmla="*/ 4454305 w 7627925"/>
              <a:gd name="connsiteY8" fmla="*/ 425513 h 1702522"/>
              <a:gd name="connsiteX9" fmla="*/ 2335794 w 7627925"/>
              <a:gd name="connsiteY9" fmla="*/ 425513 h 1702522"/>
              <a:gd name="connsiteX10" fmla="*/ 2335794 w 7627925"/>
              <a:gd name="connsiteY10" fmla="*/ 18107 h 1702522"/>
              <a:gd name="connsiteX11" fmla="*/ 0 w 7627925"/>
              <a:gd name="connsiteY11" fmla="*/ 0 h 1702522"/>
              <a:gd name="connsiteX0" fmla="*/ 0 w 7627925"/>
              <a:gd name="connsiteY0" fmla="*/ 0 h 1702522"/>
              <a:gd name="connsiteX1" fmla="*/ 9053 w 7627925"/>
              <a:gd name="connsiteY1" fmla="*/ 1692998 h 1702522"/>
              <a:gd name="connsiteX2" fmla="*/ 2690446 w 7627925"/>
              <a:gd name="connsiteY2" fmla="*/ 1702522 h 1702522"/>
              <a:gd name="connsiteX3" fmla="*/ 2690446 w 7627925"/>
              <a:gd name="connsiteY3" fmla="*/ 763068 h 1702522"/>
              <a:gd name="connsiteX4" fmla="*/ 7627925 w 7627925"/>
              <a:gd name="connsiteY4" fmla="*/ 779069 h 1702522"/>
              <a:gd name="connsiteX5" fmla="*/ 7627925 w 7627925"/>
              <a:gd name="connsiteY5" fmla="*/ 91478 h 1702522"/>
              <a:gd name="connsiteX6" fmla="*/ 5920966 w 7627925"/>
              <a:gd name="connsiteY6" fmla="*/ 72428 h 1702522"/>
              <a:gd name="connsiteX7" fmla="*/ 5920966 w 7627925"/>
              <a:gd name="connsiteY7" fmla="*/ 425513 h 1702522"/>
              <a:gd name="connsiteX8" fmla="*/ 4454305 w 7627925"/>
              <a:gd name="connsiteY8" fmla="*/ 425513 h 1702522"/>
              <a:gd name="connsiteX9" fmla="*/ 2335794 w 7627925"/>
              <a:gd name="connsiteY9" fmla="*/ 425513 h 1702522"/>
              <a:gd name="connsiteX10" fmla="*/ 2335794 w 7627925"/>
              <a:gd name="connsiteY10" fmla="*/ 18107 h 1702522"/>
              <a:gd name="connsiteX11" fmla="*/ 0 w 7627925"/>
              <a:gd name="connsiteY11" fmla="*/ 0 h 1702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27925" h="1702522">
                <a:moveTo>
                  <a:pt x="0" y="0"/>
                </a:moveTo>
                <a:cubicBezTo>
                  <a:pt x="3018" y="564333"/>
                  <a:pt x="6035" y="1128665"/>
                  <a:pt x="9053" y="1692998"/>
                </a:cubicBezTo>
                <a:lnTo>
                  <a:pt x="2690446" y="1702522"/>
                </a:lnTo>
                <a:lnTo>
                  <a:pt x="2690446" y="763068"/>
                </a:lnTo>
                <a:lnTo>
                  <a:pt x="7627925" y="779069"/>
                </a:lnTo>
                <a:lnTo>
                  <a:pt x="7627925" y="91478"/>
                </a:lnTo>
                <a:lnTo>
                  <a:pt x="5920966" y="72428"/>
                </a:lnTo>
                <a:lnTo>
                  <a:pt x="5920966" y="425513"/>
                </a:lnTo>
                <a:lnTo>
                  <a:pt x="4454305" y="425513"/>
                </a:lnTo>
                <a:lnTo>
                  <a:pt x="2335794" y="425513"/>
                </a:lnTo>
                <a:lnTo>
                  <a:pt x="2335794" y="18107"/>
                </a:lnTo>
                <a:lnTo>
                  <a:pt x="0" y="0"/>
                </a:lnTo>
                <a:close/>
              </a:path>
            </a:pathLst>
          </a:custGeom>
          <a:noFill/>
          <a:ln w="28575">
            <a:solidFill>
              <a:srgbClr val="FF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QTc prol" hidden="1">
            <a:extLst>
              <a:ext uri="{FF2B5EF4-FFF2-40B4-BE49-F238E27FC236}">
                <a16:creationId xmlns:a16="http://schemas.microsoft.com/office/drawing/2014/main" id="{9B9D0947-6A6A-43BC-8197-5491CA281135}"/>
              </a:ext>
            </a:extLst>
          </p:cNvPr>
          <p:cNvGrpSpPr/>
          <p:nvPr/>
        </p:nvGrpSpPr>
        <p:grpSpPr>
          <a:xfrm>
            <a:off x="4799416" y="1263382"/>
            <a:ext cx="6703486" cy="2000181"/>
            <a:chOff x="4799416" y="1263382"/>
            <a:chExt cx="6703486" cy="2000181"/>
          </a:xfrm>
        </p:grpSpPr>
        <p:sp>
          <p:nvSpPr>
            <p:cNvPr id="142" name="Rectangle 141">
              <a:extLst>
                <a:ext uri="{FF2B5EF4-FFF2-40B4-BE49-F238E27FC236}">
                  <a16:creationId xmlns:a16="http://schemas.microsoft.com/office/drawing/2014/main" id="{355869E7-5217-44DB-9F79-BCB667B78043}"/>
                </a:ext>
              </a:extLst>
            </p:cNvPr>
            <p:cNvSpPr/>
            <p:nvPr/>
          </p:nvSpPr>
          <p:spPr>
            <a:xfrm>
              <a:off x="10099241" y="1263382"/>
              <a:ext cx="1403661" cy="6766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0FB7DC31-494B-4D97-96A8-BCA430D59A79}"/>
                </a:ext>
              </a:extLst>
            </p:cNvPr>
            <p:cNvSpPr/>
            <p:nvPr/>
          </p:nvSpPr>
          <p:spPr>
            <a:xfrm>
              <a:off x="4799416" y="1869682"/>
              <a:ext cx="1926218" cy="300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4" name="Straight Arrow Connector 143">
              <a:extLst>
                <a:ext uri="{FF2B5EF4-FFF2-40B4-BE49-F238E27FC236}">
                  <a16:creationId xmlns:a16="http://schemas.microsoft.com/office/drawing/2014/main" id="{A1C44EE3-7CA0-4B04-A5EF-2ED715D7D1E6}"/>
                </a:ext>
              </a:extLst>
            </p:cNvPr>
            <p:cNvCxnSpPr>
              <a:cxnSpLocks/>
              <a:stCxn id="142" idx="2"/>
              <a:endCxn id="115" idx="0"/>
            </p:cNvCxnSpPr>
            <p:nvPr/>
          </p:nvCxnSpPr>
          <p:spPr>
            <a:xfrm>
              <a:off x="10801072" y="1940005"/>
              <a:ext cx="308738" cy="1323558"/>
            </a:xfrm>
            <a:prstGeom prst="straightConnector1">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7D5FE512-813B-43E6-82A4-6299A3F95757}"/>
                </a:ext>
              </a:extLst>
            </p:cNvPr>
            <p:cNvCxnSpPr>
              <a:cxnSpLocks/>
              <a:stCxn id="143" idx="3"/>
              <a:endCxn id="115" idx="0"/>
            </p:cNvCxnSpPr>
            <p:nvPr/>
          </p:nvCxnSpPr>
          <p:spPr>
            <a:xfrm>
              <a:off x="6725634" y="2019893"/>
              <a:ext cx="4384176" cy="1243670"/>
            </a:xfrm>
            <a:prstGeom prst="straightConnector1">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7" name="TCA">
            <a:extLst>
              <a:ext uri="{FF2B5EF4-FFF2-40B4-BE49-F238E27FC236}">
                <a16:creationId xmlns:a16="http://schemas.microsoft.com/office/drawing/2014/main" id="{D65C7CD8-FCC0-4AB2-AAC2-4B66A84B7A58}"/>
              </a:ext>
            </a:extLst>
          </p:cNvPr>
          <p:cNvSpPr/>
          <p:nvPr/>
        </p:nvSpPr>
        <p:spPr>
          <a:xfrm>
            <a:off x="2955542" y="1342312"/>
            <a:ext cx="1440905" cy="373579"/>
          </a:xfrm>
          <a:prstGeom prst="roundRect">
            <a:avLst/>
          </a:prstGeom>
          <a:solidFill>
            <a:schemeClr val="bg1"/>
          </a:solidFill>
          <a:ln w="28575">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“Activating”?</a:t>
            </a:r>
          </a:p>
        </p:txBody>
      </p:sp>
      <p:sp>
        <p:nvSpPr>
          <p:cNvPr id="148" name="TCA">
            <a:extLst>
              <a:ext uri="{FF2B5EF4-FFF2-40B4-BE49-F238E27FC236}">
                <a16:creationId xmlns:a16="http://schemas.microsoft.com/office/drawing/2014/main" id="{E9FA5C4E-2788-43E4-A6CA-08DEB7E3BAC1}"/>
              </a:ext>
            </a:extLst>
          </p:cNvPr>
          <p:cNvSpPr/>
          <p:nvPr/>
        </p:nvSpPr>
        <p:spPr>
          <a:xfrm>
            <a:off x="2967853" y="2095110"/>
            <a:ext cx="1428594" cy="373579"/>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“Sedating”?</a:t>
            </a:r>
          </a:p>
        </p:txBody>
      </p:sp>
      <p:pic>
        <p:nvPicPr>
          <p:cNvPr id="86" name="Graphic 85" descr="Cursor with solid fill">
            <a:extLst>
              <a:ext uri="{FF2B5EF4-FFF2-40B4-BE49-F238E27FC236}">
                <a16:creationId xmlns:a16="http://schemas.microsoft.com/office/drawing/2014/main" id="{0ED72218-F36A-41B8-B219-BD9EE8565C7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259188" y="1591925"/>
            <a:ext cx="395274" cy="395274"/>
          </a:xfrm>
          <a:prstGeom prst="rect">
            <a:avLst/>
          </a:prstGeom>
        </p:spPr>
      </p:pic>
      <p:pic>
        <p:nvPicPr>
          <p:cNvPr id="150" name="Graphic 149" descr="Cursor with solid fill">
            <a:extLst>
              <a:ext uri="{FF2B5EF4-FFF2-40B4-BE49-F238E27FC236}">
                <a16:creationId xmlns:a16="http://schemas.microsoft.com/office/drawing/2014/main" id="{87C7E786-B3D1-4DCD-A847-4C86E9B0CE9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259188" y="2316803"/>
            <a:ext cx="395274" cy="395274"/>
          </a:xfrm>
          <a:prstGeom prst="rect">
            <a:avLst/>
          </a:prstGeom>
        </p:spPr>
      </p:pic>
      <p:grpSp>
        <p:nvGrpSpPr>
          <p:cNvPr id="25" name="drowsiness" hidden="1">
            <a:extLst>
              <a:ext uri="{FF2B5EF4-FFF2-40B4-BE49-F238E27FC236}">
                <a16:creationId xmlns:a16="http://schemas.microsoft.com/office/drawing/2014/main" id="{817F222A-3B5C-4B85-9A8B-2C3AFCA39660}"/>
              </a:ext>
            </a:extLst>
          </p:cNvPr>
          <p:cNvGrpSpPr/>
          <p:nvPr/>
        </p:nvGrpSpPr>
        <p:grpSpPr>
          <a:xfrm>
            <a:off x="4842050" y="1343489"/>
            <a:ext cx="6623609" cy="2270714"/>
            <a:chOff x="4842050" y="1343489"/>
            <a:chExt cx="6623609" cy="2270714"/>
          </a:xfrm>
        </p:grpSpPr>
        <p:cxnSp>
          <p:nvCxnSpPr>
            <p:cNvPr id="5" name="Straight Arrow Connector 4">
              <a:extLst>
                <a:ext uri="{FF2B5EF4-FFF2-40B4-BE49-F238E27FC236}">
                  <a16:creationId xmlns:a16="http://schemas.microsoft.com/office/drawing/2014/main" id="{98FB9D52-A43F-4206-B4AF-EAE02A3CDE77}"/>
                </a:ext>
              </a:extLst>
            </p:cNvPr>
            <p:cNvCxnSpPr>
              <a:cxnSpLocks/>
            </p:cNvCxnSpPr>
            <p:nvPr/>
          </p:nvCxnSpPr>
          <p:spPr>
            <a:xfrm flipV="1">
              <a:off x="8865087" y="1950473"/>
              <a:ext cx="1122225" cy="166373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D31C165F-26EE-4E06-BD5C-7CA6B7EB1331}"/>
                </a:ext>
              </a:extLst>
            </p:cNvPr>
            <p:cNvSpPr/>
            <p:nvPr/>
          </p:nvSpPr>
          <p:spPr>
            <a:xfrm>
              <a:off x="8493399" y="1343489"/>
              <a:ext cx="2972260" cy="600075"/>
            </a:xfrm>
            <a:custGeom>
              <a:avLst/>
              <a:gdLst>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52550 w 2828925"/>
                <a:gd name="connsiteY5" fmla="*/ 28575 h 600075"/>
                <a:gd name="connsiteX6" fmla="*/ 2828925 w 2828925"/>
                <a:gd name="connsiteY6" fmla="*/ 0 h 600075"/>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57312 w 2828925"/>
                <a:gd name="connsiteY5" fmla="*/ 9525 h 600075"/>
                <a:gd name="connsiteX6" fmla="*/ 2828925 w 2828925"/>
                <a:gd name="connsiteY6" fmla="*/ 0 h 600075"/>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47787 w 2828925"/>
                <a:gd name="connsiteY5" fmla="*/ 4762 h 600075"/>
                <a:gd name="connsiteX6" fmla="*/ 2828925 w 2828925"/>
                <a:gd name="connsiteY6" fmla="*/ 0 h 600075"/>
                <a:gd name="connsiteX0" fmla="*/ 2971800 w 2971800"/>
                <a:gd name="connsiteY0" fmla="*/ 0 h 600075"/>
                <a:gd name="connsiteX1" fmla="*/ 2971800 w 2971800"/>
                <a:gd name="connsiteY1" fmla="*/ 600075 h 600075"/>
                <a:gd name="connsiteX2" fmla="*/ 0 w 2971800"/>
                <a:gd name="connsiteY2" fmla="*/ 600075 h 600075"/>
                <a:gd name="connsiteX3" fmla="*/ 142875 w 2971800"/>
                <a:gd name="connsiteY3" fmla="*/ 304800 h 600075"/>
                <a:gd name="connsiteX4" fmla="*/ 1495425 w 2971800"/>
                <a:gd name="connsiteY4" fmla="*/ 304800 h 600075"/>
                <a:gd name="connsiteX5" fmla="*/ 1490662 w 2971800"/>
                <a:gd name="connsiteY5" fmla="*/ 4762 h 600075"/>
                <a:gd name="connsiteX6" fmla="*/ 2971800 w 2971800"/>
                <a:gd name="connsiteY6" fmla="*/ 0 h 600075"/>
                <a:gd name="connsiteX0" fmla="*/ 2981325 w 2981325"/>
                <a:gd name="connsiteY0" fmla="*/ 0 h 600075"/>
                <a:gd name="connsiteX1" fmla="*/ 2981325 w 2981325"/>
                <a:gd name="connsiteY1" fmla="*/ 600075 h 600075"/>
                <a:gd name="connsiteX2" fmla="*/ 9525 w 2981325"/>
                <a:gd name="connsiteY2" fmla="*/ 600075 h 600075"/>
                <a:gd name="connsiteX3" fmla="*/ 0 w 2981325"/>
                <a:gd name="connsiteY3" fmla="*/ 304800 h 600075"/>
                <a:gd name="connsiteX4" fmla="*/ 1504950 w 2981325"/>
                <a:gd name="connsiteY4" fmla="*/ 304800 h 600075"/>
                <a:gd name="connsiteX5" fmla="*/ 1500187 w 2981325"/>
                <a:gd name="connsiteY5" fmla="*/ 4762 h 600075"/>
                <a:gd name="connsiteX6" fmla="*/ 2981325 w 2981325"/>
                <a:gd name="connsiteY6" fmla="*/ 0 h 600075"/>
                <a:gd name="connsiteX0" fmla="*/ 2971800 w 2971800"/>
                <a:gd name="connsiteY0" fmla="*/ 0 h 600075"/>
                <a:gd name="connsiteX1" fmla="*/ 2971800 w 2971800"/>
                <a:gd name="connsiteY1" fmla="*/ 600075 h 600075"/>
                <a:gd name="connsiteX2" fmla="*/ 0 w 2971800"/>
                <a:gd name="connsiteY2" fmla="*/ 600075 h 600075"/>
                <a:gd name="connsiteX3" fmla="*/ 4762 w 2971800"/>
                <a:gd name="connsiteY3" fmla="*/ 311944 h 600075"/>
                <a:gd name="connsiteX4" fmla="*/ 1495425 w 2971800"/>
                <a:gd name="connsiteY4" fmla="*/ 304800 h 600075"/>
                <a:gd name="connsiteX5" fmla="*/ 1490662 w 2971800"/>
                <a:gd name="connsiteY5" fmla="*/ 4762 h 600075"/>
                <a:gd name="connsiteX6" fmla="*/ 2971800 w 2971800"/>
                <a:gd name="connsiteY6" fmla="*/ 0 h 600075"/>
                <a:gd name="connsiteX0" fmla="*/ 2976774 w 2976774"/>
                <a:gd name="connsiteY0" fmla="*/ 0 h 600075"/>
                <a:gd name="connsiteX1" fmla="*/ 2976774 w 2976774"/>
                <a:gd name="connsiteY1" fmla="*/ 600075 h 600075"/>
                <a:gd name="connsiteX2" fmla="*/ 4974 w 2976774"/>
                <a:gd name="connsiteY2" fmla="*/ 600075 h 600075"/>
                <a:gd name="connsiteX3" fmla="*/ 211 w 2976774"/>
                <a:gd name="connsiteY3" fmla="*/ 314325 h 600075"/>
                <a:gd name="connsiteX4" fmla="*/ 1500399 w 2976774"/>
                <a:gd name="connsiteY4" fmla="*/ 304800 h 600075"/>
                <a:gd name="connsiteX5" fmla="*/ 1495636 w 2976774"/>
                <a:gd name="connsiteY5" fmla="*/ 4762 h 600075"/>
                <a:gd name="connsiteX6" fmla="*/ 2976774 w 2976774"/>
                <a:gd name="connsiteY6" fmla="*/ 0 h 600075"/>
                <a:gd name="connsiteX0" fmla="*/ 2972260 w 2972260"/>
                <a:gd name="connsiteY0" fmla="*/ 0 h 600075"/>
                <a:gd name="connsiteX1" fmla="*/ 2972260 w 2972260"/>
                <a:gd name="connsiteY1" fmla="*/ 600075 h 600075"/>
                <a:gd name="connsiteX2" fmla="*/ 460 w 2972260"/>
                <a:gd name="connsiteY2" fmla="*/ 600075 h 600075"/>
                <a:gd name="connsiteX3" fmla="*/ 459 w 2972260"/>
                <a:gd name="connsiteY3" fmla="*/ 311943 h 600075"/>
                <a:gd name="connsiteX4" fmla="*/ 1495885 w 2972260"/>
                <a:gd name="connsiteY4" fmla="*/ 304800 h 600075"/>
                <a:gd name="connsiteX5" fmla="*/ 1491122 w 2972260"/>
                <a:gd name="connsiteY5" fmla="*/ 4762 h 600075"/>
                <a:gd name="connsiteX6" fmla="*/ 2972260 w 2972260"/>
                <a:gd name="connsiteY6"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2260" h="600075">
                  <a:moveTo>
                    <a:pt x="2972260" y="0"/>
                  </a:moveTo>
                  <a:lnTo>
                    <a:pt x="2972260" y="600075"/>
                  </a:lnTo>
                  <a:lnTo>
                    <a:pt x="460" y="600075"/>
                  </a:lnTo>
                  <a:cubicBezTo>
                    <a:pt x="2047" y="504031"/>
                    <a:pt x="-1128" y="407987"/>
                    <a:pt x="459" y="311943"/>
                  </a:cubicBezTo>
                  <a:lnTo>
                    <a:pt x="1495885" y="304800"/>
                  </a:lnTo>
                  <a:cubicBezTo>
                    <a:pt x="1497472" y="206375"/>
                    <a:pt x="1489535" y="103187"/>
                    <a:pt x="1491122" y="4762"/>
                  </a:cubicBezTo>
                  <a:lnTo>
                    <a:pt x="2972260" y="0"/>
                  </a:lnTo>
                  <a:close/>
                </a:path>
              </a:pathLst>
            </a:cu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46C6636-4F16-4764-84AC-6EF1FEDC2B70}"/>
                </a:ext>
              </a:extLst>
            </p:cNvPr>
            <p:cNvSpPr/>
            <p:nvPr/>
          </p:nvSpPr>
          <p:spPr>
            <a:xfrm>
              <a:off x="4842050" y="2440002"/>
              <a:ext cx="1750040" cy="283849"/>
            </a:xfrm>
            <a:prstGeom prst="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3" name="Straight Arrow Connector 152">
              <a:extLst>
                <a:ext uri="{FF2B5EF4-FFF2-40B4-BE49-F238E27FC236}">
                  <a16:creationId xmlns:a16="http://schemas.microsoft.com/office/drawing/2014/main" id="{BFCCEB7E-5EC9-43B6-9949-6B434BF57F2B}"/>
                </a:ext>
              </a:extLst>
            </p:cNvPr>
            <p:cNvCxnSpPr>
              <a:cxnSpLocks/>
              <a:endCxn id="17" idx="3"/>
            </p:cNvCxnSpPr>
            <p:nvPr/>
          </p:nvCxnSpPr>
          <p:spPr>
            <a:xfrm flipH="1" flipV="1">
              <a:off x="6592090" y="2581927"/>
              <a:ext cx="2272997" cy="1032276"/>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146" name="Graphic 145" descr="Cursor with solid fill">
            <a:extLst>
              <a:ext uri="{FF2B5EF4-FFF2-40B4-BE49-F238E27FC236}">
                <a16:creationId xmlns:a16="http://schemas.microsoft.com/office/drawing/2014/main" id="{97A8204E-C18C-43CF-A574-0C61141B634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215272" y="3691541"/>
            <a:ext cx="395274" cy="395274"/>
          </a:xfrm>
          <a:prstGeom prst="rect">
            <a:avLst/>
          </a:prstGeom>
        </p:spPr>
      </p:pic>
      <p:pic>
        <p:nvPicPr>
          <p:cNvPr id="157" name="Graphic 156" descr="Cursor with solid fill">
            <a:extLst>
              <a:ext uri="{FF2B5EF4-FFF2-40B4-BE49-F238E27FC236}">
                <a16:creationId xmlns:a16="http://schemas.microsoft.com/office/drawing/2014/main" id="{66A69A82-3C25-496E-B727-4CA4C0EA668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588603" y="3691541"/>
            <a:ext cx="395274" cy="395274"/>
          </a:xfrm>
          <a:prstGeom prst="rect">
            <a:avLst/>
          </a:prstGeom>
        </p:spPr>
      </p:pic>
      <p:pic>
        <p:nvPicPr>
          <p:cNvPr id="158" name="Graphic 157" descr="Cursor with solid fill">
            <a:extLst>
              <a:ext uri="{FF2B5EF4-FFF2-40B4-BE49-F238E27FC236}">
                <a16:creationId xmlns:a16="http://schemas.microsoft.com/office/drawing/2014/main" id="{91773C33-700C-4A2C-BB3C-5624E69AA7B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919059" y="3691541"/>
            <a:ext cx="395274" cy="395274"/>
          </a:xfrm>
          <a:prstGeom prst="rect">
            <a:avLst/>
          </a:prstGeom>
        </p:spPr>
      </p:pic>
      <p:pic>
        <p:nvPicPr>
          <p:cNvPr id="159" name="Graphic 158" descr="Cursor with solid fill">
            <a:extLst>
              <a:ext uri="{FF2B5EF4-FFF2-40B4-BE49-F238E27FC236}">
                <a16:creationId xmlns:a16="http://schemas.microsoft.com/office/drawing/2014/main" id="{566440C5-29DF-48F7-9F93-47167A5E1D7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962126" y="3691541"/>
            <a:ext cx="395274" cy="395274"/>
          </a:xfrm>
          <a:prstGeom prst="rect">
            <a:avLst/>
          </a:prstGeom>
        </p:spPr>
      </p:pic>
      <p:pic>
        <p:nvPicPr>
          <p:cNvPr id="160" name="Graphic 159" descr="Cursor with solid fill">
            <a:extLst>
              <a:ext uri="{FF2B5EF4-FFF2-40B4-BE49-F238E27FC236}">
                <a16:creationId xmlns:a16="http://schemas.microsoft.com/office/drawing/2014/main" id="{CF077F39-E021-40B9-A683-BF5A27E05E8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212428" y="3691541"/>
            <a:ext cx="395274" cy="395274"/>
          </a:xfrm>
          <a:prstGeom prst="rect">
            <a:avLst/>
          </a:prstGeom>
        </p:spPr>
      </p:pic>
      <p:cxnSp>
        <p:nvCxnSpPr>
          <p:cNvPr id="6" name="Straight Arrow Connector 5">
            <a:extLst>
              <a:ext uri="{FF2B5EF4-FFF2-40B4-BE49-F238E27FC236}">
                <a16:creationId xmlns:a16="http://schemas.microsoft.com/office/drawing/2014/main" id="{002C2371-942B-4FA9-AF23-BF282EC6F321}"/>
              </a:ext>
            </a:extLst>
          </p:cNvPr>
          <p:cNvCxnSpPr>
            <a:cxnSpLocks/>
            <a:stCxn id="84" idx="0"/>
          </p:cNvCxnSpPr>
          <p:nvPr/>
        </p:nvCxnSpPr>
        <p:spPr>
          <a:xfrm flipV="1">
            <a:off x="6162073" y="2877426"/>
            <a:ext cx="108063" cy="339742"/>
          </a:xfrm>
          <a:prstGeom prst="straightConnector1">
            <a:avLst/>
          </a:prstGeom>
          <a:ln w="28575">
            <a:solidFill>
              <a:srgbClr val="FF6699"/>
            </a:solidFill>
            <a:tailEnd type="triangle"/>
          </a:ln>
        </p:spPr>
        <p:style>
          <a:lnRef idx="1">
            <a:schemeClr val="accent1"/>
          </a:lnRef>
          <a:fillRef idx="0">
            <a:schemeClr val="accent1"/>
          </a:fillRef>
          <a:effectRef idx="0">
            <a:schemeClr val="accent1"/>
          </a:effectRef>
          <a:fontRef idx="minor">
            <a:schemeClr val="tx1"/>
          </a:fontRef>
        </p:style>
      </p:cxnSp>
      <p:sp>
        <p:nvSpPr>
          <p:cNvPr id="96" name="TCA">
            <a:hlinkClick r:id="rId20" action="ppaction://hlinksldjump"/>
            <a:extLst>
              <a:ext uri="{FF2B5EF4-FFF2-40B4-BE49-F238E27FC236}">
                <a16:creationId xmlns:a16="http://schemas.microsoft.com/office/drawing/2014/main" id="{BCD7A7D8-260E-44DE-A25A-0EC456880EA8}"/>
              </a:ext>
            </a:extLst>
          </p:cNvPr>
          <p:cNvSpPr/>
          <p:nvPr/>
        </p:nvSpPr>
        <p:spPr>
          <a:xfrm>
            <a:off x="2954032" y="2903037"/>
            <a:ext cx="1428593" cy="408623"/>
          </a:xfrm>
          <a:prstGeom prst="roundRect">
            <a:avLst/>
          </a:prstGeom>
          <a:solidFill>
            <a:schemeClr val="bg1"/>
          </a:solidFill>
          <a:ln w="28575">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chemeClr val="tx1"/>
                </a:solidFill>
              </a:rPr>
              <a:t>Short ½-life?</a:t>
            </a:r>
          </a:p>
        </p:txBody>
      </p:sp>
      <p:pic>
        <p:nvPicPr>
          <p:cNvPr id="132" name="Graphic 131" descr="Cursor with solid fill">
            <a:extLst>
              <a:ext uri="{FF2B5EF4-FFF2-40B4-BE49-F238E27FC236}">
                <a16:creationId xmlns:a16="http://schemas.microsoft.com/office/drawing/2014/main" id="{87E6DDEC-F130-4D39-AA15-8EF8AE49567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228897" y="3142669"/>
            <a:ext cx="395274" cy="395274"/>
          </a:xfrm>
          <a:prstGeom prst="rect">
            <a:avLst/>
          </a:prstGeom>
        </p:spPr>
      </p:pic>
      <p:sp>
        <p:nvSpPr>
          <p:cNvPr id="141" name="question 4">
            <a:hlinkClick r:id="rId21" action="ppaction://hlinksldjump"/>
            <a:extLst>
              <a:ext uri="{FF2B5EF4-FFF2-40B4-BE49-F238E27FC236}">
                <a16:creationId xmlns:a16="http://schemas.microsoft.com/office/drawing/2014/main" id="{9EEC0B6F-FB93-4BE5-A0D1-0D799CE1A20C}"/>
              </a:ext>
            </a:extLst>
          </p:cNvPr>
          <p:cNvSpPr txBox="1"/>
          <p:nvPr/>
        </p:nvSpPr>
        <p:spPr>
          <a:xfrm>
            <a:off x="191338" y="202262"/>
            <a:ext cx="1714108" cy="715089"/>
          </a:xfrm>
          <a:prstGeom prst="roundRect">
            <a:avLst>
              <a:gd name="adj" fmla="val 8675"/>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Screening &amp; Diagnosis</a:t>
            </a:r>
          </a:p>
        </p:txBody>
      </p:sp>
      <p:pic>
        <p:nvPicPr>
          <p:cNvPr id="149" name="Graphic 148" descr="Cursor with solid fill">
            <a:extLst>
              <a:ext uri="{FF2B5EF4-FFF2-40B4-BE49-F238E27FC236}">
                <a16:creationId xmlns:a16="http://schemas.microsoft.com/office/drawing/2014/main" id="{0E2E7B11-0902-430A-BAC6-FFE138552C9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704619" y="711337"/>
            <a:ext cx="395274" cy="395274"/>
          </a:xfrm>
          <a:prstGeom prst="rect">
            <a:avLst/>
          </a:prstGeom>
        </p:spPr>
      </p:pic>
      <p:sp>
        <p:nvSpPr>
          <p:cNvPr id="154" name="question 4">
            <a:hlinkClick r:id="rId22" action="ppaction://hlinksldjump"/>
            <a:extLst>
              <a:ext uri="{FF2B5EF4-FFF2-40B4-BE49-F238E27FC236}">
                <a16:creationId xmlns:a16="http://schemas.microsoft.com/office/drawing/2014/main" id="{93E93486-53C7-4ED8-83FE-DEC61EE67C74}"/>
              </a:ext>
            </a:extLst>
          </p:cNvPr>
          <p:cNvSpPr txBox="1"/>
          <p:nvPr/>
        </p:nvSpPr>
        <p:spPr>
          <a:xfrm>
            <a:off x="188147" y="3186700"/>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162" name="Graphic 25" descr="Cursor with solid fill">
            <a:extLst>
              <a:ext uri="{FF2B5EF4-FFF2-40B4-BE49-F238E27FC236}">
                <a16:creationId xmlns:a16="http://schemas.microsoft.com/office/drawing/2014/main" id="{8568B239-21FF-41EA-87EE-99BD8733D005}"/>
              </a:ext>
            </a:extLst>
          </p:cNvPr>
          <p:cNvSpPr/>
          <p:nvPr/>
        </p:nvSpPr>
        <p:spPr>
          <a:xfrm>
            <a:off x="1787044" y="3522640"/>
            <a:ext cx="230422" cy="230576"/>
          </a:xfrm>
          <a:custGeom>
            <a:avLst/>
            <a:gdLst>
              <a:gd name="connsiteX0" fmla="*/ 230423 w 230422"/>
              <a:gd name="connsiteY0" fmla="*/ 193931 h 230576"/>
              <a:gd name="connsiteX1" fmla="*/ 147251 w 230422"/>
              <a:gd name="connsiteY1" fmla="*/ 110800 h 230576"/>
              <a:gd name="connsiteX2" fmla="*/ 220541 w 230422"/>
              <a:gd name="connsiteY2" fmla="*/ 84408 h 230576"/>
              <a:gd name="connsiteX3" fmla="*/ 225013 w 230422"/>
              <a:gd name="connsiteY3" fmla="*/ 75252 h 230576"/>
              <a:gd name="connsiteX4" fmla="*/ 220541 w 230422"/>
              <a:gd name="connsiteY4" fmla="*/ 70779 h 230576"/>
              <a:gd name="connsiteX5" fmla="*/ 9358 w 230422"/>
              <a:gd name="connsiteY5" fmla="*/ 371 h 230576"/>
              <a:gd name="connsiteX6" fmla="*/ 7011 w 230422"/>
              <a:gd name="connsiteY6" fmla="*/ 0 h 230576"/>
              <a:gd name="connsiteX7" fmla="*/ 7011 w 230422"/>
              <a:gd name="connsiteY7" fmla="*/ 0 h 230576"/>
              <a:gd name="connsiteX8" fmla="*/ 2 w 230422"/>
              <a:gd name="connsiteY8" fmla="*/ 7316 h 230576"/>
              <a:gd name="connsiteX9" fmla="*/ 382 w 230422"/>
              <a:gd name="connsiteY9" fmla="*/ 9470 h 230576"/>
              <a:gd name="connsiteX10" fmla="*/ 70625 w 230422"/>
              <a:gd name="connsiteY10" fmla="*/ 220859 h 230576"/>
              <a:gd name="connsiteX11" fmla="*/ 79820 w 230422"/>
              <a:gd name="connsiteY11" fmla="*/ 225252 h 230576"/>
              <a:gd name="connsiteX12" fmla="*/ 84213 w 230422"/>
              <a:gd name="connsiteY12" fmla="*/ 220859 h 230576"/>
              <a:gd name="connsiteX13" fmla="*/ 110647 w 230422"/>
              <a:gd name="connsiteY13" fmla="*/ 147487 h 230576"/>
              <a:gd name="connsiteX14" fmla="*/ 193737 w 230422"/>
              <a:gd name="connsiteY14" fmla="*/ 230577 h 23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422" h="230576">
                <a:moveTo>
                  <a:pt x="230423" y="193931"/>
                </a:moveTo>
                <a:lnTo>
                  <a:pt x="147251" y="110800"/>
                </a:lnTo>
                <a:lnTo>
                  <a:pt x="220541" y="84408"/>
                </a:lnTo>
                <a:cubicBezTo>
                  <a:pt x="224304" y="83114"/>
                  <a:pt x="226307" y="79015"/>
                  <a:pt x="225013" y="75252"/>
                </a:cubicBezTo>
                <a:cubicBezTo>
                  <a:pt x="224292" y="73151"/>
                  <a:pt x="222641" y="71501"/>
                  <a:pt x="220541" y="70779"/>
                </a:cubicBezTo>
                <a:lnTo>
                  <a:pt x="9358" y="371"/>
                </a:lnTo>
                <a:cubicBezTo>
                  <a:pt x="8601" y="121"/>
                  <a:pt x="7808" y="-4"/>
                  <a:pt x="7011" y="0"/>
                </a:cubicBezTo>
                <a:lnTo>
                  <a:pt x="7011" y="0"/>
                </a:lnTo>
                <a:cubicBezTo>
                  <a:pt x="3055" y="85"/>
                  <a:pt x="-83" y="3360"/>
                  <a:pt x="2" y="7316"/>
                </a:cubicBezTo>
                <a:cubicBezTo>
                  <a:pt x="17" y="8050"/>
                  <a:pt x="145" y="8776"/>
                  <a:pt x="382" y="9470"/>
                </a:cubicBezTo>
                <a:lnTo>
                  <a:pt x="70625" y="220859"/>
                </a:lnTo>
                <a:cubicBezTo>
                  <a:pt x="71951" y="224612"/>
                  <a:pt x="76068" y="226578"/>
                  <a:pt x="79820" y="225252"/>
                </a:cubicBezTo>
                <a:cubicBezTo>
                  <a:pt x="81873" y="224527"/>
                  <a:pt x="83487" y="222912"/>
                  <a:pt x="84213" y="220859"/>
                </a:cubicBezTo>
                <a:lnTo>
                  <a:pt x="110647" y="147487"/>
                </a:lnTo>
                <a:lnTo>
                  <a:pt x="193737" y="230577"/>
                </a:lnTo>
                <a:close/>
              </a:path>
            </a:pathLst>
          </a:custGeom>
          <a:solidFill>
            <a:srgbClr val="000000"/>
          </a:solidFill>
          <a:ln w="4068" cap="flat">
            <a:noFill/>
            <a:prstDash val="solid"/>
            <a:miter/>
          </a:ln>
        </p:spPr>
        <p:txBody>
          <a:bodyPr rtlCol="0" anchor="ctr"/>
          <a:lstStyle/>
          <a:p>
            <a:endParaRPr lang="en-US"/>
          </a:p>
        </p:txBody>
      </p:sp>
      <p:sp>
        <p:nvSpPr>
          <p:cNvPr id="163" name="question 4">
            <a:hlinkClick r:id="rId23" action="ppaction://hlinksldjump"/>
            <a:extLst>
              <a:ext uri="{FF2B5EF4-FFF2-40B4-BE49-F238E27FC236}">
                <a16:creationId xmlns:a16="http://schemas.microsoft.com/office/drawing/2014/main" id="{2630C49C-F3EF-4218-9843-03BEDEF4F1D8}"/>
              </a:ext>
            </a:extLst>
          </p:cNvPr>
          <p:cNvSpPr txBox="1"/>
          <p:nvPr/>
        </p:nvSpPr>
        <p:spPr>
          <a:xfrm>
            <a:off x="188148" y="1794466"/>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164" name="Graphic 163" descr="Cursor with solid fill">
            <a:extLst>
              <a:ext uri="{FF2B5EF4-FFF2-40B4-BE49-F238E27FC236}">
                <a16:creationId xmlns:a16="http://schemas.microsoft.com/office/drawing/2014/main" id="{C1177FA4-620E-4D4F-AFB3-FF0EB0FF2EE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704619" y="1985865"/>
            <a:ext cx="395274" cy="395274"/>
          </a:xfrm>
          <a:prstGeom prst="rect">
            <a:avLst/>
          </a:prstGeom>
        </p:spPr>
      </p:pic>
      <p:sp>
        <p:nvSpPr>
          <p:cNvPr id="165" name="sub-q 2">
            <a:hlinkClick r:id="rId24" action="ppaction://hlinksldjump"/>
            <a:extLst>
              <a:ext uri="{FF2B5EF4-FFF2-40B4-BE49-F238E27FC236}">
                <a16:creationId xmlns:a16="http://schemas.microsoft.com/office/drawing/2014/main" id="{F917379B-5E7E-41CC-BEAD-797F7FD11EE0}"/>
              </a:ext>
            </a:extLst>
          </p:cNvPr>
          <p:cNvSpPr txBox="1"/>
          <p:nvPr/>
        </p:nvSpPr>
        <p:spPr>
          <a:xfrm>
            <a:off x="445768" y="1112181"/>
            <a:ext cx="145648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Differential</a:t>
            </a:r>
          </a:p>
        </p:txBody>
      </p:sp>
      <p:pic>
        <p:nvPicPr>
          <p:cNvPr id="169" name="Graphic 168" descr="Cursor with solid fill">
            <a:hlinkClick r:id="rId24" action="ppaction://hlinksldjump"/>
            <a:extLst>
              <a:ext uri="{FF2B5EF4-FFF2-40B4-BE49-F238E27FC236}">
                <a16:creationId xmlns:a16="http://schemas.microsoft.com/office/drawing/2014/main" id="{0EEEE6AA-714A-4332-89D9-AA92BAE69E6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704619" y="1352049"/>
            <a:ext cx="395274" cy="395274"/>
          </a:xfrm>
          <a:prstGeom prst="rect">
            <a:avLst/>
          </a:prstGeom>
        </p:spPr>
      </p:pic>
      <p:cxnSp>
        <p:nvCxnSpPr>
          <p:cNvPr id="172" name="Connector: Elbow 171">
            <a:extLst>
              <a:ext uri="{FF2B5EF4-FFF2-40B4-BE49-F238E27FC236}">
                <a16:creationId xmlns:a16="http://schemas.microsoft.com/office/drawing/2014/main" id="{C767119C-986F-415D-B8A8-E5BD3A332D6D}"/>
              </a:ext>
            </a:extLst>
          </p:cNvPr>
          <p:cNvCxnSpPr>
            <a:cxnSpLocks/>
          </p:cNvCxnSpPr>
          <p:nvPr/>
        </p:nvCxnSpPr>
        <p:spPr>
          <a:xfrm rot="16200000" flipH="1">
            <a:off x="112036" y="2339183"/>
            <a:ext cx="469827" cy="19764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82" name="Connector: Elbow 181">
            <a:extLst>
              <a:ext uri="{FF2B5EF4-FFF2-40B4-BE49-F238E27FC236}">
                <a16:creationId xmlns:a16="http://schemas.microsoft.com/office/drawing/2014/main" id="{687BE936-A2C7-42B0-A3CC-9A5143011779}"/>
              </a:ext>
            </a:extLst>
          </p:cNvPr>
          <p:cNvCxnSpPr>
            <a:cxnSpLocks/>
            <a:endCxn id="165" idx="1"/>
          </p:cNvCxnSpPr>
          <p:nvPr/>
        </p:nvCxnSpPr>
        <p:spPr>
          <a:xfrm rot="16200000" flipH="1">
            <a:off x="154430" y="1025155"/>
            <a:ext cx="385038" cy="19763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183" name="sub-q 1 button">
            <a:extLst>
              <a:ext uri="{FF2B5EF4-FFF2-40B4-BE49-F238E27FC236}">
                <a16:creationId xmlns:a16="http://schemas.microsoft.com/office/drawing/2014/main" id="{81B44DE2-F61F-4392-B008-7AF87E36F436}"/>
              </a:ext>
            </a:extLst>
          </p:cNvPr>
          <p:cNvSpPr txBox="1"/>
          <p:nvPr/>
        </p:nvSpPr>
        <p:spPr>
          <a:xfrm>
            <a:off x="445770" y="2468606"/>
            <a:ext cx="1459676" cy="408623"/>
          </a:xfrm>
          <a:prstGeom prst="roundRect">
            <a:avLst/>
          </a:prstGeom>
          <a:solidFill>
            <a:schemeClr val="tx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solidFill>
                  <a:schemeClr val="bg1"/>
                </a:solidFill>
              </a:rPr>
              <a:t>Medications</a:t>
            </a:r>
          </a:p>
        </p:txBody>
      </p:sp>
      <p:sp>
        <p:nvSpPr>
          <p:cNvPr id="84" name="Rectangle 83">
            <a:extLst>
              <a:ext uri="{FF2B5EF4-FFF2-40B4-BE49-F238E27FC236}">
                <a16:creationId xmlns:a16="http://schemas.microsoft.com/office/drawing/2014/main" id="{2820192B-D6D1-49B1-9200-26CFE5CA0536}"/>
              </a:ext>
            </a:extLst>
          </p:cNvPr>
          <p:cNvSpPr/>
          <p:nvPr/>
        </p:nvSpPr>
        <p:spPr>
          <a:xfrm>
            <a:off x="5549303" y="3217168"/>
            <a:ext cx="1225540" cy="1192337"/>
          </a:xfrm>
          <a:prstGeom prst="rect">
            <a:avLst/>
          </a:prstGeom>
          <a:noFill/>
          <a:ln w="28575">
            <a:solidFill>
              <a:srgbClr val="FF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CA">
            <a:hlinkClick r:id="rId25" action="ppaction://hlinksldjump"/>
            <a:extLst>
              <a:ext uri="{FF2B5EF4-FFF2-40B4-BE49-F238E27FC236}">
                <a16:creationId xmlns:a16="http://schemas.microsoft.com/office/drawing/2014/main" id="{796F1777-8B7B-43EC-9BD7-2EF6020BD2FD}"/>
              </a:ext>
            </a:extLst>
          </p:cNvPr>
          <p:cNvSpPr/>
          <p:nvPr/>
        </p:nvSpPr>
        <p:spPr>
          <a:xfrm>
            <a:off x="2967853" y="5378760"/>
            <a:ext cx="1428593" cy="1021556"/>
          </a:xfrm>
          <a:prstGeom prst="roundRect">
            <a:avLst>
              <a:gd name="adj" fmla="val 10140"/>
            </a:avLst>
          </a:prstGeom>
          <a:solidFill>
            <a:schemeClr val="bg1"/>
          </a:solidFill>
          <a:ln w="28575">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tx1"/>
                </a:solidFill>
              </a:rPr>
              <a:t>Case-dependent Selection?</a:t>
            </a:r>
          </a:p>
        </p:txBody>
      </p:sp>
      <p:pic>
        <p:nvPicPr>
          <p:cNvPr id="98" name="Graphic 97" descr="Cursor with solid fill">
            <a:extLst>
              <a:ext uri="{FF2B5EF4-FFF2-40B4-BE49-F238E27FC236}">
                <a16:creationId xmlns:a16="http://schemas.microsoft.com/office/drawing/2014/main" id="{488B9FA8-FD05-4C74-BC52-DE1C65F2806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228897" y="6202679"/>
            <a:ext cx="395274" cy="395274"/>
          </a:xfrm>
          <a:prstGeom prst="rect">
            <a:avLst/>
          </a:prstGeom>
        </p:spPr>
      </p:pic>
    </p:spTree>
    <p:extLst>
      <p:ext uri="{BB962C8B-B14F-4D97-AF65-F5344CB8AC3E}">
        <p14:creationId xmlns:p14="http://schemas.microsoft.com/office/powerpoint/2010/main" val="219962099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SRI">
            <a:extLst>
              <a:ext uri="{FF2B5EF4-FFF2-40B4-BE49-F238E27FC236}">
                <a16:creationId xmlns:a16="http://schemas.microsoft.com/office/drawing/2014/main" id="{8C758822-2005-4701-86D2-5AA5AF195DB3}"/>
              </a:ext>
            </a:extLst>
          </p:cNvPr>
          <p:cNvSpPr/>
          <p:nvPr/>
        </p:nvSpPr>
        <p:spPr>
          <a:xfrm>
            <a:off x="5048054" y="601782"/>
            <a:ext cx="1312849" cy="477524"/>
          </a:xfrm>
          <a:prstGeom prst="roundRect">
            <a:avLst/>
          </a:prstGeom>
          <a:solidFill>
            <a:schemeClr val="accent6">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SSRI</a:t>
            </a:r>
          </a:p>
        </p:txBody>
      </p:sp>
      <p:sp>
        <p:nvSpPr>
          <p:cNvPr id="88" name="SNRI">
            <a:extLst>
              <a:ext uri="{FF2B5EF4-FFF2-40B4-BE49-F238E27FC236}">
                <a16:creationId xmlns:a16="http://schemas.microsoft.com/office/drawing/2014/main" id="{328A2C24-1B31-44C4-97D9-84CC56482D52}"/>
              </a:ext>
            </a:extLst>
          </p:cNvPr>
          <p:cNvSpPr/>
          <p:nvPr/>
        </p:nvSpPr>
        <p:spPr>
          <a:xfrm>
            <a:off x="6741697" y="601782"/>
            <a:ext cx="1312849" cy="477524"/>
          </a:xfrm>
          <a:prstGeom prst="roundRect">
            <a:avLst/>
          </a:prstGeom>
          <a:solidFill>
            <a:schemeClr val="accent5">
              <a:lumMod val="60000"/>
              <a:lumOff val="40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SNRI</a:t>
            </a:r>
          </a:p>
        </p:txBody>
      </p:sp>
      <p:sp>
        <p:nvSpPr>
          <p:cNvPr id="89" name="TCA">
            <a:extLst>
              <a:ext uri="{FF2B5EF4-FFF2-40B4-BE49-F238E27FC236}">
                <a16:creationId xmlns:a16="http://schemas.microsoft.com/office/drawing/2014/main" id="{46F3F9DA-8BED-4728-9EEF-3B41A46A7937}"/>
              </a:ext>
            </a:extLst>
          </p:cNvPr>
          <p:cNvSpPr/>
          <p:nvPr/>
        </p:nvSpPr>
        <p:spPr>
          <a:xfrm>
            <a:off x="10128984" y="601782"/>
            <a:ext cx="1312849" cy="477524"/>
          </a:xfrm>
          <a:prstGeom prst="roundRect">
            <a:avLst/>
          </a:prstGeom>
          <a:solidFill>
            <a:schemeClr val="bg2">
              <a:lumMod val="90000"/>
            </a:schemeClr>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TCA</a:t>
            </a:r>
          </a:p>
        </p:txBody>
      </p:sp>
      <p:sp>
        <p:nvSpPr>
          <p:cNvPr id="90" name="Other">
            <a:extLst>
              <a:ext uri="{FF2B5EF4-FFF2-40B4-BE49-F238E27FC236}">
                <a16:creationId xmlns:a16="http://schemas.microsoft.com/office/drawing/2014/main" id="{03BF4D3F-1442-4D00-95AD-1890A61911B4}"/>
              </a:ext>
            </a:extLst>
          </p:cNvPr>
          <p:cNvSpPr/>
          <p:nvPr/>
        </p:nvSpPr>
        <p:spPr>
          <a:xfrm>
            <a:off x="8435340" y="601782"/>
            <a:ext cx="1312849" cy="477524"/>
          </a:xfrm>
          <a:prstGeom prst="roundRect">
            <a:avLst/>
          </a:prstGeom>
          <a:solidFill>
            <a:schemeClr val="accent2">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err="1"/>
              <a:t>Atypicals</a:t>
            </a:r>
            <a:endParaRPr lang="en-US"/>
          </a:p>
        </p:txBody>
      </p:sp>
      <p:sp>
        <p:nvSpPr>
          <p:cNvPr id="91" name="TextBox 90">
            <a:extLst>
              <a:ext uri="{FF2B5EF4-FFF2-40B4-BE49-F238E27FC236}">
                <a16:creationId xmlns:a16="http://schemas.microsoft.com/office/drawing/2014/main" id="{506EE470-D07C-474A-9C0E-98CE68D6A47B}"/>
              </a:ext>
            </a:extLst>
          </p:cNvPr>
          <p:cNvSpPr txBox="1"/>
          <p:nvPr/>
        </p:nvSpPr>
        <p:spPr>
          <a:xfrm>
            <a:off x="4776974" y="1283252"/>
            <a:ext cx="2304920" cy="1477328"/>
          </a:xfrm>
          <a:prstGeom prst="rect">
            <a:avLst/>
          </a:prstGeom>
          <a:noFill/>
        </p:spPr>
        <p:txBody>
          <a:bodyPr wrap="square" rtlCol="0">
            <a:spAutoFit/>
          </a:bodyPr>
          <a:lstStyle/>
          <a:p>
            <a:r>
              <a:rPr lang="en-US"/>
              <a:t>Fluoxetine (Prozac)</a:t>
            </a:r>
          </a:p>
          <a:p>
            <a:r>
              <a:rPr lang="en-US"/>
              <a:t>Sertraline (Zoloft)</a:t>
            </a:r>
          </a:p>
          <a:p>
            <a:r>
              <a:rPr lang="en-US"/>
              <a:t>Citalopram (Celexa)</a:t>
            </a:r>
          </a:p>
          <a:p>
            <a:r>
              <a:rPr lang="en-US"/>
              <a:t>Escitalopram (Lexapro)</a:t>
            </a:r>
          </a:p>
          <a:p>
            <a:r>
              <a:rPr lang="en-US"/>
              <a:t>Paroxetine (Paxil)</a:t>
            </a:r>
          </a:p>
        </p:txBody>
      </p:sp>
      <p:sp>
        <p:nvSpPr>
          <p:cNvPr id="92" name="TextBox 91">
            <a:extLst>
              <a:ext uri="{FF2B5EF4-FFF2-40B4-BE49-F238E27FC236}">
                <a16:creationId xmlns:a16="http://schemas.microsoft.com/office/drawing/2014/main" id="{979F7597-9255-4A8B-984F-C07DF5431201}"/>
              </a:ext>
            </a:extLst>
          </p:cNvPr>
          <p:cNvSpPr txBox="1"/>
          <p:nvPr/>
        </p:nvSpPr>
        <p:spPr>
          <a:xfrm>
            <a:off x="6809580" y="1287814"/>
            <a:ext cx="1301099" cy="646331"/>
          </a:xfrm>
          <a:prstGeom prst="rect">
            <a:avLst/>
          </a:prstGeom>
          <a:noFill/>
        </p:spPr>
        <p:txBody>
          <a:bodyPr wrap="square" rtlCol="0">
            <a:spAutoFit/>
          </a:bodyPr>
          <a:lstStyle/>
          <a:p>
            <a:r>
              <a:rPr lang="en-US"/>
              <a:t>Duloxetine</a:t>
            </a:r>
          </a:p>
          <a:p>
            <a:r>
              <a:rPr lang="en-US"/>
              <a:t>Venlafaxine</a:t>
            </a:r>
          </a:p>
        </p:txBody>
      </p:sp>
      <p:sp>
        <p:nvSpPr>
          <p:cNvPr id="93" name="TextBox 92">
            <a:extLst>
              <a:ext uri="{FF2B5EF4-FFF2-40B4-BE49-F238E27FC236}">
                <a16:creationId xmlns:a16="http://schemas.microsoft.com/office/drawing/2014/main" id="{2F34EDE5-FA6F-4B3C-87F1-3E06118D384E}"/>
              </a:ext>
            </a:extLst>
          </p:cNvPr>
          <p:cNvSpPr txBox="1"/>
          <p:nvPr/>
        </p:nvSpPr>
        <p:spPr>
          <a:xfrm>
            <a:off x="8448861" y="1310640"/>
            <a:ext cx="1312702" cy="646331"/>
          </a:xfrm>
          <a:prstGeom prst="rect">
            <a:avLst/>
          </a:prstGeom>
          <a:noFill/>
        </p:spPr>
        <p:txBody>
          <a:bodyPr wrap="square" rtlCol="0">
            <a:spAutoFit/>
          </a:bodyPr>
          <a:lstStyle/>
          <a:p>
            <a:r>
              <a:rPr lang="en-US"/>
              <a:t>Bupropion</a:t>
            </a:r>
          </a:p>
          <a:p>
            <a:r>
              <a:rPr lang="en-US"/>
              <a:t>Mirtazapine</a:t>
            </a:r>
          </a:p>
        </p:txBody>
      </p:sp>
      <p:sp>
        <p:nvSpPr>
          <p:cNvPr id="94" name="TextBox 93">
            <a:extLst>
              <a:ext uri="{FF2B5EF4-FFF2-40B4-BE49-F238E27FC236}">
                <a16:creationId xmlns:a16="http://schemas.microsoft.com/office/drawing/2014/main" id="{C6FA56BD-8674-47A7-BCE8-C2D161D00946}"/>
              </a:ext>
            </a:extLst>
          </p:cNvPr>
          <p:cNvSpPr txBox="1"/>
          <p:nvPr/>
        </p:nvSpPr>
        <p:spPr>
          <a:xfrm>
            <a:off x="10090187" y="1324700"/>
            <a:ext cx="1403661" cy="646331"/>
          </a:xfrm>
          <a:prstGeom prst="rect">
            <a:avLst/>
          </a:prstGeom>
          <a:noFill/>
        </p:spPr>
        <p:txBody>
          <a:bodyPr wrap="square" rtlCol="0">
            <a:spAutoFit/>
          </a:bodyPr>
          <a:lstStyle/>
          <a:p>
            <a:r>
              <a:rPr lang="en-US"/>
              <a:t>Amitriptyline</a:t>
            </a:r>
          </a:p>
          <a:p>
            <a:r>
              <a:rPr lang="en-US"/>
              <a:t>Nortriptyline</a:t>
            </a:r>
          </a:p>
        </p:txBody>
      </p:sp>
      <p:sp>
        <p:nvSpPr>
          <p:cNvPr id="95" name="TCA">
            <a:extLst>
              <a:ext uri="{FF2B5EF4-FFF2-40B4-BE49-F238E27FC236}">
                <a16:creationId xmlns:a16="http://schemas.microsoft.com/office/drawing/2014/main" id="{B2A287EA-4825-4936-BA68-C514D6E04838}"/>
              </a:ext>
            </a:extLst>
          </p:cNvPr>
          <p:cNvSpPr/>
          <p:nvPr/>
        </p:nvSpPr>
        <p:spPr>
          <a:xfrm>
            <a:off x="2967853" y="3715331"/>
            <a:ext cx="1428593" cy="408623"/>
          </a:xfrm>
          <a:prstGeom prst="roundRect">
            <a:avLst/>
          </a:prstGeom>
          <a:solidFill>
            <a:srgbClr val="FF0000"/>
          </a:solidFill>
          <a:ln w="28575">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bg1"/>
                </a:solidFill>
              </a:rPr>
              <a:t>Side Effects?</a:t>
            </a:r>
          </a:p>
        </p:txBody>
      </p:sp>
      <p:grpSp>
        <p:nvGrpSpPr>
          <p:cNvPr id="11" name="GI tox" hidden="1">
            <a:extLst>
              <a:ext uri="{FF2B5EF4-FFF2-40B4-BE49-F238E27FC236}">
                <a16:creationId xmlns:a16="http://schemas.microsoft.com/office/drawing/2014/main" id="{6B84193B-A415-464C-93E9-0508564681B3}"/>
              </a:ext>
            </a:extLst>
          </p:cNvPr>
          <p:cNvGrpSpPr/>
          <p:nvPr/>
        </p:nvGrpSpPr>
        <p:grpSpPr>
          <a:xfrm>
            <a:off x="4654462" y="1165204"/>
            <a:ext cx="3786013" cy="2086724"/>
            <a:chOff x="4654462" y="1165204"/>
            <a:chExt cx="3786013" cy="2086724"/>
          </a:xfrm>
        </p:grpSpPr>
        <p:sp>
          <p:nvSpPr>
            <p:cNvPr id="133" name="Rectangle 11">
              <a:extLst>
                <a:ext uri="{FF2B5EF4-FFF2-40B4-BE49-F238E27FC236}">
                  <a16:creationId xmlns:a16="http://schemas.microsoft.com/office/drawing/2014/main" id="{23EB6165-9D26-494C-81DE-82917AF675FC}"/>
                </a:ext>
              </a:extLst>
            </p:cNvPr>
            <p:cNvSpPr/>
            <p:nvPr/>
          </p:nvSpPr>
          <p:spPr>
            <a:xfrm>
              <a:off x="4654462" y="1165204"/>
              <a:ext cx="3786013" cy="1692998"/>
            </a:xfrm>
            <a:custGeom>
              <a:avLst/>
              <a:gdLst>
                <a:gd name="connsiteX0" fmla="*/ 0 w 3773519"/>
                <a:gd name="connsiteY0" fmla="*/ 0 h 1678309"/>
                <a:gd name="connsiteX1" fmla="*/ 3773519 w 3773519"/>
                <a:gd name="connsiteY1" fmla="*/ 0 h 1678309"/>
                <a:gd name="connsiteX2" fmla="*/ 3773519 w 3773519"/>
                <a:gd name="connsiteY2" fmla="*/ 1678309 h 1678309"/>
                <a:gd name="connsiteX3" fmla="*/ 0 w 3773519"/>
                <a:gd name="connsiteY3" fmla="*/ 1678309 h 1678309"/>
                <a:gd name="connsiteX4" fmla="*/ 0 w 3773519"/>
                <a:gd name="connsiteY4" fmla="*/ 0 h 1678309"/>
                <a:gd name="connsiteX0" fmla="*/ 3440 w 3776959"/>
                <a:gd name="connsiteY0" fmla="*/ 0 h 1678309"/>
                <a:gd name="connsiteX1" fmla="*/ 3776959 w 3776959"/>
                <a:gd name="connsiteY1" fmla="*/ 0 h 1678309"/>
                <a:gd name="connsiteX2" fmla="*/ 3776959 w 3776959"/>
                <a:gd name="connsiteY2" fmla="*/ 1678309 h 1678309"/>
                <a:gd name="connsiteX3" fmla="*/ 3440 w 3776959"/>
                <a:gd name="connsiteY3" fmla="*/ 1678309 h 1678309"/>
                <a:gd name="connsiteX4" fmla="*/ 0 w 3776959"/>
                <a:gd name="connsiteY4" fmla="*/ 1674891 h 1678309"/>
                <a:gd name="connsiteX5" fmla="*/ 3440 w 3776959"/>
                <a:gd name="connsiteY5" fmla="*/ 0 h 1678309"/>
                <a:gd name="connsiteX0" fmla="*/ 256937 w 4030456"/>
                <a:gd name="connsiteY0" fmla="*/ 0 h 1678309"/>
                <a:gd name="connsiteX1" fmla="*/ 4030456 w 4030456"/>
                <a:gd name="connsiteY1" fmla="*/ 0 h 1678309"/>
                <a:gd name="connsiteX2" fmla="*/ 4030456 w 4030456"/>
                <a:gd name="connsiteY2" fmla="*/ 1678309 h 1678309"/>
                <a:gd name="connsiteX3" fmla="*/ 256937 w 4030456"/>
                <a:gd name="connsiteY3" fmla="*/ 1678309 h 1678309"/>
                <a:gd name="connsiteX4" fmla="*/ 0 w 4030456"/>
                <a:gd name="connsiteY4" fmla="*/ 1593410 h 1678309"/>
                <a:gd name="connsiteX5" fmla="*/ 256937 w 4030456"/>
                <a:gd name="connsiteY5" fmla="*/ 0 h 1678309"/>
                <a:gd name="connsiteX0" fmla="*/ 256937 w 4030456"/>
                <a:gd name="connsiteY0" fmla="*/ 0 h 1678309"/>
                <a:gd name="connsiteX1" fmla="*/ 4030456 w 4030456"/>
                <a:gd name="connsiteY1" fmla="*/ 0 h 1678309"/>
                <a:gd name="connsiteX2" fmla="*/ 4030456 w 4030456"/>
                <a:gd name="connsiteY2" fmla="*/ 1678309 h 1678309"/>
                <a:gd name="connsiteX3" fmla="*/ 2556517 w 4030456"/>
                <a:gd name="connsiteY3" fmla="*/ 1678309 h 1678309"/>
                <a:gd name="connsiteX4" fmla="*/ 0 w 4030456"/>
                <a:gd name="connsiteY4" fmla="*/ 1593410 h 1678309"/>
                <a:gd name="connsiteX5" fmla="*/ 256937 w 4030456"/>
                <a:gd name="connsiteY5" fmla="*/ 0 h 1678309"/>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0 w 3786013"/>
                <a:gd name="connsiteY4" fmla="*/ 1692998 h 1692998"/>
                <a:gd name="connsiteX5" fmla="*/ 12494 w 3786013"/>
                <a:gd name="connsiteY5" fmla="*/ 0 h 1692998"/>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0 w 3786013"/>
                <a:gd name="connsiteY4" fmla="*/ 1692998 h 1692998"/>
                <a:gd name="connsiteX5" fmla="*/ 12494 w 3786013"/>
                <a:gd name="connsiteY5" fmla="*/ 0 h 1692998"/>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2299580 w 3786013"/>
                <a:gd name="connsiteY4" fmla="*/ 1665837 h 1692998"/>
                <a:gd name="connsiteX5" fmla="*/ 0 w 3786013"/>
                <a:gd name="connsiteY5" fmla="*/ 1692998 h 1692998"/>
                <a:gd name="connsiteX6" fmla="*/ 12494 w 3786013"/>
                <a:gd name="connsiteY6" fmla="*/ 0 h 1692998"/>
                <a:gd name="connsiteX0" fmla="*/ 12494 w 3786013"/>
                <a:gd name="connsiteY0" fmla="*/ 0 h 1756372"/>
                <a:gd name="connsiteX1" fmla="*/ 3786013 w 3786013"/>
                <a:gd name="connsiteY1" fmla="*/ 0 h 1756372"/>
                <a:gd name="connsiteX2" fmla="*/ 3786013 w 3786013"/>
                <a:gd name="connsiteY2" fmla="*/ 1678309 h 1756372"/>
                <a:gd name="connsiteX3" fmla="*/ 2312074 w 3786013"/>
                <a:gd name="connsiteY3" fmla="*/ 1678309 h 1756372"/>
                <a:gd name="connsiteX4" fmla="*/ 2127564 w 3786013"/>
                <a:gd name="connsiteY4" fmla="*/ 1756372 h 1756372"/>
                <a:gd name="connsiteX5" fmla="*/ 0 w 3786013"/>
                <a:gd name="connsiteY5" fmla="*/ 1692998 h 1756372"/>
                <a:gd name="connsiteX6" fmla="*/ 12494 w 3786013"/>
                <a:gd name="connsiteY6" fmla="*/ 0 h 1756372"/>
                <a:gd name="connsiteX0" fmla="*/ 12494 w 3786013"/>
                <a:gd name="connsiteY0" fmla="*/ 0 h 1756372"/>
                <a:gd name="connsiteX1" fmla="*/ 3786013 w 3786013"/>
                <a:gd name="connsiteY1" fmla="*/ 0 h 1756372"/>
                <a:gd name="connsiteX2" fmla="*/ 3786013 w 3786013"/>
                <a:gd name="connsiteY2" fmla="*/ 1678309 h 1756372"/>
                <a:gd name="connsiteX3" fmla="*/ 2293967 w 3786013"/>
                <a:gd name="connsiteY3" fmla="*/ 782016 h 1756372"/>
                <a:gd name="connsiteX4" fmla="*/ 2127564 w 3786013"/>
                <a:gd name="connsiteY4" fmla="*/ 1756372 h 1756372"/>
                <a:gd name="connsiteX5" fmla="*/ 0 w 3786013"/>
                <a:gd name="connsiteY5" fmla="*/ 1692998 h 1756372"/>
                <a:gd name="connsiteX6" fmla="*/ 12494 w 3786013"/>
                <a:gd name="connsiteY6" fmla="*/ 0 h 1756372"/>
                <a:gd name="connsiteX0" fmla="*/ 12494 w 3786013"/>
                <a:gd name="connsiteY0" fmla="*/ 0 h 1692998"/>
                <a:gd name="connsiteX1" fmla="*/ 3786013 w 3786013"/>
                <a:gd name="connsiteY1" fmla="*/ 0 h 1692998"/>
                <a:gd name="connsiteX2" fmla="*/ 3786013 w 3786013"/>
                <a:gd name="connsiteY2" fmla="*/ 1678309 h 1692998"/>
                <a:gd name="connsiteX3" fmla="*/ 2293967 w 3786013"/>
                <a:gd name="connsiteY3" fmla="*/ 782016 h 1692998"/>
                <a:gd name="connsiteX4" fmla="*/ 2290526 w 3786013"/>
                <a:gd name="connsiteY4" fmla="*/ 1683944 h 1692998"/>
                <a:gd name="connsiteX5" fmla="*/ 0 w 3786013"/>
                <a:gd name="connsiteY5" fmla="*/ 1692998 h 1692998"/>
                <a:gd name="connsiteX6" fmla="*/ 12494 w 3786013"/>
                <a:gd name="connsiteY6" fmla="*/ 0 h 1692998"/>
                <a:gd name="connsiteX0" fmla="*/ 12494 w 3786013"/>
                <a:gd name="connsiteY0" fmla="*/ 0 h 1692998"/>
                <a:gd name="connsiteX1" fmla="*/ 3786013 w 3786013"/>
                <a:gd name="connsiteY1" fmla="*/ 0 h 1692998"/>
                <a:gd name="connsiteX2" fmla="*/ 3786013 w 3786013"/>
                <a:gd name="connsiteY2" fmla="*/ 791069 h 1692998"/>
                <a:gd name="connsiteX3" fmla="*/ 2293967 w 3786013"/>
                <a:gd name="connsiteY3" fmla="*/ 782016 h 1692998"/>
                <a:gd name="connsiteX4" fmla="*/ 2290526 w 3786013"/>
                <a:gd name="connsiteY4" fmla="*/ 1683944 h 1692998"/>
                <a:gd name="connsiteX5" fmla="*/ 0 w 3786013"/>
                <a:gd name="connsiteY5" fmla="*/ 1692998 h 1692998"/>
                <a:gd name="connsiteX6" fmla="*/ 12494 w 3786013"/>
                <a:gd name="connsiteY6" fmla="*/ 0 h 1692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86013" h="1692998">
                  <a:moveTo>
                    <a:pt x="12494" y="0"/>
                  </a:moveTo>
                  <a:lnTo>
                    <a:pt x="3786013" y="0"/>
                  </a:lnTo>
                  <a:lnTo>
                    <a:pt x="3786013" y="791069"/>
                  </a:lnTo>
                  <a:lnTo>
                    <a:pt x="2293967" y="782016"/>
                  </a:lnTo>
                  <a:lnTo>
                    <a:pt x="2290526" y="1683944"/>
                  </a:lnTo>
                  <a:lnTo>
                    <a:pt x="0" y="1692998"/>
                  </a:lnTo>
                  <a:cubicBezTo>
                    <a:pt x="1147" y="1134701"/>
                    <a:pt x="11347" y="558297"/>
                    <a:pt x="12494" y="0"/>
                  </a:cubicBezTo>
                  <a:close/>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4" name="Straight Arrow Connector 133">
              <a:extLst>
                <a:ext uri="{FF2B5EF4-FFF2-40B4-BE49-F238E27FC236}">
                  <a16:creationId xmlns:a16="http://schemas.microsoft.com/office/drawing/2014/main" id="{8B8AB762-6F38-4EDA-92B2-2801FDDA2465}"/>
                </a:ext>
              </a:extLst>
            </p:cNvPr>
            <p:cNvCxnSpPr>
              <a:cxnSpLocks/>
            </p:cNvCxnSpPr>
            <p:nvPr/>
          </p:nvCxnSpPr>
          <p:spPr>
            <a:xfrm flipV="1">
              <a:off x="5336066" y="2878176"/>
              <a:ext cx="125596" cy="373752"/>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grpSp>
      <p:grpSp>
        <p:nvGrpSpPr>
          <p:cNvPr id="12" name="weight gain">
            <a:extLst>
              <a:ext uri="{FF2B5EF4-FFF2-40B4-BE49-F238E27FC236}">
                <a16:creationId xmlns:a16="http://schemas.microsoft.com/office/drawing/2014/main" id="{D8B01A22-3BC5-47D4-B093-44250736C873}"/>
              </a:ext>
            </a:extLst>
          </p:cNvPr>
          <p:cNvGrpSpPr/>
          <p:nvPr/>
        </p:nvGrpSpPr>
        <p:grpSpPr>
          <a:xfrm>
            <a:off x="4811135" y="1622998"/>
            <a:ext cx="4943128" cy="1644346"/>
            <a:chOff x="4715871" y="1624427"/>
            <a:chExt cx="4943128" cy="1644346"/>
          </a:xfrm>
        </p:grpSpPr>
        <p:sp>
          <p:nvSpPr>
            <p:cNvPr id="136" name="Rectangle 135">
              <a:extLst>
                <a:ext uri="{FF2B5EF4-FFF2-40B4-BE49-F238E27FC236}">
                  <a16:creationId xmlns:a16="http://schemas.microsoft.com/office/drawing/2014/main" id="{9B55AB09-9ECF-4CCD-851B-3A00710983CD}"/>
                </a:ext>
              </a:extLst>
            </p:cNvPr>
            <p:cNvSpPr/>
            <p:nvPr/>
          </p:nvSpPr>
          <p:spPr>
            <a:xfrm>
              <a:off x="4715871" y="2411289"/>
              <a:ext cx="1704365" cy="3030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2B119EE0-1B23-45C7-8689-65B0ED011F05}"/>
                </a:ext>
              </a:extLst>
            </p:cNvPr>
            <p:cNvSpPr/>
            <p:nvPr/>
          </p:nvSpPr>
          <p:spPr>
            <a:xfrm>
              <a:off x="8379473" y="1624427"/>
              <a:ext cx="1279526" cy="3030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8" name="Straight Arrow Connector 137">
              <a:extLst>
                <a:ext uri="{FF2B5EF4-FFF2-40B4-BE49-F238E27FC236}">
                  <a16:creationId xmlns:a16="http://schemas.microsoft.com/office/drawing/2014/main" id="{AECE7CBE-BD9F-4D9A-912A-67AF8B64E588}"/>
                </a:ext>
              </a:extLst>
            </p:cNvPr>
            <p:cNvCxnSpPr>
              <a:cxnSpLocks/>
              <a:stCxn id="136" idx="2"/>
            </p:cNvCxnSpPr>
            <p:nvPr/>
          </p:nvCxnSpPr>
          <p:spPr>
            <a:xfrm>
              <a:off x="5568054" y="2714333"/>
              <a:ext cx="1730792" cy="554440"/>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743EBE88-9999-4328-8804-3D40603C87ED}"/>
                </a:ext>
              </a:extLst>
            </p:cNvPr>
            <p:cNvCxnSpPr>
              <a:cxnSpLocks/>
              <a:stCxn id="137" idx="2"/>
            </p:cNvCxnSpPr>
            <p:nvPr/>
          </p:nvCxnSpPr>
          <p:spPr>
            <a:xfrm flipH="1">
              <a:off x="7298846" y="1927471"/>
              <a:ext cx="1720390" cy="1341302"/>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0" name="sex side effect box" hidden="1">
            <a:extLst>
              <a:ext uri="{FF2B5EF4-FFF2-40B4-BE49-F238E27FC236}">
                <a16:creationId xmlns:a16="http://schemas.microsoft.com/office/drawing/2014/main" id="{387ACF1C-D9A6-44C3-8178-B31F082189A2}"/>
              </a:ext>
            </a:extLst>
          </p:cNvPr>
          <p:cNvSpPr/>
          <p:nvPr/>
        </p:nvSpPr>
        <p:spPr>
          <a:xfrm>
            <a:off x="4663516" y="1156150"/>
            <a:ext cx="6864086" cy="1692998"/>
          </a:xfrm>
          <a:custGeom>
            <a:avLst/>
            <a:gdLst>
              <a:gd name="connsiteX0" fmla="*/ 0 w 8157172"/>
              <a:gd name="connsiteY0" fmla="*/ 0 h 1692998"/>
              <a:gd name="connsiteX1" fmla="*/ 9053 w 8157172"/>
              <a:gd name="connsiteY1" fmla="*/ 1692998 h 1692998"/>
              <a:gd name="connsiteX2" fmla="*/ 8157172 w 8157172"/>
              <a:gd name="connsiteY2" fmla="*/ 1692998 h 1692998"/>
              <a:gd name="connsiteX3" fmla="*/ 8157172 w 8157172"/>
              <a:gd name="connsiteY3" fmla="*/ 72428 h 1692998"/>
              <a:gd name="connsiteX4" fmla="*/ 5920966 w 8157172"/>
              <a:gd name="connsiteY4" fmla="*/ 72428 h 1692998"/>
              <a:gd name="connsiteX5" fmla="*/ 5920966 w 8157172"/>
              <a:gd name="connsiteY5" fmla="*/ 425513 h 1692998"/>
              <a:gd name="connsiteX6" fmla="*/ 4454305 w 8157172"/>
              <a:gd name="connsiteY6" fmla="*/ 425513 h 1692998"/>
              <a:gd name="connsiteX7" fmla="*/ 2335794 w 8157172"/>
              <a:gd name="connsiteY7" fmla="*/ 425513 h 1692998"/>
              <a:gd name="connsiteX8" fmla="*/ 2335794 w 8157172"/>
              <a:gd name="connsiteY8" fmla="*/ 18107 h 1692998"/>
              <a:gd name="connsiteX9" fmla="*/ 0 w 8157172"/>
              <a:gd name="connsiteY9" fmla="*/ 0 h 1692998"/>
              <a:gd name="connsiteX0" fmla="*/ 0 w 8157172"/>
              <a:gd name="connsiteY0" fmla="*/ 0 h 1692998"/>
              <a:gd name="connsiteX1" fmla="*/ 9053 w 8157172"/>
              <a:gd name="connsiteY1" fmla="*/ 1692998 h 1692998"/>
              <a:gd name="connsiteX2" fmla="*/ 8157172 w 8157172"/>
              <a:gd name="connsiteY2" fmla="*/ 769544 h 1692998"/>
              <a:gd name="connsiteX3" fmla="*/ 8157172 w 8157172"/>
              <a:gd name="connsiteY3" fmla="*/ 72428 h 1692998"/>
              <a:gd name="connsiteX4" fmla="*/ 5920966 w 8157172"/>
              <a:gd name="connsiteY4" fmla="*/ 72428 h 1692998"/>
              <a:gd name="connsiteX5" fmla="*/ 5920966 w 8157172"/>
              <a:gd name="connsiteY5" fmla="*/ 425513 h 1692998"/>
              <a:gd name="connsiteX6" fmla="*/ 4454305 w 8157172"/>
              <a:gd name="connsiteY6" fmla="*/ 425513 h 1692998"/>
              <a:gd name="connsiteX7" fmla="*/ 2335794 w 8157172"/>
              <a:gd name="connsiteY7" fmla="*/ 425513 h 1692998"/>
              <a:gd name="connsiteX8" fmla="*/ 2335794 w 8157172"/>
              <a:gd name="connsiteY8" fmla="*/ 18107 h 1692998"/>
              <a:gd name="connsiteX9" fmla="*/ 0 w 8157172"/>
              <a:gd name="connsiteY9" fmla="*/ 0 h 1692998"/>
              <a:gd name="connsiteX0" fmla="*/ 0 w 8157172"/>
              <a:gd name="connsiteY0" fmla="*/ 0 h 1702051"/>
              <a:gd name="connsiteX1" fmla="*/ 9053 w 8157172"/>
              <a:gd name="connsiteY1" fmla="*/ 1692998 h 1702051"/>
              <a:gd name="connsiteX2" fmla="*/ 0 w 8157172"/>
              <a:gd name="connsiteY2" fmla="*/ 1702051 h 1702051"/>
              <a:gd name="connsiteX3" fmla="*/ 8157172 w 8157172"/>
              <a:gd name="connsiteY3" fmla="*/ 769544 h 1702051"/>
              <a:gd name="connsiteX4" fmla="*/ 8157172 w 8157172"/>
              <a:gd name="connsiteY4" fmla="*/ 72428 h 1702051"/>
              <a:gd name="connsiteX5" fmla="*/ 5920966 w 8157172"/>
              <a:gd name="connsiteY5" fmla="*/ 72428 h 1702051"/>
              <a:gd name="connsiteX6" fmla="*/ 5920966 w 8157172"/>
              <a:gd name="connsiteY6" fmla="*/ 425513 h 1702051"/>
              <a:gd name="connsiteX7" fmla="*/ 4454305 w 8157172"/>
              <a:gd name="connsiteY7" fmla="*/ 425513 h 1702051"/>
              <a:gd name="connsiteX8" fmla="*/ 2335794 w 8157172"/>
              <a:gd name="connsiteY8" fmla="*/ 425513 h 1702051"/>
              <a:gd name="connsiteX9" fmla="*/ 2335794 w 8157172"/>
              <a:gd name="connsiteY9" fmla="*/ 18107 h 1702051"/>
              <a:gd name="connsiteX10" fmla="*/ 0 w 8157172"/>
              <a:gd name="connsiteY10" fmla="*/ 0 h 1702051"/>
              <a:gd name="connsiteX0" fmla="*/ 0 w 8157172"/>
              <a:gd name="connsiteY0" fmla="*/ 0 h 1692998"/>
              <a:gd name="connsiteX1" fmla="*/ 9053 w 8157172"/>
              <a:gd name="connsiteY1" fmla="*/ 1692998 h 1692998"/>
              <a:gd name="connsiteX2" fmla="*/ 2290527 w 8157172"/>
              <a:gd name="connsiteY2" fmla="*/ 1692997 h 1692998"/>
              <a:gd name="connsiteX3" fmla="*/ 8157172 w 8157172"/>
              <a:gd name="connsiteY3" fmla="*/ 769544 h 1692998"/>
              <a:gd name="connsiteX4" fmla="*/ 8157172 w 8157172"/>
              <a:gd name="connsiteY4" fmla="*/ 72428 h 1692998"/>
              <a:gd name="connsiteX5" fmla="*/ 5920966 w 8157172"/>
              <a:gd name="connsiteY5" fmla="*/ 72428 h 1692998"/>
              <a:gd name="connsiteX6" fmla="*/ 5920966 w 8157172"/>
              <a:gd name="connsiteY6" fmla="*/ 425513 h 1692998"/>
              <a:gd name="connsiteX7" fmla="*/ 4454305 w 8157172"/>
              <a:gd name="connsiteY7" fmla="*/ 425513 h 1692998"/>
              <a:gd name="connsiteX8" fmla="*/ 2335794 w 8157172"/>
              <a:gd name="connsiteY8" fmla="*/ 425513 h 1692998"/>
              <a:gd name="connsiteX9" fmla="*/ 2335794 w 8157172"/>
              <a:gd name="connsiteY9" fmla="*/ 18107 h 1692998"/>
              <a:gd name="connsiteX10" fmla="*/ 0 w 8157172"/>
              <a:gd name="connsiteY10"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81473 w 8157172"/>
              <a:gd name="connsiteY3" fmla="*/ 1683944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832918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782118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782118 h 1692998"/>
              <a:gd name="connsiteX4" fmla="*/ 7627925 w 8157172"/>
              <a:gd name="connsiteY4" fmla="*/ 779069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7627925"/>
              <a:gd name="connsiteY0" fmla="*/ 0 h 1692998"/>
              <a:gd name="connsiteX1" fmla="*/ 9053 w 7627925"/>
              <a:gd name="connsiteY1" fmla="*/ 1692998 h 1692998"/>
              <a:gd name="connsiteX2" fmla="*/ 2290527 w 7627925"/>
              <a:gd name="connsiteY2" fmla="*/ 1692997 h 1692998"/>
              <a:gd name="connsiteX3" fmla="*/ 2290527 w 7627925"/>
              <a:gd name="connsiteY3" fmla="*/ 782118 h 1692998"/>
              <a:gd name="connsiteX4" fmla="*/ 7627925 w 7627925"/>
              <a:gd name="connsiteY4" fmla="*/ 779069 h 1692998"/>
              <a:gd name="connsiteX5" fmla="*/ 7627925 w 7627925"/>
              <a:gd name="connsiteY5" fmla="*/ 91478 h 1692998"/>
              <a:gd name="connsiteX6" fmla="*/ 5920966 w 7627925"/>
              <a:gd name="connsiteY6" fmla="*/ 72428 h 1692998"/>
              <a:gd name="connsiteX7" fmla="*/ 5920966 w 7627925"/>
              <a:gd name="connsiteY7" fmla="*/ 425513 h 1692998"/>
              <a:gd name="connsiteX8" fmla="*/ 4454305 w 7627925"/>
              <a:gd name="connsiteY8" fmla="*/ 425513 h 1692998"/>
              <a:gd name="connsiteX9" fmla="*/ 2335794 w 7627925"/>
              <a:gd name="connsiteY9" fmla="*/ 425513 h 1692998"/>
              <a:gd name="connsiteX10" fmla="*/ 2335794 w 7627925"/>
              <a:gd name="connsiteY10" fmla="*/ 18107 h 1692998"/>
              <a:gd name="connsiteX11" fmla="*/ 0 w 7627925"/>
              <a:gd name="connsiteY11" fmla="*/ 0 h 1692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27925" h="1692998">
                <a:moveTo>
                  <a:pt x="0" y="0"/>
                </a:moveTo>
                <a:cubicBezTo>
                  <a:pt x="3018" y="564333"/>
                  <a:pt x="6035" y="1128665"/>
                  <a:pt x="9053" y="1692998"/>
                </a:cubicBezTo>
                <a:lnTo>
                  <a:pt x="2290527" y="1692997"/>
                </a:lnTo>
                <a:lnTo>
                  <a:pt x="2290527" y="782118"/>
                </a:lnTo>
                <a:lnTo>
                  <a:pt x="7627925" y="779069"/>
                </a:lnTo>
                <a:lnTo>
                  <a:pt x="7627925" y="91478"/>
                </a:lnTo>
                <a:lnTo>
                  <a:pt x="5920966" y="72428"/>
                </a:lnTo>
                <a:lnTo>
                  <a:pt x="5920966" y="425513"/>
                </a:lnTo>
                <a:lnTo>
                  <a:pt x="4454305" y="425513"/>
                </a:lnTo>
                <a:lnTo>
                  <a:pt x="2335794" y="425513"/>
                </a:lnTo>
                <a:lnTo>
                  <a:pt x="2335794" y="18107"/>
                </a:lnTo>
                <a:lnTo>
                  <a:pt x="0" y="0"/>
                </a:lnTo>
                <a:close/>
              </a:path>
            </a:pathLst>
          </a:custGeom>
          <a:noFill/>
          <a:ln w="28575">
            <a:solidFill>
              <a:srgbClr val="FF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QTc prol" hidden="1">
            <a:extLst>
              <a:ext uri="{FF2B5EF4-FFF2-40B4-BE49-F238E27FC236}">
                <a16:creationId xmlns:a16="http://schemas.microsoft.com/office/drawing/2014/main" id="{9B9D0947-6A6A-43BC-8197-5491CA281135}"/>
              </a:ext>
            </a:extLst>
          </p:cNvPr>
          <p:cNvGrpSpPr/>
          <p:nvPr/>
        </p:nvGrpSpPr>
        <p:grpSpPr>
          <a:xfrm>
            <a:off x="4799416" y="1263382"/>
            <a:ext cx="6703486" cy="2000181"/>
            <a:chOff x="4799416" y="1263382"/>
            <a:chExt cx="6703486" cy="2000181"/>
          </a:xfrm>
        </p:grpSpPr>
        <p:sp>
          <p:nvSpPr>
            <p:cNvPr id="142" name="Rectangle 141">
              <a:extLst>
                <a:ext uri="{FF2B5EF4-FFF2-40B4-BE49-F238E27FC236}">
                  <a16:creationId xmlns:a16="http://schemas.microsoft.com/office/drawing/2014/main" id="{355869E7-5217-44DB-9F79-BCB667B78043}"/>
                </a:ext>
              </a:extLst>
            </p:cNvPr>
            <p:cNvSpPr/>
            <p:nvPr/>
          </p:nvSpPr>
          <p:spPr>
            <a:xfrm>
              <a:off x="10099241" y="1263382"/>
              <a:ext cx="1403661" cy="6766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0FB7DC31-494B-4D97-96A8-BCA430D59A79}"/>
                </a:ext>
              </a:extLst>
            </p:cNvPr>
            <p:cNvSpPr/>
            <p:nvPr/>
          </p:nvSpPr>
          <p:spPr>
            <a:xfrm>
              <a:off x="4799416" y="1869682"/>
              <a:ext cx="1926218" cy="300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4" name="Straight Arrow Connector 143">
              <a:extLst>
                <a:ext uri="{FF2B5EF4-FFF2-40B4-BE49-F238E27FC236}">
                  <a16:creationId xmlns:a16="http://schemas.microsoft.com/office/drawing/2014/main" id="{A1C44EE3-7CA0-4B04-A5EF-2ED715D7D1E6}"/>
                </a:ext>
              </a:extLst>
            </p:cNvPr>
            <p:cNvCxnSpPr>
              <a:cxnSpLocks/>
              <a:stCxn id="142" idx="2"/>
            </p:cNvCxnSpPr>
            <p:nvPr/>
          </p:nvCxnSpPr>
          <p:spPr>
            <a:xfrm>
              <a:off x="10801072" y="1940005"/>
              <a:ext cx="308738" cy="1323558"/>
            </a:xfrm>
            <a:prstGeom prst="straightConnector1">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7D5FE512-813B-43E6-82A4-6299A3F95757}"/>
                </a:ext>
              </a:extLst>
            </p:cNvPr>
            <p:cNvCxnSpPr>
              <a:cxnSpLocks/>
              <a:stCxn id="143" idx="3"/>
            </p:cNvCxnSpPr>
            <p:nvPr/>
          </p:nvCxnSpPr>
          <p:spPr>
            <a:xfrm>
              <a:off x="6725634" y="2019893"/>
              <a:ext cx="4384176" cy="1243670"/>
            </a:xfrm>
            <a:prstGeom prst="straightConnector1">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7" name="TCA">
            <a:extLst>
              <a:ext uri="{FF2B5EF4-FFF2-40B4-BE49-F238E27FC236}">
                <a16:creationId xmlns:a16="http://schemas.microsoft.com/office/drawing/2014/main" id="{D65C7CD8-FCC0-4AB2-AAC2-4B66A84B7A58}"/>
              </a:ext>
            </a:extLst>
          </p:cNvPr>
          <p:cNvSpPr/>
          <p:nvPr/>
        </p:nvSpPr>
        <p:spPr>
          <a:xfrm>
            <a:off x="2955542" y="1342312"/>
            <a:ext cx="1440905" cy="373579"/>
          </a:xfrm>
          <a:prstGeom prst="roundRect">
            <a:avLst/>
          </a:prstGeom>
          <a:solidFill>
            <a:schemeClr val="bg1"/>
          </a:solidFill>
          <a:ln w="28575">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“Activating”?</a:t>
            </a:r>
          </a:p>
        </p:txBody>
      </p:sp>
      <p:sp>
        <p:nvSpPr>
          <p:cNvPr id="148" name="TCA">
            <a:extLst>
              <a:ext uri="{FF2B5EF4-FFF2-40B4-BE49-F238E27FC236}">
                <a16:creationId xmlns:a16="http://schemas.microsoft.com/office/drawing/2014/main" id="{E9FA5C4E-2788-43E4-A6CA-08DEB7E3BAC1}"/>
              </a:ext>
            </a:extLst>
          </p:cNvPr>
          <p:cNvSpPr/>
          <p:nvPr/>
        </p:nvSpPr>
        <p:spPr>
          <a:xfrm>
            <a:off x="2967853" y="2095110"/>
            <a:ext cx="1428594" cy="373579"/>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“Sedating”?</a:t>
            </a:r>
          </a:p>
        </p:txBody>
      </p:sp>
      <p:pic>
        <p:nvPicPr>
          <p:cNvPr id="86" name="Graphic 85" descr="Cursor with solid fill">
            <a:extLst>
              <a:ext uri="{FF2B5EF4-FFF2-40B4-BE49-F238E27FC236}">
                <a16:creationId xmlns:a16="http://schemas.microsoft.com/office/drawing/2014/main" id="{0ED72218-F36A-41B8-B219-BD9EE8565C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9188" y="1591925"/>
            <a:ext cx="395274" cy="395274"/>
          </a:xfrm>
          <a:prstGeom prst="rect">
            <a:avLst/>
          </a:prstGeom>
        </p:spPr>
      </p:pic>
      <p:pic>
        <p:nvPicPr>
          <p:cNvPr id="150" name="Graphic 149" descr="Cursor with solid fill">
            <a:extLst>
              <a:ext uri="{FF2B5EF4-FFF2-40B4-BE49-F238E27FC236}">
                <a16:creationId xmlns:a16="http://schemas.microsoft.com/office/drawing/2014/main" id="{87C7E786-B3D1-4DCD-A847-4C86E9B0CE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9188" y="2316803"/>
            <a:ext cx="395274" cy="395274"/>
          </a:xfrm>
          <a:prstGeom prst="rect">
            <a:avLst/>
          </a:prstGeom>
        </p:spPr>
      </p:pic>
      <p:grpSp>
        <p:nvGrpSpPr>
          <p:cNvPr id="25" name="drowsiness" hidden="1">
            <a:extLst>
              <a:ext uri="{FF2B5EF4-FFF2-40B4-BE49-F238E27FC236}">
                <a16:creationId xmlns:a16="http://schemas.microsoft.com/office/drawing/2014/main" id="{817F222A-3B5C-4B85-9A8B-2C3AFCA39660}"/>
              </a:ext>
            </a:extLst>
          </p:cNvPr>
          <p:cNvGrpSpPr/>
          <p:nvPr/>
        </p:nvGrpSpPr>
        <p:grpSpPr>
          <a:xfrm>
            <a:off x="4842050" y="1343489"/>
            <a:ext cx="6623609" cy="2270714"/>
            <a:chOff x="4842050" y="1343489"/>
            <a:chExt cx="6623609" cy="2270714"/>
          </a:xfrm>
        </p:grpSpPr>
        <p:cxnSp>
          <p:nvCxnSpPr>
            <p:cNvPr id="5" name="Straight Arrow Connector 4">
              <a:extLst>
                <a:ext uri="{FF2B5EF4-FFF2-40B4-BE49-F238E27FC236}">
                  <a16:creationId xmlns:a16="http://schemas.microsoft.com/office/drawing/2014/main" id="{98FB9D52-A43F-4206-B4AF-EAE02A3CDE77}"/>
                </a:ext>
              </a:extLst>
            </p:cNvPr>
            <p:cNvCxnSpPr>
              <a:cxnSpLocks/>
            </p:cNvCxnSpPr>
            <p:nvPr/>
          </p:nvCxnSpPr>
          <p:spPr>
            <a:xfrm flipV="1">
              <a:off x="8865087" y="1950473"/>
              <a:ext cx="1122225" cy="166373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D31C165F-26EE-4E06-BD5C-7CA6B7EB1331}"/>
                </a:ext>
              </a:extLst>
            </p:cNvPr>
            <p:cNvSpPr/>
            <p:nvPr/>
          </p:nvSpPr>
          <p:spPr>
            <a:xfrm>
              <a:off x="8493399" y="1343489"/>
              <a:ext cx="2972260" cy="600075"/>
            </a:xfrm>
            <a:custGeom>
              <a:avLst/>
              <a:gdLst>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52550 w 2828925"/>
                <a:gd name="connsiteY5" fmla="*/ 28575 h 600075"/>
                <a:gd name="connsiteX6" fmla="*/ 2828925 w 2828925"/>
                <a:gd name="connsiteY6" fmla="*/ 0 h 600075"/>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57312 w 2828925"/>
                <a:gd name="connsiteY5" fmla="*/ 9525 h 600075"/>
                <a:gd name="connsiteX6" fmla="*/ 2828925 w 2828925"/>
                <a:gd name="connsiteY6" fmla="*/ 0 h 600075"/>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47787 w 2828925"/>
                <a:gd name="connsiteY5" fmla="*/ 4762 h 600075"/>
                <a:gd name="connsiteX6" fmla="*/ 2828925 w 2828925"/>
                <a:gd name="connsiteY6" fmla="*/ 0 h 600075"/>
                <a:gd name="connsiteX0" fmla="*/ 2971800 w 2971800"/>
                <a:gd name="connsiteY0" fmla="*/ 0 h 600075"/>
                <a:gd name="connsiteX1" fmla="*/ 2971800 w 2971800"/>
                <a:gd name="connsiteY1" fmla="*/ 600075 h 600075"/>
                <a:gd name="connsiteX2" fmla="*/ 0 w 2971800"/>
                <a:gd name="connsiteY2" fmla="*/ 600075 h 600075"/>
                <a:gd name="connsiteX3" fmla="*/ 142875 w 2971800"/>
                <a:gd name="connsiteY3" fmla="*/ 304800 h 600075"/>
                <a:gd name="connsiteX4" fmla="*/ 1495425 w 2971800"/>
                <a:gd name="connsiteY4" fmla="*/ 304800 h 600075"/>
                <a:gd name="connsiteX5" fmla="*/ 1490662 w 2971800"/>
                <a:gd name="connsiteY5" fmla="*/ 4762 h 600075"/>
                <a:gd name="connsiteX6" fmla="*/ 2971800 w 2971800"/>
                <a:gd name="connsiteY6" fmla="*/ 0 h 600075"/>
                <a:gd name="connsiteX0" fmla="*/ 2981325 w 2981325"/>
                <a:gd name="connsiteY0" fmla="*/ 0 h 600075"/>
                <a:gd name="connsiteX1" fmla="*/ 2981325 w 2981325"/>
                <a:gd name="connsiteY1" fmla="*/ 600075 h 600075"/>
                <a:gd name="connsiteX2" fmla="*/ 9525 w 2981325"/>
                <a:gd name="connsiteY2" fmla="*/ 600075 h 600075"/>
                <a:gd name="connsiteX3" fmla="*/ 0 w 2981325"/>
                <a:gd name="connsiteY3" fmla="*/ 304800 h 600075"/>
                <a:gd name="connsiteX4" fmla="*/ 1504950 w 2981325"/>
                <a:gd name="connsiteY4" fmla="*/ 304800 h 600075"/>
                <a:gd name="connsiteX5" fmla="*/ 1500187 w 2981325"/>
                <a:gd name="connsiteY5" fmla="*/ 4762 h 600075"/>
                <a:gd name="connsiteX6" fmla="*/ 2981325 w 2981325"/>
                <a:gd name="connsiteY6" fmla="*/ 0 h 600075"/>
                <a:gd name="connsiteX0" fmla="*/ 2971800 w 2971800"/>
                <a:gd name="connsiteY0" fmla="*/ 0 h 600075"/>
                <a:gd name="connsiteX1" fmla="*/ 2971800 w 2971800"/>
                <a:gd name="connsiteY1" fmla="*/ 600075 h 600075"/>
                <a:gd name="connsiteX2" fmla="*/ 0 w 2971800"/>
                <a:gd name="connsiteY2" fmla="*/ 600075 h 600075"/>
                <a:gd name="connsiteX3" fmla="*/ 4762 w 2971800"/>
                <a:gd name="connsiteY3" fmla="*/ 311944 h 600075"/>
                <a:gd name="connsiteX4" fmla="*/ 1495425 w 2971800"/>
                <a:gd name="connsiteY4" fmla="*/ 304800 h 600075"/>
                <a:gd name="connsiteX5" fmla="*/ 1490662 w 2971800"/>
                <a:gd name="connsiteY5" fmla="*/ 4762 h 600075"/>
                <a:gd name="connsiteX6" fmla="*/ 2971800 w 2971800"/>
                <a:gd name="connsiteY6" fmla="*/ 0 h 600075"/>
                <a:gd name="connsiteX0" fmla="*/ 2976774 w 2976774"/>
                <a:gd name="connsiteY0" fmla="*/ 0 h 600075"/>
                <a:gd name="connsiteX1" fmla="*/ 2976774 w 2976774"/>
                <a:gd name="connsiteY1" fmla="*/ 600075 h 600075"/>
                <a:gd name="connsiteX2" fmla="*/ 4974 w 2976774"/>
                <a:gd name="connsiteY2" fmla="*/ 600075 h 600075"/>
                <a:gd name="connsiteX3" fmla="*/ 211 w 2976774"/>
                <a:gd name="connsiteY3" fmla="*/ 314325 h 600075"/>
                <a:gd name="connsiteX4" fmla="*/ 1500399 w 2976774"/>
                <a:gd name="connsiteY4" fmla="*/ 304800 h 600075"/>
                <a:gd name="connsiteX5" fmla="*/ 1495636 w 2976774"/>
                <a:gd name="connsiteY5" fmla="*/ 4762 h 600075"/>
                <a:gd name="connsiteX6" fmla="*/ 2976774 w 2976774"/>
                <a:gd name="connsiteY6" fmla="*/ 0 h 600075"/>
                <a:gd name="connsiteX0" fmla="*/ 2972260 w 2972260"/>
                <a:gd name="connsiteY0" fmla="*/ 0 h 600075"/>
                <a:gd name="connsiteX1" fmla="*/ 2972260 w 2972260"/>
                <a:gd name="connsiteY1" fmla="*/ 600075 h 600075"/>
                <a:gd name="connsiteX2" fmla="*/ 460 w 2972260"/>
                <a:gd name="connsiteY2" fmla="*/ 600075 h 600075"/>
                <a:gd name="connsiteX3" fmla="*/ 459 w 2972260"/>
                <a:gd name="connsiteY3" fmla="*/ 311943 h 600075"/>
                <a:gd name="connsiteX4" fmla="*/ 1495885 w 2972260"/>
                <a:gd name="connsiteY4" fmla="*/ 304800 h 600075"/>
                <a:gd name="connsiteX5" fmla="*/ 1491122 w 2972260"/>
                <a:gd name="connsiteY5" fmla="*/ 4762 h 600075"/>
                <a:gd name="connsiteX6" fmla="*/ 2972260 w 2972260"/>
                <a:gd name="connsiteY6"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2260" h="600075">
                  <a:moveTo>
                    <a:pt x="2972260" y="0"/>
                  </a:moveTo>
                  <a:lnTo>
                    <a:pt x="2972260" y="600075"/>
                  </a:lnTo>
                  <a:lnTo>
                    <a:pt x="460" y="600075"/>
                  </a:lnTo>
                  <a:cubicBezTo>
                    <a:pt x="2047" y="504031"/>
                    <a:pt x="-1128" y="407987"/>
                    <a:pt x="459" y="311943"/>
                  </a:cubicBezTo>
                  <a:lnTo>
                    <a:pt x="1495885" y="304800"/>
                  </a:lnTo>
                  <a:cubicBezTo>
                    <a:pt x="1497472" y="206375"/>
                    <a:pt x="1489535" y="103187"/>
                    <a:pt x="1491122" y="4762"/>
                  </a:cubicBezTo>
                  <a:lnTo>
                    <a:pt x="2972260" y="0"/>
                  </a:lnTo>
                  <a:close/>
                </a:path>
              </a:pathLst>
            </a:cu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46C6636-4F16-4764-84AC-6EF1FEDC2B70}"/>
                </a:ext>
              </a:extLst>
            </p:cNvPr>
            <p:cNvSpPr/>
            <p:nvPr/>
          </p:nvSpPr>
          <p:spPr>
            <a:xfrm>
              <a:off x="4842050" y="2440002"/>
              <a:ext cx="1750040" cy="283849"/>
            </a:xfrm>
            <a:prstGeom prst="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3" name="Straight Arrow Connector 152">
              <a:extLst>
                <a:ext uri="{FF2B5EF4-FFF2-40B4-BE49-F238E27FC236}">
                  <a16:creationId xmlns:a16="http://schemas.microsoft.com/office/drawing/2014/main" id="{BFCCEB7E-5EC9-43B6-9949-6B434BF57F2B}"/>
                </a:ext>
              </a:extLst>
            </p:cNvPr>
            <p:cNvCxnSpPr>
              <a:cxnSpLocks/>
              <a:endCxn id="17" idx="3"/>
            </p:cNvCxnSpPr>
            <p:nvPr/>
          </p:nvCxnSpPr>
          <p:spPr>
            <a:xfrm flipH="1" flipV="1">
              <a:off x="6592090" y="2581927"/>
              <a:ext cx="2272997" cy="1032276"/>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5" name="Group 134">
            <a:extLst>
              <a:ext uri="{FF2B5EF4-FFF2-40B4-BE49-F238E27FC236}">
                <a16:creationId xmlns:a16="http://schemas.microsoft.com/office/drawing/2014/main" id="{F5A6B510-BDE1-47B4-9818-6819D8A8A5E0}"/>
              </a:ext>
            </a:extLst>
          </p:cNvPr>
          <p:cNvGrpSpPr/>
          <p:nvPr/>
        </p:nvGrpSpPr>
        <p:grpSpPr>
          <a:xfrm>
            <a:off x="4585577" y="3129869"/>
            <a:ext cx="1008841" cy="1667316"/>
            <a:chOff x="821593" y="4315964"/>
            <a:chExt cx="1129720" cy="1867093"/>
          </a:xfrm>
        </p:grpSpPr>
        <p:pic>
          <p:nvPicPr>
            <p:cNvPr id="149" name="Graphic 148" descr="Stomach outline">
              <a:hlinkClick r:id="rId5" action="ppaction://hlinksldjump"/>
              <a:extLst>
                <a:ext uri="{FF2B5EF4-FFF2-40B4-BE49-F238E27FC236}">
                  <a16:creationId xmlns:a16="http://schemas.microsoft.com/office/drawing/2014/main" id="{E7C79811-732C-453B-8BB1-F232164D4FE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7639" y="4315964"/>
              <a:ext cx="997163" cy="997163"/>
            </a:xfrm>
            <a:prstGeom prst="rect">
              <a:avLst/>
            </a:prstGeom>
            <a:effectLst>
              <a:outerShdw blurRad="50800" dist="38100" dir="2700000" algn="tl" rotWithShape="0">
                <a:prstClr val="black">
                  <a:alpha val="40000"/>
                </a:prstClr>
              </a:outerShdw>
            </a:effectLst>
          </p:spPr>
        </p:pic>
        <p:sp>
          <p:nvSpPr>
            <p:cNvPr id="154" name="TextBox 153">
              <a:extLst>
                <a:ext uri="{FF2B5EF4-FFF2-40B4-BE49-F238E27FC236}">
                  <a16:creationId xmlns:a16="http://schemas.microsoft.com/office/drawing/2014/main" id="{A191C616-0012-42CF-821B-9084848BF687}"/>
                </a:ext>
              </a:extLst>
            </p:cNvPr>
            <p:cNvSpPr txBox="1"/>
            <p:nvPr/>
          </p:nvSpPr>
          <p:spPr>
            <a:xfrm>
              <a:off x="821593" y="5218026"/>
              <a:ext cx="1129720" cy="965031"/>
            </a:xfrm>
            <a:prstGeom prst="rect">
              <a:avLst/>
            </a:prstGeom>
            <a:solidFill>
              <a:schemeClr val="bg1"/>
            </a:solidFill>
          </p:spPr>
          <p:txBody>
            <a:bodyPr wrap="square" rtlCol="0">
              <a:spAutoFit/>
            </a:bodyPr>
            <a:lstStyle/>
            <a:p>
              <a:pPr algn="ctr"/>
              <a:r>
                <a:rPr lang="en-US"/>
                <a:t>GI Toxicity</a:t>
              </a:r>
            </a:p>
            <a:p>
              <a:pPr algn="ctr"/>
              <a:r>
                <a:rPr lang="en-US" sz="1200"/>
                <a:t>(transient)</a:t>
              </a:r>
            </a:p>
          </p:txBody>
        </p:sp>
      </p:grpSp>
      <p:grpSp>
        <p:nvGrpSpPr>
          <p:cNvPr id="155" name="Group 154">
            <a:extLst>
              <a:ext uri="{FF2B5EF4-FFF2-40B4-BE49-F238E27FC236}">
                <a16:creationId xmlns:a16="http://schemas.microsoft.com/office/drawing/2014/main" id="{3668994E-09B7-4F64-A7DC-B6C78DC7CB9A}"/>
              </a:ext>
            </a:extLst>
          </p:cNvPr>
          <p:cNvGrpSpPr/>
          <p:nvPr/>
        </p:nvGrpSpPr>
        <p:grpSpPr>
          <a:xfrm>
            <a:off x="6768234" y="3267344"/>
            <a:ext cx="1339469" cy="1176921"/>
            <a:chOff x="2789798" y="4143669"/>
            <a:chExt cx="1499964" cy="1317939"/>
          </a:xfrm>
        </p:grpSpPr>
        <p:pic>
          <p:nvPicPr>
            <p:cNvPr id="161" name="Graphic 160" descr="Weight Gain with solid fill">
              <a:hlinkClick r:id="rId8" action="ppaction://hlinksldjump"/>
              <a:extLst>
                <a:ext uri="{FF2B5EF4-FFF2-40B4-BE49-F238E27FC236}">
                  <a16:creationId xmlns:a16="http://schemas.microsoft.com/office/drawing/2014/main" id="{2D07C5FA-904F-4CE6-82EF-0EE0AC46656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992086" y="4143669"/>
              <a:ext cx="997162" cy="997162"/>
            </a:xfrm>
            <a:prstGeom prst="rect">
              <a:avLst/>
            </a:prstGeom>
            <a:effectLst>
              <a:outerShdw blurRad="50800" dist="38100" dir="2700000" algn="tl" rotWithShape="0">
                <a:prstClr val="black">
                  <a:alpha val="40000"/>
                </a:prstClr>
              </a:outerShdw>
            </a:effectLst>
          </p:spPr>
        </p:pic>
        <p:sp>
          <p:nvSpPr>
            <p:cNvPr id="162" name="TextBox 161">
              <a:extLst>
                <a:ext uri="{FF2B5EF4-FFF2-40B4-BE49-F238E27FC236}">
                  <a16:creationId xmlns:a16="http://schemas.microsoft.com/office/drawing/2014/main" id="{7AAD04BB-25C6-4F92-B725-528FC7B80566}"/>
                </a:ext>
              </a:extLst>
            </p:cNvPr>
            <p:cNvSpPr txBox="1"/>
            <p:nvPr/>
          </p:nvSpPr>
          <p:spPr>
            <a:xfrm>
              <a:off x="2789798" y="5048023"/>
              <a:ext cx="1499964" cy="413585"/>
            </a:xfrm>
            <a:prstGeom prst="rect">
              <a:avLst/>
            </a:prstGeom>
            <a:solidFill>
              <a:schemeClr val="bg1"/>
            </a:solidFill>
          </p:spPr>
          <p:txBody>
            <a:bodyPr wrap="none" rtlCol="0">
              <a:spAutoFit/>
            </a:bodyPr>
            <a:lstStyle/>
            <a:p>
              <a:pPr algn="ctr"/>
              <a:r>
                <a:rPr lang="en-US"/>
                <a:t>Weight Gain</a:t>
              </a:r>
            </a:p>
          </p:txBody>
        </p:sp>
      </p:grpSp>
      <p:grpSp>
        <p:nvGrpSpPr>
          <p:cNvPr id="163" name="insomnia button">
            <a:extLst>
              <a:ext uri="{FF2B5EF4-FFF2-40B4-BE49-F238E27FC236}">
                <a16:creationId xmlns:a16="http://schemas.microsoft.com/office/drawing/2014/main" id="{A0456572-7DA9-4EE4-8185-91BD612E5710}"/>
              </a:ext>
            </a:extLst>
          </p:cNvPr>
          <p:cNvGrpSpPr/>
          <p:nvPr/>
        </p:nvGrpSpPr>
        <p:grpSpPr>
          <a:xfrm>
            <a:off x="9226184" y="3215282"/>
            <a:ext cx="1245727" cy="1281044"/>
            <a:chOff x="6548896" y="3944267"/>
            <a:chExt cx="1394990" cy="1434538"/>
          </a:xfrm>
        </p:grpSpPr>
        <p:pic>
          <p:nvPicPr>
            <p:cNvPr id="164" name="Graphic 163" descr="Zany face outline with solid fill">
              <a:hlinkClick r:id="rId11" action="ppaction://hlinksldjump"/>
              <a:extLst>
                <a:ext uri="{FF2B5EF4-FFF2-40B4-BE49-F238E27FC236}">
                  <a16:creationId xmlns:a16="http://schemas.microsoft.com/office/drawing/2014/main" id="{CE3DD99C-D39F-47D2-803B-E017EAF8B4A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39928" y="3944267"/>
              <a:ext cx="831603" cy="831603"/>
            </a:xfrm>
            <a:prstGeom prst="rect">
              <a:avLst/>
            </a:prstGeom>
            <a:effectLst>
              <a:outerShdw blurRad="50800" dist="38100" dir="2700000" algn="tl" rotWithShape="0">
                <a:prstClr val="black">
                  <a:alpha val="40000"/>
                </a:prstClr>
              </a:outerShdw>
            </a:effectLst>
          </p:spPr>
        </p:pic>
        <p:sp>
          <p:nvSpPr>
            <p:cNvPr id="165" name="TextBox 164">
              <a:extLst>
                <a:ext uri="{FF2B5EF4-FFF2-40B4-BE49-F238E27FC236}">
                  <a16:creationId xmlns:a16="http://schemas.microsoft.com/office/drawing/2014/main" id="{2A6F2E21-6809-4EE9-B65B-CB0682A16F38}"/>
                </a:ext>
              </a:extLst>
            </p:cNvPr>
            <p:cNvSpPr txBox="1"/>
            <p:nvPr/>
          </p:nvSpPr>
          <p:spPr>
            <a:xfrm>
              <a:off x="6548896" y="4655031"/>
              <a:ext cx="1394990" cy="723774"/>
            </a:xfrm>
            <a:prstGeom prst="rect">
              <a:avLst/>
            </a:prstGeom>
            <a:noFill/>
          </p:spPr>
          <p:txBody>
            <a:bodyPr wrap="none" rtlCol="0">
              <a:spAutoFit/>
            </a:bodyPr>
            <a:lstStyle/>
            <a:p>
              <a:pPr algn="ctr"/>
              <a:r>
                <a:rPr lang="en-US"/>
                <a:t>Insomnia</a:t>
              </a:r>
            </a:p>
            <a:p>
              <a:pPr algn="ctr"/>
              <a:r>
                <a:rPr lang="en-US"/>
                <a:t>&amp; Agitation</a:t>
              </a:r>
            </a:p>
          </p:txBody>
        </p:sp>
      </p:grpSp>
      <p:grpSp>
        <p:nvGrpSpPr>
          <p:cNvPr id="166" name="QTc button">
            <a:extLst>
              <a:ext uri="{FF2B5EF4-FFF2-40B4-BE49-F238E27FC236}">
                <a16:creationId xmlns:a16="http://schemas.microsoft.com/office/drawing/2014/main" id="{7998E1CF-3F13-4EC4-8070-2B80B782EE0B}"/>
              </a:ext>
            </a:extLst>
          </p:cNvPr>
          <p:cNvGrpSpPr/>
          <p:nvPr/>
        </p:nvGrpSpPr>
        <p:grpSpPr>
          <a:xfrm>
            <a:off x="10407551" y="3263563"/>
            <a:ext cx="1384803" cy="1184483"/>
            <a:chOff x="8334716" y="3199605"/>
            <a:chExt cx="1550730" cy="1326407"/>
          </a:xfrm>
        </p:grpSpPr>
        <p:pic>
          <p:nvPicPr>
            <p:cNvPr id="167" name="Graphic 166" descr="Heartbeat with solid fill">
              <a:hlinkClick r:id="rId14" action="ppaction://hlinksldjump"/>
              <a:extLst>
                <a:ext uri="{FF2B5EF4-FFF2-40B4-BE49-F238E27FC236}">
                  <a16:creationId xmlns:a16="http://schemas.microsoft.com/office/drawing/2014/main" id="{46D2CA0D-31FF-4ED4-B6E4-B4BFF4E921C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750781" y="3199605"/>
              <a:ext cx="740677" cy="740677"/>
            </a:xfrm>
            <a:prstGeom prst="rect">
              <a:avLst/>
            </a:prstGeom>
            <a:effectLst>
              <a:outerShdw blurRad="50800" dist="38100" dir="2700000" algn="tl" rotWithShape="0">
                <a:prstClr val="black">
                  <a:alpha val="40000"/>
                </a:prstClr>
              </a:outerShdw>
            </a:effectLst>
          </p:spPr>
        </p:pic>
        <p:sp>
          <p:nvSpPr>
            <p:cNvPr id="168" name="TextBox 167">
              <a:extLst>
                <a:ext uri="{FF2B5EF4-FFF2-40B4-BE49-F238E27FC236}">
                  <a16:creationId xmlns:a16="http://schemas.microsoft.com/office/drawing/2014/main" id="{54275A4F-95AB-4141-B4E4-10699858EA04}"/>
                </a:ext>
              </a:extLst>
            </p:cNvPr>
            <p:cNvSpPr txBox="1"/>
            <p:nvPr/>
          </p:nvSpPr>
          <p:spPr>
            <a:xfrm>
              <a:off x="8334716" y="3802238"/>
              <a:ext cx="1550730" cy="723774"/>
            </a:xfrm>
            <a:prstGeom prst="rect">
              <a:avLst/>
            </a:prstGeom>
            <a:noFill/>
          </p:spPr>
          <p:txBody>
            <a:bodyPr wrap="none" rtlCol="0">
              <a:spAutoFit/>
            </a:bodyPr>
            <a:lstStyle/>
            <a:p>
              <a:pPr algn="ctr"/>
              <a:r>
                <a:rPr lang="en-US"/>
                <a:t>QTc </a:t>
              </a:r>
            </a:p>
            <a:p>
              <a:pPr algn="ctr"/>
              <a:r>
                <a:rPr lang="en-US"/>
                <a:t>Prolongation</a:t>
              </a:r>
            </a:p>
          </p:txBody>
        </p:sp>
      </p:grpSp>
      <p:grpSp>
        <p:nvGrpSpPr>
          <p:cNvPr id="181" name="drowsiness button">
            <a:extLst>
              <a:ext uri="{FF2B5EF4-FFF2-40B4-BE49-F238E27FC236}">
                <a16:creationId xmlns:a16="http://schemas.microsoft.com/office/drawing/2014/main" id="{65F00B2F-2587-46BA-A54A-7915B23435BF}"/>
              </a:ext>
            </a:extLst>
          </p:cNvPr>
          <p:cNvGrpSpPr/>
          <p:nvPr/>
        </p:nvGrpSpPr>
        <p:grpSpPr>
          <a:xfrm>
            <a:off x="8043343" y="3340407"/>
            <a:ext cx="1247201" cy="1030795"/>
            <a:chOff x="10174770" y="3017082"/>
            <a:chExt cx="1396640" cy="1154304"/>
          </a:xfrm>
        </p:grpSpPr>
        <p:pic>
          <p:nvPicPr>
            <p:cNvPr id="182" name="Graphic 181" descr="Sleep outline">
              <a:hlinkClick r:id="rId17" action="ppaction://hlinksldjump"/>
              <a:extLst>
                <a:ext uri="{FF2B5EF4-FFF2-40B4-BE49-F238E27FC236}">
                  <a16:creationId xmlns:a16="http://schemas.microsoft.com/office/drawing/2014/main" id="{4631B0A1-A94C-4166-B206-6132D005E43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394513" y="3017082"/>
              <a:ext cx="1011214" cy="1011214"/>
            </a:xfrm>
            <a:prstGeom prst="rect">
              <a:avLst/>
            </a:prstGeom>
            <a:effectLst>
              <a:outerShdw blurRad="50800" dist="38100" dir="2700000" algn="tl" rotWithShape="0">
                <a:prstClr val="black">
                  <a:alpha val="40000"/>
                </a:prstClr>
              </a:outerShdw>
            </a:effectLst>
          </p:spPr>
        </p:pic>
        <p:sp>
          <p:nvSpPr>
            <p:cNvPr id="183" name="TextBox 182">
              <a:extLst>
                <a:ext uri="{FF2B5EF4-FFF2-40B4-BE49-F238E27FC236}">
                  <a16:creationId xmlns:a16="http://schemas.microsoft.com/office/drawing/2014/main" id="{96419ACD-1D83-48B6-AE45-FFBBE366B7F7}"/>
                </a:ext>
              </a:extLst>
            </p:cNvPr>
            <p:cNvSpPr txBox="1"/>
            <p:nvPr/>
          </p:nvSpPr>
          <p:spPr>
            <a:xfrm>
              <a:off x="10174770" y="3757801"/>
              <a:ext cx="1396640" cy="413585"/>
            </a:xfrm>
            <a:prstGeom prst="rect">
              <a:avLst/>
            </a:prstGeom>
            <a:noFill/>
          </p:spPr>
          <p:txBody>
            <a:bodyPr wrap="none" rtlCol="0">
              <a:spAutoFit/>
            </a:bodyPr>
            <a:lstStyle/>
            <a:p>
              <a:pPr algn="ctr"/>
              <a:r>
                <a:rPr lang="en-US"/>
                <a:t>Drowsiness</a:t>
              </a:r>
            </a:p>
          </p:txBody>
        </p:sp>
      </p:grpSp>
      <p:pic>
        <p:nvPicPr>
          <p:cNvPr id="184" name="Graphic 183" descr="Cursor with solid fill">
            <a:extLst>
              <a:ext uri="{FF2B5EF4-FFF2-40B4-BE49-F238E27FC236}">
                <a16:creationId xmlns:a16="http://schemas.microsoft.com/office/drawing/2014/main" id="{7DEE2D02-905A-413D-AFA7-7EC7FFBA9B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15272" y="3691541"/>
            <a:ext cx="395274" cy="395274"/>
          </a:xfrm>
          <a:prstGeom prst="rect">
            <a:avLst/>
          </a:prstGeom>
        </p:spPr>
      </p:pic>
      <p:pic>
        <p:nvPicPr>
          <p:cNvPr id="187" name="Graphic 186" descr="Cursor with solid fill">
            <a:extLst>
              <a:ext uri="{FF2B5EF4-FFF2-40B4-BE49-F238E27FC236}">
                <a16:creationId xmlns:a16="http://schemas.microsoft.com/office/drawing/2014/main" id="{98DFF9F2-5245-497B-8E79-37E08396CAC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919059" y="3691541"/>
            <a:ext cx="395274" cy="395274"/>
          </a:xfrm>
          <a:prstGeom prst="rect">
            <a:avLst/>
          </a:prstGeom>
        </p:spPr>
      </p:pic>
      <p:pic>
        <p:nvPicPr>
          <p:cNvPr id="188" name="Graphic 187" descr="Cursor with solid fill">
            <a:extLst>
              <a:ext uri="{FF2B5EF4-FFF2-40B4-BE49-F238E27FC236}">
                <a16:creationId xmlns:a16="http://schemas.microsoft.com/office/drawing/2014/main" id="{7BED7B18-A356-45EF-B803-F8A603BA88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62126" y="3691541"/>
            <a:ext cx="395274" cy="395274"/>
          </a:xfrm>
          <a:prstGeom prst="rect">
            <a:avLst/>
          </a:prstGeom>
        </p:spPr>
      </p:pic>
      <p:pic>
        <p:nvPicPr>
          <p:cNvPr id="189" name="Graphic 188" descr="Cursor with solid fill">
            <a:extLst>
              <a:ext uri="{FF2B5EF4-FFF2-40B4-BE49-F238E27FC236}">
                <a16:creationId xmlns:a16="http://schemas.microsoft.com/office/drawing/2014/main" id="{5E820324-10F8-429A-AE87-26F91897200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12428" y="3691541"/>
            <a:ext cx="395274" cy="395274"/>
          </a:xfrm>
          <a:prstGeom prst="rect">
            <a:avLst/>
          </a:prstGeom>
        </p:spPr>
      </p:pic>
      <p:grpSp>
        <p:nvGrpSpPr>
          <p:cNvPr id="190" name="sexual button">
            <a:extLst>
              <a:ext uri="{FF2B5EF4-FFF2-40B4-BE49-F238E27FC236}">
                <a16:creationId xmlns:a16="http://schemas.microsoft.com/office/drawing/2014/main" id="{D9E9943D-0FB0-4281-A6D7-6083AE9E650D}"/>
              </a:ext>
            </a:extLst>
          </p:cNvPr>
          <p:cNvGrpSpPr/>
          <p:nvPr/>
        </p:nvGrpSpPr>
        <p:grpSpPr>
          <a:xfrm>
            <a:off x="5530058" y="3258910"/>
            <a:ext cx="1302536" cy="1193789"/>
            <a:chOff x="4607413" y="3229662"/>
            <a:chExt cx="1458605" cy="1336828"/>
          </a:xfrm>
        </p:grpSpPr>
        <p:grpSp>
          <p:nvGrpSpPr>
            <p:cNvPr id="191" name="Group 190">
              <a:hlinkClick r:id="rId20" action="ppaction://hlinksldjump"/>
              <a:extLst>
                <a:ext uri="{FF2B5EF4-FFF2-40B4-BE49-F238E27FC236}">
                  <a16:creationId xmlns:a16="http://schemas.microsoft.com/office/drawing/2014/main" id="{C3F0F193-28B6-4BCF-A2C5-38A0577FDC84}"/>
                </a:ext>
              </a:extLst>
            </p:cNvPr>
            <p:cNvGrpSpPr/>
            <p:nvPr/>
          </p:nvGrpSpPr>
          <p:grpSpPr>
            <a:xfrm>
              <a:off x="5012304" y="3229662"/>
              <a:ext cx="629221" cy="629968"/>
              <a:chOff x="5810405" y="2970552"/>
              <a:chExt cx="916784" cy="917873"/>
            </a:xfrm>
            <a:solidFill>
              <a:srgbClr val="FF0066"/>
            </a:solidFill>
            <a:effectLst>
              <a:outerShdw blurRad="50800" dist="38100" dir="2700000" algn="tl" rotWithShape="0">
                <a:prstClr val="black">
                  <a:alpha val="40000"/>
                </a:prstClr>
              </a:outerShdw>
            </a:effectLst>
          </p:grpSpPr>
          <p:sp>
            <p:nvSpPr>
              <p:cNvPr id="193" name="Graphic 14" descr="Smiling with hearts face outline with solid fill">
                <a:extLst>
                  <a:ext uri="{FF2B5EF4-FFF2-40B4-BE49-F238E27FC236}">
                    <a16:creationId xmlns:a16="http://schemas.microsoft.com/office/drawing/2014/main" id="{A593263A-5C6C-49F0-9396-3955DB430F3D}"/>
                  </a:ext>
                </a:extLst>
              </p:cNvPr>
              <p:cNvSpPr/>
              <p:nvPr/>
            </p:nvSpPr>
            <p:spPr>
              <a:xfrm>
                <a:off x="5858510" y="3139368"/>
                <a:ext cx="190626" cy="181046"/>
              </a:xfrm>
              <a:custGeom>
                <a:avLst/>
                <a:gdLst>
                  <a:gd name="connsiteX0" fmla="*/ 95313 w 190626"/>
                  <a:gd name="connsiteY0" fmla="*/ 37473 h 181046"/>
                  <a:gd name="connsiteX1" fmla="*/ 0 w 190626"/>
                  <a:gd name="connsiteY1" fmla="*/ 49538 h 181046"/>
                  <a:gd name="connsiteX2" fmla="*/ 95313 w 190626"/>
                  <a:gd name="connsiteY2" fmla="*/ 181047 h 181046"/>
                  <a:gd name="connsiteX3" fmla="*/ 190627 w 190626"/>
                  <a:gd name="connsiteY3" fmla="*/ 49538 h 181046"/>
                  <a:gd name="connsiteX4" fmla="*/ 95313 w 190626"/>
                  <a:gd name="connsiteY4" fmla="*/ 37473 h 181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6" h="181046">
                    <a:moveTo>
                      <a:pt x="95313" y="37473"/>
                    </a:moveTo>
                    <a:cubicBezTo>
                      <a:pt x="60325" y="-32504"/>
                      <a:pt x="0" y="9724"/>
                      <a:pt x="0" y="49538"/>
                    </a:cubicBezTo>
                    <a:cubicBezTo>
                      <a:pt x="0" y="108657"/>
                      <a:pt x="95313" y="181047"/>
                      <a:pt x="95313" y="181047"/>
                    </a:cubicBezTo>
                    <a:cubicBezTo>
                      <a:pt x="95313" y="181047"/>
                      <a:pt x="190627" y="107450"/>
                      <a:pt x="190627" y="49538"/>
                    </a:cubicBezTo>
                    <a:cubicBezTo>
                      <a:pt x="190627" y="9724"/>
                      <a:pt x="131509" y="-32504"/>
                      <a:pt x="95313" y="37473"/>
                    </a:cubicBezTo>
                    <a:close/>
                  </a:path>
                </a:pathLst>
              </a:custGeom>
              <a:grpFill/>
              <a:ln w="12005" cap="flat">
                <a:noFill/>
                <a:prstDash val="solid"/>
                <a:miter/>
              </a:ln>
            </p:spPr>
            <p:txBody>
              <a:bodyPr rtlCol="0" anchor="ctr"/>
              <a:lstStyle/>
              <a:p>
                <a:pPr algn="ctr"/>
                <a:endParaRPr lang="en-US"/>
              </a:p>
            </p:txBody>
          </p:sp>
          <p:sp>
            <p:nvSpPr>
              <p:cNvPr id="194" name="Graphic 14" descr="Smiling with hearts face outline with solid fill">
                <a:extLst>
                  <a:ext uri="{FF2B5EF4-FFF2-40B4-BE49-F238E27FC236}">
                    <a16:creationId xmlns:a16="http://schemas.microsoft.com/office/drawing/2014/main" id="{BD975668-256F-428B-B176-5BE32630299F}"/>
                  </a:ext>
                </a:extLst>
              </p:cNvPr>
              <p:cNvSpPr/>
              <p:nvPr/>
            </p:nvSpPr>
            <p:spPr>
              <a:xfrm>
                <a:off x="6488302" y="3018646"/>
                <a:ext cx="190627" cy="179911"/>
              </a:xfrm>
              <a:custGeom>
                <a:avLst/>
                <a:gdLst>
                  <a:gd name="connsiteX0" fmla="*/ 95314 w 190627"/>
                  <a:gd name="connsiteY0" fmla="*/ 37545 h 179911"/>
                  <a:gd name="connsiteX1" fmla="*/ 0 w 190627"/>
                  <a:gd name="connsiteY1" fmla="*/ 48403 h 179911"/>
                  <a:gd name="connsiteX2" fmla="*/ 95314 w 190627"/>
                  <a:gd name="connsiteY2" fmla="*/ 179912 h 179911"/>
                  <a:gd name="connsiteX3" fmla="*/ 190627 w 190627"/>
                  <a:gd name="connsiteY3" fmla="*/ 49610 h 179911"/>
                  <a:gd name="connsiteX4" fmla="*/ 95314 w 190627"/>
                  <a:gd name="connsiteY4" fmla="*/ 37545 h 17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7" h="179911">
                    <a:moveTo>
                      <a:pt x="95314" y="37545"/>
                    </a:moveTo>
                    <a:cubicBezTo>
                      <a:pt x="60325" y="-32432"/>
                      <a:pt x="0" y="9795"/>
                      <a:pt x="0" y="48403"/>
                    </a:cubicBezTo>
                    <a:cubicBezTo>
                      <a:pt x="0" y="107522"/>
                      <a:pt x="95314" y="179912"/>
                      <a:pt x="95314" y="179912"/>
                    </a:cubicBezTo>
                    <a:cubicBezTo>
                      <a:pt x="95314" y="179912"/>
                      <a:pt x="190627" y="107522"/>
                      <a:pt x="190627" y="49610"/>
                    </a:cubicBezTo>
                    <a:cubicBezTo>
                      <a:pt x="190627" y="9795"/>
                      <a:pt x="130302" y="-32432"/>
                      <a:pt x="95314" y="37545"/>
                    </a:cubicBezTo>
                    <a:close/>
                  </a:path>
                </a:pathLst>
              </a:custGeom>
              <a:grpFill/>
              <a:ln w="12005" cap="flat">
                <a:noFill/>
                <a:prstDash val="solid"/>
                <a:miter/>
              </a:ln>
            </p:spPr>
            <p:txBody>
              <a:bodyPr rtlCol="0" anchor="ctr"/>
              <a:lstStyle/>
              <a:p>
                <a:pPr algn="ctr"/>
                <a:endParaRPr lang="en-US"/>
              </a:p>
            </p:txBody>
          </p:sp>
          <p:sp>
            <p:nvSpPr>
              <p:cNvPr id="195" name="Graphic 14" descr="Smiling with hearts face outline with solid fill">
                <a:extLst>
                  <a:ext uri="{FF2B5EF4-FFF2-40B4-BE49-F238E27FC236}">
                    <a16:creationId xmlns:a16="http://schemas.microsoft.com/office/drawing/2014/main" id="{02580EBB-00E0-4486-B05E-E93FB5B05F1C}"/>
                  </a:ext>
                </a:extLst>
              </p:cNvPr>
              <p:cNvSpPr/>
              <p:nvPr/>
            </p:nvSpPr>
            <p:spPr>
              <a:xfrm>
                <a:off x="5947790" y="2970552"/>
                <a:ext cx="510349" cy="135105"/>
              </a:xfrm>
              <a:custGeom>
                <a:avLst/>
                <a:gdLst>
                  <a:gd name="connsiteX0" fmla="*/ 6033 w 510349"/>
                  <a:gd name="connsiteY0" fmla="*/ 135106 h 135105"/>
                  <a:gd name="connsiteX1" fmla="*/ 54293 w 510349"/>
                  <a:gd name="connsiteY1" fmla="*/ 120628 h 135105"/>
                  <a:gd name="connsiteX2" fmla="*/ 82042 w 510349"/>
                  <a:gd name="connsiteY2" fmla="*/ 125454 h 135105"/>
                  <a:gd name="connsiteX3" fmla="*/ 492252 w 510349"/>
                  <a:gd name="connsiteY3" fmla="*/ 85639 h 135105"/>
                  <a:gd name="connsiteX4" fmla="*/ 510350 w 510349"/>
                  <a:gd name="connsiteY4" fmla="*/ 40999 h 135105"/>
                  <a:gd name="connsiteX5" fmla="*/ 0 w 510349"/>
                  <a:gd name="connsiteY5" fmla="*/ 131486 h 135105"/>
                  <a:gd name="connsiteX6" fmla="*/ 6033 w 510349"/>
                  <a:gd name="connsiteY6" fmla="*/ 135106 h 13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349" h="135105">
                    <a:moveTo>
                      <a:pt x="6033" y="135106"/>
                    </a:moveTo>
                    <a:cubicBezTo>
                      <a:pt x="20511" y="125454"/>
                      <a:pt x="37402" y="120628"/>
                      <a:pt x="54293" y="120628"/>
                    </a:cubicBezTo>
                    <a:cubicBezTo>
                      <a:pt x="63945" y="120628"/>
                      <a:pt x="73597" y="121834"/>
                      <a:pt x="82042" y="125454"/>
                    </a:cubicBezTo>
                    <a:cubicBezTo>
                      <a:pt x="201485" y="39792"/>
                      <a:pt x="358331" y="24108"/>
                      <a:pt x="492252" y="85639"/>
                    </a:cubicBezTo>
                    <a:cubicBezTo>
                      <a:pt x="494665" y="69955"/>
                      <a:pt x="500698" y="54270"/>
                      <a:pt x="510350" y="40999"/>
                    </a:cubicBezTo>
                    <a:cubicBezTo>
                      <a:pt x="337820" y="-37424"/>
                      <a:pt x="135128" y="-1229"/>
                      <a:pt x="0" y="131486"/>
                    </a:cubicBezTo>
                    <a:cubicBezTo>
                      <a:pt x="2413" y="132693"/>
                      <a:pt x="3620" y="133899"/>
                      <a:pt x="6033" y="135106"/>
                    </a:cubicBezTo>
                    <a:close/>
                  </a:path>
                </a:pathLst>
              </a:custGeom>
              <a:grpFill/>
              <a:ln w="12005" cap="flat">
                <a:noFill/>
                <a:prstDash val="solid"/>
                <a:miter/>
              </a:ln>
            </p:spPr>
            <p:txBody>
              <a:bodyPr rtlCol="0" anchor="ctr"/>
              <a:lstStyle/>
              <a:p>
                <a:pPr algn="ctr"/>
                <a:endParaRPr lang="en-US"/>
              </a:p>
            </p:txBody>
          </p:sp>
          <p:sp>
            <p:nvSpPr>
              <p:cNvPr id="196" name="Graphic 14" descr="Smiling with hearts face outline with solid fill">
                <a:extLst>
                  <a:ext uri="{FF2B5EF4-FFF2-40B4-BE49-F238E27FC236}">
                    <a16:creationId xmlns:a16="http://schemas.microsoft.com/office/drawing/2014/main" id="{95C3B140-3563-4DC5-98A2-40F292E65801}"/>
                  </a:ext>
                </a:extLst>
              </p:cNvPr>
              <p:cNvSpPr/>
              <p:nvPr/>
            </p:nvSpPr>
            <p:spPr>
              <a:xfrm>
                <a:off x="6625843" y="3192525"/>
                <a:ext cx="101346" cy="471741"/>
              </a:xfrm>
              <a:custGeom>
                <a:avLst/>
                <a:gdLst>
                  <a:gd name="connsiteX0" fmla="*/ 0 w 101346"/>
                  <a:gd name="connsiteY0" fmla="*/ 34988 h 471741"/>
                  <a:gd name="connsiteX1" fmla="*/ 6033 w 101346"/>
                  <a:gd name="connsiteY1" fmla="*/ 427101 h 471741"/>
                  <a:gd name="connsiteX2" fmla="*/ 36195 w 101346"/>
                  <a:gd name="connsiteY2" fmla="*/ 471742 h 471741"/>
                  <a:gd name="connsiteX3" fmla="*/ 36195 w 101346"/>
                  <a:gd name="connsiteY3" fmla="*/ 0 h 471741"/>
                  <a:gd name="connsiteX4" fmla="*/ 0 w 101346"/>
                  <a:gd name="connsiteY4" fmla="*/ 34988 h 471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346" h="471741">
                    <a:moveTo>
                      <a:pt x="0" y="34988"/>
                    </a:moveTo>
                    <a:cubicBezTo>
                      <a:pt x="68771" y="156845"/>
                      <a:pt x="71184" y="304038"/>
                      <a:pt x="6033" y="427101"/>
                    </a:cubicBezTo>
                    <a:cubicBezTo>
                      <a:pt x="20511" y="439166"/>
                      <a:pt x="30163" y="454851"/>
                      <a:pt x="36195" y="471742"/>
                    </a:cubicBezTo>
                    <a:cubicBezTo>
                      <a:pt x="123063" y="326962"/>
                      <a:pt x="123063" y="145987"/>
                      <a:pt x="36195" y="0"/>
                    </a:cubicBezTo>
                    <a:cubicBezTo>
                      <a:pt x="25336" y="13272"/>
                      <a:pt x="13271" y="24130"/>
                      <a:pt x="0" y="34988"/>
                    </a:cubicBezTo>
                    <a:close/>
                  </a:path>
                </a:pathLst>
              </a:custGeom>
              <a:grpFill/>
              <a:ln w="12005" cap="flat">
                <a:noFill/>
                <a:prstDash val="solid"/>
                <a:miter/>
              </a:ln>
            </p:spPr>
            <p:txBody>
              <a:bodyPr rtlCol="0" anchor="ctr"/>
              <a:lstStyle/>
              <a:p>
                <a:pPr algn="ctr"/>
                <a:endParaRPr lang="en-US"/>
              </a:p>
            </p:txBody>
          </p:sp>
          <p:sp>
            <p:nvSpPr>
              <p:cNvPr id="197" name="Graphic 14" descr="Smiling with hearts face outline with solid fill">
                <a:extLst>
                  <a:ext uri="{FF2B5EF4-FFF2-40B4-BE49-F238E27FC236}">
                    <a16:creationId xmlns:a16="http://schemas.microsoft.com/office/drawing/2014/main" id="{06A27C19-107F-45AE-9CF2-2FA1B668F3AE}"/>
                  </a:ext>
                </a:extLst>
              </p:cNvPr>
              <p:cNvSpPr/>
              <p:nvPr/>
            </p:nvSpPr>
            <p:spPr>
              <a:xfrm>
                <a:off x="5810405" y="3269741"/>
                <a:ext cx="657387" cy="618684"/>
              </a:xfrm>
              <a:custGeom>
                <a:avLst/>
                <a:gdLst>
                  <a:gd name="connsiteX0" fmla="*/ 621192 w 657387"/>
                  <a:gd name="connsiteY0" fmla="*/ 535686 h 618684"/>
                  <a:gd name="connsiteX1" fmla="*/ 81887 w 657387"/>
                  <a:gd name="connsiteY1" fmla="*/ 322136 h 618684"/>
                  <a:gd name="connsiteX2" fmla="*/ 64996 w 657387"/>
                  <a:gd name="connsiteY2" fmla="*/ 44641 h 618684"/>
                  <a:gd name="connsiteX3" fmla="*/ 28801 w 657387"/>
                  <a:gd name="connsiteY3" fmla="*/ 0 h 618684"/>
                  <a:gd name="connsiteX4" fmla="*/ 299057 w 657387"/>
                  <a:gd name="connsiteY4" fmla="*/ 589979 h 618684"/>
                  <a:gd name="connsiteX5" fmla="*/ 657387 w 657387"/>
                  <a:gd name="connsiteY5" fmla="*/ 573088 h 618684"/>
                  <a:gd name="connsiteX6" fmla="*/ 621192 w 657387"/>
                  <a:gd name="connsiteY6" fmla="*/ 535686 h 61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387" h="618684">
                    <a:moveTo>
                      <a:pt x="621192" y="535686"/>
                    </a:moveTo>
                    <a:cubicBezTo>
                      <a:pt x="413674" y="624967"/>
                      <a:pt x="172374" y="529654"/>
                      <a:pt x="81887" y="322136"/>
                    </a:cubicBezTo>
                    <a:cubicBezTo>
                      <a:pt x="44485" y="234061"/>
                      <a:pt x="38453" y="136334"/>
                      <a:pt x="64996" y="44641"/>
                    </a:cubicBezTo>
                    <a:cubicBezTo>
                      <a:pt x="51724" y="31369"/>
                      <a:pt x="39659" y="15684"/>
                      <a:pt x="28801" y="0"/>
                    </a:cubicBezTo>
                    <a:cubicBezTo>
                      <a:pt x="-59274" y="237681"/>
                      <a:pt x="61376" y="501904"/>
                      <a:pt x="299057" y="589979"/>
                    </a:cubicBezTo>
                    <a:cubicBezTo>
                      <a:pt x="416087" y="633413"/>
                      <a:pt x="545183" y="627380"/>
                      <a:pt x="657387" y="573088"/>
                    </a:cubicBezTo>
                    <a:cubicBezTo>
                      <a:pt x="644116" y="561023"/>
                      <a:pt x="632051" y="548958"/>
                      <a:pt x="621192" y="535686"/>
                    </a:cubicBezTo>
                    <a:close/>
                  </a:path>
                </a:pathLst>
              </a:custGeom>
              <a:grpFill/>
              <a:ln w="12005" cap="flat">
                <a:noFill/>
                <a:prstDash val="solid"/>
                <a:miter/>
              </a:ln>
            </p:spPr>
            <p:txBody>
              <a:bodyPr rtlCol="0" anchor="ctr"/>
              <a:lstStyle/>
              <a:p>
                <a:pPr algn="ctr"/>
                <a:endParaRPr lang="en-US"/>
              </a:p>
            </p:txBody>
          </p:sp>
          <p:sp>
            <p:nvSpPr>
              <p:cNvPr id="198" name="Graphic 14" descr="Smiling with hearts face outline with solid fill">
                <a:extLst>
                  <a:ext uri="{FF2B5EF4-FFF2-40B4-BE49-F238E27FC236}">
                    <a16:creationId xmlns:a16="http://schemas.microsoft.com/office/drawing/2014/main" id="{C42E3894-0D4E-44BA-95BC-1C05BBD13FCD}"/>
                  </a:ext>
                </a:extLst>
              </p:cNvPr>
              <p:cNvSpPr/>
              <p:nvPr/>
            </p:nvSpPr>
            <p:spPr>
              <a:xfrm>
                <a:off x="6427978" y="3644820"/>
                <a:ext cx="190626" cy="179911"/>
              </a:xfrm>
              <a:custGeom>
                <a:avLst/>
                <a:gdLst>
                  <a:gd name="connsiteX0" fmla="*/ 95313 w 190626"/>
                  <a:gd name="connsiteY0" fmla="*/ 37545 h 179911"/>
                  <a:gd name="connsiteX1" fmla="*/ 0 w 190626"/>
                  <a:gd name="connsiteY1" fmla="*/ 48403 h 179911"/>
                  <a:gd name="connsiteX2" fmla="*/ 95313 w 190626"/>
                  <a:gd name="connsiteY2" fmla="*/ 179912 h 179911"/>
                  <a:gd name="connsiteX3" fmla="*/ 190627 w 190626"/>
                  <a:gd name="connsiteY3" fmla="*/ 49610 h 179911"/>
                  <a:gd name="connsiteX4" fmla="*/ 95313 w 190626"/>
                  <a:gd name="connsiteY4" fmla="*/ 37545 h 17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6" h="179911">
                    <a:moveTo>
                      <a:pt x="95313" y="37545"/>
                    </a:moveTo>
                    <a:cubicBezTo>
                      <a:pt x="60325" y="-32432"/>
                      <a:pt x="0" y="9795"/>
                      <a:pt x="0" y="48403"/>
                    </a:cubicBezTo>
                    <a:cubicBezTo>
                      <a:pt x="0" y="107522"/>
                      <a:pt x="95313" y="179912"/>
                      <a:pt x="95313" y="179912"/>
                    </a:cubicBezTo>
                    <a:cubicBezTo>
                      <a:pt x="95313" y="179912"/>
                      <a:pt x="190627" y="108728"/>
                      <a:pt x="190627" y="49610"/>
                    </a:cubicBezTo>
                    <a:cubicBezTo>
                      <a:pt x="190627" y="9795"/>
                      <a:pt x="130302" y="-32432"/>
                      <a:pt x="95313" y="37545"/>
                    </a:cubicBezTo>
                    <a:close/>
                  </a:path>
                </a:pathLst>
              </a:custGeom>
              <a:grpFill/>
              <a:ln w="12005" cap="flat">
                <a:noFill/>
                <a:prstDash val="solid"/>
                <a:miter/>
              </a:ln>
            </p:spPr>
            <p:txBody>
              <a:bodyPr rtlCol="0" anchor="ctr"/>
              <a:lstStyle/>
              <a:p>
                <a:pPr algn="ctr"/>
                <a:endParaRPr lang="en-US"/>
              </a:p>
            </p:txBody>
          </p:sp>
          <p:sp>
            <p:nvSpPr>
              <p:cNvPr id="199" name="Graphic 14" descr="Smiling with hearts face outline with solid fill">
                <a:extLst>
                  <a:ext uri="{FF2B5EF4-FFF2-40B4-BE49-F238E27FC236}">
                    <a16:creationId xmlns:a16="http://schemas.microsoft.com/office/drawing/2014/main" id="{4F49E566-70FF-4000-836A-EBDD50D7C23E}"/>
                  </a:ext>
                </a:extLst>
              </p:cNvPr>
              <p:cNvSpPr/>
              <p:nvPr/>
            </p:nvSpPr>
            <p:spPr>
              <a:xfrm>
                <a:off x="5975906" y="3308271"/>
                <a:ext cx="237727" cy="124758"/>
              </a:xfrm>
              <a:custGeom>
                <a:avLst/>
                <a:gdLst>
                  <a:gd name="connsiteX0" fmla="*/ 18938 w 237727"/>
                  <a:gd name="connsiteY0" fmla="*/ 124348 h 124758"/>
                  <a:gd name="connsiteX1" fmla="*/ 841 w 237727"/>
                  <a:gd name="connsiteY1" fmla="*/ 95392 h 124758"/>
                  <a:gd name="connsiteX2" fmla="*/ 144414 w 237727"/>
                  <a:gd name="connsiteY2" fmla="*/ 2491 h 124758"/>
                  <a:gd name="connsiteX3" fmla="*/ 237315 w 237727"/>
                  <a:gd name="connsiteY3" fmla="*/ 95392 h 124758"/>
                  <a:gd name="connsiteX4" fmla="*/ 219217 w 237727"/>
                  <a:gd name="connsiteY4" fmla="*/ 124348 h 124758"/>
                  <a:gd name="connsiteX5" fmla="*/ 214391 w 237727"/>
                  <a:gd name="connsiteY5" fmla="*/ 124348 h 124758"/>
                  <a:gd name="connsiteX6" fmla="*/ 190261 w 237727"/>
                  <a:gd name="connsiteY6" fmla="*/ 105044 h 124758"/>
                  <a:gd name="connsiteX7" fmla="*/ 104600 w 237727"/>
                  <a:gd name="connsiteY7" fmla="*/ 49545 h 124758"/>
                  <a:gd name="connsiteX8" fmla="*/ 49101 w 237727"/>
                  <a:gd name="connsiteY8" fmla="*/ 105044 h 124758"/>
                  <a:gd name="connsiteX9" fmla="*/ 18938 w 237727"/>
                  <a:gd name="connsiteY9" fmla="*/ 124348 h 12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727" h="124758">
                    <a:moveTo>
                      <a:pt x="18938" y="124348"/>
                    </a:moveTo>
                    <a:cubicBezTo>
                      <a:pt x="5667" y="121935"/>
                      <a:pt x="-2779" y="108663"/>
                      <a:pt x="841" y="95392"/>
                    </a:cubicBezTo>
                    <a:cubicBezTo>
                      <a:pt x="15319" y="30241"/>
                      <a:pt x="79263" y="-10780"/>
                      <a:pt x="144414" y="2491"/>
                    </a:cubicBezTo>
                    <a:cubicBezTo>
                      <a:pt x="191468" y="12143"/>
                      <a:pt x="227663" y="48338"/>
                      <a:pt x="237315" y="95392"/>
                    </a:cubicBezTo>
                    <a:cubicBezTo>
                      <a:pt x="239728" y="108663"/>
                      <a:pt x="231282" y="120728"/>
                      <a:pt x="219217" y="124348"/>
                    </a:cubicBezTo>
                    <a:cubicBezTo>
                      <a:pt x="218011" y="124348"/>
                      <a:pt x="215598" y="124348"/>
                      <a:pt x="214391" y="124348"/>
                    </a:cubicBezTo>
                    <a:cubicBezTo>
                      <a:pt x="203533" y="124348"/>
                      <a:pt x="192674" y="115902"/>
                      <a:pt x="190261" y="105044"/>
                    </a:cubicBezTo>
                    <a:cubicBezTo>
                      <a:pt x="181816" y="66436"/>
                      <a:pt x="143208" y="41099"/>
                      <a:pt x="104600" y="49545"/>
                    </a:cubicBezTo>
                    <a:cubicBezTo>
                      <a:pt x="76850" y="55577"/>
                      <a:pt x="55133" y="77294"/>
                      <a:pt x="49101" y="105044"/>
                    </a:cubicBezTo>
                    <a:cubicBezTo>
                      <a:pt x="44275" y="118315"/>
                      <a:pt x="31003" y="126761"/>
                      <a:pt x="18938" y="124348"/>
                    </a:cubicBezTo>
                    <a:close/>
                  </a:path>
                </a:pathLst>
              </a:custGeom>
              <a:grpFill/>
              <a:ln w="12005" cap="flat">
                <a:noFill/>
                <a:prstDash val="solid"/>
                <a:miter/>
              </a:ln>
            </p:spPr>
            <p:txBody>
              <a:bodyPr rtlCol="0" anchor="ctr"/>
              <a:lstStyle/>
              <a:p>
                <a:pPr algn="ctr"/>
                <a:endParaRPr lang="en-US"/>
              </a:p>
            </p:txBody>
          </p:sp>
          <p:sp>
            <p:nvSpPr>
              <p:cNvPr id="200" name="Graphic 14" descr="Smiling with hearts face outline with solid fill">
                <a:extLst>
                  <a:ext uri="{FF2B5EF4-FFF2-40B4-BE49-F238E27FC236}">
                    <a16:creationId xmlns:a16="http://schemas.microsoft.com/office/drawing/2014/main" id="{C98A9ED2-D817-40E4-9B80-DE4940F35600}"/>
                  </a:ext>
                </a:extLst>
              </p:cNvPr>
              <p:cNvSpPr/>
              <p:nvPr/>
            </p:nvSpPr>
            <p:spPr>
              <a:xfrm rot="10593700">
                <a:off x="6088235" y="3560998"/>
                <a:ext cx="362176" cy="121366"/>
              </a:xfrm>
              <a:custGeom>
                <a:avLst/>
                <a:gdLst>
                  <a:gd name="connsiteX0" fmla="*/ 180485 w 362176"/>
                  <a:gd name="connsiteY0" fmla="*/ 121366 h 121366"/>
                  <a:gd name="connsiteX1" fmla="*/ 5542 w 362176"/>
                  <a:gd name="connsiteY1" fmla="*/ 40531 h 121366"/>
                  <a:gd name="connsiteX2" fmla="*/ 9162 w 362176"/>
                  <a:gd name="connsiteY2" fmla="*/ 6749 h 121366"/>
                  <a:gd name="connsiteX3" fmla="*/ 41737 w 362176"/>
                  <a:gd name="connsiteY3" fmla="*/ 9162 h 121366"/>
                  <a:gd name="connsiteX4" fmla="*/ 298722 w 362176"/>
                  <a:gd name="connsiteY4" fmla="*/ 29672 h 121366"/>
                  <a:gd name="connsiteX5" fmla="*/ 319232 w 362176"/>
                  <a:gd name="connsiteY5" fmla="*/ 9162 h 121366"/>
                  <a:gd name="connsiteX6" fmla="*/ 353014 w 362176"/>
                  <a:gd name="connsiteY6" fmla="*/ 5542 h 121366"/>
                  <a:gd name="connsiteX7" fmla="*/ 356634 w 362176"/>
                  <a:gd name="connsiteY7" fmla="*/ 39324 h 121366"/>
                  <a:gd name="connsiteX8" fmla="*/ 355427 w 362176"/>
                  <a:gd name="connsiteY8" fmla="*/ 40531 h 121366"/>
                  <a:gd name="connsiteX9" fmla="*/ 180485 w 362176"/>
                  <a:gd name="connsiteY9" fmla="*/ 121366 h 121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2176" h="121366">
                    <a:moveTo>
                      <a:pt x="180485" y="121366"/>
                    </a:moveTo>
                    <a:cubicBezTo>
                      <a:pt x="112921" y="121366"/>
                      <a:pt x="48976" y="91204"/>
                      <a:pt x="5542" y="40531"/>
                    </a:cubicBezTo>
                    <a:cubicBezTo>
                      <a:pt x="-2903" y="29672"/>
                      <a:pt x="-1697" y="15194"/>
                      <a:pt x="9162" y="6749"/>
                    </a:cubicBezTo>
                    <a:cubicBezTo>
                      <a:pt x="18814" y="-1697"/>
                      <a:pt x="33292" y="-490"/>
                      <a:pt x="41737" y="9162"/>
                    </a:cubicBezTo>
                    <a:cubicBezTo>
                      <a:pt x="106888" y="85171"/>
                      <a:pt x="221506" y="94823"/>
                      <a:pt x="298722" y="29672"/>
                    </a:cubicBezTo>
                    <a:cubicBezTo>
                      <a:pt x="305961" y="23640"/>
                      <a:pt x="313200" y="16401"/>
                      <a:pt x="319232" y="9162"/>
                    </a:cubicBezTo>
                    <a:cubicBezTo>
                      <a:pt x="327678" y="-1697"/>
                      <a:pt x="342156" y="-2903"/>
                      <a:pt x="353014" y="5542"/>
                    </a:cubicBezTo>
                    <a:cubicBezTo>
                      <a:pt x="363873" y="13988"/>
                      <a:pt x="365079" y="28466"/>
                      <a:pt x="356634" y="39324"/>
                    </a:cubicBezTo>
                    <a:cubicBezTo>
                      <a:pt x="356634" y="39324"/>
                      <a:pt x="355427" y="40531"/>
                      <a:pt x="355427" y="40531"/>
                    </a:cubicBezTo>
                    <a:cubicBezTo>
                      <a:pt x="311993" y="91204"/>
                      <a:pt x="248049" y="121366"/>
                      <a:pt x="180485" y="121366"/>
                    </a:cubicBezTo>
                    <a:close/>
                  </a:path>
                </a:pathLst>
              </a:custGeom>
              <a:grpFill/>
              <a:ln w="12005" cap="flat">
                <a:noFill/>
                <a:prstDash val="solid"/>
                <a:miter/>
              </a:ln>
            </p:spPr>
            <p:txBody>
              <a:bodyPr rtlCol="0" anchor="ctr"/>
              <a:lstStyle/>
              <a:p>
                <a:pPr algn="ctr"/>
                <a:endParaRPr lang="en-US"/>
              </a:p>
            </p:txBody>
          </p:sp>
          <p:sp>
            <p:nvSpPr>
              <p:cNvPr id="201" name="Graphic 14" descr="Smiling with hearts face outline with solid fill">
                <a:extLst>
                  <a:ext uri="{FF2B5EF4-FFF2-40B4-BE49-F238E27FC236}">
                    <a16:creationId xmlns:a16="http://schemas.microsoft.com/office/drawing/2014/main" id="{C58502B0-8CD3-4D18-9866-8FB1199D5AC2}"/>
                  </a:ext>
                </a:extLst>
              </p:cNvPr>
              <p:cNvSpPr/>
              <p:nvPr/>
            </p:nvSpPr>
            <p:spPr>
              <a:xfrm>
                <a:off x="6325012" y="3308271"/>
                <a:ext cx="237297" cy="124347"/>
              </a:xfrm>
              <a:custGeom>
                <a:avLst/>
                <a:gdLst>
                  <a:gd name="connsiteX0" fmla="*/ 217583 w 237297"/>
                  <a:gd name="connsiteY0" fmla="*/ 124348 h 124347"/>
                  <a:gd name="connsiteX1" fmla="*/ 212757 w 237297"/>
                  <a:gd name="connsiteY1" fmla="*/ 124348 h 124347"/>
                  <a:gd name="connsiteX2" fmla="*/ 188627 w 237297"/>
                  <a:gd name="connsiteY2" fmla="*/ 105044 h 124347"/>
                  <a:gd name="connsiteX3" fmla="*/ 102965 w 237297"/>
                  <a:gd name="connsiteY3" fmla="*/ 49545 h 124347"/>
                  <a:gd name="connsiteX4" fmla="*/ 47466 w 237297"/>
                  <a:gd name="connsiteY4" fmla="*/ 105044 h 124347"/>
                  <a:gd name="connsiteX5" fmla="*/ 18510 w 237297"/>
                  <a:gd name="connsiteY5" fmla="*/ 123141 h 124347"/>
                  <a:gd name="connsiteX6" fmla="*/ 413 w 237297"/>
                  <a:gd name="connsiteY6" fmla="*/ 95392 h 124347"/>
                  <a:gd name="connsiteX7" fmla="*/ 143986 w 237297"/>
                  <a:gd name="connsiteY7" fmla="*/ 2491 h 124347"/>
                  <a:gd name="connsiteX8" fmla="*/ 236887 w 237297"/>
                  <a:gd name="connsiteY8" fmla="*/ 95392 h 124347"/>
                  <a:gd name="connsiteX9" fmla="*/ 217583 w 237297"/>
                  <a:gd name="connsiteY9" fmla="*/ 124348 h 124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297" h="124347">
                    <a:moveTo>
                      <a:pt x="217583" y="124348"/>
                    </a:moveTo>
                    <a:cubicBezTo>
                      <a:pt x="216376" y="124348"/>
                      <a:pt x="213963" y="124348"/>
                      <a:pt x="212757" y="124348"/>
                    </a:cubicBezTo>
                    <a:cubicBezTo>
                      <a:pt x="201898" y="124348"/>
                      <a:pt x="191040" y="115902"/>
                      <a:pt x="188627" y="105044"/>
                    </a:cubicBezTo>
                    <a:cubicBezTo>
                      <a:pt x="180181" y="66436"/>
                      <a:pt x="141573" y="41099"/>
                      <a:pt x="102965" y="49545"/>
                    </a:cubicBezTo>
                    <a:cubicBezTo>
                      <a:pt x="75216" y="55577"/>
                      <a:pt x="53499" y="77294"/>
                      <a:pt x="47466" y="105044"/>
                    </a:cubicBezTo>
                    <a:cubicBezTo>
                      <a:pt x="43847" y="118315"/>
                      <a:pt x="31782" y="125554"/>
                      <a:pt x="18510" y="123141"/>
                    </a:cubicBezTo>
                    <a:cubicBezTo>
                      <a:pt x="6445" y="120728"/>
                      <a:pt x="-2000" y="107457"/>
                      <a:pt x="413" y="95392"/>
                    </a:cubicBezTo>
                    <a:cubicBezTo>
                      <a:pt x="14891" y="30241"/>
                      <a:pt x="78835" y="-10780"/>
                      <a:pt x="143986" y="2491"/>
                    </a:cubicBezTo>
                    <a:cubicBezTo>
                      <a:pt x="191040" y="12143"/>
                      <a:pt x="227235" y="48338"/>
                      <a:pt x="236887" y="95392"/>
                    </a:cubicBezTo>
                    <a:cubicBezTo>
                      <a:pt x="239300" y="108663"/>
                      <a:pt x="230854" y="121935"/>
                      <a:pt x="217583" y="124348"/>
                    </a:cubicBezTo>
                    <a:close/>
                  </a:path>
                </a:pathLst>
              </a:custGeom>
              <a:grpFill/>
              <a:ln w="12005" cap="flat">
                <a:noFill/>
                <a:prstDash val="solid"/>
                <a:miter/>
              </a:ln>
            </p:spPr>
            <p:txBody>
              <a:bodyPr rtlCol="0" anchor="ctr"/>
              <a:lstStyle/>
              <a:p>
                <a:pPr algn="ctr"/>
                <a:endParaRPr lang="en-US"/>
              </a:p>
            </p:txBody>
          </p:sp>
        </p:grpSp>
        <p:sp>
          <p:nvSpPr>
            <p:cNvPr id="192" name="TextBox 191">
              <a:extLst>
                <a:ext uri="{FF2B5EF4-FFF2-40B4-BE49-F238E27FC236}">
                  <a16:creationId xmlns:a16="http://schemas.microsoft.com/office/drawing/2014/main" id="{148237EF-FA37-4FC8-921C-B756BBC37AA2}"/>
                </a:ext>
              </a:extLst>
            </p:cNvPr>
            <p:cNvSpPr txBox="1"/>
            <p:nvPr/>
          </p:nvSpPr>
          <p:spPr>
            <a:xfrm>
              <a:off x="4607413" y="3842716"/>
              <a:ext cx="1458605" cy="723774"/>
            </a:xfrm>
            <a:prstGeom prst="rect">
              <a:avLst/>
            </a:prstGeom>
            <a:noFill/>
          </p:spPr>
          <p:txBody>
            <a:bodyPr wrap="none" rtlCol="0">
              <a:spAutoFit/>
            </a:bodyPr>
            <a:lstStyle/>
            <a:p>
              <a:pPr algn="ctr"/>
              <a:r>
                <a:rPr lang="en-US"/>
                <a:t>Sexual </a:t>
              </a:r>
            </a:p>
            <a:p>
              <a:pPr algn="ctr"/>
              <a:r>
                <a:rPr lang="en-US"/>
                <a:t>Dysfunction</a:t>
              </a:r>
            </a:p>
          </p:txBody>
        </p:sp>
      </p:grpSp>
      <p:pic>
        <p:nvPicPr>
          <p:cNvPr id="202" name="Graphic 201" descr="Cursor with solid fill">
            <a:extLst>
              <a:ext uri="{FF2B5EF4-FFF2-40B4-BE49-F238E27FC236}">
                <a16:creationId xmlns:a16="http://schemas.microsoft.com/office/drawing/2014/main" id="{90E130EC-6CCA-4D84-8AB1-00111F0D1AF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30360" y="3691541"/>
            <a:ext cx="395274" cy="395274"/>
          </a:xfrm>
          <a:prstGeom prst="rect">
            <a:avLst/>
          </a:prstGeom>
        </p:spPr>
      </p:pic>
      <p:sp>
        <p:nvSpPr>
          <p:cNvPr id="104" name="TCA">
            <a:hlinkClick r:id="rId21" action="ppaction://hlinksldjump"/>
            <a:extLst>
              <a:ext uri="{FF2B5EF4-FFF2-40B4-BE49-F238E27FC236}">
                <a16:creationId xmlns:a16="http://schemas.microsoft.com/office/drawing/2014/main" id="{CBAD58E0-99DA-439C-96A0-E303B0683581}"/>
              </a:ext>
            </a:extLst>
          </p:cNvPr>
          <p:cNvSpPr/>
          <p:nvPr/>
        </p:nvSpPr>
        <p:spPr>
          <a:xfrm>
            <a:off x="2954032" y="2903037"/>
            <a:ext cx="1428593" cy="408623"/>
          </a:xfrm>
          <a:prstGeom prst="roundRect">
            <a:avLst/>
          </a:prstGeom>
          <a:solidFill>
            <a:schemeClr val="bg1"/>
          </a:solidFill>
          <a:ln w="28575">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chemeClr val="tx1"/>
                </a:solidFill>
              </a:rPr>
              <a:t>Short ½-life?</a:t>
            </a:r>
          </a:p>
        </p:txBody>
      </p:sp>
      <p:pic>
        <p:nvPicPr>
          <p:cNvPr id="106" name="Graphic 105" descr="Cursor with solid fill">
            <a:extLst>
              <a:ext uri="{FF2B5EF4-FFF2-40B4-BE49-F238E27FC236}">
                <a16:creationId xmlns:a16="http://schemas.microsoft.com/office/drawing/2014/main" id="{F01A6BD3-A7DE-4E9A-81F3-D4E1E66E06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28897" y="3142669"/>
            <a:ext cx="395274" cy="395274"/>
          </a:xfrm>
          <a:prstGeom prst="rect">
            <a:avLst/>
          </a:prstGeom>
        </p:spPr>
      </p:pic>
      <p:sp>
        <p:nvSpPr>
          <p:cNvPr id="107" name="question 4">
            <a:hlinkClick r:id="rId22" action="ppaction://hlinksldjump"/>
            <a:extLst>
              <a:ext uri="{FF2B5EF4-FFF2-40B4-BE49-F238E27FC236}">
                <a16:creationId xmlns:a16="http://schemas.microsoft.com/office/drawing/2014/main" id="{6990FB81-67A7-4292-AEB6-88F3AD6091C4}"/>
              </a:ext>
            </a:extLst>
          </p:cNvPr>
          <p:cNvSpPr txBox="1"/>
          <p:nvPr/>
        </p:nvSpPr>
        <p:spPr>
          <a:xfrm>
            <a:off x="191338" y="202262"/>
            <a:ext cx="1714108" cy="715089"/>
          </a:xfrm>
          <a:prstGeom prst="roundRect">
            <a:avLst>
              <a:gd name="adj" fmla="val 8675"/>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Screening &amp; Diagnosis</a:t>
            </a:r>
          </a:p>
        </p:txBody>
      </p:sp>
      <p:pic>
        <p:nvPicPr>
          <p:cNvPr id="108" name="Graphic 107" descr="Cursor with solid fill">
            <a:extLst>
              <a:ext uri="{FF2B5EF4-FFF2-40B4-BE49-F238E27FC236}">
                <a16:creationId xmlns:a16="http://schemas.microsoft.com/office/drawing/2014/main" id="{EC560E1D-4170-4231-BF95-730C245A84E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4619" y="711337"/>
            <a:ext cx="395274" cy="395274"/>
          </a:xfrm>
          <a:prstGeom prst="rect">
            <a:avLst/>
          </a:prstGeom>
        </p:spPr>
      </p:pic>
      <p:sp>
        <p:nvSpPr>
          <p:cNvPr id="109" name="question 4">
            <a:hlinkClick r:id="rId23" action="ppaction://hlinksldjump"/>
            <a:extLst>
              <a:ext uri="{FF2B5EF4-FFF2-40B4-BE49-F238E27FC236}">
                <a16:creationId xmlns:a16="http://schemas.microsoft.com/office/drawing/2014/main" id="{E1912B5D-45A8-4E0B-BBA6-E82330AF106E}"/>
              </a:ext>
            </a:extLst>
          </p:cNvPr>
          <p:cNvSpPr txBox="1"/>
          <p:nvPr/>
        </p:nvSpPr>
        <p:spPr>
          <a:xfrm>
            <a:off x="188147" y="3186700"/>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112" name="Graphic 25" descr="Cursor with solid fill">
            <a:extLst>
              <a:ext uri="{FF2B5EF4-FFF2-40B4-BE49-F238E27FC236}">
                <a16:creationId xmlns:a16="http://schemas.microsoft.com/office/drawing/2014/main" id="{20B27EB1-15C0-4CFC-902D-640D1196B6F6}"/>
              </a:ext>
            </a:extLst>
          </p:cNvPr>
          <p:cNvSpPr/>
          <p:nvPr/>
        </p:nvSpPr>
        <p:spPr>
          <a:xfrm>
            <a:off x="1787044" y="3522640"/>
            <a:ext cx="230422" cy="230576"/>
          </a:xfrm>
          <a:custGeom>
            <a:avLst/>
            <a:gdLst>
              <a:gd name="connsiteX0" fmla="*/ 230423 w 230422"/>
              <a:gd name="connsiteY0" fmla="*/ 193931 h 230576"/>
              <a:gd name="connsiteX1" fmla="*/ 147251 w 230422"/>
              <a:gd name="connsiteY1" fmla="*/ 110800 h 230576"/>
              <a:gd name="connsiteX2" fmla="*/ 220541 w 230422"/>
              <a:gd name="connsiteY2" fmla="*/ 84408 h 230576"/>
              <a:gd name="connsiteX3" fmla="*/ 225013 w 230422"/>
              <a:gd name="connsiteY3" fmla="*/ 75252 h 230576"/>
              <a:gd name="connsiteX4" fmla="*/ 220541 w 230422"/>
              <a:gd name="connsiteY4" fmla="*/ 70779 h 230576"/>
              <a:gd name="connsiteX5" fmla="*/ 9358 w 230422"/>
              <a:gd name="connsiteY5" fmla="*/ 371 h 230576"/>
              <a:gd name="connsiteX6" fmla="*/ 7011 w 230422"/>
              <a:gd name="connsiteY6" fmla="*/ 0 h 230576"/>
              <a:gd name="connsiteX7" fmla="*/ 7011 w 230422"/>
              <a:gd name="connsiteY7" fmla="*/ 0 h 230576"/>
              <a:gd name="connsiteX8" fmla="*/ 2 w 230422"/>
              <a:gd name="connsiteY8" fmla="*/ 7316 h 230576"/>
              <a:gd name="connsiteX9" fmla="*/ 382 w 230422"/>
              <a:gd name="connsiteY9" fmla="*/ 9470 h 230576"/>
              <a:gd name="connsiteX10" fmla="*/ 70625 w 230422"/>
              <a:gd name="connsiteY10" fmla="*/ 220859 h 230576"/>
              <a:gd name="connsiteX11" fmla="*/ 79820 w 230422"/>
              <a:gd name="connsiteY11" fmla="*/ 225252 h 230576"/>
              <a:gd name="connsiteX12" fmla="*/ 84213 w 230422"/>
              <a:gd name="connsiteY12" fmla="*/ 220859 h 230576"/>
              <a:gd name="connsiteX13" fmla="*/ 110647 w 230422"/>
              <a:gd name="connsiteY13" fmla="*/ 147487 h 230576"/>
              <a:gd name="connsiteX14" fmla="*/ 193737 w 230422"/>
              <a:gd name="connsiteY14" fmla="*/ 230577 h 23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422" h="230576">
                <a:moveTo>
                  <a:pt x="230423" y="193931"/>
                </a:moveTo>
                <a:lnTo>
                  <a:pt x="147251" y="110800"/>
                </a:lnTo>
                <a:lnTo>
                  <a:pt x="220541" y="84408"/>
                </a:lnTo>
                <a:cubicBezTo>
                  <a:pt x="224304" y="83114"/>
                  <a:pt x="226307" y="79015"/>
                  <a:pt x="225013" y="75252"/>
                </a:cubicBezTo>
                <a:cubicBezTo>
                  <a:pt x="224292" y="73151"/>
                  <a:pt x="222641" y="71501"/>
                  <a:pt x="220541" y="70779"/>
                </a:cubicBezTo>
                <a:lnTo>
                  <a:pt x="9358" y="371"/>
                </a:lnTo>
                <a:cubicBezTo>
                  <a:pt x="8601" y="121"/>
                  <a:pt x="7808" y="-4"/>
                  <a:pt x="7011" y="0"/>
                </a:cubicBezTo>
                <a:lnTo>
                  <a:pt x="7011" y="0"/>
                </a:lnTo>
                <a:cubicBezTo>
                  <a:pt x="3055" y="85"/>
                  <a:pt x="-83" y="3360"/>
                  <a:pt x="2" y="7316"/>
                </a:cubicBezTo>
                <a:cubicBezTo>
                  <a:pt x="17" y="8050"/>
                  <a:pt x="145" y="8776"/>
                  <a:pt x="382" y="9470"/>
                </a:cubicBezTo>
                <a:lnTo>
                  <a:pt x="70625" y="220859"/>
                </a:lnTo>
                <a:cubicBezTo>
                  <a:pt x="71951" y="224612"/>
                  <a:pt x="76068" y="226578"/>
                  <a:pt x="79820" y="225252"/>
                </a:cubicBezTo>
                <a:cubicBezTo>
                  <a:pt x="81873" y="224527"/>
                  <a:pt x="83487" y="222912"/>
                  <a:pt x="84213" y="220859"/>
                </a:cubicBezTo>
                <a:lnTo>
                  <a:pt x="110647" y="147487"/>
                </a:lnTo>
                <a:lnTo>
                  <a:pt x="193737" y="230577"/>
                </a:lnTo>
                <a:close/>
              </a:path>
            </a:pathLst>
          </a:custGeom>
          <a:solidFill>
            <a:srgbClr val="000000"/>
          </a:solidFill>
          <a:ln w="4068" cap="flat">
            <a:noFill/>
            <a:prstDash val="solid"/>
            <a:miter/>
          </a:ln>
        </p:spPr>
        <p:txBody>
          <a:bodyPr rtlCol="0" anchor="ctr"/>
          <a:lstStyle/>
          <a:p>
            <a:endParaRPr lang="en-US"/>
          </a:p>
        </p:txBody>
      </p:sp>
      <p:sp>
        <p:nvSpPr>
          <p:cNvPr id="113" name="question 4">
            <a:hlinkClick r:id="rId24" action="ppaction://hlinksldjump"/>
            <a:extLst>
              <a:ext uri="{FF2B5EF4-FFF2-40B4-BE49-F238E27FC236}">
                <a16:creationId xmlns:a16="http://schemas.microsoft.com/office/drawing/2014/main" id="{E247BD0A-2A4C-4F50-8C1D-BC84DE24BF84}"/>
              </a:ext>
            </a:extLst>
          </p:cNvPr>
          <p:cNvSpPr txBox="1"/>
          <p:nvPr/>
        </p:nvSpPr>
        <p:spPr>
          <a:xfrm>
            <a:off x="188148" y="1794466"/>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114" name="Graphic 113" descr="Cursor with solid fill">
            <a:extLst>
              <a:ext uri="{FF2B5EF4-FFF2-40B4-BE49-F238E27FC236}">
                <a16:creationId xmlns:a16="http://schemas.microsoft.com/office/drawing/2014/main" id="{258C75DA-3D42-408E-8EF2-823819C57DE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4619" y="1985865"/>
            <a:ext cx="395274" cy="395274"/>
          </a:xfrm>
          <a:prstGeom prst="rect">
            <a:avLst/>
          </a:prstGeom>
        </p:spPr>
      </p:pic>
      <p:sp>
        <p:nvSpPr>
          <p:cNvPr id="115" name="sub-q 2">
            <a:hlinkClick r:id="rId25" action="ppaction://hlinksldjump"/>
            <a:extLst>
              <a:ext uri="{FF2B5EF4-FFF2-40B4-BE49-F238E27FC236}">
                <a16:creationId xmlns:a16="http://schemas.microsoft.com/office/drawing/2014/main" id="{E8E8495B-8F1B-45E3-B039-5756FA8D4819}"/>
              </a:ext>
            </a:extLst>
          </p:cNvPr>
          <p:cNvSpPr txBox="1"/>
          <p:nvPr/>
        </p:nvSpPr>
        <p:spPr>
          <a:xfrm>
            <a:off x="445768" y="1112181"/>
            <a:ext cx="145648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Differential</a:t>
            </a:r>
          </a:p>
        </p:txBody>
      </p:sp>
      <p:pic>
        <p:nvPicPr>
          <p:cNvPr id="119" name="Graphic 118" descr="Cursor with solid fill">
            <a:hlinkClick r:id="rId25" action="ppaction://hlinksldjump"/>
            <a:extLst>
              <a:ext uri="{FF2B5EF4-FFF2-40B4-BE49-F238E27FC236}">
                <a16:creationId xmlns:a16="http://schemas.microsoft.com/office/drawing/2014/main" id="{2F3C7229-363B-41C9-B90B-A17BBB339D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4619" y="1352049"/>
            <a:ext cx="395274" cy="395274"/>
          </a:xfrm>
          <a:prstGeom prst="rect">
            <a:avLst/>
          </a:prstGeom>
        </p:spPr>
      </p:pic>
      <p:cxnSp>
        <p:nvCxnSpPr>
          <p:cNvPr id="122" name="Connector: Elbow 121">
            <a:extLst>
              <a:ext uri="{FF2B5EF4-FFF2-40B4-BE49-F238E27FC236}">
                <a16:creationId xmlns:a16="http://schemas.microsoft.com/office/drawing/2014/main" id="{81B83D49-8C9C-4065-88A4-7B58EE5A9F27}"/>
              </a:ext>
            </a:extLst>
          </p:cNvPr>
          <p:cNvCxnSpPr>
            <a:cxnSpLocks/>
          </p:cNvCxnSpPr>
          <p:nvPr/>
        </p:nvCxnSpPr>
        <p:spPr>
          <a:xfrm rot="16200000" flipH="1">
            <a:off x="112036" y="2339183"/>
            <a:ext cx="469827" cy="19764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32" name="Connector: Elbow 131">
            <a:extLst>
              <a:ext uri="{FF2B5EF4-FFF2-40B4-BE49-F238E27FC236}">
                <a16:creationId xmlns:a16="http://schemas.microsoft.com/office/drawing/2014/main" id="{A9269B31-E72D-4CEB-86AC-A4531CEF74B5}"/>
              </a:ext>
            </a:extLst>
          </p:cNvPr>
          <p:cNvCxnSpPr>
            <a:cxnSpLocks/>
            <a:endCxn id="115" idx="1"/>
          </p:cNvCxnSpPr>
          <p:nvPr/>
        </p:nvCxnSpPr>
        <p:spPr>
          <a:xfrm rot="16200000" flipH="1">
            <a:off x="154430" y="1025155"/>
            <a:ext cx="385038" cy="19763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141" name="sub-q 1 button">
            <a:extLst>
              <a:ext uri="{FF2B5EF4-FFF2-40B4-BE49-F238E27FC236}">
                <a16:creationId xmlns:a16="http://schemas.microsoft.com/office/drawing/2014/main" id="{D5AADF13-2417-4F07-BCFA-B3BCB5F5A52E}"/>
              </a:ext>
            </a:extLst>
          </p:cNvPr>
          <p:cNvSpPr txBox="1"/>
          <p:nvPr/>
        </p:nvSpPr>
        <p:spPr>
          <a:xfrm>
            <a:off x="445770" y="2468606"/>
            <a:ext cx="1459676" cy="408623"/>
          </a:xfrm>
          <a:prstGeom prst="roundRect">
            <a:avLst/>
          </a:prstGeom>
          <a:solidFill>
            <a:schemeClr val="tx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solidFill>
                  <a:schemeClr val="bg1"/>
                </a:solidFill>
              </a:rPr>
              <a:t>Medications</a:t>
            </a:r>
          </a:p>
        </p:txBody>
      </p:sp>
      <p:sp>
        <p:nvSpPr>
          <p:cNvPr id="83" name="Rectangle 82">
            <a:extLst>
              <a:ext uri="{FF2B5EF4-FFF2-40B4-BE49-F238E27FC236}">
                <a16:creationId xmlns:a16="http://schemas.microsoft.com/office/drawing/2014/main" id="{A1423DBB-4C7E-4FB2-A9D3-A367D3835691}"/>
              </a:ext>
            </a:extLst>
          </p:cNvPr>
          <p:cNvSpPr/>
          <p:nvPr/>
        </p:nvSpPr>
        <p:spPr>
          <a:xfrm>
            <a:off x="6778596" y="3286578"/>
            <a:ext cx="1289234" cy="1157688"/>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CA">
            <a:hlinkClick r:id="rId26" action="ppaction://hlinksldjump"/>
            <a:extLst>
              <a:ext uri="{FF2B5EF4-FFF2-40B4-BE49-F238E27FC236}">
                <a16:creationId xmlns:a16="http://schemas.microsoft.com/office/drawing/2014/main" id="{E3E8CEC3-619A-42C4-81FD-F47378ACDCF7}"/>
              </a:ext>
            </a:extLst>
          </p:cNvPr>
          <p:cNvSpPr/>
          <p:nvPr/>
        </p:nvSpPr>
        <p:spPr>
          <a:xfrm>
            <a:off x="2967853" y="5378760"/>
            <a:ext cx="1428593" cy="1021556"/>
          </a:xfrm>
          <a:prstGeom prst="roundRect">
            <a:avLst>
              <a:gd name="adj" fmla="val 10140"/>
            </a:avLst>
          </a:prstGeom>
          <a:solidFill>
            <a:schemeClr val="bg1"/>
          </a:solidFill>
          <a:ln w="28575">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tx1"/>
                </a:solidFill>
              </a:rPr>
              <a:t>Case-dependent Selection?</a:t>
            </a:r>
          </a:p>
        </p:txBody>
      </p:sp>
      <p:pic>
        <p:nvPicPr>
          <p:cNvPr id="85" name="Graphic 84" descr="Cursor with solid fill">
            <a:extLst>
              <a:ext uri="{FF2B5EF4-FFF2-40B4-BE49-F238E27FC236}">
                <a16:creationId xmlns:a16="http://schemas.microsoft.com/office/drawing/2014/main" id="{CD434DAB-E235-4EF4-847F-91639B70FB4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28897" y="6202679"/>
            <a:ext cx="395274" cy="395274"/>
          </a:xfrm>
          <a:prstGeom prst="rect">
            <a:avLst/>
          </a:prstGeom>
        </p:spPr>
      </p:pic>
    </p:spTree>
    <p:extLst>
      <p:ext uri="{BB962C8B-B14F-4D97-AF65-F5344CB8AC3E}">
        <p14:creationId xmlns:p14="http://schemas.microsoft.com/office/powerpoint/2010/main" val="287930755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SRI">
            <a:extLst>
              <a:ext uri="{FF2B5EF4-FFF2-40B4-BE49-F238E27FC236}">
                <a16:creationId xmlns:a16="http://schemas.microsoft.com/office/drawing/2014/main" id="{8C758822-2005-4701-86D2-5AA5AF195DB3}"/>
              </a:ext>
            </a:extLst>
          </p:cNvPr>
          <p:cNvSpPr/>
          <p:nvPr/>
        </p:nvSpPr>
        <p:spPr>
          <a:xfrm>
            <a:off x="5048054" y="601782"/>
            <a:ext cx="1312849" cy="477524"/>
          </a:xfrm>
          <a:prstGeom prst="roundRect">
            <a:avLst/>
          </a:prstGeom>
          <a:solidFill>
            <a:schemeClr val="accent6">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SSRI</a:t>
            </a:r>
          </a:p>
        </p:txBody>
      </p:sp>
      <p:sp>
        <p:nvSpPr>
          <p:cNvPr id="88" name="SNRI">
            <a:extLst>
              <a:ext uri="{FF2B5EF4-FFF2-40B4-BE49-F238E27FC236}">
                <a16:creationId xmlns:a16="http://schemas.microsoft.com/office/drawing/2014/main" id="{328A2C24-1B31-44C4-97D9-84CC56482D52}"/>
              </a:ext>
            </a:extLst>
          </p:cNvPr>
          <p:cNvSpPr/>
          <p:nvPr/>
        </p:nvSpPr>
        <p:spPr>
          <a:xfrm>
            <a:off x="6741697" y="601782"/>
            <a:ext cx="1312849" cy="477524"/>
          </a:xfrm>
          <a:prstGeom prst="roundRect">
            <a:avLst/>
          </a:prstGeom>
          <a:solidFill>
            <a:schemeClr val="accent5">
              <a:lumMod val="60000"/>
              <a:lumOff val="40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SNRI</a:t>
            </a:r>
          </a:p>
        </p:txBody>
      </p:sp>
      <p:sp>
        <p:nvSpPr>
          <p:cNvPr id="89" name="TCA">
            <a:extLst>
              <a:ext uri="{FF2B5EF4-FFF2-40B4-BE49-F238E27FC236}">
                <a16:creationId xmlns:a16="http://schemas.microsoft.com/office/drawing/2014/main" id="{46F3F9DA-8BED-4728-9EEF-3B41A46A7937}"/>
              </a:ext>
            </a:extLst>
          </p:cNvPr>
          <p:cNvSpPr/>
          <p:nvPr/>
        </p:nvSpPr>
        <p:spPr>
          <a:xfrm>
            <a:off x="10128984" y="601782"/>
            <a:ext cx="1312849" cy="477524"/>
          </a:xfrm>
          <a:prstGeom prst="roundRect">
            <a:avLst/>
          </a:prstGeom>
          <a:solidFill>
            <a:schemeClr val="bg2">
              <a:lumMod val="90000"/>
            </a:schemeClr>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TCA</a:t>
            </a:r>
          </a:p>
        </p:txBody>
      </p:sp>
      <p:sp>
        <p:nvSpPr>
          <p:cNvPr id="90" name="Other">
            <a:extLst>
              <a:ext uri="{FF2B5EF4-FFF2-40B4-BE49-F238E27FC236}">
                <a16:creationId xmlns:a16="http://schemas.microsoft.com/office/drawing/2014/main" id="{03BF4D3F-1442-4D00-95AD-1890A61911B4}"/>
              </a:ext>
            </a:extLst>
          </p:cNvPr>
          <p:cNvSpPr/>
          <p:nvPr/>
        </p:nvSpPr>
        <p:spPr>
          <a:xfrm>
            <a:off x="8435340" y="601782"/>
            <a:ext cx="1312849" cy="477524"/>
          </a:xfrm>
          <a:prstGeom prst="roundRect">
            <a:avLst/>
          </a:prstGeom>
          <a:solidFill>
            <a:schemeClr val="accent2">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err="1"/>
              <a:t>Atypicals</a:t>
            </a:r>
            <a:endParaRPr lang="en-US"/>
          </a:p>
        </p:txBody>
      </p:sp>
      <p:sp>
        <p:nvSpPr>
          <p:cNvPr id="91" name="TextBox 90">
            <a:extLst>
              <a:ext uri="{FF2B5EF4-FFF2-40B4-BE49-F238E27FC236}">
                <a16:creationId xmlns:a16="http://schemas.microsoft.com/office/drawing/2014/main" id="{506EE470-D07C-474A-9C0E-98CE68D6A47B}"/>
              </a:ext>
            </a:extLst>
          </p:cNvPr>
          <p:cNvSpPr txBox="1"/>
          <p:nvPr/>
        </p:nvSpPr>
        <p:spPr>
          <a:xfrm>
            <a:off x="4776974" y="1283252"/>
            <a:ext cx="2304920" cy="1477328"/>
          </a:xfrm>
          <a:prstGeom prst="rect">
            <a:avLst/>
          </a:prstGeom>
          <a:noFill/>
        </p:spPr>
        <p:txBody>
          <a:bodyPr wrap="square" rtlCol="0">
            <a:spAutoFit/>
          </a:bodyPr>
          <a:lstStyle/>
          <a:p>
            <a:r>
              <a:rPr lang="en-US"/>
              <a:t>Fluoxetine (Prozac)</a:t>
            </a:r>
          </a:p>
          <a:p>
            <a:r>
              <a:rPr lang="en-US"/>
              <a:t>Sertraline (Zoloft)</a:t>
            </a:r>
          </a:p>
          <a:p>
            <a:r>
              <a:rPr lang="en-US"/>
              <a:t>Citalopram (Celexa)</a:t>
            </a:r>
          </a:p>
          <a:p>
            <a:r>
              <a:rPr lang="en-US"/>
              <a:t>Escitalopram (Lexapro)</a:t>
            </a:r>
          </a:p>
          <a:p>
            <a:r>
              <a:rPr lang="en-US"/>
              <a:t>Paroxetine (Paxil)</a:t>
            </a:r>
          </a:p>
        </p:txBody>
      </p:sp>
      <p:sp>
        <p:nvSpPr>
          <p:cNvPr id="92" name="TextBox 91">
            <a:extLst>
              <a:ext uri="{FF2B5EF4-FFF2-40B4-BE49-F238E27FC236}">
                <a16:creationId xmlns:a16="http://schemas.microsoft.com/office/drawing/2014/main" id="{979F7597-9255-4A8B-984F-C07DF5431201}"/>
              </a:ext>
            </a:extLst>
          </p:cNvPr>
          <p:cNvSpPr txBox="1"/>
          <p:nvPr/>
        </p:nvSpPr>
        <p:spPr>
          <a:xfrm>
            <a:off x="6809580" y="1287814"/>
            <a:ext cx="1301099" cy="646331"/>
          </a:xfrm>
          <a:prstGeom prst="rect">
            <a:avLst/>
          </a:prstGeom>
          <a:noFill/>
        </p:spPr>
        <p:txBody>
          <a:bodyPr wrap="square" rtlCol="0">
            <a:spAutoFit/>
          </a:bodyPr>
          <a:lstStyle/>
          <a:p>
            <a:r>
              <a:rPr lang="en-US"/>
              <a:t>Duloxetine</a:t>
            </a:r>
          </a:p>
          <a:p>
            <a:r>
              <a:rPr lang="en-US"/>
              <a:t>Venlafaxine</a:t>
            </a:r>
          </a:p>
        </p:txBody>
      </p:sp>
      <p:sp>
        <p:nvSpPr>
          <p:cNvPr id="93" name="TextBox 92">
            <a:extLst>
              <a:ext uri="{FF2B5EF4-FFF2-40B4-BE49-F238E27FC236}">
                <a16:creationId xmlns:a16="http://schemas.microsoft.com/office/drawing/2014/main" id="{2F34EDE5-FA6F-4B3C-87F1-3E06118D384E}"/>
              </a:ext>
            </a:extLst>
          </p:cNvPr>
          <p:cNvSpPr txBox="1"/>
          <p:nvPr/>
        </p:nvSpPr>
        <p:spPr>
          <a:xfrm>
            <a:off x="8448861" y="1310640"/>
            <a:ext cx="1312702" cy="646331"/>
          </a:xfrm>
          <a:prstGeom prst="rect">
            <a:avLst/>
          </a:prstGeom>
          <a:noFill/>
        </p:spPr>
        <p:txBody>
          <a:bodyPr wrap="square" rtlCol="0">
            <a:spAutoFit/>
          </a:bodyPr>
          <a:lstStyle/>
          <a:p>
            <a:r>
              <a:rPr lang="en-US"/>
              <a:t>Bupropion</a:t>
            </a:r>
          </a:p>
          <a:p>
            <a:r>
              <a:rPr lang="en-US"/>
              <a:t>Mirtazapine</a:t>
            </a:r>
          </a:p>
        </p:txBody>
      </p:sp>
      <p:sp>
        <p:nvSpPr>
          <p:cNvPr id="94" name="TextBox 93">
            <a:extLst>
              <a:ext uri="{FF2B5EF4-FFF2-40B4-BE49-F238E27FC236}">
                <a16:creationId xmlns:a16="http://schemas.microsoft.com/office/drawing/2014/main" id="{C6FA56BD-8674-47A7-BCE8-C2D161D00946}"/>
              </a:ext>
            </a:extLst>
          </p:cNvPr>
          <p:cNvSpPr txBox="1"/>
          <p:nvPr/>
        </p:nvSpPr>
        <p:spPr>
          <a:xfrm>
            <a:off x="10090187" y="1324700"/>
            <a:ext cx="1403661" cy="646331"/>
          </a:xfrm>
          <a:prstGeom prst="rect">
            <a:avLst/>
          </a:prstGeom>
          <a:noFill/>
        </p:spPr>
        <p:txBody>
          <a:bodyPr wrap="square" rtlCol="0">
            <a:spAutoFit/>
          </a:bodyPr>
          <a:lstStyle/>
          <a:p>
            <a:r>
              <a:rPr lang="en-US"/>
              <a:t>Amitriptyline</a:t>
            </a:r>
          </a:p>
          <a:p>
            <a:r>
              <a:rPr lang="en-US"/>
              <a:t>Nortriptyline</a:t>
            </a:r>
          </a:p>
        </p:txBody>
      </p:sp>
      <p:sp>
        <p:nvSpPr>
          <p:cNvPr id="95" name="TCA">
            <a:extLst>
              <a:ext uri="{FF2B5EF4-FFF2-40B4-BE49-F238E27FC236}">
                <a16:creationId xmlns:a16="http://schemas.microsoft.com/office/drawing/2014/main" id="{B2A287EA-4825-4936-BA68-C514D6E04838}"/>
              </a:ext>
            </a:extLst>
          </p:cNvPr>
          <p:cNvSpPr/>
          <p:nvPr/>
        </p:nvSpPr>
        <p:spPr>
          <a:xfrm>
            <a:off x="2967853" y="3715331"/>
            <a:ext cx="1428593" cy="408623"/>
          </a:xfrm>
          <a:prstGeom prst="roundRect">
            <a:avLst/>
          </a:prstGeom>
          <a:solidFill>
            <a:srgbClr val="FF0000"/>
          </a:solidFill>
          <a:ln w="28575">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bg1"/>
                </a:solidFill>
              </a:rPr>
              <a:t>Side Effects?</a:t>
            </a:r>
          </a:p>
        </p:txBody>
      </p:sp>
      <p:grpSp>
        <p:nvGrpSpPr>
          <p:cNvPr id="11" name="GI tox" hidden="1">
            <a:extLst>
              <a:ext uri="{FF2B5EF4-FFF2-40B4-BE49-F238E27FC236}">
                <a16:creationId xmlns:a16="http://schemas.microsoft.com/office/drawing/2014/main" id="{6B84193B-A415-464C-93E9-0508564681B3}"/>
              </a:ext>
            </a:extLst>
          </p:cNvPr>
          <p:cNvGrpSpPr/>
          <p:nvPr/>
        </p:nvGrpSpPr>
        <p:grpSpPr>
          <a:xfrm>
            <a:off x="4654462" y="1165204"/>
            <a:ext cx="3786013" cy="2086724"/>
            <a:chOff x="4654462" y="1165204"/>
            <a:chExt cx="3786013" cy="2086724"/>
          </a:xfrm>
        </p:grpSpPr>
        <p:sp>
          <p:nvSpPr>
            <p:cNvPr id="133" name="Rectangle 11">
              <a:extLst>
                <a:ext uri="{FF2B5EF4-FFF2-40B4-BE49-F238E27FC236}">
                  <a16:creationId xmlns:a16="http://schemas.microsoft.com/office/drawing/2014/main" id="{23EB6165-9D26-494C-81DE-82917AF675FC}"/>
                </a:ext>
              </a:extLst>
            </p:cNvPr>
            <p:cNvSpPr/>
            <p:nvPr/>
          </p:nvSpPr>
          <p:spPr>
            <a:xfrm>
              <a:off x="4654462" y="1165204"/>
              <a:ext cx="3786013" cy="1692998"/>
            </a:xfrm>
            <a:custGeom>
              <a:avLst/>
              <a:gdLst>
                <a:gd name="connsiteX0" fmla="*/ 0 w 3773519"/>
                <a:gd name="connsiteY0" fmla="*/ 0 h 1678309"/>
                <a:gd name="connsiteX1" fmla="*/ 3773519 w 3773519"/>
                <a:gd name="connsiteY1" fmla="*/ 0 h 1678309"/>
                <a:gd name="connsiteX2" fmla="*/ 3773519 w 3773519"/>
                <a:gd name="connsiteY2" fmla="*/ 1678309 h 1678309"/>
                <a:gd name="connsiteX3" fmla="*/ 0 w 3773519"/>
                <a:gd name="connsiteY3" fmla="*/ 1678309 h 1678309"/>
                <a:gd name="connsiteX4" fmla="*/ 0 w 3773519"/>
                <a:gd name="connsiteY4" fmla="*/ 0 h 1678309"/>
                <a:gd name="connsiteX0" fmla="*/ 3440 w 3776959"/>
                <a:gd name="connsiteY0" fmla="*/ 0 h 1678309"/>
                <a:gd name="connsiteX1" fmla="*/ 3776959 w 3776959"/>
                <a:gd name="connsiteY1" fmla="*/ 0 h 1678309"/>
                <a:gd name="connsiteX2" fmla="*/ 3776959 w 3776959"/>
                <a:gd name="connsiteY2" fmla="*/ 1678309 h 1678309"/>
                <a:gd name="connsiteX3" fmla="*/ 3440 w 3776959"/>
                <a:gd name="connsiteY3" fmla="*/ 1678309 h 1678309"/>
                <a:gd name="connsiteX4" fmla="*/ 0 w 3776959"/>
                <a:gd name="connsiteY4" fmla="*/ 1674891 h 1678309"/>
                <a:gd name="connsiteX5" fmla="*/ 3440 w 3776959"/>
                <a:gd name="connsiteY5" fmla="*/ 0 h 1678309"/>
                <a:gd name="connsiteX0" fmla="*/ 256937 w 4030456"/>
                <a:gd name="connsiteY0" fmla="*/ 0 h 1678309"/>
                <a:gd name="connsiteX1" fmla="*/ 4030456 w 4030456"/>
                <a:gd name="connsiteY1" fmla="*/ 0 h 1678309"/>
                <a:gd name="connsiteX2" fmla="*/ 4030456 w 4030456"/>
                <a:gd name="connsiteY2" fmla="*/ 1678309 h 1678309"/>
                <a:gd name="connsiteX3" fmla="*/ 256937 w 4030456"/>
                <a:gd name="connsiteY3" fmla="*/ 1678309 h 1678309"/>
                <a:gd name="connsiteX4" fmla="*/ 0 w 4030456"/>
                <a:gd name="connsiteY4" fmla="*/ 1593410 h 1678309"/>
                <a:gd name="connsiteX5" fmla="*/ 256937 w 4030456"/>
                <a:gd name="connsiteY5" fmla="*/ 0 h 1678309"/>
                <a:gd name="connsiteX0" fmla="*/ 256937 w 4030456"/>
                <a:gd name="connsiteY0" fmla="*/ 0 h 1678309"/>
                <a:gd name="connsiteX1" fmla="*/ 4030456 w 4030456"/>
                <a:gd name="connsiteY1" fmla="*/ 0 h 1678309"/>
                <a:gd name="connsiteX2" fmla="*/ 4030456 w 4030456"/>
                <a:gd name="connsiteY2" fmla="*/ 1678309 h 1678309"/>
                <a:gd name="connsiteX3" fmla="*/ 2556517 w 4030456"/>
                <a:gd name="connsiteY3" fmla="*/ 1678309 h 1678309"/>
                <a:gd name="connsiteX4" fmla="*/ 0 w 4030456"/>
                <a:gd name="connsiteY4" fmla="*/ 1593410 h 1678309"/>
                <a:gd name="connsiteX5" fmla="*/ 256937 w 4030456"/>
                <a:gd name="connsiteY5" fmla="*/ 0 h 1678309"/>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0 w 3786013"/>
                <a:gd name="connsiteY4" fmla="*/ 1692998 h 1692998"/>
                <a:gd name="connsiteX5" fmla="*/ 12494 w 3786013"/>
                <a:gd name="connsiteY5" fmla="*/ 0 h 1692998"/>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0 w 3786013"/>
                <a:gd name="connsiteY4" fmla="*/ 1692998 h 1692998"/>
                <a:gd name="connsiteX5" fmla="*/ 12494 w 3786013"/>
                <a:gd name="connsiteY5" fmla="*/ 0 h 1692998"/>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2299580 w 3786013"/>
                <a:gd name="connsiteY4" fmla="*/ 1665837 h 1692998"/>
                <a:gd name="connsiteX5" fmla="*/ 0 w 3786013"/>
                <a:gd name="connsiteY5" fmla="*/ 1692998 h 1692998"/>
                <a:gd name="connsiteX6" fmla="*/ 12494 w 3786013"/>
                <a:gd name="connsiteY6" fmla="*/ 0 h 1692998"/>
                <a:gd name="connsiteX0" fmla="*/ 12494 w 3786013"/>
                <a:gd name="connsiteY0" fmla="*/ 0 h 1756372"/>
                <a:gd name="connsiteX1" fmla="*/ 3786013 w 3786013"/>
                <a:gd name="connsiteY1" fmla="*/ 0 h 1756372"/>
                <a:gd name="connsiteX2" fmla="*/ 3786013 w 3786013"/>
                <a:gd name="connsiteY2" fmla="*/ 1678309 h 1756372"/>
                <a:gd name="connsiteX3" fmla="*/ 2312074 w 3786013"/>
                <a:gd name="connsiteY3" fmla="*/ 1678309 h 1756372"/>
                <a:gd name="connsiteX4" fmla="*/ 2127564 w 3786013"/>
                <a:gd name="connsiteY4" fmla="*/ 1756372 h 1756372"/>
                <a:gd name="connsiteX5" fmla="*/ 0 w 3786013"/>
                <a:gd name="connsiteY5" fmla="*/ 1692998 h 1756372"/>
                <a:gd name="connsiteX6" fmla="*/ 12494 w 3786013"/>
                <a:gd name="connsiteY6" fmla="*/ 0 h 1756372"/>
                <a:gd name="connsiteX0" fmla="*/ 12494 w 3786013"/>
                <a:gd name="connsiteY0" fmla="*/ 0 h 1756372"/>
                <a:gd name="connsiteX1" fmla="*/ 3786013 w 3786013"/>
                <a:gd name="connsiteY1" fmla="*/ 0 h 1756372"/>
                <a:gd name="connsiteX2" fmla="*/ 3786013 w 3786013"/>
                <a:gd name="connsiteY2" fmla="*/ 1678309 h 1756372"/>
                <a:gd name="connsiteX3" fmla="*/ 2293967 w 3786013"/>
                <a:gd name="connsiteY3" fmla="*/ 782016 h 1756372"/>
                <a:gd name="connsiteX4" fmla="*/ 2127564 w 3786013"/>
                <a:gd name="connsiteY4" fmla="*/ 1756372 h 1756372"/>
                <a:gd name="connsiteX5" fmla="*/ 0 w 3786013"/>
                <a:gd name="connsiteY5" fmla="*/ 1692998 h 1756372"/>
                <a:gd name="connsiteX6" fmla="*/ 12494 w 3786013"/>
                <a:gd name="connsiteY6" fmla="*/ 0 h 1756372"/>
                <a:gd name="connsiteX0" fmla="*/ 12494 w 3786013"/>
                <a:gd name="connsiteY0" fmla="*/ 0 h 1692998"/>
                <a:gd name="connsiteX1" fmla="*/ 3786013 w 3786013"/>
                <a:gd name="connsiteY1" fmla="*/ 0 h 1692998"/>
                <a:gd name="connsiteX2" fmla="*/ 3786013 w 3786013"/>
                <a:gd name="connsiteY2" fmla="*/ 1678309 h 1692998"/>
                <a:gd name="connsiteX3" fmla="*/ 2293967 w 3786013"/>
                <a:gd name="connsiteY3" fmla="*/ 782016 h 1692998"/>
                <a:gd name="connsiteX4" fmla="*/ 2290526 w 3786013"/>
                <a:gd name="connsiteY4" fmla="*/ 1683944 h 1692998"/>
                <a:gd name="connsiteX5" fmla="*/ 0 w 3786013"/>
                <a:gd name="connsiteY5" fmla="*/ 1692998 h 1692998"/>
                <a:gd name="connsiteX6" fmla="*/ 12494 w 3786013"/>
                <a:gd name="connsiteY6" fmla="*/ 0 h 1692998"/>
                <a:gd name="connsiteX0" fmla="*/ 12494 w 3786013"/>
                <a:gd name="connsiteY0" fmla="*/ 0 h 1692998"/>
                <a:gd name="connsiteX1" fmla="*/ 3786013 w 3786013"/>
                <a:gd name="connsiteY1" fmla="*/ 0 h 1692998"/>
                <a:gd name="connsiteX2" fmla="*/ 3786013 w 3786013"/>
                <a:gd name="connsiteY2" fmla="*/ 791069 h 1692998"/>
                <a:gd name="connsiteX3" fmla="*/ 2293967 w 3786013"/>
                <a:gd name="connsiteY3" fmla="*/ 782016 h 1692998"/>
                <a:gd name="connsiteX4" fmla="*/ 2290526 w 3786013"/>
                <a:gd name="connsiteY4" fmla="*/ 1683944 h 1692998"/>
                <a:gd name="connsiteX5" fmla="*/ 0 w 3786013"/>
                <a:gd name="connsiteY5" fmla="*/ 1692998 h 1692998"/>
                <a:gd name="connsiteX6" fmla="*/ 12494 w 3786013"/>
                <a:gd name="connsiteY6" fmla="*/ 0 h 1692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86013" h="1692998">
                  <a:moveTo>
                    <a:pt x="12494" y="0"/>
                  </a:moveTo>
                  <a:lnTo>
                    <a:pt x="3786013" y="0"/>
                  </a:lnTo>
                  <a:lnTo>
                    <a:pt x="3786013" y="791069"/>
                  </a:lnTo>
                  <a:lnTo>
                    <a:pt x="2293967" y="782016"/>
                  </a:lnTo>
                  <a:lnTo>
                    <a:pt x="2290526" y="1683944"/>
                  </a:lnTo>
                  <a:lnTo>
                    <a:pt x="0" y="1692998"/>
                  </a:lnTo>
                  <a:cubicBezTo>
                    <a:pt x="1147" y="1134701"/>
                    <a:pt x="11347" y="558297"/>
                    <a:pt x="12494" y="0"/>
                  </a:cubicBezTo>
                  <a:close/>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4" name="Straight Arrow Connector 133">
              <a:extLst>
                <a:ext uri="{FF2B5EF4-FFF2-40B4-BE49-F238E27FC236}">
                  <a16:creationId xmlns:a16="http://schemas.microsoft.com/office/drawing/2014/main" id="{8B8AB762-6F38-4EDA-92B2-2801FDDA2465}"/>
                </a:ext>
              </a:extLst>
            </p:cNvPr>
            <p:cNvCxnSpPr>
              <a:cxnSpLocks/>
            </p:cNvCxnSpPr>
            <p:nvPr/>
          </p:nvCxnSpPr>
          <p:spPr>
            <a:xfrm flipV="1">
              <a:off x="5336066" y="2878176"/>
              <a:ext cx="125596" cy="373752"/>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grpSp>
      <p:grpSp>
        <p:nvGrpSpPr>
          <p:cNvPr id="12" name="weight gain" hidden="1">
            <a:extLst>
              <a:ext uri="{FF2B5EF4-FFF2-40B4-BE49-F238E27FC236}">
                <a16:creationId xmlns:a16="http://schemas.microsoft.com/office/drawing/2014/main" id="{D8B01A22-3BC5-47D4-B093-44250736C873}"/>
              </a:ext>
            </a:extLst>
          </p:cNvPr>
          <p:cNvGrpSpPr/>
          <p:nvPr/>
        </p:nvGrpSpPr>
        <p:grpSpPr>
          <a:xfrm>
            <a:off x="4811135" y="1622998"/>
            <a:ext cx="4943128" cy="1644346"/>
            <a:chOff x="4715871" y="1624427"/>
            <a:chExt cx="4943128" cy="1644346"/>
          </a:xfrm>
        </p:grpSpPr>
        <p:sp>
          <p:nvSpPr>
            <p:cNvPr id="136" name="Rectangle 135">
              <a:extLst>
                <a:ext uri="{FF2B5EF4-FFF2-40B4-BE49-F238E27FC236}">
                  <a16:creationId xmlns:a16="http://schemas.microsoft.com/office/drawing/2014/main" id="{9B55AB09-9ECF-4CCD-851B-3A00710983CD}"/>
                </a:ext>
              </a:extLst>
            </p:cNvPr>
            <p:cNvSpPr/>
            <p:nvPr/>
          </p:nvSpPr>
          <p:spPr>
            <a:xfrm>
              <a:off x="4715871" y="2411289"/>
              <a:ext cx="1704365" cy="3030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2B119EE0-1B23-45C7-8689-65B0ED011F05}"/>
                </a:ext>
              </a:extLst>
            </p:cNvPr>
            <p:cNvSpPr/>
            <p:nvPr/>
          </p:nvSpPr>
          <p:spPr>
            <a:xfrm>
              <a:off x="8379473" y="1624427"/>
              <a:ext cx="1279526" cy="3030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8" name="Straight Arrow Connector 137">
              <a:extLst>
                <a:ext uri="{FF2B5EF4-FFF2-40B4-BE49-F238E27FC236}">
                  <a16:creationId xmlns:a16="http://schemas.microsoft.com/office/drawing/2014/main" id="{AECE7CBE-BD9F-4D9A-912A-67AF8B64E588}"/>
                </a:ext>
              </a:extLst>
            </p:cNvPr>
            <p:cNvCxnSpPr>
              <a:cxnSpLocks/>
              <a:stCxn id="136" idx="2"/>
            </p:cNvCxnSpPr>
            <p:nvPr/>
          </p:nvCxnSpPr>
          <p:spPr>
            <a:xfrm>
              <a:off x="5568054" y="2714333"/>
              <a:ext cx="1730792" cy="554440"/>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743EBE88-9999-4328-8804-3D40603C87ED}"/>
                </a:ext>
              </a:extLst>
            </p:cNvPr>
            <p:cNvCxnSpPr>
              <a:cxnSpLocks/>
              <a:stCxn id="137" idx="2"/>
            </p:cNvCxnSpPr>
            <p:nvPr/>
          </p:nvCxnSpPr>
          <p:spPr>
            <a:xfrm flipH="1">
              <a:off x="7298846" y="1927471"/>
              <a:ext cx="1720390" cy="1341302"/>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0" name="sex side effect box" hidden="1">
            <a:extLst>
              <a:ext uri="{FF2B5EF4-FFF2-40B4-BE49-F238E27FC236}">
                <a16:creationId xmlns:a16="http://schemas.microsoft.com/office/drawing/2014/main" id="{387ACF1C-D9A6-44C3-8178-B31F082189A2}"/>
              </a:ext>
            </a:extLst>
          </p:cNvPr>
          <p:cNvSpPr/>
          <p:nvPr/>
        </p:nvSpPr>
        <p:spPr>
          <a:xfrm>
            <a:off x="4663516" y="1156150"/>
            <a:ext cx="6864086" cy="1692998"/>
          </a:xfrm>
          <a:custGeom>
            <a:avLst/>
            <a:gdLst>
              <a:gd name="connsiteX0" fmla="*/ 0 w 8157172"/>
              <a:gd name="connsiteY0" fmla="*/ 0 h 1692998"/>
              <a:gd name="connsiteX1" fmla="*/ 9053 w 8157172"/>
              <a:gd name="connsiteY1" fmla="*/ 1692998 h 1692998"/>
              <a:gd name="connsiteX2" fmla="*/ 8157172 w 8157172"/>
              <a:gd name="connsiteY2" fmla="*/ 1692998 h 1692998"/>
              <a:gd name="connsiteX3" fmla="*/ 8157172 w 8157172"/>
              <a:gd name="connsiteY3" fmla="*/ 72428 h 1692998"/>
              <a:gd name="connsiteX4" fmla="*/ 5920966 w 8157172"/>
              <a:gd name="connsiteY4" fmla="*/ 72428 h 1692998"/>
              <a:gd name="connsiteX5" fmla="*/ 5920966 w 8157172"/>
              <a:gd name="connsiteY5" fmla="*/ 425513 h 1692998"/>
              <a:gd name="connsiteX6" fmla="*/ 4454305 w 8157172"/>
              <a:gd name="connsiteY6" fmla="*/ 425513 h 1692998"/>
              <a:gd name="connsiteX7" fmla="*/ 2335794 w 8157172"/>
              <a:gd name="connsiteY7" fmla="*/ 425513 h 1692998"/>
              <a:gd name="connsiteX8" fmla="*/ 2335794 w 8157172"/>
              <a:gd name="connsiteY8" fmla="*/ 18107 h 1692998"/>
              <a:gd name="connsiteX9" fmla="*/ 0 w 8157172"/>
              <a:gd name="connsiteY9" fmla="*/ 0 h 1692998"/>
              <a:gd name="connsiteX0" fmla="*/ 0 w 8157172"/>
              <a:gd name="connsiteY0" fmla="*/ 0 h 1692998"/>
              <a:gd name="connsiteX1" fmla="*/ 9053 w 8157172"/>
              <a:gd name="connsiteY1" fmla="*/ 1692998 h 1692998"/>
              <a:gd name="connsiteX2" fmla="*/ 8157172 w 8157172"/>
              <a:gd name="connsiteY2" fmla="*/ 769544 h 1692998"/>
              <a:gd name="connsiteX3" fmla="*/ 8157172 w 8157172"/>
              <a:gd name="connsiteY3" fmla="*/ 72428 h 1692998"/>
              <a:gd name="connsiteX4" fmla="*/ 5920966 w 8157172"/>
              <a:gd name="connsiteY4" fmla="*/ 72428 h 1692998"/>
              <a:gd name="connsiteX5" fmla="*/ 5920966 w 8157172"/>
              <a:gd name="connsiteY5" fmla="*/ 425513 h 1692998"/>
              <a:gd name="connsiteX6" fmla="*/ 4454305 w 8157172"/>
              <a:gd name="connsiteY6" fmla="*/ 425513 h 1692998"/>
              <a:gd name="connsiteX7" fmla="*/ 2335794 w 8157172"/>
              <a:gd name="connsiteY7" fmla="*/ 425513 h 1692998"/>
              <a:gd name="connsiteX8" fmla="*/ 2335794 w 8157172"/>
              <a:gd name="connsiteY8" fmla="*/ 18107 h 1692998"/>
              <a:gd name="connsiteX9" fmla="*/ 0 w 8157172"/>
              <a:gd name="connsiteY9" fmla="*/ 0 h 1692998"/>
              <a:gd name="connsiteX0" fmla="*/ 0 w 8157172"/>
              <a:gd name="connsiteY0" fmla="*/ 0 h 1702051"/>
              <a:gd name="connsiteX1" fmla="*/ 9053 w 8157172"/>
              <a:gd name="connsiteY1" fmla="*/ 1692998 h 1702051"/>
              <a:gd name="connsiteX2" fmla="*/ 0 w 8157172"/>
              <a:gd name="connsiteY2" fmla="*/ 1702051 h 1702051"/>
              <a:gd name="connsiteX3" fmla="*/ 8157172 w 8157172"/>
              <a:gd name="connsiteY3" fmla="*/ 769544 h 1702051"/>
              <a:gd name="connsiteX4" fmla="*/ 8157172 w 8157172"/>
              <a:gd name="connsiteY4" fmla="*/ 72428 h 1702051"/>
              <a:gd name="connsiteX5" fmla="*/ 5920966 w 8157172"/>
              <a:gd name="connsiteY5" fmla="*/ 72428 h 1702051"/>
              <a:gd name="connsiteX6" fmla="*/ 5920966 w 8157172"/>
              <a:gd name="connsiteY6" fmla="*/ 425513 h 1702051"/>
              <a:gd name="connsiteX7" fmla="*/ 4454305 w 8157172"/>
              <a:gd name="connsiteY7" fmla="*/ 425513 h 1702051"/>
              <a:gd name="connsiteX8" fmla="*/ 2335794 w 8157172"/>
              <a:gd name="connsiteY8" fmla="*/ 425513 h 1702051"/>
              <a:gd name="connsiteX9" fmla="*/ 2335794 w 8157172"/>
              <a:gd name="connsiteY9" fmla="*/ 18107 h 1702051"/>
              <a:gd name="connsiteX10" fmla="*/ 0 w 8157172"/>
              <a:gd name="connsiteY10" fmla="*/ 0 h 1702051"/>
              <a:gd name="connsiteX0" fmla="*/ 0 w 8157172"/>
              <a:gd name="connsiteY0" fmla="*/ 0 h 1692998"/>
              <a:gd name="connsiteX1" fmla="*/ 9053 w 8157172"/>
              <a:gd name="connsiteY1" fmla="*/ 1692998 h 1692998"/>
              <a:gd name="connsiteX2" fmla="*/ 2290527 w 8157172"/>
              <a:gd name="connsiteY2" fmla="*/ 1692997 h 1692998"/>
              <a:gd name="connsiteX3" fmla="*/ 8157172 w 8157172"/>
              <a:gd name="connsiteY3" fmla="*/ 769544 h 1692998"/>
              <a:gd name="connsiteX4" fmla="*/ 8157172 w 8157172"/>
              <a:gd name="connsiteY4" fmla="*/ 72428 h 1692998"/>
              <a:gd name="connsiteX5" fmla="*/ 5920966 w 8157172"/>
              <a:gd name="connsiteY5" fmla="*/ 72428 h 1692998"/>
              <a:gd name="connsiteX6" fmla="*/ 5920966 w 8157172"/>
              <a:gd name="connsiteY6" fmla="*/ 425513 h 1692998"/>
              <a:gd name="connsiteX7" fmla="*/ 4454305 w 8157172"/>
              <a:gd name="connsiteY7" fmla="*/ 425513 h 1692998"/>
              <a:gd name="connsiteX8" fmla="*/ 2335794 w 8157172"/>
              <a:gd name="connsiteY8" fmla="*/ 425513 h 1692998"/>
              <a:gd name="connsiteX9" fmla="*/ 2335794 w 8157172"/>
              <a:gd name="connsiteY9" fmla="*/ 18107 h 1692998"/>
              <a:gd name="connsiteX10" fmla="*/ 0 w 8157172"/>
              <a:gd name="connsiteY10"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81473 w 8157172"/>
              <a:gd name="connsiteY3" fmla="*/ 1683944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832918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782118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782118 h 1692998"/>
              <a:gd name="connsiteX4" fmla="*/ 7627925 w 8157172"/>
              <a:gd name="connsiteY4" fmla="*/ 779069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7627925"/>
              <a:gd name="connsiteY0" fmla="*/ 0 h 1692998"/>
              <a:gd name="connsiteX1" fmla="*/ 9053 w 7627925"/>
              <a:gd name="connsiteY1" fmla="*/ 1692998 h 1692998"/>
              <a:gd name="connsiteX2" fmla="*/ 2290527 w 7627925"/>
              <a:gd name="connsiteY2" fmla="*/ 1692997 h 1692998"/>
              <a:gd name="connsiteX3" fmla="*/ 2290527 w 7627925"/>
              <a:gd name="connsiteY3" fmla="*/ 782118 h 1692998"/>
              <a:gd name="connsiteX4" fmla="*/ 7627925 w 7627925"/>
              <a:gd name="connsiteY4" fmla="*/ 779069 h 1692998"/>
              <a:gd name="connsiteX5" fmla="*/ 7627925 w 7627925"/>
              <a:gd name="connsiteY5" fmla="*/ 91478 h 1692998"/>
              <a:gd name="connsiteX6" fmla="*/ 5920966 w 7627925"/>
              <a:gd name="connsiteY6" fmla="*/ 72428 h 1692998"/>
              <a:gd name="connsiteX7" fmla="*/ 5920966 w 7627925"/>
              <a:gd name="connsiteY7" fmla="*/ 425513 h 1692998"/>
              <a:gd name="connsiteX8" fmla="*/ 4454305 w 7627925"/>
              <a:gd name="connsiteY8" fmla="*/ 425513 h 1692998"/>
              <a:gd name="connsiteX9" fmla="*/ 2335794 w 7627925"/>
              <a:gd name="connsiteY9" fmla="*/ 425513 h 1692998"/>
              <a:gd name="connsiteX10" fmla="*/ 2335794 w 7627925"/>
              <a:gd name="connsiteY10" fmla="*/ 18107 h 1692998"/>
              <a:gd name="connsiteX11" fmla="*/ 0 w 7627925"/>
              <a:gd name="connsiteY11" fmla="*/ 0 h 1692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27925" h="1692998">
                <a:moveTo>
                  <a:pt x="0" y="0"/>
                </a:moveTo>
                <a:cubicBezTo>
                  <a:pt x="3018" y="564333"/>
                  <a:pt x="6035" y="1128665"/>
                  <a:pt x="9053" y="1692998"/>
                </a:cubicBezTo>
                <a:lnTo>
                  <a:pt x="2290527" y="1692997"/>
                </a:lnTo>
                <a:lnTo>
                  <a:pt x="2290527" y="782118"/>
                </a:lnTo>
                <a:lnTo>
                  <a:pt x="7627925" y="779069"/>
                </a:lnTo>
                <a:lnTo>
                  <a:pt x="7627925" y="91478"/>
                </a:lnTo>
                <a:lnTo>
                  <a:pt x="5920966" y="72428"/>
                </a:lnTo>
                <a:lnTo>
                  <a:pt x="5920966" y="425513"/>
                </a:lnTo>
                <a:lnTo>
                  <a:pt x="4454305" y="425513"/>
                </a:lnTo>
                <a:lnTo>
                  <a:pt x="2335794" y="425513"/>
                </a:lnTo>
                <a:lnTo>
                  <a:pt x="2335794" y="18107"/>
                </a:lnTo>
                <a:lnTo>
                  <a:pt x="0" y="0"/>
                </a:lnTo>
                <a:close/>
              </a:path>
            </a:pathLst>
          </a:custGeom>
          <a:noFill/>
          <a:ln w="28575">
            <a:solidFill>
              <a:srgbClr val="FF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QTc prol" hidden="1">
            <a:extLst>
              <a:ext uri="{FF2B5EF4-FFF2-40B4-BE49-F238E27FC236}">
                <a16:creationId xmlns:a16="http://schemas.microsoft.com/office/drawing/2014/main" id="{9B9D0947-6A6A-43BC-8197-5491CA281135}"/>
              </a:ext>
            </a:extLst>
          </p:cNvPr>
          <p:cNvGrpSpPr/>
          <p:nvPr/>
        </p:nvGrpSpPr>
        <p:grpSpPr>
          <a:xfrm>
            <a:off x="4799416" y="1263382"/>
            <a:ext cx="6703486" cy="2000181"/>
            <a:chOff x="4799416" y="1263382"/>
            <a:chExt cx="6703486" cy="2000181"/>
          </a:xfrm>
        </p:grpSpPr>
        <p:sp>
          <p:nvSpPr>
            <p:cNvPr id="142" name="Rectangle 141">
              <a:extLst>
                <a:ext uri="{FF2B5EF4-FFF2-40B4-BE49-F238E27FC236}">
                  <a16:creationId xmlns:a16="http://schemas.microsoft.com/office/drawing/2014/main" id="{355869E7-5217-44DB-9F79-BCB667B78043}"/>
                </a:ext>
              </a:extLst>
            </p:cNvPr>
            <p:cNvSpPr/>
            <p:nvPr/>
          </p:nvSpPr>
          <p:spPr>
            <a:xfrm>
              <a:off x="10099241" y="1263382"/>
              <a:ext cx="1403661" cy="6766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0FB7DC31-494B-4D97-96A8-BCA430D59A79}"/>
                </a:ext>
              </a:extLst>
            </p:cNvPr>
            <p:cNvSpPr/>
            <p:nvPr/>
          </p:nvSpPr>
          <p:spPr>
            <a:xfrm>
              <a:off x="4799416" y="1869682"/>
              <a:ext cx="1926218" cy="300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4" name="Straight Arrow Connector 143">
              <a:extLst>
                <a:ext uri="{FF2B5EF4-FFF2-40B4-BE49-F238E27FC236}">
                  <a16:creationId xmlns:a16="http://schemas.microsoft.com/office/drawing/2014/main" id="{A1C44EE3-7CA0-4B04-A5EF-2ED715D7D1E6}"/>
                </a:ext>
              </a:extLst>
            </p:cNvPr>
            <p:cNvCxnSpPr>
              <a:cxnSpLocks/>
              <a:stCxn id="142" idx="2"/>
            </p:cNvCxnSpPr>
            <p:nvPr/>
          </p:nvCxnSpPr>
          <p:spPr>
            <a:xfrm>
              <a:off x="10801072" y="1940005"/>
              <a:ext cx="308738" cy="1323558"/>
            </a:xfrm>
            <a:prstGeom prst="straightConnector1">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7D5FE512-813B-43E6-82A4-6299A3F95757}"/>
                </a:ext>
              </a:extLst>
            </p:cNvPr>
            <p:cNvCxnSpPr>
              <a:cxnSpLocks/>
              <a:stCxn id="143" idx="3"/>
            </p:cNvCxnSpPr>
            <p:nvPr/>
          </p:nvCxnSpPr>
          <p:spPr>
            <a:xfrm>
              <a:off x="6725634" y="2019893"/>
              <a:ext cx="4384176" cy="1243670"/>
            </a:xfrm>
            <a:prstGeom prst="straightConnector1">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7" name="TCA">
            <a:extLst>
              <a:ext uri="{FF2B5EF4-FFF2-40B4-BE49-F238E27FC236}">
                <a16:creationId xmlns:a16="http://schemas.microsoft.com/office/drawing/2014/main" id="{D65C7CD8-FCC0-4AB2-AAC2-4B66A84B7A58}"/>
              </a:ext>
            </a:extLst>
          </p:cNvPr>
          <p:cNvSpPr/>
          <p:nvPr/>
        </p:nvSpPr>
        <p:spPr>
          <a:xfrm>
            <a:off x="2955542" y="1342312"/>
            <a:ext cx="1440905" cy="373579"/>
          </a:xfrm>
          <a:prstGeom prst="roundRect">
            <a:avLst/>
          </a:prstGeom>
          <a:solidFill>
            <a:schemeClr val="bg1"/>
          </a:solidFill>
          <a:ln w="28575">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“Activating”?</a:t>
            </a:r>
          </a:p>
        </p:txBody>
      </p:sp>
      <p:sp>
        <p:nvSpPr>
          <p:cNvPr id="148" name="TCA">
            <a:extLst>
              <a:ext uri="{FF2B5EF4-FFF2-40B4-BE49-F238E27FC236}">
                <a16:creationId xmlns:a16="http://schemas.microsoft.com/office/drawing/2014/main" id="{E9FA5C4E-2788-43E4-A6CA-08DEB7E3BAC1}"/>
              </a:ext>
            </a:extLst>
          </p:cNvPr>
          <p:cNvSpPr/>
          <p:nvPr/>
        </p:nvSpPr>
        <p:spPr>
          <a:xfrm>
            <a:off x="2967853" y="2095110"/>
            <a:ext cx="1428594" cy="373579"/>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“Sedating”?</a:t>
            </a:r>
          </a:p>
        </p:txBody>
      </p:sp>
      <p:pic>
        <p:nvPicPr>
          <p:cNvPr id="86" name="Graphic 85" descr="Cursor with solid fill">
            <a:extLst>
              <a:ext uri="{FF2B5EF4-FFF2-40B4-BE49-F238E27FC236}">
                <a16:creationId xmlns:a16="http://schemas.microsoft.com/office/drawing/2014/main" id="{0ED72218-F36A-41B8-B219-BD9EE8565C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9188" y="1591925"/>
            <a:ext cx="395274" cy="395274"/>
          </a:xfrm>
          <a:prstGeom prst="rect">
            <a:avLst/>
          </a:prstGeom>
        </p:spPr>
      </p:pic>
      <p:pic>
        <p:nvPicPr>
          <p:cNvPr id="150" name="Graphic 149" descr="Cursor with solid fill">
            <a:extLst>
              <a:ext uri="{FF2B5EF4-FFF2-40B4-BE49-F238E27FC236}">
                <a16:creationId xmlns:a16="http://schemas.microsoft.com/office/drawing/2014/main" id="{87C7E786-B3D1-4DCD-A847-4C86E9B0CE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9188" y="2316803"/>
            <a:ext cx="395274" cy="395274"/>
          </a:xfrm>
          <a:prstGeom prst="rect">
            <a:avLst/>
          </a:prstGeom>
        </p:spPr>
      </p:pic>
      <p:grpSp>
        <p:nvGrpSpPr>
          <p:cNvPr id="25" name="drowsiness">
            <a:extLst>
              <a:ext uri="{FF2B5EF4-FFF2-40B4-BE49-F238E27FC236}">
                <a16:creationId xmlns:a16="http://schemas.microsoft.com/office/drawing/2014/main" id="{817F222A-3B5C-4B85-9A8B-2C3AFCA39660}"/>
              </a:ext>
            </a:extLst>
          </p:cNvPr>
          <p:cNvGrpSpPr/>
          <p:nvPr/>
        </p:nvGrpSpPr>
        <p:grpSpPr>
          <a:xfrm>
            <a:off x="4842050" y="1343489"/>
            <a:ext cx="6623609" cy="2105712"/>
            <a:chOff x="4842050" y="1343489"/>
            <a:chExt cx="6623609" cy="2105712"/>
          </a:xfrm>
        </p:grpSpPr>
        <p:cxnSp>
          <p:nvCxnSpPr>
            <p:cNvPr id="5" name="Straight Arrow Connector 4">
              <a:extLst>
                <a:ext uri="{FF2B5EF4-FFF2-40B4-BE49-F238E27FC236}">
                  <a16:creationId xmlns:a16="http://schemas.microsoft.com/office/drawing/2014/main" id="{98FB9D52-A43F-4206-B4AF-EAE02A3CDE77}"/>
                </a:ext>
              </a:extLst>
            </p:cNvPr>
            <p:cNvCxnSpPr>
              <a:cxnSpLocks/>
            </p:cNvCxnSpPr>
            <p:nvPr/>
          </p:nvCxnSpPr>
          <p:spPr>
            <a:xfrm flipV="1">
              <a:off x="8608079" y="1950474"/>
              <a:ext cx="1379233" cy="1491808"/>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D31C165F-26EE-4E06-BD5C-7CA6B7EB1331}"/>
                </a:ext>
              </a:extLst>
            </p:cNvPr>
            <p:cNvSpPr/>
            <p:nvPr/>
          </p:nvSpPr>
          <p:spPr>
            <a:xfrm>
              <a:off x="8493399" y="1343489"/>
              <a:ext cx="2972260" cy="600075"/>
            </a:xfrm>
            <a:custGeom>
              <a:avLst/>
              <a:gdLst>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52550 w 2828925"/>
                <a:gd name="connsiteY5" fmla="*/ 28575 h 600075"/>
                <a:gd name="connsiteX6" fmla="*/ 2828925 w 2828925"/>
                <a:gd name="connsiteY6" fmla="*/ 0 h 600075"/>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57312 w 2828925"/>
                <a:gd name="connsiteY5" fmla="*/ 9525 h 600075"/>
                <a:gd name="connsiteX6" fmla="*/ 2828925 w 2828925"/>
                <a:gd name="connsiteY6" fmla="*/ 0 h 600075"/>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47787 w 2828925"/>
                <a:gd name="connsiteY5" fmla="*/ 4762 h 600075"/>
                <a:gd name="connsiteX6" fmla="*/ 2828925 w 2828925"/>
                <a:gd name="connsiteY6" fmla="*/ 0 h 600075"/>
                <a:gd name="connsiteX0" fmla="*/ 2971800 w 2971800"/>
                <a:gd name="connsiteY0" fmla="*/ 0 h 600075"/>
                <a:gd name="connsiteX1" fmla="*/ 2971800 w 2971800"/>
                <a:gd name="connsiteY1" fmla="*/ 600075 h 600075"/>
                <a:gd name="connsiteX2" fmla="*/ 0 w 2971800"/>
                <a:gd name="connsiteY2" fmla="*/ 600075 h 600075"/>
                <a:gd name="connsiteX3" fmla="*/ 142875 w 2971800"/>
                <a:gd name="connsiteY3" fmla="*/ 304800 h 600075"/>
                <a:gd name="connsiteX4" fmla="*/ 1495425 w 2971800"/>
                <a:gd name="connsiteY4" fmla="*/ 304800 h 600075"/>
                <a:gd name="connsiteX5" fmla="*/ 1490662 w 2971800"/>
                <a:gd name="connsiteY5" fmla="*/ 4762 h 600075"/>
                <a:gd name="connsiteX6" fmla="*/ 2971800 w 2971800"/>
                <a:gd name="connsiteY6" fmla="*/ 0 h 600075"/>
                <a:gd name="connsiteX0" fmla="*/ 2981325 w 2981325"/>
                <a:gd name="connsiteY0" fmla="*/ 0 h 600075"/>
                <a:gd name="connsiteX1" fmla="*/ 2981325 w 2981325"/>
                <a:gd name="connsiteY1" fmla="*/ 600075 h 600075"/>
                <a:gd name="connsiteX2" fmla="*/ 9525 w 2981325"/>
                <a:gd name="connsiteY2" fmla="*/ 600075 h 600075"/>
                <a:gd name="connsiteX3" fmla="*/ 0 w 2981325"/>
                <a:gd name="connsiteY3" fmla="*/ 304800 h 600075"/>
                <a:gd name="connsiteX4" fmla="*/ 1504950 w 2981325"/>
                <a:gd name="connsiteY4" fmla="*/ 304800 h 600075"/>
                <a:gd name="connsiteX5" fmla="*/ 1500187 w 2981325"/>
                <a:gd name="connsiteY5" fmla="*/ 4762 h 600075"/>
                <a:gd name="connsiteX6" fmla="*/ 2981325 w 2981325"/>
                <a:gd name="connsiteY6" fmla="*/ 0 h 600075"/>
                <a:gd name="connsiteX0" fmla="*/ 2971800 w 2971800"/>
                <a:gd name="connsiteY0" fmla="*/ 0 h 600075"/>
                <a:gd name="connsiteX1" fmla="*/ 2971800 w 2971800"/>
                <a:gd name="connsiteY1" fmla="*/ 600075 h 600075"/>
                <a:gd name="connsiteX2" fmla="*/ 0 w 2971800"/>
                <a:gd name="connsiteY2" fmla="*/ 600075 h 600075"/>
                <a:gd name="connsiteX3" fmla="*/ 4762 w 2971800"/>
                <a:gd name="connsiteY3" fmla="*/ 311944 h 600075"/>
                <a:gd name="connsiteX4" fmla="*/ 1495425 w 2971800"/>
                <a:gd name="connsiteY4" fmla="*/ 304800 h 600075"/>
                <a:gd name="connsiteX5" fmla="*/ 1490662 w 2971800"/>
                <a:gd name="connsiteY5" fmla="*/ 4762 h 600075"/>
                <a:gd name="connsiteX6" fmla="*/ 2971800 w 2971800"/>
                <a:gd name="connsiteY6" fmla="*/ 0 h 600075"/>
                <a:gd name="connsiteX0" fmla="*/ 2976774 w 2976774"/>
                <a:gd name="connsiteY0" fmla="*/ 0 h 600075"/>
                <a:gd name="connsiteX1" fmla="*/ 2976774 w 2976774"/>
                <a:gd name="connsiteY1" fmla="*/ 600075 h 600075"/>
                <a:gd name="connsiteX2" fmla="*/ 4974 w 2976774"/>
                <a:gd name="connsiteY2" fmla="*/ 600075 h 600075"/>
                <a:gd name="connsiteX3" fmla="*/ 211 w 2976774"/>
                <a:gd name="connsiteY3" fmla="*/ 314325 h 600075"/>
                <a:gd name="connsiteX4" fmla="*/ 1500399 w 2976774"/>
                <a:gd name="connsiteY4" fmla="*/ 304800 h 600075"/>
                <a:gd name="connsiteX5" fmla="*/ 1495636 w 2976774"/>
                <a:gd name="connsiteY5" fmla="*/ 4762 h 600075"/>
                <a:gd name="connsiteX6" fmla="*/ 2976774 w 2976774"/>
                <a:gd name="connsiteY6" fmla="*/ 0 h 600075"/>
                <a:gd name="connsiteX0" fmla="*/ 2972260 w 2972260"/>
                <a:gd name="connsiteY0" fmla="*/ 0 h 600075"/>
                <a:gd name="connsiteX1" fmla="*/ 2972260 w 2972260"/>
                <a:gd name="connsiteY1" fmla="*/ 600075 h 600075"/>
                <a:gd name="connsiteX2" fmla="*/ 460 w 2972260"/>
                <a:gd name="connsiteY2" fmla="*/ 600075 h 600075"/>
                <a:gd name="connsiteX3" fmla="*/ 459 w 2972260"/>
                <a:gd name="connsiteY3" fmla="*/ 311943 h 600075"/>
                <a:gd name="connsiteX4" fmla="*/ 1495885 w 2972260"/>
                <a:gd name="connsiteY4" fmla="*/ 304800 h 600075"/>
                <a:gd name="connsiteX5" fmla="*/ 1491122 w 2972260"/>
                <a:gd name="connsiteY5" fmla="*/ 4762 h 600075"/>
                <a:gd name="connsiteX6" fmla="*/ 2972260 w 2972260"/>
                <a:gd name="connsiteY6"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2260" h="600075">
                  <a:moveTo>
                    <a:pt x="2972260" y="0"/>
                  </a:moveTo>
                  <a:lnTo>
                    <a:pt x="2972260" y="600075"/>
                  </a:lnTo>
                  <a:lnTo>
                    <a:pt x="460" y="600075"/>
                  </a:lnTo>
                  <a:cubicBezTo>
                    <a:pt x="2047" y="504031"/>
                    <a:pt x="-1128" y="407987"/>
                    <a:pt x="459" y="311943"/>
                  </a:cubicBezTo>
                  <a:lnTo>
                    <a:pt x="1495885" y="304800"/>
                  </a:lnTo>
                  <a:cubicBezTo>
                    <a:pt x="1497472" y="206375"/>
                    <a:pt x="1489535" y="103187"/>
                    <a:pt x="1491122" y="4762"/>
                  </a:cubicBezTo>
                  <a:lnTo>
                    <a:pt x="2972260" y="0"/>
                  </a:lnTo>
                  <a:close/>
                </a:path>
              </a:pathLst>
            </a:cu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46C6636-4F16-4764-84AC-6EF1FEDC2B70}"/>
                </a:ext>
              </a:extLst>
            </p:cNvPr>
            <p:cNvSpPr/>
            <p:nvPr/>
          </p:nvSpPr>
          <p:spPr>
            <a:xfrm>
              <a:off x="4842050" y="2440002"/>
              <a:ext cx="1750040" cy="283849"/>
            </a:xfrm>
            <a:prstGeom prst="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3" name="Straight Arrow Connector 152">
              <a:extLst>
                <a:ext uri="{FF2B5EF4-FFF2-40B4-BE49-F238E27FC236}">
                  <a16:creationId xmlns:a16="http://schemas.microsoft.com/office/drawing/2014/main" id="{BFCCEB7E-5EC9-43B6-9949-6B434BF57F2B}"/>
                </a:ext>
              </a:extLst>
            </p:cNvPr>
            <p:cNvCxnSpPr>
              <a:cxnSpLocks/>
              <a:endCxn id="17" idx="3"/>
            </p:cNvCxnSpPr>
            <p:nvPr/>
          </p:nvCxnSpPr>
          <p:spPr>
            <a:xfrm flipH="1" flipV="1">
              <a:off x="6592090" y="2581927"/>
              <a:ext cx="2016635" cy="867274"/>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5" name="Group 134">
            <a:extLst>
              <a:ext uri="{FF2B5EF4-FFF2-40B4-BE49-F238E27FC236}">
                <a16:creationId xmlns:a16="http://schemas.microsoft.com/office/drawing/2014/main" id="{7C639328-2155-41D8-9394-A574F20AE75B}"/>
              </a:ext>
            </a:extLst>
          </p:cNvPr>
          <p:cNvGrpSpPr/>
          <p:nvPr/>
        </p:nvGrpSpPr>
        <p:grpSpPr>
          <a:xfrm>
            <a:off x="4585577" y="3129869"/>
            <a:ext cx="1008841" cy="1667316"/>
            <a:chOff x="821593" y="4315964"/>
            <a:chExt cx="1129720" cy="1867093"/>
          </a:xfrm>
        </p:grpSpPr>
        <p:pic>
          <p:nvPicPr>
            <p:cNvPr id="149" name="Graphic 148" descr="Stomach outline">
              <a:hlinkClick r:id="rId5" action="ppaction://hlinksldjump"/>
              <a:extLst>
                <a:ext uri="{FF2B5EF4-FFF2-40B4-BE49-F238E27FC236}">
                  <a16:creationId xmlns:a16="http://schemas.microsoft.com/office/drawing/2014/main" id="{9F86E818-8656-4500-8110-037FF48E49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7639" y="4315964"/>
              <a:ext cx="997163" cy="997163"/>
            </a:xfrm>
            <a:prstGeom prst="rect">
              <a:avLst/>
            </a:prstGeom>
            <a:effectLst>
              <a:outerShdw blurRad="50800" dist="38100" dir="2700000" algn="tl" rotWithShape="0">
                <a:prstClr val="black">
                  <a:alpha val="40000"/>
                </a:prstClr>
              </a:outerShdw>
            </a:effectLst>
          </p:spPr>
        </p:pic>
        <p:sp>
          <p:nvSpPr>
            <p:cNvPr id="154" name="TextBox 153">
              <a:extLst>
                <a:ext uri="{FF2B5EF4-FFF2-40B4-BE49-F238E27FC236}">
                  <a16:creationId xmlns:a16="http://schemas.microsoft.com/office/drawing/2014/main" id="{CEF73DC2-9E99-4CCB-8E9D-66C842AABF2E}"/>
                </a:ext>
              </a:extLst>
            </p:cNvPr>
            <p:cNvSpPr txBox="1"/>
            <p:nvPr/>
          </p:nvSpPr>
          <p:spPr>
            <a:xfrm>
              <a:off x="821593" y="5218026"/>
              <a:ext cx="1129720" cy="965031"/>
            </a:xfrm>
            <a:prstGeom prst="rect">
              <a:avLst/>
            </a:prstGeom>
            <a:solidFill>
              <a:schemeClr val="bg1"/>
            </a:solidFill>
          </p:spPr>
          <p:txBody>
            <a:bodyPr wrap="square" rtlCol="0">
              <a:spAutoFit/>
            </a:bodyPr>
            <a:lstStyle/>
            <a:p>
              <a:pPr algn="ctr"/>
              <a:r>
                <a:rPr lang="en-US"/>
                <a:t>GI Toxicity</a:t>
              </a:r>
            </a:p>
            <a:p>
              <a:pPr algn="ctr"/>
              <a:r>
                <a:rPr lang="en-US" sz="1200"/>
                <a:t>(transient)</a:t>
              </a:r>
            </a:p>
          </p:txBody>
        </p:sp>
      </p:grpSp>
      <p:grpSp>
        <p:nvGrpSpPr>
          <p:cNvPr id="155" name="Group 154">
            <a:extLst>
              <a:ext uri="{FF2B5EF4-FFF2-40B4-BE49-F238E27FC236}">
                <a16:creationId xmlns:a16="http://schemas.microsoft.com/office/drawing/2014/main" id="{FA208C6C-E675-4098-A1BB-7CEA75024F57}"/>
              </a:ext>
            </a:extLst>
          </p:cNvPr>
          <p:cNvGrpSpPr/>
          <p:nvPr/>
        </p:nvGrpSpPr>
        <p:grpSpPr>
          <a:xfrm>
            <a:off x="6768234" y="3267344"/>
            <a:ext cx="1339469" cy="1176921"/>
            <a:chOff x="2789798" y="4143669"/>
            <a:chExt cx="1499964" cy="1317939"/>
          </a:xfrm>
        </p:grpSpPr>
        <p:pic>
          <p:nvPicPr>
            <p:cNvPr id="161" name="Graphic 160" descr="Weight Gain with solid fill">
              <a:hlinkClick r:id="rId8" action="ppaction://hlinksldjump"/>
              <a:extLst>
                <a:ext uri="{FF2B5EF4-FFF2-40B4-BE49-F238E27FC236}">
                  <a16:creationId xmlns:a16="http://schemas.microsoft.com/office/drawing/2014/main" id="{7A794DAC-4B24-43F7-B7E2-885E2B4AAB2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992086" y="4143669"/>
              <a:ext cx="997162" cy="997162"/>
            </a:xfrm>
            <a:prstGeom prst="rect">
              <a:avLst/>
            </a:prstGeom>
            <a:effectLst>
              <a:outerShdw blurRad="50800" dist="38100" dir="2700000" algn="tl" rotWithShape="0">
                <a:prstClr val="black">
                  <a:alpha val="40000"/>
                </a:prstClr>
              </a:outerShdw>
            </a:effectLst>
          </p:spPr>
        </p:pic>
        <p:sp>
          <p:nvSpPr>
            <p:cNvPr id="162" name="TextBox 161">
              <a:extLst>
                <a:ext uri="{FF2B5EF4-FFF2-40B4-BE49-F238E27FC236}">
                  <a16:creationId xmlns:a16="http://schemas.microsoft.com/office/drawing/2014/main" id="{305FC092-8D1A-4832-8B54-30EE2224A955}"/>
                </a:ext>
              </a:extLst>
            </p:cNvPr>
            <p:cNvSpPr txBox="1"/>
            <p:nvPr/>
          </p:nvSpPr>
          <p:spPr>
            <a:xfrm>
              <a:off x="2789798" y="5048023"/>
              <a:ext cx="1499964" cy="413585"/>
            </a:xfrm>
            <a:prstGeom prst="rect">
              <a:avLst/>
            </a:prstGeom>
            <a:solidFill>
              <a:schemeClr val="bg1"/>
            </a:solidFill>
          </p:spPr>
          <p:txBody>
            <a:bodyPr wrap="none" rtlCol="0">
              <a:spAutoFit/>
            </a:bodyPr>
            <a:lstStyle/>
            <a:p>
              <a:pPr algn="ctr"/>
              <a:r>
                <a:rPr lang="en-US"/>
                <a:t>Weight Gain</a:t>
              </a:r>
            </a:p>
          </p:txBody>
        </p:sp>
      </p:grpSp>
      <p:grpSp>
        <p:nvGrpSpPr>
          <p:cNvPr id="163" name="insomnia button">
            <a:extLst>
              <a:ext uri="{FF2B5EF4-FFF2-40B4-BE49-F238E27FC236}">
                <a16:creationId xmlns:a16="http://schemas.microsoft.com/office/drawing/2014/main" id="{E3AC4F26-D374-4451-8A75-5EC1E505A8A5}"/>
              </a:ext>
            </a:extLst>
          </p:cNvPr>
          <p:cNvGrpSpPr/>
          <p:nvPr/>
        </p:nvGrpSpPr>
        <p:grpSpPr>
          <a:xfrm>
            <a:off x="9226184" y="3215282"/>
            <a:ext cx="1245727" cy="1281044"/>
            <a:chOff x="6548896" y="3944267"/>
            <a:chExt cx="1394990" cy="1434538"/>
          </a:xfrm>
        </p:grpSpPr>
        <p:pic>
          <p:nvPicPr>
            <p:cNvPr id="164" name="Graphic 163" descr="Zany face outline with solid fill">
              <a:hlinkClick r:id="rId11" action="ppaction://hlinksldjump"/>
              <a:extLst>
                <a:ext uri="{FF2B5EF4-FFF2-40B4-BE49-F238E27FC236}">
                  <a16:creationId xmlns:a16="http://schemas.microsoft.com/office/drawing/2014/main" id="{EAA7F5E5-B78B-4609-A412-4A464E1E0D0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39928" y="3944267"/>
              <a:ext cx="831603" cy="831603"/>
            </a:xfrm>
            <a:prstGeom prst="rect">
              <a:avLst/>
            </a:prstGeom>
            <a:effectLst>
              <a:outerShdw blurRad="50800" dist="38100" dir="2700000" algn="tl" rotWithShape="0">
                <a:prstClr val="black">
                  <a:alpha val="40000"/>
                </a:prstClr>
              </a:outerShdw>
            </a:effectLst>
          </p:spPr>
        </p:pic>
        <p:sp>
          <p:nvSpPr>
            <p:cNvPr id="165" name="TextBox 164">
              <a:extLst>
                <a:ext uri="{FF2B5EF4-FFF2-40B4-BE49-F238E27FC236}">
                  <a16:creationId xmlns:a16="http://schemas.microsoft.com/office/drawing/2014/main" id="{04210197-3F8E-4495-8D0A-288C6725B07A}"/>
                </a:ext>
              </a:extLst>
            </p:cNvPr>
            <p:cNvSpPr txBox="1"/>
            <p:nvPr/>
          </p:nvSpPr>
          <p:spPr>
            <a:xfrm>
              <a:off x="6548896" y="4655031"/>
              <a:ext cx="1394990" cy="723774"/>
            </a:xfrm>
            <a:prstGeom prst="rect">
              <a:avLst/>
            </a:prstGeom>
            <a:noFill/>
          </p:spPr>
          <p:txBody>
            <a:bodyPr wrap="none" rtlCol="0">
              <a:spAutoFit/>
            </a:bodyPr>
            <a:lstStyle/>
            <a:p>
              <a:pPr algn="ctr"/>
              <a:r>
                <a:rPr lang="en-US"/>
                <a:t>Insomnia</a:t>
              </a:r>
            </a:p>
            <a:p>
              <a:pPr algn="ctr"/>
              <a:r>
                <a:rPr lang="en-US"/>
                <a:t>&amp; Agitation</a:t>
              </a:r>
            </a:p>
          </p:txBody>
        </p:sp>
      </p:grpSp>
      <p:grpSp>
        <p:nvGrpSpPr>
          <p:cNvPr id="166" name="QTc button">
            <a:extLst>
              <a:ext uri="{FF2B5EF4-FFF2-40B4-BE49-F238E27FC236}">
                <a16:creationId xmlns:a16="http://schemas.microsoft.com/office/drawing/2014/main" id="{1F4C5E53-BE6C-4E63-8D65-E432883D30C3}"/>
              </a:ext>
            </a:extLst>
          </p:cNvPr>
          <p:cNvGrpSpPr/>
          <p:nvPr/>
        </p:nvGrpSpPr>
        <p:grpSpPr>
          <a:xfrm>
            <a:off x="10407551" y="3263563"/>
            <a:ext cx="1384803" cy="1184483"/>
            <a:chOff x="8334716" y="3199605"/>
            <a:chExt cx="1550730" cy="1326407"/>
          </a:xfrm>
        </p:grpSpPr>
        <p:pic>
          <p:nvPicPr>
            <p:cNvPr id="167" name="Graphic 166" descr="Heartbeat with solid fill">
              <a:hlinkClick r:id="rId14" action="ppaction://hlinksldjump"/>
              <a:extLst>
                <a:ext uri="{FF2B5EF4-FFF2-40B4-BE49-F238E27FC236}">
                  <a16:creationId xmlns:a16="http://schemas.microsoft.com/office/drawing/2014/main" id="{86DBCCE4-7668-496F-BCCA-0D617071366E}"/>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750781" y="3199605"/>
              <a:ext cx="740677" cy="740677"/>
            </a:xfrm>
            <a:prstGeom prst="rect">
              <a:avLst/>
            </a:prstGeom>
            <a:effectLst>
              <a:outerShdw blurRad="50800" dist="38100" dir="2700000" algn="tl" rotWithShape="0">
                <a:prstClr val="black">
                  <a:alpha val="40000"/>
                </a:prstClr>
              </a:outerShdw>
            </a:effectLst>
          </p:spPr>
        </p:pic>
        <p:sp>
          <p:nvSpPr>
            <p:cNvPr id="168" name="TextBox 167">
              <a:extLst>
                <a:ext uri="{FF2B5EF4-FFF2-40B4-BE49-F238E27FC236}">
                  <a16:creationId xmlns:a16="http://schemas.microsoft.com/office/drawing/2014/main" id="{9AC8BECC-863E-4DC5-8DE3-5236E2F23A23}"/>
                </a:ext>
              </a:extLst>
            </p:cNvPr>
            <p:cNvSpPr txBox="1"/>
            <p:nvPr/>
          </p:nvSpPr>
          <p:spPr>
            <a:xfrm>
              <a:off x="8334716" y="3802238"/>
              <a:ext cx="1550730" cy="723774"/>
            </a:xfrm>
            <a:prstGeom prst="rect">
              <a:avLst/>
            </a:prstGeom>
            <a:noFill/>
          </p:spPr>
          <p:txBody>
            <a:bodyPr wrap="none" rtlCol="0">
              <a:spAutoFit/>
            </a:bodyPr>
            <a:lstStyle/>
            <a:p>
              <a:pPr algn="ctr"/>
              <a:r>
                <a:rPr lang="en-US"/>
                <a:t>QTc </a:t>
              </a:r>
            </a:p>
            <a:p>
              <a:pPr algn="ctr"/>
              <a:r>
                <a:rPr lang="en-US"/>
                <a:t>Prolongation</a:t>
              </a:r>
            </a:p>
          </p:txBody>
        </p:sp>
      </p:grpSp>
      <p:grpSp>
        <p:nvGrpSpPr>
          <p:cNvPr id="181" name="drowsiness button">
            <a:extLst>
              <a:ext uri="{FF2B5EF4-FFF2-40B4-BE49-F238E27FC236}">
                <a16:creationId xmlns:a16="http://schemas.microsoft.com/office/drawing/2014/main" id="{EC3F0F88-BC47-492F-862A-2002C8E2FB60}"/>
              </a:ext>
            </a:extLst>
          </p:cNvPr>
          <p:cNvGrpSpPr/>
          <p:nvPr/>
        </p:nvGrpSpPr>
        <p:grpSpPr>
          <a:xfrm>
            <a:off x="8043343" y="3340407"/>
            <a:ext cx="1247201" cy="1030795"/>
            <a:chOff x="10174770" y="3017082"/>
            <a:chExt cx="1396640" cy="1154304"/>
          </a:xfrm>
        </p:grpSpPr>
        <p:pic>
          <p:nvPicPr>
            <p:cNvPr id="182" name="Graphic 181" descr="Sleep outline">
              <a:hlinkClick r:id="rId17" action="ppaction://hlinksldjump"/>
              <a:extLst>
                <a:ext uri="{FF2B5EF4-FFF2-40B4-BE49-F238E27FC236}">
                  <a16:creationId xmlns:a16="http://schemas.microsoft.com/office/drawing/2014/main" id="{E87A61B7-8F41-4971-9F02-EEAA8314F1A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394513" y="3017082"/>
              <a:ext cx="1011214" cy="1011214"/>
            </a:xfrm>
            <a:prstGeom prst="rect">
              <a:avLst/>
            </a:prstGeom>
            <a:effectLst>
              <a:outerShdw blurRad="50800" dist="38100" dir="2700000" algn="tl" rotWithShape="0">
                <a:prstClr val="black">
                  <a:alpha val="40000"/>
                </a:prstClr>
              </a:outerShdw>
            </a:effectLst>
          </p:spPr>
        </p:pic>
        <p:sp>
          <p:nvSpPr>
            <p:cNvPr id="183" name="TextBox 182">
              <a:extLst>
                <a:ext uri="{FF2B5EF4-FFF2-40B4-BE49-F238E27FC236}">
                  <a16:creationId xmlns:a16="http://schemas.microsoft.com/office/drawing/2014/main" id="{EED3661A-4FEA-419B-80FA-42958FAB4B1D}"/>
                </a:ext>
              </a:extLst>
            </p:cNvPr>
            <p:cNvSpPr txBox="1"/>
            <p:nvPr/>
          </p:nvSpPr>
          <p:spPr>
            <a:xfrm>
              <a:off x="10174770" y="3757801"/>
              <a:ext cx="1396640" cy="413585"/>
            </a:xfrm>
            <a:prstGeom prst="rect">
              <a:avLst/>
            </a:prstGeom>
            <a:noFill/>
          </p:spPr>
          <p:txBody>
            <a:bodyPr wrap="none" rtlCol="0">
              <a:spAutoFit/>
            </a:bodyPr>
            <a:lstStyle/>
            <a:p>
              <a:pPr algn="ctr"/>
              <a:r>
                <a:rPr lang="en-US"/>
                <a:t>Drowsiness</a:t>
              </a:r>
            </a:p>
          </p:txBody>
        </p:sp>
      </p:grpSp>
      <p:pic>
        <p:nvPicPr>
          <p:cNvPr id="184" name="Graphic 183" descr="Cursor with solid fill">
            <a:extLst>
              <a:ext uri="{FF2B5EF4-FFF2-40B4-BE49-F238E27FC236}">
                <a16:creationId xmlns:a16="http://schemas.microsoft.com/office/drawing/2014/main" id="{4DFC57A4-8A06-4564-8052-33DBB0FA91E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15272" y="3691541"/>
            <a:ext cx="395274" cy="395274"/>
          </a:xfrm>
          <a:prstGeom prst="rect">
            <a:avLst/>
          </a:prstGeom>
        </p:spPr>
      </p:pic>
      <p:pic>
        <p:nvPicPr>
          <p:cNvPr id="186" name="Graphic 185" descr="Cursor with solid fill">
            <a:extLst>
              <a:ext uri="{FF2B5EF4-FFF2-40B4-BE49-F238E27FC236}">
                <a16:creationId xmlns:a16="http://schemas.microsoft.com/office/drawing/2014/main" id="{CAFCD192-A72E-44FC-AE41-8E2BEB2093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88603" y="3691541"/>
            <a:ext cx="395274" cy="395274"/>
          </a:xfrm>
          <a:prstGeom prst="rect">
            <a:avLst/>
          </a:prstGeom>
        </p:spPr>
      </p:pic>
      <p:pic>
        <p:nvPicPr>
          <p:cNvPr id="188" name="Graphic 187" descr="Cursor with solid fill">
            <a:extLst>
              <a:ext uri="{FF2B5EF4-FFF2-40B4-BE49-F238E27FC236}">
                <a16:creationId xmlns:a16="http://schemas.microsoft.com/office/drawing/2014/main" id="{8EBC29FA-73CD-420A-B3F1-236FBB94BC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62126" y="3691541"/>
            <a:ext cx="395274" cy="395274"/>
          </a:xfrm>
          <a:prstGeom prst="rect">
            <a:avLst/>
          </a:prstGeom>
        </p:spPr>
      </p:pic>
      <p:pic>
        <p:nvPicPr>
          <p:cNvPr id="189" name="Graphic 188" descr="Cursor with solid fill">
            <a:extLst>
              <a:ext uri="{FF2B5EF4-FFF2-40B4-BE49-F238E27FC236}">
                <a16:creationId xmlns:a16="http://schemas.microsoft.com/office/drawing/2014/main" id="{267B0EA5-AB85-4888-AF7C-B057CB96CF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12428" y="3691541"/>
            <a:ext cx="395274" cy="395274"/>
          </a:xfrm>
          <a:prstGeom prst="rect">
            <a:avLst/>
          </a:prstGeom>
        </p:spPr>
      </p:pic>
      <p:grpSp>
        <p:nvGrpSpPr>
          <p:cNvPr id="190" name="sexual button">
            <a:extLst>
              <a:ext uri="{FF2B5EF4-FFF2-40B4-BE49-F238E27FC236}">
                <a16:creationId xmlns:a16="http://schemas.microsoft.com/office/drawing/2014/main" id="{BD0D9BC7-1829-4A9F-9742-899534DFD81F}"/>
              </a:ext>
            </a:extLst>
          </p:cNvPr>
          <p:cNvGrpSpPr/>
          <p:nvPr/>
        </p:nvGrpSpPr>
        <p:grpSpPr>
          <a:xfrm>
            <a:off x="5530058" y="3258910"/>
            <a:ext cx="1302536" cy="1193789"/>
            <a:chOff x="4607413" y="3229662"/>
            <a:chExt cx="1458605" cy="1336828"/>
          </a:xfrm>
        </p:grpSpPr>
        <p:grpSp>
          <p:nvGrpSpPr>
            <p:cNvPr id="191" name="Group 190">
              <a:hlinkClick r:id="rId20" action="ppaction://hlinksldjump"/>
              <a:extLst>
                <a:ext uri="{FF2B5EF4-FFF2-40B4-BE49-F238E27FC236}">
                  <a16:creationId xmlns:a16="http://schemas.microsoft.com/office/drawing/2014/main" id="{7D9BF340-C844-4722-950E-3ACE7C119B59}"/>
                </a:ext>
              </a:extLst>
            </p:cNvPr>
            <p:cNvGrpSpPr/>
            <p:nvPr/>
          </p:nvGrpSpPr>
          <p:grpSpPr>
            <a:xfrm>
              <a:off x="5012304" y="3229662"/>
              <a:ext cx="629221" cy="629968"/>
              <a:chOff x="5810405" y="2970552"/>
              <a:chExt cx="916784" cy="917873"/>
            </a:xfrm>
            <a:solidFill>
              <a:srgbClr val="FF0066"/>
            </a:solidFill>
            <a:effectLst>
              <a:outerShdw blurRad="50800" dist="38100" dir="2700000" algn="tl" rotWithShape="0">
                <a:prstClr val="black">
                  <a:alpha val="40000"/>
                </a:prstClr>
              </a:outerShdw>
            </a:effectLst>
          </p:grpSpPr>
          <p:sp>
            <p:nvSpPr>
              <p:cNvPr id="193" name="Graphic 14" descr="Smiling with hearts face outline with solid fill">
                <a:extLst>
                  <a:ext uri="{FF2B5EF4-FFF2-40B4-BE49-F238E27FC236}">
                    <a16:creationId xmlns:a16="http://schemas.microsoft.com/office/drawing/2014/main" id="{E05CA40B-FB3D-4C67-B4D3-F4A5617E597E}"/>
                  </a:ext>
                </a:extLst>
              </p:cNvPr>
              <p:cNvSpPr/>
              <p:nvPr/>
            </p:nvSpPr>
            <p:spPr>
              <a:xfrm>
                <a:off x="5858510" y="3139368"/>
                <a:ext cx="190626" cy="181046"/>
              </a:xfrm>
              <a:custGeom>
                <a:avLst/>
                <a:gdLst>
                  <a:gd name="connsiteX0" fmla="*/ 95313 w 190626"/>
                  <a:gd name="connsiteY0" fmla="*/ 37473 h 181046"/>
                  <a:gd name="connsiteX1" fmla="*/ 0 w 190626"/>
                  <a:gd name="connsiteY1" fmla="*/ 49538 h 181046"/>
                  <a:gd name="connsiteX2" fmla="*/ 95313 w 190626"/>
                  <a:gd name="connsiteY2" fmla="*/ 181047 h 181046"/>
                  <a:gd name="connsiteX3" fmla="*/ 190627 w 190626"/>
                  <a:gd name="connsiteY3" fmla="*/ 49538 h 181046"/>
                  <a:gd name="connsiteX4" fmla="*/ 95313 w 190626"/>
                  <a:gd name="connsiteY4" fmla="*/ 37473 h 181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6" h="181046">
                    <a:moveTo>
                      <a:pt x="95313" y="37473"/>
                    </a:moveTo>
                    <a:cubicBezTo>
                      <a:pt x="60325" y="-32504"/>
                      <a:pt x="0" y="9724"/>
                      <a:pt x="0" y="49538"/>
                    </a:cubicBezTo>
                    <a:cubicBezTo>
                      <a:pt x="0" y="108657"/>
                      <a:pt x="95313" y="181047"/>
                      <a:pt x="95313" y="181047"/>
                    </a:cubicBezTo>
                    <a:cubicBezTo>
                      <a:pt x="95313" y="181047"/>
                      <a:pt x="190627" y="107450"/>
                      <a:pt x="190627" y="49538"/>
                    </a:cubicBezTo>
                    <a:cubicBezTo>
                      <a:pt x="190627" y="9724"/>
                      <a:pt x="131509" y="-32504"/>
                      <a:pt x="95313" y="37473"/>
                    </a:cubicBezTo>
                    <a:close/>
                  </a:path>
                </a:pathLst>
              </a:custGeom>
              <a:grpFill/>
              <a:ln w="12005" cap="flat">
                <a:noFill/>
                <a:prstDash val="solid"/>
                <a:miter/>
              </a:ln>
            </p:spPr>
            <p:txBody>
              <a:bodyPr rtlCol="0" anchor="ctr"/>
              <a:lstStyle/>
              <a:p>
                <a:pPr algn="ctr"/>
                <a:endParaRPr lang="en-US"/>
              </a:p>
            </p:txBody>
          </p:sp>
          <p:sp>
            <p:nvSpPr>
              <p:cNvPr id="194" name="Graphic 14" descr="Smiling with hearts face outline with solid fill">
                <a:extLst>
                  <a:ext uri="{FF2B5EF4-FFF2-40B4-BE49-F238E27FC236}">
                    <a16:creationId xmlns:a16="http://schemas.microsoft.com/office/drawing/2014/main" id="{61103169-641B-40BB-A9BA-72D5281A1751}"/>
                  </a:ext>
                </a:extLst>
              </p:cNvPr>
              <p:cNvSpPr/>
              <p:nvPr/>
            </p:nvSpPr>
            <p:spPr>
              <a:xfrm>
                <a:off x="6488302" y="3018646"/>
                <a:ext cx="190627" cy="179911"/>
              </a:xfrm>
              <a:custGeom>
                <a:avLst/>
                <a:gdLst>
                  <a:gd name="connsiteX0" fmla="*/ 95314 w 190627"/>
                  <a:gd name="connsiteY0" fmla="*/ 37545 h 179911"/>
                  <a:gd name="connsiteX1" fmla="*/ 0 w 190627"/>
                  <a:gd name="connsiteY1" fmla="*/ 48403 h 179911"/>
                  <a:gd name="connsiteX2" fmla="*/ 95314 w 190627"/>
                  <a:gd name="connsiteY2" fmla="*/ 179912 h 179911"/>
                  <a:gd name="connsiteX3" fmla="*/ 190627 w 190627"/>
                  <a:gd name="connsiteY3" fmla="*/ 49610 h 179911"/>
                  <a:gd name="connsiteX4" fmla="*/ 95314 w 190627"/>
                  <a:gd name="connsiteY4" fmla="*/ 37545 h 17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7" h="179911">
                    <a:moveTo>
                      <a:pt x="95314" y="37545"/>
                    </a:moveTo>
                    <a:cubicBezTo>
                      <a:pt x="60325" y="-32432"/>
                      <a:pt x="0" y="9795"/>
                      <a:pt x="0" y="48403"/>
                    </a:cubicBezTo>
                    <a:cubicBezTo>
                      <a:pt x="0" y="107522"/>
                      <a:pt x="95314" y="179912"/>
                      <a:pt x="95314" y="179912"/>
                    </a:cubicBezTo>
                    <a:cubicBezTo>
                      <a:pt x="95314" y="179912"/>
                      <a:pt x="190627" y="107522"/>
                      <a:pt x="190627" y="49610"/>
                    </a:cubicBezTo>
                    <a:cubicBezTo>
                      <a:pt x="190627" y="9795"/>
                      <a:pt x="130302" y="-32432"/>
                      <a:pt x="95314" y="37545"/>
                    </a:cubicBezTo>
                    <a:close/>
                  </a:path>
                </a:pathLst>
              </a:custGeom>
              <a:grpFill/>
              <a:ln w="12005" cap="flat">
                <a:noFill/>
                <a:prstDash val="solid"/>
                <a:miter/>
              </a:ln>
            </p:spPr>
            <p:txBody>
              <a:bodyPr rtlCol="0" anchor="ctr"/>
              <a:lstStyle/>
              <a:p>
                <a:pPr algn="ctr"/>
                <a:endParaRPr lang="en-US"/>
              </a:p>
            </p:txBody>
          </p:sp>
          <p:sp>
            <p:nvSpPr>
              <p:cNvPr id="195" name="Graphic 14" descr="Smiling with hearts face outline with solid fill">
                <a:extLst>
                  <a:ext uri="{FF2B5EF4-FFF2-40B4-BE49-F238E27FC236}">
                    <a16:creationId xmlns:a16="http://schemas.microsoft.com/office/drawing/2014/main" id="{2A3D7235-281D-4225-BEFE-8039B0214C31}"/>
                  </a:ext>
                </a:extLst>
              </p:cNvPr>
              <p:cNvSpPr/>
              <p:nvPr/>
            </p:nvSpPr>
            <p:spPr>
              <a:xfrm>
                <a:off x="5947790" y="2970552"/>
                <a:ext cx="510349" cy="135105"/>
              </a:xfrm>
              <a:custGeom>
                <a:avLst/>
                <a:gdLst>
                  <a:gd name="connsiteX0" fmla="*/ 6033 w 510349"/>
                  <a:gd name="connsiteY0" fmla="*/ 135106 h 135105"/>
                  <a:gd name="connsiteX1" fmla="*/ 54293 w 510349"/>
                  <a:gd name="connsiteY1" fmla="*/ 120628 h 135105"/>
                  <a:gd name="connsiteX2" fmla="*/ 82042 w 510349"/>
                  <a:gd name="connsiteY2" fmla="*/ 125454 h 135105"/>
                  <a:gd name="connsiteX3" fmla="*/ 492252 w 510349"/>
                  <a:gd name="connsiteY3" fmla="*/ 85639 h 135105"/>
                  <a:gd name="connsiteX4" fmla="*/ 510350 w 510349"/>
                  <a:gd name="connsiteY4" fmla="*/ 40999 h 135105"/>
                  <a:gd name="connsiteX5" fmla="*/ 0 w 510349"/>
                  <a:gd name="connsiteY5" fmla="*/ 131486 h 135105"/>
                  <a:gd name="connsiteX6" fmla="*/ 6033 w 510349"/>
                  <a:gd name="connsiteY6" fmla="*/ 135106 h 13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349" h="135105">
                    <a:moveTo>
                      <a:pt x="6033" y="135106"/>
                    </a:moveTo>
                    <a:cubicBezTo>
                      <a:pt x="20511" y="125454"/>
                      <a:pt x="37402" y="120628"/>
                      <a:pt x="54293" y="120628"/>
                    </a:cubicBezTo>
                    <a:cubicBezTo>
                      <a:pt x="63945" y="120628"/>
                      <a:pt x="73597" y="121834"/>
                      <a:pt x="82042" y="125454"/>
                    </a:cubicBezTo>
                    <a:cubicBezTo>
                      <a:pt x="201485" y="39792"/>
                      <a:pt x="358331" y="24108"/>
                      <a:pt x="492252" y="85639"/>
                    </a:cubicBezTo>
                    <a:cubicBezTo>
                      <a:pt x="494665" y="69955"/>
                      <a:pt x="500698" y="54270"/>
                      <a:pt x="510350" y="40999"/>
                    </a:cubicBezTo>
                    <a:cubicBezTo>
                      <a:pt x="337820" y="-37424"/>
                      <a:pt x="135128" y="-1229"/>
                      <a:pt x="0" y="131486"/>
                    </a:cubicBezTo>
                    <a:cubicBezTo>
                      <a:pt x="2413" y="132693"/>
                      <a:pt x="3620" y="133899"/>
                      <a:pt x="6033" y="135106"/>
                    </a:cubicBezTo>
                    <a:close/>
                  </a:path>
                </a:pathLst>
              </a:custGeom>
              <a:grpFill/>
              <a:ln w="12005" cap="flat">
                <a:noFill/>
                <a:prstDash val="solid"/>
                <a:miter/>
              </a:ln>
            </p:spPr>
            <p:txBody>
              <a:bodyPr rtlCol="0" anchor="ctr"/>
              <a:lstStyle/>
              <a:p>
                <a:pPr algn="ctr"/>
                <a:endParaRPr lang="en-US"/>
              </a:p>
            </p:txBody>
          </p:sp>
          <p:sp>
            <p:nvSpPr>
              <p:cNvPr id="196" name="Graphic 14" descr="Smiling with hearts face outline with solid fill">
                <a:extLst>
                  <a:ext uri="{FF2B5EF4-FFF2-40B4-BE49-F238E27FC236}">
                    <a16:creationId xmlns:a16="http://schemas.microsoft.com/office/drawing/2014/main" id="{174235D6-4FA9-4216-803A-D3AA1BC0FAEE}"/>
                  </a:ext>
                </a:extLst>
              </p:cNvPr>
              <p:cNvSpPr/>
              <p:nvPr/>
            </p:nvSpPr>
            <p:spPr>
              <a:xfrm>
                <a:off x="6625843" y="3192525"/>
                <a:ext cx="101346" cy="471741"/>
              </a:xfrm>
              <a:custGeom>
                <a:avLst/>
                <a:gdLst>
                  <a:gd name="connsiteX0" fmla="*/ 0 w 101346"/>
                  <a:gd name="connsiteY0" fmla="*/ 34988 h 471741"/>
                  <a:gd name="connsiteX1" fmla="*/ 6033 w 101346"/>
                  <a:gd name="connsiteY1" fmla="*/ 427101 h 471741"/>
                  <a:gd name="connsiteX2" fmla="*/ 36195 w 101346"/>
                  <a:gd name="connsiteY2" fmla="*/ 471742 h 471741"/>
                  <a:gd name="connsiteX3" fmla="*/ 36195 w 101346"/>
                  <a:gd name="connsiteY3" fmla="*/ 0 h 471741"/>
                  <a:gd name="connsiteX4" fmla="*/ 0 w 101346"/>
                  <a:gd name="connsiteY4" fmla="*/ 34988 h 471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346" h="471741">
                    <a:moveTo>
                      <a:pt x="0" y="34988"/>
                    </a:moveTo>
                    <a:cubicBezTo>
                      <a:pt x="68771" y="156845"/>
                      <a:pt x="71184" y="304038"/>
                      <a:pt x="6033" y="427101"/>
                    </a:cubicBezTo>
                    <a:cubicBezTo>
                      <a:pt x="20511" y="439166"/>
                      <a:pt x="30163" y="454851"/>
                      <a:pt x="36195" y="471742"/>
                    </a:cubicBezTo>
                    <a:cubicBezTo>
                      <a:pt x="123063" y="326962"/>
                      <a:pt x="123063" y="145987"/>
                      <a:pt x="36195" y="0"/>
                    </a:cubicBezTo>
                    <a:cubicBezTo>
                      <a:pt x="25336" y="13272"/>
                      <a:pt x="13271" y="24130"/>
                      <a:pt x="0" y="34988"/>
                    </a:cubicBezTo>
                    <a:close/>
                  </a:path>
                </a:pathLst>
              </a:custGeom>
              <a:grpFill/>
              <a:ln w="12005" cap="flat">
                <a:noFill/>
                <a:prstDash val="solid"/>
                <a:miter/>
              </a:ln>
            </p:spPr>
            <p:txBody>
              <a:bodyPr rtlCol="0" anchor="ctr"/>
              <a:lstStyle/>
              <a:p>
                <a:pPr algn="ctr"/>
                <a:endParaRPr lang="en-US"/>
              </a:p>
            </p:txBody>
          </p:sp>
          <p:sp>
            <p:nvSpPr>
              <p:cNvPr id="197" name="Graphic 14" descr="Smiling with hearts face outline with solid fill">
                <a:extLst>
                  <a:ext uri="{FF2B5EF4-FFF2-40B4-BE49-F238E27FC236}">
                    <a16:creationId xmlns:a16="http://schemas.microsoft.com/office/drawing/2014/main" id="{650CAB46-659C-4040-8683-68D5B2B7A208}"/>
                  </a:ext>
                </a:extLst>
              </p:cNvPr>
              <p:cNvSpPr/>
              <p:nvPr/>
            </p:nvSpPr>
            <p:spPr>
              <a:xfrm>
                <a:off x="5810405" y="3269741"/>
                <a:ext cx="657387" cy="618684"/>
              </a:xfrm>
              <a:custGeom>
                <a:avLst/>
                <a:gdLst>
                  <a:gd name="connsiteX0" fmla="*/ 621192 w 657387"/>
                  <a:gd name="connsiteY0" fmla="*/ 535686 h 618684"/>
                  <a:gd name="connsiteX1" fmla="*/ 81887 w 657387"/>
                  <a:gd name="connsiteY1" fmla="*/ 322136 h 618684"/>
                  <a:gd name="connsiteX2" fmla="*/ 64996 w 657387"/>
                  <a:gd name="connsiteY2" fmla="*/ 44641 h 618684"/>
                  <a:gd name="connsiteX3" fmla="*/ 28801 w 657387"/>
                  <a:gd name="connsiteY3" fmla="*/ 0 h 618684"/>
                  <a:gd name="connsiteX4" fmla="*/ 299057 w 657387"/>
                  <a:gd name="connsiteY4" fmla="*/ 589979 h 618684"/>
                  <a:gd name="connsiteX5" fmla="*/ 657387 w 657387"/>
                  <a:gd name="connsiteY5" fmla="*/ 573088 h 618684"/>
                  <a:gd name="connsiteX6" fmla="*/ 621192 w 657387"/>
                  <a:gd name="connsiteY6" fmla="*/ 535686 h 61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387" h="618684">
                    <a:moveTo>
                      <a:pt x="621192" y="535686"/>
                    </a:moveTo>
                    <a:cubicBezTo>
                      <a:pt x="413674" y="624967"/>
                      <a:pt x="172374" y="529654"/>
                      <a:pt x="81887" y="322136"/>
                    </a:cubicBezTo>
                    <a:cubicBezTo>
                      <a:pt x="44485" y="234061"/>
                      <a:pt x="38453" y="136334"/>
                      <a:pt x="64996" y="44641"/>
                    </a:cubicBezTo>
                    <a:cubicBezTo>
                      <a:pt x="51724" y="31369"/>
                      <a:pt x="39659" y="15684"/>
                      <a:pt x="28801" y="0"/>
                    </a:cubicBezTo>
                    <a:cubicBezTo>
                      <a:pt x="-59274" y="237681"/>
                      <a:pt x="61376" y="501904"/>
                      <a:pt x="299057" y="589979"/>
                    </a:cubicBezTo>
                    <a:cubicBezTo>
                      <a:pt x="416087" y="633413"/>
                      <a:pt x="545183" y="627380"/>
                      <a:pt x="657387" y="573088"/>
                    </a:cubicBezTo>
                    <a:cubicBezTo>
                      <a:pt x="644116" y="561023"/>
                      <a:pt x="632051" y="548958"/>
                      <a:pt x="621192" y="535686"/>
                    </a:cubicBezTo>
                    <a:close/>
                  </a:path>
                </a:pathLst>
              </a:custGeom>
              <a:grpFill/>
              <a:ln w="12005" cap="flat">
                <a:noFill/>
                <a:prstDash val="solid"/>
                <a:miter/>
              </a:ln>
            </p:spPr>
            <p:txBody>
              <a:bodyPr rtlCol="0" anchor="ctr"/>
              <a:lstStyle/>
              <a:p>
                <a:pPr algn="ctr"/>
                <a:endParaRPr lang="en-US"/>
              </a:p>
            </p:txBody>
          </p:sp>
          <p:sp>
            <p:nvSpPr>
              <p:cNvPr id="198" name="Graphic 14" descr="Smiling with hearts face outline with solid fill">
                <a:extLst>
                  <a:ext uri="{FF2B5EF4-FFF2-40B4-BE49-F238E27FC236}">
                    <a16:creationId xmlns:a16="http://schemas.microsoft.com/office/drawing/2014/main" id="{0AB0C924-012D-4B35-9439-1C2FED62BE19}"/>
                  </a:ext>
                </a:extLst>
              </p:cNvPr>
              <p:cNvSpPr/>
              <p:nvPr/>
            </p:nvSpPr>
            <p:spPr>
              <a:xfrm>
                <a:off x="6427978" y="3644820"/>
                <a:ext cx="190626" cy="179911"/>
              </a:xfrm>
              <a:custGeom>
                <a:avLst/>
                <a:gdLst>
                  <a:gd name="connsiteX0" fmla="*/ 95313 w 190626"/>
                  <a:gd name="connsiteY0" fmla="*/ 37545 h 179911"/>
                  <a:gd name="connsiteX1" fmla="*/ 0 w 190626"/>
                  <a:gd name="connsiteY1" fmla="*/ 48403 h 179911"/>
                  <a:gd name="connsiteX2" fmla="*/ 95313 w 190626"/>
                  <a:gd name="connsiteY2" fmla="*/ 179912 h 179911"/>
                  <a:gd name="connsiteX3" fmla="*/ 190627 w 190626"/>
                  <a:gd name="connsiteY3" fmla="*/ 49610 h 179911"/>
                  <a:gd name="connsiteX4" fmla="*/ 95313 w 190626"/>
                  <a:gd name="connsiteY4" fmla="*/ 37545 h 17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6" h="179911">
                    <a:moveTo>
                      <a:pt x="95313" y="37545"/>
                    </a:moveTo>
                    <a:cubicBezTo>
                      <a:pt x="60325" y="-32432"/>
                      <a:pt x="0" y="9795"/>
                      <a:pt x="0" y="48403"/>
                    </a:cubicBezTo>
                    <a:cubicBezTo>
                      <a:pt x="0" y="107522"/>
                      <a:pt x="95313" y="179912"/>
                      <a:pt x="95313" y="179912"/>
                    </a:cubicBezTo>
                    <a:cubicBezTo>
                      <a:pt x="95313" y="179912"/>
                      <a:pt x="190627" y="108728"/>
                      <a:pt x="190627" y="49610"/>
                    </a:cubicBezTo>
                    <a:cubicBezTo>
                      <a:pt x="190627" y="9795"/>
                      <a:pt x="130302" y="-32432"/>
                      <a:pt x="95313" y="37545"/>
                    </a:cubicBezTo>
                    <a:close/>
                  </a:path>
                </a:pathLst>
              </a:custGeom>
              <a:grpFill/>
              <a:ln w="12005" cap="flat">
                <a:noFill/>
                <a:prstDash val="solid"/>
                <a:miter/>
              </a:ln>
            </p:spPr>
            <p:txBody>
              <a:bodyPr rtlCol="0" anchor="ctr"/>
              <a:lstStyle/>
              <a:p>
                <a:pPr algn="ctr"/>
                <a:endParaRPr lang="en-US"/>
              </a:p>
            </p:txBody>
          </p:sp>
          <p:sp>
            <p:nvSpPr>
              <p:cNvPr id="199" name="Graphic 14" descr="Smiling with hearts face outline with solid fill">
                <a:extLst>
                  <a:ext uri="{FF2B5EF4-FFF2-40B4-BE49-F238E27FC236}">
                    <a16:creationId xmlns:a16="http://schemas.microsoft.com/office/drawing/2014/main" id="{0812BB0F-DFF8-4908-A249-83E998B423BF}"/>
                  </a:ext>
                </a:extLst>
              </p:cNvPr>
              <p:cNvSpPr/>
              <p:nvPr/>
            </p:nvSpPr>
            <p:spPr>
              <a:xfrm>
                <a:off x="5975906" y="3308271"/>
                <a:ext cx="237727" cy="124758"/>
              </a:xfrm>
              <a:custGeom>
                <a:avLst/>
                <a:gdLst>
                  <a:gd name="connsiteX0" fmla="*/ 18938 w 237727"/>
                  <a:gd name="connsiteY0" fmla="*/ 124348 h 124758"/>
                  <a:gd name="connsiteX1" fmla="*/ 841 w 237727"/>
                  <a:gd name="connsiteY1" fmla="*/ 95392 h 124758"/>
                  <a:gd name="connsiteX2" fmla="*/ 144414 w 237727"/>
                  <a:gd name="connsiteY2" fmla="*/ 2491 h 124758"/>
                  <a:gd name="connsiteX3" fmla="*/ 237315 w 237727"/>
                  <a:gd name="connsiteY3" fmla="*/ 95392 h 124758"/>
                  <a:gd name="connsiteX4" fmla="*/ 219217 w 237727"/>
                  <a:gd name="connsiteY4" fmla="*/ 124348 h 124758"/>
                  <a:gd name="connsiteX5" fmla="*/ 214391 w 237727"/>
                  <a:gd name="connsiteY5" fmla="*/ 124348 h 124758"/>
                  <a:gd name="connsiteX6" fmla="*/ 190261 w 237727"/>
                  <a:gd name="connsiteY6" fmla="*/ 105044 h 124758"/>
                  <a:gd name="connsiteX7" fmla="*/ 104600 w 237727"/>
                  <a:gd name="connsiteY7" fmla="*/ 49545 h 124758"/>
                  <a:gd name="connsiteX8" fmla="*/ 49101 w 237727"/>
                  <a:gd name="connsiteY8" fmla="*/ 105044 h 124758"/>
                  <a:gd name="connsiteX9" fmla="*/ 18938 w 237727"/>
                  <a:gd name="connsiteY9" fmla="*/ 124348 h 12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727" h="124758">
                    <a:moveTo>
                      <a:pt x="18938" y="124348"/>
                    </a:moveTo>
                    <a:cubicBezTo>
                      <a:pt x="5667" y="121935"/>
                      <a:pt x="-2779" y="108663"/>
                      <a:pt x="841" y="95392"/>
                    </a:cubicBezTo>
                    <a:cubicBezTo>
                      <a:pt x="15319" y="30241"/>
                      <a:pt x="79263" y="-10780"/>
                      <a:pt x="144414" y="2491"/>
                    </a:cubicBezTo>
                    <a:cubicBezTo>
                      <a:pt x="191468" y="12143"/>
                      <a:pt x="227663" y="48338"/>
                      <a:pt x="237315" y="95392"/>
                    </a:cubicBezTo>
                    <a:cubicBezTo>
                      <a:pt x="239728" y="108663"/>
                      <a:pt x="231282" y="120728"/>
                      <a:pt x="219217" y="124348"/>
                    </a:cubicBezTo>
                    <a:cubicBezTo>
                      <a:pt x="218011" y="124348"/>
                      <a:pt x="215598" y="124348"/>
                      <a:pt x="214391" y="124348"/>
                    </a:cubicBezTo>
                    <a:cubicBezTo>
                      <a:pt x="203533" y="124348"/>
                      <a:pt x="192674" y="115902"/>
                      <a:pt x="190261" y="105044"/>
                    </a:cubicBezTo>
                    <a:cubicBezTo>
                      <a:pt x="181816" y="66436"/>
                      <a:pt x="143208" y="41099"/>
                      <a:pt x="104600" y="49545"/>
                    </a:cubicBezTo>
                    <a:cubicBezTo>
                      <a:pt x="76850" y="55577"/>
                      <a:pt x="55133" y="77294"/>
                      <a:pt x="49101" y="105044"/>
                    </a:cubicBezTo>
                    <a:cubicBezTo>
                      <a:pt x="44275" y="118315"/>
                      <a:pt x="31003" y="126761"/>
                      <a:pt x="18938" y="124348"/>
                    </a:cubicBezTo>
                    <a:close/>
                  </a:path>
                </a:pathLst>
              </a:custGeom>
              <a:grpFill/>
              <a:ln w="12005" cap="flat">
                <a:noFill/>
                <a:prstDash val="solid"/>
                <a:miter/>
              </a:ln>
            </p:spPr>
            <p:txBody>
              <a:bodyPr rtlCol="0" anchor="ctr"/>
              <a:lstStyle/>
              <a:p>
                <a:pPr algn="ctr"/>
                <a:endParaRPr lang="en-US"/>
              </a:p>
            </p:txBody>
          </p:sp>
          <p:sp>
            <p:nvSpPr>
              <p:cNvPr id="200" name="Graphic 14" descr="Smiling with hearts face outline with solid fill">
                <a:extLst>
                  <a:ext uri="{FF2B5EF4-FFF2-40B4-BE49-F238E27FC236}">
                    <a16:creationId xmlns:a16="http://schemas.microsoft.com/office/drawing/2014/main" id="{810CB0FB-892B-4673-AD0E-85FC8CCCF1BE}"/>
                  </a:ext>
                </a:extLst>
              </p:cNvPr>
              <p:cNvSpPr/>
              <p:nvPr/>
            </p:nvSpPr>
            <p:spPr>
              <a:xfrm rot="10593700">
                <a:off x="6088235" y="3560998"/>
                <a:ext cx="362176" cy="121366"/>
              </a:xfrm>
              <a:custGeom>
                <a:avLst/>
                <a:gdLst>
                  <a:gd name="connsiteX0" fmla="*/ 180485 w 362176"/>
                  <a:gd name="connsiteY0" fmla="*/ 121366 h 121366"/>
                  <a:gd name="connsiteX1" fmla="*/ 5542 w 362176"/>
                  <a:gd name="connsiteY1" fmla="*/ 40531 h 121366"/>
                  <a:gd name="connsiteX2" fmla="*/ 9162 w 362176"/>
                  <a:gd name="connsiteY2" fmla="*/ 6749 h 121366"/>
                  <a:gd name="connsiteX3" fmla="*/ 41737 w 362176"/>
                  <a:gd name="connsiteY3" fmla="*/ 9162 h 121366"/>
                  <a:gd name="connsiteX4" fmla="*/ 298722 w 362176"/>
                  <a:gd name="connsiteY4" fmla="*/ 29672 h 121366"/>
                  <a:gd name="connsiteX5" fmla="*/ 319232 w 362176"/>
                  <a:gd name="connsiteY5" fmla="*/ 9162 h 121366"/>
                  <a:gd name="connsiteX6" fmla="*/ 353014 w 362176"/>
                  <a:gd name="connsiteY6" fmla="*/ 5542 h 121366"/>
                  <a:gd name="connsiteX7" fmla="*/ 356634 w 362176"/>
                  <a:gd name="connsiteY7" fmla="*/ 39324 h 121366"/>
                  <a:gd name="connsiteX8" fmla="*/ 355427 w 362176"/>
                  <a:gd name="connsiteY8" fmla="*/ 40531 h 121366"/>
                  <a:gd name="connsiteX9" fmla="*/ 180485 w 362176"/>
                  <a:gd name="connsiteY9" fmla="*/ 121366 h 121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2176" h="121366">
                    <a:moveTo>
                      <a:pt x="180485" y="121366"/>
                    </a:moveTo>
                    <a:cubicBezTo>
                      <a:pt x="112921" y="121366"/>
                      <a:pt x="48976" y="91204"/>
                      <a:pt x="5542" y="40531"/>
                    </a:cubicBezTo>
                    <a:cubicBezTo>
                      <a:pt x="-2903" y="29672"/>
                      <a:pt x="-1697" y="15194"/>
                      <a:pt x="9162" y="6749"/>
                    </a:cubicBezTo>
                    <a:cubicBezTo>
                      <a:pt x="18814" y="-1697"/>
                      <a:pt x="33292" y="-490"/>
                      <a:pt x="41737" y="9162"/>
                    </a:cubicBezTo>
                    <a:cubicBezTo>
                      <a:pt x="106888" y="85171"/>
                      <a:pt x="221506" y="94823"/>
                      <a:pt x="298722" y="29672"/>
                    </a:cubicBezTo>
                    <a:cubicBezTo>
                      <a:pt x="305961" y="23640"/>
                      <a:pt x="313200" y="16401"/>
                      <a:pt x="319232" y="9162"/>
                    </a:cubicBezTo>
                    <a:cubicBezTo>
                      <a:pt x="327678" y="-1697"/>
                      <a:pt x="342156" y="-2903"/>
                      <a:pt x="353014" y="5542"/>
                    </a:cubicBezTo>
                    <a:cubicBezTo>
                      <a:pt x="363873" y="13988"/>
                      <a:pt x="365079" y="28466"/>
                      <a:pt x="356634" y="39324"/>
                    </a:cubicBezTo>
                    <a:cubicBezTo>
                      <a:pt x="356634" y="39324"/>
                      <a:pt x="355427" y="40531"/>
                      <a:pt x="355427" y="40531"/>
                    </a:cubicBezTo>
                    <a:cubicBezTo>
                      <a:pt x="311993" y="91204"/>
                      <a:pt x="248049" y="121366"/>
                      <a:pt x="180485" y="121366"/>
                    </a:cubicBezTo>
                    <a:close/>
                  </a:path>
                </a:pathLst>
              </a:custGeom>
              <a:grpFill/>
              <a:ln w="12005" cap="flat">
                <a:noFill/>
                <a:prstDash val="solid"/>
                <a:miter/>
              </a:ln>
            </p:spPr>
            <p:txBody>
              <a:bodyPr rtlCol="0" anchor="ctr"/>
              <a:lstStyle/>
              <a:p>
                <a:pPr algn="ctr"/>
                <a:endParaRPr lang="en-US"/>
              </a:p>
            </p:txBody>
          </p:sp>
          <p:sp>
            <p:nvSpPr>
              <p:cNvPr id="201" name="Graphic 14" descr="Smiling with hearts face outline with solid fill">
                <a:extLst>
                  <a:ext uri="{FF2B5EF4-FFF2-40B4-BE49-F238E27FC236}">
                    <a16:creationId xmlns:a16="http://schemas.microsoft.com/office/drawing/2014/main" id="{B40C3F61-029E-498D-A142-537B1850EFCD}"/>
                  </a:ext>
                </a:extLst>
              </p:cNvPr>
              <p:cNvSpPr/>
              <p:nvPr/>
            </p:nvSpPr>
            <p:spPr>
              <a:xfrm>
                <a:off x="6325012" y="3308271"/>
                <a:ext cx="237297" cy="124347"/>
              </a:xfrm>
              <a:custGeom>
                <a:avLst/>
                <a:gdLst>
                  <a:gd name="connsiteX0" fmla="*/ 217583 w 237297"/>
                  <a:gd name="connsiteY0" fmla="*/ 124348 h 124347"/>
                  <a:gd name="connsiteX1" fmla="*/ 212757 w 237297"/>
                  <a:gd name="connsiteY1" fmla="*/ 124348 h 124347"/>
                  <a:gd name="connsiteX2" fmla="*/ 188627 w 237297"/>
                  <a:gd name="connsiteY2" fmla="*/ 105044 h 124347"/>
                  <a:gd name="connsiteX3" fmla="*/ 102965 w 237297"/>
                  <a:gd name="connsiteY3" fmla="*/ 49545 h 124347"/>
                  <a:gd name="connsiteX4" fmla="*/ 47466 w 237297"/>
                  <a:gd name="connsiteY4" fmla="*/ 105044 h 124347"/>
                  <a:gd name="connsiteX5" fmla="*/ 18510 w 237297"/>
                  <a:gd name="connsiteY5" fmla="*/ 123141 h 124347"/>
                  <a:gd name="connsiteX6" fmla="*/ 413 w 237297"/>
                  <a:gd name="connsiteY6" fmla="*/ 95392 h 124347"/>
                  <a:gd name="connsiteX7" fmla="*/ 143986 w 237297"/>
                  <a:gd name="connsiteY7" fmla="*/ 2491 h 124347"/>
                  <a:gd name="connsiteX8" fmla="*/ 236887 w 237297"/>
                  <a:gd name="connsiteY8" fmla="*/ 95392 h 124347"/>
                  <a:gd name="connsiteX9" fmla="*/ 217583 w 237297"/>
                  <a:gd name="connsiteY9" fmla="*/ 124348 h 124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297" h="124347">
                    <a:moveTo>
                      <a:pt x="217583" y="124348"/>
                    </a:moveTo>
                    <a:cubicBezTo>
                      <a:pt x="216376" y="124348"/>
                      <a:pt x="213963" y="124348"/>
                      <a:pt x="212757" y="124348"/>
                    </a:cubicBezTo>
                    <a:cubicBezTo>
                      <a:pt x="201898" y="124348"/>
                      <a:pt x="191040" y="115902"/>
                      <a:pt x="188627" y="105044"/>
                    </a:cubicBezTo>
                    <a:cubicBezTo>
                      <a:pt x="180181" y="66436"/>
                      <a:pt x="141573" y="41099"/>
                      <a:pt x="102965" y="49545"/>
                    </a:cubicBezTo>
                    <a:cubicBezTo>
                      <a:pt x="75216" y="55577"/>
                      <a:pt x="53499" y="77294"/>
                      <a:pt x="47466" y="105044"/>
                    </a:cubicBezTo>
                    <a:cubicBezTo>
                      <a:pt x="43847" y="118315"/>
                      <a:pt x="31782" y="125554"/>
                      <a:pt x="18510" y="123141"/>
                    </a:cubicBezTo>
                    <a:cubicBezTo>
                      <a:pt x="6445" y="120728"/>
                      <a:pt x="-2000" y="107457"/>
                      <a:pt x="413" y="95392"/>
                    </a:cubicBezTo>
                    <a:cubicBezTo>
                      <a:pt x="14891" y="30241"/>
                      <a:pt x="78835" y="-10780"/>
                      <a:pt x="143986" y="2491"/>
                    </a:cubicBezTo>
                    <a:cubicBezTo>
                      <a:pt x="191040" y="12143"/>
                      <a:pt x="227235" y="48338"/>
                      <a:pt x="236887" y="95392"/>
                    </a:cubicBezTo>
                    <a:cubicBezTo>
                      <a:pt x="239300" y="108663"/>
                      <a:pt x="230854" y="121935"/>
                      <a:pt x="217583" y="124348"/>
                    </a:cubicBezTo>
                    <a:close/>
                  </a:path>
                </a:pathLst>
              </a:custGeom>
              <a:grpFill/>
              <a:ln w="12005" cap="flat">
                <a:noFill/>
                <a:prstDash val="solid"/>
                <a:miter/>
              </a:ln>
            </p:spPr>
            <p:txBody>
              <a:bodyPr rtlCol="0" anchor="ctr"/>
              <a:lstStyle/>
              <a:p>
                <a:pPr algn="ctr"/>
                <a:endParaRPr lang="en-US"/>
              </a:p>
            </p:txBody>
          </p:sp>
        </p:grpSp>
        <p:sp>
          <p:nvSpPr>
            <p:cNvPr id="192" name="TextBox 191">
              <a:extLst>
                <a:ext uri="{FF2B5EF4-FFF2-40B4-BE49-F238E27FC236}">
                  <a16:creationId xmlns:a16="http://schemas.microsoft.com/office/drawing/2014/main" id="{04F3E0C6-21E9-483E-8984-E3E3455380D8}"/>
                </a:ext>
              </a:extLst>
            </p:cNvPr>
            <p:cNvSpPr txBox="1"/>
            <p:nvPr/>
          </p:nvSpPr>
          <p:spPr>
            <a:xfrm>
              <a:off x="4607413" y="3842716"/>
              <a:ext cx="1458605" cy="723774"/>
            </a:xfrm>
            <a:prstGeom prst="rect">
              <a:avLst/>
            </a:prstGeom>
            <a:noFill/>
          </p:spPr>
          <p:txBody>
            <a:bodyPr wrap="none" rtlCol="0">
              <a:spAutoFit/>
            </a:bodyPr>
            <a:lstStyle/>
            <a:p>
              <a:pPr algn="ctr"/>
              <a:r>
                <a:rPr lang="en-US"/>
                <a:t>Sexual </a:t>
              </a:r>
            </a:p>
            <a:p>
              <a:pPr algn="ctr"/>
              <a:r>
                <a:rPr lang="en-US"/>
                <a:t>Dysfunction</a:t>
              </a:r>
            </a:p>
          </p:txBody>
        </p:sp>
      </p:grpSp>
      <p:pic>
        <p:nvPicPr>
          <p:cNvPr id="202" name="Graphic 201" descr="Cursor with solid fill">
            <a:extLst>
              <a:ext uri="{FF2B5EF4-FFF2-40B4-BE49-F238E27FC236}">
                <a16:creationId xmlns:a16="http://schemas.microsoft.com/office/drawing/2014/main" id="{B0CBA95D-C7ED-4849-B5E8-1A34F1BA32E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30360" y="3691541"/>
            <a:ext cx="395274" cy="395274"/>
          </a:xfrm>
          <a:prstGeom prst="rect">
            <a:avLst/>
          </a:prstGeom>
        </p:spPr>
      </p:pic>
      <p:sp>
        <p:nvSpPr>
          <p:cNvPr id="104" name="TCA">
            <a:hlinkClick r:id="rId21" action="ppaction://hlinksldjump"/>
            <a:extLst>
              <a:ext uri="{FF2B5EF4-FFF2-40B4-BE49-F238E27FC236}">
                <a16:creationId xmlns:a16="http://schemas.microsoft.com/office/drawing/2014/main" id="{59EFFB54-B560-4F1F-A85F-271BD39C34CD}"/>
              </a:ext>
            </a:extLst>
          </p:cNvPr>
          <p:cNvSpPr/>
          <p:nvPr/>
        </p:nvSpPr>
        <p:spPr>
          <a:xfrm>
            <a:off x="2954032" y="2903037"/>
            <a:ext cx="1428593" cy="408623"/>
          </a:xfrm>
          <a:prstGeom prst="roundRect">
            <a:avLst/>
          </a:prstGeom>
          <a:solidFill>
            <a:schemeClr val="bg1"/>
          </a:solidFill>
          <a:ln w="28575">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chemeClr val="tx1"/>
                </a:solidFill>
              </a:rPr>
              <a:t>Short ½-life?</a:t>
            </a:r>
          </a:p>
        </p:txBody>
      </p:sp>
      <p:pic>
        <p:nvPicPr>
          <p:cNvPr id="106" name="Graphic 105" descr="Cursor with solid fill">
            <a:extLst>
              <a:ext uri="{FF2B5EF4-FFF2-40B4-BE49-F238E27FC236}">
                <a16:creationId xmlns:a16="http://schemas.microsoft.com/office/drawing/2014/main" id="{B0ABCFEB-D1C0-45EC-A433-06A4EA1368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28897" y="3142669"/>
            <a:ext cx="395274" cy="395274"/>
          </a:xfrm>
          <a:prstGeom prst="rect">
            <a:avLst/>
          </a:prstGeom>
        </p:spPr>
      </p:pic>
      <p:sp>
        <p:nvSpPr>
          <p:cNvPr id="107" name="question 4">
            <a:hlinkClick r:id="rId22" action="ppaction://hlinksldjump"/>
            <a:extLst>
              <a:ext uri="{FF2B5EF4-FFF2-40B4-BE49-F238E27FC236}">
                <a16:creationId xmlns:a16="http://schemas.microsoft.com/office/drawing/2014/main" id="{6851618A-FC4B-46DF-AE3F-8A686BB99783}"/>
              </a:ext>
            </a:extLst>
          </p:cNvPr>
          <p:cNvSpPr txBox="1"/>
          <p:nvPr/>
        </p:nvSpPr>
        <p:spPr>
          <a:xfrm>
            <a:off x="191338" y="202262"/>
            <a:ext cx="1714108" cy="715089"/>
          </a:xfrm>
          <a:prstGeom prst="roundRect">
            <a:avLst>
              <a:gd name="adj" fmla="val 8675"/>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Screening &amp; Diagnosis</a:t>
            </a:r>
          </a:p>
        </p:txBody>
      </p:sp>
      <p:pic>
        <p:nvPicPr>
          <p:cNvPr id="108" name="Graphic 107" descr="Cursor with solid fill">
            <a:extLst>
              <a:ext uri="{FF2B5EF4-FFF2-40B4-BE49-F238E27FC236}">
                <a16:creationId xmlns:a16="http://schemas.microsoft.com/office/drawing/2014/main" id="{6AA16CD9-9FAE-4569-8F81-CAD9CE47FD9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4619" y="711337"/>
            <a:ext cx="395274" cy="395274"/>
          </a:xfrm>
          <a:prstGeom prst="rect">
            <a:avLst/>
          </a:prstGeom>
        </p:spPr>
      </p:pic>
      <p:sp>
        <p:nvSpPr>
          <p:cNvPr id="109" name="question 4">
            <a:hlinkClick r:id="rId23" action="ppaction://hlinksldjump"/>
            <a:extLst>
              <a:ext uri="{FF2B5EF4-FFF2-40B4-BE49-F238E27FC236}">
                <a16:creationId xmlns:a16="http://schemas.microsoft.com/office/drawing/2014/main" id="{D88024E7-A505-4340-B7AE-B44EA5496089}"/>
              </a:ext>
            </a:extLst>
          </p:cNvPr>
          <p:cNvSpPr txBox="1"/>
          <p:nvPr/>
        </p:nvSpPr>
        <p:spPr>
          <a:xfrm>
            <a:off x="188147" y="3186700"/>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112" name="Graphic 25" descr="Cursor with solid fill">
            <a:extLst>
              <a:ext uri="{FF2B5EF4-FFF2-40B4-BE49-F238E27FC236}">
                <a16:creationId xmlns:a16="http://schemas.microsoft.com/office/drawing/2014/main" id="{AF29D607-8B3D-4298-9CFC-8F822833D8DA}"/>
              </a:ext>
            </a:extLst>
          </p:cNvPr>
          <p:cNvSpPr/>
          <p:nvPr/>
        </p:nvSpPr>
        <p:spPr>
          <a:xfrm>
            <a:off x="1787044" y="3522640"/>
            <a:ext cx="230422" cy="230576"/>
          </a:xfrm>
          <a:custGeom>
            <a:avLst/>
            <a:gdLst>
              <a:gd name="connsiteX0" fmla="*/ 230423 w 230422"/>
              <a:gd name="connsiteY0" fmla="*/ 193931 h 230576"/>
              <a:gd name="connsiteX1" fmla="*/ 147251 w 230422"/>
              <a:gd name="connsiteY1" fmla="*/ 110800 h 230576"/>
              <a:gd name="connsiteX2" fmla="*/ 220541 w 230422"/>
              <a:gd name="connsiteY2" fmla="*/ 84408 h 230576"/>
              <a:gd name="connsiteX3" fmla="*/ 225013 w 230422"/>
              <a:gd name="connsiteY3" fmla="*/ 75252 h 230576"/>
              <a:gd name="connsiteX4" fmla="*/ 220541 w 230422"/>
              <a:gd name="connsiteY4" fmla="*/ 70779 h 230576"/>
              <a:gd name="connsiteX5" fmla="*/ 9358 w 230422"/>
              <a:gd name="connsiteY5" fmla="*/ 371 h 230576"/>
              <a:gd name="connsiteX6" fmla="*/ 7011 w 230422"/>
              <a:gd name="connsiteY6" fmla="*/ 0 h 230576"/>
              <a:gd name="connsiteX7" fmla="*/ 7011 w 230422"/>
              <a:gd name="connsiteY7" fmla="*/ 0 h 230576"/>
              <a:gd name="connsiteX8" fmla="*/ 2 w 230422"/>
              <a:gd name="connsiteY8" fmla="*/ 7316 h 230576"/>
              <a:gd name="connsiteX9" fmla="*/ 382 w 230422"/>
              <a:gd name="connsiteY9" fmla="*/ 9470 h 230576"/>
              <a:gd name="connsiteX10" fmla="*/ 70625 w 230422"/>
              <a:gd name="connsiteY10" fmla="*/ 220859 h 230576"/>
              <a:gd name="connsiteX11" fmla="*/ 79820 w 230422"/>
              <a:gd name="connsiteY11" fmla="*/ 225252 h 230576"/>
              <a:gd name="connsiteX12" fmla="*/ 84213 w 230422"/>
              <a:gd name="connsiteY12" fmla="*/ 220859 h 230576"/>
              <a:gd name="connsiteX13" fmla="*/ 110647 w 230422"/>
              <a:gd name="connsiteY13" fmla="*/ 147487 h 230576"/>
              <a:gd name="connsiteX14" fmla="*/ 193737 w 230422"/>
              <a:gd name="connsiteY14" fmla="*/ 230577 h 23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422" h="230576">
                <a:moveTo>
                  <a:pt x="230423" y="193931"/>
                </a:moveTo>
                <a:lnTo>
                  <a:pt x="147251" y="110800"/>
                </a:lnTo>
                <a:lnTo>
                  <a:pt x="220541" y="84408"/>
                </a:lnTo>
                <a:cubicBezTo>
                  <a:pt x="224304" y="83114"/>
                  <a:pt x="226307" y="79015"/>
                  <a:pt x="225013" y="75252"/>
                </a:cubicBezTo>
                <a:cubicBezTo>
                  <a:pt x="224292" y="73151"/>
                  <a:pt x="222641" y="71501"/>
                  <a:pt x="220541" y="70779"/>
                </a:cubicBezTo>
                <a:lnTo>
                  <a:pt x="9358" y="371"/>
                </a:lnTo>
                <a:cubicBezTo>
                  <a:pt x="8601" y="121"/>
                  <a:pt x="7808" y="-4"/>
                  <a:pt x="7011" y="0"/>
                </a:cubicBezTo>
                <a:lnTo>
                  <a:pt x="7011" y="0"/>
                </a:lnTo>
                <a:cubicBezTo>
                  <a:pt x="3055" y="85"/>
                  <a:pt x="-83" y="3360"/>
                  <a:pt x="2" y="7316"/>
                </a:cubicBezTo>
                <a:cubicBezTo>
                  <a:pt x="17" y="8050"/>
                  <a:pt x="145" y="8776"/>
                  <a:pt x="382" y="9470"/>
                </a:cubicBezTo>
                <a:lnTo>
                  <a:pt x="70625" y="220859"/>
                </a:lnTo>
                <a:cubicBezTo>
                  <a:pt x="71951" y="224612"/>
                  <a:pt x="76068" y="226578"/>
                  <a:pt x="79820" y="225252"/>
                </a:cubicBezTo>
                <a:cubicBezTo>
                  <a:pt x="81873" y="224527"/>
                  <a:pt x="83487" y="222912"/>
                  <a:pt x="84213" y="220859"/>
                </a:cubicBezTo>
                <a:lnTo>
                  <a:pt x="110647" y="147487"/>
                </a:lnTo>
                <a:lnTo>
                  <a:pt x="193737" y="230577"/>
                </a:lnTo>
                <a:close/>
              </a:path>
            </a:pathLst>
          </a:custGeom>
          <a:solidFill>
            <a:srgbClr val="000000"/>
          </a:solidFill>
          <a:ln w="4068" cap="flat">
            <a:noFill/>
            <a:prstDash val="solid"/>
            <a:miter/>
          </a:ln>
        </p:spPr>
        <p:txBody>
          <a:bodyPr rtlCol="0" anchor="ctr"/>
          <a:lstStyle/>
          <a:p>
            <a:endParaRPr lang="en-US"/>
          </a:p>
        </p:txBody>
      </p:sp>
      <p:sp>
        <p:nvSpPr>
          <p:cNvPr id="113" name="question 4">
            <a:hlinkClick r:id="rId24" action="ppaction://hlinksldjump"/>
            <a:extLst>
              <a:ext uri="{FF2B5EF4-FFF2-40B4-BE49-F238E27FC236}">
                <a16:creationId xmlns:a16="http://schemas.microsoft.com/office/drawing/2014/main" id="{0B26D116-517C-4D21-98E3-080417547196}"/>
              </a:ext>
            </a:extLst>
          </p:cNvPr>
          <p:cNvSpPr txBox="1"/>
          <p:nvPr/>
        </p:nvSpPr>
        <p:spPr>
          <a:xfrm>
            <a:off x="188148" y="1794466"/>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114" name="Graphic 113" descr="Cursor with solid fill">
            <a:extLst>
              <a:ext uri="{FF2B5EF4-FFF2-40B4-BE49-F238E27FC236}">
                <a16:creationId xmlns:a16="http://schemas.microsoft.com/office/drawing/2014/main" id="{650CC515-AC53-4FB6-86B6-945E414240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4619" y="1985865"/>
            <a:ext cx="395274" cy="395274"/>
          </a:xfrm>
          <a:prstGeom prst="rect">
            <a:avLst/>
          </a:prstGeom>
        </p:spPr>
      </p:pic>
      <p:sp>
        <p:nvSpPr>
          <p:cNvPr id="115" name="sub-q 2">
            <a:hlinkClick r:id="rId25" action="ppaction://hlinksldjump"/>
            <a:extLst>
              <a:ext uri="{FF2B5EF4-FFF2-40B4-BE49-F238E27FC236}">
                <a16:creationId xmlns:a16="http://schemas.microsoft.com/office/drawing/2014/main" id="{693A5D2D-AF2C-460C-9260-DCD78ED4DDB1}"/>
              </a:ext>
            </a:extLst>
          </p:cNvPr>
          <p:cNvSpPr txBox="1"/>
          <p:nvPr/>
        </p:nvSpPr>
        <p:spPr>
          <a:xfrm>
            <a:off x="445768" y="1112181"/>
            <a:ext cx="145648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Differential</a:t>
            </a:r>
          </a:p>
        </p:txBody>
      </p:sp>
      <p:pic>
        <p:nvPicPr>
          <p:cNvPr id="119" name="Graphic 118" descr="Cursor with solid fill">
            <a:hlinkClick r:id="rId25" action="ppaction://hlinksldjump"/>
            <a:extLst>
              <a:ext uri="{FF2B5EF4-FFF2-40B4-BE49-F238E27FC236}">
                <a16:creationId xmlns:a16="http://schemas.microsoft.com/office/drawing/2014/main" id="{1BD8B9D4-8FC9-44F6-9291-06F6CF4EBB1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4619" y="1352049"/>
            <a:ext cx="395274" cy="395274"/>
          </a:xfrm>
          <a:prstGeom prst="rect">
            <a:avLst/>
          </a:prstGeom>
        </p:spPr>
      </p:pic>
      <p:cxnSp>
        <p:nvCxnSpPr>
          <p:cNvPr id="122" name="Connector: Elbow 121">
            <a:extLst>
              <a:ext uri="{FF2B5EF4-FFF2-40B4-BE49-F238E27FC236}">
                <a16:creationId xmlns:a16="http://schemas.microsoft.com/office/drawing/2014/main" id="{5873AD79-2F2F-4BFA-8AAC-06AF3476A166}"/>
              </a:ext>
            </a:extLst>
          </p:cNvPr>
          <p:cNvCxnSpPr>
            <a:cxnSpLocks/>
          </p:cNvCxnSpPr>
          <p:nvPr/>
        </p:nvCxnSpPr>
        <p:spPr>
          <a:xfrm rot="16200000" flipH="1">
            <a:off x="112036" y="2339183"/>
            <a:ext cx="469827" cy="19764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32" name="Connector: Elbow 131">
            <a:extLst>
              <a:ext uri="{FF2B5EF4-FFF2-40B4-BE49-F238E27FC236}">
                <a16:creationId xmlns:a16="http://schemas.microsoft.com/office/drawing/2014/main" id="{004E1A7C-578F-4A9C-AAD6-50B90D42D3CD}"/>
              </a:ext>
            </a:extLst>
          </p:cNvPr>
          <p:cNvCxnSpPr>
            <a:cxnSpLocks/>
            <a:endCxn id="115" idx="1"/>
          </p:cNvCxnSpPr>
          <p:nvPr/>
        </p:nvCxnSpPr>
        <p:spPr>
          <a:xfrm rot="16200000" flipH="1">
            <a:off x="154430" y="1025155"/>
            <a:ext cx="385038" cy="19763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141" name="sub-q 1 button">
            <a:extLst>
              <a:ext uri="{FF2B5EF4-FFF2-40B4-BE49-F238E27FC236}">
                <a16:creationId xmlns:a16="http://schemas.microsoft.com/office/drawing/2014/main" id="{1FEA21FE-6BB6-4295-B9C2-6B2D12D89893}"/>
              </a:ext>
            </a:extLst>
          </p:cNvPr>
          <p:cNvSpPr txBox="1"/>
          <p:nvPr/>
        </p:nvSpPr>
        <p:spPr>
          <a:xfrm>
            <a:off x="445770" y="2468606"/>
            <a:ext cx="1459676" cy="408623"/>
          </a:xfrm>
          <a:prstGeom prst="roundRect">
            <a:avLst/>
          </a:prstGeom>
          <a:solidFill>
            <a:schemeClr val="tx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solidFill>
                  <a:schemeClr val="bg1"/>
                </a:solidFill>
              </a:rPr>
              <a:t>Medications</a:t>
            </a:r>
          </a:p>
        </p:txBody>
      </p:sp>
      <p:sp>
        <p:nvSpPr>
          <p:cNvPr id="83" name="Rectangle 82">
            <a:extLst>
              <a:ext uri="{FF2B5EF4-FFF2-40B4-BE49-F238E27FC236}">
                <a16:creationId xmlns:a16="http://schemas.microsoft.com/office/drawing/2014/main" id="{98E19557-59E9-4884-806A-28F0239C20E0}"/>
              </a:ext>
            </a:extLst>
          </p:cNvPr>
          <p:cNvSpPr/>
          <p:nvPr/>
        </p:nvSpPr>
        <p:spPr>
          <a:xfrm>
            <a:off x="8036683" y="3460401"/>
            <a:ext cx="1187464" cy="910802"/>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CA">
            <a:hlinkClick r:id="rId26" action="ppaction://hlinksldjump"/>
            <a:extLst>
              <a:ext uri="{FF2B5EF4-FFF2-40B4-BE49-F238E27FC236}">
                <a16:creationId xmlns:a16="http://schemas.microsoft.com/office/drawing/2014/main" id="{E34E82CE-6E92-4334-9C56-A7E7525DB301}"/>
              </a:ext>
            </a:extLst>
          </p:cNvPr>
          <p:cNvSpPr/>
          <p:nvPr/>
        </p:nvSpPr>
        <p:spPr>
          <a:xfrm>
            <a:off x="2967853" y="5378760"/>
            <a:ext cx="1428593" cy="1021556"/>
          </a:xfrm>
          <a:prstGeom prst="roundRect">
            <a:avLst>
              <a:gd name="adj" fmla="val 10140"/>
            </a:avLst>
          </a:prstGeom>
          <a:solidFill>
            <a:schemeClr val="bg1"/>
          </a:solidFill>
          <a:ln w="28575">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tx1"/>
                </a:solidFill>
              </a:rPr>
              <a:t>Case-dependent Selection?</a:t>
            </a:r>
          </a:p>
        </p:txBody>
      </p:sp>
      <p:pic>
        <p:nvPicPr>
          <p:cNvPr id="97" name="Graphic 96" descr="Cursor with solid fill">
            <a:extLst>
              <a:ext uri="{FF2B5EF4-FFF2-40B4-BE49-F238E27FC236}">
                <a16:creationId xmlns:a16="http://schemas.microsoft.com/office/drawing/2014/main" id="{672A8D7C-D440-4F0D-B945-9577617ADD5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28897" y="6202679"/>
            <a:ext cx="395274" cy="395274"/>
          </a:xfrm>
          <a:prstGeom prst="rect">
            <a:avLst/>
          </a:prstGeom>
        </p:spPr>
      </p:pic>
    </p:spTree>
    <p:extLst>
      <p:ext uri="{BB962C8B-B14F-4D97-AF65-F5344CB8AC3E}">
        <p14:creationId xmlns:p14="http://schemas.microsoft.com/office/powerpoint/2010/main" val="8225131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SRI">
            <a:extLst>
              <a:ext uri="{FF2B5EF4-FFF2-40B4-BE49-F238E27FC236}">
                <a16:creationId xmlns:a16="http://schemas.microsoft.com/office/drawing/2014/main" id="{8C758822-2005-4701-86D2-5AA5AF195DB3}"/>
              </a:ext>
            </a:extLst>
          </p:cNvPr>
          <p:cNvSpPr/>
          <p:nvPr/>
        </p:nvSpPr>
        <p:spPr>
          <a:xfrm>
            <a:off x="5048054" y="601782"/>
            <a:ext cx="1312849" cy="477524"/>
          </a:xfrm>
          <a:prstGeom prst="roundRect">
            <a:avLst/>
          </a:prstGeom>
          <a:solidFill>
            <a:schemeClr val="accent6">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SSRI</a:t>
            </a:r>
          </a:p>
        </p:txBody>
      </p:sp>
      <p:sp>
        <p:nvSpPr>
          <p:cNvPr id="88" name="SNRI">
            <a:extLst>
              <a:ext uri="{FF2B5EF4-FFF2-40B4-BE49-F238E27FC236}">
                <a16:creationId xmlns:a16="http://schemas.microsoft.com/office/drawing/2014/main" id="{328A2C24-1B31-44C4-97D9-84CC56482D52}"/>
              </a:ext>
            </a:extLst>
          </p:cNvPr>
          <p:cNvSpPr/>
          <p:nvPr/>
        </p:nvSpPr>
        <p:spPr>
          <a:xfrm>
            <a:off x="6741697" y="601782"/>
            <a:ext cx="1312849" cy="477524"/>
          </a:xfrm>
          <a:prstGeom prst="roundRect">
            <a:avLst/>
          </a:prstGeom>
          <a:solidFill>
            <a:schemeClr val="accent5">
              <a:lumMod val="60000"/>
              <a:lumOff val="40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SNRI</a:t>
            </a:r>
          </a:p>
        </p:txBody>
      </p:sp>
      <p:sp>
        <p:nvSpPr>
          <p:cNvPr id="89" name="TCA">
            <a:extLst>
              <a:ext uri="{FF2B5EF4-FFF2-40B4-BE49-F238E27FC236}">
                <a16:creationId xmlns:a16="http://schemas.microsoft.com/office/drawing/2014/main" id="{46F3F9DA-8BED-4728-9EEF-3B41A46A7937}"/>
              </a:ext>
            </a:extLst>
          </p:cNvPr>
          <p:cNvSpPr/>
          <p:nvPr/>
        </p:nvSpPr>
        <p:spPr>
          <a:xfrm>
            <a:off x="10128984" y="601782"/>
            <a:ext cx="1312849" cy="477524"/>
          </a:xfrm>
          <a:prstGeom prst="roundRect">
            <a:avLst/>
          </a:prstGeom>
          <a:solidFill>
            <a:schemeClr val="bg2">
              <a:lumMod val="90000"/>
            </a:schemeClr>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TCA</a:t>
            </a:r>
          </a:p>
        </p:txBody>
      </p:sp>
      <p:sp>
        <p:nvSpPr>
          <p:cNvPr id="90" name="Other">
            <a:extLst>
              <a:ext uri="{FF2B5EF4-FFF2-40B4-BE49-F238E27FC236}">
                <a16:creationId xmlns:a16="http://schemas.microsoft.com/office/drawing/2014/main" id="{03BF4D3F-1442-4D00-95AD-1890A61911B4}"/>
              </a:ext>
            </a:extLst>
          </p:cNvPr>
          <p:cNvSpPr/>
          <p:nvPr/>
        </p:nvSpPr>
        <p:spPr>
          <a:xfrm>
            <a:off x="8435340" y="601782"/>
            <a:ext cx="1312849" cy="477524"/>
          </a:xfrm>
          <a:prstGeom prst="roundRect">
            <a:avLst/>
          </a:prstGeom>
          <a:solidFill>
            <a:schemeClr val="accent2">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err="1"/>
              <a:t>Atypicals</a:t>
            </a:r>
            <a:endParaRPr lang="en-US"/>
          </a:p>
        </p:txBody>
      </p:sp>
      <p:sp>
        <p:nvSpPr>
          <p:cNvPr id="91" name="TextBox 90">
            <a:extLst>
              <a:ext uri="{FF2B5EF4-FFF2-40B4-BE49-F238E27FC236}">
                <a16:creationId xmlns:a16="http://schemas.microsoft.com/office/drawing/2014/main" id="{506EE470-D07C-474A-9C0E-98CE68D6A47B}"/>
              </a:ext>
            </a:extLst>
          </p:cNvPr>
          <p:cNvSpPr txBox="1"/>
          <p:nvPr/>
        </p:nvSpPr>
        <p:spPr>
          <a:xfrm>
            <a:off x="4776974" y="1283252"/>
            <a:ext cx="2304920" cy="1477328"/>
          </a:xfrm>
          <a:prstGeom prst="rect">
            <a:avLst/>
          </a:prstGeom>
          <a:noFill/>
        </p:spPr>
        <p:txBody>
          <a:bodyPr wrap="square" rtlCol="0">
            <a:spAutoFit/>
          </a:bodyPr>
          <a:lstStyle/>
          <a:p>
            <a:r>
              <a:rPr lang="en-US"/>
              <a:t>Fluoxetine (Prozac)</a:t>
            </a:r>
          </a:p>
          <a:p>
            <a:r>
              <a:rPr lang="en-US"/>
              <a:t>Sertraline (Zoloft)</a:t>
            </a:r>
          </a:p>
          <a:p>
            <a:r>
              <a:rPr lang="en-US"/>
              <a:t>Citalopram (Celexa)</a:t>
            </a:r>
          </a:p>
          <a:p>
            <a:r>
              <a:rPr lang="en-US"/>
              <a:t>Escitalopram (Lexapro)</a:t>
            </a:r>
          </a:p>
          <a:p>
            <a:r>
              <a:rPr lang="en-US"/>
              <a:t>Paroxetine (Paxil)</a:t>
            </a:r>
          </a:p>
        </p:txBody>
      </p:sp>
      <p:sp>
        <p:nvSpPr>
          <p:cNvPr id="92" name="TextBox 91">
            <a:extLst>
              <a:ext uri="{FF2B5EF4-FFF2-40B4-BE49-F238E27FC236}">
                <a16:creationId xmlns:a16="http://schemas.microsoft.com/office/drawing/2014/main" id="{979F7597-9255-4A8B-984F-C07DF5431201}"/>
              </a:ext>
            </a:extLst>
          </p:cNvPr>
          <p:cNvSpPr txBox="1"/>
          <p:nvPr/>
        </p:nvSpPr>
        <p:spPr>
          <a:xfrm>
            <a:off x="6809580" y="1287814"/>
            <a:ext cx="1301099" cy="646331"/>
          </a:xfrm>
          <a:prstGeom prst="rect">
            <a:avLst/>
          </a:prstGeom>
          <a:noFill/>
        </p:spPr>
        <p:txBody>
          <a:bodyPr wrap="square" rtlCol="0">
            <a:spAutoFit/>
          </a:bodyPr>
          <a:lstStyle/>
          <a:p>
            <a:r>
              <a:rPr lang="en-US"/>
              <a:t>Duloxetine</a:t>
            </a:r>
          </a:p>
          <a:p>
            <a:r>
              <a:rPr lang="en-US"/>
              <a:t>Venlafaxine</a:t>
            </a:r>
          </a:p>
        </p:txBody>
      </p:sp>
      <p:sp>
        <p:nvSpPr>
          <p:cNvPr id="93" name="TextBox 92">
            <a:extLst>
              <a:ext uri="{FF2B5EF4-FFF2-40B4-BE49-F238E27FC236}">
                <a16:creationId xmlns:a16="http://schemas.microsoft.com/office/drawing/2014/main" id="{2F34EDE5-FA6F-4B3C-87F1-3E06118D384E}"/>
              </a:ext>
            </a:extLst>
          </p:cNvPr>
          <p:cNvSpPr txBox="1"/>
          <p:nvPr/>
        </p:nvSpPr>
        <p:spPr>
          <a:xfrm>
            <a:off x="8448861" y="1310640"/>
            <a:ext cx="1312702" cy="646331"/>
          </a:xfrm>
          <a:prstGeom prst="rect">
            <a:avLst/>
          </a:prstGeom>
          <a:noFill/>
        </p:spPr>
        <p:txBody>
          <a:bodyPr wrap="square" rtlCol="0">
            <a:spAutoFit/>
          </a:bodyPr>
          <a:lstStyle/>
          <a:p>
            <a:r>
              <a:rPr lang="en-US"/>
              <a:t>Bupropion</a:t>
            </a:r>
          </a:p>
          <a:p>
            <a:r>
              <a:rPr lang="en-US"/>
              <a:t>Mirtazapine</a:t>
            </a:r>
          </a:p>
        </p:txBody>
      </p:sp>
      <p:sp>
        <p:nvSpPr>
          <p:cNvPr id="94" name="TextBox 93">
            <a:extLst>
              <a:ext uri="{FF2B5EF4-FFF2-40B4-BE49-F238E27FC236}">
                <a16:creationId xmlns:a16="http://schemas.microsoft.com/office/drawing/2014/main" id="{C6FA56BD-8674-47A7-BCE8-C2D161D00946}"/>
              </a:ext>
            </a:extLst>
          </p:cNvPr>
          <p:cNvSpPr txBox="1"/>
          <p:nvPr/>
        </p:nvSpPr>
        <p:spPr>
          <a:xfrm>
            <a:off x="10090187" y="1324700"/>
            <a:ext cx="1403661" cy="646331"/>
          </a:xfrm>
          <a:prstGeom prst="rect">
            <a:avLst/>
          </a:prstGeom>
          <a:noFill/>
        </p:spPr>
        <p:txBody>
          <a:bodyPr wrap="square" rtlCol="0">
            <a:spAutoFit/>
          </a:bodyPr>
          <a:lstStyle/>
          <a:p>
            <a:r>
              <a:rPr lang="en-US"/>
              <a:t>Amitriptyline</a:t>
            </a:r>
          </a:p>
          <a:p>
            <a:r>
              <a:rPr lang="en-US"/>
              <a:t>Nortriptyline</a:t>
            </a:r>
          </a:p>
        </p:txBody>
      </p:sp>
      <p:sp>
        <p:nvSpPr>
          <p:cNvPr id="95" name="TCA">
            <a:extLst>
              <a:ext uri="{FF2B5EF4-FFF2-40B4-BE49-F238E27FC236}">
                <a16:creationId xmlns:a16="http://schemas.microsoft.com/office/drawing/2014/main" id="{B2A287EA-4825-4936-BA68-C514D6E04838}"/>
              </a:ext>
            </a:extLst>
          </p:cNvPr>
          <p:cNvSpPr/>
          <p:nvPr/>
        </p:nvSpPr>
        <p:spPr>
          <a:xfrm>
            <a:off x="2967853" y="3715331"/>
            <a:ext cx="1428593" cy="408623"/>
          </a:xfrm>
          <a:prstGeom prst="roundRect">
            <a:avLst/>
          </a:prstGeom>
          <a:solidFill>
            <a:srgbClr val="FF0000"/>
          </a:solidFill>
          <a:ln w="28575">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bg1"/>
                </a:solidFill>
              </a:rPr>
              <a:t>Side Effects?</a:t>
            </a:r>
          </a:p>
        </p:txBody>
      </p:sp>
      <p:grpSp>
        <p:nvGrpSpPr>
          <p:cNvPr id="11" name="GI tox" hidden="1">
            <a:extLst>
              <a:ext uri="{FF2B5EF4-FFF2-40B4-BE49-F238E27FC236}">
                <a16:creationId xmlns:a16="http://schemas.microsoft.com/office/drawing/2014/main" id="{6B84193B-A415-464C-93E9-0508564681B3}"/>
              </a:ext>
            </a:extLst>
          </p:cNvPr>
          <p:cNvGrpSpPr/>
          <p:nvPr/>
        </p:nvGrpSpPr>
        <p:grpSpPr>
          <a:xfrm>
            <a:off x="4654462" y="1165204"/>
            <a:ext cx="3786013" cy="2086724"/>
            <a:chOff x="4654462" y="1165204"/>
            <a:chExt cx="3786013" cy="2086724"/>
          </a:xfrm>
        </p:grpSpPr>
        <p:sp>
          <p:nvSpPr>
            <p:cNvPr id="133" name="Rectangle 11">
              <a:extLst>
                <a:ext uri="{FF2B5EF4-FFF2-40B4-BE49-F238E27FC236}">
                  <a16:creationId xmlns:a16="http://schemas.microsoft.com/office/drawing/2014/main" id="{23EB6165-9D26-494C-81DE-82917AF675FC}"/>
                </a:ext>
              </a:extLst>
            </p:cNvPr>
            <p:cNvSpPr/>
            <p:nvPr/>
          </p:nvSpPr>
          <p:spPr>
            <a:xfrm>
              <a:off x="4654462" y="1165204"/>
              <a:ext cx="3786013" cy="1692998"/>
            </a:xfrm>
            <a:custGeom>
              <a:avLst/>
              <a:gdLst>
                <a:gd name="connsiteX0" fmla="*/ 0 w 3773519"/>
                <a:gd name="connsiteY0" fmla="*/ 0 h 1678309"/>
                <a:gd name="connsiteX1" fmla="*/ 3773519 w 3773519"/>
                <a:gd name="connsiteY1" fmla="*/ 0 h 1678309"/>
                <a:gd name="connsiteX2" fmla="*/ 3773519 w 3773519"/>
                <a:gd name="connsiteY2" fmla="*/ 1678309 h 1678309"/>
                <a:gd name="connsiteX3" fmla="*/ 0 w 3773519"/>
                <a:gd name="connsiteY3" fmla="*/ 1678309 h 1678309"/>
                <a:gd name="connsiteX4" fmla="*/ 0 w 3773519"/>
                <a:gd name="connsiteY4" fmla="*/ 0 h 1678309"/>
                <a:gd name="connsiteX0" fmla="*/ 3440 w 3776959"/>
                <a:gd name="connsiteY0" fmla="*/ 0 h 1678309"/>
                <a:gd name="connsiteX1" fmla="*/ 3776959 w 3776959"/>
                <a:gd name="connsiteY1" fmla="*/ 0 h 1678309"/>
                <a:gd name="connsiteX2" fmla="*/ 3776959 w 3776959"/>
                <a:gd name="connsiteY2" fmla="*/ 1678309 h 1678309"/>
                <a:gd name="connsiteX3" fmla="*/ 3440 w 3776959"/>
                <a:gd name="connsiteY3" fmla="*/ 1678309 h 1678309"/>
                <a:gd name="connsiteX4" fmla="*/ 0 w 3776959"/>
                <a:gd name="connsiteY4" fmla="*/ 1674891 h 1678309"/>
                <a:gd name="connsiteX5" fmla="*/ 3440 w 3776959"/>
                <a:gd name="connsiteY5" fmla="*/ 0 h 1678309"/>
                <a:gd name="connsiteX0" fmla="*/ 256937 w 4030456"/>
                <a:gd name="connsiteY0" fmla="*/ 0 h 1678309"/>
                <a:gd name="connsiteX1" fmla="*/ 4030456 w 4030456"/>
                <a:gd name="connsiteY1" fmla="*/ 0 h 1678309"/>
                <a:gd name="connsiteX2" fmla="*/ 4030456 w 4030456"/>
                <a:gd name="connsiteY2" fmla="*/ 1678309 h 1678309"/>
                <a:gd name="connsiteX3" fmla="*/ 256937 w 4030456"/>
                <a:gd name="connsiteY3" fmla="*/ 1678309 h 1678309"/>
                <a:gd name="connsiteX4" fmla="*/ 0 w 4030456"/>
                <a:gd name="connsiteY4" fmla="*/ 1593410 h 1678309"/>
                <a:gd name="connsiteX5" fmla="*/ 256937 w 4030456"/>
                <a:gd name="connsiteY5" fmla="*/ 0 h 1678309"/>
                <a:gd name="connsiteX0" fmla="*/ 256937 w 4030456"/>
                <a:gd name="connsiteY0" fmla="*/ 0 h 1678309"/>
                <a:gd name="connsiteX1" fmla="*/ 4030456 w 4030456"/>
                <a:gd name="connsiteY1" fmla="*/ 0 h 1678309"/>
                <a:gd name="connsiteX2" fmla="*/ 4030456 w 4030456"/>
                <a:gd name="connsiteY2" fmla="*/ 1678309 h 1678309"/>
                <a:gd name="connsiteX3" fmla="*/ 2556517 w 4030456"/>
                <a:gd name="connsiteY3" fmla="*/ 1678309 h 1678309"/>
                <a:gd name="connsiteX4" fmla="*/ 0 w 4030456"/>
                <a:gd name="connsiteY4" fmla="*/ 1593410 h 1678309"/>
                <a:gd name="connsiteX5" fmla="*/ 256937 w 4030456"/>
                <a:gd name="connsiteY5" fmla="*/ 0 h 1678309"/>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0 w 3786013"/>
                <a:gd name="connsiteY4" fmla="*/ 1692998 h 1692998"/>
                <a:gd name="connsiteX5" fmla="*/ 12494 w 3786013"/>
                <a:gd name="connsiteY5" fmla="*/ 0 h 1692998"/>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0 w 3786013"/>
                <a:gd name="connsiteY4" fmla="*/ 1692998 h 1692998"/>
                <a:gd name="connsiteX5" fmla="*/ 12494 w 3786013"/>
                <a:gd name="connsiteY5" fmla="*/ 0 h 1692998"/>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2299580 w 3786013"/>
                <a:gd name="connsiteY4" fmla="*/ 1665837 h 1692998"/>
                <a:gd name="connsiteX5" fmla="*/ 0 w 3786013"/>
                <a:gd name="connsiteY5" fmla="*/ 1692998 h 1692998"/>
                <a:gd name="connsiteX6" fmla="*/ 12494 w 3786013"/>
                <a:gd name="connsiteY6" fmla="*/ 0 h 1692998"/>
                <a:gd name="connsiteX0" fmla="*/ 12494 w 3786013"/>
                <a:gd name="connsiteY0" fmla="*/ 0 h 1756372"/>
                <a:gd name="connsiteX1" fmla="*/ 3786013 w 3786013"/>
                <a:gd name="connsiteY1" fmla="*/ 0 h 1756372"/>
                <a:gd name="connsiteX2" fmla="*/ 3786013 w 3786013"/>
                <a:gd name="connsiteY2" fmla="*/ 1678309 h 1756372"/>
                <a:gd name="connsiteX3" fmla="*/ 2312074 w 3786013"/>
                <a:gd name="connsiteY3" fmla="*/ 1678309 h 1756372"/>
                <a:gd name="connsiteX4" fmla="*/ 2127564 w 3786013"/>
                <a:gd name="connsiteY4" fmla="*/ 1756372 h 1756372"/>
                <a:gd name="connsiteX5" fmla="*/ 0 w 3786013"/>
                <a:gd name="connsiteY5" fmla="*/ 1692998 h 1756372"/>
                <a:gd name="connsiteX6" fmla="*/ 12494 w 3786013"/>
                <a:gd name="connsiteY6" fmla="*/ 0 h 1756372"/>
                <a:gd name="connsiteX0" fmla="*/ 12494 w 3786013"/>
                <a:gd name="connsiteY0" fmla="*/ 0 h 1756372"/>
                <a:gd name="connsiteX1" fmla="*/ 3786013 w 3786013"/>
                <a:gd name="connsiteY1" fmla="*/ 0 h 1756372"/>
                <a:gd name="connsiteX2" fmla="*/ 3786013 w 3786013"/>
                <a:gd name="connsiteY2" fmla="*/ 1678309 h 1756372"/>
                <a:gd name="connsiteX3" fmla="*/ 2293967 w 3786013"/>
                <a:gd name="connsiteY3" fmla="*/ 782016 h 1756372"/>
                <a:gd name="connsiteX4" fmla="*/ 2127564 w 3786013"/>
                <a:gd name="connsiteY4" fmla="*/ 1756372 h 1756372"/>
                <a:gd name="connsiteX5" fmla="*/ 0 w 3786013"/>
                <a:gd name="connsiteY5" fmla="*/ 1692998 h 1756372"/>
                <a:gd name="connsiteX6" fmla="*/ 12494 w 3786013"/>
                <a:gd name="connsiteY6" fmla="*/ 0 h 1756372"/>
                <a:gd name="connsiteX0" fmla="*/ 12494 w 3786013"/>
                <a:gd name="connsiteY0" fmla="*/ 0 h 1692998"/>
                <a:gd name="connsiteX1" fmla="*/ 3786013 w 3786013"/>
                <a:gd name="connsiteY1" fmla="*/ 0 h 1692998"/>
                <a:gd name="connsiteX2" fmla="*/ 3786013 w 3786013"/>
                <a:gd name="connsiteY2" fmla="*/ 1678309 h 1692998"/>
                <a:gd name="connsiteX3" fmla="*/ 2293967 w 3786013"/>
                <a:gd name="connsiteY3" fmla="*/ 782016 h 1692998"/>
                <a:gd name="connsiteX4" fmla="*/ 2290526 w 3786013"/>
                <a:gd name="connsiteY4" fmla="*/ 1683944 h 1692998"/>
                <a:gd name="connsiteX5" fmla="*/ 0 w 3786013"/>
                <a:gd name="connsiteY5" fmla="*/ 1692998 h 1692998"/>
                <a:gd name="connsiteX6" fmla="*/ 12494 w 3786013"/>
                <a:gd name="connsiteY6" fmla="*/ 0 h 1692998"/>
                <a:gd name="connsiteX0" fmla="*/ 12494 w 3786013"/>
                <a:gd name="connsiteY0" fmla="*/ 0 h 1692998"/>
                <a:gd name="connsiteX1" fmla="*/ 3786013 w 3786013"/>
                <a:gd name="connsiteY1" fmla="*/ 0 h 1692998"/>
                <a:gd name="connsiteX2" fmla="*/ 3786013 w 3786013"/>
                <a:gd name="connsiteY2" fmla="*/ 791069 h 1692998"/>
                <a:gd name="connsiteX3" fmla="*/ 2293967 w 3786013"/>
                <a:gd name="connsiteY3" fmla="*/ 782016 h 1692998"/>
                <a:gd name="connsiteX4" fmla="*/ 2290526 w 3786013"/>
                <a:gd name="connsiteY4" fmla="*/ 1683944 h 1692998"/>
                <a:gd name="connsiteX5" fmla="*/ 0 w 3786013"/>
                <a:gd name="connsiteY5" fmla="*/ 1692998 h 1692998"/>
                <a:gd name="connsiteX6" fmla="*/ 12494 w 3786013"/>
                <a:gd name="connsiteY6" fmla="*/ 0 h 1692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86013" h="1692998">
                  <a:moveTo>
                    <a:pt x="12494" y="0"/>
                  </a:moveTo>
                  <a:lnTo>
                    <a:pt x="3786013" y="0"/>
                  </a:lnTo>
                  <a:lnTo>
                    <a:pt x="3786013" y="791069"/>
                  </a:lnTo>
                  <a:lnTo>
                    <a:pt x="2293967" y="782016"/>
                  </a:lnTo>
                  <a:lnTo>
                    <a:pt x="2290526" y="1683944"/>
                  </a:lnTo>
                  <a:lnTo>
                    <a:pt x="0" y="1692998"/>
                  </a:lnTo>
                  <a:cubicBezTo>
                    <a:pt x="1147" y="1134701"/>
                    <a:pt x="11347" y="558297"/>
                    <a:pt x="12494" y="0"/>
                  </a:cubicBezTo>
                  <a:close/>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4" name="Straight Arrow Connector 133">
              <a:extLst>
                <a:ext uri="{FF2B5EF4-FFF2-40B4-BE49-F238E27FC236}">
                  <a16:creationId xmlns:a16="http://schemas.microsoft.com/office/drawing/2014/main" id="{8B8AB762-6F38-4EDA-92B2-2801FDDA2465}"/>
                </a:ext>
              </a:extLst>
            </p:cNvPr>
            <p:cNvCxnSpPr>
              <a:cxnSpLocks/>
            </p:cNvCxnSpPr>
            <p:nvPr/>
          </p:nvCxnSpPr>
          <p:spPr>
            <a:xfrm flipV="1">
              <a:off x="5336066" y="2878176"/>
              <a:ext cx="125596" cy="373752"/>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grpSp>
      <p:grpSp>
        <p:nvGrpSpPr>
          <p:cNvPr id="12" name="weight gain" hidden="1">
            <a:extLst>
              <a:ext uri="{FF2B5EF4-FFF2-40B4-BE49-F238E27FC236}">
                <a16:creationId xmlns:a16="http://schemas.microsoft.com/office/drawing/2014/main" id="{D8B01A22-3BC5-47D4-B093-44250736C873}"/>
              </a:ext>
            </a:extLst>
          </p:cNvPr>
          <p:cNvGrpSpPr/>
          <p:nvPr/>
        </p:nvGrpSpPr>
        <p:grpSpPr>
          <a:xfrm>
            <a:off x="4811135" y="1622998"/>
            <a:ext cx="4943128" cy="1644346"/>
            <a:chOff x="4715871" y="1624427"/>
            <a:chExt cx="4943128" cy="1644346"/>
          </a:xfrm>
        </p:grpSpPr>
        <p:sp>
          <p:nvSpPr>
            <p:cNvPr id="136" name="Rectangle 135">
              <a:extLst>
                <a:ext uri="{FF2B5EF4-FFF2-40B4-BE49-F238E27FC236}">
                  <a16:creationId xmlns:a16="http://schemas.microsoft.com/office/drawing/2014/main" id="{9B55AB09-9ECF-4CCD-851B-3A00710983CD}"/>
                </a:ext>
              </a:extLst>
            </p:cNvPr>
            <p:cNvSpPr/>
            <p:nvPr/>
          </p:nvSpPr>
          <p:spPr>
            <a:xfrm>
              <a:off x="4715871" y="2411289"/>
              <a:ext cx="1704365" cy="3030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2B119EE0-1B23-45C7-8689-65B0ED011F05}"/>
                </a:ext>
              </a:extLst>
            </p:cNvPr>
            <p:cNvSpPr/>
            <p:nvPr/>
          </p:nvSpPr>
          <p:spPr>
            <a:xfrm>
              <a:off x="8379473" y="1624427"/>
              <a:ext cx="1279526" cy="3030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8" name="Straight Arrow Connector 137">
              <a:extLst>
                <a:ext uri="{FF2B5EF4-FFF2-40B4-BE49-F238E27FC236}">
                  <a16:creationId xmlns:a16="http://schemas.microsoft.com/office/drawing/2014/main" id="{AECE7CBE-BD9F-4D9A-912A-67AF8B64E588}"/>
                </a:ext>
              </a:extLst>
            </p:cNvPr>
            <p:cNvCxnSpPr>
              <a:cxnSpLocks/>
              <a:stCxn id="136" idx="2"/>
            </p:cNvCxnSpPr>
            <p:nvPr/>
          </p:nvCxnSpPr>
          <p:spPr>
            <a:xfrm>
              <a:off x="5568054" y="2714333"/>
              <a:ext cx="1730792" cy="554440"/>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743EBE88-9999-4328-8804-3D40603C87ED}"/>
                </a:ext>
              </a:extLst>
            </p:cNvPr>
            <p:cNvCxnSpPr>
              <a:cxnSpLocks/>
              <a:stCxn id="137" idx="2"/>
            </p:cNvCxnSpPr>
            <p:nvPr/>
          </p:nvCxnSpPr>
          <p:spPr>
            <a:xfrm flipH="1">
              <a:off x="7298846" y="1927471"/>
              <a:ext cx="1720390" cy="1341302"/>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0" name="sex side effect box" hidden="1">
            <a:extLst>
              <a:ext uri="{FF2B5EF4-FFF2-40B4-BE49-F238E27FC236}">
                <a16:creationId xmlns:a16="http://schemas.microsoft.com/office/drawing/2014/main" id="{387ACF1C-D9A6-44C3-8178-B31F082189A2}"/>
              </a:ext>
            </a:extLst>
          </p:cNvPr>
          <p:cNvSpPr/>
          <p:nvPr/>
        </p:nvSpPr>
        <p:spPr>
          <a:xfrm>
            <a:off x="4663516" y="1156150"/>
            <a:ext cx="6864086" cy="1692998"/>
          </a:xfrm>
          <a:custGeom>
            <a:avLst/>
            <a:gdLst>
              <a:gd name="connsiteX0" fmla="*/ 0 w 8157172"/>
              <a:gd name="connsiteY0" fmla="*/ 0 h 1692998"/>
              <a:gd name="connsiteX1" fmla="*/ 9053 w 8157172"/>
              <a:gd name="connsiteY1" fmla="*/ 1692998 h 1692998"/>
              <a:gd name="connsiteX2" fmla="*/ 8157172 w 8157172"/>
              <a:gd name="connsiteY2" fmla="*/ 1692998 h 1692998"/>
              <a:gd name="connsiteX3" fmla="*/ 8157172 w 8157172"/>
              <a:gd name="connsiteY3" fmla="*/ 72428 h 1692998"/>
              <a:gd name="connsiteX4" fmla="*/ 5920966 w 8157172"/>
              <a:gd name="connsiteY4" fmla="*/ 72428 h 1692998"/>
              <a:gd name="connsiteX5" fmla="*/ 5920966 w 8157172"/>
              <a:gd name="connsiteY5" fmla="*/ 425513 h 1692998"/>
              <a:gd name="connsiteX6" fmla="*/ 4454305 w 8157172"/>
              <a:gd name="connsiteY6" fmla="*/ 425513 h 1692998"/>
              <a:gd name="connsiteX7" fmla="*/ 2335794 w 8157172"/>
              <a:gd name="connsiteY7" fmla="*/ 425513 h 1692998"/>
              <a:gd name="connsiteX8" fmla="*/ 2335794 w 8157172"/>
              <a:gd name="connsiteY8" fmla="*/ 18107 h 1692998"/>
              <a:gd name="connsiteX9" fmla="*/ 0 w 8157172"/>
              <a:gd name="connsiteY9" fmla="*/ 0 h 1692998"/>
              <a:gd name="connsiteX0" fmla="*/ 0 w 8157172"/>
              <a:gd name="connsiteY0" fmla="*/ 0 h 1692998"/>
              <a:gd name="connsiteX1" fmla="*/ 9053 w 8157172"/>
              <a:gd name="connsiteY1" fmla="*/ 1692998 h 1692998"/>
              <a:gd name="connsiteX2" fmla="*/ 8157172 w 8157172"/>
              <a:gd name="connsiteY2" fmla="*/ 769544 h 1692998"/>
              <a:gd name="connsiteX3" fmla="*/ 8157172 w 8157172"/>
              <a:gd name="connsiteY3" fmla="*/ 72428 h 1692998"/>
              <a:gd name="connsiteX4" fmla="*/ 5920966 w 8157172"/>
              <a:gd name="connsiteY4" fmla="*/ 72428 h 1692998"/>
              <a:gd name="connsiteX5" fmla="*/ 5920966 w 8157172"/>
              <a:gd name="connsiteY5" fmla="*/ 425513 h 1692998"/>
              <a:gd name="connsiteX6" fmla="*/ 4454305 w 8157172"/>
              <a:gd name="connsiteY6" fmla="*/ 425513 h 1692998"/>
              <a:gd name="connsiteX7" fmla="*/ 2335794 w 8157172"/>
              <a:gd name="connsiteY7" fmla="*/ 425513 h 1692998"/>
              <a:gd name="connsiteX8" fmla="*/ 2335794 w 8157172"/>
              <a:gd name="connsiteY8" fmla="*/ 18107 h 1692998"/>
              <a:gd name="connsiteX9" fmla="*/ 0 w 8157172"/>
              <a:gd name="connsiteY9" fmla="*/ 0 h 1692998"/>
              <a:gd name="connsiteX0" fmla="*/ 0 w 8157172"/>
              <a:gd name="connsiteY0" fmla="*/ 0 h 1702051"/>
              <a:gd name="connsiteX1" fmla="*/ 9053 w 8157172"/>
              <a:gd name="connsiteY1" fmla="*/ 1692998 h 1702051"/>
              <a:gd name="connsiteX2" fmla="*/ 0 w 8157172"/>
              <a:gd name="connsiteY2" fmla="*/ 1702051 h 1702051"/>
              <a:gd name="connsiteX3" fmla="*/ 8157172 w 8157172"/>
              <a:gd name="connsiteY3" fmla="*/ 769544 h 1702051"/>
              <a:gd name="connsiteX4" fmla="*/ 8157172 w 8157172"/>
              <a:gd name="connsiteY4" fmla="*/ 72428 h 1702051"/>
              <a:gd name="connsiteX5" fmla="*/ 5920966 w 8157172"/>
              <a:gd name="connsiteY5" fmla="*/ 72428 h 1702051"/>
              <a:gd name="connsiteX6" fmla="*/ 5920966 w 8157172"/>
              <a:gd name="connsiteY6" fmla="*/ 425513 h 1702051"/>
              <a:gd name="connsiteX7" fmla="*/ 4454305 w 8157172"/>
              <a:gd name="connsiteY7" fmla="*/ 425513 h 1702051"/>
              <a:gd name="connsiteX8" fmla="*/ 2335794 w 8157172"/>
              <a:gd name="connsiteY8" fmla="*/ 425513 h 1702051"/>
              <a:gd name="connsiteX9" fmla="*/ 2335794 w 8157172"/>
              <a:gd name="connsiteY9" fmla="*/ 18107 h 1702051"/>
              <a:gd name="connsiteX10" fmla="*/ 0 w 8157172"/>
              <a:gd name="connsiteY10" fmla="*/ 0 h 1702051"/>
              <a:gd name="connsiteX0" fmla="*/ 0 w 8157172"/>
              <a:gd name="connsiteY0" fmla="*/ 0 h 1692998"/>
              <a:gd name="connsiteX1" fmla="*/ 9053 w 8157172"/>
              <a:gd name="connsiteY1" fmla="*/ 1692998 h 1692998"/>
              <a:gd name="connsiteX2" fmla="*/ 2290527 w 8157172"/>
              <a:gd name="connsiteY2" fmla="*/ 1692997 h 1692998"/>
              <a:gd name="connsiteX3" fmla="*/ 8157172 w 8157172"/>
              <a:gd name="connsiteY3" fmla="*/ 769544 h 1692998"/>
              <a:gd name="connsiteX4" fmla="*/ 8157172 w 8157172"/>
              <a:gd name="connsiteY4" fmla="*/ 72428 h 1692998"/>
              <a:gd name="connsiteX5" fmla="*/ 5920966 w 8157172"/>
              <a:gd name="connsiteY5" fmla="*/ 72428 h 1692998"/>
              <a:gd name="connsiteX6" fmla="*/ 5920966 w 8157172"/>
              <a:gd name="connsiteY6" fmla="*/ 425513 h 1692998"/>
              <a:gd name="connsiteX7" fmla="*/ 4454305 w 8157172"/>
              <a:gd name="connsiteY7" fmla="*/ 425513 h 1692998"/>
              <a:gd name="connsiteX8" fmla="*/ 2335794 w 8157172"/>
              <a:gd name="connsiteY8" fmla="*/ 425513 h 1692998"/>
              <a:gd name="connsiteX9" fmla="*/ 2335794 w 8157172"/>
              <a:gd name="connsiteY9" fmla="*/ 18107 h 1692998"/>
              <a:gd name="connsiteX10" fmla="*/ 0 w 8157172"/>
              <a:gd name="connsiteY10"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81473 w 8157172"/>
              <a:gd name="connsiteY3" fmla="*/ 1683944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832918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782118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782118 h 1692998"/>
              <a:gd name="connsiteX4" fmla="*/ 7627925 w 8157172"/>
              <a:gd name="connsiteY4" fmla="*/ 779069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7627925"/>
              <a:gd name="connsiteY0" fmla="*/ 0 h 1692998"/>
              <a:gd name="connsiteX1" fmla="*/ 9053 w 7627925"/>
              <a:gd name="connsiteY1" fmla="*/ 1692998 h 1692998"/>
              <a:gd name="connsiteX2" fmla="*/ 2290527 w 7627925"/>
              <a:gd name="connsiteY2" fmla="*/ 1692997 h 1692998"/>
              <a:gd name="connsiteX3" fmla="*/ 2290527 w 7627925"/>
              <a:gd name="connsiteY3" fmla="*/ 782118 h 1692998"/>
              <a:gd name="connsiteX4" fmla="*/ 7627925 w 7627925"/>
              <a:gd name="connsiteY4" fmla="*/ 779069 h 1692998"/>
              <a:gd name="connsiteX5" fmla="*/ 7627925 w 7627925"/>
              <a:gd name="connsiteY5" fmla="*/ 91478 h 1692998"/>
              <a:gd name="connsiteX6" fmla="*/ 5920966 w 7627925"/>
              <a:gd name="connsiteY6" fmla="*/ 72428 h 1692998"/>
              <a:gd name="connsiteX7" fmla="*/ 5920966 w 7627925"/>
              <a:gd name="connsiteY7" fmla="*/ 425513 h 1692998"/>
              <a:gd name="connsiteX8" fmla="*/ 4454305 w 7627925"/>
              <a:gd name="connsiteY8" fmla="*/ 425513 h 1692998"/>
              <a:gd name="connsiteX9" fmla="*/ 2335794 w 7627925"/>
              <a:gd name="connsiteY9" fmla="*/ 425513 h 1692998"/>
              <a:gd name="connsiteX10" fmla="*/ 2335794 w 7627925"/>
              <a:gd name="connsiteY10" fmla="*/ 18107 h 1692998"/>
              <a:gd name="connsiteX11" fmla="*/ 0 w 7627925"/>
              <a:gd name="connsiteY11" fmla="*/ 0 h 1692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27925" h="1692998">
                <a:moveTo>
                  <a:pt x="0" y="0"/>
                </a:moveTo>
                <a:cubicBezTo>
                  <a:pt x="3018" y="564333"/>
                  <a:pt x="6035" y="1128665"/>
                  <a:pt x="9053" y="1692998"/>
                </a:cubicBezTo>
                <a:lnTo>
                  <a:pt x="2290527" y="1692997"/>
                </a:lnTo>
                <a:lnTo>
                  <a:pt x="2290527" y="782118"/>
                </a:lnTo>
                <a:lnTo>
                  <a:pt x="7627925" y="779069"/>
                </a:lnTo>
                <a:lnTo>
                  <a:pt x="7627925" y="91478"/>
                </a:lnTo>
                <a:lnTo>
                  <a:pt x="5920966" y="72428"/>
                </a:lnTo>
                <a:lnTo>
                  <a:pt x="5920966" y="425513"/>
                </a:lnTo>
                <a:lnTo>
                  <a:pt x="4454305" y="425513"/>
                </a:lnTo>
                <a:lnTo>
                  <a:pt x="2335794" y="425513"/>
                </a:lnTo>
                <a:lnTo>
                  <a:pt x="2335794" y="18107"/>
                </a:lnTo>
                <a:lnTo>
                  <a:pt x="0" y="0"/>
                </a:lnTo>
                <a:close/>
              </a:path>
            </a:pathLst>
          </a:custGeom>
          <a:noFill/>
          <a:ln w="28575">
            <a:solidFill>
              <a:srgbClr val="FF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QTc prol" hidden="1">
            <a:extLst>
              <a:ext uri="{FF2B5EF4-FFF2-40B4-BE49-F238E27FC236}">
                <a16:creationId xmlns:a16="http://schemas.microsoft.com/office/drawing/2014/main" id="{9B9D0947-6A6A-43BC-8197-5491CA281135}"/>
              </a:ext>
            </a:extLst>
          </p:cNvPr>
          <p:cNvGrpSpPr/>
          <p:nvPr/>
        </p:nvGrpSpPr>
        <p:grpSpPr>
          <a:xfrm>
            <a:off x="4799416" y="1263382"/>
            <a:ext cx="6703486" cy="2000181"/>
            <a:chOff x="4799416" y="1263382"/>
            <a:chExt cx="6703486" cy="2000181"/>
          </a:xfrm>
        </p:grpSpPr>
        <p:sp>
          <p:nvSpPr>
            <p:cNvPr id="142" name="Rectangle 141">
              <a:extLst>
                <a:ext uri="{FF2B5EF4-FFF2-40B4-BE49-F238E27FC236}">
                  <a16:creationId xmlns:a16="http://schemas.microsoft.com/office/drawing/2014/main" id="{355869E7-5217-44DB-9F79-BCB667B78043}"/>
                </a:ext>
              </a:extLst>
            </p:cNvPr>
            <p:cNvSpPr/>
            <p:nvPr/>
          </p:nvSpPr>
          <p:spPr>
            <a:xfrm>
              <a:off x="10099241" y="1263382"/>
              <a:ext cx="1403661" cy="6766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0FB7DC31-494B-4D97-96A8-BCA430D59A79}"/>
                </a:ext>
              </a:extLst>
            </p:cNvPr>
            <p:cNvSpPr/>
            <p:nvPr/>
          </p:nvSpPr>
          <p:spPr>
            <a:xfrm>
              <a:off x="4799416" y="1869682"/>
              <a:ext cx="1926218" cy="300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4" name="Straight Arrow Connector 143">
              <a:extLst>
                <a:ext uri="{FF2B5EF4-FFF2-40B4-BE49-F238E27FC236}">
                  <a16:creationId xmlns:a16="http://schemas.microsoft.com/office/drawing/2014/main" id="{A1C44EE3-7CA0-4B04-A5EF-2ED715D7D1E6}"/>
                </a:ext>
              </a:extLst>
            </p:cNvPr>
            <p:cNvCxnSpPr>
              <a:cxnSpLocks/>
              <a:stCxn id="142" idx="2"/>
            </p:cNvCxnSpPr>
            <p:nvPr/>
          </p:nvCxnSpPr>
          <p:spPr>
            <a:xfrm>
              <a:off x="10801072" y="1940005"/>
              <a:ext cx="308738" cy="1323558"/>
            </a:xfrm>
            <a:prstGeom prst="straightConnector1">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7D5FE512-813B-43E6-82A4-6299A3F95757}"/>
                </a:ext>
              </a:extLst>
            </p:cNvPr>
            <p:cNvCxnSpPr>
              <a:cxnSpLocks/>
              <a:stCxn id="143" idx="3"/>
            </p:cNvCxnSpPr>
            <p:nvPr/>
          </p:nvCxnSpPr>
          <p:spPr>
            <a:xfrm>
              <a:off x="6725634" y="2019893"/>
              <a:ext cx="4384176" cy="1243670"/>
            </a:xfrm>
            <a:prstGeom prst="straightConnector1">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7" name="TCA">
            <a:extLst>
              <a:ext uri="{FF2B5EF4-FFF2-40B4-BE49-F238E27FC236}">
                <a16:creationId xmlns:a16="http://schemas.microsoft.com/office/drawing/2014/main" id="{D65C7CD8-FCC0-4AB2-AAC2-4B66A84B7A58}"/>
              </a:ext>
            </a:extLst>
          </p:cNvPr>
          <p:cNvSpPr/>
          <p:nvPr/>
        </p:nvSpPr>
        <p:spPr>
          <a:xfrm>
            <a:off x="2955542" y="1342312"/>
            <a:ext cx="1440905" cy="373579"/>
          </a:xfrm>
          <a:prstGeom prst="roundRect">
            <a:avLst/>
          </a:prstGeom>
          <a:solidFill>
            <a:schemeClr val="bg1"/>
          </a:solidFill>
          <a:ln w="28575">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“Activating”?</a:t>
            </a:r>
          </a:p>
        </p:txBody>
      </p:sp>
      <p:sp>
        <p:nvSpPr>
          <p:cNvPr id="148" name="TCA">
            <a:extLst>
              <a:ext uri="{FF2B5EF4-FFF2-40B4-BE49-F238E27FC236}">
                <a16:creationId xmlns:a16="http://schemas.microsoft.com/office/drawing/2014/main" id="{E9FA5C4E-2788-43E4-A6CA-08DEB7E3BAC1}"/>
              </a:ext>
            </a:extLst>
          </p:cNvPr>
          <p:cNvSpPr/>
          <p:nvPr/>
        </p:nvSpPr>
        <p:spPr>
          <a:xfrm>
            <a:off x="2967853" y="2095110"/>
            <a:ext cx="1428594" cy="373579"/>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“Sedating”?</a:t>
            </a:r>
          </a:p>
        </p:txBody>
      </p:sp>
      <p:pic>
        <p:nvPicPr>
          <p:cNvPr id="86" name="Graphic 85" descr="Cursor with solid fill">
            <a:extLst>
              <a:ext uri="{FF2B5EF4-FFF2-40B4-BE49-F238E27FC236}">
                <a16:creationId xmlns:a16="http://schemas.microsoft.com/office/drawing/2014/main" id="{0ED72218-F36A-41B8-B219-BD9EE8565C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9188" y="1591925"/>
            <a:ext cx="395274" cy="395274"/>
          </a:xfrm>
          <a:prstGeom prst="rect">
            <a:avLst/>
          </a:prstGeom>
        </p:spPr>
      </p:pic>
      <p:pic>
        <p:nvPicPr>
          <p:cNvPr id="150" name="Graphic 149" descr="Cursor with solid fill">
            <a:extLst>
              <a:ext uri="{FF2B5EF4-FFF2-40B4-BE49-F238E27FC236}">
                <a16:creationId xmlns:a16="http://schemas.microsoft.com/office/drawing/2014/main" id="{87C7E786-B3D1-4DCD-A847-4C86E9B0CE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9188" y="2316803"/>
            <a:ext cx="395274" cy="395274"/>
          </a:xfrm>
          <a:prstGeom prst="rect">
            <a:avLst/>
          </a:prstGeom>
        </p:spPr>
      </p:pic>
      <p:grpSp>
        <p:nvGrpSpPr>
          <p:cNvPr id="25" name="drowsiness" hidden="1">
            <a:extLst>
              <a:ext uri="{FF2B5EF4-FFF2-40B4-BE49-F238E27FC236}">
                <a16:creationId xmlns:a16="http://schemas.microsoft.com/office/drawing/2014/main" id="{817F222A-3B5C-4B85-9A8B-2C3AFCA39660}"/>
              </a:ext>
            </a:extLst>
          </p:cNvPr>
          <p:cNvGrpSpPr/>
          <p:nvPr/>
        </p:nvGrpSpPr>
        <p:grpSpPr>
          <a:xfrm>
            <a:off x="4842050" y="1343489"/>
            <a:ext cx="6623609" cy="2270714"/>
            <a:chOff x="4842050" y="1343489"/>
            <a:chExt cx="6623609" cy="2270714"/>
          </a:xfrm>
        </p:grpSpPr>
        <p:cxnSp>
          <p:nvCxnSpPr>
            <p:cNvPr id="5" name="Straight Arrow Connector 4">
              <a:extLst>
                <a:ext uri="{FF2B5EF4-FFF2-40B4-BE49-F238E27FC236}">
                  <a16:creationId xmlns:a16="http://schemas.microsoft.com/office/drawing/2014/main" id="{98FB9D52-A43F-4206-B4AF-EAE02A3CDE77}"/>
                </a:ext>
              </a:extLst>
            </p:cNvPr>
            <p:cNvCxnSpPr>
              <a:cxnSpLocks/>
            </p:cNvCxnSpPr>
            <p:nvPr/>
          </p:nvCxnSpPr>
          <p:spPr>
            <a:xfrm flipV="1">
              <a:off x="8865087" y="1950473"/>
              <a:ext cx="1122225" cy="166373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D31C165F-26EE-4E06-BD5C-7CA6B7EB1331}"/>
                </a:ext>
              </a:extLst>
            </p:cNvPr>
            <p:cNvSpPr/>
            <p:nvPr/>
          </p:nvSpPr>
          <p:spPr>
            <a:xfrm>
              <a:off x="8493399" y="1343489"/>
              <a:ext cx="2972260" cy="600075"/>
            </a:xfrm>
            <a:custGeom>
              <a:avLst/>
              <a:gdLst>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52550 w 2828925"/>
                <a:gd name="connsiteY5" fmla="*/ 28575 h 600075"/>
                <a:gd name="connsiteX6" fmla="*/ 2828925 w 2828925"/>
                <a:gd name="connsiteY6" fmla="*/ 0 h 600075"/>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57312 w 2828925"/>
                <a:gd name="connsiteY5" fmla="*/ 9525 h 600075"/>
                <a:gd name="connsiteX6" fmla="*/ 2828925 w 2828925"/>
                <a:gd name="connsiteY6" fmla="*/ 0 h 600075"/>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47787 w 2828925"/>
                <a:gd name="connsiteY5" fmla="*/ 4762 h 600075"/>
                <a:gd name="connsiteX6" fmla="*/ 2828925 w 2828925"/>
                <a:gd name="connsiteY6" fmla="*/ 0 h 600075"/>
                <a:gd name="connsiteX0" fmla="*/ 2971800 w 2971800"/>
                <a:gd name="connsiteY0" fmla="*/ 0 h 600075"/>
                <a:gd name="connsiteX1" fmla="*/ 2971800 w 2971800"/>
                <a:gd name="connsiteY1" fmla="*/ 600075 h 600075"/>
                <a:gd name="connsiteX2" fmla="*/ 0 w 2971800"/>
                <a:gd name="connsiteY2" fmla="*/ 600075 h 600075"/>
                <a:gd name="connsiteX3" fmla="*/ 142875 w 2971800"/>
                <a:gd name="connsiteY3" fmla="*/ 304800 h 600075"/>
                <a:gd name="connsiteX4" fmla="*/ 1495425 w 2971800"/>
                <a:gd name="connsiteY4" fmla="*/ 304800 h 600075"/>
                <a:gd name="connsiteX5" fmla="*/ 1490662 w 2971800"/>
                <a:gd name="connsiteY5" fmla="*/ 4762 h 600075"/>
                <a:gd name="connsiteX6" fmla="*/ 2971800 w 2971800"/>
                <a:gd name="connsiteY6" fmla="*/ 0 h 600075"/>
                <a:gd name="connsiteX0" fmla="*/ 2981325 w 2981325"/>
                <a:gd name="connsiteY0" fmla="*/ 0 h 600075"/>
                <a:gd name="connsiteX1" fmla="*/ 2981325 w 2981325"/>
                <a:gd name="connsiteY1" fmla="*/ 600075 h 600075"/>
                <a:gd name="connsiteX2" fmla="*/ 9525 w 2981325"/>
                <a:gd name="connsiteY2" fmla="*/ 600075 h 600075"/>
                <a:gd name="connsiteX3" fmla="*/ 0 w 2981325"/>
                <a:gd name="connsiteY3" fmla="*/ 304800 h 600075"/>
                <a:gd name="connsiteX4" fmla="*/ 1504950 w 2981325"/>
                <a:gd name="connsiteY4" fmla="*/ 304800 h 600075"/>
                <a:gd name="connsiteX5" fmla="*/ 1500187 w 2981325"/>
                <a:gd name="connsiteY5" fmla="*/ 4762 h 600075"/>
                <a:gd name="connsiteX6" fmla="*/ 2981325 w 2981325"/>
                <a:gd name="connsiteY6" fmla="*/ 0 h 600075"/>
                <a:gd name="connsiteX0" fmla="*/ 2971800 w 2971800"/>
                <a:gd name="connsiteY0" fmla="*/ 0 h 600075"/>
                <a:gd name="connsiteX1" fmla="*/ 2971800 w 2971800"/>
                <a:gd name="connsiteY1" fmla="*/ 600075 h 600075"/>
                <a:gd name="connsiteX2" fmla="*/ 0 w 2971800"/>
                <a:gd name="connsiteY2" fmla="*/ 600075 h 600075"/>
                <a:gd name="connsiteX3" fmla="*/ 4762 w 2971800"/>
                <a:gd name="connsiteY3" fmla="*/ 311944 h 600075"/>
                <a:gd name="connsiteX4" fmla="*/ 1495425 w 2971800"/>
                <a:gd name="connsiteY4" fmla="*/ 304800 h 600075"/>
                <a:gd name="connsiteX5" fmla="*/ 1490662 w 2971800"/>
                <a:gd name="connsiteY5" fmla="*/ 4762 h 600075"/>
                <a:gd name="connsiteX6" fmla="*/ 2971800 w 2971800"/>
                <a:gd name="connsiteY6" fmla="*/ 0 h 600075"/>
                <a:gd name="connsiteX0" fmla="*/ 2976774 w 2976774"/>
                <a:gd name="connsiteY0" fmla="*/ 0 h 600075"/>
                <a:gd name="connsiteX1" fmla="*/ 2976774 w 2976774"/>
                <a:gd name="connsiteY1" fmla="*/ 600075 h 600075"/>
                <a:gd name="connsiteX2" fmla="*/ 4974 w 2976774"/>
                <a:gd name="connsiteY2" fmla="*/ 600075 h 600075"/>
                <a:gd name="connsiteX3" fmla="*/ 211 w 2976774"/>
                <a:gd name="connsiteY3" fmla="*/ 314325 h 600075"/>
                <a:gd name="connsiteX4" fmla="*/ 1500399 w 2976774"/>
                <a:gd name="connsiteY4" fmla="*/ 304800 h 600075"/>
                <a:gd name="connsiteX5" fmla="*/ 1495636 w 2976774"/>
                <a:gd name="connsiteY5" fmla="*/ 4762 h 600075"/>
                <a:gd name="connsiteX6" fmla="*/ 2976774 w 2976774"/>
                <a:gd name="connsiteY6" fmla="*/ 0 h 600075"/>
                <a:gd name="connsiteX0" fmla="*/ 2972260 w 2972260"/>
                <a:gd name="connsiteY0" fmla="*/ 0 h 600075"/>
                <a:gd name="connsiteX1" fmla="*/ 2972260 w 2972260"/>
                <a:gd name="connsiteY1" fmla="*/ 600075 h 600075"/>
                <a:gd name="connsiteX2" fmla="*/ 460 w 2972260"/>
                <a:gd name="connsiteY2" fmla="*/ 600075 h 600075"/>
                <a:gd name="connsiteX3" fmla="*/ 459 w 2972260"/>
                <a:gd name="connsiteY3" fmla="*/ 311943 h 600075"/>
                <a:gd name="connsiteX4" fmla="*/ 1495885 w 2972260"/>
                <a:gd name="connsiteY4" fmla="*/ 304800 h 600075"/>
                <a:gd name="connsiteX5" fmla="*/ 1491122 w 2972260"/>
                <a:gd name="connsiteY5" fmla="*/ 4762 h 600075"/>
                <a:gd name="connsiteX6" fmla="*/ 2972260 w 2972260"/>
                <a:gd name="connsiteY6"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2260" h="600075">
                  <a:moveTo>
                    <a:pt x="2972260" y="0"/>
                  </a:moveTo>
                  <a:lnTo>
                    <a:pt x="2972260" y="600075"/>
                  </a:lnTo>
                  <a:lnTo>
                    <a:pt x="460" y="600075"/>
                  </a:lnTo>
                  <a:cubicBezTo>
                    <a:pt x="2047" y="504031"/>
                    <a:pt x="-1128" y="407987"/>
                    <a:pt x="459" y="311943"/>
                  </a:cubicBezTo>
                  <a:lnTo>
                    <a:pt x="1495885" y="304800"/>
                  </a:lnTo>
                  <a:cubicBezTo>
                    <a:pt x="1497472" y="206375"/>
                    <a:pt x="1489535" y="103187"/>
                    <a:pt x="1491122" y="4762"/>
                  </a:cubicBezTo>
                  <a:lnTo>
                    <a:pt x="2972260" y="0"/>
                  </a:lnTo>
                  <a:close/>
                </a:path>
              </a:pathLst>
            </a:cu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46C6636-4F16-4764-84AC-6EF1FEDC2B70}"/>
                </a:ext>
              </a:extLst>
            </p:cNvPr>
            <p:cNvSpPr/>
            <p:nvPr/>
          </p:nvSpPr>
          <p:spPr>
            <a:xfrm>
              <a:off x="4842050" y="2440002"/>
              <a:ext cx="1750040" cy="283849"/>
            </a:xfrm>
            <a:prstGeom prst="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3" name="Straight Arrow Connector 152">
              <a:extLst>
                <a:ext uri="{FF2B5EF4-FFF2-40B4-BE49-F238E27FC236}">
                  <a16:creationId xmlns:a16="http://schemas.microsoft.com/office/drawing/2014/main" id="{BFCCEB7E-5EC9-43B6-9949-6B434BF57F2B}"/>
                </a:ext>
              </a:extLst>
            </p:cNvPr>
            <p:cNvCxnSpPr>
              <a:cxnSpLocks/>
              <a:endCxn id="17" idx="3"/>
            </p:cNvCxnSpPr>
            <p:nvPr/>
          </p:nvCxnSpPr>
          <p:spPr>
            <a:xfrm flipH="1" flipV="1">
              <a:off x="6592090" y="2581927"/>
              <a:ext cx="2272997" cy="1032276"/>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insomnia">
            <a:extLst>
              <a:ext uri="{FF2B5EF4-FFF2-40B4-BE49-F238E27FC236}">
                <a16:creationId xmlns:a16="http://schemas.microsoft.com/office/drawing/2014/main" id="{524C02C7-193A-4B61-A28E-3F940516CE32}"/>
              </a:ext>
            </a:extLst>
          </p:cNvPr>
          <p:cNvGrpSpPr/>
          <p:nvPr/>
        </p:nvGrpSpPr>
        <p:grpSpPr>
          <a:xfrm>
            <a:off x="4799416" y="1263382"/>
            <a:ext cx="4948773" cy="1988546"/>
            <a:chOff x="4799416" y="1263382"/>
            <a:chExt cx="4948773" cy="1988546"/>
          </a:xfrm>
        </p:grpSpPr>
        <p:sp>
          <p:nvSpPr>
            <p:cNvPr id="4" name="Rectangle 3">
              <a:extLst>
                <a:ext uri="{FF2B5EF4-FFF2-40B4-BE49-F238E27FC236}">
                  <a16:creationId xmlns:a16="http://schemas.microsoft.com/office/drawing/2014/main" id="{57E1F9EE-9EFB-4B50-AC0A-0CC45E00A1BF}"/>
                </a:ext>
              </a:extLst>
            </p:cNvPr>
            <p:cNvSpPr/>
            <p:nvPr/>
          </p:nvSpPr>
          <p:spPr>
            <a:xfrm>
              <a:off x="4799416" y="1263382"/>
              <a:ext cx="1968818" cy="626453"/>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2C0895FA-A980-4C33-891E-247C3DFFCEC5}"/>
                </a:ext>
              </a:extLst>
            </p:cNvPr>
            <p:cNvSpPr/>
            <p:nvPr/>
          </p:nvSpPr>
          <p:spPr>
            <a:xfrm>
              <a:off x="8344528" y="1310640"/>
              <a:ext cx="1403661" cy="336716"/>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0F9336D-3ABF-43EE-8D48-85FB7FD08396}"/>
                </a:ext>
              </a:extLst>
            </p:cNvPr>
            <p:cNvCxnSpPr>
              <a:cxnSpLocks/>
            </p:cNvCxnSpPr>
            <p:nvPr/>
          </p:nvCxnSpPr>
          <p:spPr>
            <a:xfrm flipH="1" flipV="1">
              <a:off x="9142589" y="1647356"/>
              <a:ext cx="533256" cy="1604572"/>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cxnSp>
          <p:nvCxnSpPr>
            <p:cNvPr id="149" name="Straight Arrow Connector 148">
              <a:extLst>
                <a:ext uri="{FF2B5EF4-FFF2-40B4-BE49-F238E27FC236}">
                  <a16:creationId xmlns:a16="http://schemas.microsoft.com/office/drawing/2014/main" id="{676C77D3-699F-42FA-88D7-E5434239F0F5}"/>
                </a:ext>
              </a:extLst>
            </p:cNvPr>
            <p:cNvCxnSpPr>
              <a:cxnSpLocks/>
            </p:cNvCxnSpPr>
            <p:nvPr/>
          </p:nvCxnSpPr>
          <p:spPr>
            <a:xfrm flipH="1" flipV="1">
              <a:off x="6768235" y="1889836"/>
              <a:ext cx="2907610" cy="1362092"/>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grpSp>
      <p:grpSp>
        <p:nvGrpSpPr>
          <p:cNvPr id="154" name="Group 153">
            <a:extLst>
              <a:ext uri="{FF2B5EF4-FFF2-40B4-BE49-F238E27FC236}">
                <a16:creationId xmlns:a16="http://schemas.microsoft.com/office/drawing/2014/main" id="{C4C4FAD9-8B0A-4A84-A0DE-3476DE1A6688}"/>
              </a:ext>
            </a:extLst>
          </p:cNvPr>
          <p:cNvGrpSpPr/>
          <p:nvPr/>
        </p:nvGrpSpPr>
        <p:grpSpPr>
          <a:xfrm>
            <a:off x="4585577" y="3129869"/>
            <a:ext cx="1008841" cy="1667316"/>
            <a:chOff x="821593" y="4315964"/>
            <a:chExt cx="1129720" cy="1867093"/>
          </a:xfrm>
        </p:grpSpPr>
        <p:pic>
          <p:nvPicPr>
            <p:cNvPr id="155" name="Graphic 154" descr="Stomach outline">
              <a:hlinkClick r:id="rId5" action="ppaction://hlinksldjump"/>
              <a:extLst>
                <a:ext uri="{FF2B5EF4-FFF2-40B4-BE49-F238E27FC236}">
                  <a16:creationId xmlns:a16="http://schemas.microsoft.com/office/drawing/2014/main" id="{51D4CCF8-62C4-452F-8A8A-76DFABF9A1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7639" y="4315964"/>
              <a:ext cx="997163" cy="997163"/>
            </a:xfrm>
            <a:prstGeom prst="rect">
              <a:avLst/>
            </a:prstGeom>
            <a:effectLst>
              <a:outerShdw blurRad="50800" dist="38100" dir="2700000" algn="tl" rotWithShape="0">
                <a:prstClr val="black">
                  <a:alpha val="40000"/>
                </a:prstClr>
              </a:outerShdw>
            </a:effectLst>
          </p:spPr>
        </p:pic>
        <p:sp>
          <p:nvSpPr>
            <p:cNvPr id="161" name="TextBox 160">
              <a:extLst>
                <a:ext uri="{FF2B5EF4-FFF2-40B4-BE49-F238E27FC236}">
                  <a16:creationId xmlns:a16="http://schemas.microsoft.com/office/drawing/2014/main" id="{ACD02775-645C-4699-A0BC-EA711BD1AFF2}"/>
                </a:ext>
              </a:extLst>
            </p:cNvPr>
            <p:cNvSpPr txBox="1"/>
            <p:nvPr/>
          </p:nvSpPr>
          <p:spPr>
            <a:xfrm>
              <a:off x="821593" y="5218026"/>
              <a:ext cx="1129720" cy="965031"/>
            </a:xfrm>
            <a:prstGeom prst="rect">
              <a:avLst/>
            </a:prstGeom>
            <a:solidFill>
              <a:schemeClr val="bg1"/>
            </a:solidFill>
          </p:spPr>
          <p:txBody>
            <a:bodyPr wrap="square" rtlCol="0">
              <a:spAutoFit/>
            </a:bodyPr>
            <a:lstStyle/>
            <a:p>
              <a:pPr algn="ctr"/>
              <a:r>
                <a:rPr lang="en-US"/>
                <a:t>GI Toxicity</a:t>
              </a:r>
            </a:p>
            <a:p>
              <a:pPr algn="ctr"/>
              <a:r>
                <a:rPr lang="en-US" sz="1200"/>
                <a:t>(transient)</a:t>
              </a:r>
            </a:p>
          </p:txBody>
        </p:sp>
      </p:grpSp>
      <p:grpSp>
        <p:nvGrpSpPr>
          <p:cNvPr id="162" name="Group 161">
            <a:extLst>
              <a:ext uri="{FF2B5EF4-FFF2-40B4-BE49-F238E27FC236}">
                <a16:creationId xmlns:a16="http://schemas.microsoft.com/office/drawing/2014/main" id="{ACC6B2D1-5AC5-4071-AFA3-9EC20BA13D8F}"/>
              </a:ext>
            </a:extLst>
          </p:cNvPr>
          <p:cNvGrpSpPr/>
          <p:nvPr/>
        </p:nvGrpSpPr>
        <p:grpSpPr>
          <a:xfrm>
            <a:off x="6768234" y="3267344"/>
            <a:ext cx="1339469" cy="1176921"/>
            <a:chOff x="2789798" y="4143669"/>
            <a:chExt cx="1499964" cy="1317939"/>
          </a:xfrm>
        </p:grpSpPr>
        <p:pic>
          <p:nvPicPr>
            <p:cNvPr id="163" name="Graphic 162" descr="Weight Gain with solid fill">
              <a:hlinkClick r:id="rId8" action="ppaction://hlinksldjump"/>
              <a:extLst>
                <a:ext uri="{FF2B5EF4-FFF2-40B4-BE49-F238E27FC236}">
                  <a16:creationId xmlns:a16="http://schemas.microsoft.com/office/drawing/2014/main" id="{13566BF0-0C13-4473-8BB2-EABF72809E5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992086" y="4143669"/>
              <a:ext cx="997162" cy="997162"/>
            </a:xfrm>
            <a:prstGeom prst="rect">
              <a:avLst/>
            </a:prstGeom>
            <a:effectLst>
              <a:outerShdw blurRad="50800" dist="38100" dir="2700000" algn="tl" rotWithShape="0">
                <a:prstClr val="black">
                  <a:alpha val="40000"/>
                </a:prstClr>
              </a:outerShdw>
            </a:effectLst>
          </p:spPr>
        </p:pic>
        <p:sp>
          <p:nvSpPr>
            <p:cNvPr id="164" name="TextBox 163">
              <a:extLst>
                <a:ext uri="{FF2B5EF4-FFF2-40B4-BE49-F238E27FC236}">
                  <a16:creationId xmlns:a16="http://schemas.microsoft.com/office/drawing/2014/main" id="{637CCBE5-EEA8-40E2-9D61-B0FAA705B80D}"/>
                </a:ext>
              </a:extLst>
            </p:cNvPr>
            <p:cNvSpPr txBox="1"/>
            <p:nvPr/>
          </p:nvSpPr>
          <p:spPr>
            <a:xfrm>
              <a:off x="2789798" y="5048023"/>
              <a:ext cx="1499964" cy="413585"/>
            </a:xfrm>
            <a:prstGeom prst="rect">
              <a:avLst/>
            </a:prstGeom>
            <a:solidFill>
              <a:schemeClr val="bg1"/>
            </a:solidFill>
          </p:spPr>
          <p:txBody>
            <a:bodyPr wrap="none" rtlCol="0">
              <a:spAutoFit/>
            </a:bodyPr>
            <a:lstStyle/>
            <a:p>
              <a:pPr algn="ctr"/>
              <a:r>
                <a:rPr lang="en-US"/>
                <a:t>Weight Gain</a:t>
              </a:r>
            </a:p>
          </p:txBody>
        </p:sp>
      </p:grpSp>
      <p:grpSp>
        <p:nvGrpSpPr>
          <p:cNvPr id="165" name="insomnia button">
            <a:extLst>
              <a:ext uri="{FF2B5EF4-FFF2-40B4-BE49-F238E27FC236}">
                <a16:creationId xmlns:a16="http://schemas.microsoft.com/office/drawing/2014/main" id="{75B8125F-3478-45FA-A46A-D00E7A6DFBD7}"/>
              </a:ext>
            </a:extLst>
          </p:cNvPr>
          <p:cNvGrpSpPr/>
          <p:nvPr/>
        </p:nvGrpSpPr>
        <p:grpSpPr>
          <a:xfrm>
            <a:off x="9226184" y="3215282"/>
            <a:ext cx="1245727" cy="1281044"/>
            <a:chOff x="6548896" y="3944267"/>
            <a:chExt cx="1394990" cy="1434538"/>
          </a:xfrm>
        </p:grpSpPr>
        <p:pic>
          <p:nvPicPr>
            <p:cNvPr id="166" name="Graphic 165" descr="Zany face outline with solid fill">
              <a:hlinkClick r:id="rId11" action="ppaction://hlinksldjump"/>
              <a:extLst>
                <a:ext uri="{FF2B5EF4-FFF2-40B4-BE49-F238E27FC236}">
                  <a16:creationId xmlns:a16="http://schemas.microsoft.com/office/drawing/2014/main" id="{DD3513F3-8103-4C73-8A42-2CFF1100A06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39928" y="3944267"/>
              <a:ext cx="831603" cy="831603"/>
            </a:xfrm>
            <a:prstGeom prst="rect">
              <a:avLst/>
            </a:prstGeom>
            <a:effectLst>
              <a:outerShdw blurRad="50800" dist="38100" dir="2700000" algn="tl" rotWithShape="0">
                <a:prstClr val="black">
                  <a:alpha val="40000"/>
                </a:prstClr>
              </a:outerShdw>
            </a:effectLst>
          </p:spPr>
        </p:pic>
        <p:sp>
          <p:nvSpPr>
            <p:cNvPr id="167" name="TextBox 166">
              <a:extLst>
                <a:ext uri="{FF2B5EF4-FFF2-40B4-BE49-F238E27FC236}">
                  <a16:creationId xmlns:a16="http://schemas.microsoft.com/office/drawing/2014/main" id="{3D9A8E63-34AE-49EA-988D-56ECFFD94AB3}"/>
                </a:ext>
              </a:extLst>
            </p:cNvPr>
            <p:cNvSpPr txBox="1"/>
            <p:nvPr/>
          </p:nvSpPr>
          <p:spPr>
            <a:xfrm>
              <a:off x="6548896" y="4655031"/>
              <a:ext cx="1394990" cy="723774"/>
            </a:xfrm>
            <a:prstGeom prst="rect">
              <a:avLst/>
            </a:prstGeom>
            <a:noFill/>
          </p:spPr>
          <p:txBody>
            <a:bodyPr wrap="none" rtlCol="0">
              <a:spAutoFit/>
            </a:bodyPr>
            <a:lstStyle/>
            <a:p>
              <a:pPr algn="ctr"/>
              <a:r>
                <a:rPr lang="en-US"/>
                <a:t>Insomnia</a:t>
              </a:r>
            </a:p>
            <a:p>
              <a:pPr algn="ctr"/>
              <a:r>
                <a:rPr lang="en-US"/>
                <a:t>&amp; Agitation</a:t>
              </a:r>
            </a:p>
          </p:txBody>
        </p:sp>
      </p:grpSp>
      <p:grpSp>
        <p:nvGrpSpPr>
          <p:cNvPr id="168" name="QTc button">
            <a:extLst>
              <a:ext uri="{FF2B5EF4-FFF2-40B4-BE49-F238E27FC236}">
                <a16:creationId xmlns:a16="http://schemas.microsoft.com/office/drawing/2014/main" id="{1EA2F1BF-FAD0-4ABF-B68C-D2D3D95C05E6}"/>
              </a:ext>
            </a:extLst>
          </p:cNvPr>
          <p:cNvGrpSpPr/>
          <p:nvPr/>
        </p:nvGrpSpPr>
        <p:grpSpPr>
          <a:xfrm>
            <a:off x="10407551" y="3263563"/>
            <a:ext cx="1384803" cy="1184483"/>
            <a:chOff x="8334716" y="3199605"/>
            <a:chExt cx="1550730" cy="1326407"/>
          </a:xfrm>
        </p:grpSpPr>
        <p:pic>
          <p:nvPicPr>
            <p:cNvPr id="169" name="Graphic 168" descr="Heartbeat with solid fill">
              <a:hlinkClick r:id="rId14" action="ppaction://hlinksldjump"/>
              <a:extLst>
                <a:ext uri="{FF2B5EF4-FFF2-40B4-BE49-F238E27FC236}">
                  <a16:creationId xmlns:a16="http://schemas.microsoft.com/office/drawing/2014/main" id="{9C7D2CC0-B404-4FDD-9C81-FE3D55E687E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750781" y="3199605"/>
              <a:ext cx="740677" cy="740677"/>
            </a:xfrm>
            <a:prstGeom prst="rect">
              <a:avLst/>
            </a:prstGeom>
            <a:effectLst>
              <a:outerShdw blurRad="50800" dist="38100" dir="2700000" algn="tl" rotWithShape="0">
                <a:prstClr val="black">
                  <a:alpha val="40000"/>
                </a:prstClr>
              </a:outerShdw>
            </a:effectLst>
          </p:spPr>
        </p:pic>
        <p:sp>
          <p:nvSpPr>
            <p:cNvPr id="170" name="TextBox 169">
              <a:extLst>
                <a:ext uri="{FF2B5EF4-FFF2-40B4-BE49-F238E27FC236}">
                  <a16:creationId xmlns:a16="http://schemas.microsoft.com/office/drawing/2014/main" id="{BF9DEBEE-C2D2-470F-9379-9F21E3D56D42}"/>
                </a:ext>
              </a:extLst>
            </p:cNvPr>
            <p:cNvSpPr txBox="1"/>
            <p:nvPr/>
          </p:nvSpPr>
          <p:spPr>
            <a:xfrm>
              <a:off x="8334716" y="3802238"/>
              <a:ext cx="1550730" cy="723774"/>
            </a:xfrm>
            <a:prstGeom prst="rect">
              <a:avLst/>
            </a:prstGeom>
            <a:noFill/>
          </p:spPr>
          <p:txBody>
            <a:bodyPr wrap="none" rtlCol="0">
              <a:spAutoFit/>
            </a:bodyPr>
            <a:lstStyle/>
            <a:p>
              <a:pPr algn="ctr"/>
              <a:r>
                <a:rPr lang="en-US"/>
                <a:t>QTc </a:t>
              </a:r>
            </a:p>
            <a:p>
              <a:pPr algn="ctr"/>
              <a:r>
                <a:rPr lang="en-US"/>
                <a:t>Prolongation</a:t>
              </a:r>
            </a:p>
          </p:txBody>
        </p:sp>
      </p:grpSp>
      <p:grpSp>
        <p:nvGrpSpPr>
          <p:cNvPr id="183" name="drowsiness button">
            <a:extLst>
              <a:ext uri="{FF2B5EF4-FFF2-40B4-BE49-F238E27FC236}">
                <a16:creationId xmlns:a16="http://schemas.microsoft.com/office/drawing/2014/main" id="{453F236C-70D8-4991-A2EA-26D27BD441F8}"/>
              </a:ext>
            </a:extLst>
          </p:cNvPr>
          <p:cNvGrpSpPr/>
          <p:nvPr/>
        </p:nvGrpSpPr>
        <p:grpSpPr>
          <a:xfrm>
            <a:off x="8043343" y="3340407"/>
            <a:ext cx="1247201" cy="1030795"/>
            <a:chOff x="10174770" y="3017082"/>
            <a:chExt cx="1396640" cy="1154304"/>
          </a:xfrm>
        </p:grpSpPr>
        <p:pic>
          <p:nvPicPr>
            <p:cNvPr id="184" name="Graphic 183" descr="Sleep outline">
              <a:hlinkClick r:id="rId17" action="ppaction://hlinksldjump"/>
              <a:extLst>
                <a:ext uri="{FF2B5EF4-FFF2-40B4-BE49-F238E27FC236}">
                  <a16:creationId xmlns:a16="http://schemas.microsoft.com/office/drawing/2014/main" id="{CDD5728A-6F9A-4093-9C53-93492489815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394513" y="3017082"/>
              <a:ext cx="1011214" cy="1011214"/>
            </a:xfrm>
            <a:prstGeom prst="rect">
              <a:avLst/>
            </a:prstGeom>
            <a:effectLst>
              <a:outerShdw blurRad="50800" dist="38100" dir="2700000" algn="tl" rotWithShape="0">
                <a:prstClr val="black">
                  <a:alpha val="40000"/>
                </a:prstClr>
              </a:outerShdw>
            </a:effectLst>
          </p:spPr>
        </p:pic>
        <p:sp>
          <p:nvSpPr>
            <p:cNvPr id="185" name="TextBox 184">
              <a:extLst>
                <a:ext uri="{FF2B5EF4-FFF2-40B4-BE49-F238E27FC236}">
                  <a16:creationId xmlns:a16="http://schemas.microsoft.com/office/drawing/2014/main" id="{C9070E77-2B2F-4140-A179-DE309D34D907}"/>
                </a:ext>
              </a:extLst>
            </p:cNvPr>
            <p:cNvSpPr txBox="1"/>
            <p:nvPr/>
          </p:nvSpPr>
          <p:spPr>
            <a:xfrm>
              <a:off x="10174770" y="3757801"/>
              <a:ext cx="1396640" cy="413585"/>
            </a:xfrm>
            <a:prstGeom prst="rect">
              <a:avLst/>
            </a:prstGeom>
            <a:noFill/>
          </p:spPr>
          <p:txBody>
            <a:bodyPr wrap="none" rtlCol="0">
              <a:spAutoFit/>
            </a:bodyPr>
            <a:lstStyle/>
            <a:p>
              <a:pPr algn="ctr"/>
              <a:r>
                <a:rPr lang="en-US"/>
                <a:t>Drowsiness</a:t>
              </a:r>
            </a:p>
          </p:txBody>
        </p:sp>
      </p:grpSp>
      <p:pic>
        <p:nvPicPr>
          <p:cNvPr id="186" name="Graphic 185" descr="Cursor with solid fill">
            <a:extLst>
              <a:ext uri="{FF2B5EF4-FFF2-40B4-BE49-F238E27FC236}">
                <a16:creationId xmlns:a16="http://schemas.microsoft.com/office/drawing/2014/main" id="{8B3A18A4-BB8B-49D1-8F76-4B797240ED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15272" y="3691541"/>
            <a:ext cx="395274" cy="395274"/>
          </a:xfrm>
          <a:prstGeom prst="rect">
            <a:avLst/>
          </a:prstGeom>
        </p:spPr>
      </p:pic>
      <p:pic>
        <p:nvPicPr>
          <p:cNvPr id="188" name="Graphic 187" descr="Cursor with solid fill">
            <a:extLst>
              <a:ext uri="{FF2B5EF4-FFF2-40B4-BE49-F238E27FC236}">
                <a16:creationId xmlns:a16="http://schemas.microsoft.com/office/drawing/2014/main" id="{B1A5F95C-0C53-4D22-BBBC-E10776C661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88603" y="3691541"/>
            <a:ext cx="395274" cy="395274"/>
          </a:xfrm>
          <a:prstGeom prst="rect">
            <a:avLst/>
          </a:prstGeom>
        </p:spPr>
      </p:pic>
      <p:pic>
        <p:nvPicPr>
          <p:cNvPr id="189" name="Graphic 188" descr="Cursor with solid fill">
            <a:extLst>
              <a:ext uri="{FF2B5EF4-FFF2-40B4-BE49-F238E27FC236}">
                <a16:creationId xmlns:a16="http://schemas.microsoft.com/office/drawing/2014/main" id="{FCAF4D20-9C31-44CB-96B9-88538FE412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919059" y="3691541"/>
            <a:ext cx="395274" cy="395274"/>
          </a:xfrm>
          <a:prstGeom prst="rect">
            <a:avLst/>
          </a:prstGeom>
        </p:spPr>
      </p:pic>
      <p:pic>
        <p:nvPicPr>
          <p:cNvPr id="191" name="Graphic 190" descr="Cursor with solid fill">
            <a:extLst>
              <a:ext uri="{FF2B5EF4-FFF2-40B4-BE49-F238E27FC236}">
                <a16:creationId xmlns:a16="http://schemas.microsoft.com/office/drawing/2014/main" id="{7311CA72-0095-4542-81AB-B0C60BDA19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12428" y="3691541"/>
            <a:ext cx="395274" cy="395274"/>
          </a:xfrm>
          <a:prstGeom prst="rect">
            <a:avLst/>
          </a:prstGeom>
        </p:spPr>
      </p:pic>
      <p:grpSp>
        <p:nvGrpSpPr>
          <p:cNvPr id="192" name="sexual button">
            <a:extLst>
              <a:ext uri="{FF2B5EF4-FFF2-40B4-BE49-F238E27FC236}">
                <a16:creationId xmlns:a16="http://schemas.microsoft.com/office/drawing/2014/main" id="{104A4A3D-FA00-4306-A18C-7A9B55368071}"/>
              </a:ext>
            </a:extLst>
          </p:cNvPr>
          <p:cNvGrpSpPr/>
          <p:nvPr/>
        </p:nvGrpSpPr>
        <p:grpSpPr>
          <a:xfrm>
            <a:off x="5530058" y="3258910"/>
            <a:ext cx="1302536" cy="1193789"/>
            <a:chOff x="4607413" y="3229662"/>
            <a:chExt cx="1458605" cy="1336828"/>
          </a:xfrm>
        </p:grpSpPr>
        <p:grpSp>
          <p:nvGrpSpPr>
            <p:cNvPr id="193" name="Group 192">
              <a:hlinkClick r:id="rId20" action="ppaction://hlinksldjump"/>
              <a:extLst>
                <a:ext uri="{FF2B5EF4-FFF2-40B4-BE49-F238E27FC236}">
                  <a16:creationId xmlns:a16="http://schemas.microsoft.com/office/drawing/2014/main" id="{8F17FA66-921B-458D-8F19-93647660CE22}"/>
                </a:ext>
              </a:extLst>
            </p:cNvPr>
            <p:cNvGrpSpPr/>
            <p:nvPr/>
          </p:nvGrpSpPr>
          <p:grpSpPr>
            <a:xfrm>
              <a:off x="5012304" y="3229662"/>
              <a:ext cx="629221" cy="629968"/>
              <a:chOff x="5810405" y="2970552"/>
              <a:chExt cx="916784" cy="917873"/>
            </a:xfrm>
            <a:solidFill>
              <a:srgbClr val="FF0066"/>
            </a:solidFill>
            <a:effectLst>
              <a:outerShdw blurRad="50800" dist="38100" dir="2700000" algn="tl" rotWithShape="0">
                <a:prstClr val="black">
                  <a:alpha val="40000"/>
                </a:prstClr>
              </a:outerShdw>
            </a:effectLst>
          </p:grpSpPr>
          <p:sp>
            <p:nvSpPr>
              <p:cNvPr id="195" name="Graphic 14" descr="Smiling with hearts face outline with solid fill">
                <a:extLst>
                  <a:ext uri="{FF2B5EF4-FFF2-40B4-BE49-F238E27FC236}">
                    <a16:creationId xmlns:a16="http://schemas.microsoft.com/office/drawing/2014/main" id="{6483127B-DEAF-403E-94FC-DC29A421A73B}"/>
                  </a:ext>
                </a:extLst>
              </p:cNvPr>
              <p:cNvSpPr/>
              <p:nvPr/>
            </p:nvSpPr>
            <p:spPr>
              <a:xfrm>
                <a:off x="5858510" y="3139368"/>
                <a:ext cx="190626" cy="181046"/>
              </a:xfrm>
              <a:custGeom>
                <a:avLst/>
                <a:gdLst>
                  <a:gd name="connsiteX0" fmla="*/ 95313 w 190626"/>
                  <a:gd name="connsiteY0" fmla="*/ 37473 h 181046"/>
                  <a:gd name="connsiteX1" fmla="*/ 0 w 190626"/>
                  <a:gd name="connsiteY1" fmla="*/ 49538 h 181046"/>
                  <a:gd name="connsiteX2" fmla="*/ 95313 w 190626"/>
                  <a:gd name="connsiteY2" fmla="*/ 181047 h 181046"/>
                  <a:gd name="connsiteX3" fmla="*/ 190627 w 190626"/>
                  <a:gd name="connsiteY3" fmla="*/ 49538 h 181046"/>
                  <a:gd name="connsiteX4" fmla="*/ 95313 w 190626"/>
                  <a:gd name="connsiteY4" fmla="*/ 37473 h 181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6" h="181046">
                    <a:moveTo>
                      <a:pt x="95313" y="37473"/>
                    </a:moveTo>
                    <a:cubicBezTo>
                      <a:pt x="60325" y="-32504"/>
                      <a:pt x="0" y="9724"/>
                      <a:pt x="0" y="49538"/>
                    </a:cubicBezTo>
                    <a:cubicBezTo>
                      <a:pt x="0" y="108657"/>
                      <a:pt x="95313" y="181047"/>
                      <a:pt x="95313" y="181047"/>
                    </a:cubicBezTo>
                    <a:cubicBezTo>
                      <a:pt x="95313" y="181047"/>
                      <a:pt x="190627" y="107450"/>
                      <a:pt x="190627" y="49538"/>
                    </a:cubicBezTo>
                    <a:cubicBezTo>
                      <a:pt x="190627" y="9724"/>
                      <a:pt x="131509" y="-32504"/>
                      <a:pt x="95313" y="37473"/>
                    </a:cubicBezTo>
                    <a:close/>
                  </a:path>
                </a:pathLst>
              </a:custGeom>
              <a:grpFill/>
              <a:ln w="12005" cap="flat">
                <a:noFill/>
                <a:prstDash val="solid"/>
                <a:miter/>
              </a:ln>
            </p:spPr>
            <p:txBody>
              <a:bodyPr rtlCol="0" anchor="ctr"/>
              <a:lstStyle/>
              <a:p>
                <a:pPr algn="ctr"/>
                <a:endParaRPr lang="en-US"/>
              </a:p>
            </p:txBody>
          </p:sp>
          <p:sp>
            <p:nvSpPr>
              <p:cNvPr id="196" name="Graphic 14" descr="Smiling with hearts face outline with solid fill">
                <a:extLst>
                  <a:ext uri="{FF2B5EF4-FFF2-40B4-BE49-F238E27FC236}">
                    <a16:creationId xmlns:a16="http://schemas.microsoft.com/office/drawing/2014/main" id="{F87B9049-E890-4726-B5F2-D45648437805}"/>
                  </a:ext>
                </a:extLst>
              </p:cNvPr>
              <p:cNvSpPr/>
              <p:nvPr/>
            </p:nvSpPr>
            <p:spPr>
              <a:xfrm>
                <a:off x="6488302" y="3018646"/>
                <a:ext cx="190627" cy="179911"/>
              </a:xfrm>
              <a:custGeom>
                <a:avLst/>
                <a:gdLst>
                  <a:gd name="connsiteX0" fmla="*/ 95314 w 190627"/>
                  <a:gd name="connsiteY0" fmla="*/ 37545 h 179911"/>
                  <a:gd name="connsiteX1" fmla="*/ 0 w 190627"/>
                  <a:gd name="connsiteY1" fmla="*/ 48403 h 179911"/>
                  <a:gd name="connsiteX2" fmla="*/ 95314 w 190627"/>
                  <a:gd name="connsiteY2" fmla="*/ 179912 h 179911"/>
                  <a:gd name="connsiteX3" fmla="*/ 190627 w 190627"/>
                  <a:gd name="connsiteY3" fmla="*/ 49610 h 179911"/>
                  <a:gd name="connsiteX4" fmla="*/ 95314 w 190627"/>
                  <a:gd name="connsiteY4" fmla="*/ 37545 h 17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7" h="179911">
                    <a:moveTo>
                      <a:pt x="95314" y="37545"/>
                    </a:moveTo>
                    <a:cubicBezTo>
                      <a:pt x="60325" y="-32432"/>
                      <a:pt x="0" y="9795"/>
                      <a:pt x="0" y="48403"/>
                    </a:cubicBezTo>
                    <a:cubicBezTo>
                      <a:pt x="0" y="107522"/>
                      <a:pt x="95314" y="179912"/>
                      <a:pt x="95314" y="179912"/>
                    </a:cubicBezTo>
                    <a:cubicBezTo>
                      <a:pt x="95314" y="179912"/>
                      <a:pt x="190627" y="107522"/>
                      <a:pt x="190627" y="49610"/>
                    </a:cubicBezTo>
                    <a:cubicBezTo>
                      <a:pt x="190627" y="9795"/>
                      <a:pt x="130302" y="-32432"/>
                      <a:pt x="95314" y="37545"/>
                    </a:cubicBezTo>
                    <a:close/>
                  </a:path>
                </a:pathLst>
              </a:custGeom>
              <a:grpFill/>
              <a:ln w="12005" cap="flat">
                <a:noFill/>
                <a:prstDash val="solid"/>
                <a:miter/>
              </a:ln>
            </p:spPr>
            <p:txBody>
              <a:bodyPr rtlCol="0" anchor="ctr"/>
              <a:lstStyle/>
              <a:p>
                <a:pPr algn="ctr"/>
                <a:endParaRPr lang="en-US"/>
              </a:p>
            </p:txBody>
          </p:sp>
          <p:sp>
            <p:nvSpPr>
              <p:cNvPr id="197" name="Graphic 14" descr="Smiling with hearts face outline with solid fill">
                <a:extLst>
                  <a:ext uri="{FF2B5EF4-FFF2-40B4-BE49-F238E27FC236}">
                    <a16:creationId xmlns:a16="http://schemas.microsoft.com/office/drawing/2014/main" id="{81A4F1BB-1371-47E8-9D6A-8643A88200DA}"/>
                  </a:ext>
                </a:extLst>
              </p:cNvPr>
              <p:cNvSpPr/>
              <p:nvPr/>
            </p:nvSpPr>
            <p:spPr>
              <a:xfrm>
                <a:off x="5947790" y="2970552"/>
                <a:ext cx="510349" cy="135105"/>
              </a:xfrm>
              <a:custGeom>
                <a:avLst/>
                <a:gdLst>
                  <a:gd name="connsiteX0" fmla="*/ 6033 w 510349"/>
                  <a:gd name="connsiteY0" fmla="*/ 135106 h 135105"/>
                  <a:gd name="connsiteX1" fmla="*/ 54293 w 510349"/>
                  <a:gd name="connsiteY1" fmla="*/ 120628 h 135105"/>
                  <a:gd name="connsiteX2" fmla="*/ 82042 w 510349"/>
                  <a:gd name="connsiteY2" fmla="*/ 125454 h 135105"/>
                  <a:gd name="connsiteX3" fmla="*/ 492252 w 510349"/>
                  <a:gd name="connsiteY3" fmla="*/ 85639 h 135105"/>
                  <a:gd name="connsiteX4" fmla="*/ 510350 w 510349"/>
                  <a:gd name="connsiteY4" fmla="*/ 40999 h 135105"/>
                  <a:gd name="connsiteX5" fmla="*/ 0 w 510349"/>
                  <a:gd name="connsiteY5" fmla="*/ 131486 h 135105"/>
                  <a:gd name="connsiteX6" fmla="*/ 6033 w 510349"/>
                  <a:gd name="connsiteY6" fmla="*/ 135106 h 13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349" h="135105">
                    <a:moveTo>
                      <a:pt x="6033" y="135106"/>
                    </a:moveTo>
                    <a:cubicBezTo>
                      <a:pt x="20511" y="125454"/>
                      <a:pt x="37402" y="120628"/>
                      <a:pt x="54293" y="120628"/>
                    </a:cubicBezTo>
                    <a:cubicBezTo>
                      <a:pt x="63945" y="120628"/>
                      <a:pt x="73597" y="121834"/>
                      <a:pt x="82042" y="125454"/>
                    </a:cubicBezTo>
                    <a:cubicBezTo>
                      <a:pt x="201485" y="39792"/>
                      <a:pt x="358331" y="24108"/>
                      <a:pt x="492252" y="85639"/>
                    </a:cubicBezTo>
                    <a:cubicBezTo>
                      <a:pt x="494665" y="69955"/>
                      <a:pt x="500698" y="54270"/>
                      <a:pt x="510350" y="40999"/>
                    </a:cubicBezTo>
                    <a:cubicBezTo>
                      <a:pt x="337820" y="-37424"/>
                      <a:pt x="135128" y="-1229"/>
                      <a:pt x="0" y="131486"/>
                    </a:cubicBezTo>
                    <a:cubicBezTo>
                      <a:pt x="2413" y="132693"/>
                      <a:pt x="3620" y="133899"/>
                      <a:pt x="6033" y="135106"/>
                    </a:cubicBezTo>
                    <a:close/>
                  </a:path>
                </a:pathLst>
              </a:custGeom>
              <a:grpFill/>
              <a:ln w="12005" cap="flat">
                <a:noFill/>
                <a:prstDash val="solid"/>
                <a:miter/>
              </a:ln>
            </p:spPr>
            <p:txBody>
              <a:bodyPr rtlCol="0" anchor="ctr"/>
              <a:lstStyle/>
              <a:p>
                <a:pPr algn="ctr"/>
                <a:endParaRPr lang="en-US"/>
              </a:p>
            </p:txBody>
          </p:sp>
          <p:sp>
            <p:nvSpPr>
              <p:cNvPr id="198" name="Graphic 14" descr="Smiling with hearts face outline with solid fill">
                <a:extLst>
                  <a:ext uri="{FF2B5EF4-FFF2-40B4-BE49-F238E27FC236}">
                    <a16:creationId xmlns:a16="http://schemas.microsoft.com/office/drawing/2014/main" id="{82B344EE-0D47-4175-92C6-C06B7441A09C}"/>
                  </a:ext>
                </a:extLst>
              </p:cNvPr>
              <p:cNvSpPr/>
              <p:nvPr/>
            </p:nvSpPr>
            <p:spPr>
              <a:xfrm>
                <a:off x="6625843" y="3192525"/>
                <a:ext cx="101346" cy="471741"/>
              </a:xfrm>
              <a:custGeom>
                <a:avLst/>
                <a:gdLst>
                  <a:gd name="connsiteX0" fmla="*/ 0 w 101346"/>
                  <a:gd name="connsiteY0" fmla="*/ 34988 h 471741"/>
                  <a:gd name="connsiteX1" fmla="*/ 6033 w 101346"/>
                  <a:gd name="connsiteY1" fmla="*/ 427101 h 471741"/>
                  <a:gd name="connsiteX2" fmla="*/ 36195 w 101346"/>
                  <a:gd name="connsiteY2" fmla="*/ 471742 h 471741"/>
                  <a:gd name="connsiteX3" fmla="*/ 36195 w 101346"/>
                  <a:gd name="connsiteY3" fmla="*/ 0 h 471741"/>
                  <a:gd name="connsiteX4" fmla="*/ 0 w 101346"/>
                  <a:gd name="connsiteY4" fmla="*/ 34988 h 471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346" h="471741">
                    <a:moveTo>
                      <a:pt x="0" y="34988"/>
                    </a:moveTo>
                    <a:cubicBezTo>
                      <a:pt x="68771" y="156845"/>
                      <a:pt x="71184" y="304038"/>
                      <a:pt x="6033" y="427101"/>
                    </a:cubicBezTo>
                    <a:cubicBezTo>
                      <a:pt x="20511" y="439166"/>
                      <a:pt x="30163" y="454851"/>
                      <a:pt x="36195" y="471742"/>
                    </a:cubicBezTo>
                    <a:cubicBezTo>
                      <a:pt x="123063" y="326962"/>
                      <a:pt x="123063" y="145987"/>
                      <a:pt x="36195" y="0"/>
                    </a:cubicBezTo>
                    <a:cubicBezTo>
                      <a:pt x="25336" y="13272"/>
                      <a:pt x="13271" y="24130"/>
                      <a:pt x="0" y="34988"/>
                    </a:cubicBezTo>
                    <a:close/>
                  </a:path>
                </a:pathLst>
              </a:custGeom>
              <a:grpFill/>
              <a:ln w="12005" cap="flat">
                <a:noFill/>
                <a:prstDash val="solid"/>
                <a:miter/>
              </a:ln>
            </p:spPr>
            <p:txBody>
              <a:bodyPr rtlCol="0" anchor="ctr"/>
              <a:lstStyle/>
              <a:p>
                <a:pPr algn="ctr"/>
                <a:endParaRPr lang="en-US"/>
              </a:p>
            </p:txBody>
          </p:sp>
          <p:sp>
            <p:nvSpPr>
              <p:cNvPr id="199" name="Graphic 14" descr="Smiling with hearts face outline with solid fill">
                <a:extLst>
                  <a:ext uri="{FF2B5EF4-FFF2-40B4-BE49-F238E27FC236}">
                    <a16:creationId xmlns:a16="http://schemas.microsoft.com/office/drawing/2014/main" id="{3453C89F-383F-4B6E-AADA-B9BB3FA24585}"/>
                  </a:ext>
                </a:extLst>
              </p:cNvPr>
              <p:cNvSpPr/>
              <p:nvPr/>
            </p:nvSpPr>
            <p:spPr>
              <a:xfrm>
                <a:off x="5810405" y="3269741"/>
                <a:ext cx="657387" cy="618684"/>
              </a:xfrm>
              <a:custGeom>
                <a:avLst/>
                <a:gdLst>
                  <a:gd name="connsiteX0" fmla="*/ 621192 w 657387"/>
                  <a:gd name="connsiteY0" fmla="*/ 535686 h 618684"/>
                  <a:gd name="connsiteX1" fmla="*/ 81887 w 657387"/>
                  <a:gd name="connsiteY1" fmla="*/ 322136 h 618684"/>
                  <a:gd name="connsiteX2" fmla="*/ 64996 w 657387"/>
                  <a:gd name="connsiteY2" fmla="*/ 44641 h 618684"/>
                  <a:gd name="connsiteX3" fmla="*/ 28801 w 657387"/>
                  <a:gd name="connsiteY3" fmla="*/ 0 h 618684"/>
                  <a:gd name="connsiteX4" fmla="*/ 299057 w 657387"/>
                  <a:gd name="connsiteY4" fmla="*/ 589979 h 618684"/>
                  <a:gd name="connsiteX5" fmla="*/ 657387 w 657387"/>
                  <a:gd name="connsiteY5" fmla="*/ 573088 h 618684"/>
                  <a:gd name="connsiteX6" fmla="*/ 621192 w 657387"/>
                  <a:gd name="connsiteY6" fmla="*/ 535686 h 61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387" h="618684">
                    <a:moveTo>
                      <a:pt x="621192" y="535686"/>
                    </a:moveTo>
                    <a:cubicBezTo>
                      <a:pt x="413674" y="624967"/>
                      <a:pt x="172374" y="529654"/>
                      <a:pt x="81887" y="322136"/>
                    </a:cubicBezTo>
                    <a:cubicBezTo>
                      <a:pt x="44485" y="234061"/>
                      <a:pt x="38453" y="136334"/>
                      <a:pt x="64996" y="44641"/>
                    </a:cubicBezTo>
                    <a:cubicBezTo>
                      <a:pt x="51724" y="31369"/>
                      <a:pt x="39659" y="15684"/>
                      <a:pt x="28801" y="0"/>
                    </a:cubicBezTo>
                    <a:cubicBezTo>
                      <a:pt x="-59274" y="237681"/>
                      <a:pt x="61376" y="501904"/>
                      <a:pt x="299057" y="589979"/>
                    </a:cubicBezTo>
                    <a:cubicBezTo>
                      <a:pt x="416087" y="633413"/>
                      <a:pt x="545183" y="627380"/>
                      <a:pt x="657387" y="573088"/>
                    </a:cubicBezTo>
                    <a:cubicBezTo>
                      <a:pt x="644116" y="561023"/>
                      <a:pt x="632051" y="548958"/>
                      <a:pt x="621192" y="535686"/>
                    </a:cubicBezTo>
                    <a:close/>
                  </a:path>
                </a:pathLst>
              </a:custGeom>
              <a:grpFill/>
              <a:ln w="12005" cap="flat">
                <a:noFill/>
                <a:prstDash val="solid"/>
                <a:miter/>
              </a:ln>
            </p:spPr>
            <p:txBody>
              <a:bodyPr rtlCol="0" anchor="ctr"/>
              <a:lstStyle/>
              <a:p>
                <a:pPr algn="ctr"/>
                <a:endParaRPr lang="en-US"/>
              </a:p>
            </p:txBody>
          </p:sp>
          <p:sp>
            <p:nvSpPr>
              <p:cNvPr id="200" name="Graphic 14" descr="Smiling with hearts face outline with solid fill">
                <a:extLst>
                  <a:ext uri="{FF2B5EF4-FFF2-40B4-BE49-F238E27FC236}">
                    <a16:creationId xmlns:a16="http://schemas.microsoft.com/office/drawing/2014/main" id="{8A00CDF6-05CB-4F0F-9517-B200FA018367}"/>
                  </a:ext>
                </a:extLst>
              </p:cNvPr>
              <p:cNvSpPr/>
              <p:nvPr/>
            </p:nvSpPr>
            <p:spPr>
              <a:xfrm>
                <a:off x="6427978" y="3644820"/>
                <a:ext cx="190626" cy="179911"/>
              </a:xfrm>
              <a:custGeom>
                <a:avLst/>
                <a:gdLst>
                  <a:gd name="connsiteX0" fmla="*/ 95313 w 190626"/>
                  <a:gd name="connsiteY0" fmla="*/ 37545 h 179911"/>
                  <a:gd name="connsiteX1" fmla="*/ 0 w 190626"/>
                  <a:gd name="connsiteY1" fmla="*/ 48403 h 179911"/>
                  <a:gd name="connsiteX2" fmla="*/ 95313 w 190626"/>
                  <a:gd name="connsiteY2" fmla="*/ 179912 h 179911"/>
                  <a:gd name="connsiteX3" fmla="*/ 190627 w 190626"/>
                  <a:gd name="connsiteY3" fmla="*/ 49610 h 179911"/>
                  <a:gd name="connsiteX4" fmla="*/ 95313 w 190626"/>
                  <a:gd name="connsiteY4" fmla="*/ 37545 h 17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6" h="179911">
                    <a:moveTo>
                      <a:pt x="95313" y="37545"/>
                    </a:moveTo>
                    <a:cubicBezTo>
                      <a:pt x="60325" y="-32432"/>
                      <a:pt x="0" y="9795"/>
                      <a:pt x="0" y="48403"/>
                    </a:cubicBezTo>
                    <a:cubicBezTo>
                      <a:pt x="0" y="107522"/>
                      <a:pt x="95313" y="179912"/>
                      <a:pt x="95313" y="179912"/>
                    </a:cubicBezTo>
                    <a:cubicBezTo>
                      <a:pt x="95313" y="179912"/>
                      <a:pt x="190627" y="108728"/>
                      <a:pt x="190627" y="49610"/>
                    </a:cubicBezTo>
                    <a:cubicBezTo>
                      <a:pt x="190627" y="9795"/>
                      <a:pt x="130302" y="-32432"/>
                      <a:pt x="95313" y="37545"/>
                    </a:cubicBezTo>
                    <a:close/>
                  </a:path>
                </a:pathLst>
              </a:custGeom>
              <a:grpFill/>
              <a:ln w="12005" cap="flat">
                <a:noFill/>
                <a:prstDash val="solid"/>
                <a:miter/>
              </a:ln>
            </p:spPr>
            <p:txBody>
              <a:bodyPr rtlCol="0" anchor="ctr"/>
              <a:lstStyle/>
              <a:p>
                <a:pPr algn="ctr"/>
                <a:endParaRPr lang="en-US"/>
              </a:p>
            </p:txBody>
          </p:sp>
          <p:sp>
            <p:nvSpPr>
              <p:cNvPr id="201" name="Graphic 14" descr="Smiling with hearts face outline with solid fill">
                <a:extLst>
                  <a:ext uri="{FF2B5EF4-FFF2-40B4-BE49-F238E27FC236}">
                    <a16:creationId xmlns:a16="http://schemas.microsoft.com/office/drawing/2014/main" id="{F3F928DD-36BA-449C-A317-95093650053F}"/>
                  </a:ext>
                </a:extLst>
              </p:cNvPr>
              <p:cNvSpPr/>
              <p:nvPr/>
            </p:nvSpPr>
            <p:spPr>
              <a:xfrm>
                <a:off x="5975906" y="3308271"/>
                <a:ext cx="237727" cy="124758"/>
              </a:xfrm>
              <a:custGeom>
                <a:avLst/>
                <a:gdLst>
                  <a:gd name="connsiteX0" fmla="*/ 18938 w 237727"/>
                  <a:gd name="connsiteY0" fmla="*/ 124348 h 124758"/>
                  <a:gd name="connsiteX1" fmla="*/ 841 w 237727"/>
                  <a:gd name="connsiteY1" fmla="*/ 95392 h 124758"/>
                  <a:gd name="connsiteX2" fmla="*/ 144414 w 237727"/>
                  <a:gd name="connsiteY2" fmla="*/ 2491 h 124758"/>
                  <a:gd name="connsiteX3" fmla="*/ 237315 w 237727"/>
                  <a:gd name="connsiteY3" fmla="*/ 95392 h 124758"/>
                  <a:gd name="connsiteX4" fmla="*/ 219217 w 237727"/>
                  <a:gd name="connsiteY4" fmla="*/ 124348 h 124758"/>
                  <a:gd name="connsiteX5" fmla="*/ 214391 w 237727"/>
                  <a:gd name="connsiteY5" fmla="*/ 124348 h 124758"/>
                  <a:gd name="connsiteX6" fmla="*/ 190261 w 237727"/>
                  <a:gd name="connsiteY6" fmla="*/ 105044 h 124758"/>
                  <a:gd name="connsiteX7" fmla="*/ 104600 w 237727"/>
                  <a:gd name="connsiteY7" fmla="*/ 49545 h 124758"/>
                  <a:gd name="connsiteX8" fmla="*/ 49101 w 237727"/>
                  <a:gd name="connsiteY8" fmla="*/ 105044 h 124758"/>
                  <a:gd name="connsiteX9" fmla="*/ 18938 w 237727"/>
                  <a:gd name="connsiteY9" fmla="*/ 124348 h 12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727" h="124758">
                    <a:moveTo>
                      <a:pt x="18938" y="124348"/>
                    </a:moveTo>
                    <a:cubicBezTo>
                      <a:pt x="5667" y="121935"/>
                      <a:pt x="-2779" y="108663"/>
                      <a:pt x="841" y="95392"/>
                    </a:cubicBezTo>
                    <a:cubicBezTo>
                      <a:pt x="15319" y="30241"/>
                      <a:pt x="79263" y="-10780"/>
                      <a:pt x="144414" y="2491"/>
                    </a:cubicBezTo>
                    <a:cubicBezTo>
                      <a:pt x="191468" y="12143"/>
                      <a:pt x="227663" y="48338"/>
                      <a:pt x="237315" y="95392"/>
                    </a:cubicBezTo>
                    <a:cubicBezTo>
                      <a:pt x="239728" y="108663"/>
                      <a:pt x="231282" y="120728"/>
                      <a:pt x="219217" y="124348"/>
                    </a:cubicBezTo>
                    <a:cubicBezTo>
                      <a:pt x="218011" y="124348"/>
                      <a:pt x="215598" y="124348"/>
                      <a:pt x="214391" y="124348"/>
                    </a:cubicBezTo>
                    <a:cubicBezTo>
                      <a:pt x="203533" y="124348"/>
                      <a:pt x="192674" y="115902"/>
                      <a:pt x="190261" y="105044"/>
                    </a:cubicBezTo>
                    <a:cubicBezTo>
                      <a:pt x="181816" y="66436"/>
                      <a:pt x="143208" y="41099"/>
                      <a:pt x="104600" y="49545"/>
                    </a:cubicBezTo>
                    <a:cubicBezTo>
                      <a:pt x="76850" y="55577"/>
                      <a:pt x="55133" y="77294"/>
                      <a:pt x="49101" y="105044"/>
                    </a:cubicBezTo>
                    <a:cubicBezTo>
                      <a:pt x="44275" y="118315"/>
                      <a:pt x="31003" y="126761"/>
                      <a:pt x="18938" y="124348"/>
                    </a:cubicBezTo>
                    <a:close/>
                  </a:path>
                </a:pathLst>
              </a:custGeom>
              <a:grpFill/>
              <a:ln w="12005" cap="flat">
                <a:noFill/>
                <a:prstDash val="solid"/>
                <a:miter/>
              </a:ln>
            </p:spPr>
            <p:txBody>
              <a:bodyPr rtlCol="0" anchor="ctr"/>
              <a:lstStyle/>
              <a:p>
                <a:pPr algn="ctr"/>
                <a:endParaRPr lang="en-US"/>
              </a:p>
            </p:txBody>
          </p:sp>
          <p:sp>
            <p:nvSpPr>
              <p:cNvPr id="202" name="Graphic 14" descr="Smiling with hearts face outline with solid fill">
                <a:extLst>
                  <a:ext uri="{FF2B5EF4-FFF2-40B4-BE49-F238E27FC236}">
                    <a16:creationId xmlns:a16="http://schemas.microsoft.com/office/drawing/2014/main" id="{FEE09F4B-75FA-4652-ADAA-4A8F43D801FB}"/>
                  </a:ext>
                </a:extLst>
              </p:cNvPr>
              <p:cNvSpPr/>
              <p:nvPr/>
            </p:nvSpPr>
            <p:spPr>
              <a:xfrm rot="10593700">
                <a:off x="6088235" y="3560998"/>
                <a:ext cx="362176" cy="121366"/>
              </a:xfrm>
              <a:custGeom>
                <a:avLst/>
                <a:gdLst>
                  <a:gd name="connsiteX0" fmla="*/ 180485 w 362176"/>
                  <a:gd name="connsiteY0" fmla="*/ 121366 h 121366"/>
                  <a:gd name="connsiteX1" fmla="*/ 5542 w 362176"/>
                  <a:gd name="connsiteY1" fmla="*/ 40531 h 121366"/>
                  <a:gd name="connsiteX2" fmla="*/ 9162 w 362176"/>
                  <a:gd name="connsiteY2" fmla="*/ 6749 h 121366"/>
                  <a:gd name="connsiteX3" fmla="*/ 41737 w 362176"/>
                  <a:gd name="connsiteY3" fmla="*/ 9162 h 121366"/>
                  <a:gd name="connsiteX4" fmla="*/ 298722 w 362176"/>
                  <a:gd name="connsiteY4" fmla="*/ 29672 h 121366"/>
                  <a:gd name="connsiteX5" fmla="*/ 319232 w 362176"/>
                  <a:gd name="connsiteY5" fmla="*/ 9162 h 121366"/>
                  <a:gd name="connsiteX6" fmla="*/ 353014 w 362176"/>
                  <a:gd name="connsiteY6" fmla="*/ 5542 h 121366"/>
                  <a:gd name="connsiteX7" fmla="*/ 356634 w 362176"/>
                  <a:gd name="connsiteY7" fmla="*/ 39324 h 121366"/>
                  <a:gd name="connsiteX8" fmla="*/ 355427 w 362176"/>
                  <a:gd name="connsiteY8" fmla="*/ 40531 h 121366"/>
                  <a:gd name="connsiteX9" fmla="*/ 180485 w 362176"/>
                  <a:gd name="connsiteY9" fmla="*/ 121366 h 121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2176" h="121366">
                    <a:moveTo>
                      <a:pt x="180485" y="121366"/>
                    </a:moveTo>
                    <a:cubicBezTo>
                      <a:pt x="112921" y="121366"/>
                      <a:pt x="48976" y="91204"/>
                      <a:pt x="5542" y="40531"/>
                    </a:cubicBezTo>
                    <a:cubicBezTo>
                      <a:pt x="-2903" y="29672"/>
                      <a:pt x="-1697" y="15194"/>
                      <a:pt x="9162" y="6749"/>
                    </a:cubicBezTo>
                    <a:cubicBezTo>
                      <a:pt x="18814" y="-1697"/>
                      <a:pt x="33292" y="-490"/>
                      <a:pt x="41737" y="9162"/>
                    </a:cubicBezTo>
                    <a:cubicBezTo>
                      <a:pt x="106888" y="85171"/>
                      <a:pt x="221506" y="94823"/>
                      <a:pt x="298722" y="29672"/>
                    </a:cubicBezTo>
                    <a:cubicBezTo>
                      <a:pt x="305961" y="23640"/>
                      <a:pt x="313200" y="16401"/>
                      <a:pt x="319232" y="9162"/>
                    </a:cubicBezTo>
                    <a:cubicBezTo>
                      <a:pt x="327678" y="-1697"/>
                      <a:pt x="342156" y="-2903"/>
                      <a:pt x="353014" y="5542"/>
                    </a:cubicBezTo>
                    <a:cubicBezTo>
                      <a:pt x="363873" y="13988"/>
                      <a:pt x="365079" y="28466"/>
                      <a:pt x="356634" y="39324"/>
                    </a:cubicBezTo>
                    <a:cubicBezTo>
                      <a:pt x="356634" y="39324"/>
                      <a:pt x="355427" y="40531"/>
                      <a:pt x="355427" y="40531"/>
                    </a:cubicBezTo>
                    <a:cubicBezTo>
                      <a:pt x="311993" y="91204"/>
                      <a:pt x="248049" y="121366"/>
                      <a:pt x="180485" y="121366"/>
                    </a:cubicBezTo>
                    <a:close/>
                  </a:path>
                </a:pathLst>
              </a:custGeom>
              <a:grpFill/>
              <a:ln w="12005" cap="flat">
                <a:noFill/>
                <a:prstDash val="solid"/>
                <a:miter/>
              </a:ln>
            </p:spPr>
            <p:txBody>
              <a:bodyPr rtlCol="0" anchor="ctr"/>
              <a:lstStyle/>
              <a:p>
                <a:pPr algn="ctr"/>
                <a:endParaRPr lang="en-US"/>
              </a:p>
            </p:txBody>
          </p:sp>
          <p:sp>
            <p:nvSpPr>
              <p:cNvPr id="203" name="Graphic 14" descr="Smiling with hearts face outline with solid fill">
                <a:extLst>
                  <a:ext uri="{FF2B5EF4-FFF2-40B4-BE49-F238E27FC236}">
                    <a16:creationId xmlns:a16="http://schemas.microsoft.com/office/drawing/2014/main" id="{84EF08B0-DB55-4012-8319-6F67A81F7A9A}"/>
                  </a:ext>
                </a:extLst>
              </p:cNvPr>
              <p:cNvSpPr/>
              <p:nvPr/>
            </p:nvSpPr>
            <p:spPr>
              <a:xfrm>
                <a:off x="6325012" y="3308271"/>
                <a:ext cx="237297" cy="124347"/>
              </a:xfrm>
              <a:custGeom>
                <a:avLst/>
                <a:gdLst>
                  <a:gd name="connsiteX0" fmla="*/ 217583 w 237297"/>
                  <a:gd name="connsiteY0" fmla="*/ 124348 h 124347"/>
                  <a:gd name="connsiteX1" fmla="*/ 212757 w 237297"/>
                  <a:gd name="connsiteY1" fmla="*/ 124348 h 124347"/>
                  <a:gd name="connsiteX2" fmla="*/ 188627 w 237297"/>
                  <a:gd name="connsiteY2" fmla="*/ 105044 h 124347"/>
                  <a:gd name="connsiteX3" fmla="*/ 102965 w 237297"/>
                  <a:gd name="connsiteY3" fmla="*/ 49545 h 124347"/>
                  <a:gd name="connsiteX4" fmla="*/ 47466 w 237297"/>
                  <a:gd name="connsiteY4" fmla="*/ 105044 h 124347"/>
                  <a:gd name="connsiteX5" fmla="*/ 18510 w 237297"/>
                  <a:gd name="connsiteY5" fmla="*/ 123141 h 124347"/>
                  <a:gd name="connsiteX6" fmla="*/ 413 w 237297"/>
                  <a:gd name="connsiteY6" fmla="*/ 95392 h 124347"/>
                  <a:gd name="connsiteX7" fmla="*/ 143986 w 237297"/>
                  <a:gd name="connsiteY7" fmla="*/ 2491 h 124347"/>
                  <a:gd name="connsiteX8" fmla="*/ 236887 w 237297"/>
                  <a:gd name="connsiteY8" fmla="*/ 95392 h 124347"/>
                  <a:gd name="connsiteX9" fmla="*/ 217583 w 237297"/>
                  <a:gd name="connsiteY9" fmla="*/ 124348 h 124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297" h="124347">
                    <a:moveTo>
                      <a:pt x="217583" y="124348"/>
                    </a:moveTo>
                    <a:cubicBezTo>
                      <a:pt x="216376" y="124348"/>
                      <a:pt x="213963" y="124348"/>
                      <a:pt x="212757" y="124348"/>
                    </a:cubicBezTo>
                    <a:cubicBezTo>
                      <a:pt x="201898" y="124348"/>
                      <a:pt x="191040" y="115902"/>
                      <a:pt x="188627" y="105044"/>
                    </a:cubicBezTo>
                    <a:cubicBezTo>
                      <a:pt x="180181" y="66436"/>
                      <a:pt x="141573" y="41099"/>
                      <a:pt x="102965" y="49545"/>
                    </a:cubicBezTo>
                    <a:cubicBezTo>
                      <a:pt x="75216" y="55577"/>
                      <a:pt x="53499" y="77294"/>
                      <a:pt x="47466" y="105044"/>
                    </a:cubicBezTo>
                    <a:cubicBezTo>
                      <a:pt x="43847" y="118315"/>
                      <a:pt x="31782" y="125554"/>
                      <a:pt x="18510" y="123141"/>
                    </a:cubicBezTo>
                    <a:cubicBezTo>
                      <a:pt x="6445" y="120728"/>
                      <a:pt x="-2000" y="107457"/>
                      <a:pt x="413" y="95392"/>
                    </a:cubicBezTo>
                    <a:cubicBezTo>
                      <a:pt x="14891" y="30241"/>
                      <a:pt x="78835" y="-10780"/>
                      <a:pt x="143986" y="2491"/>
                    </a:cubicBezTo>
                    <a:cubicBezTo>
                      <a:pt x="191040" y="12143"/>
                      <a:pt x="227235" y="48338"/>
                      <a:pt x="236887" y="95392"/>
                    </a:cubicBezTo>
                    <a:cubicBezTo>
                      <a:pt x="239300" y="108663"/>
                      <a:pt x="230854" y="121935"/>
                      <a:pt x="217583" y="124348"/>
                    </a:cubicBezTo>
                    <a:close/>
                  </a:path>
                </a:pathLst>
              </a:custGeom>
              <a:grpFill/>
              <a:ln w="12005" cap="flat">
                <a:noFill/>
                <a:prstDash val="solid"/>
                <a:miter/>
              </a:ln>
            </p:spPr>
            <p:txBody>
              <a:bodyPr rtlCol="0" anchor="ctr"/>
              <a:lstStyle/>
              <a:p>
                <a:pPr algn="ctr"/>
                <a:endParaRPr lang="en-US"/>
              </a:p>
            </p:txBody>
          </p:sp>
        </p:grpSp>
        <p:sp>
          <p:nvSpPr>
            <p:cNvPr id="194" name="TextBox 193">
              <a:extLst>
                <a:ext uri="{FF2B5EF4-FFF2-40B4-BE49-F238E27FC236}">
                  <a16:creationId xmlns:a16="http://schemas.microsoft.com/office/drawing/2014/main" id="{48F5FD56-30F4-42CA-9CD4-09035466FF02}"/>
                </a:ext>
              </a:extLst>
            </p:cNvPr>
            <p:cNvSpPr txBox="1"/>
            <p:nvPr/>
          </p:nvSpPr>
          <p:spPr>
            <a:xfrm>
              <a:off x="4607413" y="3842716"/>
              <a:ext cx="1458605" cy="723774"/>
            </a:xfrm>
            <a:prstGeom prst="rect">
              <a:avLst/>
            </a:prstGeom>
            <a:noFill/>
          </p:spPr>
          <p:txBody>
            <a:bodyPr wrap="none" rtlCol="0">
              <a:spAutoFit/>
            </a:bodyPr>
            <a:lstStyle/>
            <a:p>
              <a:pPr algn="ctr"/>
              <a:r>
                <a:rPr lang="en-US"/>
                <a:t>Sexual </a:t>
              </a:r>
            </a:p>
            <a:p>
              <a:pPr algn="ctr"/>
              <a:r>
                <a:rPr lang="en-US"/>
                <a:t>Dysfunction</a:t>
              </a:r>
            </a:p>
          </p:txBody>
        </p:sp>
      </p:grpSp>
      <p:pic>
        <p:nvPicPr>
          <p:cNvPr id="204" name="Graphic 203" descr="Cursor with solid fill">
            <a:extLst>
              <a:ext uri="{FF2B5EF4-FFF2-40B4-BE49-F238E27FC236}">
                <a16:creationId xmlns:a16="http://schemas.microsoft.com/office/drawing/2014/main" id="{34F40019-65CA-4029-AA4C-9D67D6A64E0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30360" y="3691541"/>
            <a:ext cx="395274" cy="395274"/>
          </a:xfrm>
          <a:prstGeom prst="rect">
            <a:avLst/>
          </a:prstGeom>
        </p:spPr>
      </p:pic>
      <p:sp>
        <p:nvSpPr>
          <p:cNvPr id="97" name="TCA">
            <a:hlinkClick r:id="rId21" action="ppaction://hlinksldjump"/>
            <a:extLst>
              <a:ext uri="{FF2B5EF4-FFF2-40B4-BE49-F238E27FC236}">
                <a16:creationId xmlns:a16="http://schemas.microsoft.com/office/drawing/2014/main" id="{92A0C48E-2B2C-43C4-B69E-0FB003E379DB}"/>
              </a:ext>
            </a:extLst>
          </p:cNvPr>
          <p:cNvSpPr/>
          <p:nvPr/>
        </p:nvSpPr>
        <p:spPr>
          <a:xfrm>
            <a:off x="2954032" y="2903037"/>
            <a:ext cx="1428593" cy="408623"/>
          </a:xfrm>
          <a:prstGeom prst="roundRect">
            <a:avLst/>
          </a:prstGeom>
          <a:solidFill>
            <a:schemeClr val="bg1"/>
          </a:solidFill>
          <a:ln w="28575">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chemeClr val="tx1"/>
                </a:solidFill>
              </a:rPr>
              <a:t>Short ½-life?</a:t>
            </a:r>
          </a:p>
        </p:txBody>
      </p:sp>
      <p:pic>
        <p:nvPicPr>
          <p:cNvPr id="98" name="Graphic 97" descr="Cursor with solid fill">
            <a:extLst>
              <a:ext uri="{FF2B5EF4-FFF2-40B4-BE49-F238E27FC236}">
                <a16:creationId xmlns:a16="http://schemas.microsoft.com/office/drawing/2014/main" id="{B592DC5F-573D-440B-A7B3-1C6BFC401B5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28897" y="3142669"/>
            <a:ext cx="395274" cy="395274"/>
          </a:xfrm>
          <a:prstGeom prst="rect">
            <a:avLst/>
          </a:prstGeom>
        </p:spPr>
      </p:pic>
      <p:sp>
        <p:nvSpPr>
          <p:cNvPr id="99" name="question 4">
            <a:hlinkClick r:id="rId22" action="ppaction://hlinksldjump"/>
            <a:extLst>
              <a:ext uri="{FF2B5EF4-FFF2-40B4-BE49-F238E27FC236}">
                <a16:creationId xmlns:a16="http://schemas.microsoft.com/office/drawing/2014/main" id="{8D7382FD-1D29-4FD8-AE84-7C427AAB155D}"/>
              </a:ext>
            </a:extLst>
          </p:cNvPr>
          <p:cNvSpPr txBox="1"/>
          <p:nvPr/>
        </p:nvSpPr>
        <p:spPr>
          <a:xfrm>
            <a:off x="191338" y="202262"/>
            <a:ext cx="1714108" cy="715089"/>
          </a:xfrm>
          <a:prstGeom prst="roundRect">
            <a:avLst>
              <a:gd name="adj" fmla="val 8675"/>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Screening &amp; Diagnosis</a:t>
            </a:r>
          </a:p>
        </p:txBody>
      </p:sp>
      <p:pic>
        <p:nvPicPr>
          <p:cNvPr id="100" name="Graphic 99" descr="Cursor with solid fill">
            <a:extLst>
              <a:ext uri="{FF2B5EF4-FFF2-40B4-BE49-F238E27FC236}">
                <a16:creationId xmlns:a16="http://schemas.microsoft.com/office/drawing/2014/main" id="{E104654E-1810-4C56-9048-A6F75E0DDFB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4619" y="711337"/>
            <a:ext cx="395274" cy="395274"/>
          </a:xfrm>
          <a:prstGeom prst="rect">
            <a:avLst/>
          </a:prstGeom>
        </p:spPr>
      </p:pic>
      <p:sp>
        <p:nvSpPr>
          <p:cNvPr id="105" name="question 4">
            <a:hlinkClick r:id="rId23" action="ppaction://hlinksldjump"/>
            <a:extLst>
              <a:ext uri="{FF2B5EF4-FFF2-40B4-BE49-F238E27FC236}">
                <a16:creationId xmlns:a16="http://schemas.microsoft.com/office/drawing/2014/main" id="{E811F762-8460-4705-BDC8-CFE7AA8BE49D}"/>
              </a:ext>
            </a:extLst>
          </p:cNvPr>
          <p:cNvSpPr txBox="1"/>
          <p:nvPr/>
        </p:nvSpPr>
        <p:spPr>
          <a:xfrm>
            <a:off x="188147" y="3186700"/>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106" name="Graphic 25" descr="Cursor with solid fill">
            <a:extLst>
              <a:ext uri="{FF2B5EF4-FFF2-40B4-BE49-F238E27FC236}">
                <a16:creationId xmlns:a16="http://schemas.microsoft.com/office/drawing/2014/main" id="{1E13F0B3-E9C6-4E2D-9B51-2168485CF6B3}"/>
              </a:ext>
            </a:extLst>
          </p:cNvPr>
          <p:cNvSpPr/>
          <p:nvPr/>
        </p:nvSpPr>
        <p:spPr>
          <a:xfrm>
            <a:off x="1787044" y="3522640"/>
            <a:ext cx="230422" cy="230576"/>
          </a:xfrm>
          <a:custGeom>
            <a:avLst/>
            <a:gdLst>
              <a:gd name="connsiteX0" fmla="*/ 230423 w 230422"/>
              <a:gd name="connsiteY0" fmla="*/ 193931 h 230576"/>
              <a:gd name="connsiteX1" fmla="*/ 147251 w 230422"/>
              <a:gd name="connsiteY1" fmla="*/ 110800 h 230576"/>
              <a:gd name="connsiteX2" fmla="*/ 220541 w 230422"/>
              <a:gd name="connsiteY2" fmla="*/ 84408 h 230576"/>
              <a:gd name="connsiteX3" fmla="*/ 225013 w 230422"/>
              <a:gd name="connsiteY3" fmla="*/ 75252 h 230576"/>
              <a:gd name="connsiteX4" fmla="*/ 220541 w 230422"/>
              <a:gd name="connsiteY4" fmla="*/ 70779 h 230576"/>
              <a:gd name="connsiteX5" fmla="*/ 9358 w 230422"/>
              <a:gd name="connsiteY5" fmla="*/ 371 h 230576"/>
              <a:gd name="connsiteX6" fmla="*/ 7011 w 230422"/>
              <a:gd name="connsiteY6" fmla="*/ 0 h 230576"/>
              <a:gd name="connsiteX7" fmla="*/ 7011 w 230422"/>
              <a:gd name="connsiteY7" fmla="*/ 0 h 230576"/>
              <a:gd name="connsiteX8" fmla="*/ 2 w 230422"/>
              <a:gd name="connsiteY8" fmla="*/ 7316 h 230576"/>
              <a:gd name="connsiteX9" fmla="*/ 382 w 230422"/>
              <a:gd name="connsiteY9" fmla="*/ 9470 h 230576"/>
              <a:gd name="connsiteX10" fmla="*/ 70625 w 230422"/>
              <a:gd name="connsiteY10" fmla="*/ 220859 h 230576"/>
              <a:gd name="connsiteX11" fmla="*/ 79820 w 230422"/>
              <a:gd name="connsiteY11" fmla="*/ 225252 h 230576"/>
              <a:gd name="connsiteX12" fmla="*/ 84213 w 230422"/>
              <a:gd name="connsiteY12" fmla="*/ 220859 h 230576"/>
              <a:gd name="connsiteX13" fmla="*/ 110647 w 230422"/>
              <a:gd name="connsiteY13" fmla="*/ 147487 h 230576"/>
              <a:gd name="connsiteX14" fmla="*/ 193737 w 230422"/>
              <a:gd name="connsiteY14" fmla="*/ 230577 h 23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422" h="230576">
                <a:moveTo>
                  <a:pt x="230423" y="193931"/>
                </a:moveTo>
                <a:lnTo>
                  <a:pt x="147251" y="110800"/>
                </a:lnTo>
                <a:lnTo>
                  <a:pt x="220541" y="84408"/>
                </a:lnTo>
                <a:cubicBezTo>
                  <a:pt x="224304" y="83114"/>
                  <a:pt x="226307" y="79015"/>
                  <a:pt x="225013" y="75252"/>
                </a:cubicBezTo>
                <a:cubicBezTo>
                  <a:pt x="224292" y="73151"/>
                  <a:pt x="222641" y="71501"/>
                  <a:pt x="220541" y="70779"/>
                </a:cubicBezTo>
                <a:lnTo>
                  <a:pt x="9358" y="371"/>
                </a:lnTo>
                <a:cubicBezTo>
                  <a:pt x="8601" y="121"/>
                  <a:pt x="7808" y="-4"/>
                  <a:pt x="7011" y="0"/>
                </a:cubicBezTo>
                <a:lnTo>
                  <a:pt x="7011" y="0"/>
                </a:lnTo>
                <a:cubicBezTo>
                  <a:pt x="3055" y="85"/>
                  <a:pt x="-83" y="3360"/>
                  <a:pt x="2" y="7316"/>
                </a:cubicBezTo>
                <a:cubicBezTo>
                  <a:pt x="17" y="8050"/>
                  <a:pt x="145" y="8776"/>
                  <a:pt x="382" y="9470"/>
                </a:cubicBezTo>
                <a:lnTo>
                  <a:pt x="70625" y="220859"/>
                </a:lnTo>
                <a:cubicBezTo>
                  <a:pt x="71951" y="224612"/>
                  <a:pt x="76068" y="226578"/>
                  <a:pt x="79820" y="225252"/>
                </a:cubicBezTo>
                <a:cubicBezTo>
                  <a:pt x="81873" y="224527"/>
                  <a:pt x="83487" y="222912"/>
                  <a:pt x="84213" y="220859"/>
                </a:cubicBezTo>
                <a:lnTo>
                  <a:pt x="110647" y="147487"/>
                </a:lnTo>
                <a:lnTo>
                  <a:pt x="193737" y="230577"/>
                </a:lnTo>
                <a:close/>
              </a:path>
            </a:pathLst>
          </a:custGeom>
          <a:solidFill>
            <a:srgbClr val="000000"/>
          </a:solidFill>
          <a:ln w="4068" cap="flat">
            <a:noFill/>
            <a:prstDash val="solid"/>
            <a:miter/>
          </a:ln>
        </p:spPr>
        <p:txBody>
          <a:bodyPr rtlCol="0" anchor="ctr"/>
          <a:lstStyle/>
          <a:p>
            <a:endParaRPr lang="en-US"/>
          </a:p>
        </p:txBody>
      </p:sp>
      <p:sp>
        <p:nvSpPr>
          <p:cNvPr id="107" name="question 4">
            <a:hlinkClick r:id="rId24" action="ppaction://hlinksldjump"/>
            <a:extLst>
              <a:ext uri="{FF2B5EF4-FFF2-40B4-BE49-F238E27FC236}">
                <a16:creationId xmlns:a16="http://schemas.microsoft.com/office/drawing/2014/main" id="{B8560E28-1274-4DA8-A420-9FD516FDC6D3}"/>
              </a:ext>
            </a:extLst>
          </p:cNvPr>
          <p:cNvSpPr txBox="1"/>
          <p:nvPr/>
        </p:nvSpPr>
        <p:spPr>
          <a:xfrm>
            <a:off x="188148" y="1794466"/>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108" name="Graphic 107" descr="Cursor with solid fill">
            <a:extLst>
              <a:ext uri="{FF2B5EF4-FFF2-40B4-BE49-F238E27FC236}">
                <a16:creationId xmlns:a16="http://schemas.microsoft.com/office/drawing/2014/main" id="{10B29617-DAF5-4E76-B261-60EF14DD38E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4619" y="1985865"/>
            <a:ext cx="395274" cy="395274"/>
          </a:xfrm>
          <a:prstGeom prst="rect">
            <a:avLst/>
          </a:prstGeom>
        </p:spPr>
      </p:pic>
      <p:sp>
        <p:nvSpPr>
          <p:cNvPr id="111" name="sub-q 2">
            <a:hlinkClick r:id="rId25" action="ppaction://hlinksldjump"/>
            <a:extLst>
              <a:ext uri="{FF2B5EF4-FFF2-40B4-BE49-F238E27FC236}">
                <a16:creationId xmlns:a16="http://schemas.microsoft.com/office/drawing/2014/main" id="{78FC8683-17C2-4DB3-B967-301EC0E15B3D}"/>
              </a:ext>
            </a:extLst>
          </p:cNvPr>
          <p:cNvSpPr txBox="1"/>
          <p:nvPr/>
        </p:nvSpPr>
        <p:spPr>
          <a:xfrm>
            <a:off x="445768" y="1112181"/>
            <a:ext cx="145648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Differential</a:t>
            </a:r>
          </a:p>
        </p:txBody>
      </p:sp>
      <p:pic>
        <p:nvPicPr>
          <p:cNvPr id="112" name="Graphic 111" descr="Cursor with solid fill">
            <a:hlinkClick r:id="rId25" action="ppaction://hlinksldjump"/>
            <a:extLst>
              <a:ext uri="{FF2B5EF4-FFF2-40B4-BE49-F238E27FC236}">
                <a16:creationId xmlns:a16="http://schemas.microsoft.com/office/drawing/2014/main" id="{93D51DF6-C8F6-44D1-AC4B-33A6C48B73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4619" y="1352049"/>
            <a:ext cx="395274" cy="395274"/>
          </a:xfrm>
          <a:prstGeom prst="rect">
            <a:avLst/>
          </a:prstGeom>
        </p:spPr>
      </p:pic>
      <p:cxnSp>
        <p:nvCxnSpPr>
          <p:cNvPr id="118" name="Connector: Elbow 117">
            <a:extLst>
              <a:ext uri="{FF2B5EF4-FFF2-40B4-BE49-F238E27FC236}">
                <a16:creationId xmlns:a16="http://schemas.microsoft.com/office/drawing/2014/main" id="{3DD454C1-927E-4E9E-8E27-9710A2CF833C}"/>
              </a:ext>
            </a:extLst>
          </p:cNvPr>
          <p:cNvCxnSpPr>
            <a:cxnSpLocks/>
          </p:cNvCxnSpPr>
          <p:nvPr/>
        </p:nvCxnSpPr>
        <p:spPr>
          <a:xfrm rot="16200000" flipH="1">
            <a:off x="112036" y="2339183"/>
            <a:ext cx="469827" cy="19764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19" name="Connector: Elbow 118">
            <a:extLst>
              <a:ext uri="{FF2B5EF4-FFF2-40B4-BE49-F238E27FC236}">
                <a16:creationId xmlns:a16="http://schemas.microsoft.com/office/drawing/2014/main" id="{9EC71BAD-51AF-4E69-B6AF-21A5582D4586}"/>
              </a:ext>
            </a:extLst>
          </p:cNvPr>
          <p:cNvCxnSpPr>
            <a:cxnSpLocks/>
            <a:endCxn id="111" idx="1"/>
          </p:cNvCxnSpPr>
          <p:nvPr/>
        </p:nvCxnSpPr>
        <p:spPr>
          <a:xfrm rot="16200000" flipH="1">
            <a:off x="154430" y="1025155"/>
            <a:ext cx="385038" cy="19763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120" name="sub-q 1 button">
            <a:extLst>
              <a:ext uri="{FF2B5EF4-FFF2-40B4-BE49-F238E27FC236}">
                <a16:creationId xmlns:a16="http://schemas.microsoft.com/office/drawing/2014/main" id="{DF5712D9-65FF-4B3D-9856-1E28D282CC9D}"/>
              </a:ext>
            </a:extLst>
          </p:cNvPr>
          <p:cNvSpPr txBox="1"/>
          <p:nvPr/>
        </p:nvSpPr>
        <p:spPr>
          <a:xfrm>
            <a:off x="445770" y="2468606"/>
            <a:ext cx="1459676" cy="408623"/>
          </a:xfrm>
          <a:prstGeom prst="roundRect">
            <a:avLst/>
          </a:prstGeom>
          <a:solidFill>
            <a:schemeClr val="tx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solidFill>
                  <a:schemeClr val="bg1"/>
                </a:solidFill>
              </a:rPr>
              <a:t>Medications</a:t>
            </a:r>
          </a:p>
        </p:txBody>
      </p:sp>
      <p:sp>
        <p:nvSpPr>
          <p:cNvPr id="96" name="Rectangle 95">
            <a:extLst>
              <a:ext uri="{FF2B5EF4-FFF2-40B4-BE49-F238E27FC236}">
                <a16:creationId xmlns:a16="http://schemas.microsoft.com/office/drawing/2014/main" id="{E46C4026-902D-4A86-869D-27AE1C274884}"/>
              </a:ext>
            </a:extLst>
          </p:cNvPr>
          <p:cNvSpPr/>
          <p:nvPr/>
        </p:nvSpPr>
        <p:spPr>
          <a:xfrm>
            <a:off x="9246372" y="3251928"/>
            <a:ext cx="1225540" cy="1192337"/>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TCA">
            <a:hlinkClick r:id="rId26" action="ppaction://hlinksldjump"/>
            <a:extLst>
              <a:ext uri="{FF2B5EF4-FFF2-40B4-BE49-F238E27FC236}">
                <a16:creationId xmlns:a16="http://schemas.microsoft.com/office/drawing/2014/main" id="{EA96B589-BBAC-44A1-A07D-B5FF8E31B91E}"/>
              </a:ext>
            </a:extLst>
          </p:cNvPr>
          <p:cNvSpPr/>
          <p:nvPr/>
        </p:nvSpPr>
        <p:spPr>
          <a:xfrm>
            <a:off x="2967853" y="5378760"/>
            <a:ext cx="1428593" cy="1021556"/>
          </a:xfrm>
          <a:prstGeom prst="roundRect">
            <a:avLst>
              <a:gd name="adj" fmla="val 10140"/>
            </a:avLst>
          </a:prstGeom>
          <a:solidFill>
            <a:schemeClr val="bg1"/>
          </a:solidFill>
          <a:ln w="28575">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tx1"/>
                </a:solidFill>
              </a:rPr>
              <a:t>Case-dependent Selection?</a:t>
            </a:r>
          </a:p>
        </p:txBody>
      </p:sp>
      <p:pic>
        <p:nvPicPr>
          <p:cNvPr id="102" name="Graphic 101" descr="Cursor with solid fill">
            <a:extLst>
              <a:ext uri="{FF2B5EF4-FFF2-40B4-BE49-F238E27FC236}">
                <a16:creationId xmlns:a16="http://schemas.microsoft.com/office/drawing/2014/main" id="{44BB0AD5-2608-493A-8C0F-A22DDC1A08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28897" y="6202679"/>
            <a:ext cx="395274" cy="395274"/>
          </a:xfrm>
          <a:prstGeom prst="rect">
            <a:avLst/>
          </a:prstGeom>
        </p:spPr>
      </p:pic>
    </p:spTree>
    <p:extLst>
      <p:ext uri="{BB962C8B-B14F-4D97-AF65-F5344CB8AC3E}">
        <p14:creationId xmlns:p14="http://schemas.microsoft.com/office/powerpoint/2010/main" val="10652659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SRI">
            <a:extLst>
              <a:ext uri="{FF2B5EF4-FFF2-40B4-BE49-F238E27FC236}">
                <a16:creationId xmlns:a16="http://schemas.microsoft.com/office/drawing/2014/main" id="{8C758822-2005-4701-86D2-5AA5AF195DB3}"/>
              </a:ext>
            </a:extLst>
          </p:cNvPr>
          <p:cNvSpPr/>
          <p:nvPr/>
        </p:nvSpPr>
        <p:spPr>
          <a:xfrm>
            <a:off x="5048054" y="601782"/>
            <a:ext cx="1312849" cy="477524"/>
          </a:xfrm>
          <a:prstGeom prst="roundRect">
            <a:avLst/>
          </a:prstGeom>
          <a:solidFill>
            <a:schemeClr val="accent6">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SSRI</a:t>
            </a:r>
          </a:p>
        </p:txBody>
      </p:sp>
      <p:sp>
        <p:nvSpPr>
          <p:cNvPr id="88" name="SNRI">
            <a:extLst>
              <a:ext uri="{FF2B5EF4-FFF2-40B4-BE49-F238E27FC236}">
                <a16:creationId xmlns:a16="http://schemas.microsoft.com/office/drawing/2014/main" id="{328A2C24-1B31-44C4-97D9-84CC56482D52}"/>
              </a:ext>
            </a:extLst>
          </p:cNvPr>
          <p:cNvSpPr/>
          <p:nvPr/>
        </p:nvSpPr>
        <p:spPr>
          <a:xfrm>
            <a:off x="6741697" y="601782"/>
            <a:ext cx="1312849" cy="477524"/>
          </a:xfrm>
          <a:prstGeom prst="roundRect">
            <a:avLst/>
          </a:prstGeom>
          <a:solidFill>
            <a:schemeClr val="accent5">
              <a:lumMod val="60000"/>
              <a:lumOff val="40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SNRI</a:t>
            </a:r>
          </a:p>
        </p:txBody>
      </p:sp>
      <p:sp>
        <p:nvSpPr>
          <p:cNvPr id="89" name="TCA">
            <a:extLst>
              <a:ext uri="{FF2B5EF4-FFF2-40B4-BE49-F238E27FC236}">
                <a16:creationId xmlns:a16="http://schemas.microsoft.com/office/drawing/2014/main" id="{46F3F9DA-8BED-4728-9EEF-3B41A46A7937}"/>
              </a:ext>
            </a:extLst>
          </p:cNvPr>
          <p:cNvSpPr/>
          <p:nvPr/>
        </p:nvSpPr>
        <p:spPr>
          <a:xfrm>
            <a:off x="10128984" y="601782"/>
            <a:ext cx="1312849" cy="477524"/>
          </a:xfrm>
          <a:prstGeom prst="roundRect">
            <a:avLst/>
          </a:prstGeom>
          <a:solidFill>
            <a:schemeClr val="bg2">
              <a:lumMod val="90000"/>
            </a:schemeClr>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TCA</a:t>
            </a:r>
          </a:p>
        </p:txBody>
      </p:sp>
      <p:sp>
        <p:nvSpPr>
          <p:cNvPr id="90" name="Other">
            <a:extLst>
              <a:ext uri="{FF2B5EF4-FFF2-40B4-BE49-F238E27FC236}">
                <a16:creationId xmlns:a16="http://schemas.microsoft.com/office/drawing/2014/main" id="{03BF4D3F-1442-4D00-95AD-1890A61911B4}"/>
              </a:ext>
            </a:extLst>
          </p:cNvPr>
          <p:cNvSpPr/>
          <p:nvPr/>
        </p:nvSpPr>
        <p:spPr>
          <a:xfrm>
            <a:off x="8435340" y="601782"/>
            <a:ext cx="1312849" cy="477524"/>
          </a:xfrm>
          <a:prstGeom prst="roundRect">
            <a:avLst/>
          </a:prstGeom>
          <a:solidFill>
            <a:schemeClr val="accent2">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err="1"/>
              <a:t>Atypicals</a:t>
            </a:r>
            <a:endParaRPr lang="en-US"/>
          </a:p>
        </p:txBody>
      </p:sp>
      <p:sp>
        <p:nvSpPr>
          <p:cNvPr id="91" name="TextBox 90">
            <a:extLst>
              <a:ext uri="{FF2B5EF4-FFF2-40B4-BE49-F238E27FC236}">
                <a16:creationId xmlns:a16="http://schemas.microsoft.com/office/drawing/2014/main" id="{506EE470-D07C-474A-9C0E-98CE68D6A47B}"/>
              </a:ext>
            </a:extLst>
          </p:cNvPr>
          <p:cNvSpPr txBox="1"/>
          <p:nvPr/>
        </p:nvSpPr>
        <p:spPr>
          <a:xfrm>
            <a:off x="4776974" y="1283252"/>
            <a:ext cx="2304920" cy="1477328"/>
          </a:xfrm>
          <a:prstGeom prst="rect">
            <a:avLst/>
          </a:prstGeom>
          <a:noFill/>
        </p:spPr>
        <p:txBody>
          <a:bodyPr wrap="square" rtlCol="0">
            <a:spAutoFit/>
          </a:bodyPr>
          <a:lstStyle/>
          <a:p>
            <a:r>
              <a:rPr lang="en-US"/>
              <a:t>Fluoxetine (Prozac)</a:t>
            </a:r>
          </a:p>
          <a:p>
            <a:r>
              <a:rPr lang="en-US"/>
              <a:t>Sertraline (Zoloft)</a:t>
            </a:r>
          </a:p>
          <a:p>
            <a:r>
              <a:rPr lang="en-US"/>
              <a:t>Citalopram (Celexa)</a:t>
            </a:r>
          </a:p>
          <a:p>
            <a:r>
              <a:rPr lang="en-US"/>
              <a:t>Escitalopram (Lexapro)</a:t>
            </a:r>
          </a:p>
          <a:p>
            <a:r>
              <a:rPr lang="en-US"/>
              <a:t>Paroxetine (Paxil)</a:t>
            </a:r>
          </a:p>
        </p:txBody>
      </p:sp>
      <p:sp>
        <p:nvSpPr>
          <p:cNvPr id="92" name="TextBox 91">
            <a:extLst>
              <a:ext uri="{FF2B5EF4-FFF2-40B4-BE49-F238E27FC236}">
                <a16:creationId xmlns:a16="http://schemas.microsoft.com/office/drawing/2014/main" id="{979F7597-9255-4A8B-984F-C07DF5431201}"/>
              </a:ext>
            </a:extLst>
          </p:cNvPr>
          <p:cNvSpPr txBox="1"/>
          <p:nvPr/>
        </p:nvSpPr>
        <p:spPr>
          <a:xfrm>
            <a:off x="6809580" y="1287814"/>
            <a:ext cx="1301099" cy="646331"/>
          </a:xfrm>
          <a:prstGeom prst="rect">
            <a:avLst/>
          </a:prstGeom>
          <a:noFill/>
        </p:spPr>
        <p:txBody>
          <a:bodyPr wrap="square" rtlCol="0">
            <a:spAutoFit/>
          </a:bodyPr>
          <a:lstStyle/>
          <a:p>
            <a:r>
              <a:rPr lang="en-US"/>
              <a:t>Duloxetine</a:t>
            </a:r>
          </a:p>
          <a:p>
            <a:r>
              <a:rPr lang="en-US"/>
              <a:t>Venlafaxine</a:t>
            </a:r>
          </a:p>
        </p:txBody>
      </p:sp>
      <p:sp>
        <p:nvSpPr>
          <p:cNvPr id="93" name="TextBox 92">
            <a:extLst>
              <a:ext uri="{FF2B5EF4-FFF2-40B4-BE49-F238E27FC236}">
                <a16:creationId xmlns:a16="http://schemas.microsoft.com/office/drawing/2014/main" id="{2F34EDE5-FA6F-4B3C-87F1-3E06118D384E}"/>
              </a:ext>
            </a:extLst>
          </p:cNvPr>
          <p:cNvSpPr txBox="1"/>
          <p:nvPr/>
        </p:nvSpPr>
        <p:spPr>
          <a:xfrm>
            <a:off x="8448861" y="1310640"/>
            <a:ext cx="1312702" cy="646331"/>
          </a:xfrm>
          <a:prstGeom prst="rect">
            <a:avLst/>
          </a:prstGeom>
          <a:noFill/>
        </p:spPr>
        <p:txBody>
          <a:bodyPr wrap="square" rtlCol="0">
            <a:spAutoFit/>
          </a:bodyPr>
          <a:lstStyle/>
          <a:p>
            <a:r>
              <a:rPr lang="en-US"/>
              <a:t>Bupropion</a:t>
            </a:r>
          </a:p>
          <a:p>
            <a:r>
              <a:rPr lang="en-US"/>
              <a:t>Mirtazapine</a:t>
            </a:r>
          </a:p>
        </p:txBody>
      </p:sp>
      <p:sp>
        <p:nvSpPr>
          <p:cNvPr id="94" name="TextBox 93">
            <a:extLst>
              <a:ext uri="{FF2B5EF4-FFF2-40B4-BE49-F238E27FC236}">
                <a16:creationId xmlns:a16="http://schemas.microsoft.com/office/drawing/2014/main" id="{C6FA56BD-8674-47A7-BCE8-C2D161D00946}"/>
              </a:ext>
            </a:extLst>
          </p:cNvPr>
          <p:cNvSpPr txBox="1"/>
          <p:nvPr/>
        </p:nvSpPr>
        <p:spPr>
          <a:xfrm>
            <a:off x="10090187" y="1324700"/>
            <a:ext cx="1403661" cy="646331"/>
          </a:xfrm>
          <a:prstGeom prst="rect">
            <a:avLst/>
          </a:prstGeom>
          <a:noFill/>
        </p:spPr>
        <p:txBody>
          <a:bodyPr wrap="square" rtlCol="0">
            <a:spAutoFit/>
          </a:bodyPr>
          <a:lstStyle/>
          <a:p>
            <a:r>
              <a:rPr lang="en-US"/>
              <a:t>Amitriptyline</a:t>
            </a:r>
          </a:p>
          <a:p>
            <a:r>
              <a:rPr lang="en-US"/>
              <a:t>Nortriptyline</a:t>
            </a:r>
          </a:p>
        </p:txBody>
      </p:sp>
      <p:sp>
        <p:nvSpPr>
          <p:cNvPr id="95" name="TCA">
            <a:extLst>
              <a:ext uri="{FF2B5EF4-FFF2-40B4-BE49-F238E27FC236}">
                <a16:creationId xmlns:a16="http://schemas.microsoft.com/office/drawing/2014/main" id="{B2A287EA-4825-4936-BA68-C514D6E04838}"/>
              </a:ext>
            </a:extLst>
          </p:cNvPr>
          <p:cNvSpPr/>
          <p:nvPr/>
        </p:nvSpPr>
        <p:spPr>
          <a:xfrm>
            <a:off x="2967853" y="3715331"/>
            <a:ext cx="1428593" cy="408623"/>
          </a:xfrm>
          <a:prstGeom prst="roundRect">
            <a:avLst/>
          </a:prstGeom>
          <a:solidFill>
            <a:srgbClr val="FF0000"/>
          </a:solidFill>
          <a:ln w="28575">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bg1"/>
                </a:solidFill>
              </a:rPr>
              <a:t>Side Effects?</a:t>
            </a:r>
          </a:p>
        </p:txBody>
      </p:sp>
      <p:grpSp>
        <p:nvGrpSpPr>
          <p:cNvPr id="11" name="GI tox" hidden="1">
            <a:extLst>
              <a:ext uri="{FF2B5EF4-FFF2-40B4-BE49-F238E27FC236}">
                <a16:creationId xmlns:a16="http://schemas.microsoft.com/office/drawing/2014/main" id="{6B84193B-A415-464C-93E9-0508564681B3}"/>
              </a:ext>
            </a:extLst>
          </p:cNvPr>
          <p:cNvGrpSpPr/>
          <p:nvPr/>
        </p:nvGrpSpPr>
        <p:grpSpPr>
          <a:xfrm>
            <a:off x="4654462" y="1165204"/>
            <a:ext cx="3786013" cy="2086724"/>
            <a:chOff x="4654462" y="1165204"/>
            <a:chExt cx="3786013" cy="2086724"/>
          </a:xfrm>
        </p:grpSpPr>
        <p:sp>
          <p:nvSpPr>
            <p:cNvPr id="133" name="Rectangle 11">
              <a:extLst>
                <a:ext uri="{FF2B5EF4-FFF2-40B4-BE49-F238E27FC236}">
                  <a16:creationId xmlns:a16="http://schemas.microsoft.com/office/drawing/2014/main" id="{23EB6165-9D26-494C-81DE-82917AF675FC}"/>
                </a:ext>
              </a:extLst>
            </p:cNvPr>
            <p:cNvSpPr/>
            <p:nvPr/>
          </p:nvSpPr>
          <p:spPr>
            <a:xfrm>
              <a:off x="4654462" y="1165204"/>
              <a:ext cx="3786013" cy="1692998"/>
            </a:xfrm>
            <a:custGeom>
              <a:avLst/>
              <a:gdLst>
                <a:gd name="connsiteX0" fmla="*/ 0 w 3773519"/>
                <a:gd name="connsiteY0" fmla="*/ 0 h 1678309"/>
                <a:gd name="connsiteX1" fmla="*/ 3773519 w 3773519"/>
                <a:gd name="connsiteY1" fmla="*/ 0 h 1678309"/>
                <a:gd name="connsiteX2" fmla="*/ 3773519 w 3773519"/>
                <a:gd name="connsiteY2" fmla="*/ 1678309 h 1678309"/>
                <a:gd name="connsiteX3" fmla="*/ 0 w 3773519"/>
                <a:gd name="connsiteY3" fmla="*/ 1678309 h 1678309"/>
                <a:gd name="connsiteX4" fmla="*/ 0 w 3773519"/>
                <a:gd name="connsiteY4" fmla="*/ 0 h 1678309"/>
                <a:gd name="connsiteX0" fmla="*/ 3440 w 3776959"/>
                <a:gd name="connsiteY0" fmla="*/ 0 h 1678309"/>
                <a:gd name="connsiteX1" fmla="*/ 3776959 w 3776959"/>
                <a:gd name="connsiteY1" fmla="*/ 0 h 1678309"/>
                <a:gd name="connsiteX2" fmla="*/ 3776959 w 3776959"/>
                <a:gd name="connsiteY2" fmla="*/ 1678309 h 1678309"/>
                <a:gd name="connsiteX3" fmla="*/ 3440 w 3776959"/>
                <a:gd name="connsiteY3" fmla="*/ 1678309 h 1678309"/>
                <a:gd name="connsiteX4" fmla="*/ 0 w 3776959"/>
                <a:gd name="connsiteY4" fmla="*/ 1674891 h 1678309"/>
                <a:gd name="connsiteX5" fmla="*/ 3440 w 3776959"/>
                <a:gd name="connsiteY5" fmla="*/ 0 h 1678309"/>
                <a:gd name="connsiteX0" fmla="*/ 256937 w 4030456"/>
                <a:gd name="connsiteY0" fmla="*/ 0 h 1678309"/>
                <a:gd name="connsiteX1" fmla="*/ 4030456 w 4030456"/>
                <a:gd name="connsiteY1" fmla="*/ 0 h 1678309"/>
                <a:gd name="connsiteX2" fmla="*/ 4030456 w 4030456"/>
                <a:gd name="connsiteY2" fmla="*/ 1678309 h 1678309"/>
                <a:gd name="connsiteX3" fmla="*/ 256937 w 4030456"/>
                <a:gd name="connsiteY3" fmla="*/ 1678309 h 1678309"/>
                <a:gd name="connsiteX4" fmla="*/ 0 w 4030456"/>
                <a:gd name="connsiteY4" fmla="*/ 1593410 h 1678309"/>
                <a:gd name="connsiteX5" fmla="*/ 256937 w 4030456"/>
                <a:gd name="connsiteY5" fmla="*/ 0 h 1678309"/>
                <a:gd name="connsiteX0" fmla="*/ 256937 w 4030456"/>
                <a:gd name="connsiteY0" fmla="*/ 0 h 1678309"/>
                <a:gd name="connsiteX1" fmla="*/ 4030456 w 4030456"/>
                <a:gd name="connsiteY1" fmla="*/ 0 h 1678309"/>
                <a:gd name="connsiteX2" fmla="*/ 4030456 w 4030456"/>
                <a:gd name="connsiteY2" fmla="*/ 1678309 h 1678309"/>
                <a:gd name="connsiteX3" fmla="*/ 2556517 w 4030456"/>
                <a:gd name="connsiteY3" fmla="*/ 1678309 h 1678309"/>
                <a:gd name="connsiteX4" fmla="*/ 0 w 4030456"/>
                <a:gd name="connsiteY4" fmla="*/ 1593410 h 1678309"/>
                <a:gd name="connsiteX5" fmla="*/ 256937 w 4030456"/>
                <a:gd name="connsiteY5" fmla="*/ 0 h 1678309"/>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0 w 3786013"/>
                <a:gd name="connsiteY4" fmla="*/ 1692998 h 1692998"/>
                <a:gd name="connsiteX5" fmla="*/ 12494 w 3786013"/>
                <a:gd name="connsiteY5" fmla="*/ 0 h 1692998"/>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0 w 3786013"/>
                <a:gd name="connsiteY4" fmla="*/ 1692998 h 1692998"/>
                <a:gd name="connsiteX5" fmla="*/ 12494 w 3786013"/>
                <a:gd name="connsiteY5" fmla="*/ 0 h 1692998"/>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2299580 w 3786013"/>
                <a:gd name="connsiteY4" fmla="*/ 1665837 h 1692998"/>
                <a:gd name="connsiteX5" fmla="*/ 0 w 3786013"/>
                <a:gd name="connsiteY5" fmla="*/ 1692998 h 1692998"/>
                <a:gd name="connsiteX6" fmla="*/ 12494 w 3786013"/>
                <a:gd name="connsiteY6" fmla="*/ 0 h 1692998"/>
                <a:gd name="connsiteX0" fmla="*/ 12494 w 3786013"/>
                <a:gd name="connsiteY0" fmla="*/ 0 h 1756372"/>
                <a:gd name="connsiteX1" fmla="*/ 3786013 w 3786013"/>
                <a:gd name="connsiteY1" fmla="*/ 0 h 1756372"/>
                <a:gd name="connsiteX2" fmla="*/ 3786013 w 3786013"/>
                <a:gd name="connsiteY2" fmla="*/ 1678309 h 1756372"/>
                <a:gd name="connsiteX3" fmla="*/ 2312074 w 3786013"/>
                <a:gd name="connsiteY3" fmla="*/ 1678309 h 1756372"/>
                <a:gd name="connsiteX4" fmla="*/ 2127564 w 3786013"/>
                <a:gd name="connsiteY4" fmla="*/ 1756372 h 1756372"/>
                <a:gd name="connsiteX5" fmla="*/ 0 w 3786013"/>
                <a:gd name="connsiteY5" fmla="*/ 1692998 h 1756372"/>
                <a:gd name="connsiteX6" fmla="*/ 12494 w 3786013"/>
                <a:gd name="connsiteY6" fmla="*/ 0 h 1756372"/>
                <a:gd name="connsiteX0" fmla="*/ 12494 w 3786013"/>
                <a:gd name="connsiteY0" fmla="*/ 0 h 1756372"/>
                <a:gd name="connsiteX1" fmla="*/ 3786013 w 3786013"/>
                <a:gd name="connsiteY1" fmla="*/ 0 h 1756372"/>
                <a:gd name="connsiteX2" fmla="*/ 3786013 w 3786013"/>
                <a:gd name="connsiteY2" fmla="*/ 1678309 h 1756372"/>
                <a:gd name="connsiteX3" fmla="*/ 2293967 w 3786013"/>
                <a:gd name="connsiteY3" fmla="*/ 782016 h 1756372"/>
                <a:gd name="connsiteX4" fmla="*/ 2127564 w 3786013"/>
                <a:gd name="connsiteY4" fmla="*/ 1756372 h 1756372"/>
                <a:gd name="connsiteX5" fmla="*/ 0 w 3786013"/>
                <a:gd name="connsiteY5" fmla="*/ 1692998 h 1756372"/>
                <a:gd name="connsiteX6" fmla="*/ 12494 w 3786013"/>
                <a:gd name="connsiteY6" fmla="*/ 0 h 1756372"/>
                <a:gd name="connsiteX0" fmla="*/ 12494 w 3786013"/>
                <a:gd name="connsiteY0" fmla="*/ 0 h 1692998"/>
                <a:gd name="connsiteX1" fmla="*/ 3786013 w 3786013"/>
                <a:gd name="connsiteY1" fmla="*/ 0 h 1692998"/>
                <a:gd name="connsiteX2" fmla="*/ 3786013 w 3786013"/>
                <a:gd name="connsiteY2" fmla="*/ 1678309 h 1692998"/>
                <a:gd name="connsiteX3" fmla="*/ 2293967 w 3786013"/>
                <a:gd name="connsiteY3" fmla="*/ 782016 h 1692998"/>
                <a:gd name="connsiteX4" fmla="*/ 2290526 w 3786013"/>
                <a:gd name="connsiteY4" fmla="*/ 1683944 h 1692998"/>
                <a:gd name="connsiteX5" fmla="*/ 0 w 3786013"/>
                <a:gd name="connsiteY5" fmla="*/ 1692998 h 1692998"/>
                <a:gd name="connsiteX6" fmla="*/ 12494 w 3786013"/>
                <a:gd name="connsiteY6" fmla="*/ 0 h 1692998"/>
                <a:gd name="connsiteX0" fmla="*/ 12494 w 3786013"/>
                <a:gd name="connsiteY0" fmla="*/ 0 h 1692998"/>
                <a:gd name="connsiteX1" fmla="*/ 3786013 w 3786013"/>
                <a:gd name="connsiteY1" fmla="*/ 0 h 1692998"/>
                <a:gd name="connsiteX2" fmla="*/ 3786013 w 3786013"/>
                <a:gd name="connsiteY2" fmla="*/ 791069 h 1692998"/>
                <a:gd name="connsiteX3" fmla="*/ 2293967 w 3786013"/>
                <a:gd name="connsiteY3" fmla="*/ 782016 h 1692998"/>
                <a:gd name="connsiteX4" fmla="*/ 2290526 w 3786013"/>
                <a:gd name="connsiteY4" fmla="*/ 1683944 h 1692998"/>
                <a:gd name="connsiteX5" fmla="*/ 0 w 3786013"/>
                <a:gd name="connsiteY5" fmla="*/ 1692998 h 1692998"/>
                <a:gd name="connsiteX6" fmla="*/ 12494 w 3786013"/>
                <a:gd name="connsiteY6" fmla="*/ 0 h 1692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86013" h="1692998">
                  <a:moveTo>
                    <a:pt x="12494" y="0"/>
                  </a:moveTo>
                  <a:lnTo>
                    <a:pt x="3786013" y="0"/>
                  </a:lnTo>
                  <a:lnTo>
                    <a:pt x="3786013" y="791069"/>
                  </a:lnTo>
                  <a:lnTo>
                    <a:pt x="2293967" y="782016"/>
                  </a:lnTo>
                  <a:lnTo>
                    <a:pt x="2290526" y="1683944"/>
                  </a:lnTo>
                  <a:lnTo>
                    <a:pt x="0" y="1692998"/>
                  </a:lnTo>
                  <a:cubicBezTo>
                    <a:pt x="1147" y="1134701"/>
                    <a:pt x="11347" y="558297"/>
                    <a:pt x="12494" y="0"/>
                  </a:cubicBezTo>
                  <a:close/>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4" name="Straight Arrow Connector 133">
              <a:extLst>
                <a:ext uri="{FF2B5EF4-FFF2-40B4-BE49-F238E27FC236}">
                  <a16:creationId xmlns:a16="http://schemas.microsoft.com/office/drawing/2014/main" id="{8B8AB762-6F38-4EDA-92B2-2801FDDA2465}"/>
                </a:ext>
              </a:extLst>
            </p:cNvPr>
            <p:cNvCxnSpPr>
              <a:cxnSpLocks/>
            </p:cNvCxnSpPr>
            <p:nvPr/>
          </p:nvCxnSpPr>
          <p:spPr>
            <a:xfrm flipV="1">
              <a:off x="5336066" y="2878176"/>
              <a:ext cx="125596" cy="373752"/>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grpSp>
      <p:grpSp>
        <p:nvGrpSpPr>
          <p:cNvPr id="12" name="weight gain" hidden="1">
            <a:extLst>
              <a:ext uri="{FF2B5EF4-FFF2-40B4-BE49-F238E27FC236}">
                <a16:creationId xmlns:a16="http://schemas.microsoft.com/office/drawing/2014/main" id="{D8B01A22-3BC5-47D4-B093-44250736C873}"/>
              </a:ext>
            </a:extLst>
          </p:cNvPr>
          <p:cNvGrpSpPr/>
          <p:nvPr/>
        </p:nvGrpSpPr>
        <p:grpSpPr>
          <a:xfrm>
            <a:off x="4811135" y="1622998"/>
            <a:ext cx="4943128" cy="1644346"/>
            <a:chOff x="4715871" y="1624427"/>
            <a:chExt cx="4943128" cy="1644346"/>
          </a:xfrm>
        </p:grpSpPr>
        <p:sp>
          <p:nvSpPr>
            <p:cNvPr id="136" name="Rectangle 135">
              <a:extLst>
                <a:ext uri="{FF2B5EF4-FFF2-40B4-BE49-F238E27FC236}">
                  <a16:creationId xmlns:a16="http://schemas.microsoft.com/office/drawing/2014/main" id="{9B55AB09-9ECF-4CCD-851B-3A00710983CD}"/>
                </a:ext>
              </a:extLst>
            </p:cNvPr>
            <p:cNvSpPr/>
            <p:nvPr/>
          </p:nvSpPr>
          <p:spPr>
            <a:xfrm>
              <a:off x="4715871" y="2411289"/>
              <a:ext cx="1704365" cy="3030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2B119EE0-1B23-45C7-8689-65B0ED011F05}"/>
                </a:ext>
              </a:extLst>
            </p:cNvPr>
            <p:cNvSpPr/>
            <p:nvPr/>
          </p:nvSpPr>
          <p:spPr>
            <a:xfrm>
              <a:off x="8379473" y="1624427"/>
              <a:ext cx="1279526" cy="3030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8" name="Straight Arrow Connector 137">
              <a:extLst>
                <a:ext uri="{FF2B5EF4-FFF2-40B4-BE49-F238E27FC236}">
                  <a16:creationId xmlns:a16="http://schemas.microsoft.com/office/drawing/2014/main" id="{AECE7CBE-BD9F-4D9A-912A-67AF8B64E588}"/>
                </a:ext>
              </a:extLst>
            </p:cNvPr>
            <p:cNvCxnSpPr>
              <a:cxnSpLocks/>
              <a:stCxn id="136" idx="2"/>
            </p:cNvCxnSpPr>
            <p:nvPr/>
          </p:nvCxnSpPr>
          <p:spPr>
            <a:xfrm>
              <a:off x="5568054" y="2714333"/>
              <a:ext cx="1730792" cy="554440"/>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743EBE88-9999-4328-8804-3D40603C87ED}"/>
                </a:ext>
              </a:extLst>
            </p:cNvPr>
            <p:cNvCxnSpPr>
              <a:cxnSpLocks/>
              <a:stCxn id="137" idx="2"/>
            </p:cNvCxnSpPr>
            <p:nvPr/>
          </p:nvCxnSpPr>
          <p:spPr>
            <a:xfrm flipH="1">
              <a:off x="7298846" y="1927471"/>
              <a:ext cx="1720390" cy="1341302"/>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0" name="sex side effect box" hidden="1">
            <a:extLst>
              <a:ext uri="{FF2B5EF4-FFF2-40B4-BE49-F238E27FC236}">
                <a16:creationId xmlns:a16="http://schemas.microsoft.com/office/drawing/2014/main" id="{387ACF1C-D9A6-44C3-8178-B31F082189A2}"/>
              </a:ext>
            </a:extLst>
          </p:cNvPr>
          <p:cNvSpPr/>
          <p:nvPr/>
        </p:nvSpPr>
        <p:spPr>
          <a:xfrm>
            <a:off x="4663516" y="1156150"/>
            <a:ext cx="6864086" cy="1692998"/>
          </a:xfrm>
          <a:custGeom>
            <a:avLst/>
            <a:gdLst>
              <a:gd name="connsiteX0" fmla="*/ 0 w 8157172"/>
              <a:gd name="connsiteY0" fmla="*/ 0 h 1692998"/>
              <a:gd name="connsiteX1" fmla="*/ 9053 w 8157172"/>
              <a:gd name="connsiteY1" fmla="*/ 1692998 h 1692998"/>
              <a:gd name="connsiteX2" fmla="*/ 8157172 w 8157172"/>
              <a:gd name="connsiteY2" fmla="*/ 1692998 h 1692998"/>
              <a:gd name="connsiteX3" fmla="*/ 8157172 w 8157172"/>
              <a:gd name="connsiteY3" fmla="*/ 72428 h 1692998"/>
              <a:gd name="connsiteX4" fmla="*/ 5920966 w 8157172"/>
              <a:gd name="connsiteY4" fmla="*/ 72428 h 1692998"/>
              <a:gd name="connsiteX5" fmla="*/ 5920966 w 8157172"/>
              <a:gd name="connsiteY5" fmla="*/ 425513 h 1692998"/>
              <a:gd name="connsiteX6" fmla="*/ 4454305 w 8157172"/>
              <a:gd name="connsiteY6" fmla="*/ 425513 h 1692998"/>
              <a:gd name="connsiteX7" fmla="*/ 2335794 w 8157172"/>
              <a:gd name="connsiteY7" fmla="*/ 425513 h 1692998"/>
              <a:gd name="connsiteX8" fmla="*/ 2335794 w 8157172"/>
              <a:gd name="connsiteY8" fmla="*/ 18107 h 1692998"/>
              <a:gd name="connsiteX9" fmla="*/ 0 w 8157172"/>
              <a:gd name="connsiteY9" fmla="*/ 0 h 1692998"/>
              <a:gd name="connsiteX0" fmla="*/ 0 w 8157172"/>
              <a:gd name="connsiteY0" fmla="*/ 0 h 1692998"/>
              <a:gd name="connsiteX1" fmla="*/ 9053 w 8157172"/>
              <a:gd name="connsiteY1" fmla="*/ 1692998 h 1692998"/>
              <a:gd name="connsiteX2" fmla="*/ 8157172 w 8157172"/>
              <a:gd name="connsiteY2" fmla="*/ 769544 h 1692998"/>
              <a:gd name="connsiteX3" fmla="*/ 8157172 w 8157172"/>
              <a:gd name="connsiteY3" fmla="*/ 72428 h 1692998"/>
              <a:gd name="connsiteX4" fmla="*/ 5920966 w 8157172"/>
              <a:gd name="connsiteY4" fmla="*/ 72428 h 1692998"/>
              <a:gd name="connsiteX5" fmla="*/ 5920966 w 8157172"/>
              <a:gd name="connsiteY5" fmla="*/ 425513 h 1692998"/>
              <a:gd name="connsiteX6" fmla="*/ 4454305 w 8157172"/>
              <a:gd name="connsiteY6" fmla="*/ 425513 h 1692998"/>
              <a:gd name="connsiteX7" fmla="*/ 2335794 w 8157172"/>
              <a:gd name="connsiteY7" fmla="*/ 425513 h 1692998"/>
              <a:gd name="connsiteX8" fmla="*/ 2335794 w 8157172"/>
              <a:gd name="connsiteY8" fmla="*/ 18107 h 1692998"/>
              <a:gd name="connsiteX9" fmla="*/ 0 w 8157172"/>
              <a:gd name="connsiteY9" fmla="*/ 0 h 1692998"/>
              <a:gd name="connsiteX0" fmla="*/ 0 w 8157172"/>
              <a:gd name="connsiteY0" fmla="*/ 0 h 1702051"/>
              <a:gd name="connsiteX1" fmla="*/ 9053 w 8157172"/>
              <a:gd name="connsiteY1" fmla="*/ 1692998 h 1702051"/>
              <a:gd name="connsiteX2" fmla="*/ 0 w 8157172"/>
              <a:gd name="connsiteY2" fmla="*/ 1702051 h 1702051"/>
              <a:gd name="connsiteX3" fmla="*/ 8157172 w 8157172"/>
              <a:gd name="connsiteY3" fmla="*/ 769544 h 1702051"/>
              <a:gd name="connsiteX4" fmla="*/ 8157172 w 8157172"/>
              <a:gd name="connsiteY4" fmla="*/ 72428 h 1702051"/>
              <a:gd name="connsiteX5" fmla="*/ 5920966 w 8157172"/>
              <a:gd name="connsiteY5" fmla="*/ 72428 h 1702051"/>
              <a:gd name="connsiteX6" fmla="*/ 5920966 w 8157172"/>
              <a:gd name="connsiteY6" fmla="*/ 425513 h 1702051"/>
              <a:gd name="connsiteX7" fmla="*/ 4454305 w 8157172"/>
              <a:gd name="connsiteY7" fmla="*/ 425513 h 1702051"/>
              <a:gd name="connsiteX8" fmla="*/ 2335794 w 8157172"/>
              <a:gd name="connsiteY8" fmla="*/ 425513 h 1702051"/>
              <a:gd name="connsiteX9" fmla="*/ 2335794 w 8157172"/>
              <a:gd name="connsiteY9" fmla="*/ 18107 h 1702051"/>
              <a:gd name="connsiteX10" fmla="*/ 0 w 8157172"/>
              <a:gd name="connsiteY10" fmla="*/ 0 h 1702051"/>
              <a:gd name="connsiteX0" fmla="*/ 0 w 8157172"/>
              <a:gd name="connsiteY0" fmla="*/ 0 h 1692998"/>
              <a:gd name="connsiteX1" fmla="*/ 9053 w 8157172"/>
              <a:gd name="connsiteY1" fmla="*/ 1692998 h 1692998"/>
              <a:gd name="connsiteX2" fmla="*/ 2290527 w 8157172"/>
              <a:gd name="connsiteY2" fmla="*/ 1692997 h 1692998"/>
              <a:gd name="connsiteX3" fmla="*/ 8157172 w 8157172"/>
              <a:gd name="connsiteY3" fmla="*/ 769544 h 1692998"/>
              <a:gd name="connsiteX4" fmla="*/ 8157172 w 8157172"/>
              <a:gd name="connsiteY4" fmla="*/ 72428 h 1692998"/>
              <a:gd name="connsiteX5" fmla="*/ 5920966 w 8157172"/>
              <a:gd name="connsiteY5" fmla="*/ 72428 h 1692998"/>
              <a:gd name="connsiteX6" fmla="*/ 5920966 w 8157172"/>
              <a:gd name="connsiteY6" fmla="*/ 425513 h 1692998"/>
              <a:gd name="connsiteX7" fmla="*/ 4454305 w 8157172"/>
              <a:gd name="connsiteY7" fmla="*/ 425513 h 1692998"/>
              <a:gd name="connsiteX8" fmla="*/ 2335794 w 8157172"/>
              <a:gd name="connsiteY8" fmla="*/ 425513 h 1692998"/>
              <a:gd name="connsiteX9" fmla="*/ 2335794 w 8157172"/>
              <a:gd name="connsiteY9" fmla="*/ 18107 h 1692998"/>
              <a:gd name="connsiteX10" fmla="*/ 0 w 8157172"/>
              <a:gd name="connsiteY10"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81473 w 8157172"/>
              <a:gd name="connsiteY3" fmla="*/ 1683944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832918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782118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782118 h 1692998"/>
              <a:gd name="connsiteX4" fmla="*/ 7627925 w 8157172"/>
              <a:gd name="connsiteY4" fmla="*/ 779069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7627925"/>
              <a:gd name="connsiteY0" fmla="*/ 0 h 1692998"/>
              <a:gd name="connsiteX1" fmla="*/ 9053 w 7627925"/>
              <a:gd name="connsiteY1" fmla="*/ 1692998 h 1692998"/>
              <a:gd name="connsiteX2" fmla="*/ 2290527 w 7627925"/>
              <a:gd name="connsiteY2" fmla="*/ 1692997 h 1692998"/>
              <a:gd name="connsiteX3" fmla="*/ 2290527 w 7627925"/>
              <a:gd name="connsiteY3" fmla="*/ 782118 h 1692998"/>
              <a:gd name="connsiteX4" fmla="*/ 7627925 w 7627925"/>
              <a:gd name="connsiteY4" fmla="*/ 779069 h 1692998"/>
              <a:gd name="connsiteX5" fmla="*/ 7627925 w 7627925"/>
              <a:gd name="connsiteY5" fmla="*/ 91478 h 1692998"/>
              <a:gd name="connsiteX6" fmla="*/ 5920966 w 7627925"/>
              <a:gd name="connsiteY6" fmla="*/ 72428 h 1692998"/>
              <a:gd name="connsiteX7" fmla="*/ 5920966 w 7627925"/>
              <a:gd name="connsiteY7" fmla="*/ 425513 h 1692998"/>
              <a:gd name="connsiteX8" fmla="*/ 4454305 w 7627925"/>
              <a:gd name="connsiteY8" fmla="*/ 425513 h 1692998"/>
              <a:gd name="connsiteX9" fmla="*/ 2335794 w 7627925"/>
              <a:gd name="connsiteY9" fmla="*/ 425513 h 1692998"/>
              <a:gd name="connsiteX10" fmla="*/ 2335794 w 7627925"/>
              <a:gd name="connsiteY10" fmla="*/ 18107 h 1692998"/>
              <a:gd name="connsiteX11" fmla="*/ 0 w 7627925"/>
              <a:gd name="connsiteY11" fmla="*/ 0 h 1692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27925" h="1692998">
                <a:moveTo>
                  <a:pt x="0" y="0"/>
                </a:moveTo>
                <a:cubicBezTo>
                  <a:pt x="3018" y="564333"/>
                  <a:pt x="6035" y="1128665"/>
                  <a:pt x="9053" y="1692998"/>
                </a:cubicBezTo>
                <a:lnTo>
                  <a:pt x="2290527" y="1692997"/>
                </a:lnTo>
                <a:lnTo>
                  <a:pt x="2290527" y="782118"/>
                </a:lnTo>
                <a:lnTo>
                  <a:pt x="7627925" y="779069"/>
                </a:lnTo>
                <a:lnTo>
                  <a:pt x="7627925" y="91478"/>
                </a:lnTo>
                <a:lnTo>
                  <a:pt x="5920966" y="72428"/>
                </a:lnTo>
                <a:lnTo>
                  <a:pt x="5920966" y="425513"/>
                </a:lnTo>
                <a:lnTo>
                  <a:pt x="4454305" y="425513"/>
                </a:lnTo>
                <a:lnTo>
                  <a:pt x="2335794" y="425513"/>
                </a:lnTo>
                <a:lnTo>
                  <a:pt x="2335794" y="18107"/>
                </a:lnTo>
                <a:lnTo>
                  <a:pt x="0" y="0"/>
                </a:lnTo>
                <a:close/>
              </a:path>
            </a:pathLst>
          </a:custGeom>
          <a:noFill/>
          <a:ln w="28575">
            <a:solidFill>
              <a:srgbClr val="FF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QTc prol">
            <a:extLst>
              <a:ext uri="{FF2B5EF4-FFF2-40B4-BE49-F238E27FC236}">
                <a16:creationId xmlns:a16="http://schemas.microsoft.com/office/drawing/2014/main" id="{9B9D0947-6A6A-43BC-8197-5491CA281135}"/>
              </a:ext>
            </a:extLst>
          </p:cNvPr>
          <p:cNvGrpSpPr/>
          <p:nvPr/>
        </p:nvGrpSpPr>
        <p:grpSpPr>
          <a:xfrm>
            <a:off x="4799416" y="1263382"/>
            <a:ext cx="6703486" cy="2000181"/>
            <a:chOff x="4799416" y="1263382"/>
            <a:chExt cx="6703486" cy="2000181"/>
          </a:xfrm>
        </p:grpSpPr>
        <p:sp>
          <p:nvSpPr>
            <p:cNvPr id="142" name="Rectangle 141">
              <a:extLst>
                <a:ext uri="{FF2B5EF4-FFF2-40B4-BE49-F238E27FC236}">
                  <a16:creationId xmlns:a16="http://schemas.microsoft.com/office/drawing/2014/main" id="{355869E7-5217-44DB-9F79-BCB667B78043}"/>
                </a:ext>
              </a:extLst>
            </p:cNvPr>
            <p:cNvSpPr/>
            <p:nvPr/>
          </p:nvSpPr>
          <p:spPr>
            <a:xfrm>
              <a:off x="10099241" y="1263382"/>
              <a:ext cx="1403661" cy="6766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0FB7DC31-494B-4D97-96A8-BCA430D59A79}"/>
                </a:ext>
              </a:extLst>
            </p:cNvPr>
            <p:cNvSpPr/>
            <p:nvPr/>
          </p:nvSpPr>
          <p:spPr>
            <a:xfrm>
              <a:off x="4799416" y="1869682"/>
              <a:ext cx="1926218" cy="300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4" name="Straight Arrow Connector 143">
              <a:extLst>
                <a:ext uri="{FF2B5EF4-FFF2-40B4-BE49-F238E27FC236}">
                  <a16:creationId xmlns:a16="http://schemas.microsoft.com/office/drawing/2014/main" id="{A1C44EE3-7CA0-4B04-A5EF-2ED715D7D1E6}"/>
                </a:ext>
              </a:extLst>
            </p:cNvPr>
            <p:cNvCxnSpPr>
              <a:cxnSpLocks/>
              <a:stCxn id="142" idx="2"/>
            </p:cNvCxnSpPr>
            <p:nvPr/>
          </p:nvCxnSpPr>
          <p:spPr>
            <a:xfrm>
              <a:off x="10801072" y="1940005"/>
              <a:ext cx="308738" cy="1323558"/>
            </a:xfrm>
            <a:prstGeom prst="straightConnector1">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7D5FE512-813B-43E6-82A4-6299A3F95757}"/>
                </a:ext>
              </a:extLst>
            </p:cNvPr>
            <p:cNvCxnSpPr>
              <a:cxnSpLocks/>
              <a:stCxn id="143" idx="3"/>
            </p:cNvCxnSpPr>
            <p:nvPr/>
          </p:nvCxnSpPr>
          <p:spPr>
            <a:xfrm>
              <a:off x="6725634" y="2019893"/>
              <a:ext cx="4384176" cy="1243670"/>
            </a:xfrm>
            <a:prstGeom prst="straightConnector1">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7" name="TCA">
            <a:extLst>
              <a:ext uri="{FF2B5EF4-FFF2-40B4-BE49-F238E27FC236}">
                <a16:creationId xmlns:a16="http://schemas.microsoft.com/office/drawing/2014/main" id="{D65C7CD8-FCC0-4AB2-AAC2-4B66A84B7A58}"/>
              </a:ext>
            </a:extLst>
          </p:cNvPr>
          <p:cNvSpPr/>
          <p:nvPr/>
        </p:nvSpPr>
        <p:spPr>
          <a:xfrm>
            <a:off x="2955542" y="1342312"/>
            <a:ext cx="1440905" cy="373579"/>
          </a:xfrm>
          <a:prstGeom prst="roundRect">
            <a:avLst/>
          </a:prstGeom>
          <a:solidFill>
            <a:schemeClr val="bg1"/>
          </a:solidFill>
          <a:ln w="28575">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“Activating”?</a:t>
            </a:r>
          </a:p>
        </p:txBody>
      </p:sp>
      <p:sp>
        <p:nvSpPr>
          <p:cNvPr id="148" name="TCA">
            <a:extLst>
              <a:ext uri="{FF2B5EF4-FFF2-40B4-BE49-F238E27FC236}">
                <a16:creationId xmlns:a16="http://schemas.microsoft.com/office/drawing/2014/main" id="{E9FA5C4E-2788-43E4-A6CA-08DEB7E3BAC1}"/>
              </a:ext>
            </a:extLst>
          </p:cNvPr>
          <p:cNvSpPr/>
          <p:nvPr/>
        </p:nvSpPr>
        <p:spPr>
          <a:xfrm>
            <a:off x="2967853" y="2095110"/>
            <a:ext cx="1428594" cy="373579"/>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“Sedating”?</a:t>
            </a:r>
          </a:p>
        </p:txBody>
      </p:sp>
      <p:pic>
        <p:nvPicPr>
          <p:cNvPr id="86" name="Graphic 85" descr="Cursor with solid fill">
            <a:extLst>
              <a:ext uri="{FF2B5EF4-FFF2-40B4-BE49-F238E27FC236}">
                <a16:creationId xmlns:a16="http://schemas.microsoft.com/office/drawing/2014/main" id="{0ED72218-F36A-41B8-B219-BD9EE8565C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9188" y="1591925"/>
            <a:ext cx="395274" cy="395274"/>
          </a:xfrm>
          <a:prstGeom prst="rect">
            <a:avLst/>
          </a:prstGeom>
        </p:spPr>
      </p:pic>
      <p:pic>
        <p:nvPicPr>
          <p:cNvPr id="150" name="Graphic 149" descr="Cursor with solid fill">
            <a:extLst>
              <a:ext uri="{FF2B5EF4-FFF2-40B4-BE49-F238E27FC236}">
                <a16:creationId xmlns:a16="http://schemas.microsoft.com/office/drawing/2014/main" id="{87C7E786-B3D1-4DCD-A847-4C86E9B0CE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9188" y="2316803"/>
            <a:ext cx="395274" cy="395274"/>
          </a:xfrm>
          <a:prstGeom prst="rect">
            <a:avLst/>
          </a:prstGeom>
        </p:spPr>
      </p:pic>
      <p:grpSp>
        <p:nvGrpSpPr>
          <p:cNvPr id="25" name="drowsiness" hidden="1">
            <a:extLst>
              <a:ext uri="{FF2B5EF4-FFF2-40B4-BE49-F238E27FC236}">
                <a16:creationId xmlns:a16="http://schemas.microsoft.com/office/drawing/2014/main" id="{817F222A-3B5C-4B85-9A8B-2C3AFCA39660}"/>
              </a:ext>
            </a:extLst>
          </p:cNvPr>
          <p:cNvGrpSpPr/>
          <p:nvPr/>
        </p:nvGrpSpPr>
        <p:grpSpPr>
          <a:xfrm>
            <a:off x="4842050" y="1343489"/>
            <a:ext cx="6623609" cy="2270714"/>
            <a:chOff x="4842050" y="1343489"/>
            <a:chExt cx="6623609" cy="2270714"/>
          </a:xfrm>
        </p:grpSpPr>
        <p:cxnSp>
          <p:nvCxnSpPr>
            <p:cNvPr id="5" name="Straight Arrow Connector 4">
              <a:extLst>
                <a:ext uri="{FF2B5EF4-FFF2-40B4-BE49-F238E27FC236}">
                  <a16:creationId xmlns:a16="http://schemas.microsoft.com/office/drawing/2014/main" id="{98FB9D52-A43F-4206-B4AF-EAE02A3CDE77}"/>
                </a:ext>
              </a:extLst>
            </p:cNvPr>
            <p:cNvCxnSpPr>
              <a:cxnSpLocks/>
            </p:cNvCxnSpPr>
            <p:nvPr/>
          </p:nvCxnSpPr>
          <p:spPr>
            <a:xfrm flipV="1">
              <a:off x="8865087" y="1950473"/>
              <a:ext cx="1122225" cy="166373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D31C165F-26EE-4E06-BD5C-7CA6B7EB1331}"/>
                </a:ext>
              </a:extLst>
            </p:cNvPr>
            <p:cNvSpPr/>
            <p:nvPr/>
          </p:nvSpPr>
          <p:spPr>
            <a:xfrm>
              <a:off x="8493399" y="1343489"/>
              <a:ext cx="2972260" cy="600075"/>
            </a:xfrm>
            <a:custGeom>
              <a:avLst/>
              <a:gdLst>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52550 w 2828925"/>
                <a:gd name="connsiteY5" fmla="*/ 28575 h 600075"/>
                <a:gd name="connsiteX6" fmla="*/ 2828925 w 2828925"/>
                <a:gd name="connsiteY6" fmla="*/ 0 h 600075"/>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57312 w 2828925"/>
                <a:gd name="connsiteY5" fmla="*/ 9525 h 600075"/>
                <a:gd name="connsiteX6" fmla="*/ 2828925 w 2828925"/>
                <a:gd name="connsiteY6" fmla="*/ 0 h 600075"/>
                <a:gd name="connsiteX0" fmla="*/ 2828925 w 2828925"/>
                <a:gd name="connsiteY0" fmla="*/ 0 h 600075"/>
                <a:gd name="connsiteX1" fmla="*/ 2828925 w 2828925"/>
                <a:gd name="connsiteY1" fmla="*/ 600075 h 600075"/>
                <a:gd name="connsiteX2" fmla="*/ 0 w 2828925"/>
                <a:gd name="connsiteY2" fmla="*/ 600075 h 600075"/>
                <a:gd name="connsiteX3" fmla="*/ 0 w 2828925"/>
                <a:gd name="connsiteY3" fmla="*/ 304800 h 600075"/>
                <a:gd name="connsiteX4" fmla="*/ 1352550 w 2828925"/>
                <a:gd name="connsiteY4" fmla="*/ 304800 h 600075"/>
                <a:gd name="connsiteX5" fmla="*/ 1347787 w 2828925"/>
                <a:gd name="connsiteY5" fmla="*/ 4762 h 600075"/>
                <a:gd name="connsiteX6" fmla="*/ 2828925 w 2828925"/>
                <a:gd name="connsiteY6" fmla="*/ 0 h 600075"/>
                <a:gd name="connsiteX0" fmla="*/ 2971800 w 2971800"/>
                <a:gd name="connsiteY0" fmla="*/ 0 h 600075"/>
                <a:gd name="connsiteX1" fmla="*/ 2971800 w 2971800"/>
                <a:gd name="connsiteY1" fmla="*/ 600075 h 600075"/>
                <a:gd name="connsiteX2" fmla="*/ 0 w 2971800"/>
                <a:gd name="connsiteY2" fmla="*/ 600075 h 600075"/>
                <a:gd name="connsiteX3" fmla="*/ 142875 w 2971800"/>
                <a:gd name="connsiteY3" fmla="*/ 304800 h 600075"/>
                <a:gd name="connsiteX4" fmla="*/ 1495425 w 2971800"/>
                <a:gd name="connsiteY4" fmla="*/ 304800 h 600075"/>
                <a:gd name="connsiteX5" fmla="*/ 1490662 w 2971800"/>
                <a:gd name="connsiteY5" fmla="*/ 4762 h 600075"/>
                <a:gd name="connsiteX6" fmla="*/ 2971800 w 2971800"/>
                <a:gd name="connsiteY6" fmla="*/ 0 h 600075"/>
                <a:gd name="connsiteX0" fmla="*/ 2981325 w 2981325"/>
                <a:gd name="connsiteY0" fmla="*/ 0 h 600075"/>
                <a:gd name="connsiteX1" fmla="*/ 2981325 w 2981325"/>
                <a:gd name="connsiteY1" fmla="*/ 600075 h 600075"/>
                <a:gd name="connsiteX2" fmla="*/ 9525 w 2981325"/>
                <a:gd name="connsiteY2" fmla="*/ 600075 h 600075"/>
                <a:gd name="connsiteX3" fmla="*/ 0 w 2981325"/>
                <a:gd name="connsiteY3" fmla="*/ 304800 h 600075"/>
                <a:gd name="connsiteX4" fmla="*/ 1504950 w 2981325"/>
                <a:gd name="connsiteY4" fmla="*/ 304800 h 600075"/>
                <a:gd name="connsiteX5" fmla="*/ 1500187 w 2981325"/>
                <a:gd name="connsiteY5" fmla="*/ 4762 h 600075"/>
                <a:gd name="connsiteX6" fmla="*/ 2981325 w 2981325"/>
                <a:gd name="connsiteY6" fmla="*/ 0 h 600075"/>
                <a:gd name="connsiteX0" fmla="*/ 2971800 w 2971800"/>
                <a:gd name="connsiteY0" fmla="*/ 0 h 600075"/>
                <a:gd name="connsiteX1" fmla="*/ 2971800 w 2971800"/>
                <a:gd name="connsiteY1" fmla="*/ 600075 h 600075"/>
                <a:gd name="connsiteX2" fmla="*/ 0 w 2971800"/>
                <a:gd name="connsiteY2" fmla="*/ 600075 h 600075"/>
                <a:gd name="connsiteX3" fmla="*/ 4762 w 2971800"/>
                <a:gd name="connsiteY3" fmla="*/ 311944 h 600075"/>
                <a:gd name="connsiteX4" fmla="*/ 1495425 w 2971800"/>
                <a:gd name="connsiteY4" fmla="*/ 304800 h 600075"/>
                <a:gd name="connsiteX5" fmla="*/ 1490662 w 2971800"/>
                <a:gd name="connsiteY5" fmla="*/ 4762 h 600075"/>
                <a:gd name="connsiteX6" fmla="*/ 2971800 w 2971800"/>
                <a:gd name="connsiteY6" fmla="*/ 0 h 600075"/>
                <a:gd name="connsiteX0" fmla="*/ 2976774 w 2976774"/>
                <a:gd name="connsiteY0" fmla="*/ 0 h 600075"/>
                <a:gd name="connsiteX1" fmla="*/ 2976774 w 2976774"/>
                <a:gd name="connsiteY1" fmla="*/ 600075 h 600075"/>
                <a:gd name="connsiteX2" fmla="*/ 4974 w 2976774"/>
                <a:gd name="connsiteY2" fmla="*/ 600075 h 600075"/>
                <a:gd name="connsiteX3" fmla="*/ 211 w 2976774"/>
                <a:gd name="connsiteY3" fmla="*/ 314325 h 600075"/>
                <a:gd name="connsiteX4" fmla="*/ 1500399 w 2976774"/>
                <a:gd name="connsiteY4" fmla="*/ 304800 h 600075"/>
                <a:gd name="connsiteX5" fmla="*/ 1495636 w 2976774"/>
                <a:gd name="connsiteY5" fmla="*/ 4762 h 600075"/>
                <a:gd name="connsiteX6" fmla="*/ 2976774 w 2976774"/>
                <a:gd name="connsiteY6" fmla="*/ 0 h 600075"/>
                <a:gd name="connsiteX0" fmla="*/ 2972260 w 2972260"/>
                <a:gd name="connsiteY0" fmla="*/ 0 h 600075"/>
                <a:gd name="connsiteX1" fmla="*/ 2972260 w 2972260"/>
                <a:gd name="connsiteY1" fmla="*/ 600075 h 600075"/>
                <a:gd name="connsiteX2" fmla="*/ 460 w 2972260"/>
                <a:gd name="connsiteY2" fmla="*/ 600075 h 600075"/>
                <a:gd name="connsiteX3" fmla="*/ 459 w 2972260"/>
                <a:gd name="connsiteY3" fmla="*/ 311943 h 600075"/>
                <a:gd name="connsiteX4" fmla="*/ 1495885 w 2972260"/>
                <a:gd name="connsiteY4" fmla="*/ 304800 h 600075"/>
                <a:gd name="connsiteX5" fmla="*/ 1491122 w 2972260"/>
                <a:gd name="connsiteY5" fmla="*/ 4762 h 600075"/>
                <a:gd name="connsiteX6" fmla="*/ 2972260 w 2972260"/>
                <a:gd name="connsiteY6"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2260" h="600075">
                  <a:moveTo>
                    <a:pt x="2972260" y="0"/>
                  </a:moveTo>
                  <a:lnTo>
                    <a:pt x="2972260" y="600075"/>
                  </a:lnTo>
                  <a:lnTo>
                    <a:pt x="460" y="600075"/>
                  </a:lnTo>
                  <a:cubicBezTo>
                    <a:pt x="2047" y="504031"/>
                    <a:pt x="-1128" y="407987"/>
                    <a:pt x="459" y="311943"/>
                  </a:cubicBezTo>
                  <a:lnTo>
                    <a:pt x="1495885" y="304800"/>
                  </a:lnTo>
                  <a:cubicBezTo>
                    <a:pt x="1497472" y="206375"/>
                    <a:pt x="1489535" y="103187"/>
                    <a:pt x="1491122" y="4762"/>
                  </a:cubicBezTo>
                  <a:lnTo>
                    <a:pt x="2972260" y="0"/>
                  </a:lnTo>
                  <a:close/>
                </a:path>
              </a:pathLst>
            </a:cu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46C6636-4F16-4764-84AC-6EF1FEDC2B70}"/>
                </a:ext>
              </a:extLst>
            </p:cNvPr>
            <p:cNvSpPr/>
            <p:nvPr/>
          </p:nvSpPr>
          <p:spPr>
            <a:xfrm>
              <a:off x="4842050" y="2440002"/>
              <a:ext cx="1750040" cy="283849"/>
            </a:xfrm>
            <a:prstGeom prst="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3" name="Straight Arrow Connector 152">
              <a:extLst>
                <a:ext uri="{FF2B5EF4-FFF2-40B4-BE49-F238E27FC236}">
                  <a16:creationId xmlns:a16="http://schemas.microsoft.com/office/drawing/2014/main" id="{BFCCEB7E-5EC9-43B6-9949-6B434BF57F2B}"/>
                </a:ext>
              </a:extLst>
            </p:cNvPr>
            <p:cNvCxnSpPr>
              <a:cxnSpLocks/>
              <a:endCxn id="17" idx="3"/>
            </p:cNvCxnSpPr>
            <p:nvPr/>
          </p:nvCxnSpPr>
          <p:spPr>
            <a:xfrm flipH="1" flipV="1">
              <a:off x="6592090" y="2581927"/>
              <a:ext cx="2272997" cy="1032276"/>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5" name="Group 134">
            <a:extLst>
              <a:ext uri="{FF2B5EF4-FFF2-40B4-BE49-F238E27FC236}">
                <a16:creationId xmlns:a16="http://schemas.microsoft.com/office/drawing/2014/main" id="{4E384FF7-B17C-4897-92EB-0AA35A1E9119}"/>
              </a:ext>
            </a:extLst>
          </p:cNvPr>
          <p:cNvGrpSpPr/>
          <p:nvPr/>
        </p:nvGrpSpPr>
        <p:grpSpPr>
          <a:xfrm>
            <a:off x="4585577" y="3129869"/>
            <a:ext cx="1008841" cy="1667316"/>
            <a:chOff x="821593" y="4315964"/>
            <a:chExt cx="1129720" cy="1867093"/>
          </a:xfrm>
        </p:grpSpPr>
        <p:pic>
          <p:nvPicPr>
            <p:cNvPr id="149" name="Graphic 148" descr="Stomach outline">
              <a:hlinkClick r:id="rId5" action="ppaction://hlinksldjump"/>
              <a:extLst>
                <a:ext uri="{FF2B5EF4-FFF2-40B4-BE49-F238E27FC236}">
                  <a16:creationId xmlns:a16="http://schemas.microsoft.com/office/drawing/2014/main" id="{EE3E3F08-FF07-4F78-AB46-DD5889A7068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7639" y="4315964"/>
              <a:ext cx="997163" cy="997163"/>
            </a:xfrm>
            <a:prstGeom prst="rect">
              <a:avLst/>
            </a:prstGeom>
            <a:effectLst>
              <a:outerShdw blurRad="50800" dist="38100" dir="2700000" algn="tl" rotWithShape="0">
                <a:prstClr val="black">
                  <a:alpha val="40000"/>
                </a:prstClr>
              </a:outerShdw>
            </a:effectLst>
          </p:spPr>
        </p:pic>
        <p:sp>
          <p:nvSpPr>
            <p:cNvPr id="154" name="TextBox 153">
              <a:extLst>
                <a:ext uri="{FF2B5EF4-FFF2-40B4-BE49-F238E27FC236}">
                  <a16:creationId xmlns:a16="http://schemas.microsoft.com/office/drawing/2014/main" id="{1DA68455-852D-4998-82CF-730DCC3AA19F}"/>
                </a:ext>
              </a:extLst>
            </p:cNvPr>
            <p:cNvSpPr txBox="1"/>
            <p:nvPr/>
          </p:nvSpPr>
          <p:spPr>
            <a:xfrm>
              <a:off x="821593" y="5218026"/>
              <a:ext cx="1129720" cy="965031"/>
            </a:xfrm>
            <a:prstGeom prst="rect">
              <a:avLst/>
            </a:prstGeom>
            <a:solidFill>
              <a:schemeClr val="bg1"/>
            </a:solidFill>
          </p:spPr>
          <p:txBody>
            <a:bodyPr wrap="square" rtlCol="0">
              <a:spAutoFit/>
            </a:bodyPr>
            <a:lstStyle/>
            <a:p>
              <a:pPr algn="ctr"/>
              <a:r>
                <a:rPr lang="en-US"/>
                <a:t>GI Toxicity</a:t>
              </a:r>
            </a:p>
            <a:p>
              <a:pPr algn="ctr"/>
              <a:r>
                <a:rPr lang="en-US" sz="1200"/>
                <a:t>(transient)</a:t>
              </a:r>
            </a:p>
          </p:txBody>
        </p:sp>
      </p:grpSp>
      <p:grpSp>
        <p:nvGrpSpPr>
          <p:cNvPr id="155" name="Group 154">
            <a:extLst>
              <a:ext uri="{FF2B5EF4-FFF2-40B4-BE49-F238E27FC236}">
                <a16:creationId xmlns:a16="http://schemas.microsoft.com/office/drawing/2014/main" id="{692C4BFB-9110-441F-8D1D-ADB529690A2B}"/>
              </a:ext>
            </a:extLst>
          </p:cNvPr>
          <p:cNvGrpSpPr/>
          <p:nvPr/>
        </p:nvGrpSpPr>
        <p:grpSpPr>
          <a:xfrm>
            <a:off x="6768234" y="3267344"/>
            <a:ext cx="1339469" cy="1176921"/>
            <a:chOff x="2789798" y="4143669"/>
            <a:chExt cx="1499964" cy="1317939"/>
          </a:xfrm>
        </p:grpSpPr>
        <p:pic>
          <p:nvPicPr>
            <p:cNvPr id="161" name="Graphic 160" descr="Weight Gain with solid fill">
              <a:hlinkClick r:id="rId8" action="ppaction://hlinksldjump"/>
              <a:extLst>
                <a:ext uri="{FF2B5EF4-FFF2-40B4-BE49-F238E27FC236}">
                  <a16:creationId xmlns:a16="http://schemas.microsoft.com/office/drawing/2014/main" id="{F8A7AFB3-2ADE-4C19-BEC9-410616530D7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992086" y="4143669"/>
              <a:ext cx="997162" cy="997162"/>
            </a:xfrm>
            <a:prstGeom prst="rect">
              <a:avLst/>
            </a:prstGeom>
            <a:effectLst>
              <a:outerShdw blurRad="50800" dist="38100" dir="2700000" algn="tl" rotWithShape="0">
                <a:prstClr val="black">
                  <a:alpha val="40000"/>
                </a:prstClr>
              </a:outerShdw>
            </a:effectLst>
          </p:spPr>
        </p:pic>
        <p:sp>
          <p:nvSpPr>
            <p:cNvPr id="162" name="TextBox 161">
              <a:extLst>
                <a:ext uri="{FF2B5EF4-FFF2-40B4-BE49-F238E27FC236}">
                  <a16:creationId xmlns:a16="http://schemas.microsoft.com/office/drawing/2014/main" id="{70C24473-7266-4DAE-9A54-6174ABD02217}"/>
                </a:ext>
              </a:extLst>
            </p:cNvPr>
            <p:cNvSpPr txBox="1"/>
            <p:nvPr/>
          </p:nvSpPr>
          <p:spPr>
            <a:xfrm>
              <a:off x="2789798" y="5048023"/>
              <a:ext cx="1499964" cy="413585"/>
            </a:xfrm>
            <a:prstGeom prst="rect">
              <a:avLst/>
            </a:prstGeom>
            <a:solidFill>
              <a:schemeClr val="bg1"/>
            </a:solidFill>
          </p:spPr>
          <p:txBody>
            <a:bodyPr wrap="none" rtlCol="0">
              <a:spAutoFit/>
            </a:bodyPr>
            <a:lstStyle/>
            <a:p>
              <a:pPr algn="ctr"/>
              <a:r>
                <a:rPr lang="en-US"/>
                <a:t>Weight Gain</a:t>
              </a:r>
            </a:p>
          </p:txBody>
        </p:sp>
      </p:grpSp>
      <p:grpSp>
        <p:nvGrpSpPr>
          <p:cNvPr id="163" name="insomnia button">
            <a:extLst>
              <a:ext uri="{FF2B5EF4-FFF2-40B4-BE49-F238E27FC236}">
                <a16:creationId xmlns:a16="http://schemas.microsoft.com/office/drawing/2014/main" id="{BF7B022C-5DF3-42AB-B5F3-E89C389802FF}"/>
              </a:ext>
            </a:extLst>
          </p:cNvPr>
          <p:cNvGrpSpPr/>
          <p:nvPr/>
        </p:nvGrpSpPr>
        <p:grpSpPr>
          <a:xfrm>
            <a:off x="9226184" y="3215282"/>
            <a:ext cx="1245727" cy="1281044"/>
            <a:chOff x="6548896" y="3944267"/>
            <a:chExt cx="1394990" cy="1434538"/>
          </a:xfrm>
        </p:grpSpPr>
        <p:pic>
          <p:nvPicPr>
            <p:cNvPr id="164" name="Graphic 163" descr="Zany face outline with solid fill">
              <a:hlinkClick r:id="rId11" action="ppaction://hlinksldjump"/>
              <a:extLst>
                <a:ext uri="{FF2B5EF4-FFF2-40B4-BE49-F238E27FC236}">
                  <a16:creationId xmlns:a16="http://schemas.microsoft.com/office/drawing/2014/main" id="{B4674547-AFEC-46EF-9446-7F4C550D51A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39928" y="3944267"/>
              <a:ext cx="831603" cy="831603"/>
            </a:xfrm>
            <a:prstGeom prst="rect">
              <a:avLst/>
            </a:prstGeom>
            <a:effectLst>
              <a:outerShdw blurRad="50800" dist="38100" dir="2700000" algn="tl" rotWithShape="0">
                <a:prstClr val="black">
                  <a:alpha val="40000"/>
                </a:prstClr>
              </a:outerShdw>
            </a:effectLst>
          </p:spPr>
        </p:pic>
        <p:sp>
          <p:nvSpPr>
            <p:cNvPr id="165" name="TextBox 164">
              <a:extLst>
                <a:ext uri="{FF2B5EF4-FFF2-40B4-BE49-F238E27FC236}">
                  <a16:creationId xmlns:a16="http://schemas.microsoft.com/office/drawing/2014/main" id="{69DAC134-CA97-4C20-BFD7-C3DCE7B6CED8}"/>
                </a:ext>
              </a:extLst>
            </p:cNvPr>
            <p:cNvSpPr txBox="1"/>
            <p:nvPr/>
          </p:nvSpPr>
          <p:spPr>
            <a:xfrm>
              <a:off x="6548896" y="4655031"/>
              <a:ext cx="1394990" cy="723774"/>
            </a:xfrm>
            <a:prstGeom prst="rect">
              <a:avLst/>
            </a:prstGeom>
            <a:noFill/>
          </p:spPr>
          <p:txBody>
            <a:bodyPr wrap="none" rtlCol="0">
              <a:spAutoFit/>
            </a:bodyPr>
            <a:lstStyle/>
            <a:p>
              <a:pPr algn="ctr"/>
              <a:r>
                <a:rPr lang="en-US"/>
                <a:t>Insomnia</a:t>
              </a:r>
            </a:p>
            <a:p>
              <a:pPr algn="ctr"/>
              <a:r>
                <a:rPr lang="en-US"/>
                <a:t>&amp; Agitation</a:t>
              </a:r>
            </a:p>
          </p:txBody>
        </p:sp>
      </p:grpSp>
      <p:grpSp>
        <p:nvGrpSpPr>
          <p:cNvPr id="166" name="QTc button">
            <a:extLst>
              <a:ext uri="{FF2B5EF4-FFF2-40B4-BE49-F238E27FC236}">
                <a16:creationId xmlns:a16="http://schemas.microsoft.com/office/drawing/2014/main" id="{6F0BC911-2E2D-4022-8337-40A780DCADCB}"/>
              </a:ext>
            </a:extLst>
          </p:cNvPr>
          <p:cNvGrpSpPr/>
          <p:nvPr/>
        </p:nvGrpSpPr>
        <p:grpSpPr>
          <a:xfrm>
            <a:off x="10407551" y="3263563"/>
            <a:ext cx="1384803" cy="1184483"/>
            <a:chOff x="8334716" y="3199605"/>
            <a:chExt cx="1550730" cy="1326407"/>
          </a:xfrm>
        </p:grpSpPr>
        <p:pic>
          <p:nvPicPr>
            <p:cNvPr id="167" name="Graphic 166" descr="Heartbeat with solid fill">
              <a:hlinkClick r:id="rId14" action="ppaction://hlinksldjump"/>
              <a:extLst>
                <a:ext uri="{FF2B5EF4-FFF2-40B4-BE49-F238E27FC236}">
                  <a16:creationId xmlns:a16="http://schemas.microsoft.com/office/drawing/2014/main" id="{59113C40-D9C8-4B13-A71D-DE4542F5C35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750781" y="3199605"/>
              <a:ext cx="740677" cy="740677"/>
            </a:xfrm>
            <a:prstGeom prst="rect">
              <a:avLst/>
            </a:prstGeom>
            <a:effectLst>
              <a:outerShdw blurRad="50800" dist="38100" dir="2700000" algn="tl" rotWithShape="0">
                <a:prstClr val="black">
                  <a:alpha val="40000"/>
                </a:prstClr>
              </a:outerShdw>
            </a:effectLst>
          </p:spPr>
        </p:pic>
        <p:sp>
          <p:nvSpPr>
            <p:cNvPr id="168" name="TextBox 167">
              <a:extLst>
                <a:ext uri="{FF2B5EF4-FFF2-40B4-BE49-F238E27FC236}">
                  <a16:creationId xmlns:a16="http://schemas.microsoft.com/office/drawing/2014/main" id="{665EFB53-A083-450E-A24A-C1712AED2EC1}"/>
                </a:ext>
              </a:extLst>
            </p:cNvPr>
            <p:cNvSpPr txBox="1"/>
            <p:nvPr/>
          </p:nvSpPr>
          <p:spPr>
            <a:xfrm>
              <a:off x="8334716" y="3802238"/>
              <a:ext cx="1550730" cy="723774"/>
            </a:xfrm>
            <a:prstGeom prst="rect">
              <a:avLst/>
            </a:prstGeom>
            <a:noFill/>
          </p:spPr>
          <p:txBody>
            <a:bodyPr wrap="none" rtlCol="0">
              <a:spAutoFit/>
            </a:bodyPr>
            <a:lstStyle/>
            <a:p>
              <a:pPr algn="ctr"/>
              <a:r>
                <a:rPr lang="en-US"/>
                <a:t>QTc </a:t>
              </a:r>
            </a:p>
            <a:p>
              <a:pPr algn="ctr"/>
              <a:r>
                <a:rPr lang="en-US"/>
                <a:t>Prolongation</a:t>
              </a:r>
            </a:p>
          </p:txBody>
        </p:sp>
      </p:grpSp>
      <p:grpSp>
        <p:nvGrpSpPr>
          <p:cNvPr id="181" name="drowsiness button">
            <a:extLst>
              <a:ext uri="{FF2B5EF4-FFF2-40B4-BE49-F238E27FC236}">
                <a16:creationId xmlns:a16="http://schemas.microsoft.com/office/drawing/2014/main" id="{85C42702-85EA-4AA3-96FF-06C35AD1D346}"/>
              </a:ext>
            </a:extLst>
          </p:cNvPr>
          <p:cNvGrpSpPr/>
          <p:nvPr/>
        </p:nvGrpSpPr>
        <p:grpSpPr>
          <a:xfrm>
            <a:off x="8043343" y="3340407"/>
            <a:ext cx="1247201" cy="1030795"/>
            <a:chOff x="10174770" y="3017082"/>
            <a:chExt cx="1396640" cy="1154304"/>
          </a:xfrm>
        </p:grpSpPr>
        <p:pic>
          <p:nvPicPr>
            <p:cNvPr id="182" name="Graphic 181" descr="Sleep outline">
              <a:hlinkClick r:id="rId17" action="ppaction://hlinksldjump"/>
              <a:extLst>
                <a:ext uri="{FF2B5EF4-FFF2-40B4-BE49-F238E27FC236}">
                  <a16:creationId xmlns:a16="http://schemas.microsoft.com/office/drawing/2014/main" id="{4D98BF40-F054-4BF9-B9D2-D6D6795D57F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394513" y="3017082"/>
              <a:ext cx="1011214" cy="1011214"/>
            </a:xfrm>
            <a:prstGeom prst="rect">
              <a:avLst/>
            </a:prstGeom>
            <a:effectLst>
              <a:outerShdw blurRad="50800" dist="38100" dir="2700000" algn="tl" rotWithShape="0">
                <a:prstClr val="black">
                  <a:alpha val="40000"/>
                </a:prstClr>
              </a:outerShdw>
            </a:effectLst>
          </p:spPr>
        </p:pic>
        <p:sp>
          <p:nvSpPr>
            <p:cNvPr id="183" name="TextBox 182">
              <a:extLst>
                <a:ext uri="{FF2B5EF4-FFF2-40B4-BE49-F238E27FC236}">
                  <a16:creationId xmlns:a16="http://schemas.microsoft.com/office/drawing/2014/main" id="{CCDD25EB-D7DF-483F-8123-F0FC5F58693D}"/>
                </a:ext>
              </a:extLst>
            </p:cNvPr>
            <p:cNvSpPr txBox="1"/>
            <p:nvPr/>
          </p:nvSpPr>
          <p:spPr>
            <a:xfrm>
              <a:off x="10174770" y="3757801"/>
              <a:ext cx="1396640" cy="413585"/>
            </a:xfrm>
            <a:prstGeom prst="rect">
              <a:avLst/>
            </a:prstGeom>
            <a:noFill/>
          </p:spPr>
          <p:txBody>
            <a:bodyPr wrap="none" rtlCol="0">
              <a:spAutoFit/>
            </a:bodyPr>
            <a:lstStyle/>
            <a:p>
              <a:pPr algn="ctr"/>
              <a:r>
                <a:rPr lang="en-US"/>
                <a:t>Drowsiness</a:t>
              </a:r>
            </a:p>
          </p:txBody>
        </p:sp>
      </p:grpSp>
      <p:pic>
        <p:nvPicPr>
          <p:cNvPr id="184" name="Graphic 183" descr="Cursor with solid fill">
            <a:extLst>
              <a:ext uri="{FF2B5EF4-FFF2-40B4-BE49-F238E27FC236}">
                <a16:creationId xmlns:a16="http://schemas.microsoft.com/office/drawing/2014/main" id="{84D4EC87-3BBA-42B5-9F13-77C957FAEC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15272" y="3691541"/>
            <a:ext cx="395274" cy="395274"/>
          </a:xfrm>
          <a:prstGeom prst="rect">
            <a:avLst/>
          </a:prstGeom>
        </p:spPr>
      </p:pic>
      <p:pic>
        <p:nvPicPr>
          <p:cNvPr id="186" name="Graphic 185" descr="Cursor with solid fill">
            <a:extLst>
              <a:ext uri="{FF2B5EF4-FFF2-40B4-BE49-F238E27FC236}">
                <a16:creationId xmlns:a16="http://schemas.microsoft.com/office/drawing/2014/main" id="{20077EBE-CC9B-4B96-8FCE-AEBF9F6F58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88603" y="3691541"/>
            <a:ext cx="395274" cy="395274"/>
          </a:xfrm>
          <a:prstGeom prst="rect">
            <a:avLst/>
          </a:prstGeom>
        </p:spPr>
      </p:pic>
      <p:pic>
        <p:nvPicPr>
          <p:cNvPr id="187" name="Graphic 186" descr="Cursor with solid fill">
            <a:extLst>
              <a:ext uri="{FF2B5EF4-FFF2-40B4-BE49-F238E27FC236}">
                <a16:creationId xmlns:a16="http://schemas.microsoft.com/office/drawing/2014/main" id="{9A40B5CA-ADAA-477B-81CB-4B49FF86D8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919059" y="3691541"/>
            <a:ext cx="395274" cy="395274"/>
          </a:xfrm>
          <a:prstGeom prst="rect">
            <a:avLst/>
          </a:prstGeom>
        </p:spPr>
      </p:pic>
      <p:pic>
        <p:nvPicPr>
          <p:cNvPr id="188" name="Graphic 187" descr="Cursor with solid fill">
            <a:extLst>
              <a:ext uri="{FF2B5EF4-FFF2-40B4-BE49-F238E27FC236}">
                <a16:creationId xmlns:a16="http://schemas.microsoft.com/office/drawing/2014/main" id="{E1D47295-922D-4A73-887A-B4F9A42DD42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62126" y="3691541"/>
            <a:ext cx="395274" cy="395274"/>
          </a:xfrm>
          <a:prstGeom prst="rect">
            <a:avLst/>
          </a:prstGeom>
        </p:spPr>
      </p:pic>
      <p:grpSp>
        <p:nvGrpSpPr>
          <p:cNvPr id="190" name="sexual button">
            <a:extLst>
              <a:ext uri="{FF2B5EF4-FFF2-40B4-BE49-F238E27FC236}">
                <a16:creationId xmlns:a16="http://schemas.microsoft.com/office/drawing/2014/main" id="{BC8BC77A-A674-4EAB-ABA3-2A9FD7588220}"/>
              </a:ext>
            </a:extLst>
          </p:cNvPr>
          <p:cNvGrpSpPr/>
          <p:nvPr/>
        </p:nvGrpSpPr>
        <p:grpSpPr>
          <a:xfrm>
            <a:off x="5530058" y="3258910"/>
            <a:ext cx="1302536" cy="1193789"/>
            <a:chOff x="4607413" y="3229662"/>
            <a:chExt cx="1458605" cy="1336828"/>
          </a:xfrm>
        </p:grpSpPr>
        <p:grpSp>
          <p:nvGrpSpPr>
            <p:cNvPr id="191" name="Group 190">
              <a:hlinkClick r:id="rId20" action="ppaction://hlinksldjump"/>
              <a:extLst>
                <a:ext uri="{FF2B5EF4-FFF2-40B4-BE49-F238E27FC236}">
                  <a16:creationId xmlns:a16="http://schemas.microsoft.com/office/drawing/2014/main" id="{CEC8988B-1F76-4E7F-8997-1C863D840AF8}"/>
                </a:ext>
              </a:extLst>
            </p:cNvPr>
            <p:cNvGrpSpPr/>
            <p:nvPr/>
          </p:nvGrpSpPr>
          <p:grpSpPr>
            <a:xfrm>
              <a:off x="5012304" y="3229662"/>
              <a:ext cx="629221" cy="629968"/>
              <a:chOff x="5810405" y="2970552"/>
              <a:chExt cx="916784" cy="917873"/>
            </a:xfrm>
            <a:solidFill>
              <a:srgbClr val="FF0066"/>
            </a:solidFill>
            <a:effectLst>
              <a:outerShdw blurRad="50800" dist="38100" dir="2700000" algn="tl" rotWithShape="0">
                <a:prstClr val="black">
                  <a:alpha val="40000"/>
                </a:prstClr>
              </a:outerShdw>
            </a:effectLst>
          </p:grpSpPr>
          <p:sp>
            <p:nvSpPr>
              <p:cNvPr id="193" name="Graphic 14" descr="Smiling with hearts face outline with solid fill">
                <a:extLst>
                  <a:ext uri="{FF2B5EF4-FFF2-40B4-BE49-F238E27FC236}">
                    <a16:creationId xmlns:a16="http://schemas.microsoft.com/office/drawing/2014/main" id="{158DE950-8FC3-4ACB-AD6F-F82564AC31EC}"/>
                  </a:ext>
                </a:extLst>
              </p:cNvPr>
              <p:cNvSpPr/>
              <p:nvPr/>
            </p:nvSpPr>
            <p:spPr>
              <a:xfrm>
                <a:off x="5858510" y="3139368"/>
                <a:ext cx="190626" cy="181046"/>
              </a:xfrm>
              <a:custGeom>
                <a:avLst/>
                <a:gdLst>
                  <a:gd name="connsiteX0" fmla="*/ 95313 w 190626"/>
                  <a:gd name="connsiteY0" fmla="*/ 37473 h 181046"/>
                  <a:gd name="connsiteX1" fmla="*/ 0 w 190626"/>
                  <a:gd name="connsiteY1" fmla="*/ 49538 h 181046"/>
                  <a:gd name="connsiteX2" fmla="*/ 95313 w 190626"/>
                  <a:gd name="connsiteY2" fmla="*/ 181047 h 181046"/>
                  <a:gd name="connsiteX3" fmla="*/ 190627 w 190626"/>
                  <a:gd name="connsiteY3" fmla="*/ 49538 h 181046"/>
                  <a:gd name="connsiteX4" fmla="*/ 95313 w 190626"/>
                  <a:gd name="connsiteY4" fmla="*/ 37473 h 181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6" h="181046">
                    <a:moveTo>
                      <a:pt x="95313" y="37473"/>
                    </a:moveTo>
                    <a:cubicBezTo>
                      <a:pt x="60325" y="-32504"/>
                      <a:pt x="0" y="9724"/>
                      <a:pt x="0" y="49538"/>
                    </a:cubicBezTo>
                    <a:cubicBezTo>
                      <a:pt x="0" y="108657"/>
                      <a:pt x="95313" y="181047"/>
                      <a:pt x="95313" y="181047"/>
                    </a:cubicBezTo>
                    <a:cubicBezTo>
                      <a:pt x="95313" y="181047"/>
                      <a:pt x="190627" y="107450"/>
                      <a:pt x="190627" y="49538"/>
                    </a:cubicBezTo>
                    <a:cubicBezTo>
                      <a:pt x="190627" y="9724"/>
                      <a:pt x="131509" y="-32504"/>
                      <a:pt x="95313" y="37473"/>
                    </a:cubicBezTo>
                    <a:close/>
                  </a:path>
                </a:pathLst>
              </a:custGeom>
              <a:grpFill/>
              <a:ln w="12005" cap="flat">
                <a:noFill/>
                <a:prstDash val="solid"/>
                <a:miter/>
              </a:ln>
            </p:spPr>
            <p:txBody>
              <a:bodyPr rtlCol="0" anchor="ctr"/>
              <a:lstStyle/>
              <a:p>
                <a:pPr algn="ctr"/>
                <a:endParaRPr lang="en-US"/>
              </a:p>
            </p:txBody>
          </p:sp>
          <p:sp>
            <p:nvSpPr>
              <p:cNvPr id="194" name="Graphic 14" descr="Smiling with hearts face outline with solid fill">
                <a:extLst>
                  <a:ext uri="{FF2B5EF4-FFF2-40B4-BE49-F238E27FC236}">
                    <a16:creationId xmlns:a16="http://schemas.microsoft.com/office/drawing/2014/main" id="{B4D56009-B8E4-4A63-9FE3-6BDBA83A6355}"/>
                  </a:ext>
                </a:extLst>
              </p:cNvPr>
              <p:cNvSpPr/>
              <p:nvPr/>
            </p:nvSpPr>
            <p:spPr>
              <a:xfrm>
                <a:off x="6488302" y="3018646"/>
                <a:ext cx="190627" cy="179911"/>
              </a:xfrm>
              <a:custGeom>
                <a:avLst/>
                <a:gdLst>
                  <a:gd name="connsiteX0" fmla="*/ 95314 w 190627"/>
                  <a:gd name="connsiteY0" fmla="*/ 37545 h 179911"/>
                  <a:gd name="connsiteX1" fmla="*/ 0 w 190627"/>
                  <a:gd name="connsiteY1" fmla="*/ 48403 h 179911"/>
                  <a:gd name="connsiteX2" fmla="*/ 95314 w 190627"/>
                  <a:gd name="connsiteY2" fmla="*/ 179912 h 179911"/>
                  <a:gd name="connsiteX3" fmla="*/ 190627 w 190627"/>
                  <a:gd name="connsiteY3" fmla="*/ 49610 h 179911"/>
                  <a:gd name="connsiteX4" fmla="*/ 95314 w 190627"/>
                  <a:gd name="connsiteY4" fmla="*/ 37545 h 17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7" h="179911">
                    <a:moveTo>
                      <a:pt x="95314" y="37545"/>
                    </a:moveTo>
                    <a:cubicBezTo>
                      <a:pt x="60325" y="-32432"/>
                      <a:pt x="0" y="9795"/>
                      <a:pt x="0" y="48403"/>
                    </a:cubicBezTo>
                    <a:cubicBezTo>
                      <a:pt x="0" y="107522"/>
                      <a:pt x="95314" y="179912"/>
                      <a:pt x="95314" y="179912"/>
                    </a:cubicBezTo>
                    <a:cubicBezTo>
                      <a:pt x="95314" y="179912"/>
                      <a:pt x="190627" y="107522"/>
                      <a:pt x="190627" y="49610"/>
                    </a:cubicBezTo>
                    <a:cubicBezTo>
                      <a:pt x="190627" y="9795"/>
                      <a:pt x="130302" y="-32432"/>
                      <a:pt x="95314" y="37545"/>
                    </a:cubicBezTo>
                    <a:close/>
                  </a:path>
                </a:pathLst>
              </a:custGeom>
              <a:grpFill/>
              <a:ln w="12005" cap="flat">
                <a:noFill/>
                <a:prstDash val="solid"/>
                <a:miter/>
              </a:ln>
            </p:spPr>
            <p:txBody>
              <a:bodyPr rtlCol="0" anchor="ctr"/>
              <a:lstStyle/>
              <a:p>
                <a:pPr algn="ctr"/>
                <a:endParaRPr lang="en-US"/>
              </a:p>
            </p:txBody>
          </p:sp>
          <p:sp>
            <p:nvSpPr>
              <p:cNvPr id="195" name="Graphic 14" descr="Smiling with hearts face outline with solid fill">
                <a:extLst>
                  <a:ext uri="{FF2B5EF4-FFF2-40B4-BE49-F238E27FC236}">
                    <a16:creationId xmlns:a16="http://schemas.microsoft.com/office/drawing/2014/main" id="{5F45D503-B645-48DC-99B0-E94679DCAD01}"/>
                  </a:ext>
                </a:extLst>
              </p:cNvPr>
              <p:cNvSpPr/>
              <p:nvPr/>
            </p:nvSpPr>
            <p:spPr>
              <a:xfrm>
                <a:off x="5947790" y="2970552"/>
                <a:ext cx="510349" cy="135105"/>
              </a:xfrm>
              <a:custGeom>
                <a:avLst/>
                <a:gdLst>
                  <a:gd name="connsiteX0" fmla="*/ 6033 w 510349"/>
                  <a:gd name="connsiteY0" fmla="*/ 135106 h 135105"/>
                  <a:gd name="connsiteX1" fmla="*/ 54293 w 510349"/>
                  <a:gd name="connsiteY1" fmla="*/ 120628 h 135105"/>
                  <a:gd name="connsiteX2" fmla="*/ 82042 w 510349"/>
                  <a:gd name="connsiteY2" fmla="*/ 125454 h 135105"/>
                  <a:gd name="connsiteX3" fmla="*/ 492252 w 510349"/>
                  <a:gd name="connsiteY3" fmla="*/ 85639 h 135105"/>
                  <a:gd name="connsiteX4" fmla="*/ 510350 w 510349"/>
                  <a:gd name="connsiteY4" fmla="*/ 40999 h 135105"/>
                  <a:gd name="connsiteX5" fmla="*/ 0 w 510349"/>
                  <a:gd name="connsiteY5" fmla="*/ 131486 h 135105"/>
                  <a:gd name="connsiteX6" fmla="*/ 6033 w 510349"/>
                  <a:gd name="connsiteY6" fmla="*/ 135106 h 13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349" h="135105">
                    <a:moveTo>
                      <a:pt x="6033" y="135106"/>
                    </a:moveTo>
                    <a:cubicBezTo>
                      <a:pt x="20511" y="125454"/>
                      <a:pt x="37402" y="120628"/>
                      <a:pt x="54293" y="120628"/>
                    </a:cubicBezTo>
                    <a:cubicBezTo>
                      <a:pt x="63945" y="120628"/>
                      <a:pt x="73597" y="121834"/>
                      <a:pt x="82042" y="125454"/>
                    </a:cubicBezTo>
                    <a:cubicBezTo>
                      <a:pt x="201485" y="39792"/>
                      <a:pt x="358331" y="24108"/>
                      <a:pt x="492252" y="85639"/>
                    </a:cubicBezTo>
                    <a:cubicBezTo>
                      <a:pt x="494665" y="69955"/>
                      <a:pt x="500698" y="54270"/>
                      <a:pt x="510350" y="40999"/>
                    </a:cubicBezTo>
                    <a:cubicBezTo>
                      <a:pt x="337820" y="-37424"/>
                      <a:pt x="135128" y="-1229"/>
                      <a:pt x="0" y="131486"/>
                    </a:cubicBezTo>
                    <a:cubicBezTo>
                      <a:pt x="2413" y="132693"/>
                      <a:pt x="3620" y="133899"/>
                      <a:pt x="6033" y="135106"/>
                    </a:cubicBezTo>
                    <a:close/>
                  </a:path>
                </a:pathLst>
              </a:custGeom>
              <a:grpFill/>
              <a:ln w="12005" cap="flat">
                <a:noFill/>
                <a:prstDash val="solid"/>
                <a:miter/>
              </a:ln>
            </p:spPr>
            <p:txBody>
              <a:bodyPr rtlCol="0" anchor="ctr"/>
              <a:lstStyle/>
              <a:p>
                <a:pPr algn="ctr"/>
                <a:endParaRPr lang="en-US"/>
              </a:p>
            </p:txBody>
          </p:sp>
          <p:sp>
            <p:nvSpPr>
              <p:cNvPr id="196" name="Graphic 14" descr="Smiling with hearts face outline with solid fill">
                <a:extLst>
                  <a:ext uri="{FF2B5EF4-FFF2-40B4-BE49-F238E27FC236}">
                    <a16:creationId xmlns:a16="http://schemas.microsoft.com/office/drawing/2014/main" id="{9FCE80B5-7DE1-4DCD-A1D1-93FF4E2654F4}"/>
                  </a:ext>
                </a:extLst>
              </p:cNvPr>
              <p:cNvSpPr/>
              <p:nvPr/>
            </p:nvSpPr>
            <p:spPr>
              <a:xfrm>
                <a:off x="6625843" y="3192525"/>
                <a:ext cx="101346" cy="471741"/>
              </a:xfrm>
              <a:custGeom>
                <a:avLst/>
                <a:gdLst>
                  <a:gd name="connsiteX0" fmla="*/ 0 w 101346"/>
                  <a:gd name="connsiteY0" fmla="*/ 34988 h 471741"/>
                  <a:gd name="connsiteX1" fmla="*/ 6033 w 101346"/>
                  <a:gd name="connsiteY1" fmla="*/ 427101 h 471741"/>
                  <a:gd name="connsiteX2" fmla="*/ 36195 w 101346"/>
                  <a:gd name="connsiteY2" fmla="*/ 471742 h 471741"/>
                  <a:gd name="connsiteX3" fmla="*/ 36195 w 101346"/>
                  <a:gd name="connsiteY3" fmla="*/ 0 h 471741"/>
                  <a:gd name="connsiteX4" fmla="*/ 0 w 101346"/>
                  <a:gd name="connsiteY4" fmla="*/ 34988 h 471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346" h="471741">
                    <a:moveTo>
                      <a:pt x="0" y="34988"/>
                    </a:moveTo>
                    <a:cubicBezTo>
                      <a:pt x="68771" y="156845"/>
                      <a:pt x="71184" y="304038"/>
                      <a:pt x="6033" y="427101"/>
                    </a:cubicBezTo>
                    <a:cubicBezTo>
                      <a:pt x="20511" y="439166"/>
                      <a:pt x="30163" y="454851"/>
                      <a:pt x="36195" y="471742"/>
                    </a:cubicBezTo>
                    <a:cubicBezTo>
                      <a:pt x="123063" y="326962"/>
                      <a:pt x="123063" y="145987"/>
                      <a:pt x="36195" y="0"/>
                    </a:cubicBezTo>
                    <a:cubicBezTo>
                      <a:pt x="25336" y="13272"/>
                      <a:pt x="13271" y="24130"/>
                      <a:pt x="0" y="34988"/>
                    </a:cubicBezTo>
                    <a:close/>
                  </a:path>
                </a:pathLst>
              </a:custGeom>
              <a:grpFill/>
              <a:ln w="12005" cap="flat">
                <a:noFill/>
                <a:prstDash val="solid"/>
                <a:miter/>
              </a:ln>
            </p:spPr>
            <p:txBody>
              <a:bodyPr rtlCol="0" anchor="ctr"/>
              <a:lstStyle/>
              <a:p>
                <a:pPr algn="ctr"/>
                <a:endParaRPr lang="en-US"/>
              </a:p>
            </p:txBody>
          </p:sp>
          <p:sp>
            <p:nvSpPr>
              <p:cNvPr id="197" name="Graphic 14" descr="Smiling with hearts face outline with solid fill">
                <a:extLst>
                  <a:ext uri="{FF2B5EF4-FFF2-40B4-BE49-F238E27FC236}">
                    <a16:creationId xmlns:a16="http://schemas.microsoft.com/office/drawing/2014/main" id="{27528A06-AF5D-44DA-B909-74E5F97C1063}"/>
                  </a:ext>
                </a:extLst>
              </p:cNvPr>
              <p:cNvSpPr/>
              <p:nvPr/>
            </p:nvSpPr>
            <p:spPr>
              <a:xfrm>
                <a:off x="5810405" y="3269741"/>
                <a:ext cx="657387" cy="618684"/>
              </a:xfrm>
              <a:custGeom>
                <a:avLst/>
                <a:gdLst>
                  <a:gd name="connsiteX0" fmla="*/ 621192 w 657387"/>
                  <a:gd name="connsiteY0" fmla="*/ 535686 h 618684"/>
                  <a:gd name="connsiteX1" fmla="*/ 81887 w 657387"/>
                  <a:gd name="connsiteY1" fmla="*/ 322136 h 618684"/>
                  <a:gd name="connsiteX2" fmla="*/ 64996 w 657387"/>
                  <a:gd name="connsiteY2" fmla="*/ 44641 h 618684"/>
                  <a:gd name="connsiteX3" fmla="*/ 28801 w 657387"/>
                  <a:gd name="connsiteY3" fmla="*/ 0 h 618684"/>
                  <a:gd name="connsiteX4" fmla="*/ 299057 w 657387"/>
                  <a:gd name="connsiteY4" fmla="*/ 589979 h 618684"/>
                  <a:gd name="connsiteX5" fmla="*/ 657387 w 657387"/>
                  <a:gd name="connsiteY5" fmla="*/ 573088 h 618684"/>
                  <a:gd name="connsiteX6" fmla="*/ 621192 w 657387"/>
                  <a:gd name="connsiteY6" fmla="*/ 535686 h 61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387" h="618684">
                    <a:moveTo>
                      <a:pt x="621192" y="535686"/>
                    </a:moveTo>
                    <a:cubicBezTo>
                      <a:pt x="413674" y="624967"/>
                      <a:pt x="172374" y="529654"/>
                      <a:pt x="81887" y="322136"/>
                    </a:cubicBezTo>
                    <a:cubicBezTo>
                      <a:pt x="44485" y="234061"/>
                      <a:pt x="38453" y="136334"/>
                      <a:pt x="64996" y="44641"/>
                    </a:cubicBezTo>
                    <a:cubicBezTo>
                      <a:pt x="51724" y="31369"/>
                      <a:pt x="39659" y="15684"/>
                      <a:pt x="28801" y="0"/>
                    </a:cubicBezTo>
                    <a:cubicBezTo>
                      <a:pt x="-59274" y="237681"/>
                      <a:pt x="61376" y="501904"/>
                      <a:pt x="299057" y="589979"/>
                    </a:cubicBezTo>
                    <a:cubicBezTo>
                      <a:pt x="416087" y="633413"/>
                      <a:pt x="545183" y="627380"/>
                      <a:pt x="657387" y="573088"/>
                    </a:cubicBezTo>
                    <a:cubicBezTo>
                      <a:pt x="644116" y="561023"/>
                      <a:pt x="632051" y="548958"/>
                      <a:pt x="621192" y="535686"/>
                    </a:cubicBezTo>
                    <a:close/>
                  </a:path>
                </a:pathLst>
              </a:custGeom>
              <a:grpFill/>
              <a:ln w="12005" cap="flat">
                <a:noFill/>
                <a:prstDash val="solid"/>
                <a:miter/>
              </a:ln>
            </p:spPr>
            <p:txBody>
              <a:bodyPr rtlCol="0" anchor="ctr"/>
              <a:lstStyle/>
              <a:p>
                <a:pPr algn="ctr"/>
                <a:endParaRPr lang="en-US"/>
              </a:p>
            </p:txBody>
          </p:sp>
          <p:sp>
            <p:nvSpPr>
              <p:cNvPr id="198" name="Graphic 14" descr="Smiling with hearts face outline with solid fill">
                <a:extLst>
                  <a:ext uri="{FF2B5EF4-FFF2-40B4-BE49-F238E27FC236}">
                    <a16:creationId xmlns:a16="http://schemas.microsoft.com/office/drawing/2014/main" id="{8FC05535-C984-4423-8E24-837386219A50}"/>
                  </a:ext>
                </a:extLst>
              </p:cNvPr>
              <p:cNvSpPr/>
              <p:nvPr/>
            </p:nvSpPr>
            <p:spPr>
              <a:xfrm>
                <a:off x="6427978" y="3644820"/>
                <a:ext cx="190626" cy="179911"/>
              </a:xfrm>
              <a:custGeom>
                <a:avLst/>
                <a:gdLst>
                  <a:gd name="connsiteX0" fmla="*/ 95313 w 190626"/>
                  <a:gd name="connsiteY0" fmla="*/ 37545 h 179911"/>
                  <a:gd name="connsiteX1" fmla="*/ 0 w 190626"/>
                  <a:gd name="connsiteY1" fmla="*/ 48403 h 179911"/>
                  <a:gd name="connsiteX2" fmla="*/ 95313 w 190626"/>
                  <a:gd name="connsiteY2" fmla="*/ 179912 h 179911"/>
                  <a:gd name="connsiteX3" fmla="*/ 190627 w 190626"/>
                  <a:gd name="connsiteY3" fmla="*/ 49610 h 179911"/>
                  <a:gd name="connsiteX4" fmla="*/ 95313 w 190626"/>
                  <a:gd name="connsiteY4" fmla="*/ 37545 h 17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6" h="179911">
                    <a:moveTo>
                      <a:pt x="95313" y="37545"/>
                    </a:moveTo>
                    <a:cubicBezTo>
                      <a:pt x="60325" y="-32432"/>
                      <a:pt x="0" y="9795"/>
                      <a:pt x="0" y="48403"/>
                    </a:cubicBezTo>
                    <a:cubicBezTo>
                      <a:pt x="0" y="107522"/>
                      <a:pt x="95313" y="179912"/>
                      <a:pt x="95313" y="179912"/>
                    </a:cubicBezTo>
                    <a:cubicBezTo>
                      <a:pt x="95313" y="179912"/>
                      <a:pt x="190627" y="108728"/>
                      <a:pt x="190627" y="49610"/>
                    </a:cubicBezTo>
                    <a:cubicBezTo>
                      <a:pt x="190627" y="9795"/>
                      <a:pt x="130302" y="-32432"/>
                      <a:pt x="95313" y="37545"/>
                    </a:cubicBezTo>
                    <a:close/>
                  </a:path>
                </a:pathLst>
              </a:custGeom>
              <a:grpFill/>
              <a:ln w="12005" cap="flat">
                <a:noFill/>
                <a:prstDash val="solid"/>
                <a:miter/>
              </a:ln>
            </p:spPr>
            <p:txBody>
              <a:bodyPr rtlCol="0" anchor="ctr"/>
              <a:lstStyle/>
              <a:p>
                <a:pPr algn="ctr"/>
                <a:endParaRPr lang="en-US"/>
              </a:p>
            </p:txBody>
          </p:sp>
          <p:sp>
            <p:nvSpPr>
              <p:cNvPr id="199" name="Graphic 14" descr="Smiling with hearts face outline with solid fill">
                <a:extLst>
                  <a:ext uri="{FF2B5EF4-FFF2-40B4-BE49-F238E27FC236}">
                    <a16:creationId xmlns:a16="http://schemas.microsoft.com/office/drawing/2014/main" id="{3C2E0DE3-F196-4CAD-B8A1-8FDE6A0016A4}"/>
                  </a:ext>
                </a:extLst>
              </p:cNvPr>
              <p:cNvSpPr/>
              <p:nvPr/>
            </p:nvSpPr>
            <p:spPr>
              <a:xfrm>
                <a:off x="5975906" y="3308271"/>
                <a:ext cx="237727" cy="124758"/>
              </a:xfrm>
              <a:custGeom>
                <a:avLst/>
                <a:gdLst>
                  <a:gd name="connsiteX0" fmla="*/ 18938 w 237727"/>
                  <a:gd name="connsiteY0" fmla="*/ 124348 h 124758"/>
                  <a:gd name="connsiteX1" fmla="*/ 841 w 237727"/>
                  <a:gd name="connsiteY1" fmla="*/ 95392 h 124758"/>
                  <a:gd name="connsiteX2" fmla="*/ 144414 w 237727"/>
                  <a:gd name="connsiteY2" fmla="*/ 2491 h 124758"/>
                  <a:gd name="connsiteX3" fmla="*/ 237315 w 237727"/>
                  <a:gd name="connsiteY3" fmla="*/ 95392 h 124758"/>
                  <a:gd name="connsiteX4" fmla="*/ 219217 w 237727"/>
                  <a:gd name="connsiteY4" fmla="*/ 124348 h 124758"/>
                  <a:gd name="connsiteX5" fmla="*/ 214391 w 237727"/>
                  <a:gd name="connsiteY5" fmla="*/ 124348 h 124758"/>
                  <a:gd name="connsiteX6" fmla="*/ 190261 w 237727"/>
                  <a:gd name="connsiteY6" fmla="*/ 105044 h 124758"/>
                  <a:gd name="connsiteX7" fmla="*/ 104600 w 237727"/>
                  <a:gd name="connsiteY7" fmla="*/ 49545 h 124758"/>
                  <a:gd name="connsiteX8" fmla="*/ 49101 w 237727"/>
                  <a:gd name="connsiteY8" fmla="*/ 105044 h 124758"/>
                  <a:gd name="connsiteX9" fmla="*/ 18938 w 237727"/>
                  <a:gd name="connsiteY9" fmla="*/ 124348 h 12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727" h="124758">
                    <a:moveTo>
                      <a:pt x="18938" y="124348"/>
                    </a:moveTo>
                    <a:cubicBezTo>
                      <a:pt x="5667" y="121935"/>
                      <a:pt x="-2779" y="108663"/>
                      <a:pt x="841" y="95392"/>
                    </a:cubicBezTo>
                    <a:cubicBezTo>
                      <a:pt x="15319" y="30241"/>
                      <a:pt x="79263" y="-10780"/>
                      <a:pt x="144414" y="2491"/>
                    </a:cubicBezTo>
                    <a:cubicBezTo>
                      <a:pt x="191468" y="12143"/>
                      <a:pt x="227663" y="48338"/>
                      <a:pt x="237315" y="95392"/>
                    </a:cubicBezTo>
                    <a:cubicBezTo>
                      <a:pt x="239728" y="108663"/>
                      <a:pt x="231282" y="120728"/>
                      <a:pt x="219217" y="124348"/>
                    </a:cubicBezTo>
                    <a:cubicBezTo>
                      <a:pt x="218011" y="124348"/>
                      <a:pt x="215598" y="124348"/>
                      <a:pt x="214391" y="124348"/>
                    </a:cubicBezTo>
                    <a:cubicBezTo>
                      <a:pt x="203533" y="124348"/>
                      <a:pt x="192674" y="115902"/>
                      <a:pt x="190261" y="105044"/>
                    </a:cubicBezTo>
                    <a:cubicBezTo>
                      <a:pt x="181816" y="66436"/>
                      <a:pt x="143208" y="41099"/>
                      <a:pt x="104600" y="49545"/>
                    </a:cubicBezTo>
                    <a:cubicBezTo>
                      <a:pt x="76850" y="55577"/>
                      <a:pt x="55133" y="77294"/>
                      <a:pt x="49101" y="105044"/>
                    </a:cubicBezTo>
                    <a:cubicBezTo>
                      <a:pt x="44275" y="118315"/>
                      <a:pt x="31003" y="126761"/>
                      <a:pt x="18938" y="124348"/>
                    </a:cubicBezTo>
                    <a:close/>
                  </a:path>
                </a:pathLst>
              </a:custGeom>
              <a:grpFill/>
              <a:ln w="12005" cap="flat">
                <a:noFill/>
                <a:prstDash val="solid"/>
                <a:miter/>
              </a:ln>
            </p:spPr>
            <p:txBody>
              <a:bodyPr rtlCol="0" anchor="ctr"/>
              <a:lstStyle/>
              <a:p>
                <a:pPr algn="ctr"/>
                <a:endParaRPr lang="en-US"/>
              </a:p>
            </p:txBody>
          </p:sp>
          <p:sp>
            <p:nvSpPr>
              <p:cNvPr id="200" name="Graphic 14" descr="Smiling with hearts face outline with solid fill">
                <a:extLst>
                  <a:ext uri="{FF2B5EF4-FFF2-40B4-BE49-F238E27FC236}">
                    <a16:creationId xmlns:a16="http://schemas.microsoft.com/office/drawing/2014/main" id="{AA68E441-98C3-4D49-AA03-BD599BCB5CFA}"/>
                  </a:ext>
                </a:extLst>
              </p:cNvPr>
              <p:cNvSpPr/>
              <p:nvPr/>
            </p:nvSpPr>
            <p:spPr>
              <a:xfrm rot="10593700">
                <a:off x="6088235" y="3560998"/>
                <a:ext cx="362176" cy="121366"/>
              </a:xfrm>
              <a:custGeom>
                <a:avLst/>
                <a:gdLst>
                  <a:gd name="connsiteX0" fmla="*/ 180485 w 362176"/>
                  <a:gd name="connsiteY0" fmla="*/ 121366 h 121366"/>
                  <a:gd name="connsiteX1" fmla="*/ 5542 w 362176"/>
                  <a:gd name="connsiteY1" fmla="*/ 40531 h 121366"/>
                  <a:gd name="connsiteX2" fmla="*/ 9162 w 362176"/>
                  <a:gd name="connsiteY2" fmla="*/ 6749 h 121366"/>
                  <a:gd name="connsiteX3" fmla="*/ 41737 w 362176"/>
                  <a:gd name="connsiteY3" fmla="*/ 9162 h 121366"/>
                  <a:gd name="connsiteX4" fmla="*/ 298722 w 362176"/>
                  <a:gd name="connsiteY4" fmla="*/ 29672 h 121366"/>
                  <a:gd name="connsiteX5" fmla="*/ 319232 w 362176"/>
                  <a:gd name="connsiteY5" fmla="*/ 9162 h 121366"/>
                  <a:gd name="connsiteX6" fmla="*/ 353014 w 362176"/>
                  <a:gd name="connsiteY6" fmla="*/ 5542 h 121366"/>
                  <a:gd name="connsiteX7" fmla="*/ 356634 w 362176"/>
                  <a:gd name="connsiteY7" fmla="*/ 39324 h 121366"/>
                  <a:gd name="connsiteX8" fmla="*/ 355427 w 362176"/>
                  <a:gd name="connsiteY8" fmla="*/ 40531 h 121366"/>
                  <a:gd name="connsiteX9" fmla="*/ 180485 w 362176"/>
                  <a:gd name="connsiteY9" fmla="*/ 121366 h 121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2176" h="121366">
                    <a:moveTo>
                      <a:pt x="180485" y="121366"/>
                    </a:moveTo>
                    <a:cubicBezTo>
                      <a:pt x="112921" y="121366"/>
                      <a:pt x="48976" y="91204"/>
                      <a:pt x="5542" y="40531"/>
                    </a:cubicBezTo>
                    <a:cubicBezTo>
                      <a:pt x="-2903" y="29672"/>
                      <a:pt x="-1697" y="15194"/>
                      <a:pt x="9162" y="6749"/>
                    </a:cubicBezTo>
                    <a:cubicBezTo>
                      <a:pt x="18814" y="-1697"/>
                      <a:pt x="33292" y="-490"/>
                      <a:pt x="41737" y="9162"/>
                    </a:cubicBezTo>
                    <a:cubicBezTo>
                      <a:pt x="106888" y="85171"/>
                      <a:pt x="221506" y="94823"/>
                      <a:pt x="298722" y="29672"/>
                    </a:cubicBezTo>
                    <a:cubicBezTo>
                      <a:pt x="305961" y="23640"/>
                      <a:pt x="313200" y="16401"/>
                      <a:pt x="319232" y="9162"/>
                    </a:cubicBezTo>
                    <a:cubicBezTo>
                      <a:pt x="327678" y="-1697"/>
                      <a:pt x="342156" y="-2903"/>
                      <a:pt x="353014" y="5542"/>
                    </a:cubicBezTo>
                    <a:cubicBezTo>
                      <a:pt x="363873" y="13988"/>
                      <a:pt x="365079" y="28466"/>
                      <a:pt x="356634" y="39324"/>
                    </a:cubicBezTo>
                    <a:cubicBezTo>
                      <a:pt x="356634" y="39324"/>
                      <a:pt x="355427" y="40531"/>
                      <a:pt x="355427" y="40531"/>
                    </a:cubicBezTo>
                    <a:cubicBezTo>
                      <a:pt x="311993" y="91204"/>
                      <a:pt x="248049" y="121366"/>
                      <a:pt x="180485" y="121366"/>
                    </a:cubicBezTo>
                    <a:close/>
                  </a:path>
                </a:pathLst>
              </a:custGeom>
              <a:grpFill/>
              <a:ln w="12005" cap="flat">
                <a:noFill/>
                <a:prstDash val="solid"/>
                <a:miter/>
              </a:ln>
            </p:spPr>
            <p:txBody>
              <a:bodyPr rtlCol="0" anchor="ctr"/>
              <a:lstStyle/>
              <a:p>
                <a:pPr algn="ctr"/>
                <a:endParaRPr lang="en-US"/>
              </a:p>
            </p:txBody>
          </p:sp>
          <p:sp>
            <p:nvSpPr>
              <p:cNvPr id="201" name="Graphic 14" descr="Smiling with hearts face outline with solid fill">
                <a:extLst>
                  <a:ext uri="{FF2B5EF4-FFF2-40B4-BE49-F238E27FC236}">
                    <a16:creationId xmlns:a16="http://schemas.microsoft.com/office/drawing/2014/main" id="{24BF5AD8-811E-4309-8CC6-3CE02FC027A0}"/>
                  </a:ext>
                </a:extLst>
              </p:cNvPr>
              <p:cNvSpPr/>
              <p:nvPr/>
            </p:nvSpPr>
            <p:spPr>
              <a:xfrm>
                <a:off x="6325012" y="3308271"/>
                <a:ext cx="237297" cy="124347"/>
              </a:xfrm>
              <a:custGeom>
                <a:avLst/>
                <a:gdLst>
                  <a:gd name="connsiteX0" fmla="*/ 217583 w 237297"/>
                  <a:gd name="connsiteY0" fmla="*/ 124348 h 124347"/>
                  <a:gd name="connsiteX1" fmla="*/ 212757 w 237297"/>
                  <a:gd name="connsiteY1" fmla="*/ 124348 h 124347"/>
                  <a:gd name="connsiteX2" fmla="*/ 188627 w 237297"/>
                  <a:gd name="connsiteY2" fmla="*/ 105044 h 124347"/>
                  <a:gd name="connsiteX3" fmla="*/ 102965 w 237297"/>
                  <a:gd name="connsiteY3" fmla="*/ 49545 h 124347"/>
                  <a:gd name="connsiteX4" fmla="*/ 47466 w 237297"/>
                  <a:gd name="connsiteY4" fmla="*/ 105044 h 124347"/>
                  <a:gd name="connsiteX5" fmla="*/ 18510 w 237297"/>
                  <a:gd name="connsiteY5" fmla="*/ 123141 h 124347"/>
                  <a:gd name="connsiteX6" fmla="*/ 413 w 237297"/>
                  <a:gd name="connsiteY6" fmla="*/ 95392 h 124347"/>
                  <a:gd name="connsiteX7" fmla="*/ 143986 w 237297"/>
                  <a:gd name="connsiteY7" fmla="*/ 2491 h 124347"/>
                  <a:gd name="connsiteX8" fmla="*/ 236887 w 237297"/>
                  <a:gd name="connsiteY8" fmla="*/ 95392 h 124347"/>
                  <a:gd name="connsiteX9" fmla="*/ 217583 w 237297"/>
                  <a:gd name="connsiteY9" fmla="*/ 124348 h 124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297" h="124347">
                    <a:moveTo>
                      <a:pt x="217583" y="124348"/>
                    </a:moveTo>
                    <a:cubicBezTo>
                      <a:pt x="216376" y="124348"/>
                      <a:pt x="213963" y="124348"/>
                      <a:pt x="212757" y="124348"/>
                    </a:cubicBezTo>
                    <a:cubicBezTo>
                      <a:pt x="201898" y="124348"/>
                      <a:pt x="191040" y="115902"/>
                      <a:pt x="188627" y="105044"/>
                    </a:cubicBezTo>
                    <a:cubicBezTo>
                      <a:pt x="180181" y="66436"/>
                      <a:pt x="141573" y="41099"/>
                      <a:pt x="102965" y="49545"/>
                    </a:cubicBezTo>
                    <a:cubicBezTo>
                      <a:pt x="75216" y="55577"/>
                      <a:pt x="53499" y="77294"/>
                      <a:pt x="47466" y="105044"/>
                    </a:cubicBezTo>
                    <a:cubicBezTo>
                      <a:pt x="43847" y="118315"/>
                      <a:pt x="31782" y="125554"/>
                      <a:pt x="18510" y="123141"/>
                    </a:cubicBezTo>
                    <a:cubicBezTo>
                      <a:pt x="6445" y="120728"/>
                      <a:pt x="-2000" y="107457"/>
                      <a:pt x="413" y="95392"/>
                    </a:cubicBezTo>
                    <a:cubicBezTo>
                      <a:pt x="14891" y="30241"/>
                      <a:pt x="78835" y="-10780"/>
                      <a:pt x="143986" y="2491"/>
                    </a:cubicBezTo>
                    <a:cubicBezTo>
                      <a:pt x="191040" y="12143"/>
                      <a:pt x="227235" y="48338"/>
                      <a:pt x="236887" y="95392"/>
                    </a:cubicBezTo>
                    <a:cubicBezTo>
                      <a:pt x="239300" y="108663"/>
                      <a:pt x="230854" y="121935"/>
                      <a:pt x="217583" y="124348"/>
                    </a:cubicBezTo>
                    <a:close/>
                  </a:path>
                </a:pathLst>
              </a:custGeom>
              <a:grpFill/>
              <a:ln w="12005" cap="flat">
                <a:noFill/>
                <a:prstDash val="solid"/>
                <a:miter/>
              </a:ln>
            </p:spPr>
            <p:txBody>
              <a:bodyPr rtlCol="0" anchor="ctr"/>
              <a:lstStyle/>
              <a:p>
                <a:pPr algn="ctr"/>
                <a:endParaRPr lang="en-US"/>
              </a:p>
            </p:txBody>
          </p:sp>
        </p:grpSp>
        <p:sp>
          <p:nvSpPr>
            <p:cNvPr id="192" name="TextBox 191">
              <a:extLst>
                <a:ext uri="{FF2B5EF4-FFF2-40B4-BE49-F238E27FC236}">
                  <a16:creationId xmlns:a16="http://schemas.microsoft.com/office/drawing/2014/main" id="{74100016-5645-42D8-B773-2FFBFDE80BA8}"/>
                </a:ext>
              </a:extLst>
            </p:cNvPr>
            <p:cNvSpPr txBox="1"/>
            <p:nvPr/>
          </p:nvSpPr>
          <p:spPr>
            <a:xfrm>
              <a:off x="4607413" y="3842716"/>
              <a:ext cx="1458605" cy="723774"/>
            </a:xfrm>
            <a:prstGeom prst="rect">
              <a:avLst/>
            </a:prstGeom>
            <a:noFill/>
          </p:spPr>
          <p:txBody>
            <a:bodyPr wrap="none" rtlCol="0">
              <a:spAutoFit/>
            </a:bodyPr>
            <a:lstStyle/>
            <a:p>
              <a:pPr algn="ctr"/>
              <a:r>
                <a:rPr lang="en-US"/>
                <a:t>Sexual </a:t>
              </a:r>
            </a:p>
            <a:p>
              <a:pPr algn="ctr"/>
              <a:r>
                <a:rPr lang="en-US"/>
                <a:t>Dysfunction</a:t>
              </a:r>
            </a:p>
          </p:txBody>
        </p:sp>
      </p:grpSp>
      <p:pic>
        <p:nvPicPr>
          <p:cNvPr id="202" name="Graphic 201" descr="Cursor with solid fill">
            <a:extLst>
              <a:ext uri="{FF2B5EF4-FFF2-40B4-BE49-F238E27FC236}">
                <a16:creationId xmlns:a16="http://schemas.microsoft.com/office/drawing/2014/main" id="{B5603496-455D-4610-9622-BC488C3A9CB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30360" y="3691541"/>
            <a:ext cx="395274" cy="395274"/>
          </a:xfrm>
          <a:prstGeom prst="rect">
            <a:avLst/>
          </a:prstGeom>
        </p:spPr>
      </p:pic>
      <p:sp>
        <p:nvSpPr>
          <p:cNvPr id="104" name="TCA">
            <a:hlinkClick r:id="rId21" action="ppaction://hlinksldjump"/>
            <a:extLst>
              <a:ext uri="{FF2B5EF4-FFF2-40B4-BE49-F238E27FC236}">
                <a16:creationId xmlns:a16="http://schemas.microsoft.com/office/drawing/2014/main" id="{154B0B29-ED59-4575-B6D0-EFEC13236526}"/>
              </a:ext>
            </a:extLst>
          </p:cNvPr>
          <p:cNvSpPr/>
          <p:nvPr/>
        </p:nvSpPr>
        <p:spPr>
          <a:xfrm>
            <a:off x="2954032" y="2903037"/>
            <a:ext cx="1428593" cy="408623"/>
          </a:xfrm>
          <a:prstGeom prst="roundRect">
            <a:avLst/>
          </a:prstGeom>
          <a:solidFill>
            <a:schemeClr val="bg1"/>
          </a:solidFill>
          <a:ln w="28575">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chemeClr val="tx1"/>
                </a:solidFill>
              </a:rPr>
              <a:t>Short ½-life?</a:t>
            </a:r>
          </a:p>
        </p:txBody>
      </p:sp>
      <p:pic>
        <p:nvPicPr>
          <p:cNvPr id="105" name="Graphic 104" descr="Cursor with solid fill">
            <a:extLst>
              <a:ext uri="{FF2B5EF4-FFF2-40B4-BE49-F238E27FC236}">
                <a16:creationId xmlns:a16="http://schemas.microsoft.com/office/drawing/2014/main" id="{B4D4686B-49BA-46C6-A1BF-E0D2C81C51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28897" y="3142669"/>
            <a:ext cx="395274" cy="395274"/>
          </a:xfrm>
          <a:prstGeom prst="rect">
            <a:avLst/>
          </a:prstGeom>
        </p:spPr>
      </p:pic>
      <p:sp>
        <p:nvSpPr>
          <p:cNvPr id="106" name="question 4">
            <a:hlinkClick r:id="rId22" action="ppaction://hlinksldjump"/>
            <a:extLst>
              <a:ext uri="{FF2B5EF4-FFF2-40B4-BE49-F238E27FC236}">
                <a16:creationId xmlns:a16="http://schemas.microsoft.com/office/drawing/2014/main" id="{06218EA4-87EB-426F-A9C9-25B9F2ACD9DD}"/>
              </a:ext>
            </a:extLst>
          </p:cNvPr>
          <p:cNvSpPr txBox="1"/>
          <p:nvPr/>
        </p:nvSpPr>
        <p:spPr>
          <a:xfrm>
            <a:off x="191338" y="202262"/>
            <a:ext cx="1714108" cy="715089"/>
          </a:xfrm>
          <a:prstGeom prst="roundRect">
            <a:avLst>
              <a:gd name="adj" fmla="val 8675"/>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Screening &amp; Diagnosis</a:t>
            </a:r>
          </a:p>
        </p:txBody>
      </p:sp>
      <p:pic>
        <p:nvPicPr>
          <p:cNvPr id="107" name="Graphic 106" descr="Cursor with solid fill">
            <a:extLst>
              <a:ext uri="{FF2B5EF4-FFF2-40B4-BE49-F238E27FC236}">
                <a16:creationId xmlns:a16="http://schemas.microsoft.com/office/drawing/2014/main" id="{3AAF943E-ACF0-4B06-A36E-CEF7CEF5870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4619" y="711337"/>
            <a:ext cx="395274" cy="395274"/>
          </a:xfrm>
          <a:prstGeom prst="rect">
            <a:avLst/>
          </a:prstGeom>
        </p:spPr>
      </p:pic>
      <p:sp>
        <p:nvSpPr>
          <p:cNvPr id="108" name="question 4">
            <a:hlinkClick r:id="rId23" action="ppaction://hlinksldjump"/>
            <a:extLst>
              <a:ext uri="{FF2B5EF4-FFF2-40B4-BE49-F238E27FC236}">
                <a16:creationId xmlns:a16="http://schemas.microsoft.com/office/drawing/2014/main" id="{7F0B6650-2DFF-435D-A05A-386BB76C1B20}"/>
              </a:ext>
            </a:extLst>
          </p:cNvPr>
          <p:cNvSpPr txBox="1"/>
          <p:nvPr/>
        </p:nvSpPr>
        <p:spPr>
          <a:xfrm>
            <a:off x="188147" y="3186700"/>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111" name="Graphic 25" descr="Cursor with solid fill">
            <a:extLst>
              <a:ext uri="{FF2B5EF4-FFF2-40B4-BE49-F238E27FC236}">
                <a16:creationId xmlns:a16="http://schemas.microsoft.com/office/drawing/2014/main" id="{835E3725-4D52-4664-87EB-E174FC9EC9F1}"/>
              </a:ext>
            </a:extLst>
          </p:cNvPr>
          <p:cNvSpPr/>
          <p:nvPr/>
        </p:nvSpPr>
        <p:spPr>
          <a:xfrm>
            <a:off x="1787044" y="3522640"/>
            <a:ext cx="230422" cy="230576"/>
          </a:xfrm>
          <a:custGeom>
            <a:avLst/>
            <a:gdLst>
              <a:gd name="connsiteX0" fmla="*/ 230423 w 230422"/>
              <a:gd name="connsiteY0" fmla="*/ 193931 h 230576"/>
              <a:gd name="connsiteX1" fmla="*/ 147251 w 230422"/>
              <a:gd name="connsiteY1" fmla="*/ 110800 h 230576"/>
              <a:gd name="connsiteX2" fmla="*/ 220541 w 230422"/>
              <a:gd name="connsiteY2" fmla="*/ 84408 h 230576"/>
              <a:gd name="connsiteX3" fmla="*/ 225013 w 230422"/>
              <a:gd name="connsiteY3" fmla="*/ 75252 h 230576"/>
              <a:gd name="connsiteX4" fmla="*/ 220541 w 230422"/>
              <a:gd name="connsiteY4" fmla="*/ 70779 h 230576"/>
              <a:gd name="connsiteX5" fmla="*/ 9358 w 230422"/>
              <a:gd name="connsiteY5" fmla="*/ 371 h 230576"/>
              <a:gd name="connsiteX6" fmla="*/ 7011 w 230422"/>
              <a:gd name="connsiteY6" fmla="*/ 0 h 230576"/>
              <a:gd name="connsiteX7" fmla="*/ 7011 w 230422"/>
              <a:gd name="connsiteY7" fmla="*/ 0 h 230576"/>
              <a:gd name="connsiteX8" fmla="*/ 2 w 230422"/>
              <a:gd name="connsiteY8" fmla="*/ 7316 h 230576"/>
              <a:gd name="connsiteX9" fmla="*/ 382 w 230422"/>
              <a:gd name="connsiteY9" fmla="*/ 9470 h 230576"/>
              <a:gd name="connsiteX10" fmla="*/ 70625 w 230422"/>
              <a:gd name="connsiteY10" fmla="*/ 220859 h 230576"/>
              <a:gd name="connsiteX11" fmla="*/ 79820 w 230422"/>
              <a:gd name="connsiteY11" fmla="*/ 225252 h 230576"/>
              <a:gd name="connsiteX12" fmla="*/ 84213 w 230422"/>
              <a:gd name="connsiteY12" fmla="*/ 220859 h 230576"/>
              <a:gd name="connsiteX13" fmla="*/ 110647 w 230422"/>
              <a:gd name="connsiteY13" fmla="*/ 147487 h 230576"/>
              <a:gd name="connsiteX14" fmla="*/ 193737 w 230422"/>
              <a:gd name="connsiteY14" fmla="*/ 230577 h 23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422" h="230576">
                <a:moveTo>
                  <a:pt x="230423" y="193931"/>
                </a:moveTo>
                <a:lnTo>
                  <a:pt x="147251" y="110800"/>
                </a:lnTo>
                <a:lnTo>
                  <a:pt x="220541" y="84408"/>
                </a:lnTo>
                <a:cubicBezTo>
                  <a:pt x="224304" y="83114"/>
                  <a:pt x="226307" y="79015"/>
                  <a:pt x="225013" y="75252"/>
                </a:cubicBezTo>
                <a:cubicBezTo>
                  <a:pt x="224292" y="73151"/>
                  <a:pt x="222641" y="71501"/>
                  <a:pt x="220541" y="70779"/>
                </a:cubicBezTo>
                <a:lnTo>
                  <a:pt x="9358" y="371"/>
                </a:lnTo>
                <a:cubicBezTo>
                  <a:pt x="8601" y="121"/>
                  <a:pt x="7808" y="-4"/>
                  <a:pt x="7011" y="0"/>
                </a:cubicBezTo>
                <a:lnTo>
                  <a:pt x="7011" y="0"/>
                </a:lnTo>
                <a:cubicBezTo>
                  <a:pt x="3055" y="85"/>
                  <a:pt x="-83" y="3360"/>
                  <a:pt x="2" y="7316"/>
                </a:cubicBezTo>
                <a:cubicBezTo>
                  <a:pt x="17" y="8050"/>
                  <a:pt x="145" y="8776"/>
                  <a:pt x="382" y="9470"/>
                </a:cubicBezTo>
                <a:lnTo>
                  <a:pt x="70625" y="220859"/>
                </a:lnTo>
                <a:cubicBezTo>
                  <a:pt x="71951" y="224612"/>
                  <a:pt x="76068" y="226578"/>
                  <a:pt x="79820" y="225252"/>
                </a:cubicBezTo>
                <a:cubicBezTo>
                  <a:pt x="81873" y="224527"/>
                  <a:pt x="83487" y="222912"/>
                  <a:pt x="84213" y="220859"/>
                </a:cubicBezTo>
                <a:lnTo>
                  <a:pt x="110647" y="147487"/>
                </a:lnTo>
                <a:lnTo>
                  <a:pt x="193737" y="230577"/>
                </a:lnTo>
                <a:close/>
              </a:path>
            </a:pathLst>
          </a:custGeom>
          <a:solidFill>
            <a:srgbClr val="000000"/>
          </a:solidFill>
          <a:ln w="4068" cap="flat">
            <a:noFill/>
            <a:prstDash val="solid"/>
            <a:miter/>
          </a:ln>
        </p:spPr>
        <p:txBody>
          <a:bodyPr rtlCol="0" anchor="ctr"/>
          <a:lstStyle/>
          <a:p>
            <a:endParaRPr lang="en-US"/>
          </a:p>
        </p:txBody>
      </p:sp>
      <p:sp>
        <p:nvSpPr>
          <p:cNvPr id="112" name="question 4">
            <a:hlinkClick r:id="rId24" action="ppaction://hlinksldjump"/>
            <a:extLst>
              <a:ext uri="{FF2B5EF4-FFF2-40B4-BE49-F238E27FC236}">
                <a16:creationId xmlns:a16="http://schemas.microsoft.com/office/drawing/2014/main" id="{B3C0850A-3CD4-4A15-B79D-4F4C466667EA}"/>
              </a:ext>
            </a:extLst>
          </p:cNvPr>
          <p:cNvSpPr txBox="1"/>
          <p:nvPr/>
        </p:nvSpPr>
        <p:spPr>
          <a:xfrm>
            <a:off x="188148" y="1794466"/>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113" name="Graphic 112" descr="Cursor with solid fill">
            <a:extLst>
              <a:ext uri="{FF2B5EF4-FFF2-40B4-BE49-F238E27FC236}">
                <a16:creationId xmlns:a16="http://schemas.microsoft.com/office/drawing/2014/main" id="{69EB57F4-BB21-47F1-8D8B-8A251D57746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4619" y="1985865"/>
            <a:ext cx="395274" cy="395274"/>
          </a:xfrm>
          <a:prstGeom prst="rect">
            <a:avLst/>
          </a:prstGeom>
        </p:spPr>
      </p:pic>
      <p:sp>
        <p:nvSpPr>
          <p:cNvPr id="114" name="sub-q 2">
            <a:hlinkClick r:id="rId25" action="ppaction://hlinksldjump"/>
            <a:extLst>
              <a:ext uri="{FF2B5EF4-FFF2-40B4-BE49-F238E27FC236}">
                <a16:creationId xmlns:a16="http://schemas.microsoft.com/office/drawing/2014/main" id="{9345C689-A6DE-4215-A62B-1AB4519E4D80}"/>
              </a:ext>
            </a:extLst>
          </p:cNvPr>
          <p:cNvSpPr txBox="1"/>
          <p:nvPr/>
        </p:nvSpPr>
        <p:spPr>
          <a:xfrm>
            <a:off x="445768" y="1112181"/>
            <a:ext cx="145648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Differential</a:t>
            </a:r>
          </a:p>
        </p:txBody>
      </p:sp>
      <p:pic>
        <p:nvPicPr>
          <p:cNvPr id="118" name="Graphic 117" descr="Cursor with solid fill">
            <a:hlinkClick r:id="rId25" action="ppaction://hlinksldjump"/>
            <a:extLst>
              <a:ext uri="{FF2B5EF4-FFF2-40B4-BE49-F238E27FC236}">
                <a16:creationId xmlns:a16="http://schemas.microsoft.com/office/drawing/2014/main" id="{71704AA4-24A0-484C-AB75-03A2A8504B2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4619" y="1352049"/>
            <a:ext cx="395274" cy="395274"/>
          </a:xfrm>
          <a:prstGeom prst="rect">
            <a:avLst/>
          </a:prstGeom>
        </p:spPr>
      </p:pic>
      <p:cxnSp>
        <p:nvCxnSpPr>
          <p:cNvPr id="121" name="Connector: Elbow 120">
            <a:extLst>
              <a:ext uri="{FF2B5EF4-FFF2-40B4-BE49-F238E27FC236}">
                <a16:creationId xmlns:a16="http://schemas.microsoft.com/office/drawing/2014/main" id="{A6A213C0-ED46-409C-ADBF-4721070E589F}"/>
              </a:ext>
            </a:extLst>
          </p:cNvPr>
          <p:cNvCxnSpPr>
            <a:cxnSpLocks/>
          </p:cNvCxnSpPr>
          <p:nvPr/>
        </p:nvCxnSpPr>
        <p:spPr>
          <a:xfrm rot="16200000" flipH="1">
            <a:off x="112036" y="2339183"/>
            <a:ext cx="469827" cy="19764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31" name="Connector: Elbow 130">
            <a:extLst>
              <a:ext uri="{FF2B5EF4-FFF2-40B4-BE49-F238E27FC236}">
                <a16:creationId xmlns:a16="http://schemas.microsoft.com/office/drawing/2014/main" id="{E096D4C4-C443-44D1-AE63-FE915C1F8813}"/>
              </a:ext>
            </a:extLst>
          </p:cNvPr>
          <p:cNvCxnSpPr>
            <a:cxnSpLocks/>
            <a:endCxn id="114" idx="1"/>
          </p:cNvCxnSpPr>
          <p:nvPr/>
        </p:nvCxnSpPr>
        <p:spPr>
          <a:xfrm rot="16200000" flipH="1">
            <a:off x="154430" y="1025155"/>
            <a:ext cx="385038" cy="19763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141" name="sub-q 1 button">
            <a:extLst>
              <a:ext uri="{FF2B5EF4-FFF2-40B4-BE49-F238E27FC236}">
                <a16:creationId xmlns:a16="http://schemas.microsoft.com/office/drawing/2014/main" id="{3C4C15AB-9662-41E0-9120-29B8682EA3E7}"/>
              </a:ext>
            </a:extLst>
          </p:cNvPr>
          <p:cNvSpPr txBox="1"/>
          <p:nvPr/>
        </p:nvSpPr>
        <p:spPr>
          <a:xfrm>
            <a:off x="445770" y="2468606"/>
            <a:ext cx="1459676" cy="408623"/>
          </a:xfrm>
          <a:prstGeom prst="roundRect">
            <a:avLst/>
          </a:prstGeom>
          <a:solidFill>
            <a:schemeClr val="tx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solidFill>
                  <a:schemeClr val="bg1"/>
                </a:solidFill>
              </a:rPr>
              <a:t>Medications</a:t>
            </a:r>
          </a:p>
        </p:txBody>
      </p:sp>
      <p:sp>
        <p:nvSpPr>
          <p:cNvPr id="2" name="Rectangle 1">
            <a:extLst>
              <a:ext uri="{FF2B5EF4-FFF2-40B4-BE49-F238E27FC236}">
                <a16:creationId xmlns:a16="http://schemas.microsoft.com/office/drawing/2014/main" id="{1667361B-C2CF-4D37-8EA7-EE09BB0452FC}"/>
              </a:ext>
            </a:extLst>
          </p:cNvPr>
          <p:cNvSpPr/>
          <p:nvPr/>
        </p:nvSpPr>
        <p:spPr>
          <a:xfrm>
            <a:off x="10407551" y="3267344"/>
            <a:ext cx="1403661" cy="12398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CA">
            <a:hlinkClick r:id="rId26" action="ppaction://hlinksldjump"/>
            <a:extLst>
              <a:ext uri="{FF2B5EF4-FFF2-40B4-BE49-F238E27FC236}">
                <a16:creationId xmlns:a16="http://schemas.microsoft.com/office/drawing/2014/main" id="{200094B8-2E28-4326-A5ED-439E81AE9D30}"/>
              </a:ext>
            </a:extLst>
          </p:cNvPr>
          <p:cNvSpPr/>
          <p:nvPr/>
        </p:nvSpPr>
        <p:spPr>
          <a:xfrm>
            <a:off x="2967853" y="5378760"/>
            <a:ext cx="1428593" cy="1021556"/>
          </a:xfrm>
          <a:prstGeom prst="roundRect">
            <a:avLst>
              <a:gd name="adj" fmla="val 10140"/>
            </a:avLst>
          </a:prstGeom>
          <a:solidFill>
            <a:schemeClr val="bg1"/>
          </a:solidFill>
          <a:ln w="28575">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tx1"/>
                </a:solidFill>
              </a:rPr>
              <a:t>Case-dependent Selection?</a:t>
            </a:r>
          </a:p>
        </p:txBody>
      </p:sp>
      <p:pic>
        <p:nvPicPr>
          <p:cNvPr id="96" name="Graphic 95" descr="Cursor with solid fill">
            <a:extLst>
              <a:ext uri="{FF2B5EF4-FFF2-40B4-BE49-F238E27FC236}">
                <a16:creationId xmlns:a16="http://schemas.microsoft.com/office/drawing/2014/main" id="{2555F610-257B-4895-847D-24532120827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28897" y="6202679"/>
            <a:ext cx="395274" cy="395274"/>
          </a:xfrm>
          <a:prstGeom prst="rect">
            <a:avLst/>
          </a:prstGeom>
        </p:spPr>
      </p:pic>
    </p:spTree>
    <p:extLst>
      <p:ext uri="{BB962C8B-B14F-4D97-AF65-F5344CB8AC3E}">
        <p14:creationId xmlns:p14="http://schemas.microsoft.com/office/powerpoint/2010/main" val="411268433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SRI">
            <a:extLst>
              <a:ext uri="{FF2B5EF4-FFF2-40B4-BE49-F238E27FC236}">
                <a16:creationId xmlns:a16="http://schemas.microsoft.com/office/drawing/2014/main" id="{8C758822-2005-4701-86D2-5AA5AF195DB3}"/>
              </a:ext>
            </a:extLst>
          </p:cNvPr>
          <p:cNvSpPr/>
          <p:nvPr/>
        </p:nvSpPr>
        <p:spPr>
          <a:xfrm>
            <a:off x="5048054" y="601782"/>
            <a:ext cx="1312849" cy="477524"/>
          </a:xfrm>
          <a:prstGeom prst="roundRect">
            <a:avLst/>
          </a:prstGeom>
          <a:solidFill>
            <a:schemeClr val="accent6">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SSRI</a:t>
            </a:r>
          </a:p>
        </p:txBody>
      </p:sp>
      <p:sp>
        <p:nvSpPr>
          <p:cNvPr id="88" name="SNRI">
            <a:extLst>
              <a:ext uri="{FF2B5EF4-FFF2-40B4-BE49-F238E27FC236}">
                <a16:creationId xmlns:a16="http://schemas.microsoft.com/office/drawing/2014/main" id="{328A2C24-1B31-44C4-97D9-84CC56482D52}"/>
              </a:ext>
            </a:extLst>
          </p:cNvPr>
          <p:cNvSpPr/>
          <p:nvPr/>
        </p:nvSpPr>
        <p:spPr>
          <a:xfrm>
            <a:off x="6741697" y="601782"/>
            <a:ext cx="1312849" cy="477524"/>
          </a:xfrm>
          <a:prstGeom prst="roundRect">
            <a:avLst/>
          </a:prstGeom>
          <a:solidFill>
            <a:schemeClr val="accent5">
              <a:lumMod val="60000"/>
              <a:lumOff val="40000"/>
            </a:schemeClr>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SNRI</a:t>
            </a:r>
          </a:p>
        </p:txBody>
      </p:sp>
      <p:sp>
        <p:nvSpPr>
          <p:cNvPr id="89" name="TCA">
            <a:extLst>
              <a:ext uri="{FF2B5EF4-FFF2-40B4-BE49-F238E27FC236}">
                <a16:creationId xmlns:a16="http://schemas.microsoft.com/office/drawing/2014/main" id="{46F3F9DA-8BED-4728-9EEF-3B41A46A7937}"/>
              </a:ext>
            </a:extLst>
          </p:cNvPr>
          <p:cNvSpPr/>
          <p:nvPr/>
        </p:nvSpPr>
        <p:spPr>
          <a:xfrm>
            <a:off x="10128984" y="601782"/>
            <a:ext cx="1312849" cy="477524"/>
          </a:xfrm>
          <a:prstGeom prst="roundRect">
            <a:avLst/>
          </a:prstGeom>
          <a:solidFill>
            <a:schemeClr val="bg2">
              <a:lumMod val="90000"/>
            </a:schemeClr>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TCA</a:t>
            </a:r>
          </a:p>
        </p:txBody>
      </p:sp>
      <p:sp>
        <p:nvSpPr>
          <p:cNvPr id="90" name="Other">
            <a:extLst>
              <a:ext uri="{FF2B5EF4-FFF2-40B4-BE49-F238E27FC236}">
                <a16:creationId xmlns:a16="http://schemas.microsoft.com/office/drawing/2014/main" id="{03BF4D3F-1442-4D00-95AD-1890A61911B4}"/>
              </a:ext>
            </a:extLst>
          </p:cNvPr>
          <p:cNvSpPr/>
          <p:nvPr/>
        </p:nvSpPr>
        <p:spPr>
          <a:xfrm>
            <a:off x="8435340" y="601782"/>
            <a:ext cx="1312849" cy="477524"/>
          </a:xfrm>
          <a:prstGeom prst="roundRect">
            <a:avLst/>
          </a:prstGeom>
          <a:solidFill>
            <a:schemeClr val="accent2">
              <a:lumMod val="75000"/>
            </a:schemeClr>
          </a:solidFill>
          <a:ln w="28575">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err="1"/>
              <a:t>Atypicals</a:t>
            </a:r>
            <a:endParaRPr lang="en-US"/>
          </a:p>
        </p:txBody>
      </p:sp>
      <p:sp>
        <p:nvSpPr>
          <p:cNvPr id="91" name="TextBox 90">
            <a:extLst>
              <a:ext uri="{FF2B5EF4-FFF2-40B4-BE49-F238E27FC236}">
                <a16:creationId xmlns:a16="http://schemas.microsoft.com/office/drawing/2014/main" id="{506EE470-D07C-474A-9C0E-98CE68D6A47B}"/>
              </a:ext>
            </a:extLst>
          </p:cNvPr>
          <p:cNvSpPr txBox="1"/>
          <p:nvPr/>
        </p:nvSpPr>
        <p:spPr>
          <a:xfrm>
            <a:off x="4776974" y="1283252"/>
            <a:ext cx="2304920" cy="1477328"/>
          </a:xfrm>
          <a:prstGeom prst="rect">
            <a:avLst/>
          </a:prstGeom>
          <a:noFill/>
        </p:spPr>
        <p:txBody>
          <a:bodyPr wrap="square" rtlCol="0">
            <a:spAutoFit/>
          </a:bodyPr>
          <a:lstStyle/>
          <a:p>
            <a:r>
              <a:rPr lang="en-US"/>
              <a:t>Fluoxetine (Prozac)</a:t>
            </a:r>
          </a:p>
          <a:p>
            <a:r>
              <a:rPr lang="en-US"/>
              <a:t>Sertraline (Zoloft)</a:t>
            </a:r>
          </a:p>
          <a:p>
            <a:r>
              <a:rPr lang="en-US"/>
              <a:t>Citalopram (Celexa)</a:t>
            </a:r>
          </a:p>
          <a:p>
            <a:r>
              <a:rPr lang="en-US"/>
              <a:t>Escitalopram (Lexapro)</a:t>
            </a:r>
          </a:p>
          <a:p>
            <a:r>
              <a:rPr lang="en-US"/>
              <a:t>Paroxetine (Paxil)</a:t>
            </a:r>
          </a:p>
        </p:txBody>
      </p:sp>
      <p:sp>
        <p:nvSpPr>
          <p:cNvPr id="92" name="TextBox 91">
            <a:extLst>
              <a:ext uri="{FF2B5EF4-FFF2-40B4-BE49-F238E27FC236}">
                <a16:creationId xmlns:a16="http://schemas.microsoft.com/office/drawing/2014/main" id="{979F7597-9255-4A8B-984F-C07DF5431201}"/>
              </a:ext>
            </a:extLst>
          </p:cNvPr>
          <p:cNvSpPr txBox="1"/>
          <p:nvPr/>
        </p:nvSpPr>
        <p:spPr>
          <a:xfrm>
            <a:off x="6809580" y="1287814"/>
            <a:ext cx="1301099" cy="646331"/>
          </a:xfrm>
          <a:prstGeom prst="rect">
            <a:avLst/>
          </a:prstGeom>
          <a:noFill/>
        </p:spPr>
        <p:txBody>
          <a:bodyPr wrap="square" rtlCol="0">
            <a:spAutoFit/>
          </a:bodyPr>
          <a:lstStyle/>
          <a:p>
            <a:r>
              <a:rPr lang="en-US"/>
              <a:t>Duloxetine</a:t>
            </a:r>
          </a:p>
          <a:p>
            <a:r>
              <a:rPr lang="en-US"/>
              <a:t>Venlafaxine</a:t>
            </a:r>
          </a:p>
        </p:txBody>
      </p:sp>
      <p:sp>
        <p:nvSpPr>
          <p:cNvPr id="93" name="TextBox 92">
            <a:extLst>
              <a:ext uri="{FF2B5EF4-FFF2-40B4-BE49-F238E27FC236}">
                <a16:creationId xmlns:a16="http://schemas.microsoft.com/office/drawing/2014/main" id="{2F34EDE5-FA6F-4B3C-87F1-3E06118D384E}"/>
              </a:ext>
            </a:extLst>
          </p:cNvPr>
          <p:cNvSpPr txBox="1"/>
          <p:nvPr/>
        </p:nvSpPr>
        <p:spPr>
          <a:xfrm>
            <a:off x="8448861" y="1310640"/>
            <a:ext cx="1312702" cy="646331"/>
          </a:xfrm>
          <a:prstGeom prst="rect">
            <a:avLst/>
          </a:prstGeom>
          <a:noFill/>
        </p:spPr>
        <p:txBody>
          <a:bodyPr wrap="square" rtlCol="0">
            <a:spAutoFit/>
          </a:bodyPr>
          <a:lstStyle/>
          <a:p>
            <a:r>
              <a:rPr lang="en-US"/>
              <a:t>Bupropion</a:t>
            </a:r>
          </a:p>
          <a:p>
            <a:r>
              <a:rPr lang="en-US"/>
              <a:t>Mirtazapine</a:t>
            </a:r>
          </a:p>
        </p:txBody>
      </p:sp>
      <p:sp>
        <p:nvSpPr>
          <p:cNvPr id="94" name="TextBox 93">
            <a:extLst>
              <a:ext uri="{FF2B5EF4-FFF2-40B4-BE49-F238E27FC236}">
                <a16:creationId xmlns:a16="http://schemas.microsoft.com/office/drawing/2014/main" id="{C6FA56BD-8674-47A7-BCE8-C2D161D00946}"/>
              </a:ext>
            </a:extLst>
          </p:cNvPr>
          <p:cNvSpPr txBox="1"/>
          <p:nvPr/>
        </p:nvSpPr>
        <p:spPr>
          <a:xfrm>
            <a:off x="10090187" y="1324700"/>
            <a:ext cx="1403661" cy="646331"/>
          </a:xfrm>
          <a:prstGeom prst="rect">
            <a:avLst/>
          </a:prstGeom>
          <a:noFill/>
        </p:spPr>
        <p:txBody>
          <a:bodyPr wrap="square" rtlCol="0">
            <a:spAutoFit/>
          </a:bodyPr>
          <a:lstStyle/>
          <a:p>
            <a:r>
              <a:rPr lang="en-US"/>
              <a:t>Amitriptyline</a:t>
            </a:r>
          </a:p>
          <a:p>
            <a:r>
              <a:rPr lang="en-US"/>
              <a:t>Nortriptyline</a:t>
            </a:r>
          </a:p>
        </p:txBody>
      </p:sp>
      <p:sp>
        <p:nvSpPr>
          <p:cNvPr id="95" name="TCA">
            <a:hlinkClick r:id="rId3" action="ppaction://hlinksldjump"/>
            <a:extLst>
              <a:ext uri="{FF2B5EF4-FFF2-40B4-BE49-F238E27FC236}">
                <a16:creationId xmlns:a16="http://schemas.microsoft.com/office/drawing/2014/main" id="{B2A287EA-4825-4936-BA68-C514D6E04838}"/>
              </a:ext>
            </a:extLst>
          </p:cNvPr>
          <p:cNvSpPr/>
          <p:nvPr/>
        </p:nvSpPr>
        <p:spPr>
          <a:xfrm>
            <a:off x="2967853" y="3715331"/>
            <a:ext cx="1428593" cy="408623"/>
          </a:xfrm>
          <a:prstGeom prst="roundRect">
            <a:avLst/>
          </a:prstGeom>
          <a:solidFill>
            <a:schemeClr val="bg1"/>
          </a:solidFill>
          <a:ln w="28575">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tx1"/>
                </a:solidFill>
              </a:rPr>
              <a:t>Side Effects?</a:t>
            </a:r>
          </a:p>
        </p:txBody>
      </p:sp>
      <p:grpSp>
        <p:nvGrpSpPr>
          <p:cNvPr id="105" name="Group 104">
            <a:extLst>
              <a:ext uri="{FF2B5EF4-FFF2-40B4-BE49-F238E27FC236}">
                <a16:creationId xmlns:a16="http://schemas.microsoft.com/office/drawing/2014/main" id="{E9FC863D-5F35-4675-B758-954AD3FC2229}"/>
              </a:ext>
            </a:extLst>
          </p:cNvPr>
          <p:cNvGrpSpPr/>
          <p:nvPr/>
        </p:nvGrpSpPr>
        <p:grpSpPr>
          <a:xfrm>
            <a:off x="4585577" y="3129868"/>
            <a:ext cx="1008841" cy="1451873"/>
            <a:chOff x="821593" y="4315964"/>
            <a:chExt cx="1129720" cy="1625836"/>
          </a:xfrm>
        </p:grpSpPr>
        <p:pic>
          <p:nvPicPr>
            <p:cNvPr id="106" name="Graphic 105" descr="Stomach outline">
              <a:extLst>
                <a:ext uri="{FF2B5EF4-FFF2-40B4-BE49-F238E27FC236}">
                  <a16:creationId xmlns:a16="http://schemas.microsoft.com/office/drawing/2014/main" id="{56EA628C-4CF6-4D5A-A460-92C16B5E83C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7639" y="4315964"/>
              <a:ext cx="997163" cy="997163"/>
            </a:xfrm>
            <a:prstGeom prst="rect">
              <a:avLst/>
            </a:prstGeom>
            <a:effectLst>
              <a:outerShdw blurRad="50800" dist="38100" dir="2700000" algn="tl" rotWithShape="0">
                <a:prstClr val="black">
                  <a:alpha val="40000"/>
                </a:prstClr>
              </a:outerShdw>
            </a:effectLst>
          </p:spPr>
        </p:pic>
        <p:sp>
          <p:nvSpPr>
            <p:cNvPr id="107" name="TextBox 106">
              <a:extLst>
                <a:ext uri="{FF2B5EF4-FFF2-40B4-BE49-F238E27FC236}">
                  <a16:creationId xmlns:a16="http://schemas.microsoft.com/office/drawing/2014/main" id="{7253E412-3253-4AE5-8086-81A4B783E14A}"/>
                </a:ext>
              </a:extLst>
            </p:cNvPr>
            <p:cNvSpPr txBox="1"/>
            <p:nvPr/>
          </p:nvSpPr>
          <p:spPr>
            <a:xfrm>
              <a:off x="821593" y="5218026"/>
              <a:ext cx="1129720" cy="723774"/>
            </a:xfrm>
            <a:prstGeom prst="rect">
              <a:avLst/>
            </a:prstGeom>
            <a:solidFill>
              <a:schemeClr val="bg1"/>
            </a:solidFill>
          </p:spPr>
          <p:txBody>
            <a:bodyPr wrap="square" rtlCol="0">
              <a:spAutoFit/>
            </a:bodyPr>
            <a:lstStyle/>
            <a:p>
              <a:pPr algn="ctr"/>
              <a:r>
                <a:rPr lang="en-US"/>
                <a:t>GI Toxicity</a:t>
              </a:r>
            </a:p>
          </p:txBody>
        </p:sp>
      </p:grpSp>
      <p:grpSp>
        <p:nvGrpSpPr>
          <p:cNvPr id="108" name="Group 107">
            <a:extLst>
              <a:ext uri="{FF2B5EF4-FFF2-40B4-BE49-F238E27FC236}">
                <a16:creationId xmlns:a16="http://schemas.microsoft.com/office/drawing/2014/main" id="{082F4F00-E036-4123-9B75-8C6546DC7766}"/>
              </a:ext>
            </a:extLst>
          </p:cNvPr>
          <p:cNvGrpSpPr/>
          <p:nvPr/>
        </p:nvGrpSpPr>
        <p:grpSpPr>
          <a:xfrm>
            <a:off x="6768234" y="3267344"/>
            <a:ext cx="1339469" cy="1176921"/>
            <a:chOff x="2789798" y="4143669"/>
            <a:chExt cx="1499964" cy="1317939"/>
          </a:xfrm>
        </p:grpSpPr>
        <p:pic>
          <p:nvPicPr>
            <p:cNvPr id="109" name="Graphic 108" descr="Weight Gain with solid fill">
              <a:extLst>
                <a:ext uri="{FF2B5EF4-FFF2-40B4-BE49-F238E27FC236}">
                  <a16:creationId xmlns:a16="http://schemas.microsoft.com/office/drawing/2014/main" id="{2AB2241D-CAAC-4E79-9D4F-5425AA3D53F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92086" y="4143669"/>
              <a:ext cx="997162" cy="997162"/>
            </a:xfrm>
            <a:prstGeom prst="rect">
              <a:avLst/>
            </a:prstGeom>
            <a:effectLst>
              <a:outerShdw blurRad="50800" dist="38100" dir="2700000" algn="tl" rotWithShape="0">
                <a:prstClr val="black">
                  <a:alpha val="40000"/>
                </a:prstClr>
              </a:outerShdw>
            </a:effectLst>
          </p:spPr>
        </p:pic>
        <p:sp>
          <p:nvSpPr>
            <p:cNvPr id="110" name="TextBox 109">
              <a:extLst>
                <a:ext uri="{FF2B5EF4-FFF2-40B4-BE49-F238E27FC236}">
                  <a16:creationId xmlns:a16="http://schemas.microsoft.com/office/drawing/2014/main" id="{9D37FFEF-90A5-4169-90EA-F16FE8AB63CD}"/>
                </a:ext>
              </a:extLst>
            </p:cNvPr>
            <p:cNvSpPr txBox="1"/>
            <p:nvPr/>
          </p:nvSpPr>
          <p:spPr>
            <a:xfrm>
              <a:off x="2789798" y="5048023"/>
              <a:ext cx="1499964" cy="413585"/>
            </a:xfrm>
            <a:prstGeom prst="rect">
              <a:avLst/>
            </a:prstGeom>
            <a:solidFill>
              <a:schemeClr val="bg1"/>
            </a:solidFill>
          </p:spPr>
          <p:txBody>
            <a:bodyPr wrap="none" rtlCol="0">
              <a:spAutoFit/>
            </a:bodyPr>
            <a:lstStyle/>
            <a:p>
              <a:pPr algn="ctr"/>
              <a:r>
                <a:rPr lang="en-US"/>
                <a:t>Weight Gain</a:t>
              </a:r>
            </a:p>
          </p:txBody>
        </p:sp>
      </p:grpSp>
      <p:grpSp>
        <p:nvGrpSpPr>
          <p:cNvPr id="111" name="insomnia button">
            <a:extLst>
              <a:ext uri="{FF2B5EF4-FFF2-40B4-BE49-F238E27FC236}">
                <a16:creationId xmlns:a16="http://schemas.microsoft.com/office/drawing/2014/main" id="{C0180AFB-7BEB-46E8-94D6-5860A57CAA4F}"/>
              </a:ext>
            </a:extLst>
          </p:cNvPr>
          <p:cNvGrpSpPr/>
          <p:nvPr/>
        </p:nvGrpSpPr>
        <p:grpSpPr>
          <a:xfrm>
            <a:off x="9226184" y="3215282"/>
            <a:ext cx="1245727" cy="1281044"/>
            <a:chOff x="6548896" y="3944267"/>
            <a:chExt cx="1394990" cy="1434538"/>
          </a:xfrm>
        </p:grpSpPr>
        <p:pic>
          <p:nvPicPr>
            <p:cNvPr id="112" name="Graphic 111" descr="Zany face outline with solid fill">
              <a:extLst>
                <a:ext uri="{FF2B5EF4-FFF2-40B4-BE49-F238E27FC236}">
                  <a16:creationId xmlns:a16="http://schemas.microsoft.com/office/drawing/2014/main" id="{D0AE56D3-E0FD-4437-B48D-DFC42C26184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839928" y="3944267"/>
              <a:ext cx="831603" cy="831603"/>
            </a:xfrm>
            <a:prstGeom prst="rect">
              <a:avLst/>
            </a:prstGeom>
            <a:effectLst>
              <a:outerShdw blurRad="50800" dist="38100" dir="2700000" algn="tl" rotWithShape="0">
                <a:prstClr val="black">
                  <a:alpha val="40000"/>
                </a:prstClr>
              </a:outerShdw>
            </a:effectLst>
          </p:spPr>
        </p:pic>
        <p:sp>
          <p:nvSpPr>
            <p:cNvPr id="113" name="TextBox 112">
              <a:extLst>
                <a:ext uri="{FF2B5EF4-FFF2-40B4-BE49-F238E27FC236}">
                  <a16:creationId xmlns:a16="http://schemas.microsoft.com/office/drawing/2014/main" id="{7E377201-8A39-4EC0-9EF2-BBF89232DB15}"/>
                </a:ext>
              </a:extLst>
            </p:cNvPr>
            <p:cNvSpPr txBox="1"/>
            <p:nvPr/>
          </p:nvSpPr>
          <p:spPr>
            <a:xfrm>
              <a:off x="6548896" y="4655031"/>
              <a:ext cx="1394990" cy="723774"/>
            </a:xfrm>
            <a:prstGeom prst="rect">
              <a:avLst/>
            </a:prstGeom>
            <a:noFill/>
          </p:spPr>
          <p:txBody>
            <a:bodyPr wrap="none" rtlCol="0">
              <a:spAutoFit/>
            </a:bodyPr>
            <a:lstStyle/>
            <a:p>
              <a:pPr algn="ctr"/>
              <a:r>
                <a:rPr lang="en-US"/>
                <a:t>Insomnia</a:t>
              </a:r>
            </a:p>
            <a:p>
              <a:pPr algn="ctr"/>
              <a:r>
                <a:rPr lang="en-US"/>
                <a:t>&amp; Agitation</a:t>
              </a:r>
            </a:p>
          </p:txBody>
        </p:sp>
      </p:grpSp>
      <p:grpSp>
        <p:nvGrpSpPr>
          <p:cNvPr id="114" name="QTc button">
            <a:extLst>
              <a:ext uri="{FF2B5EF4-FFF2-40B4-BE49-F238E27FC236}">
                <a16:creationId xmlns:a16="http://schemas.microsoft.com/office/drawing/2014/main" id="{94863AF4-A701-442C-BFAF-86D0D0F81A82}"/>
              </a:ext>
            </a:extLst>
          </p:cNvPr>
          <p:cNvGrpSpPr/>
          <p:nvPr/>
        </p:nvGrpSpPr>
        <p:grpSpPr>
          <a:xfrm>
            <a:off x="10407551" y="3263563"/>
            <a:ext cx="1384803" cy="1184483"/>
            <a:chOff x="8334716" y="3199605"/>
            <a:chExt cx="1550730" cy="1326407"/>
          </a:xfrm>
        </p:grpSpPr>
        <p:pic>
          <p:nvPicPr>
            <p:cNvPr id="115" name="Graphic 114" descr="Heartbeat with solid fill">
              <a:extLst>
                <a:ext uri="{FF2B5EF4-FFF2-40B4-BE49-F238E27FC236}">
                  <a16:creationId xmlns:a16="http://schemas.microsoft.com/office/drawing/2014/main" id="{468770E6-9CA9-4C07-9390-B41DC6E4C06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750781" y="3199605"/>
              <a:ext cx="740677" cy="740677"/>
            </a:xfrm>
            <a:prstGeom prst="rect">
              <a:avLst/>
            </a:prstGeom>
            <a:effectLst>
              <a:outerShdw blurRad="50800" dist="38100" dir="2700000" algn="tl" rotWithShape="0">
                <a:prstClr val="black">
                  <a:alpha val="40000"/>
                </a:prstClr>
              </a:outerShdw>
            </a:effectLst>
          </p:spPr>
        </p:pic>
        <p:sp>
          <p:nvSpPr>
            <p:cNvPr id="116" name="TextBox 115">
              <a:extLst>
                <a:ext uri="{FF2B5EF4-FFF2-40B4-BE49-F238E27FC236}">
                  <a16:creationId xmlns:a16="http://schemas.microsoft.com/office/drawing/2014/main" id="{278FD8ED-2354-40C1-A992-F7C33A327DC3}"/>
                </a:ext>
              </a:extLst>
            </p:cNvPr>
            <p:cNvSpPr txBox="1"/>
            <p:nvPr/>
          </p:nvSpPr>
          <p:spPr>
            <a:xfrm>
              <a:off x="8334716" y="3802238"/>
              <a:ext cx="1550730" cy="723774"/>
            </a:xfrm>
            <a:prstGeom prst="rect">
              <a:avLst/>
            </a:prstGeom>
            <a:noFill/>
          </p:spPr>
          <p:txBody>
            <a:bodyPr wrap="none" rtlCol="0">
              <a:spAutoFit/>
            </a:bodyPr>
            <a:lstStyle/>
            <a:p>
              <a:pPr algn="ctr"/>
              <a:r>
                <a:rPr lang="en-US"/>
                <a:t>QTc </a:t>
              </a:r>
            </a:p>
            <a:p>
              <a:pPr algn="ctr"/>
              <a:r>
                <a:rPr lang="en-US"/>
                <a:t>Prolongation</a:t>
              </a:r>
            </a:p>
          </p:txBody>
        </p:sp>
      </p:grpSp>
      <p:grpSp>
        <p:nvGrpSpPr>
          <p:cNvPr id="117" name="sexual button">
            <a:extLst>
              <a:ext uri="{FF2B5EF4-FFF2-40B4-BE49-F238E27FC236}">
                <a16:creationId xmlns:a16="http://schemas.microsoft.com/office/drawing/2014/main" id="{D133CB31-A9AB-479F-8720-15EC17F5457C}"/>
              </a:ext>
            </a:extLst>
          </p:cNvPr>
          <p:cNvGrpSpPr/>
          <p:nvPr/>
        </p:nvGrpSpPr>
        <p:grpSpPr>
          <a:xfrm>
            <a:off x="5530058" y="3258910"/>
            <a:ext cx="1302536" cy="1193789"/>
            <a:chOff x="4607413" y="3229662"/>
            <a:chExt cx="1458605" cy="1336828"/>
          </a:xfrm>
        </p:grpSpPr>
        <p:grpSp>
          <p:nvGrpSpPr>
            <p:cNvPr id="118" name="Group 117">
              <a:extLst>
                <a:ext uri="{FF2B5EF4-FFF2-40B4-BE49-F238E27FC236}">
                  <a16:creationId xmlns:a16="http://schemas.microsoft.com/office/drawing/2014/main" id="{B2B6A476-4A5A-4641-8A6F-F5B78B5798B1}"/>
                </a:ext>
              </a:extLst>
            </p:cNvPr>
            <p:cNvGrpSpPr/>
            <p:nvPr/>
          </p:nvGrpSpPr>
          <p:grpSpPr>
            <a:xfrm>
              <a:off x="5012304" y="3229662"/>
              <a:ext cx="629221" cy="629968"/>
              <a:chOff x="5810405" y="2970552"/>
              <a:chExt cx="916784" cy="917873"/>
            </a:xfrm>
            <a:solidFill>
              <a:srgbClr val="FF0066"/>
            </a:solidFill>
            <a:effectLst>
              <a:outerShdw blurRad="50800" dist="38100" dir="2700000" algn="tl" rotWithShape="0">
                <a:prstClr val="black">
                  <a:alpha val="40000"/>
                </a:prstClr>
              </a:outerShdw>
            </a:effectLst>
          </p:grpSpPr>
          <p:sp>
            <p:nvSpPr>
              <p:cNvPr id="120" name="Graphic 14" descr="Smiling with hearts face outline with solid fill">
                <a:extLst>
                  <a:ext uri="{FF2B5EF4-FFF2-40B4-BE49-F238E27FC236}">
                    <a16:creationId xmlns:a16="http://schemas.microsoft.com/office/drawing/2014/main" id="{2A7A9F6D-5757-456F-B389-BC17D8984B9B}"/>
                  </a:ext>
                </a:extLst>
              </p:cNvPr>
              <p:cNvSpPr/>
              <p:nvPr/>
            </p:nvSpPr>
            <p:spPr>
              <a:xfrm>
                <a:off x="5858510" y="3139368"/>
                <a:ext cx="190626" cy="181046"/>
              </a:xfrm>
              <a:custGeom>
                <a:avLst/>
                <a:gdLst>
                  <a:gd name="connsiteX0" fmla="*/ 95313 w 190626"/>
                  <a:gd name="connsiteY0" fmla="*/ 37473 h 181046"/>
                  <a:gd name="connsiteX1" fmla="*/ 0 w 190626"/>
                  <a:gd name="connsiteY1" fmla="*/ 49538 h 181046"/>
                  <a:gd name="connsiteX2" fmla="*/ 95313 w 190626"/>
                  <a:gd name="connsiteY2" fmla="*/ 181047 h 181046"/>
                  <a:gd name="connsiteX3" fmla="*/ 190627 w 190626"/>
                  <a:gd name="connsiteY3" fmla="*/ 49538 h 181046"/>
                  <a:gd name="connsiteX4" fmla="*/ 95313 w 190626"/>
                  <a:gd name="connsiteY4" fmla="*/ 37473 h 181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6" h="181046">
                    <a:moveTo>
                      <a:pt x="95313" y="37473"/>
                    </a:moveTo>
                    <a:cubicBezTo>
                      <a:pt x="60325" y="-32504"/>
                      <a:pt x="0" y="9724"/>
                      <a:pt x="0" y="49538"/>
                    </a:cubicBezTo>
                    <a:cubicBezTo>
                      <a:pt x="0" y="108657"/>
                      <a:pt x="95313" y="181047"/>
                      <a:pt x="95313" y="181047"/>
                    </a:cubicBezTo>
                    <a:cubicBezTo>
                      <a:pt x="95313" y="181047"/>
                      <a:pt x="190627" y="107450"/>
                      <a:pt x="190627" y="49538"/>
                    </a:cubicBezTo>
                    <a:cubicBezTo>
                      <a:pt x="190627" y="9724"/>
                      <a:pt x="131509" y="-32504"/>
                      <a:pt x="95313" y="37473"/>
                    </a:cubicBezTo>
                    <a:close/>
                  </a:path>
                </a:pathLst>
              </a:custGeom>
              <a:grpFill/>
              <a:ln w="12005" cap="flat">
                <a:noFill/>
                <a:prstDash val="solid"/>
                <a:miter/>
              </a:ln>
            </p:spPr>
            <p:txBody>
              <a:bodyPr rtlCol="0" anchor="ctr"/>
              <a:lstStyle/>
              <a:p>
                <a:pPr algn="ctr"/>
                <a:endParaRPr lang="en-US"/>
              </a:p>
            </p:txBody>
          </p:sp>
          <p:sp>
            <p:nvSpPr>
              <p:cNvPr id="121" name="Graphic 14" descr="Smiling with hearts face outline with solid fill">
                <a:extLst>
                  <a:ext uri="{FF2B5EF4-FFF2-40B4-BE49-F238E27FC236}">
                    <a16:creationId xmlns:a16="http://schemas.microsoft.com/office/drawing/2014/main" id="{BB8E6454-CE80-4AEB-8369-7BA42CC53E77}"/>
                  </a:ext>
                </a:extLst>
              </p:cNvPr>
              <p:cNvSpPr/>
              <p:nvPr/>
            </p:nvSpPr>
            <p:spPr>
              <a:xfrm>
                <a:off x="6488302" y="3018646"/>
                <a:ext cx="190627" cy="179911"/>
              </a:xfrm>
              <a:custGeom>
                <a:avLst/>
                <a:gdLst>
                  <a:gd name="connsiteX0" fmla="*/ 95314 w 190627"/>
                  <a:gd name="connsiteY0" fmla="*/ 37545 h 179911"/>
                  <a:gd name="connsiteX1" fmla="*/ 0 w 190627"/>
                  <a:gd name="connsiteY1" fmla="*/ 48403 h 179911"/>
                  <a:gd name="connsiteX2" fmla="*/ 95314 w 190627"/>
                  <a:gd name="connsiteY2" fmla="*/ 179912 h 179911"/>
                  <a:gd name="connsiteX3" fmla="*/ 190627 w 190627"/>
                  <a:gd name="connsiteY3" fmla="*/ 49610 h 179911"/>
                  <a:gd name="connsiteX4" fmla="*/ 95314 w 190627"/>
                  <a:gd name="connsiteY4" fmla="*/ 37545 h 17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7" h="179911">
                    <a:moveTo>
                      <a:pt x="95314" y="37545"/>
                    </a:moveTo>
                    <a:cubicBezTo>
                      <a:pt x="60325" y="-32432"/>
                      <a:pt x="0" y="9795"/>
                      <a:pt x="0" y="48403"/>
                    </a:cubicBezTo>
                    <a:cubicBezTo>
                      <a:pt x="0" y="107522"/>
                      <a:pt x="95314" y="179912"/>
                      <a:pt x="95314" y="179912"/>
                    </a:cubicBezTo>
                    <a:cubicBezTo>
                      <a:pt x="95314" y="179912"/>
                      <a:pt x="190627" y="107522"/>
                      <a:pt x="190627" y="49610"/>
                    </a:cubicBezTo>
                    <a:cubicBezTo>
                      <a:pt x="190627" y="9795"/>
                      <a:pt x="130302" y="-32432"/>
                      <a:pt x="95314" y="37545"/>
                    </a:cubicBezTo>
                    <a:close/>
                  </a:path>
                </a:pathLst>
              </a:custGeom>
              <a:grpFill/>
              <a:ln w="12005" cap="flat">
                <a:noFill/>
                <a:prstDash val="solid"/>
                <a:miter/>
              </a:ln>
            </p:spPr>
            <p:txBody>
              <a:bodyPr rtlCol="0" anchor="ctr"/>
              <a:lstStyle/>
              <a:p>
                <a:pPr algn="ctr"/>
                <a:endParaRPr lang="en-US"/>
              </a:p>
            </p:txBody>
          </p:sp>
          <p:sp>
            <p:nvSpPr>
              <p:cNvPr id="122" name="Graphic 14" descr="Smiling with hearts face outline with solid fill">
                <a:extLst>
                  <a:ext uri="{FF2B5EF4-FFF2-40B4-BE49-F238E27FC236}">
                    <a16:creationId xmlns:a16="http://schemas.microsoft.com/office/drawing/2014/main" id="{788AD8CC-04C7-4CD3-A939-DE3C7A0F74E1}"/>
                  </a:ext>
                </a:extLst>
              </p:cNvPr>
              <p:cNvSpPr/>
              <p:nvPr/>
            </p:nvSpPr>
            <p:spPr>
              <a:xfrm>
                <a:off x="5947790" y="2970552"/>
                <a:ext cx="510349" cy="135105"/>
              </a:xfrm>
              <a:custGeom>
                <a:avLst/>
                <a:gdLst>
                  <a:gd name="connsiteX0" fmla="*/ 6033 w 510349"/>
                  <a:gd name="connsiteY0" fmla="*/ 135106 h 135105"/>
                  <a:gd name="connsiteX1" fmla="*/ 54293 w 510349"/>
                  <a:gd name="connsiteY1" fmla="*/ 120628 h 135105"/>
                  <a:gd name="connsiteX2" fmla="*/ 82042 w 510349"/>
                  <a:gd name="connsiteY2" fmla="*/ 125454 h 135105"/>
                  <a:gd name="connsiteX3" fmla="*/ 492252 w 510349"/>
                  <a:gd name="connsiteY3" fmla="*/ 85639 h 135105"/>
                  <a:gd name="connsiteX4" fmla="*/ 510350 w 510349"/>
                  <a:gd name="connsiteY4" fmla="*/ 40999 h 135105"/>
                  <a:gd name="connsiteX5" fmla="*/ 0 w 510349"/>
                  <a:gd name="connsiteY5" fmla="*/ 131486 h 135105"/>
                  <a:gd name="connsiteX6" fmla="*/ 6033 w 510349"/>
                  <a:gd name="connsiteY6" fmla="*/ 135106 h 13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349" h="135105">
                    <a:moveTo>
                      <a:pt x="6033" y="135106"/>
                    </a:moveTo>
                    <a:cubicBezTo>
                      <a:pt x="20511" y="125454"/>
                      <a:pt x="37402" y="120628"/>
                      <a:pt x="54293" y="120628"/>
                    </a:cubicBezTo>
                    <a:cubicBezTo>
                      <a:pt x="63945" y="120628"/>
                      <a:pt x="73597" y="121834"/>
                      <a:pt x="82042" y="125454"/>
                    </a:cubicBezTo>
                    <a:cubicBezTo>
                      <a:pt x="201485" y="39792"/>
                      <a:pt x="358331" y="24108"/>
                      <a:pt x="492252" y="85639"/>
                    </a:cubicBezTo>
                    <a:cubicBezTo>
                      <a:pt x="494665" y="69955"/>
                      <a:pt x="500698" y="54270"/>
                      <a:pt x="510350" y="40999"/>
                    </a:cubicBezTo>
                    <a:cubicBezTo>
                      <a:pt x="337820" y="-37424"/>
                      <a:pt x="135128" y="-1229"/>
                      <a:pt x="0" y="131486"/>
                    </a:cubicBezTo>
                    <a:cubicBezTo>
                      <a:pt x="2413" y="132693"/>
                      <a:pt x="3620" y="133899"/>
                      <a:pt x="6033" y="135106"/>
                    </a:cubicBezTo>
                    <a:close/>
                  </a:path>
                </a:pathLst>
              </a:custGeom>
              <a:grpFill/>
              <a:ln w="12005" cap="flat">
                <a:noFill/>
                <a:prstDash val="solid"/>
                <a:miter/>
              </a:ln>
            </p:spPr>
            <p:txBody>
              <a:bodyPr rtlCol="0" anchor="ctr"/>
              <a:lstStyle/>
              <a:p>
                <a:pPr algn="ctr"/>
                <a:endParaRPr lang="en-US"/>
              </a:p>
            </p:txBody>
          </p:sp>
          <p:sp>
            <p:nvSpPr>
              <p:cNvPr id="123" name="Graphic 14" descr="Smiling with hearts face outline with solid fill">
                <a:extLst>
                  <a:ext uri="{FF2B5EF4-FFF2-40B4-BE49-F238E27FC236}">
                    <a16:creationId xmlns:a16="http://schemas.microsoft.com/office/drawing/2014/main" id="{4586E63E-E12B-4232-86D3-4A82DDDF4481}"/>
                  </a:ext>
                </a:extLst>
              </p:cNvPr>
              <p:cNvSpPr/>
              <p:nvPr/>
            </p:nvSpPr>
            <p:spPr>
              <a:xfrm>
                <a:off x="6625843" y="3192525"/>
                <a:ext cx="101346" cy="471741"/>
              </a:xfrm>
              <a:custGeom>
                <a:avLst/>
                <a:gdLst>
                  <a:gd name="connsiteX0" fmla="*/ 0 w 101346"/>
                  <a:gd name="connsiteY0" fmla="*/ 34988 h 471741"/>
                  <a:gd name="connsiteX1" fmla="*/ 6033 w 101346"/>
                  <a:gd name="connsiteY1" fmla="*/ 427101 h 471741"/>
                  <a:gd name="connsiteX2" fmla="*/ 36195 w 101346"/>
                  <a:gd name="connsiteY2" fmla="*/ 471742 h 471741"/>
                  <a:gd name="connsiteX3" fmla="*/ 36195 w 101346"/>
                  <a:gd name="connsiteY3" fmla="*/ 0 h 471741"/>
                  <a:gd name="connsiteX4" fmla="*/ 0 w 101346"/>
                  <a:gd name="connsiteY4" fmla="*/ 34988 h 471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346" h="471741">
                    <a:moveTo>
                      <a:pt x="0" y="34988"/>
                    </a:moveTo>
                    <a:cubicBezTo>
                      <a:pt x="68771" y="156845"/>
                      <a:pt x="71184" y="304038"/>
                      <a:pt x="6033" y="427101"/>
                    </a:cubicBezTo>
                    <a:cubicBezTo>
                      <a:pt x="20511" y="439166"/>
                      <a:pt x="30163" y="454851"/>
                      <a:pt x="36195" y="471742"/>
                    </a:cubicBezTo>
                    <a:cubicBezTo>
                      <a:pt x="123063" y="326962"/>
                      <a:pt x="123063" y="145987"/>
                      <a:pt x="36195" y="0"/>
                    </a:cubicBezTo>
                    <a:cubicBezTo>
                      <a:pt x="25336" y="13272"/>
                      <a:pt x="13271" y="24130"/>
                      <a:pt x="0" y="34988"/>
                    </a:cubicBezTo>
                    <a:close/>
                  </a:path>
                </a:pathLst>
              </a:custGeom>
              <a:grpFill/>
              <a:ln w="12005" cap="flat">
                <a:noFill/>
                <a:prstDash val="solid"/>
                <a:miter/>
              </a:ln>
            </p:spPr>
            <p:txBody>
              <a:bodyPr rtlCol="0" anchor="ctr"/>
              <a:lstStyle/>
              <a:p>
                <a:pPr algn="ctr"/>
                <a:endParaRPr lang="en-US"/>
              </a:p>
            </p:txBody>
          </p:sp>
          <p:sp>
            <p:nvSpPr>
              <p:cNvPr id="124" name="Graphic 14" descr="Smiling with hearts face outline with solid fill">
                <a:extLst>
                  <a:ext uri="{FF2B5EF4-FFF2-40B4-BE49-F238E27FC236}">
                    <a16:creationId xmlns:a16="http://schemas.microsoft.com/office/drawing/2014/main" id="{BF2CFF2B-6573-45C8-BD44-AAC47BE1438C}"/>
                  </a:ext>
                </a:extLst>
              </p:cNvPr>
              <p:cNvSpPr/>
              <p:nvPr/>
            </p:nvSpPr>
            <p:spPr>
              <a:xfrm>
                <a:off x="5810405" y="3269741"/>
                <a:ext cx="657387" cy="618684"/>
              </a:xfrm>
              <a:custGeom>
                <a:avLst/>
                <a:gdLst>
                  <a:gd name="connsiteX0" fmla="*/ 621192 w 657387"/>
                  <a:gd name="connsiteY0" fmla="*/ 535686 h 618684"/>
                  <a:gd name="connsiteX1" fmla="*/ 81887 w 657387"/>
                  <a:gd name="connsiteY1" fmla="*/ 322136 h 618684"/>
                  <a:gd name="connsiteX2" fmla="*/ 64996 w 657387"/>
                  <a:gd name="connsiteY2" fmla="*/ 44641 h 618684"/>
                  <a:gd name="connsiteX3" fmla="*/ 28801 w 657387"/>
                  <a:gd name="connsiteY3" fmla="*/ 0 h 618684"/>
                  <a:gd name="connsiteX4" fmla="*/ 299057 w 657387"/>
                  <a:gd name="connsiteY4" fmla="*/ 589979 h 618684"/>
                  <a:gd name="connsiteX5" fmla="*/ 657387 w 657387"/>
                  <a:gd name="connsiteY5" fmla="*/ 573088 h 618684"/>
                  <a:gd name="connsiteX6" fmla="*/ 621192 w 657387"/>
                  <a:gd name="connsiteY6" fmla="*/ 535686 h 61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387" h="618684">
                    <a:moveTo>
                      <a:pt x="621192" y="535686"/>
                    </a:moveTo>
                    <a:cubicBezTo>
                      <a:pt x="413674" y="624967"/>
                      <a:pt x="172374" y="529654"/>
                      <a:pt x="81887" y="322136"/>
                    </a:cubicBezTo>
                    <a:cubicBezTo>
                      <a:pt x="44485" y="234061"/>
                      <a:pt x="38453" y="136334"/>
                      <a:pt x="64996" y="44641"/>
                    </a:cubicBezTo>
                    <a:cubicBezTo>
                      <a:pt x="51724" y="31369"/>
                      <a:pt x="39659" y="15684"/>
                      <a:pt x="28801" y="0"/>
                    </a:cubicBezTo>
                    <a:cubicBezTo>
                      <a:pt x="-59274" y="237681"/>
                      <a:pt x="61376" y="501904"/>
                      <a:pt x="299057" y="589979"/>
                    </a:cubicBezTo>
                    <a:cubicBezTo>
                      <a:pt x="416087" y="633413"/>
                      <a:pt x="545183" y="627380"/>
                      <a:pt x="657387" y="573088"/>
                    </a:cubicBezTo>
                    <a:cubicBezTo>
                      <a:pt x="644116" y="561023"/>
                      <a:pt x="632051" y="548958"/>
                      <a:pt x="621192" y="535686"/>
                    </a:cubicBezTo>
                    <a:close/>
                  </a:path>
                </a:pathLst>
              </a:custGeom>
              <a:grpFill/>
              <a:ln w="12005" cap="flat">
                <a:noFill/>
                <a:prstDash val="solid"/>
                <a:miter/>
              </a:ln>
            </p:spPr>
            <p:txBody>
              <a:bodyPr rtlCol="0" anchor="ctr"/>
              <a:lstStyle/>
              <a:p>
                <a:pPr algn="ctr"/>
                <a:endParaRPr lang="en-US"/>
              </a:p>
            </p:txBody>
          </p:sp>
          <p:sp>
            <p:nvSpPr>
              <p:cNvPr id="125" name="Graphic 14" descr="Smiling with hearts face outline with solid fill">
                <a:extLst>
                  <a:ext uri="{FF2B5EF4-FFF2-40B4-BE49-F238E27FC236}">
                    <a16:creationId xmlns:a16="http://schemas.microsoft.com/office/drawing/2014/main" id="{772C025A-AA46-4C05-94F5-A82E6284E9E8}"/>
                  </a:ext>
                </a:extLst>
              </p:cNvPr>
              <p:cNvSpPr/>
              <p:nvPr/>
            </p:nvSpPr>
            <p:spPr>
              <a:xfrm>
                <a:off x="6427978" y="3644820"/>
                <a:ext cx="190626" cy="179911"/>
              </a:xfrm>
              <a:custGeom>
                <a:avLst/>
                <a:gdLst>
                  <a:gd name="connsiteX0" fmla="*/ 95313 w 190626"/>
                  <a:gd name="connsiteY0" fmla="*/ 37545 h 179911"/>
                  <a:gd name="connsiteX1" fmla="*/ 0 w 190626"/>
                  <a:gd name="connsiteY1" fmla="*/ 48403 h 179911"/>
                  <a:gd name="connsiteX2" fmla="*/ 95313 w 190626"/>
                  <a:gd name="connsiteY2" fmla="*/ 179912 h 179911"/>
                  <a:gd name="connsiteX3" fmla="*/ 190627 w 190626"/>
                  <a:gd name="connsiteY3" fmla="*/ 49610 h 179911"/>
                  <a:gd name="connsiteX4" fmla="*/ 95313 w 190626"/>
                  <a:gd name="connsiteY4" fmla="*/ 37545 h 17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26" h="179911">
                    <a:moveTo>
                      <a:pt x="95313" y="37545"/>
                    </a:moveTo>
                    <a:cubicBezTo>
                      <a:pt x="60325" y="-32432"/>
                      <a:pt x="0" y="9795"/>
                      <a:pt x="0" y="48403"/>
                    </a:cubicBezTo>
                    <a:cubicBezTo>
                      <a:pt x="0" y="107522"/>
                      <a:pt x="95313" y="179912"/>
                      <a:pt x="95313" y="179912"/>
                    </a:cubicBezTo>
                    <a:cubicBezTo>
                      <a:pt x="95313" y="179912"/>
                      <a:pt x="190627" y="108728"/>
                      <a:pt x="190627" y="49610"/>
                    </a:cubicBezTo>
                    <a:cubicBezTo>
                      <a:pt x="190627" y="9795"/>
                      <a:pt x="130302" y="-32432"/>
                      <a:pt x="95313" y="37545"/>
                    </a:cubicBezTo>
                    <a:close/>
                  </a:path>
                </a:pathLst>
              </a:custGeom>
              <a:grpFill/>
              <a:ln w="12005" cap="flat">
                <a:noFill/>
                <a:prstDash val="solid"/>
                <a:miter/>
              </a:ln>
            </p:spPr>
            <p:txBody>
              <a:bodyPr rtlCol="0" anchor="ctr"/>
              <a:lstStyle/>
              <a:p>
                <a:pPr algn="ctr"/>
                <a:endParaRPr lang="en-US"/>
              </a:p>
            </p:txBody>
          </p:sp>
          <p:sp>
            <p:nvSpPr>
              <p:cNvPr id="126" name="Graphic 14" descr="Smiling with hearts face outline with solid fill">
                <a:extLst>
                  <a:ext uri="{FF2B5EF4-FFF2-40B4-BE49-F238E27FC236}">
                    <a16:creationId xmlns:a16="http://schemas.microsoft.com/office/drawing/2014/main" id="{50F2242B-C9CE-4B8A-AE5A-E1CBF3A824F7}"/>
                  </a:ext>
                </a:extLst>
              </p:cNvPr>
              <p:cNvSpPr/>
              <p:nvPr/>
            </p:nvSpPr>
            <p:spPr>
              <a:xfrm>
                <a:off x="5975906" y="3308271"/>
                <a:ext cx="237727" cy="124758"/>
              </a:xfrm>
              <a:custGeom>
                <a:avLst/>
                <a:gdLst>
                  <a:gd name="connsiteX0" fmla="*/ 18938 w 237727"/>
                  <a:gd name="connsiteY0" fmla="*/ 124348 h 124758"/>
                  <a:gd name="connsiteX1" fmla="*/ 841 w 237727"/>
                  <a:gd name="connsiteY1" fmla="*/ 95392 h 124758"/>
                  <a:gd name="connsiteX2" fmla="*/ 144414 w 237727"/>
                  <a:gd name="connsiteY2" fmla="*/ 2491 h 124758"/>
                  <a:gd name="connsiteX3" fmla="*/ 237315 w 237727"/>
                  <a:gd name="connsiteY3" fmla="*/ 95392 h 124758"/>
                  <a:gd name="connsiteX4" fmla="*/ 219217 w 237727"/>
                  <a:gd name="connsiteY4" fmla="*/ 124348 h 124758"/>
                  <a:gd name="connsiteX5" fmla="*/ 214391 w 237727"/>
                  <a:gd name="connsiteY5" fmla="*/ 124348 h 124758"/>
                  <a:gd name="connsiteX6" fmla="*/ 190261 w 237727"/>
                  <a:gd name="connsiteY6" fmla="*/ 105044 h 124758"/>
                  <a:gd name="connsiteX7" fmla="*/ 104600 w 237727"/>
                  <a:gd name="connsiteY7" fmla="*/ 49545 h 124758"/>
                  <a:gd name="connsiteX8" fmla="*/ 49101 w 237727"/>
                  <a:gd name="connsiteY8" fmla="*/ 105044 h 124758"/>
                  <a:gd name="connsiteX9" fmla="*/ 18938 w 237727"/>
                  <a:gd name="connsiteY9" fmla="*/ 124348 h 12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727" h="124758">
                    <a:moveTo>
                      <a:pt x="18938" y="124348"/>
                    </a:moveTo>
                    <a:cubicBezTo>
                      <a:pt x="5667" y="121935"/>
                      <a:pt x="-2779" y="108663"/>
                      <a:pt x="841" y="95392"/>
                    </a:cubicBezTo>
                    <a:cubicBezTo>
                      <a:pt x="15319" y="30241"/>
                      <a:pt x="79263" y="-10780"/>
                      <a:pt x="144414" y="2491"/>
                    </a:cubicBezTo>
                    <a:cubicBezTo>
                      <a:pt x="191468" y="12143"/>
                      <a:pt x="227663" y="48338"/>
                      <a:pt x="237315" y="95392"/>
                    </a:cubicBezTo>
                    <a:cubicBezTo>
                      <a:pt x="239728" y="108663"/>
                      <a:pt x="231282" y="120728"/>
                      <a:pt x="219217" y="124348"/>
                    </a:cubicBezTo>
                    <a:cubicBezTo>
                      <a:pt x="218011" y="124348"/>
                      <a:pt x="215598" y="124348"/>
                      <a:pt x="214391" y="124348"/>
                    </a:cubicBezTo>
                    <a:cubicBezTo>
                      <a:pt x="203533" y="124348"/>
                      <a:pt x="192674" y="115902"/>
                      <a:pt x="190261" y="105044"/>
                    </a:cubicBezTo>
                    <a:cubicBezTo>
                      <a:pt x="181816" y="66436"/>
                      <a:pt x="143208" y="41099"/>
                      <a:pt x="104600" y="49545"/>
                    </a:cubicBezTo>
                    <a:cubicBezTo>
                      <a:pt x="76850" y="55577"/>
                      <a:pt x="55133" y="77294"/>
                      <a:pt x="49101" y="105044"/>
                    </a:cubicBezTo>
                    <a:cubicBezTo>
                      <a:pt x="44275" y="118315"/>
                      <a:pt x="31003" y="126761"/>
                      <a:pt x="18938" y="124348"/>
                    </a:cubicBezTo>
                    <a:close/>
                  </a:path>
                </a:pathLst>
              </a:custGeom>
              <a:grpFill/>
              <a:ln w="12005" cap="flat">
                <a:noFill/>
                <a:prstDash val="solid"/>
                <a:miter/>
              </a:ln>
            </p:spPr>
            <p:txBody>
              <a:bodyPr rtlCol="0" anchor="ctr"/>
              <a:lstStyle/>
              <a:p>
                <a:pPr algn="ctr"/>
                <a:endParaRPr lang="en-US"/>
              </a:p>
            </p:txBody>
          </p:sp>
          <p:sp>
            <p:nvSpPr>
              <p:cNvPr id="127" name="Graphic 14" descr="Smiling with hearts face outline with solid fill">
                <a:extLst>
                  <a:ext uri="{FF2B5EF4-FFF2-40B4-BE49-F238E27FC236}">
                    <a16:creationId xmlns:a16="http://schemas.microsoft.com/office/drawing/2014/main" id="{39CB7573-4E4E-4E09-935D-AD8E1BD85E14}"/>
                  </a:ext>
                </a:extLst>
              </p:cNvPr>
              <p:cNvSpPr/>
              <p:nvPr/>
            </p:nvSpPr>
            <p:spPr>
              <a:xfrm rot="10593700">
                <a:off x="6088235" y="3560998"/>
                <a:ext cx="362176" cy="121366"/>
              </a:xfrm>
              <a:custGeom>
                <a:avLst/>
                <a:gdLst>
                  <a:gd name="connsiteX0" fmla="*/ 180485 w 362176"/>
                  <a:gd name="connsiteY0" fmla="*/ 121366 h 121366"/>
                  <a:gd name="connsiteX1" fmla="*/ 5542 w 362176"/>
                  <a:gd name="connsiteY1" fmla="*/ 40531 h 121366"/>
                  <a:gd name="connsiteX2" fmla="*/ 9162 w 362176"/>
                  <a:gd name="connsiteY2" fmla="*/ 6749 h 121366"/>
                  <a:gd name="connsiteX3" fmla="*/ 41737 w 362176"/>
                  <a:gd name="connsiteY3" fmla="*/ 9162 h 121366"/>
                  <a:gd name="connsiteX4" fmla="*/ 298722 w 362176"/>
                  <a:gd name="connsiteY4" fmla="*/ 29672 h 121366"/>
                  <a:gd name="connsiteX5" fmla="*/ 319232 w 362176"/>
                  <a:gd name="connsiteY5" fmla="*/ 9162 h 121366"/>
                  <a:gd name="connsiteX6" fmla="*/ 353014 w 362176"/>
                  <a:gd name="connsiteY6" fmla="*/ 5542 h 121366"/>
                  <a:gd name="connsiteX7" fmla="*/ 356634 w 362176"/>
                  <a:gd name="connsiteY7" fmla="*/ 39324 h 121366"/>
                  <a:gd name="connsiteX8" fmla="*/ 355427 w 362176"/>
                  <a:gd name="connsiteY8" fmla="*/ 40531 h 121366"/>
                  <a:gd name="connsiteX9" fmla="*/ 180485 w 362176"/>
                  <a:gd name="connsiteY9" fmla="*/ 121366 h 121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2176" h="121366">
                    <a:moveTo>
                      <a:pt x="180485" y="121366"/>
                    </a:moveTo>
                    <a:cubicBezTo>
                      <a:pt x="112921" y="121366"/>
                      <a:pt x="48976" y="91204"/>
                      <a:pt x="5542" y="40531"/>
                    </a:cubicBezTo>
                    <a:cubicBezTo>
                      <a:pt x="-2903" y="29672"/>
                      <a:pt x="-1697" y="15194"/>
                      <a:pt x="9162" y="6749"/>
                    </a:cubicBezTo>
                    <a:cubicBezTo>
                      <a:pt x="18814" y="-1697"/>
                      <a:pt x="33292" y="-490"/>
                      <a:pt x="41737" y="9162"/>
                    </a:cubicBezTo>
                    <a:cubicBezTo>
                      <a:pt x="106888" y="85171"/>
                      <a:pt x="221506" y="94823"/>
                      <a:pt x="298722" y="29672"/>
                    </a:cubicBezTo>
                    <a:cubicBezTo>
                      <a:pt x="305961" y="23640"/>
                      <a:pt x="313200" y="16401"/>
                      <a:pt x="319232" y="9162"/>
                    </a:cubicBezTo>
                    <a:cubicBezTo>
                      <a:pt x="327678" y="-1697"/>
                      <a:pt x="342156" y="-2903"/>
                      <a:pt x="353014" y="5542"/>
                    </a:cubicBezTo>
                    <a:cubicBezTo>
                      <a:pt x="363873" y="13988"/>
                      <a:pt x="365079" y="28466"/>
                      <a:pt x="356634" y="39324"/>
                    </a:cubicBezTo>
                    <a:cubicBezTo>
                      <a:pt x="356634" y="39324"/>
                      <a:pt x="355427" y="40531"/>
                      <a:pt x="355427" y="40531"/>
                    </a:cubicBezTo>
                    <a:cubicBezTo>
                      <a:pt x="311993" y="91204"/>
                      <a:pt x="248049" y="121366"/>
                      <a:pt x="180485" y="121366"/>
                    </a:cubicBezTo>
                    <a:close/>
                  </a:path>
                </a:pathLst>
              </a:custGeom>
              <a:grpFill/>
              <a:ln w="12005" cap="flat">
                <a:noFill/>
                <a:prstDash val="solid"/>
                <a:miter/>
              </a:ln>
            </p:spPr>
            <p:txBody>
              <a:bodyPr rtlCol="0" anchor="ctr"/>
              <a:lstStyle/>
              <a:p>
                <a:pPr algn="ctr"/>
                <a:endParaRPr lang="en-US"/>
              </a:p>
            </p:txBody>
          </p:sp>
          <p:sp>
            <p:nvSpPr>
              <p:cNvPr id="128" name="Graphic 14" descr="Smiling with hearts face outline with solid fill">
                <a:extLst>
                  <a:ext uri="{FF2B5EF4-FFF2-40B4-BE49-F238E27FC236}">
                    <a16:creationId xmlns:a16="http://schemas.microsoft.com/office/drawing/2014/main" id="{BCF90A59-4FB9-4951-8775-E40227A1964E}"/>
                  </a:ext>
                </a:extLst>
              </p:cNvPr>
              <p:cNvSpPr/>
              <p:nvPr/>
            </p:nvSpPr>
            <p:spPr>
              <a:xfrm>
                <a:off x="6325012" y="3308271"/>
                <a:ext cx="237297" cy="124347"/>
              </a:xfrm>
              <a:custGeom>
                <a:avLst/>
                <a:gdLst>
                  <a:gd name="connsiteX0" fmla="*/ 217583 w 237297"/>
                  <a:gd name="connsiteY0" fmla="*/ 124348 h 124347"/>
                  <a:gd name="connsiteX1" fmla="*/ 212757 w 237297"/>
                  <a:gd name="connsiteY1" fmla="*/ 124348 h 124347"/>
                  <a:gd name="connsiteX2" fmla="*/ 188627 w 237297"/>
                  <a:gd name="connsiteY2" fmla="*/ 105044 h 124347"/>
                  <a:gd name="connsiteX3" fmla="*/ 102965 w 237297"/>
                  <a:gd name="connsiteY3" fmla="*/ 49545 h 124347"/>
                  <a:gd name="connsiteX4" fmla="*/ 47466 w 237297"/>
                  <a:gd name="connsiteY4" fmla="*/ 105044 h 124347"/>
                  <a:gd name="connsiteX5" fmla="*/ 18510 w 237297"/>
                  <a:gd name="connsiteY5" fmla="*/ 123141 h 124347"/>
                  <a:gd name="connsiteX6" fmla="*/ 413 w 237297"/>
                  <a:gd name="connsiteY6" fmla="*/ 95392 h 124347"/>
                  <a:gd name="connsiteX7" fmla="*/ 143986 w 237297"/>
                  <a:gd name="connsiteY7" fmla="*/ 2491 h 124347"/>
                  <a:gd name="connsiteX8" fmla="*/ 236887 w 237297"/>
                  <a:gd name="connsiteY8" fmla="*/ 95392 h 124347"/>
                  <a:gd name="connsiteX9" fmla="*/ 217583 w 237297"/>
                  <a:gd name="connsiteY9" fmla="*/ 124348 h 124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297" h="124347">
                    <a:moveTo>
                      <a:pt x="217583" y="124348"/>
                    </a:moveTo>
                    <a:cubicBezTo>
                      <a:pt x="216376" y="124348"/>
                      <a:pt x="213963" y="124348"/>
                      <a:pt x="212757" y="124348"/>
                    </a:cubicBezTo>
                    <a:cubicBezTo>
                      <a:pt x="201898" y="124348"/>
                      <a:pt x="191040" y="115902"/>
                      <a:pt x="188627" y="105044"/>
                    </a:cubicBezTo>
                    <a:cubicBezTo>
                      <a:pt x="180181" y="66436"/>
                      <a:pt x="141573" y="41099"/>
                      <a:pt x="102965" y="49545"/>
                    </a:cubicBezTo>
                    <a:cubicBezTo>
                      <a:pt x="75216" y="55577"/>
                      <a:pt x="53499" y="77294"/>
                      <a:pt x="47466" y="105044"/>
                    </a:cubicBezTo>
                    <a:cubicBezTo>
                      <a:pt x="43847" y="118315"/>
                      <a:pt x="31782" y="125554"/>
                      <a:pt x="18510" y="123141"/>
                    </a:cubicBezTo>
                    <a:cubicBezTo>
                      <a:pt x="6445" y="120728"/>
                      <a:pt x="-2000" y="107457"/>
                      <a:pt x="413" y="95392"/>
                    </a:cubicBezTo>
                    <a:cubicBezTo>
                      <a:pt x="14891" y="30241"/>
                      <a:pt x="78835" y="-10780"/>
                      <a:pt x="143986" y="2491"/>
                    </a:cubicBezTo>
                    <a:cubicBezTo>
                      <a:pt x="191040" y="12143"/>
                      <a:pt x="227235" y="48338"/>
                      <a:pt x="236887" y="95392"/>
                    </a:cubicBezTo>
                    <a:cubicBezTo>
                      <a:pt x="239300" y="108663"/>
                      <a:pt x="230854" y="121935"/>
                      <a:pt x="217583" y="124348"/>
                    </a:cubicBezTo>
                    <a:close/>
                  </a:path>
                </a:pathLst>
              </a:custGeom>
              <a:grpFill/>
              <a:ln w="12005" cap="flat">
                <a:noFill/>
                <a:prstDash val="solid"/>
                <a:miter/>
              </a:ln>
            </p:spPr>
            <p:txBody>
              <a:bodyPr rtlCol="0" anchor="ctr"/>
              <a:lstStyle/>
              <a:p>
                <a:pPr algn="ctr"/>
                <a:endParaRPr lang="en-US"/>
              </a:p>
            </p:txBody>
          </p:sp>
        </p:grpSp>
        <p:sp>
          <p:nvSpPr>
            <p:cNvPr id="119" name="TextBox 118">
              <a:extLst>
                <a:ext uri="{FF2B5EF4-FFF2-40B4-BE49-F238E27FC236}">
                  <a16:creationId xmlns:a16="http://schemas.microsoft.com/office/drawing/2014/main" id="{14AA5049-F818-4EC1-BD23-B21F85E9B86F}"/>
                </a:ext>
              </a:extLst>
            </p:cNvPr>
            <p:cNvSpPr txBox="1"/>
            <p:nvPr/>
          </p:nvSpPr>
          <p:spPr>
            <a:xfrm>
              <a:off x="4607413" y="3842716"/>
              <a:ext cx="1458605" cy="723774"/>
            </a:xfrm>
            <a:prstGeom prst="rect">
              <a:avLst/>
            </a:prstGeom>
            <a:noFill/>
          </p:spPr>
          <p:txBody>
            <a:bodyPr wrap="none" rtlCol="0">
              <a:spAutoFit/>
            </a:bodyPr>
            <a:lstStyle/>
            <a:p>
              <a:pPr algn="ctr"/>
              <a:r>
                <a:rPr lang="en-US"/>
                <a:t>Sexual </a:t>
              </a:r>
            </a:p>
            <a:p>
              <a:pPr algn="ctr"/>
              <a:r>
                <a:rPr lang="en-US"/>
                <a:t>Dysfunction</a:t>
              </a:r>
            </a:p>
          </p:txBody>
        </p:sp>
      </p:grpSp>
      <p:grpSp>
        <p:nvGrpSpPr>
          <p:cNvPr id="129" name="drowsiness button">
            <a:extLst>
              <a:ext uri="{FF2B5EF4-FFF2-40B4-BE49-F238E27FC236}">
                <a16:creationId xmlns:a16="http://schemas.microsoft.com/office/drawing/2014/main" id="{0CF3C7F6-A15F-4F33-A001-1855C480596E}"/>
              </a:ext>
            </a:extLst>
          </p:cNvPr>
          <p:cNvGrpSpPr/>
          <p:nvPr/>
        </p:nvGrpSpPr>
        <p:grpSpPr>
          <a:xfrm>
            <a:off x="8043343" y="3340407"/>
            <a:ext cx="1247201" cy="1030795"/>
            <a:chOff x="10174770" y="3017082"/>
            <a:chExt cx="1396640" cy="1154304"/>
          </a:xfrm>
        </p:grpSpPr>
        <p:pic>
          <p:nvPicPr>
            <p:cNvPr id="130" name="Graphic 129" descr="Sleep outline">
              <a:extLst>
                <a:ext uri="{FF2B5EF4-FFF2-40B4-BE49-F238E27FC236}">
                  <a16:creationId xmlns:a16="http://schemas.microsoft.com/office/drawing/2014/main" id="{B7FC1D52-E4F7-49B7-8CF4-3819C41E14E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394513" y="3017082"/>
              <a:ext cx="1011214" cy="1011214"/>
            </a:xfrm>
            <a:prstGeom prst="rect">
              <a:avLst/>
            </a:prstGeom>
            <a:effectLst>
              <a:outerShdw blurRad="50800" dist="38100" dir="2700000" algn="tl" rotWithShape="0">
                <a:prstClr val="black">
                  <a:alpha val="40000"/>
                </a:prstClr>
              </a:outerShdw>
            </a:effectLst>
          </p:spPr>
        </p:pic>
        <p:sp>
          <p:nvSpPr>
            <p:cNvPr id="131" name="TextBox 130">
              <a:extLst>
                <a:ext uri="{FF2B5EF4-FFF2-40B4-BE49-F238E27FC236}">
                  <a16:creationId xmlns:a16="http://schemas.microsoft.com/office/drawing/2014/main" id="{BA79346E-DFE4-4CC1-BE4C-866ADC1492F9}"/>
                </a:ext>
              </a:extLst>
            </p:cNvPr>
            <p:cNvSpPr txBox="1"/>
            <p:nvPr/>
          </p:nvSpPr>
          <p:spPr>
            <a:xfrm>
              <a:off x="10174770" y="3757801"/>
              <a:ext cx="1396640" cy="413585"/>
            </a:xfrm>
            <a:prstGeom prst="rect">
              <a:avLst/>
            </a:prstGeom>
            <a:noFill/>
          </p:spPr>
          <p:txBody>
            <a:bodyPr wrap="none" rtlCol="0">
              <a:spAutoFit/>
            </a:bodyPr>
            <a:lstStyle/>
            <a:p>
              <a:pPr algn="ctr"/>
              <a:r>
                <a:rPr lang="en-US"/>
                <a:t>Drowsiness</a:t>
              </a:r>
            </a:p>
          </p:txBody>
        </p:sp>
      </p:grpSp>
      <p:grpSp>
        <p:nvGrpSpPr>
          <p:cNvPr id="11" name="GI tox" hidden="1">
            <a:extLst>
              <a:ext uri="{FF2B5EF4-FFF2-40B4-BE49-F238E27FC236}">
                <a16:creationId xmlns:a16="http://schemas.microsoft.com/office/drawing/2014/main" id="{6B84193B-A415-464C-93E9-0508564681B3}"/>
              </a:ext>
            </a:extLst>
          </p:cNvPr>
          <p:cNvGrpSpPr/>
          <p:nvPr/>
        </p:nvGrpSpPr>
        <p:grpSpPr>
          <a:xfrm>
            <a:off x="4654462" y="1165204"/>
            <a:ext cx="3786013" cy="2267697"/>
            <a:chOff x="4654462" y="1165204"/>
            <a:chExt cx="3786013" cy="2267697"/>
          </a:xfrm>
        </p:grpSpPr>
        <p:sp>
          <p:nvSpPr>
            <p:cNvPr id="133" name="Rectangle 11">
              <a:extLst>
                <a:ext uri="{FF2B5EF4-FFF2-40B4-BE49-F238E27FC236}">
                  <a16:creationId xmlns:a16="http://schemas.microsoft.com/office/drawing/2014/main" id="{23EB6165-9D26-494C-81DE-82917AF675FC}"/>
                </a:ext>
              </a:extLst>
            </p:cNvPr>
            <p:cNvSpPr/>
            <p:nvPr/>
          </p:nvSpPr>
          <p:spPr>
            <a:xfrm>
              <a:off x="4654462" y="1165204"/>
              <a:ext cx="3786013" cy="1692998"/>
            </a:xfrm>
            <a:custGeom>
              <a:avLst/>
              <a:gdLst>
                <a:gd name="connsiteX0" fmla="*/ 0 w 3773519"/>
                <a:gd name="connsiteY0" fmla="*/ 0 h 1678309"/>
                <a:gd name="connsiteX1" fmla="*/ 3773519 w 3773519"/>
                <a:gd name="connsiteY1" fmla="*/ 0 h 1678309"/>
                <a:gd name="connsiteX2" fmla="*/ 3773519 w 3773519"/>
                <a:gd name="connsiteY2" fmla="*/ 1678309 h 1678309"/>
                <a:gd name="connsiteX3" fmla="*/ 0 w 3773519"/>
                <a:gd name="connsiteY3" fmla="*/ 1678309 h 1678309"/>
                <a:gd name="connsiteX4" fmla="*/ 0 w 3773519"/>
                <a:gd name="connsiteY4" fmla="*/ 0 h 1678309"/>
                <a:gd name="connsiteX0" fmla="*/ 3440 w 3776959"/>
                <a:gd name="connsiteY0" fmla="*/ 0 h 1678309"/>
                <a:gd name="connsiteX1" fmla="*/ 3776959 w 3776959"/>
                <a:gd name="connsiteY1" fmla="*/ 0 h 1678309"/>
                <a:gd name="connsiteX2" fmla="*/ 3776959 w 3776959"/>
                <a:gd name="connsiteY2" fmla="*/ 1678309 h 1678309"/>
                <a:gd name="connsiteX3" fmla="*/ 3440 w 3776959"/>
                <a:gd name="connsiteY3" fmla="*/ 1678309 h 1678309"/>
                <a:gd name="connsiteX4" fmla="*/ 0 w 3776959"/>
                <a:gd name="connsiteY4" fmla="*/ 1674891 h 1678309"/>
                <a:gd name="connsiteX5" fmla="*/ 3440 w 3776959"/>
                <a:gd name="connsiteY5" fmla="*/ 0 h 1678309"/>
                <a:gd name="connsiteX0" fmla="*/ 256937 w 4030456"/>
                <a:gd name="connsiteY0" fmla="*/ 0 h 1678309"/>
                <a:gd name="connsiteX1" fmla="*/ 4030456 w 4030456"/>
                <a:gd name="connsiteY1" fmla="*/ 0 h 1678309"/>
                <a:gd name="connsiteX2" fmla="*/ 4030456 w 4030456"/>
                <a:gd name="connsiteY2" fmla="*/ 1678309 h 1678309"/>
                <a:gd name="connsiteX3" fmla="*/ 256937 w 4030456"/>
                <a:gd name="connsiteY3" fmla="*/ 1678309 h 1678309"/>
                <a:gd name="connsiteX4" fmla="*/ 0 w 4030456"/>
                <a:gd name="connsiteY4" fmla="*/ 1593410 h 1678309"/>
                <a:gd name="connsiteX5" fmla="*/ 256937 w 4030456"/>
                <a:gd name="connsiteY5" fmla="*/ 0 h 1678309"/>
                <a:gd name="connsiteX0" fmla="*/ 256937 w 4030456"/>
                <a:gd name="connsiteY0" fmla="*/ 0 h 1678309"/>
                <a:gd name="connsiteX1" fmla="*/ 4030456 w 4030456"/>
                <a:gd name="connsiteY1" fmla="*/ 0 h 1678309"/>
                <a:gd name="connsiteX2" fmla="*/ 4030456 w 4030456"/>
                <a:gd name="connsiteY2" fmla="*/ 1678309 h 1678309"/>
                <a:gd name="connsiteX3" fmla="*/ 2556517 w 4030456"/>
                <a:gd name="connsiteY3" fmla="*/ 1678309 h 1678309"/>
                <a:gd name="connsiteX4" fmla="*/ 0 w 4030456"/>
                <a:gd name="connsiteY4" fmla="*/ 1593410 h 1678309"/>
                <a:gd name="connsiteX5" fmla="*/ 256937 w 4030456"/>
                <a:gd name="connsiteY5" fmla="*/ 0 h 1678309"/>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0 w 3786013"/>
                <a:gd name="connsiteY4" fmla="*/ 1692998 h 1692998"/>
                <a:gd name="connsiteX5" fmla="*/ 12494 w 3786013"/>
                <a:gd name="connsiteY5" fmla="*/ 0 h 1692998"/>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0 w 3786013"/>
                <a:gd name="connsiteY4" fmla="*/ 1692998 h 1692998"/>
                <a:gd name="connsiteX5" fmla="*/ 12494 w 3786013"/>
                <a:gd name="connsiteY5" fmla="*/ 0 h 1692998"/>
                <a:gd name="connsiteX0" fmla="*/ 12494 w 3786013"/>
                <a:gd name="connsiteY0" fmla="*/ 0 h 1692998"/>
                <a:gd name="connsiteX1" fmla="*/ 3786013 w 3786013"/>
                <a:gd name="connsiteY1" fmla="*/ 0 h 1692998"/>
                <a:gd name="connsiteX2" fmla="*/ 3786013 w 3786013"/>
                <a:gd name="connsiteY2" fmla="*/ 1678309 h 1692998"/>
                <a:gd name="connsiteX3" fmla="*/ 2312074 w 3786013"/>
                <a:gd name="connsiteY3" fmla="*/ 1678309 h 1692998"/>
                <a:gd name="connsiteX4" fmla="*/ 2299580 w 3786013"/>
                <a:gd name="connsiteY4" fmla="*/ 1665837 h 1692998"/>
                <a:gd name="connsiteX5" fmla="*/ 0 w 3786013"/>
                <a:gd name="connsiteY5" fmla="*/ 1692998 h 1692998"/>
                <a:gd name="connsiteX6" fmla="*/ 12494 w 3786013"/>
                <a:gd name="connsiteY6" fmla="*/ 0 h 1692998"/>
                <a:gd name="connsiteX0" fmla="*/ 12494 w 3786013"/>
                <a:gd name="connsiteY0" fmla="*/ 0 h 1756372"/>
                <a:gd name="connsiteX1" fmla="*/ 3786013 w 3786013"/>
                <a:gd name="connsiteY1" fmla="*/ 0 h 1756372"/>
                <a:gd name="connsiteX2" fmla="*/ 3786013 w 3786013"/>
                <a:gd name="connsiteY2" fmla="*/ 1678309 h 1756372"/>
                <a:gd name="connsiteX3" fmla="*/ 2312074 w 3786013"/>
                <a:gd name="connsiteY3" fmla="*/ 1678309 h 1756372"/>
                <a:gd name="connsiteX4" fmla="*/ 2127564 w 3786013"/>
                <a:gd name="connsiteY4" fmla="*/ 1756372 h 1756372"/>
                <a:gd name="connsiteX5" fmla="*/ 0 w 3786013"/>
                <a:gd name="connsiteY5" fmla="*/ 1692998 h 1756372"/>
                <a:gd name="connsiteX6" fmla="*/ 12494 w 3786013"/>
                <a:gd name="connsiteY6" fmla="*/ 0 h 1756372"/>
                <a:gd name="connsiteX0" fmla="*/ 12494 w 3786013"/>
                <a:gd name="connsiteY0" fmla="*/ 0 h 1756372"/>
                <a:gd name="connsiteX1" fmla="*/ 3786013 w 3786013"/>
                <a:gd name="connsiteY1" fmla="*/ 0 h 1756372"/>
                <a:gd name="connsiteX2" fmla="*/ 3786013 w 3786013"/>
                <a:gd name="connsiteY2" fmla="*/ 1678309 h 1756372"/>
                <a:gd name="connsiteX3" fmla="*/ 2293967 w 3786013"/>
                <a:gd name="connsiteY3" fmla="*/ 782016 h 1756372"/>
                <a:gd name="connsiteX4" fmla="*/ 2127564 w 3786013"/>
                <a:gd name="connsiteY4" fmla="*/ 1756372 h 1756372"/>
                <a:gd name="connsiteX5" fmla="*/ 0 w 3786013"/>
                <a:gd name="connsiteY5" fmla="*/ 1692998 h 1756372"/>
                <a:gd name="connsiteX6" fmla="*/ 12494 w 3786013"/>
                <a:gd name="connsiteY6" fmla="*/ 0 h 1756372"/>
                <a:gd name="connsiteX0" fmla="*/ 12494 w 3786013"/>
                <a:gd name="connsiteY0" fmla="*/ 0 h 1692998"/>
                <a:gd name="connsiteX1" fmla="*/ 3786013 w 3786013"/>
                <a:gd name="connsiteY1" fmla="*/ 0 h 1692998"/>
                <a:gd name="connsiteX2" fmla="*/ 3786013 w 3786013"/>
                <a:gd name="connsiteY2" fmla="*/ 1678309 h 1692998"/>
                <a:gd name="connsiteX3" fmla="*/ 2293967 w 3786013"/>
                <a:gd name="connsiteY3" fmla="*/ 782016 h 1692998"/>
                <a:gd name="connsiteX4" fmla="*/ 2290526 w 3786013"/>
                <a:gd name="connsiteY4" fmla="*/ 1683944 h 1692998"/>
                <a:gd name="connsiteX5" fmla="*/ 0 w 3786013"/>
                <a:gd name="connsiteY5" fmla="*/ 1692998 h 1692998"/>
                <a:gd name="connsiteX6" fmla="*/ 12494 w 3786013"/>
                <a:gd name="connsiteY6" fmla="*/ 0 h 1692998"/>
                <a:gd name="connsiteX0" fmla="*/ 12494 w 3786013"/>
                <a:gd name="connsiteY0" fmla="*/ 0 h 1692998"/>
                <a:gd name="connsiteX1" fmla="*/ 3786013 w 3786013"/>
                <a:gd name="connsiteY1" fmla="*/ 0 h 1692998"/>
                <a:gd name="connsiteX2" fmla="*/ 3786013 w 3786013"/>
                <a:gd name="connsiteY2" fmla="*/ 791069 h 1692998"/>
                <a:gd name="connsiteX3" fmla="*/ 2293967 w 3786013"/>
                <a:gd name="connsiteY3" fmla="*/ 782016 h 1692998"/>
                <a:gd name="connsiteX4" fmla="*/ 2290526 w 3786013"/>
                <a:gd name="connsiteY4" fmla="*/ 1683944 h 1692998"/>
                <a:gd name="connsiteX5" fmla="*/ 0 w 3786013"/>
                <a:gd name="connsiteY5" fmla="*/ 1692998 h 1692998"/>
                <a:gd name="connsiteX6" fmla="*/ 12494 w 3786013"/>
                <a:gd name="connsiteY6" fmla="*/ 0 h 1692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86013" h="1692998">
                  <a:moveTo>
                    <a:pt x="12494" y="0"/>
                  </a:moveTo>
                  <a:lnTo>
                    <a:pt x="3786013" y="0"/>
                  </a:lnTo>
                  <a:lnTo>
                    <a:pt x="3786013" y="791069"/>
                  </a:lnTo>
                  <a:lnTo>
                    <a:pt x="2293967" y="782016"/>
                  </a:lnTo>
                  <a:lnTo>
                    <a:pt x="2290526" y="1683944"/>
                  </a:lnTo>
                  <a:lnTo>
                    <a:pt x="0" y="1692998"/>
                  </a:lnTo>
                  <a:cubicBezTo>
                    <a:pt x="1147" y="1134701"/>
                    <a:pt x="11347" y="558297"/>
                    <a:pt x="12494" y="0"/>
                  </a:cubicBezTo>
                  <a:close/>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4" name="Straight Arrow Connector 133">
              <a:extLst>
                <a:ext uri="{FF2B5EF4-FFF2-40B4-BE49-F238E27FC236}">
                  <a16:creationId xmlns:a16="http://schemas.microsoft.com/office/drawing/2014/main" id="{8B8AB762-6F38-4EDA-92B2-2801FDDA2465}"/>
                </a:ext>
              </a:extLst>
            </p:cNvPr>
            <p:cNvCxnSpPr>
              <a:cxnSpLocks/>
              <a:stCxn id="106" idx="0"/>
            </p:cNvCxnSpPr>
            <p:nvPr/>
          </p:nvCxnSpPr>
          <p:spPr>
            <a:xfrm flipV="1">
              <a:off x="5071930" y="2219238"/>
              <a:ext cx="367707" cy="91063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135" name="TextBox 134">
              <a:extLst>
                <a:ext uri="{FF2B5EF4-FFF2-40B4-BE49-F238E27FC236}">
                  <a16:creationId xmlns:a16="http://schemas.microsoft.com/office/drawing/2014/main" id="{6FE08FE8-56B7-4D3F-A5BD-A511B0D68393}"/>
                </a:ext>
              </a:extLst>
            </p:cNvPr>
            <p:cNvSpPr txBox="1"/>
            <p:nvPr/>
          </p:nvSpPr>
          <p:spPr>
            <a:xfrm>
              <a:off x="4805175" y="3125124"/>
              <a:ext cx="893308" cy="307777"/>
            </a:xfrm>
            <a:prstGeom prst="rect">
              <a:avLst/>
            </a:prstGeom>
            <a:solidFill>
              <a:schemeClr val="bg1"/>
            </a:solidFill>
          </p:spPr>
          <p:txBody>
            <a:bodyPr wrap="square" rtlCol="0">
              <a:spAutoFit/>
            </a:bodyPr>
            <a:lstStyle/>
            <a:p>
              <a:pPr algn="ctr"/>
              <a:r>
                <a:rPr lang="en-US" sz="1400">
                  <a:solidFill>
                    <a:schemeClr val="accent2"/>
                  </a:solidFill>
                </a:rPr>
                <a:t>Transient</a:t>
              </a:r>
            </a:p>
          </p:txBody>
        </p:sp>
      </p:grpSp>
      <p:grpSp>
        <p:nvGrpSpPr>
          <p:cNvPr id="12" name="weight gain" hidden="1">
            <a:extLst>
              <a:ext uri="{FF2B5EF4-FFF2-40B4-BE49-F238E27FC236}">
                <a16:creationId xmlns:a16="http://schemas.microsoft.com/office/drawing/2014/main" id="{D8B01A22-3BC5-47D4-B093-44250736C873}"/>
              </a:ext>
            </a:extLst>
          </p:cNvPr>
          <p:cNvGrpSpPr/>
          <p:nvPr/>
        </p:nvGrpSpPr>
        <p:grpSpPr>
          <a:xfrm>
            <a:off x="4715871" y="1627418"/>
            <a:ext cx="4992042" cy="1639926"/>
            <a:chOff x="4715871" y="1627418"/>
            <a:chExt cx="4992042" cy="1639926"/>
          </a:xfrm>
        </p:grpSpPr>
        <p:sp>
          <p:nvSpPr>
            <p:cNvPr id="136" name="Rectangle 135">
              <a:extLst>
                <a:ext uri="{FF2B5EF4-FFF2-40B4-BE49-F238E27FC236}">
                  <a16:creationId xmlns:a16="http://schemas.microsoft.com/office/drawing/2014/main" id="{9B55AB09-9ECF-4CCD-851B-3A00710983CD}"/>
                </a:ext>
              </a:extLst>
            </p:cNvPr>
            <p:cNvSpPr/>
            <p:nvPr/>
          </p:nvSpPr>
          <p:spPr>
            <a:xfrm>
              <a:off x="4715871" y="2411289"/>
              <a:ext cx="1704365" cy="3030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2B119EE0-1B23-45C7-8689-65B0ED011F05}"/>
                </a:ext>
              </a:extLst>
            </p:cNvPr>
            <p:cNvSpPr/>
            <p:nvPr/>
          </p:nvSpPr>
          <p:spPr>
            <a:xfrm>
              <a:off x="8428387" y="1627418"/>
              <a:ext cx="1279526" cy="3030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8" name="Straight Arrow Connector 137">
              <a:extLst>
                <a:ext uri="{FF2B5EF4-FFF2-40B4-BE49-F238E27FC236}">
                  <a16:creationId xmlns:a16="http://schemas.microsoft.com/office/drawing/2014/main" id="{AECE7CBE-BD9F-4D9A-912A-67AF8B64E588}"/>
                </a:ext>
              </a:extLst>
            </p:cNvPr>
            <p:cNvCxnSpPr>
              <a:cxnSpLocks/>
              <a:stCxn id="136" idx="2"/>
              <a:endCxn id="109" idx="0"/>
            </p:cNvCxnSpPr>
            <p:nvPr/>
          </p:nvCxnSpPr>
          <p:spPr>
            <a:xfrm>
              <a:off x="5568054" y="2714333"/>
              <a:ext cx="1826056" cy="553011"/>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743EBE88-9999-4328-8804-3D40603C87ED}"/>
                </a:ext>
              </a:extLst>
            </p:cNvPr>
            <p:cNvCxnSpPr>
              <a:cxnSpLocks/>
              <a:stCxn id="137" idx="2"/>
              <a:endCxn id="109" idx="0"/>
            </p:cNvCxnSpPr>
            <p:nvPr/>
          </p:nvCxnSpPr>
          <p:spPr>
            <a:xfrm flipH="1">
              <a:off x="7394110" y="1930462"/>
              <a:ext cx="1674040" cy="1336882"/>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 name="sex dysf" hidden="1">
            <a:extLst>
              <a:ext uri="{FF2B5EF4-FFF2-40B4-BE49-F238E27FC236}">
                <a16:creationId xmlns:a16="http://schemas.microsoft.com/office/drawing/2014/main" id="{230FD045-3106-487A-B047-E9631027459D}"/>
              </a:ext>
            </a:extLst>
          </p:cNvPr>
          <p:cNvGrpSpPr/>
          <p:nvPr/>
        </p:nvGrpSpPr>
        <p:grpSpPr>
          <a:xfrm>
            <a:off x="4663516" y="1156150"/>
            <a:ext cx="7150715" cy="2558294"/>
            <a:chOff x="4663516" y="1156150"/>
            <a:chExt cx="7150715" cy="2558294"/>
          </a:xfrm>
        </p:grpSpPr>
        <p:sp>
          <p:nvSpPr>
            <p:cNvPr id="140" name="sex side effect box">
              <a:extLst>
                <a:ext uri="{FF2B5EF4-FFF2-40B4-BE49-F238E27FC236}">
                  <a16:creationId xmlns:a16="http://schemas.microsoft.com/office/drawing/2014/main" id="{387ACF1C-D9A6-44C3-8178-B31F082189A2}"/>
                </a:ext>
              </a:extLst>
            </p:cNvPr>
            <p:cNvSpPr/>
            <p:nvPr/>
          </p:nvSpPr>
          <p:spPr>
            <a:xfrm>
              <a:off x="4663516" y="1156150"/>
              <a:ext cx="7150715" cy="1692998"/>
            </a:xfrm>
            <a:custGeom>
              <a:avLst/>
              <a:gdLst>
                <a:gd name="connsiteX0" fmla="*/ 0 w 8157172"/>
                <a:gd name="connsiteY0" fmla="*/ 0 h 1692998"/>
                <a:gd name="connsiteX1" fmla="*/ 9053 w 8157172"/>
                <a:gd name="connsiteY1" fmla="*/ 1692998 h 1692998"/>
                <a:gd name="connsiteX2" fmla="*/ 8157172 w 8157172"/>
                <a:gd name="connsiteY2" fmla="*/ 1692998 h 1692998"/>
                <a:gd name="connsiteX3" fmla="*/ 8157172 w 8157172"/>
                <a:gd name="connsiteY3" fmla="*/ 72428 h 1692998"/>
                <a:gd name="connsiteX4" fmla="*/ 5920966 w 8157172"/>
                <a:gd name="connsiteY4" fmla="*/ 72428 h 1692998"/>
                <a:gd name="connsiteX5" fmla="*/ 5920966 w 8157172"/>
                <a:gd name="connsiteY5" fmla="*/ 425513 h 1692998"/>
                <a:gd name="connsiteX6" fmla="*/ 4454305 w 8157172"/>
                <a:gd name="connsiteY6" fmla="*/ 425513 h 1692998"/>
                <a:gd name="connsiteX7" fmla="*/ 2335794 w 8157172"/>
                <a:gd name="connsiteY7" fmla="*/ 425513 h 1692998"/>
                <a:gd name="connsiteX8" fmla="*/ 2335794 w 8157172"/>
                <a:gd name="connsiteY8" fmla="*/ 18107 h 1692998"/>
                <a:gd name="connsiteX9" fmla="*/ 0 w 8157172"/>
                <a:gd name="connsiteY9" fmla="*/ 0 h 1692998"/>
                <a:gd name="connsiteX0" fmla="*/ 0 w 8157172"/>
                <a:gd name="connsiteY0" fmla="*/ 0 h 1692998"/>
                <a:gd name="connsiteX1" fmla="*/ 9053 w 8157172"/>
                <a:gd name="connsiteY1" fmla="*/ 1692998 h 1692998"/>
                <a:gd name="connsiteX2" fmla="*/ 8157172 w 8157172"/>
                <a:gd name="connsiteY2" fmla="*/ 769544 h 1692998"/>
                <a:gd name="connsiteX3" fmla="*/ 8157172 w 8157172"/>
                <a:gd name="connsiteY3" fmla="*/ 72428 h 1692998"/>
                <a:gd name="connsiteX4" fmla="*/ 5920966 w 8157172"/>
                <a:gd name="connsiteY4" fmla="*/ 72428 h 1692998"/>
                <a:gd name="connsiteX5" fmla="*/ 5920966 w 8157172"/>
                <a:gd name="connsiteY5" fmla="*/ 425513 h 1692998"/>
                <a:gd name="connsiteX6" fmla="*/ 4454305 w 8157172"/>
                <a:gd name="connsiteY6" fmla="*/ 425513 h 1692998"/>
                <a:gd name="connsiteX7" fmla="*/ 2335794 w 8157172"/>
                <a:gd name="connsiteY7" fmla="*/ 425513 h 1692998"/>
                <a:gd name="connsiteX8" fmla="*/ 2335794 w 8157172"/>
                <a:gd name="connsiteY8" fmla="*/ 18107 h 1692998"/>
                <a:gd name="connsiteX9" fmla="*/ 0 w 8157172"/>
                <a:gd name="connsiteY9" fmla="*/ 0 h 1692998"/>
                <a:gd name="connsiteX0" fmla="*/ 0 w 8157172"/>
                <a:gd name="connsiteY0" fmla="*/ 0 h 1702051"/>
                <a:gd name="connsiteX1" fmla="*/ 9053 w 8157172"/>
                <a:gd name="connsiteY1" fmla="*/ 1692998 h 1702051"/>
                <a:gd name="connsiteX2" fmla="*/ 0 w 8157172"/>
                <a:gd name="connsiteY2" fmla="*/ 1702051 h 1702051"/>
                <a:gd name="connsiteX3" fmla="*/ 8157172 w 8157172"/>
                <a:gd name="connsiteY3" fmla="*/ 769544 h 1702051"/>
                <a:gd name="connsiteX4" fmla="*/ 8157172 w 8157172"/>
                <a:gd name="connsiteY4" fmla="*/ 72428 h 1702051"/>
                <a:gd name="connsiteX5" fmla="*/ 5920966 w 8157172"/>
                <a:gd name="connsiteY5" fmla="*/ 72428 h 1702051"/>
                <a:gd name="connsiteX6" fmla="*/ 5920966 w 8157172"/>
                <a:gd name="connsiteY6" fmla="*/ 425513 h 1702051"/>
                <a:gd name="connsiteX7" fmla="*/ 4454305 w 8157172"/>
                <a:gd name="connsiteY7" fmla="*/ 425513 h 1702051"/>
                <a:gd name="connsiteX8" fmla="*/ 2335794 w 8157172"/>
                <a:gd name="connsiteY8" fmla="*/ 425513 h 1702051"/>
                <a:gd name="connsiteX9" fmla="*/ 2335794 w 8157172"/>
                <a:gd name="connsiteY9" fmla="*/ 18107 h 1702051"/>
                <a:gd name="connsiteX10" fmla="*/ 0 w 8157172"/>
                <a:gd name="connsiteY10" fmla="*/ 0 h 1702051"/>
                <a:gd name="connsiteX0" fmla="*/ 0 w 8157172"/>
                <a:gd name="connsiteY0" fmla="*/ 0 h 1692998"/>
                <a:gd name="connsiteX1" fmla="*/ 9053 w 8157172"/>
                <a:gd name="connsiteY1" fmla="*/ 1692998 h 1692998"/>
                <a:gd name="connsiteX2" fmla="*/ 2290527 w 8157172"/>
                <a:gd name="connsiteY2" fmla="*/ 1692997 h 1692998"/>
                <a:gd name="connsiteX3" fmla="*/ 8157172 w 8157172"/>
                <a:gd name="connsiteY3" fmla="*/ 769544 h 1692998"/>
                <a:gd name="connsiteX4" fmla="*/ 8157172 w 8157172"/>
                <a:gd name="connsiteY4" fmla="*/ 72428 h 1692998"/>
                <a:gd name="connsiteX5" fmla="*/ 5920966 w 8157172"/>
                <a:gd name="connsiteY5" fmla="*/ 72428 h 1692998"/>
                <a:gd name="connsiteX6" fmla="*/ 5920966 w 8157172"/>
                <a:gd name="connsiteY6" fmla="*/ 425513 h 1692998"/>
                <a:gd name="connsiteX7" fmla="*/ 4454305 w 8157172"/>
                <a:gd name="connsiteY7" fmla="*/ 425513 h 1692998"/>
                <a:gd name="connsiteX8" fmla="*/ 2335794 w 8157172"/>
                <a:gd name="connsiteY8" fmla="*/ 425513 h 1692998"/>
                <a:gd name="connsiteX9" fmla="*/ 2335794 w 8157172"/>
                <a:gd name="connsiteY9" fmla="*/ 18107 h 1692998"/>
                <a:gd name="connsiteX10" fmla="*/ 0 w 8157172"/>
                <a:gd name="connsiteY10"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81473 w 8157172"/>
                <a:gd name="connsiteY3" fmla="*/ 1683944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832918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 name="connsiteX0" fmla="*/ 0 w 8157172"/>
                <a:gd name="connsiteY0" fmla="*/ 0 h 1692998"/>
                <a:gd name="connsiteX1" fmla="*/ 9053 w 8157172"/>
                <a:gd name="connsiteY1" fmla="*/ 1692998 h 1692998"/>
                <a:gd name="connsiteX2" fmla="*/ 2290527 w 8157172"/>
                <a:gd name="connsiteY2" fmla="*/ 1692997 h 1692998"/>
                <a:gd name="connsiteX3" fmla="*/ 2290527 w 8157172"/>
                <a:gd name="connsiteY3" fmla="*/ 782118 h 1692998"/>
                <a:gd name="connsiteX4" fmla="*/ 8157172 w 8157172"/>
                <a:gd name="connsiteY4" fmla="*/ 769544 h 1692998"/>
                <a:gd name="connsiteX5" fmla="*/ 8157172 w 8157172"/>
                <a:gd name="connsiteY5" fmla="*/ 72428 h 1692998"/>
                <a:gd name="connsiteX6" fmla="*/ 5920966 w 8157172"/>
                <a:gd name="connsiteY6" fmla="*/ 72428 h 1692998"/>
                <a:gd name="connsiteX7" fmla="*/ 5920966 w 8157172"/>
                <a:gd name="connsiteY7" fmla="*/ 425513 h 1692998"/>
                <a:gd name="connsiteX8" fmla="*/ 4454305 w 8157172"/>
                <a:gd name="connsiteY8" fmla="*/ 425513 h 1692998"/>
                <a:gd name="connsiteX9" fmla="*/ 2335794 w 8157172"/>
                <a:gd name="connsiteY9" fmla="*/ 425513 h 1692998"/>
                <a:gd name="connsiteX10" fmla="*/ 2335794 w 8157172"/>
                <a:gd name="connsiteY10" fmla="*/ 18107 h 1692998"/>
                <a:gd name="connsiteX11" fmla="*/ 0 w 8157172"/>
                <a:gd name="connsiteY11" fmla="*/ 0 h 1692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157172" h="1692998">
                  <a:moveTo>
                    <a:pt x="0" y="0"/>
                  </a:moveTo>
                  <a:cubicBezTo>
                    <a:pt x="3018" y="564333"/>
                    <a:pt x="6035" y="1128665"/>
                    <a:pt x="9053" y="1692998"/>
                  </a:cubicBezTo>
                  <a:lnTo>
                    <a:pt x="2290527" y="1692997"/>
                  </a:lnTo>
                  <a:lnTo>
                    <a:pt x="2290527" y="782118"/>
                  </a:lnTo>
                  <a:lnTo>
                    <a:pt x="8157172" y="769544"/>
                  </a:lnTo>
                  <a:lnTo>
                    <a:pt x="8157172" y="72428"/>
                  </a:lnTo>
                  <a:lnTo>
                    <a:pt x="5920966" y="72428"/>
                  </a:lnTo>
                  <a:lnTo>
                    <a:pt x="5920966" y="425513"/>
                  </a:lnTo>
                  <a:lnTo>
                    <a:pt x="4454305" y="425513"/>
                  </a:lnTo>
                  <a:lnTo>
                    <a:pt x="2335794" y="425513"/>
                  </a:lnTo>
                  <a:lnTo>
                    <a:pt x="2335794" y="18107"/>
                  </a:lnTo>
                  <a:lnTo>
                    <a:pt x="0" y="0"/>
                  </a:lnTo>
                  <a:close/>
                </a:path>
              </a:pathLst>
            </a:custGeom>
            <a:noFill/>
            <a:ln w="28575">
              <a:solidFill>
                <a:srgbClr val="FF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1" name="Straight Arrow Connector 140">
              <a:extLst>
                <a:ext uri="{FF2B5EF4-FFF2-40B4-BE49-F238E27FC236}">
                  <a16:creationId xmlns:a16="http://schemas.microsoft.com/office/drawing/2014/main" id="{9AB55D69-9808-4909-9377-2A6C0C09CB5E}"/>
                </a:ext>
              </a:extLst>
            </p:cNvPr>
            <p:cNvCxnSpPr>
              <a:cxnSpLocks/>
            </p:cNvCxnSpPr>
            <p:nvPr/>
          </p:nvCxnSpPr>
          <p:spPr>
            <a:xfrm flipH="1">
              <a:off x="6402897" y="3424250"/>
              <a:ext cx="5576" cy="290194"/>
            </a:xfrm>
            <a:prstGeom prst="straightConnector1">
              <a:avLst/>
            </a:prstGeom>
            <a:ln w="19050">
              <a:solidFill>
                <a:srgbClr val="FF0066"/>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QTc prol" hidden="1">
            <a:extLst>
              <a:ext uri="{FF2B5EF4-FFF2-40B4-BE49-F238E27FC236}">
                <a16:creationId xmlns:a16="http://schemas.microsoft.com/office/drawing/2014/main" id="{9B9D0947-6A6A-43BC-8197-5491CA281135}"/>
              </a:ext>
            </a:extLst>
          </p:cNvPr>
          <p:cNvGrpSpPr/>
          <p:nvPr/>
        </p:nvGrpSpPr>
        <p:grpSpPr>
          <a:xfrm>
            <a:off x="4694544" y="1235770"/>
            <a:ext cx="6644498" cy="2027793"/>
            <a:chOff x="4694544" y="1235770"/>
            <a:chExt cx="6644498" cy="2027793"/>
          </a:xfrm>
        </p:grpSpPr>
        <p:sp>
          <p:nvSpPr>
            <p:cNvPr id="142" name="Rectangle 141">
              <a:extLst>
                <a:ext uri="{FF2B5EF4-FFF2-40B4-BE49-F238E27FC236}">
                  <a16:creationId xmlns:a16="http://schemas.microsoft.com/office/drawing/2014/main" id="{355869E7-5217-44DB-9F79-BCB667B78043}"/>
                </a:ext>
              </a:extLst>
            </p:cNvPr>
            <p:cNvSpPr/>
            <p:nvPr/>
          </p:nvSpPr>
          <p:spPr>
            <a:xfrm>
              <a:off x="9935381" y="1235770"/>
              <a:ext cx="1403661" cy="6766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0FB7DC31-494B-4D97-96A8-BCA430D59A79}"/>
                </a:ext>
              </a:extLst>
            </p:cNvPr>
            <p:cNvSpPr/>
            <p:nvPr/>
          </p:nvSpPr>
          <p:spPr>
            <a:xfrm>
              <a:off x="4694544" y="1869021"/>
              <a:ext cx="1926218" cy="300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4" name="Straight Arrow Connector 143">
              <a:extLst>
                <a:ext uri="{FF2B5EF4-FFF2-40B4-BE49-F238E27FC236}">
                  <a16:creationId xmlns:a16="http://schemas.microsoft.com/office/drawing/2014/main" id="{A1C44EE3-7CA0-4B04-A5EF-2ED715D7D1E6}"/>
                </a:ext>
              </a:extLst>
            </p:cNvPr>
            <p:cNvCxnSpPr>
              <a:cxnSpLocks/>
              <a:stCxn id="142" idx="2"/>
              <a:endCxn id="115" idx="0"/>
            </p:cNvCxnSpPr>
            <p:nvPr/>
          </p:nvCxnSpPr>
          <p:spPr>
            <a:xfrm>
              <a:off x="10637212" y="1912393"/>
              <a:ext cx="472598" cy="1351170"/>
            </a:xfrm>
            <a:prstGeom prst="straightConnector1">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7D5FE512-813B-43E6-82A4-6299A3F95757}"/>
                </a:ext>
              </a:extLst>
            </p:cNvPr>
            <p:cNvCxnSpPr>
              <a:cxnSpLocks/>
              <a:stCxn id="143" idx="3"/>
              <a:endCxn id="115" idx="0"/>
            </p:cNvCxnSpPr>
            <p:nvPr/>
          </p:nvCxnSpPr>
          <p:spPr>
            <a:xfrm>
              <a:off x="6620762" y="2019232"/>
              <a:ext cx="4489048" cy="1244331"/>
            </a:xfrm>
            <a:prstGeom prst="straightConnector1">
              <a:avLst/>
            </a:prstGeom>
            <a:ln w="190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7" name="TCA">
            <a:hlinkClick r:id="rId3" action="ppaction://hlinksldjump"/>
            <a:extLst>
              <a:ext uri="{FF2B5EF4-FFF2-40B4-BE49-F238E27FC236}">
                <a16:creationId xmlns:a16="http://schemas.microsoft.com/office/drawing/2014/main" id="{D65C7CD8-FCC0-4AB2-AAC2-4B66A84B7A58}"/>
              </a:ext>
            </a:extLst>
          </p:cNvPr>
          <p:cNvSpPr/>
          <p:nvPr/>
        </p:nvSpPr>
        <p:spPr>
          <a:xfrm>
            <a:off x="2955542" y="1342312"/>
            <a:ext cx="1440905" cy="373579"/>
          </a:xfrm>
          <a:prstGeom prst="roundRect">
            <a:avLst/>
          </a:prstGeom>
          <a:solidFill>
            <a:schemeClr val="bg1"/>
          </a:solidFill>
          <a:ln w="28575">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“Activating”?</a:t>
            </a:r>
          </a:p>
        </p:txBody>
      </p:sp>
      <p:sp>
        <p:nvSpPr>
          <p:cNvPr id="148" name="TCA">
            <a:hlinkClick r:id="rId3" action="ppaction://hlinksldjump"/>
            <a:extLst>
              <a:ext uri="{FF2B5EF4-FFF2-40B4-BE49-F238E27FC236}">
                <a16:creationId xmlns:a16="http://schemas.microsoft.com/office/drawing/2014/main" id="{E9FA5C4E-2788-43E4-A6CA-08DEB7E3BAC1}"/>
              </a:ext>
            </a:extLst>
          </p:cNvPr>
          <p:cNvSpPr/>
          <p:nvPr/>
        </p:nvSpPr>
        <p:spPr>
          <a:xfrm>
            <a:off x="2967853" y="2095110"/>
            <a:ext cx="1428594" cy="373579"/>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“Sedating”?</a:t>
            </a:r>
          </a:p>
        </p:txBody>
      </p:sp>
      <p:sp>
        <p:nvSpPr>
          <p:cNvPr id="149" name="TCA">
            <a:extLst>
              <a:ext uri="{FF2B5EF4-FFF2-40B4-BE49-F238E27FC236}">
                <a16:creationId xmlns:a16="http://schemas.microsoft.com/office/drawing/2014/main" id="{EDF21B65-72FB-45C8-83B3-0737E65927BF}"/>
              </a:ext>
            </a:extLst>
          </p:cNvPr>
          <p:cNvSpPr/>
          <p:nvPr/>
        </p:nvSpPr>
        <p:spPr>
          <a:xfrm>
            <a:off x="2967853" y="5378760"/>
            <a:ext cx="1428593" cy="1021556"/>
          </a:xfrm>
          <a:prstGeom prst="roundRect">
            <a:avLst/>
          </a:prstGeom>
          <a:solidFill>
            <a:schemeClr val="accent6"/>
          </a:solidFill>
          <a:ln w="28575">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bg1"/>
                </a:solidFill>
              </a:rPr>
              <a:t>Case-dependent Selection?</a:t>
            </a:r>
          </a:p>
        </p:txBody>
      </p:sp>
      <p:pic>
        <p:nvPicPr>
          <p:cNvPr id="86" name="Graphic 85" descr="Cursor with solid fill">
            <a:extLst>
              <a:ext uri="{FF2B5EF4-FFF2-40B4-BE49-F238E27FC236}">
                <a16:creationId xmlns:a16="http://schemas.microsoft.com/office/drawing/2014/main" id="{0ED72218-F36A-41B8-B219-BD9EE8565C7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259188" y="1591925"/>
            <a:ext cx="395274" cy="395274"/>
          </a:xfrm>
          <a:prstGeom prst="rect">
            <a:avLst/>
          </a:prstGeom>
        </p:spPr>
      </p:pic>
      <p:pic>
        <p:nvPicPr>
          <p:cNvPr id="150" name="Graphic 149" descr="Cursor with solid fill">
            <a:extLst>
              <a:ext uri="{FF2B5EF4-FFF2-40B4-BE49-F238E27FC236}">
                <a16:creationId xmlns:a16="http://schemas.microsoft.com/office/drawing/2014/main" id="{87C7E786-B3D1-4DCD-A847-4C86E9B0CE9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259188" y="2316803"/>
            <a:ext cx="395274" cy="395274"/>
          </a:xfrm>
          <a:prstGeom prst="rect">
            <a:avLst/>
          </a:prstGeom>
        </p:spPr>
      </p:pic>
      <p:pic>
        <p:nvPicPr>
          <p:cNvPr id="151" name="Graphic 150" descr="Cursor with solid fill">
            <a:extLst>
              <a:ext uri="{FF2B5EF4-FFF2-40B4-BE49-F238E27FC236}">
                <a16:creationId xmlns:a16="http://schemas.microsoft.com/office/drawing/2014/main" id="{B629EA9A-7382-48A1-98A8-E8F7F08C5C8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242718" y="3977302"/>
            <a:ext cx="395274" cy="395274"/>
          </a:xfrm>
          <a:prstGeom prst="rect">
            <a:avLst/>
          </a:prstGeom>
        </p:spPr>
      </p:pic>
      <p:sp>
        <p:nvSpPr>
          <p:cNvPr id="132" name="case 1 button">
            <a:extLst>
              <a:ext uri="{FF2B5EF4-FFF2-40B4-BE49-F238E27FC236}">
                <a16:creationId xmlns:a16="http://schemas.microsoft.com/office/drawing/2014/main" id="{7EBD1CDD-0453-4940-B69A-272367821C9E}"/>
              </a:ext>
            </a:extLst>
          </p:cNvPr>
          <p:cNvSpPr/>
          <p:nvPr/>
        </p:nvSpPr>
        <p:spPr>
          <a:xfrm>
            <a:off x="4805175" y="5314258"/>
            <a:ext cx="2140123" cy="1328023"/>
          </a:xfrm>
          <a:prstGeom prst="roundRect">
            <a:avLst/>
          </a:prstGeom>
          <a:solidFill>
            <a:schemeClr val="bg1"/>
          </a:solidFill>
          <a:ln w="28575">
            <a:solidFill>
              <a:schemeClr val="accent2">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tx1"/>
                </a:solidFill>
              </a:rPr>
              <a:t>Young, sleepy, smoker, concerned about weight and sexual dysfunction. </a:t>
            </a:r>
          </a:p>
        </p:txBody>
      </p:sp>
      <p:sp>
        <p:nvSpPr>
          <p:cNvPr id="146" name="TextBox 145">
            <a:extLst>
              <a:ext uri="{FF2B5EF4-FFF2-40B4-BE49-F238E27FC236}">
                <a16:creationId xmlns:a16="http://schemas.microsoft.com/office/drawing/2014/main" id="{3C0F6C94-8B8A-44BB-B92C-DFBBF6A3B162}"/>
              </a:ext>
            </a:extLst>
          </p:cNvPr>
          <p:cNvSpPr txBox="1"/>
          <p:nvPr/>
        </p:nvSpPr>
        <p:spPr>
          <a:xfrm>
            <a:off x="5649796" y="4944926"/>
            <a:ext cx="443285" cy="369332"/>
          </a:xfrm>
          <a:prstGeom prst="rect">
            <a:avLst/>
          </a:prstGeom>
          <a:noFill/>
        </p:spPr>
        <p:txBody>
          <a:bodyPr wrap="square">
            <a:spAutoFit/>
          </a:bodyPr>
          <a:lstStyle/>
          <a:p>
            <a:pPr algn="ctr"/>
            <a:r>
              <a:rPr lang="en-US">
                <a:solidFill>
                  <a:schemeClr val="tx1"/>
                </a:solidFill>
              </a:rPr>
              <a:t>1</a:t>
            </a:r>
          </a:p>
        </p:txBody>
      </p:sp>
      <p:sp>
        <p:nvSpPr>
          <p:cNvPr id="157" name="case 2 button">
            <a:extLst>
              <a:ext uri="{FF2B5EF4-FFF2-40B4-BE49-F238E27FC236}">
                <a16:creationId xmlns:a16="http://schemas.microsoft.com/office/drawing/2014/main" id="{71C8248D-C027-4BA4-A728-B6E1F5FFBA58}"/>
              </a:ext>
            </a:extLst>
          </p:cNvPr>
          <p:cNvSpPr/>
          <p:nvPr/>
        </p:nvSpPr>
        <p:spPr>
          <a:xfrm>
            <a:off x="7169512" y="5314259"/>
            <a:ext cx="2140123" cy="1328023"/>
          </a:xfrm>
          <a:prstGeom prst="roundRect">
            <a:avLst/>
          </a:prstGeom>
          <a:solidFill>
            <a:schemeClr val="bg1"/>
          </a:solidFill>
          <a:ln w="28575">
            <a:solidFill>
              <a:srgbClr val="00B0F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tx1"/>
                </a:solidFill>
              </a:rPr>
              <a:t>Young, anxious, no weight or sexual dysfunction concerns.</a:t>
            </a:r>
          </a:p>
        </p:txBody>
      </p:sp>
      <p:sp>
        <p:nvSpPr>
          <p:cNvPr id="158" name="TextBox 157">
            <a:extLst>
              <a:ext uri="{FF2B5EF4-FFF2-40B4-BE49-F238E27FC236}">
                <a16:creationId xmlns:a16="http://schemas.microsoft.com/office/drawing/2014/main" id="{484E1D97-26C9-453D-A3B9-1D3EEDB3811E}"/>
              </a:ext>
            </a:extLst>
          </p:cNvPr>
          <p:cNvSpPr txBox="1"/>
          <p:nvPr/>
        </p:nvSpPr>
        <p:spPr>
          <a:xfrm>
            <a:off x="8014133" y="4944926"/>
            <a:ext cx="443285" cy="369332"/>
          </a:xfrm>
          <a:prstGeom prst="rect">
            <a:avLst/>
          </a:prstGeom>
          <a:noFill/>
        </p:spPr>
        <p:txBody>
          <a:bodyPr wrap="square">
            <a:spAutoFit/>
          </a:bodyPr>
          <a:lstStyle/>
          <a:p>
            <a:pPr algn="ctr"/>
            <a:r>
              <a:rPr lang="en-US"/>
              <a:t>2</a:t>
            </a:r>
            <a:endParaRPr lang="en-US">
              <a:solidFill>
                <a:schemeClr val="tx1"/>
              </a:solidFill>
            </a:endParaRPr>
          </a:p>
        </p:txBody>
      </p:sp>
      <p:sp>
        <p:nvSpPr>
          <p:cNvPr id="159" name="case 3 button">
            <a:extLst>
              <a:ext uri="{FF2B5EF4-FFF2-40B4-BE49-F238E27FC236}">
                <a16:creationId xmlns:a16="http://schemas.microsoft.com/office/drawing/2014/main" id="{D74F1999-33C0-4C6F-A438-AA092A4C2492}"/>
              </a:ext>
            </a:extLst>
          </p:cNvPr>
          <p:cNvSpPr/>
          <p:nvPr/>
        </p:nvSpPr>
        <p:spPr>
          <a:xfrm>
            <a:off x="9533849" y="5306732"/>
            <a:ext cx="2140123" cy="715089"/>
          </a:xfrm>
          <a:prstGeom prst="roundRect">
            <a:avLst/>
          </a:prstGeom>
          <a:solidFill>
            <a:schemeClr val="bg1"/>
          </a:solidFill>
          <a:ln w="28575">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solidFill>
                  <a:schemeClr val="tx1"/>
                </a:solidFill>
              </a:rPr>
              <a:t>Old, insomnia, decreased appetite</a:t>
            </a:r>
          </a:p>
        </p:txBody>
      </p:sp>
      <p:sp>
        <p:nvSpPr>
          <p:cNvPr id="160" name="TextBox 159">
            <a:extLst>
              <a:ext uri="{FF2B5EF4-FFF2-40B4-BE49-F238E27FC236}">
                <a16:creationId xmlns:a16="http://schemas.microsoft.com/office/drawing/2014/main" id="{01B2B2CA-0102-4BF6-A89F-4CE47F817CFF}"/>
              </a:ext>
            </a:extLst>
          </p:cNvPr>
          <p:cNvSpPr txBox="1"/>
          <p:nvPr/>
        </p:nvSpPr>
        <p:spPr>
          <a:xfrm>
            <a:off x="10378470" y="4944926"/>
            <a:ext cx="443285" cy="369332"/>
          </a:xfrm>
          <a:prstGeom prst="rect">
            <a:avLst/>
          </a:prstGeom>
          <a:noFill/>
        </p:spPr>
        <p:txBody>
          <a:bodyPr wrap="square">
            <a:spAutoFit/>
          </a:bodyPr>
          <a:lstStyle/>
          <a:p>
            <a:pPr algn="ctr"/>
            <a:r>
              <a:rPr lang="en-US"/>
              <a:t>3</a:t>
            </a:r>
            <a:endParaRPr lang="en-US">
              <a:solidFill>
                <a:schemeClr val="tx1"/>
              </a:solidFill>
            </a:endParaRPr>
          </a:p>
        </p:txBody>
      </p:sp>
      <p:grpSp>
        <p:nvGrpSpPr>
          <p:cNvPr id="9" name="case 1">
            <a:extLst>
              <a:ext uri="{FF2B5EF4-FFF2-40B4-BE49-F238E27FC236}">
                <a16:creationId xmlns:a16="http://schemas.microsoft.com/office/drawing/2014/main" id="{8ECC732C-3A21-4B1F-AB7C-6CBFAFE3E292}"/>
              </a:ext>
            </a:extLst>
          </p:cNvPr>
          <p:cNvGrpSpPr/>
          <p:nvPr/>
        </p:nvGrpSpPr>
        <p:grpSpPr>
          <a:xfrm>
            <a:off x="4622929" y="982728"/>
            <a:ext cx="5157646" cy="855809"/>
            <a:chOff x="4622929" y="982728"/>
            <a:chExt cx="5157646" cy="855809"/>
          </a:xfrm>
        </p:grpSpPr>
        <p:sp>
          <p:nvSpPr>
            <p:cNvPr id="156" name="TextBox 155">
              <a:extLst>
                <a:ext uri="{FF2B5EF4-FFF2-40B4-BE49-F238E27FC236}">
                  <a16:creationId xmlns:a16="http://schemas.microsoft.com/office/drawing/2014/main" id="{71C92EA6-CB0C-4AD9-9A67-4124BDB0C00D}"/>
                </a:ext>
              </a:extLst>
            </p:cNvPr>
            <p:cNvSpPr txBox="1"/>
            <p:nvPr/>
          </p:nvSpPr>
          <p:spPr>
            <a:xfrm>
              <a:off x="4622929" y="982728"/>
              <a:ext cx="443285" cy="400110"/>
            </a:xfrm>
            <a:prstGeom prst="rect">
              <a:avLst/>
            </a:prstGeom>
            <a:noFill/>
          </p:spPr>
          <p:txBody>
            <a:bodyPr wrap="square">
              <a:spAutoFit/>
            </a:bodyPr>
            <a:lstStyle/>
            <a:p>
              <a:pPr algn="ctr"/>
              <a:r>
                <a:rPr lang="en-US" sz="2000" b="1" dirty="0">
                  <a:solidFill>
                    <a:srgbClr val="FF9966"/>
                  </a:solidFill>
                </a:rPr>
                <a:t>1</a:t>
              </a:r>
            </a:p>
          </p:txBody>
        </p:sp>
        <p:sp>
          <p:nvSpPr>
            <p:cNvPr id="6" name="Freeform: Shape 5">
              <a:extLst>
                <a:ext uri="{FF2B5EF4-FFF2-40B4-BE49-F238E27FC236}">
                  <a16:creationId xmlns:a16="http://schemas.microsoft.com/office/drawing/2014/main" id="{D1C34B83-40DB-47A0-B8ED-CAA35A33C265}"/>
                </a:ext>
              </a:extLst>
            </p:cNvPr>
            <p:cNvSpPr/>
            <p:nvPr/>
          </p:nvSpPr>
          <p:spPr>
            <a:xfrm>
              <a:off x="4774641" y="1323372"/>
              <a:ext cx="5005934" cy="515165"/>
            </a:xfrm>
            <a:custGeom>
              <a:avLst/>
              <a:gdLst>
                <a:gd name="connsiteX0" fmla="*/ 0 w 5010150"/>
                <a:gd name="connsiteY0" fmla="*/ 9525 h 476250"/>
                <a:gd name="connsiteX1" fmla="*/ 0 w 5010150"/>
                <a:gd name="connsiteY1" fmla="*/ 476250 h 476250"/>
                <a:gd name="connsiteX2" fmla="*/ 1962150 w 5010150"/>
                <a:gd name="connsiteY2" fmla="*/ 476250 h 476250"/>
                <a:gd name="connsiteX3" fmla="*/ 1962150 w 5010150"/>
                <a:gd name="connsiteY3" fmla="*/ 285750 h 476250"/>
                <a:gd name="connsiteX4" fmla="*/ 5010150 w 5010150"/>
                <a:gd name="connsiteY4" fmla="*/ 285750 h 476250"/>
                <a:gd name="connsiteX5" fmla="*/ 5010150 w 5010150"/>
                <a:gd name="connsiteY5" fmla="*/ 0 h 476250"/>
                <a:gd name="connsiteX6" fmla="*/ 0 w 5010150"/>
                <a:gd name="connsiteY6" fmla="*/ 9525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10150" h="476250">
                  <a:moveTo>
                    <a:pt x="0" y="9525"/>
                  </a:moveTo>
                  <a:lnTo>
                    <a:pt x="0" y="476250"/>
                  </a:lnTo>
                  <a:lnTo>
                    <a:pt x="1962150" y="476250"/>
                  </a:lnTo>
                  <a:lnTo>
                    <a:pt x="1962150" y="285750"/>
                  </a:lnTo>
                  <a:lnTo>
                    <a:pt x="5010150" y="285750"/>
                  </a:lnTo>
                  <a:lnTo>
                    <a:pt x="5010150" y="0"/>
                  </a:lnTo>
                  <a:lnTo>
                    <a:pt x="0" y="9525"/>
                  </a:lnTo>
                  <a:close/>
                </a:path>
              </a:pathLst>
            </a:custGeom>
            <a:noFill/>
            <a:ln w="2857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case 2">
            <a:extLst>
              <a:ext uri="{FF2B5EF4-FFF2-40B4-BE49-F238E27FC236}">
                <a16:creationId xmlns:a16="http://schemas.microsoft.com/office/drawing/2014/main" id="{1AAC2D96-06D7-4C4C-A715-9A0995558953}"/>
              </a:ext>
            </a:extLst>
          </p:cNvPr>
          <p:cNvGrpSpPr/>
          <p:nvPr/>
        </p:nvGrpSpPr>
        <p:grpSpPr>
          <a:xfrm>
            <a:off x="4791721" y="1866223"/>
            <a:ext cx="2570164" cy="574597"/>
            <a:chOff x="4791721" y="1866223"/>
            <a:chExt cx="2570164" cy="574597"/>
          </a:xfrm>
        </p:grpSpPr>
        <p:sp>
          <p:nvSpPr>
            <p:cNvPr id="161" name="Rectangle 160">
              <a:extLst>
                <a:ext uri="{FF2B5EF4-FFF2-40B4-BE49-F238E27FC236}">
                  <a16:creationId xmlns:a16="http://schemas.microsoft.com/office/drawing/2014/main" id="{A5ABA933-1617-4732-A500-8D684D6A46BB}"/>
                </a:ext>
              </a:extLst>
            </p:cNvPr>
            <p:cNvSpPr/>
            <p:nvPr/>
          </p:nvSpPr>
          <p:spPr>
            <a:xfrm>
              <a:off x="4791721" y="1866223"/>
              <a:ext cx="2237555" cy="574597"/>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TextBox 161">
              <a:extLst>
                <a:ext uri="{FF2B5EF4-FFF2-40B4-BE49-F238E27FC236}">
                  <a16:creationId xmlns:a16="http://schemas.microsoft.com/office/drawing/2014/main" id="{1BCBA396-B4FB-4EE8-B3C0-8A7A84BBD32B}"/>
                </a:ext>
              </a:extLst>
            </p:cNvPr>
            <p:cNvSpPr txBox="1"/>
            <p:nvPr/>
          </p:nvSpPr>
          <p:spPr>
            <a:xfrm>
              <a:off x="6918600" y="1927846"/>
              <a:ext cx="443285" cy="400110"/>
            </a:xfrm>
            <a:prstGeom prst="rect">
              <a:avLst/>
            </a:prstGeom>
            <a:noFill/>
          </p:spPr>
          <p:txBody>
            <a:bodyPr wrap="square">
              <a:spAutoFit/>
            </a:bodyPr>
            <a:lstStyle/>
            <a:p>
              <a:pPr algn="ctr"/>
              <a:r>
                <a:rPr lang="en-US" sz="2000" b="1" dirty="0">
                  <a:solidFill>
                    <a:schemeClr val="accent5"/>
                  </a:solidFill>
                </a:rPr>
                <a:t>2</a:t>
              </a:r>
            </a:p>
          </p:txBody>
        </p:sp>
      </p:grpSp>
      <p:grpSp>
        <p:nvGrpSpPr>
          <p:cNvPr id="10" name="Case 3">
            <a:extLst>
              <a:ext uri="{FF2B5EF4-FFF2-40B4-BE49-F238E27FC236}">
                <a16:creationId xmlns:a16="http://schemas.microsoft.com/office/drawing/2014/main" id="{796D106A-35AE-4E8D-9A78-D1E820EBC41A}"/>
              </a:ext>
            </a:extLst>
          </p:cNvPr>
          <p:cNvGrpSpPr/>
          <p:nvPr/>
        </p:nvGrpSpPr>
        <p:grpSpPr>
          <a:xfrm>
            <a:off x="8411038" y="1635623"/>
            <a:ext cx="1403661" cy="651734"/>
            <a:chOff x="8411038" y="1635623"/>
            <a:chExt cx="1403661" cy="651734"/>
          </a:xfrm>
        </p:grpSpPr>
        <p:sp>
          <p:nvSpPr>
            <p:cNvPr id="163" name="TextBox 162">
              <a:extLst>
                <a:ext uri="{FF2B5EF4-FFF2-40B4-BE49-F238E27FC236}">
                  <a16:creationId xmlns:a16="http://schemas.microsoft.com/office/drawing/2014/main" id="{66CC0E1F-8F87-4BB6-96D4-E175BD55E1DA}"/>
                </a:ext>
              </a:extLst>
            </p:cNvPr>
            <p:cNvSpPr txBox="1"/>
            <p:nvPr/>
          </p:nvSpPr>
          <p:spPr>
            <a:xfrm>
              <a:off x="8862371" y="1887247"/>
              <a:ext cx="443285" cy="400110"/>
            </a:xfrm>
            <a:prstGeom prst="rect">
              <a:avLst/>
            </a:prstGeom>
            <a:noFill/>
          </p:spPr>
          <p:txBody>
            <a:bodyPr wrap="square">
              <a:spAutoFit/>
            </a:bodyPr>
            <a:lstStyle/>
            <a:p>
              <a:pPr algn="ctr"/>
              <a:r>
                <a:rPr lang="en-US" sz="2000" b="1" dirty="0">
                  <a:solidFill>
                    <a:srgbClr val="7030A0"/>
                  </a:solidFill>
                </a:rPr>
                <a:t>3</a:t>
              </a:r>
            </a:p>
          </p:txBody>
        </p:sp>
        <p:sp>
          <p:nvSpPr>
            <p:cNvPr id="7" name="Rectangle 6">
              <a:extLst>
                <a:ext uri="{FF2B5EF4-FFF2-40B4-BE49-F238E27FC236}">
                  <a16:creationId xmlns:a16="http://schemas.microsoft.com/office/drawing/2014/main" id="{13AE59B9-E059-4CBD-8A83-F0AA2F6C676E}"/>
                </a:ext>
              </a:extLst>
            </p:cNvPr>
            <p:cNvSpPr/>
            <p:nvPr/>
          </p:nvSpPr>
          <p:spPr>
            <a:xfrm>
              <a:off x="8411038" y="1635623"/>
              <a:ext cx="1403661" cy="274911"/>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4" name="Graphic 163" descr="Cursor with solid fill">
            <a:extLst>
              <a:ext uri="{FF2B5EF4-FFF2-40B4-BE49-F238E27FC236}">
                <a16:creationId xmlns:a16="http://schemas.microsoft.com/office/drawing/2014/main" id="{CDA90FB1-5946-4896-B0CB-7536BBD2254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715552" y="6400316"/>
            <a:ext cx="395274" cy="395274"/>
          </a:xfrm>
          <a:prstGeom prst="rect">
            <a:avLst/>
          </a:prstGeom>
        </p:spPr>
      </p:pic>
      <p:pic>
        <p:nvPicPr>
          <p:cNvPr id="165" name="Graphic 164" descr="Cursor with solid fill">
            <a:extLst>
              <a:ext uri="{FF2B5EF4-FFF2-40B4-BE49-F238E27FC236}">
                <a16:creationId xmlns:a16="http://schemas.microsoft.com/office/drawing/2014/main" id="{C2EE8EF6-D672-4D0E-BB06-50BAECAD3B9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112868" y="6400316"/>
            <a:ext cx="395274" cy="395274"/>
          </a:xfrm>
          <a:prstGeom prst="rect">
            <a:avLst/>
          </a:prstGeom>
        </p:spPr>
      </p:pic>
      <p:pic>
        <p:nvPicPr>
          <p:cNvPr id="166" name="Graphic 165" descr="Cursor with solid fill">
            <a:extLst>
              <a:ext uri="{FF2B5EF4-FFF2-40B4-BE49-F238E27FC236}">
                <a16:creationId xmlns:a16="http://schemas.microsoft.com/office/drawing/2014/main" id="{83B6396E-1710-4086-8719-488A01E77EB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502912" y="5824184"/>
            <a:ext cx="395274" cy="395274"/>
          </a:xfrm>
          <a:prstGeom prst="rect">
            <a:avLst/>
          </a:prstGeom>
        </p:spPr>
      </p:pic>
      <p:sp>
        <p:nvSpPr>
          <p:cNvPr id="154" name="TCA">
            <a:hlinkClick r:id="rId16" action="ppaction://hlinksldjump"/>
            <a:extLst>
              <a:ext uri="{FF2B5EF4-FFF2-40B4-BE49-F238E27FC236}">
                <a16:creationId xmlns:a16="http://schemas.microsoft.com/office/drawing/2014/main" id="{88C0AD75-6254-4EF8-88C5-2BBCD6CF83BD}"/>
              </a:ext>
            </a:extLst>
          </p:cNvPr>
          <p:cNvSpPr/>
          <p:nvPr/>
        </p:nvSpPr>
        <p:spPr>
          <a:xfrm>
            <a:off x="2954032" y="2903037"/>
            <a:ext cx="1428593" cy="408623"/>
          </a:xfrm>
          <a:prstGeom prst="roundRect">
            <a:avLst/>
          </a:prstGeom>
          <a:solidFill>
            <a:schemeClr val="bg1"/>
          </a:solidFill>
          <a:ln w="28575">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chemeClr val="tx1"/>
                </a:solidFill>
              </a:rPr>
              <a:t>Short ½-life?</a:t>
            </a:r>
          </a:p>
        </p:txBody>
      </p:sp>
      <p:pic>
        <p:nvPicPr>
          <p:cNvPr id="155" name="Graphic 154" descr="Cursor with solid fill">
            <a:extLst>
              <a:ext uri="{FF2B5EF4-FFF2-40B4-BE49-F238E27FC236}">
                <a16:creationId xmlns:a16="http://schemas.microsoft.com/office/drawing/2014/main" id="{0877B6FF-CF0D-42E4-84F3-A71F75412C7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228897" y="3142669"/>
            <a:ext cx="395274" cy="395274"/>
          </a:xfrm>
          <a:prstGeom prst="rect">
            <a:avLst/>
          </a:prstGeom>
        </p:spPr>
      </p:pic>
      <p:sp>
        <p:nvSpPr>
          <p:cNvPr id="104" name="question 4">
            <a:hlinkClick r:id="rId17" action="ppaction://hlinksldjump"/>
            <a:extLst>
              <a:ext uri="{FF2B5EF4-FFF2-40B4-BE49-F238E27FC236}">
                <a16:creationId xmlns:a16="http://schemas.microsoft.com/office/drawing/2014/main" id="{27459BBC-5131-4AE4-902B-A384426C9F3D}"/>
              </a:ext>
            </a:extLst>
          </p:cNvPr>
          <p:cNvSpPr txBox="1"/>
          <p:nvPr/>
        </p:nvSpPr>
        <p:spPr>
          <a:xfrm>
            <a:off x="191338" y="202262"/>
            <a:ext cx="1714108" cy="715089"/>
          </a:xfrm>
          <a:prstGeom prst="roundRect">
            <a:avLst>
              <a:gd name="adj" fmla="val 8675"/>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Screening &amp; Diagnosis</a:t>
            </a:r>
          </a:p>
        </p:txBody>
      </p:sp>
      <p:pic>
        <p:nvPicPr>
          <p:cNvPr id="153" name="Graphic 152" descr="Cursor with solid fill">
            <a:extLst>
              <a:ext uri="{FF2B5EF4-FFF2-40B4-BE49-F238E27FC236}">
                <a16:creationId xmlns:a16="http://schemas.microsoft.com/office/drawing/2014/main" id="{50760EC8-7143-48A0-BD75-7E67D82FF5B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704619" y="711337"/>
            <a:ext cx="395274" cy="395274"/>
          </a:xfrm>
          <a:prstGeom prst="rect">
            <a:avLst/>
          </a:prstGeom>
        </p:spPr>
      </p:pic>
      <p:sp>
        <p:nvSpPr>
          <p:cNvPr id="167" name="question 4">
            <a:hlinkClick r:id="rId18" action="ppaction://hlinksldjump"/>
            <a:extLst>
              <a:ext uri="{FF2B5EF4-FFF2-40B4-BE49-F238E27FC236}">
                <a16:creationId xmlns:a16="http://schemas.microsoft.com/office/drawing/2014/main" id="{05BC6B2A-5A01-4E91-A762-3EBB0BA76040}"/>
              </a:ext>
            </a:extLst>
          </p:cNvPr>
          <p:cNvSpPr txBox="1"/>
          <p:nvPr/>
        </p:nvSpPr>
        <p:spPr>
          <a:xfrm>
            <a:off x="188147" y="3186700"/>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170" name="Graphic 25" descr="Cursor with solid fill">
            <a:extLst>
              <a:ext uri="{FF2B5EF4-FFF2-40B4-BE49-F238E27FC236}">
                <a16:creationId xmlns:a16="http://schemas.microsoft.com/office/drawing/2014/main" id="{EF735E8E-76C7-472F-99CA-EBBE642BA010}"/>
              </a:ext>
            </a:extLst>
          </p:cNvPr>
          <p:cNvSpPr/>
          <p:nvPr/>
        </p:nvSpPr>
        <p:spPr>
          <a:xfrm>
            <a:off x="1787044" y="3522640"/>
            <a:ext cx="230422" cy="230576"/>
          </a:xfrm>
          <a:custGeom>
            <a:avLst/>
            <a:gdLst>
              <a:gd name="connsiteX0" fmla="*/ 230423 w 230422"/>
              <a:gd name="connsiteY0" fmla="*/ 193931 h 230576"/>
              <a:gd name="connsiteX1" fmla="*/ 147251 w 230422"/>
              <a:gd name="connsiteY1" fmla="*/ 110800 h 230576"/>
              <a:gd name="connsiteX2" fmla="*/ 220541 w 230422"/>
              <a:gd name="connsiteY2" fmla="*/ 84408 h 230576"/>
              <a:gd name="connsiteX3" fmla="*/ 225013 w 230422"/>
              <a:gd name="connsiteY3" fmla="*/ 75252 h 230576"/>
              <a:gd name="connsiteX4" fmla="*/ 220541 w 230422"/>
              <a:gd name="connsiteY4" fmla="*/ 70779 h 230576"/>
              <a:gd name="connsiteX5" fmla="*/ 9358 w 230422"/>
              <a:gd name="connsiteY5" fmla="*/ 371 h 230576"/>
              <a:gd name="connsiteX6" fmla="*/ 7011 w 230422"/>
              <a:gd name="connsiteY6" fmla="*/ 0 h 230576"/>
              <a:gd name="connsiteX7" fmla="*/ 7011 w 230422"/>
              <a:gd name="connsiteY7" fmla="*/ 0 h 230576"/>
              <a:gd name="connsiteX8" fmla="*/ 2 w 230422"/>
              <a:gd name="connsiteY8" fmla="*/ 7316 h 230576"/>
              <a:gd name="connsiteX9" fmla="*/ 382 w 230422"/>
              <a:gd name="connsiteY9" fmla="*/ 9470 h 230576"/>
              <a:gd name="connsiteX10" fmla="*/ 70625 w 230422"/>
              <a:gd name="connsiteY10" fmla="*/ 220859 h 230576"/>
              <a:gd name="connsiteX11" fmla="*/ 79820 w 230422"/>
              <a:gd name="connsiteY11" fmla="*/ 225252 h 230576"/>
              <a:gd name="connsiteX12" fmla="*/ 84213 w 230422"/>
              <a:gd name="connsiteY12" fmla="*/ 220859 h 230576"/>
              <a:gd name="connsiteX13" fmla="*/ 110647 w 230422"/>
              <a:gd name="connsiteY13" fmla="*/ 147487 h 230576"/>
              <a:gd name="connsiteX14" fmla="*/ 193737 w 230422"/>
              <a:gd name="connsiteY14" fmla="*/ 230577 h 23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422" h="230576">
                <a:moveTo>
                  <a:pt x="230423" y="193931"/>
                </a:moveTo>
                <a:lnTo>
                  <a:pt x="147251" y="110800"/>
                </a:lnTo>
                <a:lnTo>
                  <a:pt x="220541" y="84408"/>
                </a:lnTo>
                <a:cubicBezTo>
                  <a:pt x="224304" y="83114"/>
                  <a:pt x="226307" y="79015"/>
                  <a:pt x="225013" y="75252"/>
                </a:cubicBezTo>
                <a:cubicBezTo>
                  <a:pt x="224292" y="73151"/>
                  <a:pt x="222641" y="71501"/>
                  <a:pt x="220541" y="70779"/>
                </a:cubicBezTo>
                <a:lnTo>
                  <a:pt x="9358" y="371"/>
                </a:lnTo>
                <a:cubicBezTo>
                  <a:pt x="8601" y="121"/>
                  <a:pt x="7808" y="-4"/>
                  <a:pt x="7011" y="0"/>
                </a:cubicBezTo>
                <a:lnTo>
                  <a:pt x="7011" y="0"/>
                </a:lnTo>
                <a:cubicBezTo>
                  <a:pt x="3055" y="85"/>
                  <a:pt x="-83" y="3360"/>
                  <a:pt x="2" y="7316"/>
                </a:cubicBezTo>
                <a:cubicBezTo>
                  <a:pt x="17" y="8050"/>
                  <a:pt x="145" y="8776"/>
                  <a:pt x="382" y="9470"/>
                </a:cubicBezTo>
                <a:lnTo>
                  <a:pt x="70625" y="220859"/>
                </a:lnTo>
                <a:cubicBezTo>
                  <a:pt x="71951" y="224612"/>
                  <a:pt x="76068" y="226578"/>
                  <a:pt x="79820" y="225252"/>
                </a:cubicBezTo>
                <a:cubicBezTo>
                  <a:pt x="81873" y="224527"/>
                  <a:pt x="83487" y="222912"/>
                  <a:pt x="84213" y="220859"/>
                </a:cubicBezTo>
                <a:lnTo>
                  <a:pt x="110647" y="147487"/>
                </a:lnTo>
                <a:lnTo>
                  <a:pt x="193737" y="230577"/>
                </a:lnTo>
                <a:close/>
              </a:path>
            </a:pathLst>
          </a:custGeom>
          <a:solidFill>
            <a:srgbClr val="000000"/>
          </a:solidFill>
          <a:ln w="4068" cap="flat">
            <a:noFill/>
            <a:prstDash val="solid"/>
            <a:miter/>
          </a:ln>
        </p:spPr>
        <p:txBody>
          <a:bodyPr rtlCol="0" anchor="ctr"/>
          <a:lstStyle/>
          <a:p>
            <a:endParaRPr lang="en-US"/>
          </a:p>
        </p:txBody>
      </p:sp>
      <p:sp>
        <p:nvSpPr>
          <p:cNvPr id="171" name="question 4">
            <a:hlinkClick r:id="rId19" action="ppaction://hlinksldjump"/>
            <a:extLst>
              <a:ext uri="{FF2B5EF4-FFF2-40B4-BE49-F238E27FC236}">
                <a16:creationId xmlns:a16="http://schemas.microsoft.com/office/drawing/2014/main" id="{A3FB31A9-C215-4C26-8BE0-9912A1BDB7A9}"/>
              </a:ext>
            </a:extLst>
          </p:cNvPr>
          <p:cNvSpPr txBox="1"/>
          <p:nvPr/>
        </p:nvSpPr>
        <p:spPr>
          <a:xfrm>
            <a:off x="188148" y="1794466"/>
            <a:ext cx="171410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172" name="Graphic 171" descr="Cursor with solid fill">
            <a:extLst>
              <a:ext uri="{FF2B5EF4-FFF2-40B4-BE49-F238E27FC236}">
                <a16:creationId xmlns:a16="http://schemas.microsoft.com/office/drawing/2014/main" id="{72D3D7DD-EB98-41A3-8F82-EC806F78B5A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704619" y="1985865"/>
            <a:ext cx="395274" cy="395274"/>
          </a:xfrm>
          <a:prstGeom prst="rect">
            <a:avLst/>
          </a:prstGeom>
        </p:spPr>
      </p:pic>
      <p:sp>
        <p:nvSpPr>
          <p:cNvPr id="173" name="sub-q 2">
            <a:hlinkClick r:id="rId20" action="ppaction://hlinksldjump"/>
            <a:extLst>
              <a:ext uri="{FF2B5EF4-FFF2-40B4-BE49-F238E27FC236}">
                <a16:creationId xmlns:a16="http://schemas.microsoft.com/office/drawing/2014/main" id="{E1C364C5-202F-4898-B83F-EB797CFAA43A}"/>
              </a:ext>
            </a:extLst>
          </p:cNvPr>
          <p:cNvSpPr txBox="1"/>
          <p:nvPr/>
        </p:nvSpPr>
        <p:spPr>
          <a:xfrm>
            <a:off x="445768" y="1112181"/>
            <a:ext cx="145648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Differential</a:t>
            </a:r>
          </a:p>
        </p:txBody>
      </p:sp>
      <p:pic>
        <p:nvPicPr>
          <p:cNvPr id="177" name="Graphic 176" descr="Cursor with solid fill">
            <a:hlinkClick r:id="rId20" action="ppaction://hlinksldjump"/>
            <a:extLst>
              <a:ext uri="{FF2B5EF4-FFF2-40B4-BE49-F238E27FC236}">
                <a16:creationId xmlns:a16="http://schemas.microsoft.com/office/drawing/2014/main" id="{10A6550F-01BA-4D19-A737-39D02B3E9AC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704619" y="1352049"/>
            <a:ext cx="395274" cy="395274"/>
          </a:xfrm>
          <a:prstGeom prst="rect">
            <a:avLst/>
          </a:prstGeom>
        </p:spPr>
      </p:pic>
      <p:cxnSp>
        <p:nvCxnSpPr>
          <p:cNvPr id="180" name="Connector: Elbow 179">
            <a:extLst>
              <a:ext uri="{FF2B5EF4-FFF2-40B4-BE49-F238E27FC236}">
                <a16:creationId xmlns:a16="http://schemas.microsoft.com/office/drawing/2014/main" id="{35DEC3E7-FEB4-409D-8C6B-F44ABD3D6891}"/>
              </a:ext>
            </a:extLst>
          </p:cNvPr>
          <p:cNvCxnSpPr>
            <a:cxnSpLocks/>
          </p:cNvCxnSpPr>
          <p:nvPr/>
        </p:nvCxnSpPr>
        <p:spPr>
          <a:xfrm rot="16200000" flipH="1">
            <a:off x="112036" y="2339183"/>
            <a:ext cx="469827" cy="19764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98" name="Connector: Elbow 197">
            <a:extLst>
              <a:ext uri="{FF2B5EF4-FFF2-40B4-BE49-F238E27FC236}">
                <a16:creationId xmlns:a16="http://schemas.microsoft.com/office/drawing/2014/main" id="{03FAD47E-F848-49B6-8202-763129D17EF1}"/>
              </a:ext>
            </a:extLst>
          </p:cNvPr>
          <p:cNvCxnSpPr>
            <a:cxnSpLocks/>
            <a:endCxn id="173" idx="1"/>
          </p:cNvCxnSpPr>
          <p:nvPr/>
        </p:nvCxnSpPr>
        <p:spPr>
          <a:xfrm rot="16200000" flipH="1">
            <a:off x="154430" y="1025155"/>
            <a:ext cx="385038" cy="19763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199" name="sub-q 1 button">
            <a:extLst>
              <a:ext uri="{FF2B5EF4-FFF2-40B4-BE49-F238E27FC236}">
                <a16:creationId xmlns:a16="http://schemas.microsoft.com/office/drawing/2014/main" id="{9CCC9CB0-B188-4A1D-858C-4A1F11B65DDA}"/>
              </a:ext>
            </a:extLst>
          </p:cNvPr>
          <p:cNvSpPr txBox="1"/>
          <p:nvPr/>
        </p:nvSpPr>
        <p:spPr>
          <a:xfrm>
            <a:off x="445770" y="2468606"/>
            <a:ext cx="1459676" cy="408623"/>
          </a:xfrm>
          <a:prstGeom prst="roundRect">
            <a:avLst/>
          </a:prstGeom>
          <a:solidFill>
            <a:schemeClr val="tx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solidFill>
                  <a:schemeClr val="bg1"/>
                </a:solidFill>
              </a:rPr>
              <a:t>Medications</a:t>
            </a:r>
          </a:p>
        </p:txBody>
      </p:sp>
    </p:spTree>
    <p:extLst>
      <p:ext uri="{BB962C8B-B14F-4D97-AF65-F5344CB8AC3E}">
        <p14:creationId xmlns:p14="http://schemas.microsoft.com/office/powerpoint/2010/main" val="870610097"/>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3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64"/>
                                        </p:tgtEl>
                                        <p:attrNameLst>
                                          <p:attrName>style.visibility</p:attrName>
                                        </p:attrNameLst>
                                      </p:cBhvr>
                                      <p:to>
                                        <p:strVal val="hidden"/>
                                      </p:to>
                                    </p:set>
                                  </p:childTnLst>
                                </p:cTn>
                              </p:par>
                            </p:childTnLst>
                          </p:cTn>
                        </p:par>
                      </p:childTnLst>
                    </p:cTn>
                  </p:par>
                </p:childTnLst>
              </p:cTn>
              <p:nextCondLst>
                <p:cond evt="onClick" delay="0">
                  <p:tgtEl>
                    <p:spTgt spid="132"/>
                  </p:tgtEl>
                </p:cond>
              </p:nextCondLst>
            </p:seq>
            <p:seq concurrent="1" nextAc="seek">
              <p:cTn id="9" restart="whenNotActive" fill="hold" evtFilter="cancelBubble" nodeType="interactiveSeq">
                <p:stCondLst>
                  <p:cond evt="onClick" delay="0">
                    <p:tgtEl>
                      <p:spTgt spid="157"/>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165"/>
                                        </p:tgtEl>
                                        <p:attrNameLst>
                                          <p:attrName>style.visibility</p:attrName>
                                        </p:attrNameLst>
                                      </p:cBhvr>
                                      <p:to>
                                        <p:strVal val="hidden"/>
                                      </p:to>
                                    </p:set>
                                  </p:childTnLst>
                                </p:cTn>
                              </p:par>
                            </p:childTnLst>
                          </p:cTn>
                        </p:par>
                      </p:childTnLst>
                    </p:cTn>
                  </p:par>
                </p:childTnLst>
              </p:cTn>
              <p:nextCondLst>
                <p:cond evt="onClick" delay="0">
                  <p:tgtEl>
                    <p:spTgt spid="157"/>
                  </p:tgtEl>
                </p:cond>
              </p:nextCondLst>
            </p:seq>
            <p:seq concurrent="1" nextAc="seek">
              <p:cTn id="16" restart="whenNotActive" fill="hold" evtFilter="cancelBubble" nodeType="interactiveSeq">
                <p:stCondLst>
                  <p:cond evt="onClick" delay="0">
                    <p:tgtEl>
                      <p:spTgt spid="159"/>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166"/>
                                        </p:tgtEl>
                                        <p:attrNameLst>
                                          <p:attrName>style.visibility</p:attrName>
                                        </p:attrNameLst>
                                      </p:cBhvr>
                                      <p:to>
                                        <p:strVal val="hidden"/>
                                      </p:to>
                                    </p:set>
                                  </p:childTnLst>
                                </p:cTn>
                              </p:par>
                            </p:childTnLst>
                          </p:cTn>
                        </p:par>
                      </p:childTnLst>
                    </p:cTn>
                  </p:par>
                </p:childTnLst>
              </p:cTn>
              <p:nextCondLst>
                <p:cond evt="onClick" delay="0">
                  <p:tgtEl>
                    <p:spTgt spid="159"/>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872A7C7-F12D-41D1-9924-57E71AAC269B}"/>
              </a:ext>
            </a:extLst>
          </p:cNvPr>
          <p:cNvCxnSpPr>
            <a:cxnSpLocks/>
          </p:cNvCxnSpPr>
          <p:nvPr/>
        </p:nvCxnSpPr>
        <p:spPr>
          <a:xfrm>
            <a:off x="4066012" y="208419"/>
            <a:ext cx="0" cy="646055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1B4E47-D141-4E18-BDE2-D20ABECC4D85}"/>
              </a:ext>
            </a:extLst>
          </p:cNvPr>
          <p:cNvCxnSpPr>
            <a:cxnSpLocks/>
          </p:cNvCxnSpPr>
          <p:nvPr/>
        </p:nvCxnSpPr>
        <p:spPr>
          <a:xfrm>
            <a:off x="8063449" y="235851"/>
            <a:ext cx="0" cy="6433127"/>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7" name="Case 1">
            <a:extLst>
              <a:ext uri="{FF2B5EF4-FFF2-40B4-BE49-F238E27FC236}">
                <a16:creationId xmlns:a16="http://schemas.microsoft.com/office/drawing/2014/main" id="{6005777B-8C5A-4412-B6D3-3609E1606959}"/>
              </a:ext>
            </a:extLst>
          </p:cNvPr>
          <p:cNvSpPr/>
          <p:nvPr/>
        </p:nvSpPr>
        <p:spPr>
          <a:xfrm>
            <a:off x="860048" y="164529"/>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Case 1</a:t>
            </a:r>
          </a:p>
        </p:txBody>
      </p:sp>
      <p:sp>
        <p:nvSpPr>
          <p:cNvPr id="8" name="Case 1 text">
            <a:extLst>
              <a:ext uri="{FF2B5EF4-FFF2-40B4-BE49-F238E27FC236}">
                <a16:creationId xmlns:a16="http://schemas.microsoft.com/office/drawing/2014/main" id="{B993DDCA-DD18-4259-912E-EBFD74AC50FF}"/>
              </a:ext>
            </a:extLst>
          </p:cNvPr>
          <p:cNvSpPr txBox="1"/>
          <p:nvPr/>
        </p:nvSpPr>
        <p:spPr>
          <a:xfrm>
            <a:off x="161946" y="717256"/>
            <a:ext cx="3684165" cy="1815882"/>
          </a:xfrm>
          <a:prstGeom prst="rect">
            <a:avLst/>
          </a:prstGeom>
          <a:noFill/>
        </p:spPr>
        <p:txBody>
          <a:bodyPr wrap="square" lIns="91440" tIns="45720" rIns="91440" bIns="45720" rtlCol="0" anchor="t">
            <a:spAutoFit/>
          </a:bodyPr>
          <a:lstStyle/>
          <a:p>
            <a:r>
              <a:rPr lang="en-US" sz="1400">
                <a:ea typeface="+mn-lt"/>
                <a:cs typeface="+mn-lt"/>
              </a:rPr>
              <a:t>25-year-old man presents to establish care with his primary care doctor. He reports no past medical history and otherwise feels well. He moved from Chicago 2 months ago and has noticed increasing feelings of loneliness and sadness over the past several weeks. He also reports increasing stress with his new job</a:t>
            </a:r>
          </a:p>
          <a:p>
            <a:endParaRPr lang="en-US" sz="1400">
              <a:ea typeface="+mn-lt"/>
              <a:cs typeface="+mn-lt"/>
            </a:endParaRPr>
          </a:p>
        </p:txBody>
      </p:sp>
      <p:sp>
        <p:nvSpPr>
          <p:cNvPr id="9" name="Case 1 - Pre-test button">
            <a:extLst>
              <a:ext uri="{FF2B5EF4-FFF2-40B4-BE49-F238E27FC236}">
                <a16:creationId xmlns:a16="http://schemas.microsoft.com/office/drawing/2014/main" id="{ABE319CB-B95F-4DA5-ADBF-0F41534738B0}"/>
              </a:ext>
            </a:extLst>
          </p:cNvPr>
          <p:cNvSpPr/>
          <p:nvPr/>
        </p:nvSpPr>
        <p:spPr>
          <a:xfrm>
            <a:off x="255766" y="2375943"/>
            <a:ext cx="3510238" cy="314391"/>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Which screening test is most appropriate?</a:t>
            </a:r>
          </a:p>
        </p:txBody>
      </p:sp>
      <p:sp>
        <p:nvSpPr>
          <p:cNvPr id="10" name="After further questioning">
            <a:extLst>
              <a:ext uri="{FF2B5EF4-FFF2-40B4-BE49-F238E27FC236}">
                <a16:creationId xmlns:a16="http://schemas.microsoft.com/office/drawing/2014/main" id="{139B6C50-6E1D-48CE-8941-6238BAF4218D}"/>
              </a:ext>
            </a:extLst>
          </p:cNvPr>
          <p:cNvSpPr/>
          <p:nvPr/>
        </p:nvSpPr>
        <p:spPr>
          <a:xfrm>
            <a:off x="253842" y="3228184"/>
            <a:ext cx="3510236" cy="791742"/>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After further questioning, patient meets criteria for Moderate Depression, what is the next step?</a:t>
            </a:r>
          </a:p>
        </p:txBody>
      </p:sp>
      <p:sp>
        <p:nvSpPr>
          <p:cNvPr id="11" name="Case 1 - What medication do you recommend">
            <a:extLst>
              <a:ext uri="{FF2B5EF4-FFF2-40B4-BE49-F238E27FC236}">
                <a16:creationId xmlns:a16="http://schemas.microsoft.com/office/drawing/2014/main" id="{755D2B55-6FAA-40C9-956A-597A54E8C894}"/>
              </a:ext>
            </a:extLst>
          </p:cNvPr>
          <p:cNvSpPr/>
          <p:nvPr/>
        </p:nvSpPr>
        <p:spPr>
          <a:xfrm>
            <a:off x="234030" y="4476116"/>
            <a:ext cx="3553709" cy="701528"/>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Patient denies active suicidal ideation and has no prior history of suicide attempts. What medication would you recommend?</a:t>
            </a:r>
          </a:p>
        </p:txBody>
      </p:sp>
      <p:sp>
        <p:nvSpPr>
          <p:cNvPr id="12" name="Case 1 - When should this patient return">
            <a:extLst>
              <a:ext uri="{FF2B5EF4-FFF2-40B4-BE49-F238E27FC236}">
                <a16:creationId xmlns:a16="http://schemas.microsoft.com/office/drawing/2014/main" id="{428E0E40-EE05-47C9-9F12-C88839C20644}"/>
              </a:ext>
            </a:extLst>
          </p:cNvPr>
          <p:cNvSpPr/>
          <p:nvPr/>
        </p:nvSpPr>
        <p:spPr>
          <a:xfrm>
            <a:off x="260107" y="5633834"/>
            <a:ext cx="3522125" cy="42875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When should this patient return for follow up?</a:t>
            </a:r>
          </a:p>
        </p:txBody>
      </p:sp>
      <p:sp>
        <p:nvSpPr>
          <p:cNvPr id="13" name="Case 1 - Pre-test answer">
            <a:extLst>
              <a:ext uri="{FF2B5EF4-FFF2-40B4-BE49-F238E27FC236}">
                <a16:creationId xmlns:a16="http://schemas.microsoft.com/office/drawing/2014/main" id="{AD7D09E3-4D7E-48D0-9D9E-111CD000CF56}"/>
              </a:ext>
            </a:extLst>
          </p:cNvPr>
          <p:cNvSpPr/>
          <p:nvPr/>
        </p:nvSpPr>
        <p:spPr>
          <a:xfrm>
            <a:off x="253842" y="2785882"/>
            <a:ext cx="3510238" cy="381129"/>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PHQ-9 (</a:t>
            </a:r>
            <a:r>
              <a:rPr lang="en-US" sz="1400">
                <a:hlinkClick r:id="rId3" action="ppaction://hlinksldjump"/>
              </a:rPr>
              <a:t>seen here</a:t>
            </a:r>
            <a:r>
              <a:rPr lang="en-US" sz="1400"/>
              <a:t>), also consider GAD-7</a:t>
            </a:r>
          </a:p>
        </p:txBody>
      </p:sp>
      <p:sp>
        <p:nvSpPr>
          <p:cNvPr id="14" name="Case 1 - answer two">
            <a:extLst>
              <a:ext uri="{FF2B5EF4-FFF2-40B4-BE49-F238E27FC236}">
                <a16:creationId xmlns:a16="http://schemas.microsoft.com/office/drawing/2014/main" id="{AD6FDFA3-80D1-4084-ACD1-CE30D6B3BE03}"/>
              </a:ext>
            </a:extLst>
          </p:cNvPr>
          <p:cNvSpPr/>
          <p:nvPr/>
        </p:nvSpPr>
        <p:spPr>
          <a:xfrm>
            <a:off x="253843" y="4096011"/>
            <a:ext cx="3519312" cy="331630"/>
          </a:xfrm>
          <a:prstGeom prst="roundRect">
            <a:avLst>
              <a:gd name="adj" fmla="val 1150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hlinkClick r:id="rId4" action="ppaction://hlinksldjump"/>
              </a:rPr>
              <a:t>Suicide Risk Assessment</a:t>
            </a:r>
            <a:endParaRPr lang="en-US" sz="1400"/>
          </a:p>
        </p:txBody>
      </p:sp>
      <p:sp>
        <p:nvSpPr>
          <p:cNvPr id="15" name="Case 1 - answer 3">
            <a:extLst>
              <a:ext uri="{FF2B5EF4-FFF2-40B4-BE49-F238E27FC236}">
                <a16:creationId xmlns:a16="http://schemas.microsoft.com/office/drawing/2014/main" id="{8B0146ED-E78A-4D65-89A1-CBD0C6A6C325}"/>
              </a:ext>
            </a:extLst>
          </p:cNvPr>
          <p:cNvSpPr/>
          <p:nvPr/>
        </p:nvSpPr>
        <p:spPr>
          <a:xfrm>
            <a:off x="0" y="5222079"/>
            <a:ext cx="4012194" cy="302506"/>
          </a:xfrm>
          <a:prstGeom prst="roundRect">
            <a:avLst>
              <a:gd name="adj" fmla="val 1217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SSRI or SNRI, consider avoiding Paroxetine</a:t>
            </a:r>
          </a:p>
        </p:txBody>
      </p:sp>
      <p:sp>
        <p:nvSpPr>
          <p:cNvPr id="16" name="Case 1 - Management answer">
            <a:extLst>
              <a:ext uri="{FF2B5EF4-FFF2-40B4-BE49-F238E27FC236}">
                <a16:creationId xmlns:a16="http://schemas.microsoft.com/office/drawing/2014/main" id="{E8DADBB0-DED2-4BCA-9709-79A698C5FAE8}"/>
              </a:ext>
            </a:extLst>
          </p:cNvPr>
          <p:cNvSpPr/>
          <p:nvPr/>
        </p:nvSpPr>
        <p:spPr>
          <a:xfrm>
            <a:off x="255766" y="6123766"/>
            <a:ext cx="3517389" cy="515622"/>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1-2 weeks for side effect evaluation and dosage increase</a:t>
            </a:r>
          </a:p>
        </p:txBody>
      </p:sp>
      <p:sp>
        <p:nvSpPr>
          <p:cNvPr id="17" name="Case 2">
            <a:extLst>
              <a:ext uri="{FF2B5EF4-FFF2-40B4-BE49-F238E27FC236}">
                <a16:creationId xmlns:a16="http://schemas.microsoft.com/office/drawing/2014/main" id="{C079F8AA-6520-4A70-9DAB-B67045D78AA1}"/>
              </a:ext>
            </a:extLst>
          </p:cNvPr>
          <p:cNvSpPr/>
          <p:nvPr/>
        </p:nvSpPr>
        <p:spPr>
          <a:xfrm>
            <a:off x="4956138" y="164529"/>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Case 2</a:t>
            </a:r>
          </a:p>
        </p:txBody>
      </p:sp>
      <p:sp>
        <p:nvSpPr>
          <p:cNvPr id="18" name="Case 1 text">
            <a:extLst>
              <a:ext uri="{FF2B5EF4-FFF2-40B4-BE49-F238E27FC236}">
                <a16:creationId xmlns:a16="http://schemas.microsoft.com/office/drawing/2014/main" id="{58DD389E-3321-47AD-B0C3-EE28F177899C}"/>
              </a:ext>
            </a:extLst>
          </p:cNvPr>
          <p:cNvSpPr txBox="1"/>
          <p:nvPr/>
        </p:nvSpPr>
        <p:spPr>
          <a:xfrm>
            <a:off x="4138042" y="653579"/>
            <a:ext cx="3830752" cy="1600438"/>
          </a:xfrm>
          <a:prstGeom prst="rect">
            <a:avLst/>
          </a:prstGeom>
          <a:noFill/>
        </p:spPr>
        <p:txBody>
          <a:bodyPr wrap="square" lIns="91440" tIns="45720" rIns="91440" bIns="45720" rtlCol="0" anchor="t">
            <a:spAutoFit/>
          </a:bodyPr>
          <a:lstStyle/>
          <a:p>
            <a:pPr marL="0" indent="0">
              <a:spcBef>
                <a:spcPts val="0"/>
              </a:spcBef>
              <a:buNone/>
            </a:pPr>
            <a:r>
              <a:rPr lang="en-US" sz="1400"/>
              <a:t>79-year-old woman presents to her geriatrician for evaluation of fatigue and poor concentration. She has a PMH of HTN, RA, and CAD. Her symptoms started approximately 6 months ago after a MI. Her follow up with her cardiologist has been normal. She denies chest pain, dizziness, lightheadedness. </a:t>
            </a:r>
          </a:p>
        </p:txBody>
      </p:sp>
      <p:sp>
        <p:nvSpPr>
          <p:cNvPr id="19" name="Case 3 button">
            <a:extLst>
              <a:ext uri="{FF2B5EF4-FFF2-40B4-BE49-F238E27FC236}">
                <a16:creationId xmlns:a16="http://schemas.microsoft.com/office/drawing/2014/main" id="{6DD0CBA9-D204-444B-943B-62FDE740250E}"/>
              </a:ext>
            </a:extLst>
          </p:cNvPr>
          <p:cNvSpPr/>
          <p:nvPr/>
        </p:nvSpPr>
        <p:spPr>
          <a:xfrm>
            <a:off x="8900462" y="167057"/>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Case 3</a:t>
            </a:r>
          </a:p>
        </p:txBody>
      </p:sp>
      <p:sp>
        <p:nvSpPr>
          <p:cNvPr id="20" name="Case 1 text">
            <a:extLst>
              <a:ext uri="{FF2B5EF4-FFF2-40B4-BE49-F238E27FC236}">
                <a16:creationId xmlns:a16="http://schemas.microsoft.com/office/drawing/2014/main" id="{D1559D51-D72E-4AD7-8E40-0C6810523C4B}"/>
              </a:ext>
            </a:extLst>
          </p:cNvPr>
          <p:cNvSpPr txBox="1"/>
          <p:nvPr/>
        </p:nvSpPr>
        <p:spPr>
          <a:xfrm>
            <a:off x="8168850" y="729007"/>
            <a:ext cx="3925376" cy="2400657"/>
          </a:xfrm>
          <a:prstGeom prst="rect">
            <a:avLst/>
          </a:prstGeom>
          <a:noFill/>
        </p:spPr>
        <p:txBody>
          <a:bodyPr wrap="square" lIns="91440" tIns="45720" rIns="91440" bIns="45720" rtlCol="0" anchor="t">
            <a:spAutoFit/>
          </a:bodyPr>
          <a:lstStyle/>
          <a:p>
            <a:r>
              <a:rPr lang="en-US" sz="1400">
                <a:ea typeface="+mn-lt"/>
                <a:cs typeface="+mn-lt"/>
              </a:rPr>
              <a:t>28-year-old woman presents with general arthralgias and low back pain that started several years ago. She feels “restless” and “on edge”, which has been going on since she was in her late teens. She states she has had intermittent depression but has never sought treatment as these episodes resolved on their own. She drinks 2 glasses of wine each night to help with sleep. </a:t>
            </a:r>
          </a:p>
          <a:p>
            <a:r>
              <a:rPr lang="en-US" sz="1200" b="1">
                <a:ea typeface="+mn-lt"/>
                <a:cs typeface="+mn-lt"/>
              </a:rPr>
              <a:t>VS: </a:t>
            </a:r>
            <a:r>
              <a:rPr lang="en-US" sz="1200" err="1">
                <a:ea typeface="+mn-lt"/>
                <a:cs typeface="+mn-lt"/>
              </a:rPr>
              <a:t>Ht</a:t>
            </a:r>
            <a:r>
              <a:rPr lang="en-US" sz="1200">
                <a:ea typeface="+mn-lt"/>
                <a:cs typeface="+mn-lt"/>
              </a:rPr>
              <a:t> 5’3”, </a:t>
            </a:r>
            <a:r>
              <a:rPr lang="en-US" sz="1200" err="1">
                <a:ea typeface="+mn-lt"/>
                <a:cs typeface="+mn-lt"/>
              </a:rPr>
              <a:t>Wt</a:t>
            </a:r>
            <a:r>
              <a:rPr lang="en-US" sz="1200">
                <a:ea typeface="+mn-lt"/>
                <a:cs typeface="+mn-lt"/>
              </a:rPr>
              <a:t> 125 </a:t>
            </a:r>
            <a:r>
              <a:rPr lang="en-US" sz="1200" err="1">
                <a:ea typeface="+mn-lt"/>
                <a:cs typeface="+mn-lt"/>
              </a:rPr>
              <a:t>lbs</a:t>
            </a:r>
            <a:r>
              <a:rPr lang="en-US" sz="1200">
                <a:ea typeface="+mn-lt"/>
                <a:cs typeface="+mn-lt"/>
              </a:rPr>
              <a:t>, HR 72, BP 120/80, RR 16, SpO2 95%</a:t>
            </a:r>
          </a:p>
          <a:p>
            <a:r>
              <a:rPr lang="en-US" sz="1200" b="1">
                <a:ea typeface="+mn-lt"/>
                <a:cs typeface="+mn-lt"/>
              </a:rPr>
              <a:t>PE: </a:t>
            </a:r>
            <a:r>
              <a:rPr lang="en-US" sz="1200">
                <a:ea typeface="+mn-lt"/>
                <a:cs typeface="+mn-lt"/>
              </a:rPr>
              <a:t>Unremarkable MSK exam</a:t>
            </a:r>
          </a:p>
          <a:p>
            <a:endParaRPr lang="en-US" sz="1400">
              <a:ea typeface="+mn-lt"/>
              <a:cs typeface="+mn-lt"/>
            </a:endParaRPr>
          </a:p>
        </p:txBody>
      </p:sp>
      <p:pic>
        <p:nvPicPr>
          <p:cNvPr id="21" name="Home button" descr="Home">
            <a:hlinkClick r:id="rId5" action="ppaction://hlinksldjump"/>
            <a:extLst>
              <a:ext uri="{FF2B5EF4-FFF2-40B4-BE49-F238E27FC236}">
                <a16:creationId xmlns:a16="http://schemas.microsoft.com/office/drawing/2014/main" id="{2189C469-981D-45C6-BFCA-AB59251922F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62127" y="139345"/>
            <a:ext cx="529725" cy="529725"/>
          </a:xfrm>
          <a:prstGeom prst="rect">
            <a:avLst/>
          </a:prstGeom>
        </p:spPr>
      </p:pic>
      <p:pic>
        <p:nvPicPr>
          <p:cNvPr id="23" name="Graphic 22" descr="Cursor with solid fill">
            <a:extLst>
              <a:ext uri="{FF2B5EF4-FFF2-40B4-BE49-F238E27FC236}">
                <a16:creationId xmlns:a16="http://schemas.microsoft.com/office/drawing/2014/main" id="{C1321F31-A89F-473B-97D2-B57DF8B7770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12167" y="2556304"/>
            <a:ext cx="302506" cy="302506"/>
          </a:xfrm>
          <a:prstGeom prst="rect">
            <a:avLst/>
          </a:prstGeom>
        </p:spPr>
      </p:pic>
      <p:pic>
        <p:nvPicPr>
          <p:cNvPr id="24" name="Graphic 23" descr="Cursor with solid fill">
            <a:extLst>
              <a:ext uri="{FF2B5EF4-FFF2-40B4-BE49-F238E27FC236}">
                <a16:creationId xmlns:a16="http://schemas.microsoft.com/office/drawing/2014/main" id="{FA0E7336-E8A7-42A3-BF75-FEF5548C007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07236" y="3868673"/>
            <a:ext cx="302506" cy="302506"/>
          </a:xfrm>
          <a:prstGeom prst="rect">
            <a:avLst/>
          </a:prstGeom>
        </p:spPr>
      </p:pic>
      <p:pic>
        <p:nvPicPr>
          <p:cNvPr id="25" name="Graphic 24" descr="Cursor with solid fill">
            <a:extLst>
              <a:ext uri="{FF2B5EF4-FFF2-40B4-BE49-F238E27FC236}">
                <a16:creationId xmlns:a16="http://schemas.microsoft.com/office/drawing/2014/main" id="{5A60B842-A7A7-4C2E-B192-717232B3170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50689" y="5037687"/>
            <a:ext cx="302506" cy="302506"/>
          </a:xfrm>
          <a:prstGeom prst="rect">
            <a:avLst/>
          </a:prstGeom>
        </p:spPr>
      </p:pic>
      <p:pic>
        <p:nvPicPr>
          <p:cNvPr id="26" name="Graphic 25" descr="Cursor with solid fill">
            <a:extLst>
              <a:ext uri="{FF2B5EF4-FFF2-40B4-BE49-F238E27FC236}">
                <a16:creationId xmlns:a16="http://schemas.microsoft.com/office/drawing/2014/main" id="{1B2E23BE-D4E9-4322-9D13-FF61D5988A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65725" y="5953791"/>
            <a:ext cx="302506" cy="302506"/>
          </a:xfrm>
          <a:prstGeom prst="rect">
            <a:avLst/>
          </a:prstGeom>
        </p:spPr>
      </p:pic>
      <p:pic>
        <p:nvPicPr>
          <p:cNvPr id="27" name="Graphic 26" descr="Cursor with solid fill">
            <a:extLst>
              <a:ext uri="{FF2B5EF4-FFF2-40B4-BE49-F238E27FC236}">
                <a16:creationId xmlns:a16="http://schemas.microsoft.com/office/drawing/2014/main" id="{43F7012D-432F-4B9E-80E3-DEF7DEC3A90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26494" y="426062"/>
            <a:ext cx="302506" cy="302506"/>
          </a:xfrm>
          <a:prstGeom prst="rect">
            <a:avLst/>
          </a:prstGeom>
        </p:spPr>
      </p:pic>
      <p:sp>
        <p:nvSpPr>
          <p:cNvPr id="28" name="Case 2 - question1">
            <a:extLst>
              <a:ext uri="{FF2B5EF4-FFF2-40B4-BE49-F238E27FC236}">
                <a16:creationId xmlns:a16="http://schemas.microsoft.com/office/drawing/2014/main" id="{D85B29A9-5230-4A6F-BDA7-FB7C84F41FDC}"/>
              </a:ext>
            </a:extLst>
          </p:cNvPr>
          <p:cNvSpPr/>
          <p:nvPr/>
        </p:nvSpPr>
        <p:spPr>
          <a:xfrm>
            <a:off x="4298299" y="3117571"/>
            <a:ext cx="3510238" cy="471693"/>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What screening labs and questionnaires would be appropriate?</a:t>
            </a:r>
          </a:p>
        </p:txBody>
      </p:sp>
      <p:sp>
        <p:nvSpPr>
          <p:cNvPr id="29" name="Case 2 - question2">
            <a:extLst>
              <a:ext uri="{FF2B5EF4-FFF2-40B4-BE49-F238E27FC236}">
                <a16:creationId xmlns:a16="http://schemas.microsoft.com/office/drawing/2014/main" id="{516E49D8-5AFF-48B2-8FAD-B3136A75FA2F}"/>
              </a:ext>
            </a:extLst>
          </p:cNvPr>
          <p:cNvSpPr/>
          <p:nvPr/>
        </p:nvSpPr>
        <p:spPr>
          <a:xfrm>
            <a:off x="4293256" y="4141461"/>
            <a:ext cx="3520325" cy="747673"/>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Her labs, ECG, and MOCA are unremarkable and her GDS-5 is positive. What treatment regimen would you recommend?</a:t>
            </a:r>
          </a:p>
        </p:txBody>
      </p:sp>
      <p:sp>
        <p:nvSpPr>
          <p:cNvPr id="30" name="Case 2 - question3">
            <a:extLst>
              <a:ext uri="{FF2B5EF4-FFF2-40B4-BE49-F238E27FC236}">
                <a16:creationId xmlns:a16="http://schemas.microsoft.com/office/drawing/2014/main" id="{17459DB1-0785-4549-9FC3-F541525893A4}"/>
              </a:ext>
            </a:extLst>
          </p:cNvPr>
          <p:cNvSpPr/>
          <p:nvPr/>
        </p:nvSpPr>
        <p:spPr>
          <a:xfrm>
            <a:off x="4324955" y="5455713"/>
            <a:ext cx="3456926" cy="695288"/>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Patient starts Citalopram (10mg) and returns in 2 weeks. She reports mild diarrhea that has since improved. Her GDS-5 is unchanged. Next step?</a:t>
            </a:r>
          </a:p>
        </p:txBody>
      </p:sp>
      <p:sp>
        <p:nvSpPr>
          <p:cNvPr id="31" name="Case 2 - answer1">
            <a:extLst>
              <a:ext uri="{FF2B5EF4-FFF2-40B4-BE49-F238E27FC236}">
                <a16:creationId xmlns:a16="http://schemas.microsoft.com/office/drawing/2014/main" id="{D14ACFAC-8CC8-471A-8473-70909B9A808B}"/>
              </a:ext>
            </a:extLst>
          </p:cNvPr>
          <p:cNvSpPr/>
          <p:nvPr/>
        </p:nvSpPr>
        <p:spPr>
          <a:xfrm>
            <a:off x="4298299" y="3665528"/>
            <a:ext cx="3510238" cy="381129"/>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EKG, CBC, BMP, TSH. PHQ-9 or GDS-5, MOCA</a:t>
            </a:r>
          </a:p>
        </p:txBody>
      </p:sp>
      <p:sp>
        <p:nvSpPr>
          <p:cNvPr id="32" name="Case 2 - answer2">
            <a:extLst>
              <a:ext uri="{FF2B5EF4-FFF2-40B4-BE49-F238E27FC236}">
                <a16:creationId xmlns:a16="http://schemas.microsoft.com/office/drawing/2014/main" id="{43C02AB1-AAEE-4E19-AFF5-A600ABDD815F}"/>
              </a:ext>
            </a:extLst>
          </p:cNvPr>
          <p:cNvSpPr/>
          <p:nvPr/>
        </p:nvSpPr>
        <p:spPr>
          <a:xfrm>
            <a:off x="4293762" y="5021442"/>
            <a:ext cx="3519312" cy="331630"/>
          </a:xfrm>
          <a:prstGeom prst="roundRect">
            <a:avLst>
              <a:gd name="adj" fmla="val 1150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Citalopram or Mirtazapine, CBT</a:t>
            </a:r>
          </a:p>
        </p:txBody>
      </p:sp>
      <p:sp>
        <p:nvSpPr>
          <p:cNvPr id="33" name="Case 2 - answer 3">
            <a:extLst>
              <a:ext uri="{FF2B5EF4-FFF2-40B4-BE49-F238E27FC236}">
                <a16:creationId xmlns:a16="http://schemas.microsoft.com/office/drawing/2014/main" id="{F44630BE-F9FF-47A4-930C-94F7555F04F9}"/>
              </a:ext>
            </a:extLst>
          </p:cNvPr>
          <p:cNvSpPr/>
          <p:nvPr/>
        </p:nvSpPr>
        <p:spPr>
          <a:xfrm>
            <a:off x="4301095" y="6263254"/>
            <a:ext cx="3504647" cy="302506"/>
          </a:xfrm>
          <a:prstGeom prst="roundRect">
            <a:avLst>
              <a:gd name="adj" fmla="val 1217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Increase Citalopram to 20mg</a:t>
            </a:r>
          </a:p>
        </p:txBody>
      </p:sp>
      <p:pic>
        <p:nvPicPr>
          <p:cNvPr id="34" name="Graphic 33" descr="Cursor with solid fill">
            <a:extLst>
              <a:ext uri="{FF2B5EF4-FFF2-40B4-BE49-F238E27FC236}">
                <a16:creationId xmlns:a16="http://schemas.microsoft.com/office/drawing/2014/main" id="{0D7379B4-5A3E-4C37-90DC-D63AFF88692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46321" y="3411603"/>
            <a:ext cx="302506" cy="302506"/>
          </a:xfrm>
          <a:prstGeom prst="rect">
            <a:avLst/>
          </a:prstGeom>
        </p:spPr>
      </p:pic>
      <p:pic>
        <p:nvPicPr>
          <p:cNvPr id="35" name="Graphic 34" descr="Cursor with solid fill">
            <a:extLst>
              <a:ext uri="{FF2B5EF4-FFF2-40B4-BE49-F238E27FC236}">
                <a16:creationId xmlns:a16="http://schemas.microsoft.com/office/drawing/2014/main" id="{A9A9457E-2B03-426E-8C34-7A6B6DA1CDD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09654" y="4789202"/>
            <a:ext cx="302506" cy="302506"/>
          </a:xfrm>
          <a:prstGeom prst="rect">
            <a:avLst/>
          </a:prstGeom>
        </p:spPr>
      </p:pic>
      <p:pic>
        <p:nvPicPr>
          <p:cNvPr id="36" name="Graphic 35" descr="Cursor with solid fill">
            <a:extLst>
              <a:ext uri="{FF2B5EF4-FFF2-40B4-BE49-F238E27FC236}">
                <a16:creationId xmlns:a16="http://schemas.microsoft.com/office/drawing/2014/main" id="{AB95C2F3-F88B-4101-920C-895ACB2BD12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45101" y="5973401"/>
            <a:ext cx="302506" cy="302506"/>
          </a:xfrm>
          <a:prstGeom prst="rect">
            <a:avLst/>
          </a:prstGeom>
        </p:spPr>
      </p:pic>
      <p:pic>
        <p:nvPicPr>
          <p:cNvPr id="38" name="Graphic 37" descr="Cursor with solid fill">
            <a:extLst>
              <a:ext uri="{FF2B5EF4-FFF2-40B4-BE49-F238E27FC236}">
                <a16:creationId xmlns:a16="http://schemas.microsoft.com/office/drawing/2014/main" id="{14049E73-9763-4A3A-A854-863E129F025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920869" y="436235"/>
            <a:ext cx="302506" cy="302506"/>
          </a:xfrm>
          <a:prstGeom prst="rect">
            <a:avLst/>
          </a:prstGeom>
        </p:spPr>
      </p:pic>
      <p:pic>
        <p:nvPicPr>
          <p:cNvPr id="39" name="Graphic 38" descr="Cursor with solid fill">
            <a:extLst>
              <a:ext uri="{FF2B5EF4-FFF2-40B4-BE49-F238E27FC236}">
                <a16:creationId xmlns:a16="http://schemas.microsoft.com/office/drawing/2014/main" id="{3C16880B-A402-4252-A5F2-364B03415EE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976068" y="466633"/>
            <a:ext cx="302506" cy="302506"/>
          </a:xfrm>
          <a:prstGeom prst="rect">
            <a:avLst/>
          </a:prstGeom>
        </p:spPr>
      </p:pic>
      <p:sp>
        <p:nvSpPr>
          <p:cNvPr id="40" name="Case 3 - question1">
            <a:extLst>
              <a:ext uri="{FF2B5EF4-FFF2-40B4-BE49-F238E27FC236}">
                <a16:creationId xmlns:a16="http://schemas.microsoft.com/office/drawing/2014/main" id="{BFC79436-CA37-4E25-B348-F7C483F05396}"/>
              </a:ext>
            </a:extLst>
          </p:cNvPr>
          <p:cNvSpPr/>
          <p:nvPr/>
        </p:nvSpPr>
        <p:spPr>
          <a:xfrm>
            <a:off x="8345018" y="3033840"/>
            <a:ext cx="3510238" cy="322228"/>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Which screening test is most appropriate?</a:t>
            </a:r>
          </a:p>
        </p:txBody>
      </p:sp>
      <p:sp>
        <p:nvSpPr>
          <p:cNvPr id="41" name="Case 3 - question2">
            <a:extLst>
              <a:ext uri="{FF2B5EF4-FFF2-40B4-BE49-F238E27FC236}">
                <a16:creationId xmlns:a16="http://schemas.microsoft.com/office/drawing/2014/main" id="{58E40E06-6231-4D12-BA20-C6FC0F7CBC19}"/>
              </a:ext>
            </a:extLst>
          </p:cNvPr>
          <p:cNvSpPr/>
          <p:nvPr/>
        </p:nvSpPr>
        <p:spPr>
          <a:xfrm>
            <a:off x="8343662" y="3689327"/>
            <a:ext cx="3519297" cy="595852"/>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You diagnose her with Unipolar Depression, and Generalized Anxiety Disorder. What do you offer for treatment? </a:t>
            </a:r>
          </a:p>
        </p:txBody>
      </p:sp>
      <p:sp>
        <p:nvSpPr>
          <p:cNvPr id="42" name="Case 3 - question3">
            <a:extLst>
              <a:ext uri="{FF2B5EF4-FFF2-40B4-BE49-F238E27FC236}">
                <a16:creationId xmlns:a16="http://schemas.microsoft.com/office/drawing/2014/main" id="{93A374D5-8A75-4192-9AAD-5FC7AC9BE10F}"/>
              </a:ext>
            </a:extLst>
          </p:cNvPr>
          <p:cNvSpPr/>
          <p:nvPr/>
        </p:nvSpPr>
        <p:spPr>
          <a:xfrm>
            <a:off x="8356876" y="4669695"/>
            <a:ext cx="3519297" cy="679844"/>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On 8 week follow up, she is on a max dose of duloxetine and her GAD7 has improved but is still showing moderate anxiety. Next step?</a:t>
            </a:r>
          </a:p>
        </p:txBody>
      </p:sp>
      <p:sp>
        <p:nvSpPr>
          <p:cNvPr id="43" name="Case 3 - question4">
            <a:extLst>
              <a:ext uri="{FF2B5EF4-FFF2-40B4-BE49-F238E27FC236}">
                <a16:creationId xmlns:a16="http://schemas.microsoft.com/office/drawing/2014/main" id="{66BF2535-23CE-4D09-9B9C-00491424003C}"/>
              </a:ext>
            </a:extLst>
          </p:cNvPr>
          <p:cNvSpPr/>
          <p:nvPr/>
        </p:nvSpPr>
        <p:spPr>
          <a:xfrm>
            <a:off x="8296038" y="5860080"/>
            <a:ext cx="3522125" cy="644078"/>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She switches to sertraline and on follow-up 2 weeks later, reports feeling “better than ever”. Her energy is at an “all time high” and her pain is “entirely gone”</a:t>
            </a:r>
          </a:p>
        </p:txBody>
      </p:sp>
      <p:sp>
        <p:nvSpPr>
          <p:cNvPr id="44" name="Case 3 - answer1">
            <a:extLst>
              <a:ext uri="{FF2B5EF4-FFF2-40B4-BE49-F238E27FC236}">
                <a16:creationId xmlns:a16="http://schemas.microsoft.com/office/drawing/2014/main" id="{92AC5D7A-8F01-4C84-AC80-242B4B2CE919}"/>
              </a:ext>
            </a:extLst>
          </p:cNvPr>
          <p:cNvSpPr/>
          <p:nvPr/>
        </p:nvSpPr>
        <p:spPr>
          <a:xfrm>
            <a:off x="8345018" y="3411872"/>
            <a:ext cx="3510238" cy="254729"/>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GAD-7, AUDIT/CAGE, PHQ-9</a:t>
            </a:r>
          </a:p>
        </p:txBody>
      </p:sp>
      <p:sp>
        <p:nvSpPr>
          <p:cNvPr id="45" name="Case 3 - answer2">
            <a:extLst>
              <a:ext uri="{FF2B5EF4-FFF2-40B4-BE49-F238E27FC236}">
                <a16:creationId xmlns:a16="http://schemas.microsoft.com/office/drawing/2014/main" id="{415E5BB0-55D4-42A7-B4B8-0C854E6141CF}"/>
              </a:ext>
            </a:extLst>
          </p:cNvPr>
          <p:cNvSpPr/>
          <p:nvPr/>
        </p:nvSpPr>
        <p:spPr>
          <a:xfrm>
            <a:off x="8418845" y="4306086"/>
            <a:ext cx="3519312" cy="331630"/>
          </a:xfrm>
          <a:prstGeom prst="roundRect">
            <a:avLst>
              <a:gd name="adj" fmla="val 11507"/>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Physical Therapy, CBT, Duloxetine</a:t>
            </a:r>
          </a:p>
        </p:txBody>
      </p:sp>
      <p:sp>
        <p:nvSpPr>
          <p:cNvPr id="46" name="Case 3 - answer 3">
            <a:extLst>
              <a:ext uri="{FF2B5EF4-FFF2-40B4-BE49-F238E27FC236}">
                <a16:creationId xmlns:a16="http://schemas.microsoft.com/office/drawing/2014/main" id="{0F608008-24E8-489F-AE56-A26ADFFE99E1}"/>
              </a:ext>
            </a:extLst>
          </p:cNvPr>
          <p:cNvSpPr/>
          <p:nvPr/>
        </p:nvSpPr>
        <p:spPr>
          <a:xfrm>
            <a:off x="8345018" y="5415025"/>
            <a:ext cx="3504647" cy="302506"/>
          </a:xfrm>
          <a:prstGeom prst="roundRect">
            <a:avLst>
              <a:gd name="adj" fmla="val 12177"/>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Switch to different SRI, or add Pregabalin/Buspirone</a:t>
            </a:r>
          </a:p>
        </p:txBody>
      </p:sp>
      <p:sp>
        <p:nvSpPr>
          <p:cNvPr id="47" name="Case 3 - answer4">
            <a:extLst>
              <a:ext uri="{FF2B5EF4-FFF2-40B4-BE49-F238E27FC236}">
                <a16:creationId xmlns:a16="http://schemas.microsoft.com/office/drawing/2014/main" id="{BDBC42FF-342A-4135-B4ED-73C7D86C84D6}"/>
              </a:ext>
            </a:extLst>
          </p:cNvPr>
          <p:cNvSpPr/>
          <p:nvPr/>
        </p:nvSpPr>
        <p:spPr>
          <a:xfrm>
            <a:off x="8339380" y="6532501"/>
            <a:ext cx="3517389" cy="302506"/>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Reassess Diagnosis</a:t>
            </a:r>
          </a:p>
        </p:txBody>
      </p:sp>
      <p:pic>
        <p:nvPicPr>
          <p:cNvPr id="48" name="Graphic 47" descr="Cursor with solid fill">
            <a:extLst>
              <a:ext uri="{FF2B5EF4-FFF2-40B4-BE49-F238E27FC236}">
                <a16:creationId xmlns:a16="http://schemas.microsoft.com/office/drawing/2014/main" id="{C16B0BA0-70FE-419A-A251-BE701CB5C80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738486" y="3190906"/>
            <a:ext cx="302506" cy="302506"/>
          </a:xfrm>
          <a:prstGeom prst="rect">
            <a:avLst/>
          </a:prstGeom>
        </p:spPr>
      </p:pic>
      <p:pic>
        <p:nvPicPr>
          <p:cNvPr id="49" name="Graphic 48" descr="Cursor with solid fill">
            <a:extLst>
              <a:ext uri="{FF2B5EF4-FFF2-40B4-BE49-F238E27FC236}">
                <a16:creationId xmlns:a16="http://schemas.microsoft.com/office/drawing/2014/main" id="{E9EF3AE9-67C4-48AC-A745-7C75415CAD5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738486" y="4106831"/>
            <a:ext cx="302506" cy="302506"/>
          </a:xfrm>
          <a:prstGeom prst="rect">
            <a:avLst/>
          </a:prstGeom>
        </p:spPr>
      </p:pic>
      <p:pic>
        <p:nvPicPr>
          <p:cNvPr id="50" name="Graphic 49" descr="Cursor with solid fill">
            <a:extLst>
              <a:ext uri="{FF2B5EF4-FFF2-40B4-BE49-F238E27FC236}">
                <a16:creationId xmlns:a16="http://schemas.microsoft.com/office/drawing/2014/main" id="{3BE6622C-F18B-4FBD-9D3E-5260F6BCA20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737418" y="5222011"/>
            <a:ext cx="302506" cy="302506"/>
          </a:xfrm>
          <a:prstGeom prst="rect">
            <a:avLst/>
          </a:prstGeom>
        </p:spPr>
      </p:pic>
      <p:pic>
        <p:nvPicPr>
          <p:cNvPr id="51" name="Graphic 50" descr="Cursor with solid fill">
            <a:extLst>
              <a:ext uri="{FF2B5EF4-FFF2-40B4-BE49-F238E27FC236}">
                <a16:creationId xmlns:a16="http://schemas.microsoft.com/office/drawing/2014/main" id="{772C7FEC-0196-480C-91E8-392D8F6F987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693690" y="6389611"/>
            <a:ext cx="302506" cy="302506"/>
          </a:xfrm>
          <a:prstGeom prst="rect">
            <a:avLst/>
          </a:prstGeom>
        </p:spPr>
      </p:pic>
      <p:sp>
        <p:nvSpPr>
          <p:cNvPr id="52" name="TextBox 51">
            <a:extLst>
              <a:ext uri="{FF2B5EF4-FFF2-40B4-BE49-F238E27FC236}">
                <a16:creationId xmlns:a16="http://schemas.microsoft.com/office/drawing/2014/main" id="{236A2C9E-0F6C-4278-B28D-E2EF58623CBA}"/>
              </a:ext>
            </a:extLst>
          </p:cNvPr>
          <p:cNvSpPr txBox="1"/>
          <p:nvPr/>
        </p:nvSpPr>
        <p:spPr>
          <a:xfrm>
            <a:off x="4138043" y="2207005"/>
            <a:ext cx="3902780" cy="830997"/>
          </a:xfrm>
          <a:prstGeom prst="rect">
            <a:avLst/>
          </a:prstGeom>
          <a:noFill/>
        </p:spPr>
        <p:txBody>
          <a:bodyPr wrap="square">
            <a:spAutoFit/>
          </a:bodyPr>
          <a:lstStyle/>
          <a:p>
            <a:r>
              <a:rPr lang="en-US" sz="1200" b="1">
                <a:ea typeface="+mn-lt"/>
                <a:cs typeface="+mn-lt"/>
              </a:rPr>
              <a:t>VS: </a:t>
            </a:r>
            <a:r>
              <a:rPr lang="en-US" sz="1200" err="1">
                <a:ea typeface="+mn-lt"/>
                <a:cs typeface="+mn-lt"/>
              </a:rPr>
              <a:t>Ht</a:t>
            </a:r>
            <a:r>
              <a:rPr lang="en-US" sz="1200">
                <a:ea typeface="+mn-lt"/>
                <a:cs typeface="+mn-lt"/>
              </a:rPr>
              <a:t> 5’10”, </a:t>
            </a:r>
            <a:r>
              <a:rPr lang="en-US" sz="1200" err="1">
                <a:ea typeface="+mn-lt"/>
                <a:cs typeface="+mn-lt"/>
              </a:rPr>
              <a:t>Wt</a:t>
            </a:r>
            <a:r>
              <a:rPr lang="en-US" sz="1200">
                <a:ea typeface="+mn-lt"/>
                <a:cs typeface="+mn-lt"/>
              </a:rPr>
              <a:t> 130lbs (previously 146), HR 82, BP 138/80, RR 16, SpO2 95%</a:t>
            </a:r>
          </a:p>
          <a:p>
            <a:r>
              <a:rPr lang="en-US" sz="1200" b="1">
                <a:ea typeface="+mn-lt"/>
                <a:cs typeface="+mn-lt"/>
              </a:rPr>
              <a:t>Exam:</a:t>
            </a:r>
            <a:r>
              <a:rPr lang="en-US" sz="1200">
                <a:ea typeface="+mn-lt"/>
                <a:cs typeface="+mn-lt"/>
              </a:rPr>
              <a:t> Unremarkable cardiac, neuro and pulmonary exams. </a:t>
            </a:r>
          </a:p>
          <a:p>
            <a:r>
              <a:rPr lang="en-US" sz="1200" b="1">
                <a:ea typeface="+mn-lt"/>
                <a:cs typeface="+mn-lt"/>
              </a:rPr>
              <a:t>Meds: </a:t>
            </a:r>
            <a:r>
              <a:rPr lang="en-US" sz="1200">
                <a:ea typeface="+mn-lt"/>
                <a:cs typeface="+mn-lt"/>
              </a:rPr>
              <a:t>Carvedilol, Losartan, MTX, ASA, Atorvastatin</a:t>
            </a:r>
            <a:endParaRPr lang="en-US" sz="1200" b="1">
              <a:ea typeface="+mn-lt"/>
              <a:cs typeface="+mn-lt"/>
            </a:endParaRPr>
          </a:p>
        </p:txBody>
      </p:sp>
    </p:spTree>
    <p:extLst>
      <p:ext uri="{BB962C8B-B14F-4D97-AF65-F5344CB8AC3E}">
        <p14:creationId xmlns:p14="http://schemas.microsoft.com/office/powerpoint/2010/main" val="2657353179"/>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childTnLst>
              </p:cTn>
              <p:nextCondLst>
                <p:cond evt="onClick" delay="0">
                  <p:tgtEl>
                    <p:spTgt spid="17"/>
                  </p:tgtEl>
                </p:cond>
              </p:nextCondLst>
            </p:seq>
            <p:seq concurrent="1" nextAc="seek">
              <p:cTn id="15" restart="whenNotActive" fill="hold" evtFilter="cancelBubble" nodeType="interactiveSeq">
                <p:stCondLst>
                  <p:cond evt="onClick" delay="0">
                    <p:tgtEl>
                      <p:spTgt spid="28"/>
                    </p:tgtEl>
                  </p:cond>
                </p:stCondLst>
                <p:endSync evt="end" delay="0">
                  <p:rtn val="all"/>
                </p:endSync>
                <p:childTnLst>
                  <p:par>
                    <p:cTn id="16" fill="hold">
                      <p:stCondLst>
                        <p:cond delay="0"/>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1"/>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9"/>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35"/>
                                        </p:tgtEl>
                                        <p:attrNameLst>
                                          <p:attrName>style.visibility</p:attrName>
                                        </p:attrNameLst>
                                      </p:cBhvr>
                                      <p:to>
                                        <p:strVal val="visible"/>
                                      </p:to>
                                    </p:set>
                                  </p:childTnLst>
                                </p:cTn>
                              </p:par>
                            </p:childTnLst>
                          </p:cTn>
                        </p:par>
                      </p:childTnLst>
                    </p:cTn>
                  </p:par>
                </p:childTnLst>
              </p:cTn>
              <p:nextCondLst>
                <p:cond evt="onClick" delay="0">
                  <p:tgtEl>
                    <p:spTgt spid="28"/>
                  </p:tgtEl>
                </p:cond>
              </p:nextCondLst>
            </p:seq>
            <p:seq concurrent="1" nextAc="seek">
              <p:cTn id="28" restart="whenNotActive" fill="hold" evtFilter="cancelBubble" nodeType="interactiveSeq">
                <p:stCondLst>
                  <p:cond evt="onClick" delay="0">
                    <p:tgtEl>
                      <p:spTgt spid="29"/>
                    </p:tgtEl>
                  </p:cond>
                </p:stCondLst>
                <p:endSync evt="end" delay="0">
                  <p:rtn val="all"/>
                </p:endSync>
                <p:childTnLst>
                  <p:par>
                    <p:cTn id="29" fill="hold">
                      <p:stCondLst>
                        <p:cond delay="0"/>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childTnLst>
              </p:cTn>
              <p:nextCondLst>
                <p:cond evt="onClick" delay="0">
                  <p:tgtEl>
                    <p:spTgt spid="29"/>
                  </p:tgtEl>
                </p:cond>
              </p:nextCondLst>
            </p:seq>
            <p:seq concurrent="1" nextAc="seek">
              <p:cTn id="41" restart="whenNotActive" fill="hold" evtFilter="cancelBubble" nodeType="interactiveSeq">
                <p:stCondLst>
                  <p:cond evt="onClick" delay="0">
                    <p:tgtEl>
                      <p:spTgt spid="30"/>
                    </p:tgtEl>
                  </p:cond>
                </p:stCondLst>
                <p:endSync evt="end" delay="0">
                  <p:rtn val="all"/>
                </p:endSync>
                <p:childTnLst>
                  <p:par>
                    <p:cTn id="42" fill="hold">
                      <p:stCondLst>
                        <p:cond delay="0"/>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3"/>
                                        </p:tgtEl>
                                        <p:attrNameLst>
                                          <p:attrName>style.visibility</p:attrName>
                                        </p:attrNameLst>
                                      </p:cBhvr>
                                      <p:to>
                                        <p:strVal val="visible"/>
                                      </p:to>
                                    </p:set>
                                  </p:childTnLst>
                                </p:cTn>
                              </p:par>
                            </p:childTnLst>
                          </p:cTn>
                        </p:par>
                      </p:childTnLst>
                    </p:cTn>
                  </p:par>
                </p:childTnLst>
              </p:cTn>
              <p:nextCondLst>
                <p:cond evt="onClick" delay="0">
                  <p:tgtEl>
                    <p:spTgt spid="30"/>
                  </p:tgtEl>
                </p:cond>
              </p:nextCondLst>
            </p:seq>
            <p:seq concurrent="1" nextAc="seek">
              <p:cTn id="46" restart="whenNotActive" fill="hold" evtFilter="cancelBubble" nodeType="interactiveSeq">
                <p:stCondLst>
                  <p:cond evt="onClick" delay="0">
                    <p:tgtEl>
                      <p:spTgt spid="40"/>
                    </p:tgtEl>
                  </p:cond>
                </p:stCondLst>
                <p:endSync evt="end" delay="0">
                  <p:rtn val="all"/>
                </p:endSync>
                <p:childTnLst>
                  <p:par>
                    <p:cTn id="47" fill="hold">
                      <p:stCondLst>
                        <p:cond delay="0"/>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9"/>
                                        </p:tgtEl>
                                        <p:attrNameLst>
                                          <p:attrName>style.visibility</p:attrName>
                                        </p:attrNameLst>
                                      </p:cBhvr>
                                      <p:to>
                                        <p:strVal val="visible"/>
                                      </p:to>
                                    </p:set>
                                  </p:childTnLst>
                                </p:cTn>
                              </p:par>
                            </p:childTnLst>
                          </p:cTn>
                        </p:par>
                      </p:childTnLst>
                    </p:cTn>
                  </p:par>
                </p:childTnLst>
              </p:cTn>
              <p:nextCondLst>
                <p:cond evt="onClick" delay="0">
                  <p:tgtEl>
                    <p:spTgt spid="40"/>
                  </p:tgtEl>
                </p:cond>
              </p:nextCondLst>
            </p:seq>
            <p:seq concurrent="1" nextAc="seek">
              <p:cTn id="59" restart="whenNotActive" fill="hold" evtFilter="cancelBubble" nodeType="interactiveSeq">
                <p:stCondLst>
                  <p:cond evt="onClick" delay="0">
                    <p:tgtEl>
                      <p:spTgt spid="41"/>
                    </p:tgtEl>
                  </p:cond>
                </p:stCondLst>
                <p:endSync evt="end" delay="0">
                  <p:rtn val="all"/>
                </p:endSync>
                <p:childTnLst>
                  <p:par>
                    <p:cTn id="60" fill="hold">
                      <p:stCondLst>
                        <p:cond delay="0"/>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5"/>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42"/>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50"/>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42"/>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50"/>
                                        </p:tgtEl>
                                        <p:attrNameLst>
                                          <p:attrName>style.visibility</p:attrName>
                                        </p:attrNameLst>
                                      </p:cBhvr>
                                      <p:to>
                                        <p:strVal val="visible"/>
                                      </p:to>
                                    </p:set>
                                  </p:childTnLst>
                                </p:cTn>
                              </p:par>
                            </p:childTnLst>
                          </p:cTn>
                        </p:par>
                      </p:childTnLst>
                    </p:cTn>
                  </p:par>
                </p:childTnLst>
              </p:cTn>
              <p:nextCondLst>
                <p:cond evt="onClick" delay="0">
                  <p:tgtEl>
                    <p:spTgt spid="41"/>
                  </p:tgtEl>
                </p:cond>
              </p:nextCondLst>
            </p:seq>
            <p:seq concurrent="1" nextAc="seek">
              <p:cTn id="72" restart="whenNotActive" fill="hold" evtFilter="cancelBubble" nodeType="interactiveSeq">
                <p:stCondLst>
                  <p:cond evt="onClick" delay="0">
                    <p:tgtEl>
                      <p:spTgt spid="42"/>
                    </p:tgtEl>
                  </p:cond>
                </p:stCondLst>
                <p:endSync evt="end" delay="0">
                  <p:rtn val="all"/>
                </p:endSync>
                <p:childTnLst>
                  <p:par>
                    <p:cTn id="73" fill="hold">
                      <p:stCondLst>
                        <p:cond delay="0"/>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1"/>
                                        </p:tgtEl>
                                        <p:attrNameLst>
                                          <p:attrName>style.visibility</p:attrName>
                                        </p:attrNameLst>
                                      </p:cBhvr>
                                      <p:to>
                                        <p:strVal val="visible"/>
                                      </p:to>
                                    </p:set>
                                  </p:childTnLst>
                                </p:cTn>
                              </p:par>
                            </p:childTnLst>
                          </p:cTn>
                        </p:par>
                      </p:childTnLst>
                    </p:cTn>
                  </p:par>
                </p:childTnLst>
              </p:cTn>
              <p:nextCondLst>
                <p:cond evt="onClick" delay="0">
                  <p:tgtEl>
                    <p:spTgt spid="42"/>
                  </p:tgtEl>
                </p:cond>
              </p:nextCondLst>
            </p:seq>
            <p:seq concurrent="1" nextAc="seek">
              <p:cTn id="85" restart="whenNotActive" fill="hold" evtFilter="cancelBubble" nodeType="interactiveSeq">
                <p:stCondLst>
                  <p:cond evt="onClick" delay="0">
                    <p:tgtEl>
                      <p:spTgt spid="19"/>
                    </p:tgtEl>
                  </p:cond>
                </p:stCondLst>
                <p:endSync evt="end" delay="0">
                  <p:rtn val="all"/>
                </p:endSync>
                <p:childTnLst>
                  <p:par>
                    <p:cTn id="86" fill="hold">
                      <p:stCondLst>
                        <p:cond delay="0"/>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20"/>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40"/>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48"/>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48"/>
                                        </p:tgtEl>
                                        <p:attrNameLst>
                                          <p:attrName>style.visibility</p:attrName>
                                        </p:attrNameLst>
                                      </p:cBhvr>
                                      <p:to>
                                        <p:strVal val="visible"/>
                                      </p:to>
                                    </p:set>
                                  </p:childTnLst>
                                </p:cTn>
                              </p:par>
                            </p:childTnLst>
                          </p:cTn>
                        </p:par>
                      </p:childTnLst>
                    </p:cTn>
                  </p:par>
                </p:childTnLst>
              </p:cTn>
              <p:nextCondLst>
                <p:cond evt="onClick" delay="0">
                  <p:tgtEl>
                    <p:spTgt spid="19"/>
                  </p:tgtEl>
                </p:cond>
              </p:nextCondLst>
            </p:seq>
            <p:seq concurrent="1" nextAc="seek">
              <p:cTn id="96" restart="whenNotActive" fill="hold" evtFilter="cancelBubble" nodeType="interactiveSeq">
                <p:stCondLst>
                  <p:cond evt="onClick" delay="0">
                    <p:tgtEl>
                      <p:spTgt spid="43"/>
                    </p:tgtEl>
                  </p:cond>
                </p:stCondLst>
                <p:endSync evt="end" delay="0">
                  <p:rtn val="all"/>
                </p:endSync>
                <p:childTnLst>
                  <p:par>
                    <p:cTn id="97" fill="hold">
                      <p:stCondLst>
                        <p:cond delay="0"/>
                      </p:stCondLst>
                      <p:childTnLst>
                        <p:par>
                          <p:cTn id="98" fill="hold">
                            <p:stCondLst>
                              <p:cond delay="0"/>
                            </p:stCondLst>
                            <p:childTnLst>
                              <p:par>
                                <p:cTn id="99" presetID="1" presetClass="entr" presetSubtype="0" fill="hold" grpId="2" nodeType="clickEffect">
                                  <p:stCondLst>
                                    <p:cond delay="0"/>
                                  </p:stCondLst>
                                  <p:childTnLst>
                                    <p:set>
                                      <p:cBhvr>
                                        <p:cTn id="100" dur="1" fill="hold">
                                          <p:stCondLst>
                                            <p:cond delay="0"/>
                                          </p:stCondLst>
                                        </p:cTn>
                                        <p:tgtEl>
                                          <p:spTgt spid="47"/>
                                        </p:tgtEl>
                                        <p:attrNameLst>
                                          <p:attrName>style.visibility</p:attrName>
                                        </p:attrNameLst>
                                      </p:cBhvr>
                                      <p:to>
                                        <p:strVal val="visible"/>
                                      </p:to>
                                    </p:set>
                                  </p:childTnLst>
                                </p:cTn>
                              </p:par>
                            </p:childTnLst>
                          </p:cTn>
                        </p:par>
                      </p:childTnLst>
                    </p:cTn>
                  </p:par>
                </p:childTnLst>
              </p:cTn>
              <p:nextCondLst>
                <p:cond evt="onClick" delay="0">
                  <p:tgtEl>
                    <p:spTgt spid="43"/>
                  </p:tgtEl>
                </p:cond>
              </p:nextCondLst>
            </p:seq>
            <p:seq concurrent="1" nextAc="seek">
              <p:cTn id="101" restart="whenNotActive" fill="hold" evtFilter="cancelBubble" nodeType="interactiveSeq">
                <p:stCondLst>
                  <p:cond evt="onClick" delay="0">
                    <p:tgtEl>
                      <p:spTgt spid="11"/>
                    </p:tgtEl>
                  </p:cond>
                </p:stCondLst>
                <p:endSync evt="end" delay="0">
                  <p:rtn val="all"/>
                </p:endSync>
                <p:childTnLst>
                  <p:par>
                    <p:cTn id="102" fill="hold">
                      <p:stCondLst>
                        <p:cond delay="0"/>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15"/>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12"/>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26"/>
                                        </p:tgtEl>
                                        <p:attrNameLst>
                                          <p:attrName>style.visibility</p:attrName>
                                        </p:attrNameLst>
                                      </p:cBhvr>
                                      <p:to>
                                        <p:strVal val="visible"/>
                                      </p:to>
                                    </p:set>
                                  </p:childTnLst>
                                </p:cTn>
                              </p:par>
                            </p:childTnLst>
                          </p:cTn>
                        </p:par>
                      </p:childTnLst>
                    </p:cTn>
                  </p:par>
                </p:childTnLst>
              </p:cTn>
              <p:nextCondLst>
                <p:cond evt="onClick" delay="0">
                  <p:tgtEl>
                    <p:spTgt spid="11"/>
                  </p:tgtEl>
                </p:cond>
              </p:nextCondLst>
            </p:seq>
            <p:seq concurrent="1" nextAc="seek">
              <p:cTn id="110" restart="whenNotActive" fill="hold" evtFilter="cancelBubble" nodeType="interactiveSeq">
                <p:stCondLst>
                  <p:cond evt="onClick" delay="0">
                    <p:tgtEl>
                      <p:spTgt spid="12"/>
                    </p:tgtEl>
                  </p:cond>
                </p:stCondLst>
                <p:endSync evt="end" delay="0">
                  <p:rtn val="all"/>
                </p:endSync>
                <p:childTnLst>
                  <p:par>
                    <p:cTn id="111" fill="hold">
                      <p:stCondLst>
                        <p:cond delay="0"/>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6"/>
                                        </p:tgtEl>
                                        <p:attrNameLst>
                                          <p:attrName>style.visibility</p:attrName>
                                        </p:attrNameLst>
                                      </p:cBhvr>
                                      <p:to>
                                        <p:strVal val="visible"/>
                                      </p:to>
                                    </p:set>
                                  </p:childTnLst>
                                </p:cTn>
                              </p:par>
                            </p:childTnLst>
                          </p:cTn>
                        </p:par>
                      </p:childTnLst>
                    </p:cTn>
                  </p:par>
                </p:childTnLst>
              </p:cTn>
              <p:nextCondLst>
                <p:cond evt="onClick" delay="0">
                  <p:tgtEl>
                    <p:spTgt spid="12"/>
                  </p:tgtEl>
                </p:cond>
              </p:nextCondLst>
            </p:seq>
            <p:seq concurrent="1" nextAc="seek">
              <p:cTn id="115" restart="whenNotActive" fill="hold" evtFilter="cancelBubble" nodeType="interactiveSeq">
                <p:stCondLst>
                  <p:cond evt="onClick" delay="0">
                    <p:tgtEl>
                      <p:spTgt spid="7"/>
                    </p:tgtEl>
                  </p:cond>
                </p:stCondLst>
                <p:endSync evt="end" delay="0">
                  <p:rtn val="all"/>
                </p:endSync>
                <p:childTnLst>
                  <p:par>
                    <p:cTn id="116" fill="hold">
                      <p:stCondLst>
                        <p:cond delay="0"/>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8"/>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9"/>
                                        </p:tgtEl>
                                        <p:attrNameLst>
                                          <p:attrName>style.visibility</p:attrName>
                                        </p:attrNameLst>
                                      </p:cBhvr>
                                      <p:to>
                                        <p:strVal val="visible"/>
                                      </p:to>
                                    </p:set>
                                  </p:childTnLst>
                                </p:cTn>
                              </p:par>
                              <p:par>
                                <p:cTn id="122" presetID="1" presetClass="entr" presetSubtype="0" fill="hold" nodeType="withEffect">
                                  <p:stCondLst>
                                    <p:cond delay="0"/>
                                  </p:stCondLst>
                                  <p:childTnLst>
                                    <p:set>
                                      <p:cBhvr>
                                        <p:cTn id="123" dur="1" fill="hold">
                                          <p:stCondLst>
                                            <p:cond delay="0"/>
                                          </p:stCondLst>
                                        </p:cTn>
                                        <p:tgtEl>
                                          <p:spTgt spid="23"/>
                                        </p:tgtEl>
                                        <p:attrNameLst>
                                          <p:attrName>style.visibility</p:attrName>
                                        </p:attrNameLst>
                                      </p:cBhvr>
                                      <p:to>
                                        <p:strVal val="visible"/>
                                      </p:to>
                                    </p:set>
                                  </p:childTnLst>
                                </p:cTn>
                              </p:par>
                            </p:childTnLst>
                          </p:cTn>
                        </p:par>
                      </p:childTnLst>
                    </p:cTn>
                  </p:par>
                </p:childTnLst>
              </p:cTn>
              <p:nextCondLst>
                <p:cond evt="onClick" delay="0">
                  <p:tgtEl>
                    <p:spTgt spid="7"/>
                  </p:tgtEl>
                </p:cond>
              </p:nextCondLst>
            </p:seq>
            <p:seq concurrent="1" nextAc="seek">
              <p:cTn id="124" restart="whenNotActive" fill="hold" evtFilter="cancelBubble" nodeType="interactiveSeq">
                <p:stCondLst>
                  <p:cond evt="onClick" delay="0">
                    <p:tgtEl>
                      <p:spTgt spid="10"/>
                    </p:tgtEl>
                  </p:cond>
                </p:stCondLst>
                <p:endSync evt="end" delay="0">
                  <p:rtn val="all"/>
                </p:endSync>
                <p:childTnLst>
                  <p:par>
                    <p:cTn id="125" fill="hold">
                      <p:stCondLst>
                        <p:cond delay="0"/>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14"/>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1"/>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25"/>
                                        </p:tgtEl>
                                        <p:attrNameLst>
                                          <p:attrName>style.visibility</p:attrName>
                                        </p:attrNameLst>
                                      </p:cBhvr>
                                      <p:to>
                                        <p:strVal val="visible"/>
                                      </p:to>
                                    </p:set>
                                  </p:childTnLst>
                                </p:cTn>
                              </p:par>
                            </p:childTnLst>
                          </p:cTn>
                        </p:par>
                      </p:childTnLst>
                    </p:cTn>
                  </p:par>
                </p:childTnLst>
              </p:cTn>
              <p:nextCondLst>
                <p:cond evt="onClick" delay="0">
                  <p:tgtEl>
                    <p:spTgt spid="10"/>
                  </p:tgtEl>
                </p:cond>
              </p:nextCondLst>
            </p:seq>
            <p:seq concurrent="1" nextAc="seek">
              <p:cTn id="133" restart="whenNotActive" fill="hold" evtFilter="cancelBubble" nodeType="interactiveSeq">
                <p:stCondLst>
                  <p:cond evt="onClick" delay="0">
                    <p:tgtEl>
                      <p:spTgt spid="9"/>
                    </p:tgtEl>
                  </p:cond>
                </p:stCondLst>
                <p:endSync evt="end" delay="0">
                  <p:rtn val="all"/>
                </p:endSync>
                <p:childTnLst>
                  <p:par>
                    <p:cTn id="134" fill="hold">
                      <p:stCondLst>
                        <p:cond delay="0"/>
                      </p:stCondLst>
                      <p:childTnLst>
                        <p:par>
                          <p:cTn id="135" fill="hold">
                            <p:stCondLst>
                              <p:cond delay="0"/>
                            </p:stCondLst>
                            <p:childTnLst>
                              <p:par>
                                <p:cTn id="136" presetID="1" presetClass="entr" presetSubtype="0" fill="hold" grpId="0" nodeType="clickEffect">
                                  <p:stCondLst>
                                    <p:cond delay="0"/>
                                  </p:stCondLst>
                                  <p:childTnLst>
                                    <p:set>
                                      <p:cBhvr>
                                        <p:cTn id="137" dur="1" fill="hold">
                                          <p:stCondLst>
                                            <p:cond delay="0"/>
                                          </p:stCondLst>
                                        </p:cTn>
                                        <p:tgtEl>
                                          <p:spTgt spid="10"/>
                                        </p:tgtEl>
                                        <p:attrNameLst>
                                          <p:attrName>style.visibility</p:attrName>
                                        </p:attrNameLst>
                                      </p:cBhvr>
                                      <p:to>
                                        <p:strVal val="visible"/>
                                      </p:to>
                                    </p:set>
                                  </p:childTnLst>
                                </p:cTn>
                              </p:par>
                              <p:par>
                                <p:cTn id="138" presetID="1" presetClass="entr" presetSubtype="0" fill="hold" nodeType="withEffect">
                                  <p:stCondLst>
                                    <p:cond delay="0"/>
                                  </p:stCondLst>
                                  <p:childTnLst>
                                    <p:set>
                                      <p:cBhvr>
                                        <p:cTn id="139" dur="1" fill="hold">
                                          <p:stCondLst>
                                            <p:cond delay="0"/>
                                          </p:stCondLst>
                                        </p:cTn>
                                        <p:tgtEl>
                                          <p:spTgt spid="24"/>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13"/>
                                        </p:tgtEl>
                                        <p:attrNameLst>
                                          <p:attrName>style.visibility</p:attrName>
                                        </p:attrNameLst>
                                      </p:cBhvr>
                                      <p:to>
                                        <p:strVal val="visible"/>
                                      </p:to>
                                    </p:set>
                                  </p:childTnLst>
                                </p:cTn>
                              </p:par>
                            </p:childTnLst>
                          </p:cTn>
                        </p:par>
                      </p:childTnLst>
                    </p:cTn>
                  </p:par>
                </p:childTnLst>
              </p:cTn>
              <p:nextCondLst>
                <p:cond evt="onClick" delay="0">
                  <p:tgtEl>
                    <p:spTgt spid="9"/>
                  </p:tgtEl>
                </p:cond>
              </p:nextCondLst>
            </p:seq>
          </p:childTnLst>
        </p:cTn>
      </p:par>
    </p:tnLst>
    <p:bldLst>
      <p:bldP spid="8" grpId="0"/>
      <p:bldP spid="9" grpId="0" animBg="1"/>
      <p:bldP spid="10" grpId="0" animBg="1"/>
      <p:bldP spid="11" grpId="0" animBg="1"/>
      <p:bldP spid="12" grpId="0" animBg="1"/>
      <p:bldP spid="13" grpId="0" animBg="1"/>
      <p:bldP spid="14" grpId="0" animBg="1"/>
      <p:bldP spid="15" grpId="0" animBg="1"/>
      <p:bldP spid="16" grpId="0" animBg="1"/>
      <p:bldP spid="18" grpId="0"/>
      <p:bldP spid="20" grpId="0"/>
      <p:bldP spid="29" grpId="0" animBg="1"/>
      <p:bldP spid="30" grpId="0" animBg="1"/>
      <p:bldP spid="31" grpId="0" animBg="1"/>
      <p:bldP spid="32" grpId="0" animBg="1"/>
      <p:bldP spid="33" grpId="0" animBg="1"/>
      <p:bldP spid="44" grpId="0" animBg="1"/>
      <p:bldP spid="45" grpId="0" animBg="1"/>
      <p:bldP spid="46" grpId="0" animBg="1"/>
      <p:bldP spid="47" grpId="0" animBg="1"/>
      <p:bldP spid="47" grpId="1" animBg="1"/>
      <p:bldP spid="47" grpId="2" animBg="1"/>
      <p:bldP spid="5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ck">
            <a:hlinkClick r:id="rId2" action="ppaction://hlinksldjump"/>
            <a:extLst>
              <a:ext uri="{FF2B5EF4-FFF2-40B4-BE49-F238E27FC236}">
                <a16:creationId xmlns:a16="http://schemas.microsoft.com/office/drawing/2014/main" id="{9DA104DC-B73F-4288-AEEF-14E86B87C2CD}"/>
              </a:ext>
            </a:extLst>
          </p:cNvPr>
          <p:cNvSpPr txBox="1"/>
          <p:nvPr/>
        </p:nvSpPr>
        <p:spPr>
          <a:xfrm>
            <a:off x="9928790" y="6260007"/>
            <a:ext cx="1851104" cy="408623"/>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txBody>
          <a:bodyPr wrap="square" rtlCol="0" anchor="ctr">
            <a:spAutoFit/>
          </a:bodyPr>
          <a:lstStyle/>
          <a:p>
            <a:pPr algn="ctr"/>
            <a:r>
              <a:rPr lang="en-US"/>
              <a:t>BACK</a:t>
            </a:r>
          </a:p>
        </p:txBody>
      </p:sp>
      <p:sp>
        <p:nvSpPr>
          <p:cNvPr id="2" name="assessing suicide risk">
            <a:extLst>
              <a:ext uri="{FF2B5EF4-FFF2-40B4-BE49-F238E27FC236}">
                <a16:creationId xmlns:a16="http://schemas.microsoft.com/office/drawing/2014/main" id="{48805F78-95B4-46CB-BEBF-C4358F90EF5D}"/>
              </a:ext>
            </a:extLst>
          </p:cNvPr>
          <p:cNvSpPr/>
          <p:nvPr/>
        </p:nvSpPr>
        <p:spPr>
          <a:xfrm>
            <a:off x="691116" y="765544"/>
            <a:ext cx="1967024" cy="659219"/>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Assessing Suicide Risk</a:t>
            </a:r>
          </a:p>
        </p:txBody>
      </p:sp>
      <p:pic>
        <p:nvPicPr>
          <p:cNvPr id="6" name="Graphic 5" descr="Cursor">
            <a:extLst>
              <a:ext uri="{FF2B5EF4-FFF2-40B4-BE49-F238E27FC236}">
                <a16:creationId xmlns:a16="http://schemas.microsoft.com/office/drawing/2014/main" id="{F225BFC2-9DD6-4E0D-8FE9-CFBCB43918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65531" y="1255056"/>
            <a:ext cx="477524" cy="477524"/>
          </a:xfrm>
          <a:prstGeom prst="rect">
            <a:avLst/>
          </a:prstGeom>
        </p:spPr>
      </p:pic>
      <p:pic>
        <p:nvPicPr>
          <p:cNvPr id="8" name="Picture 7">
            <a:extLst>
              <a:ext uri="{FF2B5EF4-FFF2-40B4-BE49-F238E27FC236}">
                <a16:creationId xmlns:a16="http://schemas.microsoft.com/office/drawing/2014/main" id="{A4BC6B10-ADFA-4D1A-BBB9-E5ACCF7DE27F}"/>
              </a:ext>
            </a:extLst>
          </p:cNvPr>
          <p:cNvPicPr>
            <a:picLocks noChangeAspect="1"/>
          </p:cNvPicPr>
          <p:nvPr/>
        </p:nvPicPr>
        <p:blipFill>
          <a:blip r:embed="rId5"/>
          <a:stretch>
            <a:fillRect/>
          </a:stretch>
        </p:blipFill>
        <p:spPr>
          <a:xfrm>
            <a:off x="4346066" y="3802196"/>
            <a:ext cx="1600200" cy="1581150"/>
          </a:xfrm>
          <a:prstGeom prst="rect">
            <a:avLst/>
          </a:prstGeom>
        </p:spPr>
      </p:pic>
      <p:pic>
        <p:nvPicPr>
          <p:cNvPr id="10" name="Picture 9">
            <a:extLst>
              <a:ext uri="{FF2B5EF4-FFF2-40B4-BE49-F238E27FC236}">
                <a16:creationId xmlns:a16="http://schemas.microsoft.com/office/drawing/2014/main" id="{6C4463D0-2262-41C7-9152-E8DBFBFE4CBE}"/>
              </a:ext>
            </a:extLst>
          </p:cNvPr>
          <p:cNvPicPr>
            <a:picLocks noChangeAspect="1"/>
          </p:cNvPicPr>
          <p:nvPr/>
        </p:nvPicPr>
        <p:blipFill>
          <a:blip r:embed="rId6"/>
          <a:stretch>
            <a:fillRect/>
          </a:stretch>
        </p:blipFill>
        <p:spPr>
          <a:xfrm>
            <a:off x="8514702" y="3826008"/>
            <a:ext cx="1562100" cy="1533525"/>
          </a:xfrm>
          <a:prstGeom prst="rect">
            <a:avLst/>
          </a:prstGeom>
        </p:spPr>
      </p:pic>
      <p:sp>
        <p:nvSpPr>
          <p:cNvPr id="11" name="TextBox 10">
            <a:extLst>
              <a:ext uri="{FF2B5EF4-FFF2-40B4-BE49-F238E27FC236}">
                <a16:creationId xmlns:a16="http://schemas.microsoft.com/office/drawing/2014/main" id="{14CC88D6-A9F2-4013-A6F4-36C8113FCD82}"/>
              </a:ext>
            </a:extLst>
          </p:cNvPr>
          <p:cNvSpPr txBox="1"/>
          <p:nvPr/>
        </p:nvSpPr>
        <p:spPr>
          <a:xfrm>
            <a:off x="7347174" y="3439911"/>
            <a:ext cx="3971893" cy="369332"/>
          </a:xfrm>
          <a:prstGeom prst="rect">
            <a:avLst/>
          </a:prstGeom>
          <a:noFill/>
        </p:spPr>
        <p:txBody>
          <a:bodyPr wrap="square" rtlCol="0">
            <a:spAutoFit/>
          </a:bodyPr>
          <a:lstStyle/>
          <a:p>
            <a:pPr algn="ctr"/>
            <a:r>
              <a:rPr lang="en-US"/>
              <a:t>Columbia Suicide Severity Rating Scale</a:t>
            </a:r>
          </a:p>
        </p:txBody>
      </p:sp>
      <p:sp>
        <p:nvSpPr>
          <p:cNvPr id="14" name="TextBox 13">
            <a:extLst>
              <a:ext uri="{FF2B5EF4-FFF2-40B4-BE49-F238E27FC236}">
                <a16:creationId xmlns:a16="http://schemas.microsoft.com/office/drawing/2014/main" id="{1067B37C-A7EF-4D1C-8ADC-CA60ABBCCD43}"/>
              </a:ext>
            </a:extLst>
          </p:cNvPr>
          <p:cNvSpPr txBox="1"/>
          <p:nvPr/>
        </p:nvSpPr>
        <p:spPr>
          <a:xfrm>
            <a:off x="3416012" y="3439911"/>
            <a:ext cx="3460306" cy="369332"/>
          </a:xfrm>
          <a:prstGeom prst="rect">
            <a:avLst/>
          </a:prstGeom>
          <a:noFill/>
        </p:spPr>
        <p:txBody>
          <a:bodyPr wrap="none" rtlCol="0">
            <a:spAutoFit/>
          </a:bodyPr>
          <a:lstStyle/>
          <a:p>
            <a:r>
              <a:rPr lang="en-US"/>
              <a:t>National Institute of Mental Health</a:t>
            </a:r>
          </a:p>
        </p:txBody>
      </p:sp>
      <p:sp>
        <p:nvSpPr>
          <p:cNvPr id="15" name="Rectangle 14">
            <a:extLst>
              <a:ext uri="{FF2B5EF4-FFF2-40B4-BE49-F238E27FC236}">
                <a16:creationId xmlns:a16="http://schemas.microsoft.com/office/drawing/2014/main" id="{80F80645-C654-46AE-8A79-9E71EC58DB37}"/>
              </a:ext>
            </a:extLst>
          </p:cNvPr>
          <p:cNvSpPr/>
          <p:nvPr/>
        </p:nvSpPr>
        <p:spPr>
          <a:xfrm>
            <a:off x="3714094" y="848207"/>
            <a:ext cx="6608257" cy="65921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t>Critical step at each visit while treating patients for depression and anxiety. Use Clear language. Final question in PHQ-9. </a:t>
            </a:r>
          </a:p>
        </p:txBody>
      </p:sp>
      <p:sp>
        <p:nvSpPr>
          <p:cNvPr id="16" name="Next steps">
            <a:extLst>
              <a:ext uri="{FF2B5EF4-FFF2-40B4-BE49-F238E27FC236}">
                <a16:creationId xmlns:a16="http://schemas.microsoft.com/office/drawing/2014/main" id="{6B311E47-5ECA-486F-9758-9AEA11400DA1}"/>
              </a:ext>
            </a:extLst>
          </p:cNvPr>
          <p:cNvSpPr/>
          <p:nvPr/>
        </p:nvSpPr>
        <p:spPr>
          <a:xfrm>
            <a:off x="691116" y="2184293"/>
            <a:ext cx="1967024" cy="496568"/>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Next steps</a:t>
            </a:r>
          </a:p>
        </p:txBody>
      </p:sp>
      <p:pic>
        <p:nvPicPr>
          <p:cNvPr id="17" name="Graphic 16" descr="Cursor">
            <a:extLst>
              <a:ext uri="{FF2B5EF4-FFF2-40B4-BE49-F238E27FC236}">
                <a16:creationId xmlns:a16="http://schemas.microsoft.com/office/drawing/2014/main" id="{206B0A11-E8E6-4CD7-BBE3-51707E6618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65531" y="2499166"/>
            <a:ext cx="477524" cy="477524"/>
          </a:xfrm>
          <a:prstGeom prst="rect">
            <a:avLst/>
          </a:prstGeom>
        </p:spPr>
      </p:pic>
      <p:sp>
        <p:nvSpPr>
          <p:cNvPr id="21" name="Rectangle: Rounded Corners 20">
            <a:extLst>
              <a:ext uri="{FF2B5EF4-FFF2-40B4-BE49-F238E27FC236}">
                <a16:creationId xmlns:a16="http://schemas.microsoft.com/office/drawing/2014/main" id="{0CF88A86-7EEC-40BE-B5C0-F090C5FB2EE7}"/>
              </a:ext>
            </a:extLst>
          </p:cNvPr>
          <p:cNvSpPr/>
          <p:nvPr/>
        </p:nvSpPr>
        <p:spPr>
          <a:xfrm>
            <a:off x="691116" y="4005410"/>
            <a:ext cx="1967024" cy="496568"/>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Additional Assessment Tools</a:t>
            </a:r>
          </a:p>
        </p:txBody>
      </p:sp>
      <p:pic>
        <p:nvPicPr>
          <p:cNvPr id="22" name="Graphic 21" descr="Cursor">
            <a:extLst>
              <a:ext uri="{FF2B5EF4-FFF2-40B4-BE49-F238E27FC236}">
                <a16:creationId xmlns:a16="http://schemas.microsoft.com/office/drawing/2014/main" id="{04589D50-29A6-487E-8CF1-627457338E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67276" y="4301239"/>
            <a:ext cx="477524" cy="477524"/>
          </a:xfrm>
          <a:prstGeom prst="rect">
            <a:avLst/>
          </a:prstGeom>
        </p:spPr>
      </p:pic>
      <p:sp>
        <p:nvSpPr>
          <p:cNvPr id="23" name="TextBox 22">
            <a:extLst>
              <a:ext uri="{FF2B5EF4-FFF2-40B4-BE49-F238E27FC236}">
                <a16:creationId xmlns:a16="http://schemas.microsoft.com/office/drawing/2014/main" id="{749E8764-57F9-40F8-9C6F-4118A79387DB}"/>
              </a:ext>
            </a:extLst>
          </p:cNvPr>
          <p:cNvSpPr txBox="1"/>
          <p:nvPr/>
        </p:nvSpPr>
        <p:spPr>
          <a:xfrm>
            <a:off x="8178221" y="5336416"/>
            <a:ext cx="2235062" cy="646331"/>
          </a:xfrm>
          <a:prstGeom prst="rect">
            <a:avLst/>
          </a:prstGeom>
          <a:noFill/>
        </p:spPr>
        <p:txBody>
          <a:bodyPr wrap="square" rtlCol="0">
            <a:spAutoFit/>
          </a:bodyPr>
          <a:lstStyle/>
          <a:p>
            <a:pPr algn="ctr"/>
            <a:r>
              <a:rPr lang="en-US"/>
              <a:t>Very long and detailed.</a:t>
            </a:r>
          </a:p>
        </p:txBody>
      </p:sp>
      <p:sp>
        <p:nvSpPr>
          <p:cNvPr id="24" name="TextBox 23">
            <a:extLst>
              <a:ext uri="{FF2B5EF4-FFF2-40B4-BE49-F238E27FC236}">
                <a16:creationId xmlns:a16="http://schemas.microsoft.com/office/drawing/2014/main" id="{B252710F-69E6-4844-AE4F-FACE511A8185}"/>
              </a:ext>
            </a:extLst>
          </p:cNvPr>
          <p:cNvSpPr txBox="1"/>
          <p:nvPr/>
        </p:nvSpPr>
        <p:spPr>
          <a:xfrm>
            <a:off x="3714094" y="5380776"/>
            <a:ext cx="2864143" cy="923330"/>
          </a:xfrm>
          <a:prstGeom prst="rect">
            <a:avLst/>
          </a:prstGeom>
          <a:noFill/>
        </p:spPr>
        <p:txBody>
          <a:bodyPr wrap="square" rtlCol="0">
            <a:spAutoFit/>
          </a:bodyPr>
          <a:lstStyle/>
          <a:p>
            <a:pPr algn="ctr"/>
            <a:r>
              <a:rPr lang="en-US"/>
              <a:t>Short (5 questions)</a:t>
            </a:r>
          </a:p>
          <a:p>
            <a:pPr algn="ctr"/>
            <a:r>
              <a:rPr lang="en-US"/>
              <a:t>Needs further questioning about safety if positive</a:t>
            </a:r>
          </a:p>
        </p:txBody>
      </p:sp>
      <p:sp>
        <p:nvSpPr>
          <p:cNvPr id="18" name="describe next steps">
            <a:extLst>
              <a:ext uri="{FF2B5EF4-FFF2-40B4-BE49-F238E27FC236}">
                <a16:creationId xmlns:a16="http://schemas.microsoft.com/office/drawing/2014/main" id="{2C00C8D5-A75D-4314-B836-72169445DBA6}"/>
              </a:ext>
            </a:extLst>
          </p:cNvPr>
          <p:cNvSpPr txBox="1"/>
          <p:nvPr/>
        </p:nvSpPr>
        <p:spPr>
          <a:xfrm>
            <a:off x="3714094" y="1871579"/>
            <a:ext cx="6608257" cy="1200329"/>
          </a:xfrm>
          <a:prstGeom prst="rect">
            <a:avLst/>
          </a:prstGeom>
          <a:ln w="1905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Describe the next steps in managing a patient with active suicidal ideation in your clinic.  </a:t>
            </a:r>
          </a:p>
          <a:p>
            <a:pPr marL="285750" indent="-285750">
              <a:buFont typeface="Arial" panose="020B0604020202020204" pitchFamily="34" charset="0"/>
              <a:buChar char="•"/>
            </a:pPr>
            <a:r>
              <a:rPr lang="en-US">
                <a:solidFill>
                  <a:sysClr val="windowText" lastClr="000000"/>
                </a:solidFill>
              </a:rPr>
              <a:t>Where is your safety plan handouts?</a:t>
            </a:r>
          </a:p>
          <a:p>
            <a:pPr marL="285750" indent="-285750">
              <a:buFont typeface="Arial" panose="020B0604020202020204" pitchFamily="34" charset="0"/>
              <a:buChar char="•"/>
            </a:pPr>
            <a:r>
              <a:rPr lang="en-US">
                <a:solidFill>
                  <a:sysClr val="windowText" lastClr="000000"/>
                </a:solidFill>
              </a:rPr>
              <a:t>What mental health resources are immediately available? </a:t>
            </a:r>
          </a:p>
        </p:txBody>
      </p:sp>
    </p:spTree>
    <p:extLst>
      <p:ext uri="{BB962C8B-B14F-4D97-AF65-F5344CB8AC3E}">
        <p14:creationId xmlns:p14="http://schemas.microsoft.com/office/powerpoint/2010/main" val="77607425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nextCondLst>
                <p:cond evt="onClick" delay="0">
                  <p:tgtEl>
                    <p:spTgt spid="2"/>
                  </p:tgtEl>
                </p:cond>
              </p:nextCondLst>
            </p:seq>
            <p:seq concurrent="1" nextAc="seek">
              <p:cTn id="11" restart="whenNotActive" fill="hold" evtFilter="cancelBubble" nodeType="interactiveSeq">
                <p:stCondLst>
                  <p:cond evt="onClick" delay="0">
                    <p:tgtEl>
                      <p:spTgt spid="16"/>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childTnLst>
                                </p:cTn>
                              </p:par>
                            </p:childTnLst>
                          </p:cTn>
                        </p:par>
                      </p:childTnLst>
                    </p:cTn>
                  </p:par>
                </p:childTnLst>
              </p:cTn>
              <p:nextCondLst>
                <p:cond evt="onClick" delay="0">
                  <p:tgtEl>
                    <p:spTgt spid="16"/>
                  </p:tgtEl>
                </p:cond>
              </p:nextCondLst>
            </p:seq>
            <p:seq concurrent="1" nextAc="seek">
              <p:cTn id="20" restart="whenNotActive" fill="hold" evtFilter="cancelBubble" nodeType="interactiveSeq">
                <p:stCondLst>
                  <p:cond evt="onClick" delay="0">
                    <p:tgtEl>
                      <p:spTgt spid="21"/>
                    </p:tgtEl>
                  </p:cond>
                </p:stCondLst>
                <p:endSync evt="end" delay="0">
                  <p:rtn val="all"/>
                </p:endSync>
                <p:childTnLst>
                  <p:par>
                    <p:cTn id="21" fill="hold">
                      <p:stCondLst>
                        <p:cond delay="0"/>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nextCondLst>
                <p:cond evt="onClick" delay="0">
                  <p:tgtEl>
                    <p:spTgt spid="21"/>
                  </p:tgtEl>
                </p:cond>
              </p:nextCondLst>
            </p:seq>
          </p:childTnLst>
        </p:cTn>
      </p:par>
    </p:tnLst>
    <p:bldLst>
      <p:bldP spid="11" grpId="0"/>
      <p:bldP spid="14" grpId="0"/>
      <p:bldP spid="15" grpId="0" animBg="1"/>
      <p:bldP spid="16" grpId="0" animBg="1"/>
      <p:bldP spid="21" grpId="0" animBg="1"/>
      <p:bldP spid="23" grpId="0"/>
      <p:bldP spid="24" grpId="0"/>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7179D5CC-6B50-40C0-8274-AD1400ED4C5C}"/>
              </a:ext>
            </a:extLst>
          </p:cNvPr>
          <p:cNvGrpSpPr/>
          <p:nvPr/>
        </p:nvGrpSpPr>
        <p:grpSpPr>
          <a:xfrm>
            <a:off x="977877" y="942107"/>
            <a:ext cx="5831840" cy="4709624"/>
            <a:chOff x="165077" y="1033547"/>
            <a:chExt cx="5831840" cy="4709624"/>
          </a:xfrm>
        </p:grpSpPr>
        <p:pic>
          <p:nvPicPr>
            <p:cNvPr id="4" name="Picture 3">
              <a:extLst>
                <a:ext uri="{FF2B5EF4-FFF2-40B4-BE49-F238E27FC236}">
                  <a16:creationId xmlns:a16="http://schemas.microsoft.com/office/drawing/2014/main" id="{24F05C15-FFFA-411C-976F-C58F87153BDA}"/>
                </a:ext>
              </a:extLst>
            </p:cNvPr>
            <p:cNvPicPr>
              <a:picLocks noChangeAspect="1"/>
            </p:cNvPicPr>
            <p:nvPr/>
          </p:nvPicPr>
          <p:blipFill>
            <a:blip r:embed="rId2"/>
            <a:stretch>
              <a:fillRect/>
            </a:stretch>
          </p:blipFill>
          <p:spPr>
            <a:xfrm>
              <a:off x="165077" y="1033547"/>
              <a:ext cx="5831840" cy="4709624"/>
            </a:xfrm>
            <a:prstGeom prst="rect">
              <a:avLst/>
            </a:prstGeom>
          </p:spPr>
        </p:pic>
        <p:sp>
          <p:nvSpPr>
            <p:cNvPr id="6" name="Oval 5">
              <a:extLst>
                <a:ext uri="{FF2B5EF4-FFF2-40B4-BE49-F238E27FC236}">
                  <a16:creationId xmlns:a16="http://schemas.microsoft.com/office/drawing/2014/main" id="{5B32637C-A199-4BE2-9D86-1221275C61B7}"/>
                </a:ext>
              </a:extLst>
            </p:cNvPr>
            <p:cNvSpPr/>
            <p:nvPr/>
          </p:nvSpPr>
          <p:spPr>
            <a:xfrm>
              <a:off x="4897120" y="1818640"/>
              <a:ext cx="254000" cy="25400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9283C8A-014B-4E69-9A00-B323822CD241}"/>
                </a:ext>
              </a:extLst>
            </p:cNvPr>
            <p:cNvSpPr/>
            <p:nvPr/>
          </p:nvSpPr>
          <p:spPr>
            <a:xfrm>
              <a:off x="4246880" y="2143760"/>
              <a:ext cx="254000" cy="25400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424E89B-440F-49CF-A3B5-2074A001E48F}"/>
                </a:ext>
              </a:extLst>
            </p:cNvPr>
            <p:cNvSpPr/>
            <p:nvPr/>
          </p:nvSpPr>
          <p:spPr>
            <a:xfrm>
              <a:off x="4246880" y="2512292"/>
              <a:ext cx="254000" cy="25400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E38DB5A-6AA7-4E57-8EB9-AC6936129322}"/>
                </a:ext>
              </a:extLst>
            </p:cNvPr>
            <p:cNvSpPr/>
            <p:nvPr/>
          </p:nvSpPr>
          <p:spPr>
            <a:xfrm>
              <a:off x="5486400" y="3134359"/>
              <a:ext cx="254000" cy="25400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AE352C0-7FA4-42D0-98D8-0CBF230D1E7F}"/>
                </a:ext>
              </a:extLst>
            </p:cNvPr>
            <p:cNvSpPr/>
            <p:nvPr/>
          </p:nvSpPr>
          <p:spPr>
            <a:xfrm>
              <a:off x="4856480" y="2766292"/>
              <a:ext cx="254000" cy="25400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F718AC2-2F47-440D-8CCE-81C4F5893EA3}"/>
                </a:ext>
              </a:extLst>
            </p:cNvPr>
            <p:cNvSpPr/>
            <p:nvPr/>
          </p:nvSpPr>
          <p:spPr>
            <a:xfrm>
              <a:off x="3647440" y="3566160"/>
              <a:ext cx="254000" cy="25400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B7FD68D-B305-45D0-BD94-77E857F70994}"/>
                </a:ext>
              </a:extLst>
            </p:cNvPr>
            <p:cNvSpPr/>
            <p:nvPr/>
          </p:nvSpPr>
          <p:spPr>
            <a:xfrm>
              <a:off x="3637280" y="4003040"/>
              <a:ext cx="254000" cy="25400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1B99A40-9134-4E2D-95CB-C987F90EC1A1}"/>
                </a:ext>
              </a:extLst>
            </p:cNvPr>
            <p:cNvSpPr/>
            <p:nvPr/>
          </p:nvSpPr>
          <p:spPr>
            <a:xfrm>
              <a:off x="3647440" y="4639425"/>
              <a:ext cx="254000" cy="25400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2FF8CF8-831A-4722-917F-DB834F4724FA}"/>
                </a:ext>
              </a:extLst>
            </p:cNvPr>
            <p:cNvSpPr/>
            <p:nvPr/>
          </p:nvSpPr>
          <p:spPr>
            <a:xfrm>
              <a:off x="4274843" y="5191760"/>
              <a:ext cx="254000" cy="25400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7BA5B85E-D6DF-4B15-ADCD-35D1E48BC142}"/>
              </a:ext>
            </a:extLst>
          </p:cNvPr>
          <p:cNvSpPr txBox="1"/>
          <p:nvPr/>
        </p:nvSpPr>
        <p:spPr>
          <a:xfrm>
            <a:off x="3677920" y="5791200"/>
            <a:ext cx="1635760" cy="369332"/>
          </a:xfrm>
          <a:prstGeom prst="rect">
            <a:avLst/>
          </a:prstGeom>
          <a:noFill/>
        </p:spPr>
        <p:txBody>
          <a:bodyPr wrap="square" rtlCol="0">
            <a:spAutoFit/>
          </a:bodyPr>
          <a:lstStyle/>
          <a:p>
            <a:r>
              <a:rPr lang="en-US"/>
              <a:t>Total Score: 10</a:t>
            </a:r>
          </a:p>
        </p:txBody>
      </p:sp>
      <p:sp>
        <p:nvSpPr>
          <p:cNvPr id="18" name="TextBox 17">
            <a:extLst>
              <a:ext uri="{FF2B5EF4-FFF2-40B4-BE49-F238E27FC236}">
                <a16:creationId xmlns:a16="http://schemas.microsoft.com/office/drawing/2014/main" id="{6A86E50E-5EC5-4E6A-B4DA-3C704AD97F88}"/>
              </a:ext>
            </a:extLst>
          </p:cNvPr>
          <p:cNvSpPr txBox="1"/>
          <p:nvPr/>
        </p:nvSpPr>
        <p:spPr>
          <a:xfrm>
            <a:off x="7757206" y="1326277"/>
            <a:ext cx="3997914" cy="1477328"/>
          </a:xfrm>
          <a:prstGeom prst="rect">
            <a:avLst/>
          </a:prstGeom>
          <a:noFill/>
        </p:spPr>
        <p:txBody>
          <a:bodyPr wrap="square" rtlCol="0">
            <a:spAutoFit/>
          </a:bodyPr>
          <a:lstStyle/>
          <a:p>
            <a:r>
              <a:rPr lang="en-US" b="1"/>
              <a:t>Interpretation:</a:t>
            </a:r>
          </a:p>
          <a:p>
            <a:r>
              <a:rPr lang="en-US"/>
              <a:t>Remember, PHQ-9 is a screening test and does not diagnose. But CAN measure severity and trend response to therapy.</a:t>
            </a:r>
          </a:p>
        </p:txBody>
      </p:sp>
      <p:sp>
        <p:nvSpPr>
          <p:cNvPr id="19" name="TextBox 18">
            <a:extLst>
              <a:ext uri="{FF2B5EF4-FFF2-40B4-BE49-F238E27FC236}">
                <a16:creationId xmlns:a16="http://schemas.microsoft.com/office/drawing/2014/main" id="{C53042CF-1E14-43DF-897E-F35B1324AC30}"/>
              </a:ext>
            </a:extLst>
          </p:cNvPr>
          <p:cNvSpPr txBox="1"/>
          <p:nvPr/>
        </p:nvSpPr>
        <p:spPr>
          <a:xfrm>
            <a:off x="7757206" y="3557385"/>
            <a:ext cx="3997914" cy="1754326"/>
          </a:xfrm>
          <a:prstGeom prst="rect">
            <a:avLst/>
          </a:prstGeom>
          <a:noFill/>
        </p:spPr>
        <p:txBody>
          <a:bodyPr wrap="square" rtlCol="0">
            <a:spAutoFit/>
          </a:bodyPr>
          <a:lstStyle/>
          <a:p>
            <a:r>
              <a:rPr lang="en-US"/>
              <a:t>PHQ score ≥ 10: Likely Major Depression</a:t>
            </a:r>
          </a:p>
          <a:p>
            <a:endParaRPr lang="en-US"/>
          </a:p>
          <a:p>
            <a:r>
              <a:rPr lang="en-US"/>
              <a:t>5-9: Mild Depression</a:t>
            </a:r>
          </a:p>
          <a:p>
            <a:r>
              <a:rPr lang="en-US"/>
              <a:t>10-14: Moderate</a:t>
            </a:r>
          </a:p>
          <a:p>
            <a:r>
              <a:rPr lang="en-US"/>
              <a:t>15-19: Moderately Severe</a:t>
            </a:r>
          </a:p>
          <a:p>
            <a:r>
              <a:rPr lang="en-US"/>
              <a:t> ≥ 20: Severe</a:t>
            </a:r>
          </a:p>
        </p:txBody>
      </p:sp>
      <p:sp>
        <p:nvSpPr>
          <p:cNvPr id="20" name="Freeform: Shape 19">
            <a:extLst>
              <a:ext uri="{FF2B5EF4-FFF2-40B4-BE49-F238E27FC236}">
                <a16:creationId xmlns:a16="http://schemas.microsoft.com/office/drawing/2014/main" id="{24A7BEFC-FAB2-4ADA-8765-E205F6E80B55}"/>
              </a:ext>
            </a:extLst>
          </p:cNvPr>
          <p:cNvSpPr/>
          <p:nvPr/>
        </p:nvSpPr>
        <p:spPr>
          <a:xfrm>
            <a:off x="2111072" y="2956560"/>
            <a:ext cx="672881" cy="345440"/>
          </a:xfrm>
          <a:custGeom>
            <a:avLst/>
            <a:gdLst>
              <a:gd name="connsiteX0" fmla="*/ 367968 w 672881"/>
              <a:gd name="connsiteY0" fmla="*/ 50800 h 345440"/>
              <a:gd name="connsiteX1" fmla="*/ 53008 w 672881"/>
              <a:gd name="connsiteY1" fmla="*/ 71120 h 345440"/>
              <a:gd name="connsiteX2" fmla="*/ 83488 w 672881"/>
              <a:gd name="connsiteY2" fmla="*/ 314960 h 345440"/>
              <a:gd name="connsiteX3" fmla="*/ 185088 w 672881"/>
              <a:gd name="connsiteY3" fmla="*/ 345440 h 345440"/>
              <a:gd name="connsiteX4" fmla="*/ 449248 w 672881"/>
              <a:gd name="connsiteY4" fmla="*/ 264160 h 345440"/>
              <a:gd name="connsiteX5" fmla="*/ 662608 w 672881"/>
              <a:gd name="connsiteY5" fmla="*/ 193040 h 345440"/>
              <a:gd name="connsiteX6" fmla="*/ 642288 w 672881"/>
              <a:gd name="connsiteY6" fmla="*/ 20320 h 345440"/>
              <a:gd name="connsiteX7" fmla="*/ 500048 w 672881"/>
              <a:gd name="connsiteY7" fmla="*/ 0 h 345440"/>
              <a:gd name="connsiteX8" fmla="*/ 195248 w 672881"/>
              <a:gd name="connsiteY8" fmla="*/ 91440 h 345440"/>
              <a:gd name="connsiteX9" fmla="*/ 134288 w 672881"/>
              <a:gd name="connsiteY9" fmla="*/ 182880 h 34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2881" h="345440">
                <a:moveTo>
                  <a:pt x="367968" y="50800"/>
                </a:moveTo>
                <a:cubicBezTo>
                  <a:pt x="262981" y="57573"/>
                  <a:pt x="156782" y="53824"/>
                  <a:pt x="53008" y="71120"/>
                </a:cubicBezTo>
                <a:cubicBezTo>
                  <a:pt x="-79538" y="93211"/>
                  <a:pt x="77520" y="307335"/>
                  <a:pt x="83488" y="314960"/>
                </a:cubicBezTo>
                <a:cubicBezTo>
                  <a:pt x="105279" y="342804"/>
                  <a:pt x="151221" y="335280"/>
                  <a:pt x="185088" y="345440"/>
                </a:cubicBezTo>
                <a:cubicBezTo>
                  <a:pt x="425508" y="305370"/>
                  <a:pt x="184479" y="355460"/>
                  <a:pt x="449248" y="264160"/>
                </a:cubicBezTo>
                <a:cubicBezTo>
                  <a:pt x="711421" y="173756"/>
                  <a:pt x="516674" y="266007"/>
                  <a:pt x="662608" y="193040"/>
                </a:cubicBezTo>
                <a:cubicBezTo>
                  <a:pt x="665412" y="164996"/>
                  <a:pt x="693694" y="47535"/>
                  <a:pt x="642288" y="20320"/>
                </a:cubicBezTo>
                <a:cubicBezTo>
                  <a:pt x="599959" y="-2089"/>
                  <a:pt x="547461" y="6773"/>
                  <a:pt x="500048" y="0"/>
                </a:cubicBezTo>
                <a:cubicBezTo>
                  <a:pt x="398448" y="30480"/>
                  <a:pt x="293735" y="52045"/>
                  <a:pt x="195248" y="91440"/>
                </a:cubicBezTo>
                <a:cubicBezTo>
                  <a:pt x="43238" y="152244"/>
                  <a:pt x="70596" y="151034"/>
                  <a:pt x="134288" y="18288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Med Classes">
            <a:hlinkClick r:id="rId3" action="ppaction://hlinksldjump"/>
            <a:extLst>
              <a:ext uri="{FF2B5EF4-FFF2-40B4-BE49-F238E27FC236}">
                <a16:creationId xmlns:a16="http://schemas.microsoft.com/office/drawing/2014/main" id="{241EE8E5-4415-436B-9A23-13403C710513}"/>
              </a:ext>
            </a:extLst>
          </p:cNvPr>
          <p:cNvSpPr txBox="1"/>
          <p:nvPr/>
        </p:nvSpPr>
        <p:spPr>
          <a:xfrm>
            <a:off x="9928790" y="6260007"/>
            <a:ext cx="1851104" cy="408623"/>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txBody>
          <a:bodyPr wrap="square" rtlCol="0" anchor="ctr">
            <a:spAutoFit/>
          </a:bodyPr>
          <a:lstStyle/>
          <a:p>
            <a:pPr algn="ctr"/>
            <a:r>
              <a:rPr lang="en-US"/>
              <a:t>BACK</a:t>
            </a:r>
          </a:p>
        </p:txBody>
      </p:sp>
    </p:spTree>
    <p:extLst>
      <p:ext uri="{BB962C8B-B14F-4D97-AF65-F5344CB8AC3E}">
        <p14:creationId xmlns:p14="http://schemas.microsoft.com/office/powerpoint/2010/main" val="282168735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tIns="109728"/>
          <a:lstStyle/>
          <a:p>
            <a:pPr algn="ctr"/>
            <a:r>
              <a:rPr sz="2800" b="1">
                <a:solidFill>
                  <a:srgbClr val="FFFFFF"/>
                </a:solidFill>
                <a:latin typeface="Calibri"/>
              </a:rPr>
              <a:t>2022–2025 Update — Screening &amp; Newer Agents</a:t>
            </a:r>
          </a:p>
        </p:txBody>
      </p:sp>
      <p:sp>
        <p:nvSpPr>
          <p:cNvPr id="3" name="TextBox 2"/>
          <p:cNvSpPr txBox="1"/>
          <p:nvPr/>
        </p:nvSpPr>
        <p:spPr>
          <a:xfrm>
            <a:off x="502920" y="1097280"/>
            <a:ext cx="11186160" cy="5394960"/>
          </a:xfrm>
          <a:prstGeom prst="rect">
            <a:avLst/>
          </a:prstGeom>
          <a:noFill/>
        </p:spPr>
        <p:txBody>
          <a:bodyPr wrap="square">
            <a:spAutoFit/>
          </a:bodyPr>
          <a:lstStyle/>
          <a:p>
            <a:pPr>
              <a:spcAft>
                <a:spcPts val="600"/>
              </a:spcAft>
            </a:pPr>
            <a:r>
              <a:rPr sz="1500" b="0">
                <a:solidFill>
                  <a:srgbClr val="232323"/>
                </a:solidFill>
                <a:latin typeface="Calibri"/>
              </a:rPr>
              <a:t>USPSTF 2023 (final): screen ALL adults for DEPRESSION (Grade B) and adults &lt;65 for ANXIETY disorders (Grade B); both include pregnant/postpartum. Insufficient evidence to screen for anxiety at ≥65 (I). No routine suicide-risk screening in asymptomatic adults (I).</a:t>
            </a:r>
          </a:p>
          <a:p>
            <a:pPr>
              <a:spcAft>
                <a:spcPts val="600"/>
              </a:spcAft>
            </a:pPr>
            <a:r>
              <a:rPr sz="1500" b="0">
                <a:solidFill>
                  <a:srgbClr val="232323"/>
                </a:solidFill>
                <a:latin typeface="Calibri"/>
              </a:rPr>
              <a:t>Antidepressant discontinuation: ANTLER trial (Lewis, NEJM 2021) — stopping after long-term use → ~56% relapse vs ~39% maintained. Taper slowly; withdrawal can be prolonged.</a:t>
            </a:r>
          </a:p>
          <a:p>
            <a:pPr>
              <a:spcAft>
                <a:spcPts val="600"/>
              </a:spcAft>
            </a:pPr>
            <a:r>
              <a:rPr sz="1500" b="1">
                <a:solidFill>
                  <a:srgbClr val="232323"/>
                </a:solidFill>
                <a:latin typeface="Calibri"/>
              </a:rPr>
              <a:t>Newer oral agents (context, not first-line for routine GAD/MDD):</a:t>
            </a:r>
          </a:p>
          <a:p>
            <a:pPr lvl="1">
              <a:spcAft>
                <a:spcPts val="600"/>
              </a:spcAft>
            </a:pPr>
            <a:r>
              <a:rPr sz="1400" b="0">
                <a:solidFill>
                  <a:srgbClr val="232323"/>
                </a:solidFill>
                <a:latin typeface="Calibri"/>
              </a:rPr>
              <a:t>•  Dextromethorphan–bupropion (Auvelity) — FDA Aug 2022; first rapid-acting oral NMDA-antagonist for MDD (separation from placebo by week 1).</a:t>
            </a:r>
          </a:p>
          <a:p>
            <a:pPr lvl="1">
              <a:spcAft>
                <a:spcPts val="600"/>
              </a:spcAft>
            </a:pPr>
            <a:r>
              <a:rPr sz="1400" b="0">
                <a:solidFill>
                  <a:srgbClr val="232323"/>
                </a:solidFill>
                <a:latin typeface="Calibri"/>
              </a:rPr>
              <a:t>•  Zuranolone (Zurzuvae) — FDA Aug 2023; first ORAL agent for POSTPARTUM depression (14-day course); not approved for general MDD.</a:t>
            </a:r>
          </a:p>
          <a:p>
            <a:pPr lvl="1">
              <a:spcAft>
                <a:spcPts val="600"/>
              </a:spcAft>
            </a:pPr>
            <a:r>
              <a:rPr sz="1400" b="0">
                <a:solidFill>
                  <a:srgbClr val="232323"/>
                </a:solidFill>
                <a:latin typeface="Calibri"/>
              </a:rPr>
              <a:t>•  Esketamine (Spravato) intranasal — treatment-resistant MDD; expanded to monotherapy 2025.</a:t>
            </a:r>
          </a:p>
          <a:p>
            <a:pPr>
              <a:spcAft>
                <a:spcPts val="600"/>
              </a:spcAft>
            </a:pPr>
            <a:r>
              <a:rPr sz="1500" b="1">
                <a:solidFill>
                  <a:srgbClr val="232323"/>
                </a:solidFill>
                <a:latin typeface="Calibri"/>
              </a:rPr>
              <a:t>Standing teaching (PHQ-9/GAD-7, SRI first-line, close early follow-up, side-effect-guided selection) verified CURRENT — no change.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tIns="109728"/>
          <a:lstStyle/>
          <a:p>
            <a:pPr algn="ctr"/>
            <a:r>
              <a:rPr sz="2800" b="1">
                <a:solidFill>
                  <a:srgbClr val="FFFFFF"/>
                </a:solidFill>
                <a:latin typeface="Calibri"/>
              </a:rPr>
              <a:t>Take-Home Points</a:t>
            </a:r>
          </a:p>
        </p:txBody>
      </p:sp>
      <p:sp>
        <p:nvSpPr>
          <p:cNvPr id="3" name="TextBox 2"/>
          <p:cNvSpPr txBox="1"/>
          <p:nvPr/>
        </p:nvSpPr>
        <p:spPr>
          <a:xfrm>
            <a:off x="502920" y="1097280"/>
            <a:ext cx="11186160" cy="5394960"/>
          </a:xfrm>
          <a:prstGeom prst="rect">
            <a:avLst/>
          </a:prstGeom>
          <a:noFill/>
        </p:spPr>
        <p:txBody>
          <a:bodyPr wrap="square">
            <a:spAutoFit/>
          </a:bodyPr>
          <a:lstStyle/>
          <a:p>
            <a:pPr>
              <a:spcAft>
                <a:spcPts val="600"/>
              </a:spcAft>
            </a:pPr>
            <a:r>
              <a:rPr sz="1700" b="0">
                <a:solidFill>
                  <a:srgbClr val="232323"/>
                </a:solidFill>
                <a:latin typeface="Calibri"/>
              </a:rPr>
              <a:t>PHQ-9 and GAD-7 are the preferred tools to DIAGNOSE and MONITOR unipolar depression and GAD; PHQ-2/PHQ-4 are screens only — don't use them when pretest probability is high.</a:t>
            </a:r>
          </a:p>
          <a:p>
            <a:pPr>
              <a:spcAft>
                <a:spcPts val="600"/>
              </a:spcAft>
            </a:pPr>
            <a:r>
              <a:rPr sz="1700" b="0">
                <a:solidFill>
                  <a:srgbClr val="232323"/>
                </a:solidFill>
                <a:latin typeface="Calibri"/>
              </a:rPr>
              <a:t>Short-term follow-up (within ~1–2 weeks) after starting a drug is critical — watch for emergent suicidality/mania, intolerable side effects, and non-adherence.</a:t>
            </a:r>
          </a:p>
          <a:p>
            <a:pPr>
              <a:spcAft>
                <a:spcPts val="600"/>
              </a:spcAft>
            </a:pPr>
            <a:r>
              <a:rPr sz="1700" b="0">
                <a:solidFill>
                  <a:srgbClr val="232323"/>
                </a:solidFill>
                <a:latin typeface="Calibri"/>
              </a:rPr>
              <a:t>SRIs are first-line for both; pick the agent by comorbidity, prior response, cost, preference, and SIDE-EFFECT profile (use side effects to your advantage).</a:t>
            </a:r>
          </a:p>
          <a:p>
            <a:pPr>
              <a:spcAft>
                <a:spcPts val="600"/>
              </a:spcAft>
            </a:pPr>
            <a:r>
              <a:rPr sz="1700" b="0">
                <a:solidFill>
                  <a:srgbClr val="232323"/>
                </a:solidFill>
                <a:latin typeface="Calibri"/>
              </a:rPr>
              <a:t>Treat the somatic symptoms too (e.g., PT, headache care) and keep re-screening for bipolar disorder and substance use.</a:t>
            </a:r>
          </a:p>
          <a:p>
            <a:pPr>
              <a:spcAft>
                <a:spcPts val="600"/>
              </a:spcAft>
            </a:pPr>
            <a:r>
              <a:rPr sz="1700" b="0">
                <a:solidFill>
                  <a:srgbClr val="232323"/>
                </a:solidFill>
                <a:latin typeface="Calibri"/>
              </a:rPr>
              <a:t>USPSTF 2023: screen all adults for depression and adults &lt;65 for anxiety.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tIns="109728"/>
          <a:lstStyle/>
          <a:p>
            <a:pPr algn="ctr"/>
            <a:r>
              <a:rPr sz="2800" b="1">
                <a:solidFill>
                  <a:srgbClr val="FFFFFF"/>
                </a:solidFill>
                <a:latin typeface="Calibri"/>
              </a:rPr>
              <a:t>Attribution &amp; Optimization Notes</a:t>
            </a:r>
          </a:p>
        </p:txBody>
      </p:sp>
      <p:sp>
        <p:nvSpPr>
          <p:cNvPr id="3" name="TextBox 2"/>
          <p:cNvSpPr txBox="1"/>
          <p:nvPr/>
        </p:nvSpPr>
        <p:spPr>
          <a:xfrm>
            <a:off x="502920" y="1097280"/>
            <a:ext cx="11186160" cy="5394960"/>
          </a:xfrm>
          <a:prstGeom prst="rect">
            <a:avLst/>
          </a:prstGeom>
          <a:noFill/>
        </p:spPr>
        <p:txBody>
          <a:bodyPr wrap="square">
            <a:spAutoFit/>
          </a:bodyPr>
          <a:lstStyle/>
          <a:p>
            <a:pPr>
              <a:spcAft>
                <a:spcPts val="600"/>
              </a:spcAft>
            </a:pPr>
            <a:r>
              <a:rPr sz="1500" b="0">
                <a:solidFill>
                  <a:srgbClr val="232323"/>
                </a:solidFill>
                <a:latin typeface="Calibri"/>
              </a:rPr>
              <a:t>Adapted from TeachIM.org — “Depression and Anxiety” (Trefilek, Melton, Guinn, Fainstad; Section Ed. Brett; Univ. of Colorado). Published Dec 2021, updated Nov 2022.</a:t>
            </a:r>
          </a:p>
          <a:p>
            <a:pPr>
              <a:spcAft>
                <a:spcPts val="600"/>
              </a:spcAft>
            </a:pPr>
            <a:r>
              <a:rPr sz="1400" b="0">
                <a:solidFill>
                  <a:srgbClr val="232323"/>
                </a:solidFill>
                <a:latin typeface="Calibri"/>
              </a:rPr>
              <a:t>Source URL: https://teachim.org/teaching_material/depression-and-anxiety/</a:t>
            </a:r>
          </a:p>
          <a:p>
            <a:pPr>
              <a:spcAft>
                <a:spcPts val="600"/>
              </a:spcAft>
            </a:pPr>
            <a:r>
              <a:rPr sz="1500" b="0">
                <a:solidFill>
                  <a:srgbClr val="232323"/>
                </a:solidFill>
                <a:latin typeface="Calibri"/>
              </a:rPr>
              <a:t>Licensed under Creative Commons Attribution-NonCommercial 4.0 (CC BY-NC 4.0). This optimized package is likewise CC BY-NC 4.0 — attribution required, non-commercial use only.</a:t>
            </a:r>
          </a:p>
          <a:p>
            <a:pPr>
              <a:spcAft>
                <a:spcPts val="600"/>
              </a:spcAft>
            </a:pPr>
            <a:r>
              <a:rPr sz="1500" b="0">
                <a:solidFill>
                  <a:srgbClr val="232323"/>
                </a:solidFill>
                <a:latin typeface="Calibri"/>
              </a:rPr>
              <a:t>Optimized June 2026: original interactive board preserved (all 18 slides, animations &amp; BioRender graphics intact); no factual/typo errors found → append-only edit (this 3-slide addendum).</a:t>
            </a:r>
          </a:p>
          <a:p>
            <a:pPr>
              <a:spcAft>
                <a:spcPts val="600"/>
              </a:spcAft>
            </a:pPr>
            <a:r>
              <a:rPr sz="1500" b="0">
                <a:solidFill>
                  <a:srgbClr val="232323"/>
                </a:solidFill>
                <a:latin typeface="Calibri"/>
              </a:rPr>
              <a:t>Currency verified vs USPSTF 2023 screening recommendations, ANTLER (NEJM 2021), and FDA approvals (Auvelity 2022, Zurzuvae/zuranolone 2023). Companion: Depression-learner-handout.docx.</a:t>
            </a:r>
          </a:p>
          <a:p>
            <a:pPr>
              <a:spcAft>
                <a:spcPts val="600"/>
              </a:spcAft>
            </a:pPr>
            <a:r>
              <a:rPr sz="1400" b="0">
                <a:solidFill>
                  <a:srgbClr val="232323"/>
                </a:solidFill>
                <a:latin typeface="Calibri"/>
              </a:rPr>
              <a:t>Educational use only — clinician-reviewed before teaching. Suicide risk is a sensitive topic; ensure local crisis resources are available.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451BAA5E07A9540B9284A80B4736C68" ma:contentTypeVersion="13" ma:contentTypeDescription="Create a new document." ma:contentTypeScope="" ma:versionID="bdb9ef5b583335ed9ab8751b637a5ef9">
  <xsd:schema xmlns:xsd="http://www.w3.org/2001/XMLSchema" xmlns:xs="http://www.w3.org/2001/XMLSchema" xmlns:p="http://schemas.microsoft.com/office/2006/metadata/properties" xmlns:ns3="fa28daa0-ee6f-4e6d-8898-974c854b54e3" xmlns:ns4="866100fe-e576-4906-ad12-ad9d94fbae96" targetNamespace="http://schemas.microsoft.com/office/2006/metadata/properties" ma:root="true" ma:fieldsID="2e361a7cf80404567997cc2bd9505cbd" ns3:_="" ns4:_="">
    <xsd:import namespace="fa28daa0-ee6f-4e6d-8898-974c854b54e3"/>
    <xsd:import namespace="866100fe-e576-4906-ad12-ad9d94fbae9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DateTaken" minOccurs="0"/>
                <xsd:element ref="ns3:MediaServiceLocatio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28daa0-ee6f-4e6d-8898-974c854b54e3"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66100fe-e576-4906-ad12-ad9d94fbae9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03EAFB-9A1F-41B1-B092-0F5272916148}">
  <ds:schemaRefs>
    <ds:schemaRef ds:uri="866100fe-e576-4906-ad12-ad9d94fbae96"/>
    <ds:schemaRef ds:uri="fa28daa0-ee6f-4e6d-8898-974c854b54e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BA9DBDA-D10F-452D-AB49-75E8CE769DBE}">
  <ds:schemaRefs>
    <ds:schemaRef ds:uri="http://schemas.microsoft.com/sharepoint/v3/contenttype/forms"/>
  </ds:schemaRefs>
</ds:datastoreItem>
</file>

<file path=customXml/itemProps3.xml><?xml version="1.0" encoding="utf-8"?>
<ds:datastoreItem xmlns:ds="http://schemas.openxmlformats.org/officeDocument/2006/customXml" ds:itemID="{0AEDD63A-5492-4901-92DE-707F093DB5CA}">
  <ds:schemaRefs>
    <ds:schemaRef ds:uri="866100fe-e576-4906-ad12-ad9d94fbae96"/>
    <ds:schemaRef ds:uri="fa28daa0-ee6f-4e6d-8898-974c854b54e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99</TotalTime>
  <Words>1749</Words>
  <Application>Microsoft Office PowerPoint</Application>
  <PresentationFormat>Widescreen</PresentationFormat>
  <Paragraphs>490</Paragraphs>
  <Slides>18</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Noto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Brandon Fainstad</dc:creator>
  <cp:lastModifiedBy>Fainstad, Brandon</cp:lastModifiedBy>
  <cp:revision>4</cp:revision>
  <dcterms:created xsi:type="dcterms:W3CDTF">2020-12-09T20:37:45Z</dcterms:created>
  <dcterms:modified xsi:type="dcterms:W3CDTF">2021-12-29T22:29:07Z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0x0101003451BAA5E07A9540B9284A80B4736C68</vt:lpwstr>
  </property>
</Properties>
</file>