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77" r:id="rId4"/>
    <p:sldId id="261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C7D2-25E5-49EB-A39B-91C25EFF54B4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2B28F-9B8D-4ABA-BFDF-F011FA50E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1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13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5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84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Regner</a:t>
            </a:r>
            <a:r>
              <a:rPr lang="en-US" dirty="0"/>
              <a:t>, KR &amp; </a:t>
            </a:r>
            <a:r>
              <a:rPr lang="en-US" dirty="0" err="1"/>
              <a:t>Singbartl</a:t>
            </a:r>
            <a:r>
              <a:rPr lang="en-US" dirty="0"/>
              <a:t>, K. Kidney Injury in Liver Disease. </a:t>
            </a:r>
            <a:r>
              <a:rPr lang="en-US" i="1" dirty="0" err="1"/>
              <a:t>Crit</a:t>
            </a:r>
            <a:r>
              <a:rPr lang="en-US" i="1" dirty="0"/>
              <a:t> Care </a:t>
            </a:r>
            <a:r>
              <a:rPr lang="en-US" i="1" dirty="0" err="1"/>
              <a:t>Clin</a:t>
            </a:r>
            <a:r>
              <a:rPr lang="en-US" i="1" dirty="0"/>
              <a:t>. </a:t>
            </a:r>
            <a:r>
              <a:rPr lang="en-US" dirty="0"/>
              <a:t>2016. 32; 343-355.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Ge, PS &amp; Runyon, BA. Treatment of Patients with Cirrhosis. NEJM. 2016;375:767-77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4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BBE2-6CF6-449E-89C5-F21A12B37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52168-3232-4C83-B554-BA6152FE4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57F2-993E-4775-A08B-69C56BB9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B69E-7234-40AB-A646-3A4BCF8C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5FC91-082D-4198-8440-70404194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1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0BEB-0876-463A-B0FE-A948D65F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A425-39D0-492A-B67A-4C2FCFAB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3BD32-3A94-4864-972E-15D02FDD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A523-1D74-4EC8-85B5-0C4441AD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013E9-07EF-4FA5-BF24-B401B676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8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6A1C-7B32-4908-9E9B-463F9BA8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B7D85-E9DD-4FF8-BBAD-B93D0908A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33124-0AEF-4D94-9578-208F115C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49F8-A3B4-46B0-807B-365A7A0E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9A1D-32F6-4CC7-9531-D552CD57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3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6440-21E9-46A5-8E5E-2CBB4BED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6A872-905A-4385-861B-3A77FC190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32928-B6D0-448F-AF24-D6E0B41F2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AD8F1-84AE-4545-9D92-C4EB6011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E4497-303F-4570-A877-5D70BADB7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4497B-8E4E-463E-B6EA-6EB38A79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9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E5D1-09EE-4E91-919C-BBA1DD5A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BF67F-0F66-46DE-BF6E-F5AC09A0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43418-F539-459F-AA41-595BA991D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C42FA-BF90-48FB-BF18-4D0E5DEE0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094F0-CA94-4B53-9689-0EC40A9DA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7562E-23F3-4BC3-870A-2525B7EE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8D15E-B17D-402F-B6AB-3C57A2F9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0F3A3-8908-4D5F-986E-AAC53696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8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18C4-A0E2-4B4A-9AAF-CF18074B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7947E-E57C-4E05-B757-F8BA2A45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7EE74-7C55-4983-A025-F648414E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7CB81-9F32-406B-86A4-B6446362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1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CE93D-6E4B-43FE-A60C-78163E6C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3FE41-F70C-4876-AD81-EE01E9DE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CBCF-D4B8-474F-B28C-63E5A1CC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FE6E-F4B2-445A-A5A2-0533F320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6CF6-897D-4558-9B9C-EBD32D96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73C91-497C-4670-97BB-79AE26202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B26BD-398F-4E64-A0FC-FE06F667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664B-B357-446D-A82B-BD16744C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D0138-73C4-498C-8DB3-8CA429BB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4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C410-2679-4AF6-9102-3A17BF14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54298-7B44-4940-9CC0-22BC0BFDF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101FB-06DA-4206-9FDB-0C72A2CC2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78EAE-3011-43DA-8209-F0F5C190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14A07-0325-4518-ACC1-598CB6BE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C198-87E9-44C5-B7E9-279CB82B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7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0D04-7B05-4E89-8885-A31A5286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38581-3092-4697-9B6F-B4F332C26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A56A-963A-4AFE-8E93-4B19C432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ED3A1-956A-4D2A-8FC2-23A49CBA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B433-3F21-48A5-89B7-284546B0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6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C1ACF-90D8-4221-A20E-DF14DE332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50ECF-899B-4ABC-8B23-01C271034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5FE63-B9A5-4E6E-B6D0-2351E9EF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E16EF-5A53-45D3-BC2C-0F58BDF8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0CEE3-A37C-49F5-9A45-8DB2B547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18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985F3-258C-491F-A50A-A66542C0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8BC1-18EF-42CB-891A-4FB338E64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1FD63-4FC6-423C-9CB8-DDD78813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965D3-B772-4057-A11F-5C375E48D103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E1D7A-F9EC-4AF6-97F1-6789FA5FE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21B4-8648-4F50-8A50-E76DC13DE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E6AD4-4633-4185-B429-B378900B8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0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2.sv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3.xml"/><Relationship Id="rId7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5.xml"/><Relationship Id="rId4" Type="http://schemas.openxmlformats.org/officeDocument/2006/relationships/image" Target="../media/image2.sv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952CA80-AA79-4A3F-A1C2-F8BA138D5115}"/>
              </a:ext>
            </a:extLst>
          </p:cNvPr>
          <p:cNvSpPr/>
          <p:nvPr/>
        </p:nvSpPr>
        <p:spPr>
          <a:xfrm>
            <a:off x="351347" y="6055821"/>
            <a:ext cx="8559200" cy="564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0F2AA7-1F17-49D7-B24A-710F7D6CADFA}"/>
              </a:ext>
            </a:extLst>
          </p:cNvPr>
          <p:cNvSpPr/>
          <p:nvPr/>
        </p:nvSpPr>
        <p:spPr>
          <a:xfrm>
            <a:off x="362550" y="5218967"/>
            <a:ext cx="8559200" cy="7968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16DBFF-2998-49F0-82B5-39DD75812FAB}"/>
              </a:ext>
            </a:extLst>
          </p:cNvPr>
          <p:cNvSpPr/>
          <p:nvPr/>
        </p:nvSpPr>
        <p:spPr>
          <a:xfrm>
            <a:off x="370998" y="4097034"/>
            <a:ext cx="8550752" cy="10819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7EAE7-BD8A-44A7-9112-B6F0619F7BCE}"/>
              </a:ext>
            </a:extLst>
          </p:cNvPr>
          <p:cNvSpPr txBox="1"/>
          <p:nvPr/>
        </p:nvSpPr>
        <p:spPr>
          <a:xfrm>
            <a:off x="2986409" y="111273"/>
            <a:ext cx="5441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Differential Diagnosis of AKI in ESLD</a:t>
            </a:r>
          </a:p>
        </p:txBody>
      </p:sp>
      <p:sp>
        <p:nvSpPr>
          <p:cNvPr id="15" name="Pre-renal">
            <a:extLst>
              <a:ext uri="{FF2B5EF4-FFF2-40B4-BE49-F238E27FC236}">
                <a16:creationId xmlns:a16="http://schemas.microsoft.com/office/drawing/2014/main" id="{62164B76-38B3-4F7B-9CED-788A49398931}"/>
              </a:ext>
            </a:extLst>
          </p:cNvPr>
          <p:cNvSpPr txBox="1"/>
          <p:nvPr/>
        </p:nvSpPr>
        <p:spPr>
          <a:xfrm>
            <a:off x="1422580" y="4420925"/>
            <a:ext cx="1189669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PRERENAL</a:t>
            </a:r>
          </a:p>
        </p:txBody>
      </p:sp>
      <p:sp>
        <p:nvSpPr>
          <p:cNvPr id="16" name="Intrarenal">
            <a:extLst>
              <a:ext uri="{FF2B5EF4-FFF2-40B4-BE49-F238E27FC236}">
                <a16:creationId xmlns:a16="http://schemas.microsoft.com/office/drawing/2014/main" id="{65D47CFC-C58C-44BE-A054-0C8562C32EAC}"/>
              </a:ext>
            </a:extLst>
          </p:cNvPr>
          <p:cNvSpPr txBox="1"/>
          <p:nvPr/>
        </p:nvSpPr>
        <p:spPr>
          <a:xfrm>
            <a:off x="1413933" y="5415677"/>
            <a:ext cx="1497808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INTRARENAL</a:t>
            </a:r>
          </a:p>
        </p:txBody>
      </p:sp>
      <p:sp>
        <p:nvSpPr>
          <p:cNvPr id="17" name="Post-renal">
            <a:extLst>
              <a:ext uri="{FF2B5EF4-FFF2-40B4-BE49-F238E27FC236}">
                <a16:creationId xmlns:a16="http://schemas.microsoft.com/office/drawing/2014/main" id="{9098FF2C-6F6A-4A72-AD40-15463EF836B5}"/>
              </a:ext>
            </a:extLst>
          </p:cNvPr>
          <p:cNvSpPr txBox="1"/>
          <p:nvPr/>
        </p:nvSpPr>
        <p:spPr>
          <a:xfrm>
            <a:off x="1402730" y="6133557"/>
            <a:ext cx="1384300" cy="40862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POSTRENAL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D2E6FF-06D9-4A1D-B3F9-C0B686C5EC4B}"/>
              </a:ext>
            </a:extLst>
          </p:cNvPr>
          <p:cNvGrpSpPr/>
          <p:nvPr/>
        </p:nvGrpSpPr>
        <p:grpSpPr>
          <a:xfrm>
            <a:off x="2603602" y="586999"/>
            <a:ext cx="4699207" cy="3060760"/>
            <a:chOff x="2603602" y="586999"/>
            <a:chExt cx="4699207" cy="30607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76A385-3CB9-48D0-88CA-CF7D286E3B16}"/>
                </a:ext>
              </a:extLst>
            </p:cNvPr>
            <p:cNvGrpSpPr/>
            <p:nvPr/>
          </p:nvGrpSpPr>
          <p:grpSpPr>
            <a:xfrm>
              <a:off x="2603602" y="586999"/>
              <a:ext cx="4557091" cy="2939676"/>
              <a:chOff x="3203697" y="919883"/>
              <a:chExt cx="4557091" cy="2939676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E270154-1342-4AF6-862B-0B6F1F0B90AF}"/>
                  </a:ext>
                </a:extLst>
              </p:cNvPr>
              <p:cNvSpPr/>
              <p:nvPr/>
            </p:nvSpPr>
            <p:spPr>
              <a:xfrm>
                <a:off x="4516386" y="919883"/>
                <a:ext cx="2797519" cy="2044514"/>
              </a:xfrm>
              <a:custGeom>
                <a:avLst/>
                <a:gdLst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399272 w 3324754"/>
                  <a:gd name="connsiteY18" fmla="*/ 407909 h 2445138"/>
                  <a:gd name="connsiteX19" fmla="*/ 889133 w 3324754"/>
                  <a:gd name="connsiteY19" fmla="*/ 273155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399272 w 3324754"/>
                  <a:gd name="connsiteY18" fmla="*/ 407909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16906 w 3324754"/>
                  <a:gd name="connsiteY17" fmla="*/ 629290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87205 w 3324754"/>
                  <a:gd name="connsiteY17" fmla="*/ 629290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1996038 w 3324754"/>
                  <a:gd name="connsiteY16" fmla="*/ 1062427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2006081 w 3324754"/>
                  <a:gd name="connsiteY16" fmla="*/ 1062427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59668 w 3324754"/>
                  <a:gd name="connsiteY15" fmla="*/ 1736195 h 2445138"/>
                  <a:gd name="connsiteX16" fmla="*/ 2026166 w 3324754"/>
                  <a:gd name="connsiteY16" fmla="*/ 1072448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24754"/>
                  <a:gd name="connsiteY0" fmla="*/ 417534 h 2445138"/>
                  <a:gd name="connsiteX1" fmla="*/ 388619 w 3324754"/>
                  <a:gd name="connsiteY1" fmla="*/ 61399 h 2445138"/>
                  <a:gd name="connsiteX2" fmla="*/ 1303019 w 3324754"/>
                  <a:gd name="connsiteY2" fmla="*/ 51774 h 2445138"/>
                  <a:gd name="connsiteX3" fmla="*/ 2034539 w 3324754"/>
                  <a:gd name="connsiteY3" fmla="*/ 581163 h 2445138"/>
                  <a:gd name="connsiteX4" fmla="*/ 2381049 w 3324754"/>
                  <a:gd name="connsiteY4" fmla="*/ 1351185 h 2445138"/>
                  <a:gd name="connsiteX5" fmla="*/ 2458051 w 3324754"/>
                  <a:gd name="connsiteY5" fmla="*/ 1832448 h 2445138"/>
                  <a:gd name="connsiteX6" fmla="*/ 2467676 w 3324754"/>
                  <a:gd name="connsiteY6" fmla="*/ 2082705 h 2445138"/>
                  <a:gd name="connsiteX7" fmla="*/ 2871937 w 3324754"/>
                  <a:gd name="connsiteY7" fmla="*/ 1899825 h 2445138"/>
                  <a:gd name="connsiteX8" fmla="*/ 3266573 w 3324754"/>
                  <a:gd name="connsiteY8" fmla="*/ 1793947 h 2445138"/>
                  <a:gd name="connsiteX9" fmla="*/ 3285824 w 3324754"/>
                  <a:gd name="connsiteY9" fmla="*/ 1947951 h 2445138"/>
                  <a:gd name="connsiteX10" fmla="*/ 3295449 w 3324754"/>
                  <a:gd name="connsiteY10" fmla="*/ 2101955 h 2445138"/>
                  <a:gd name="connsiteX11" fmla="*/ 2871937 w 3324754"/>
                  <a:gd name="connsiteY11" fmla="*/ 2246334 h 2445138"/>
                  <a:gd name="connsiteX12" fmla="*/ 2486927 w 3324754"/>
                  <a:gd name="connsiteY12" fmla="*/ 2419589 h 2445138"/>
                  <a:gd name="connsiteX13" fmla="*/ 2265546 w 3324754"/>
                  <a:gd name="connsiteY13" fmla="*/ 2429214 h 2445138"/>
                  <a:gd name="connsiteX14" fmla="*/ 2140417 w 3324754"/>
                  <a:gd name="connsiteY14" fmla="*/ 2275210 h 2445138"/>
                  <a:gd name="connsiteX15" fmla="*/ 2169712 w 3324754"/>
                  <a:gd name="connsiteY15" fmla="*/ 1706132 h 2445138"/>
                  <a:gd name="connsiteX16" fmla="*/ 2026166 w 3324754"/>
                  <a:gd name="connsiteY16" fmla="*/ 1072448 h 2445138"/>
                  <a:gd name="connsiteX17" fmla="*/ 1757076 w 3324754"/>
                  <a:gd name="connsiteY17" fmla="*/ 659353 h 2445138"/>
                  <a:gd name="connsiteX18" fmla="*/ 1419358 w 3324754"/>
                  <a:gd name="connsiteY18" fmla="*/ 387867 h 2445138"/>
                  <a:gd name="connsiteX19" fmla="*/ 889133 w 3324754"/>
                  <a:gd name="connsiteY19" fmla="*/ 243092 h 2445138"/>
                  <a:gd name="connsiteX20" fmla="*/ 494497 w 3324754"/>
                  <a:gd name="connsiteY20" fmla="*/ 340532 h 2445138"/>
                  <a:gd name="connsiteX21" fmla="*/ 321242 w 3324754"/>
                  <a:gd name="connsiteY21" fmla="*/ 523412 h 2445138"/>
                  <a:gd name="connsiteX22" fmla="*/ 253866 w 3324754"/>
                  <a:gd name="connsiteY22" fmla="*/ 581163 h 2445138"/>
                  <a:gd name="connsiteX23" fmla="*/ 32485 w 3324754"/>
                  <a:gd name="connsiteY23" fmla="*/ 504161 h 2445138"/>
                  <a:gd name="connsiteX24" fmla="*/ 42110 w 3324754"/>
                  <a:gd name="connsiteY24" fmla="*/ 417534 h 2445138"/>
                  <a:gd name="connsiteX0" fmla="*/ 42110 w 3303727"/>
                  <a:gd name="connsiteY0" fmla="*/ 417534 h 2445138"/>
                  <a:gd name="connsiteX1" fmla="*/ 388619 w 3303727"/>
                  <a:gd name="connsiteY1" fmla="*/ 61399 h 2445138"/>
                  <a:gd name="connsiteX2" fmla="*/ 1303019 w 3303727"/>
                  <a:gd name="connsiteY2" fmla="*/ 51774 h 2445138"/>
                  <a:gd name="connsiteX3" fmla="*/ 2034539 w 3303727"/>
                  <a:gd name="connsiteY3" fmla="*/ 581163 h 2445138"/>
                  <a:gd name="connsiteX4" fmla="*/ 2381049 w 3303727"/>
                  <a:gd name="connsiteY4" fmla="*/ 1351185 h 2445138"/>
                  <a:gd name="connsiteX5" fmla="*/ 2458051 w 3303727"/>
                  <a:gd name="connsiteY5" fmla="*/ 1832448 h 2445138"/>
                  <a:gd name="connsiteX6" fmla="*/ 2467676 w 3303727"/>
                  <a:gd name="connsiteY6" fmla="*/ 2082705 h 2445138"/>
                  <a:gd name="connsiteX7" fmla="*/ 2871937 w 3303727"/>
                  <a:gd name="connsiteY7" fmla="*/ 1899825 h 2445138"/>
                  <a:gd name="connsiteX8" fmla="*/ 3266573 w 3303727"/>
                  <a:gd name="connsiteY8" fmla="*/ 1793947 h 2445138"/>
                  <a:gd name="connsiteX9" fmla="*/ 3285824 w 3303727"/>
                  <a:gd name="connsiteY9" fmla="*/ 1947951 h 2445138"/>
                  <a:gd name="connsiteX10" fmla="*/ 3255277 w 3303727"/>
                  <a:gd name="connsiteY10" fmla="*/ 2071892 h 2445138"/>
                  <a:gd name="connsiteX11" fmla="*/ 2871937 w 3303727"/>
                  <a:gd name="connsiteY11" fmla="*/ 2246334 h 2445138"/>
                  <a:gd name="connsiteX12" fmla="*/ 2486927 w 3303727"/>
                  <a:gd name="connsiteY12" fmla="*/ 2419589 h 2445138"/>
                  <a:gd name="connsiteX13" fmla="*/ 2265546 w 3303727"/>
                  <a:gd name="connsiteY13" fmla="*/ 2429214 h 2445138"/>
                  <a:gd name="connsiteX14" fmla="*/ 2140417 w 3303727"/>
                  <a:gd name="connsiteY14" fmla="*/ 2275210 h 2445138"/>
                  <a:gd name="connsiteX15" fmla="*/ 2169712 w 3303727"/>
                  <a:gd name="connsiteY15" fmla="*/ 1706132 h 2445138"/>
                  <a:gd name="connsiteX16" fmla="*/ 2026166 w 3303727"/>
                  <a:gd name="connsiteY16" fmla="*/ 1072448 h 2445138"/>
                  <a:gd name="connsiteX17" fmla="*/ 1757076 w 3303727"/>
                  <a:gd name="connsiteY17" fmla="*/ 659353 h 2445138"/>
                  <a:gd name="connsiteX18" fmla="*/ 1419358 w 3303727"/>
                  <a:gd name="connsiteY18" fmla="*/ 387867 h 2445138"/>
                  <a:gd name="connsiteX19" fmla="*/ 889133 w 3303727"/>
                  <a:gd name="connsiteY19" fmla="*/ 243092 h 2445138"/>
                  <a:gd name="connsiteX20" fmla="*/ 494497 w 3303727"/>
                  <a:gd name="connsiteY20" fmla="*/ 340532 h 2445138"/>
                  <a:gd name="connsiteX21" fmla="*/ 321242 w 3303727"/>
                  <a:gd name="connsiteY21" fmla="*/ 523412 h 2445138"/>
                  <a:gd name="connsiteX22" fmla="*/ 253866 w 3303727"/>
                  <a:gd name="connsiteY22" fmla="*/ 581163 h 2445138"/>
                  <a:gd name="connsiteX23" fmla="*/ 32485 w 3303727"/>
                  <a:gd name="connsiteY23" fmla="*/ 504161 h 2445138"/>
                  <a:gd name="connsiteX24" fmla="*/ 42110 w 3303727"/>
                  <a:gd name="connsiteY24" fmla="*/ 417534 h 2445138"/>
                  <a:gd name="connsiteX0" fmla="*/ 42110 w 3303727"/>
                  <a:gd name="connsiteY0" fmla="*/ 417534 h 2439272"/>
                  <a:gd name="connsiteX1" fmla="*/ 388619 w 3303727"/>
                  <a:gd name="connsiteY1" fmla="*/ 61399 h 2439272"/>
                  <a:gd name="connsiteX2" fmla="*/ 1303019 w 3303727"/>
                  <a:gd name="connsiteY2" fmla="*/ 51774 h 2439272"/>
                  <a:gd name="connsiteX3" fmla="*/ 2034539 w 3303727"/>
                  <a:gd name="connsiteY3" fmla="*/ 581163 h 2439272"/>
                  <a:gd name="connsiteX4" fmla="*/ 2381049 w 3303727"/>
                  <a:gd name="connsiteY4" fmla="*/ 1351185 h 2439272"/>
                  <a:gd name="connsiteX5" fmla="*/ 2458051 w 3303727"/>
                  <a:gd name="connsiteY5" fmla="*/ 1832448 h 2439272"/>
                  <a:gd name="connsiteX6" fmla="*/ 2467676 w 3303727"/>
                  <a:gd name="connsiteY6" fmla="*/ 2082705 h 2439272"/>
                  <a:gd name="connsiteX7" fmla="*/ 2871937 w 3303727"/>
                  <a:gd name="connsiteY7" fmla="*/ 1899825 h 2439272"/>
                  <a:gd name="connsiteX8" fmla="*/ 3266573 w 3303727"/>
                  <a:gd name="connsiteY8" fmla="*/ 1793947 h 2439272"/>
                  <a:gd name="connsiteX9" fmla="*/ 3285824 w 3303727"/>
                  <a:gd name="connsiteY9" fmla="*/ 1947951 h 2439272"/>
                  <a:gd name="connsiteX10" fmla="*/ 3255277 w 3303727"/>
                  <a:gd name="connsiteY10" fmla="*/ 2071892 h 2439272"/>
                  <a:gd name="connsiteX11" fmla="*/ 2871937 w 3303727"/>
                  <a:gd name="connsiteY11" fmla="*/ 2246334 h 2439272"/>
                  <a:gd name="connsiteX12" fmla="*/ 2486927 w 3303727"/>
                  <a:gd name="connsiteY12" fmla="*/ 2419589 h 2439272"/>
                  <a:gd name="connsiteX13" fmla="*/ 2285631 w 3303727"/>
                  <a:gd name="connsiteY13" fmla="*/ 2419194 h 2439272"/>
                  <a:gd name="connsiteX14" fmla="*/ 2140417 w 3303727"/>
                  <a:gd name="connsiteY14" fmla="*/ 2275210 h 2439272"/>
                  <a:gd name="connsiteX15" fmla="*/ 2169712 w 3303727"/>
                  <a:gd name="connsiteY15" fmla="*/ 1706132 h 2439272"/>
                  <a:gd name="connsiteX16" fmla="*/ 2026166 w 3303727"/>
                  <a:gd name="connsiteY16" fmla="*/ 1072448 h 2439272"/>
                  <a:gd name="connsiteX17" fmla="*/ 1757076 w 3303727"/>
                  <a:gd name="connsiteY17" fmla="*/ 659353 h 2439272"/>
                  <a:gd name="connsiteX18" fmla="*/ 1419358 w 3303727"/>
                  <a:gd name="connsiteY18" fmla="*/ 387867 h 2439272"/>
                  <a:gd name="connsiteX19" fmla="*/ 889133 w 3303727"/>
                  <a:gd name="connsiteY19" fmla="*/ 243092 h 2439272"/>
                  <a:gd name="connsiteX20" fmla="*/ 494497 w 3303727"/>
                  <a:gd name="connsiteY20" fmla="*/ 340532 h 2439272"/>
                  <a:gd name="connsiteX21" fmla="*/ 321242 w 3303727"/>
                  <a:gd name="connsiteY21" fmla="*/ 523412 h 2439272"/>
                  <a:gd name="connsiteX22" fmla="*/ 253866 w 3303727"/>
                  <a:gd name="connsiteY22" fmla="*/ 581163 h 2439272"/>
                  <a:gd name="connsiteX23" fmla="*/ 32485 w 3303727"/>
                  <a:gd name="connsiteY23" fmla="*/ 504161 h 2439272"/>
                  <a:gd name="connsiteX24" fmla="*/ 42110 w 3303727"/>
                  <a:gd name="connsiteY24" fmla="*/ 417534 h 2439272"/>
                  <a:gd name="connsiteX0" fmla="*/ 42110 w 3303727"/>
                  <a:gd name="connsiteY0" fmla="*/ 417534 h 2421842"/>
                  <a:gd name="connsiteX1" fmla="*/ 388619 w 3303727"/>
                  <a:gd name="connsiteY1" fmla="*/ 61399 h 2421842"/>
                  <a:gd name="connsiteX2" fmla="*/ 1303019 w 3303727"/>
                  <a:gd name="connsiteY2" fmla="*/ 51774 h 2421842"/>
                  <a:gd name="connsiteX3" fmla="*/ 2034539 w 3303727"/>
                  <a:gd name="connsiteY3" fmla="*/ 581163 h 2421842"/>
                  <a:gd name="connsiteX4" fmla="*/ 2381049 w 3303727"/>
                  <a:gd name="connsiteY4" fmla="*/ 1351185 h 2421842"/>
                  <a:gd name="connsiteX5" fmla="*/ 2458051 w 3303727"/>
                  <a:gd name="connsiteY5" fmla="*/ 1832448 h 2421842"/>
                  <a:gd name="connsiteX6" fmla="*/ 2467676 w 3303727"/>
                  <a:gd name="connsiteY6" fmla="*/ 2082705 h 2421842"/>
                  <a:gd name="connsiteX7" fmla="*/ 2871937 w 3303727"/>
                  <a:gd name="connsiteY7" fmla="*/ 1899825 h 2421842"/>
                  <a:gd name="connsiteX8" fmla="*/ 3266573 w 3303727"/>
                  <a:gd name="connsiteY8" fmla="*/ 1793947 h 2421842"/>
                  <a:gd name="connsiteX9" fmla="*/ 3285824 w 3303727"/>
                  <a:gd name="connsiteY9" fmla="*/ 1947951 h 2421842"/>
                  <a:gd name="connsiteX10" fmla="*/ 3255277 w 3303727"/>
                  <a:gd name="connsiteY10" fmla="*/ 2071892 h 2421842"/>
                  <a:gd name="connsiteX11" fmla="*/ 2871937 w 3303727"/>
                  <a:gd name="connsiteY11" fmla="*/ 2246334 h 2421842"/>
                  <a:gd name="connsiteX12" fmla="*/ 2527097 w 3303727"/>
                  <a:gd name="connsiteY12" fmla="*/ 2359463 h 2421842"/>
                  <a:gd name="connsiteX13" fmla="*/ 2285631 w 3303727"/>
                  <a:gd name="connsiteY13" fmla="*/ 2419194 h 2421842"/>
                  <a:gd name="connsiteX14" fmla="*/ 2140417 w 3303727"/>
                  <a:gd name="connsiteY14" fmla="*/ 2275210 h 2421842"/>
                  <a:gd name="connsiteX15" fmla="*/ 2169712 w 3303727"/>
                  <a:gd name="connsiteY15" fmla="*/ 1706132 h 2421842"/>
                  <a:gd name="connsiteX16" fmla="*/ 2026166 w 3303727"/>
                  <a:gd name="connsiteY16" fmla="*/ 1072448 h 2421842"/>
                  <a:gd name="connsiteX17" fmla="*/ 1757076 w 3303727"/>
                  <a:gd name="connsiteY17" fmla="*/ 659353 h 2421842"/>
                  <a:gd name="connsiteX18" fmla="*/ 1419358 w 3303727"/>
                  <a:gd name="connsiteY18" fmla="*/ 387867 h 2421842"/>
                  <a:gd name="connsiteX19" fmla="*/ 889133 w 3303727"/>
                  <a:gd name="connsiteY19" fmla="*/ 243092 h 2421842"/>
                  <a:gd name="connsiteX20" fmla="*/ 494497 w 3303727"/>
                  <a:gd name="connsiteY20" fmla="*/ 340532 h 2421842"/>
                  <a:gd name="connsiteX21" fmla="*/ 321242 w 3303727"/>
                  <a:gd name="connsiteY21" fmla="*/ 523412 h 2421842"/>
                  <a:gd name="connsiteX22" fmla="*/ 253866 w 3303727"/>
                  <a:gd name="connsiteY22" fmla="*/ 581163 h 2421842"/>
                  <a:gd name="connsiteX23" fmla="*/ 32485 w 3303727"/>
                  <a:gd name="connsiteY23" fmla="*/ 504161 h 2421842"/>
                  <a:gd name="connsiteX24" fmla="*/ 42110 w 3303727"/>
                  <a:gd name="connsiteY24" fmla="*/ 417534 h 2421842"/>
                  <a:gd name="connsiteX0" fmla="*/ 42110 w 3303727"/>
                  <a:gd name="connsiteY0" fmla="*/ 417534 h 2422465"/>
                  <a:gd name="connsiteX1" fmla="*/ 388619 w 3303727"/>
                  <a:gd name="connsiteY1" fmla="*/ 61399 h 2422465"/>
                  <a:gd name="connsiteX2" fmla="*/ 1303019 w 3303727"/>
                  <a:gd name="connsiteY2" fmla="*/ 51774 h 2422465"/>
                  <a:gd name="connsiteX3" fmla="*/ 2034539 w 3303727"/>
                  <a:gd name="connsiteY3" fmla="*/ 581163 h 2422465"/>
                  <a:gd name="connsiteX4" fmla="*/ 2381049 w 3303727"/>
                  <a:gd name="connsiteY4" fmla="*/ 1351185 h 2422465"/>
                  <a:gd name="connsiteX5" fmla="*/ 2458051 w 3303727"/>
                  <a:gd name="connsiteY5" fmla="*/ 1832448 h 2422465"/>
                  <a:gd name="connsiteX6" fmla="*/ 2467676 w 3303727"/>
                  <a:gd name="connsiteY6" fmla="*/ 2082705 h 2422465"/>
                  <a:gd name="connsiteX7" fmla="*/ 2871937 w 3303727"/>
                  <a:gd name="connsiteY7" fmla="*/ 1899825 h 2422465"/>
                  <a:gd name="connsiteX8" fmla="*/ 3266573 w 3303727"/>
                  <a:gd name="connsiteY8" fmla="*/ 1793947 h 2422465"/>
                  <a:gd name="connsiteX9" fmla="*/ 3285824 w 3303727"/>
                  <a:gd name="connsiteY9" fmla="*/ 1947951 h 2422465"/>
                  <a:gd name="connsiteX10" fmla="*/ 3255277 w 3303727"/>
                  <a:gd name="connsiteY10" fmla="*/ 2071892 h 2422465"/>
                  <a:gd name="connsiteX11" fmla="*/ 2861896 w 3303727"/>
                  <a:gd name="connsiteY11" fmla="*/ 2176187 h 2422465"/>
                  <a:gd name="connsiteX12" fmla="*/ 2527097 w 3303727"/>
                  <a:gd name="connsiteY12" fmla="*/ 2359463 h 2422465"/>
                  <a:gd name="connsiteX13" fmla="*/ 2285631 w 3303727"/>
                  <a:gd name="connsiteY13" fmla="*/ 2419194 h 2422465"/>
                  <a:gd name="connsiteX14" fmla="*/ 2140417 w 3303727"/>
                  <a:gd name="connsiteY14" fmla="*/ 2275210 h 2422465"/>
                  <a:gd name="connsiteX15" fmla="*/ 2169712 w 3303727"/>
                  <a:gd name="connsiteY15" fmla="*/ 1706132 h 2422465"/>
                  <a:gd name="connsiteX16" fmla="*/ 2026166 w 3303727"/>
                  <a:gd name="connsiteY16" fmla="*/ 1072448 h 2422465"/>
                  <a:gd name="connsiteX17" fmla="*/ 1757076 w 3303727"/>
                  <a:gd name="connsiteY17" fmla="*/ 659353 h 2422465"/>
                  <a:gd name="connsiteX18" fmla="*/ 1419358 w 3303727"/>
                  <a:gd name="connsiteY18" fmla="*/ 387867 h 2422465"/>
                  <a:gd name="connsiteX19" fmla="*/ 889133 w 3303727"/>
                  <a:gd name="connsiteY19" fmla="*/ 243092 h 2422465"/>
                  <a:gd name="connsiteX20" fmla="*/ 494497 w 3303727"/>
                  <a:gd name="connsiteY20" fmla="*/ 340532 h 2422465"/>
                  <a:gd name="connsiteX21" fmla="*/ 321242 w 3303727"/>
                  <a:gd name="connsiteY21" fmla="*/ 523412 h 2422465"/>
                  <a:gd name="connsiteX22" fmla="*/ 253866 w 3303727"/>
                  <a:gd name="connsiteY22" fmla="*/ 581163 h 2422465"/>
                  <a:gd name="connsiteX23" fmla="*/ 32485 w 3303727"/>
                  <a:gd name="connsiteY23" fmla="*/ 504161 h 2422465"/>
                  <a:gd name="connsiteX24" fmla="*/ 42110 w 3303727"/>
                  <a:gd name="connsiteY24" fmla="*/ 417534 h 2422465"/>
                  <a:gd name="connsiteX0" fmla="*/ 42110 w 3303727"/>
                  <a:gd name="connsiteY0" fmla="*/ 417534 h 2422464"/>
                  <a:gd name="connsiteX1" fmla="*/ 388619 w 3303727"/>
                  <a:gd name="connsiteY1" fmla="*/ 61399 h 2422464"/>
                  <a:gd name="connsiteX2" fmla="*/ 1303019 w 3303727"/>
                  <a:gd name="connsiteY2" fmla="*/ 51774 h 2422464"/>
                  <a:gd name="connsiteX3" fmla="*/ 2034539 w 3303727"/>
                  <a:gd name="connsiteY3" fmla="*/ 581163 h 2422464"/>
                  <a:gd name="connsiteX4" fmla="*/ 2381049 w 3303727"/>
                  <a:gd name="connsiteY4" fmla="*/ 1351185 h 2422464"/>
                  <a:gd name="connsiteX5" fmla="*/ 2458051 w 3303727"/>
                  <a:gd name="connsiteY5" fmla="*/ 1832448 h 2422464"/>
                  <a:gd name="connsiteX6" fmla="*/ 2467676 w 3303727"/>
                  <a:gd name="connsiteY6" fmla="*/ 2082705 h 2422464"/>
                  <a:gd name="connsiteX7" fmla="*/ 2871937 w 3303727"/>
                  <a:gd name="connsiteY7" fmla="*/ 1899825 h 2422464"/>
                  <a:gd name="connsiteX8" fmla="*/ 3266573 w 3303727"/>
                  <a:gd name="connsiteY8" fmla="*/ 1793947 h 2422464"/>
                  <a:gd name="connsiteX9" fmla="*/ 3285824 w 3303727"/>
                  <a:gd name="connsiteY9" fmla="*/ 1947951 h 2422464"/>
                  <a:gd name="connsiteX10" fmla="*/ 3255277 w 3303727"/>
                  <a:gd name="connsiteY10" fmla="*/ 2061870 h 2422464"/>
                  <a:gd name="connsiteX11" fmla="*/ 2861896 w 3303727"/>
                  <a:gd name="connsiteY11" fmla="*/ 2176187 h 2422464"/>
                  <a:gd name="connsiteX12" fmla="*/ 2527097 w 3303727"/>
                  <a:gd name="connsiteY12" fmla="*/ 2359463 h 2422464"/>
                  <a:gd name="connsiteX13" fmla="*/ 2285631 w 3303727"/>
                  <a:gd name="connsiteY13" fmla="*/ 2419194 h 2422464"/>
                  <a:gd name="connsiteX14" fmla="*/ 2140417 w 3303727"/>
                  <a:gd name="connsiteY14" fmla="*/ 2275210 h 2422464"/>
                  <a:gd name="connsiteX15" fmla="*/ 2169712 w 3303727"/>
                  <a:gd name="connsiteY15" fmla="*/ 1706132 h 2422464"/>
                  <a:gd name="connsiteX16" fmla="*/ 2026166 w 3303727"/>
                  <a:gd name="connsiteY16" fmla="*/ 1072448 h 2422464"/>
                  <a:gd name="connsiteX17" fmla="*/ 1757076 w 3303727"/>
                  <a:gd name="connsiteY17" fmla="*/ 659353 h 2422464"/>
                  <a:gd name="connsiteX18" fmla="*/ 1419358 w 3303727"/>
                  <a:gd name="connsiteY18" fmla="*/ 387867 h 2422464"/>
                  <a:gd name="connsiteX19" fmla="*/ 889133 w 3303727"/>
                  <a:gd name="connsiteY19" fmla="*/ 243092 h 2422464"/>
                  <a:gd name="connsiteX20" fmla="*/ 494497 w 3303727"/>
                  <a:gd name="connsiteY20" fmla="*/ 340532 h 2422464"/>
                  <a:gd name="connsiteX21" fmla="*/ 321242 w 3303727"/>
                  <a:gd name="connsiteY21" fmla="*/ 523412 h 2422464"/>
                  <a:gd name="connsiteX22" fmla="*/ 253866 w 3303727"/>
                  <a:gd name="connsiteY22" fmla="*/ 581163 h 2422464"/>
                  <a:gd name="connsiteX23" fmla="*/ 32485 w 3303727"/>
                  <a:gd name="connsiteY23" fmla="*/ 504161 h 2422464"/>
                  <a:gd name="connsiteX24" fmla="*/ 42110 w 3303727"/>
                  <a:gd name="connsiteY24" fmla="*/ 417534 h 2422464"/>
                  <a:gd name="connsiteX0" fmla="*/ 42110 w 3303727"/>
                  <a:gd name="connsiteY0" fmla="*/ 417534 h 2419500"/>
                  <a:gd name="connsiteX1" fmla="*/ 388619 w 3303727"/>
                  <a:gd name="connsiteY1" fmla="*/ 61399 h 2419500"/>
                  <a:gd name="connsiteX2" fmla="*/ 1303019 w 3303727"/>
                  <a:gd name="connsiteY2" fmla="*/ 51774 h 2419500"/>
                  <a:gd name="connsiteX3" fmla="*/ 2034539 w 3303727"/>
                  <a:gd name="connsiteY3" fmla="*/ 581163 h 2419500"/>
                  <a:gd name="connsiteX4" fmla="*/ 2381049 w 3303727"/>
                  <a:gd name="connsiteY4" fmla="*/ 1351185 h 2419500"/>
                  <a:gd name="connsiteX5" fmla="*/ 2458051 w 3303727"/>
                  <a:gd name="connsiteY5" fmla="*/ 1832448 h 2419500"/>
                  <a:gd name="connsiteX6" fmla="*/ 2467676 w 3303727"/>
                  <a:gd name="connsiteY6" fmla="*/ 2082705 h 2419500"/>
                  <a:gd name="connsiteX7" fmla="*/ 2871937 w 3303727"/>
                  <a:gd name="connsiteY7" fmla="*/ 1899825 h 2419500"/>
                  <a:gd name="connsiteX8" fmla="*/ 3266573 w 3303727"/>
                  <a:gd name="connsiteY8" fmla="*/ 1793947 h 2419500"/>
                  <a:gd name="connsiteX9" fmla="*/ 3285824 w 3303727"/>
                  <a:gd name="connsiteY9" fmla="*/ 1947951 h 2419500"/>
                  <a:gd name="connsiteX10" fmla="*/ 3255277 w 3303727"/>
                  <a:gd name="connsiteY10" fmla="*/ 2061870 h 2419500"/>
                  <a:gd name="connsiteX11" fmla="*/ 2861896 w 3303727"/>
                  <a:gd name="connsiteY11" fmla="*/ 2176187 h 2419500"/>
                  <a:gd name="connsiteX12" fmla="*/ 2537140 w 3303727"/>
                  <a:gd name="connsiteY12" fmla="*/ 2309357 h 2419500"/>
                  <a:gd name="connsiteX13" fmla="*/ 2285631 w 3303727"/>
                  <a:gd name="connsiteY13" fmla="*/ 2419194 h 2419500"/>
                  <a:gd name="connsiteX14" fmla="*/ 2140417 w 3303727"/>
                  <a:gd name="connsiteY14" fmla="*/ 2275210 h 2419500"/>
                  <a:gd name="connsiteX15" fmla="*/ 2169712 w 3303727"/>
                  <a:gd name="connsiteY15" fmla="*/ 1706132 h 2419500"/>
                  <a:gd name="connsiteX16" fmla="*/ 2026166 w 3303727"/>
                  <a:gd name="connsiteY16" fmla="*/ 1072448 h 2419500"/>
                  <a:gd name="connsiteX17" fmla="*/ 1757076 w 3303727"/>
                  <a:gd name="connsiteY17" fmla="*/ 659353 h 2419500"/>
                  <a:gd name="connsiteX18" fmla="*/ 1419358 w 3303727"/>
                  <a:gd name="connsiteY18" fmla="*/ 387867 h 2419500"/>
                  <a:gd name="connsiteX19" fmla="*/ 889133 w 3303727"/>
                  <a:gd name="connsiteY19" fmla="*/ 243092 h 2419500"/>
                  <a:gd name="connsiteX20" fmla="*/ 494497 w 3303727"/>
                  <a:gd name="connsiteY20" fmla="*/ 340532 h 2419500"/>
                  <a:gd name="connsiteX21" fmla="*/ 321242 w 3303727"/>
                  <a:gd name="connsiteY21" fmla="*/ 523412 h 2419500"/>
                  <a:gd name="connsiteX22" fmla="*/ 253866 w 3303727"/>
                  <a:gd name="connsiteY22" fmla="*/ 581163 h 2419500"/>
                  <a:gd name="connsiteX23" fmla="*/ 32485 w 3303727"/>
                  <a:gd name="connsiteY23" fmla="*/ 504161 h 2419500"/>
                  <a:gd name="connsiteX24" fmla="*/ 42110 w 3303727"/>
                  <a:gd name="connsiteY24" fmla="*/ 417534 h 2419500"/>
                  <a:gd name="connsiteX0" fmla="*/ 42110 w 3303727"/>
                  <a:gd name="connsiteY0" fmla="*/ 417534 h 2419536"/>
                  <a:gd name="connsiteX1" fmla="*/ 388619 w 3303727"/>
                  <a:gd name="connsiteY1" fmla="*/ 61399 h 2419536"/>
                  <a:gd name="connsiteX2" fmla="*/ 1303019 w 3303727"/>
                  <a:gd name="connsiteY2" fmla="*/ 51774 h 2419536"/>
                  <a:gd name="connsiteX3" fmla="*/ 2034539 w 3303727"/>
                  <a:gd name="connsiteY3" fmla="*/ 581163 h 2419536"/>
                  <a:gd name="connsiteX4" fmla="*/ 2381049 w 3303727"/>
                  <a:gd name="connsiteY4" fmla="*/ 1351185 h 2419536"/>
                  <a:gd name="connsiteX5" fmla="*/ 2458051 w 3303727"/>
                  <a:gd name="connsiteY5" fmla="*/ 1832448 h 2419536"/>
                  <a:gd name="connsiteX6" fmla="*/ 2467676 w 3303727"/>
                  <a:gd name="connsiteY6" fmla="*/ 2082705 h 2419536"/>
                  <a:gd name="connsiteX7" fmla="*/ 2871937 w 3303727"/>
                  <a:gd name="connsiteY7" fmla="*/ 1899825 h 2419536"/>
                  <a:gd name="connsiteX8" fmla="*/ 3266573 w 3303727"/>
                  <a:gd name="connsiteY8" fmla="*/ 1793947 h 2419536"/>
                  <a:gd name="connsiteX9" fmla="*/ 3285824 w 3303727"/>
                  <a:gd name="connsiteY9" fmla="*/ 1947951 h 2419536"/>
                  <a:gd name="connsiteX10" fmla="*/ 3255277 w 3303727"/>
                  <a:gd name="connsiteY10" fmla="*/ 2061870 h 2419536"/>
                  <a:gd name="connsiteX11" fmla="*/ 2851852 w 3303727"/>
                  <a:gd name="connsiteY11" fmla="*/ 2126082 h 2419536"/>
                  <a:gd name="connsiteX12" fmla="*/ 2537140 w 3303727"/>
                  <a:gd name="connsiteY12" fmla="*/ 2309357 h 2419536"/>
                  <a:gd name="connsiteX13" fmla="*/ 2285631 w 3303727"/>
                  <a:gd name="connsiteY13" fmla="*/ 2419194 h 2419536"/>
                  <a:gd name="connsiteX14" fmla="*/ 2140417 w 3303727"/>
                  <a:gd name="connsiteY14" fmla="*/ 2275210 h 2419536"/>
                  <a:gd name="connsiteX15" fmla="*/ 2169712 w 3303727"/>
                  <a:gd name="connsiteY15" fmla="*/ 1706132 h 2419536"/>
                  <a:gd name="connsiteX16" fmla="*/ 2026166 w 3303727"/>
                  <a:gd name="connsiteY16" fmla="*/ 1072448 h 2419536"/>
                  <a:gd name="connsiteX17" fmla="*/ 1757076 w 3303727"/>
                  <a:gd name="connsiteY17" fmla="*/ 659353 h 2419536"/>
                  <a:gd name="connsiteX18" fmla="*/ 1419358 w 3303727"/>
                  <a:gd name="connsiteY18" fmla="*/ 387867 h 2419536"/>
                  <a:gd name="connsiteX19" fmla="*/ 889133 w 3303727"/>
                  <a:gd name="connsiteY19" fmla="*/ 243092 h 2419536"/>
                  <a:gd name="connsiteX20" fmla="*/ 494497 w 3303727"/>
                  <a:gd name="connsiteY20" fmla="*/ 340532 h 2419536"/>
                  <a:gd name="connsiteX21" fmla="*/ 321242 w 3303727"/>
                  <a:gd name="connsiteY21" fmla="*/ 523412 h 2419536"/>
                  <a:gd name="connsiteX22" fmla="*/ 253866 w 3303727"/>
                  <a:gd name="connsiteY22" fmla="*/ 581163 h 2419536"/>
                  <a:gd name="connsiteX23" fmla="*/ 32485 w 3303727"/>
                  <a:gd name="connsiteY23" fmla="*/ 504161 h 2419536"/>
                  <a:gd name="connsiteX24" fmla="*/ 42110 w 3303727"/>
                  <a:gd name="connsiteY24" fmla="*/ 417534 h 2419536"/>
                  <a:gd name="connsiteX0" fmla="*/ 42110 w 3303727"/>
                  <a:gd name="connsiteY0" fmla="*/ 417534 h 2419535"/>
                  <a:gd name="connsiteX1" fmla="*/ 388619 w 3303727"/>
                  <a:gd name="connsiteY1" fmla="*/ 61399 h 2419535"/>
                  <a:gd name="connsiteX2" fmla="*/ 1303019 w 3303727"/>
                  <a:gd name="connsiteY2" fmla="*/ 51774 h 2419535"/>
                  <a:gd name="connsiteX3" fmla="*/ 2034539 w 3303727"/>
                  <a:gd name="connsiteY3" fmla="*/ 581163 h 2419535"/>
                  <a:gd name="connsiteX4" fmla="*/ 2381049 w 3303727"/>
                  <a:gd name="connsiteY4" fmla="*/ 1351185 h 2419535"/>
                  <a:gd name="connsiteX5" fmla="*/ 2458051 w 3303727"/>
                  <a:gd name="connsiteY5" fmla="*/ 1832448 h 2419535"/>
                  <a:gd name="connsiteX6" fmla="*/ 2467676 w 3303727"/>
                  <a:gd name="connsiteY6" fmla="*/ 2082705 h 2419535"/>
                  <a:gd name="connsiteX7" fmla="*/ 2871937 w 3303727"/>
                  <a:gd name="connsiteY7" fmla="*/ 1899825 h 2419535"/>
                  <a:gd name="connsiteX8" fmla="*/ 3266573 w 3303727"/>
                  <a:gd name="connsiteY8" fmla="*/ 1793947 h 2419535"/>
                  <a:gd name="connsiteX9" fmla="*/ 3285824 w 3303727"/>
                  <a:gd name="connsiteY9" fmla="*/ 1947951 h 2419535"/>
                  <a:gd name="connsiteX10" fmla="*/ 3255277 w 3303727"/>
                  <a:gd name="connsiteY10" fmla="*/ 1971681 h 2419535"/>
                  <a:gd name="connsiteX11" fmla="*/ 2851852 w 3303727"/>
                  <a:gd name="connsiteY11" fmla="*/ 2126082 h 2419535"/>
                  <a:gd name="connsiteX12" fmla="*/ 2537140 w 3303727"/>
                  <a:gd name="connsiteY12" fmla="*/ 2309357 h 2419535"/>
                  <a:gd name="connsiteX13" fmla="*/ 2285631 w 3303727"/>
                  <a:gd name="connsiteY13" fmla="*/ 2419194 h 2419535"/>
                  <a:gd name="connsiteX14" fmla="*/ 2140417 w 3303727"/>
                  <a:gd name="connsiteY14" fmla="*/ 2275210 h 2419535"/>
                  <a:gd name="connsiteX15" fmla="*/ 2169712 w 3303727"/>
                  <a:gd name="connsiteY15" fmla="*/ 1706132 h 2419535"/>
                  <a:gd name="connsiteX16" fmla="*/ 2026166 w 3303727"/>
                  <a:gd name="connsiteY16" fmla="*/ 1072448 h 2419535"/>
                  <a:gd name="connsiteX17" fmla="*/ 1757076 w 3303727"/>
                  <a:gd name="connsiteY17" fmla="*/ 659353 h 2419535"/>
                  <a:gd name="connsiteX18" fmla="*/ 1419358 w 3303727"/>
                  <a:gd name="connsiteY18" fmla="*/ 387867 h 2419535"/>
                  <a:gd name="connsiteX19" fmla="*/ 889133 w 3303727"/>
                  <a:gd name="connsiteY19" fmla="*/ 243092 h 2419535"/>
                  <a:gd name="connsiteX20" fmla="*/ 494497 w 3303727"/>
                  <a:gd name="connsiteY20" fmla="*/ 340532 h 2419535"/>
                  <a:gd name="connsiteX21" fmla="*/ 321242 w 3303727"/>
                  <a:gd name="connsiteY21" fmla="*/ 523412 h 2419535"/>
                  <a:gd name="connsiteX22" fmla="*/ 253866 w 3303727"/>
                  <a:gd name="connsiteY22" fmla="*/ 581163 h 2419535"/>
                  <a:gd name="connsiteX23" fmla="*/ 32485 w 3303727"/>
                  <a:gd name="connsiteY23" fmla="*/ 504161 h 2419535"/>
                  <a:gd name="connsiteX24" fmla="*/ 42110 w 3303727"/>
                  <a:gd name="connsiteY24" fmla="*/ 417534 h 2419535"/>
                  <a:gd name="connsiteX0" fmla="*/ 42110 w 3303727"/>
                  <a:gd name="connsiteY0" fmla="*/ 417534 h 2419600"/>
                  <a:gd name="connsiteX1" fmla="*/ 388619 w 3303727"/>
                  <a:gd name="connsiteY1" fmla="*/ 61399 h 2419600"/>
                  <a:gd name="connsiteX2" fmla="*/ 1303019 w 3303727"/>
                  <a:gd name="connsiteY2" fmla="*/ 51774 h 2419600"/>
                  <a:gd name="connsiteX3" fmla="*/ 2034539 w 3303727"/>
                  <a:gd name="connsiteY3" fmla="*/ 581163 h 2419600"/>
                  <a:gd name="connsiteX4" fmla="*/ 2381049 w 3303727"/>
                  <a:gd name="connsiteY4" fmla="*/ 1351185 h 2419600"/>
                  <a:gd name="connsiteX5" fmla="*/ 2458051 w 3303727"/>
                  <a:gd name="connsiteY5" fmla="*/ 1832448 h 2419600"/>
                  <a:gd name="connsiteX6" fmla="*/ 2467676 w 3303727"/>
                  <a:gd name="connsiteY6" fmla="*/ 2082705 h 2419600"/>
                  <a:gd name="connsiteX7" fmla="*/ 2871937 w 3303727"/>
                  <a:gd name="connsiteY7" fmla="*/ 1899825 h 2419600"/>
                  <a:gd name="connsiteX8" fmla="*/ 3266573 w 3303727"/>
                  <a:gd name="connsiteY8" fmla="*/ 1793947 h 2419600"/>
                  <a:gd name="connsiteX9" fmla="*/ 3285824 w 3303727"/>
                  <a:gd name="connsiteY9" fmla="*/ 1947951 h 2419600"/>
                  <a:gd name="connsiteX10" fmla="*/ 3255277 w 3303727"/>
                  <a:gd name="connsiteY10" fmla="*/ 1971681 h 2419600"/>
                  <a:gd name="connsiteX11" fmla="*/ 2881981 w 3303727"/>
                  <a:gd name="connsiteY11" fmla="*/ 2055935 h 2419600"/>
                  <a:gd name="connsiteX12" fmla="*/ 2537140 w 3303727"/>
                  <a:gd name="connsiteY12" fmla="*/ 2309357 h 2419600"/>
                  <a:gd name="connsiteX13" fmla="*/ 2285631 w 3303727"/>
                  <a:gd name="connsiteY13" fmla="*/ 2419194 h 2419600"/>
                  <a:gd name="connsiteX14" fmla="*/ 2140417 w 3303727"/>
                  <a:gd name="connsiteY14" fmla="*/ 2275210 h 2419600"/>
                  <a:gd name="connsiteX15" fmla="*/ 2169712 w 3303727"/>
                  <a:gd name="connsiteY15" fmla="*/ 1706132 h 2419600"/>
                  <a:gd name="connsiteX16" fmla="*/ 2026166 w 3303727"/>
                  <a:gd name="connsiteY16" fmla="*/ 1072448 h 2419600"/>
                  <a:gd name="connsiteX17" fmla="*/ 1757076 w 3303727"/>
                  <a:gd name="connsiteY17" fmla="*/ 659353 h 2419600"/>
                  <a:gd name="connsiteX18" fmla="*/ 1419358 w 3303727"/>
                  <a:gd name="connsiteY18" fmla="*/ 387867 h 2419600"/>
                  <a:gd name="connsiteX19" fmla="*/ 889133 w 3303727"/>
                  <a:gd name="connsiteY19" fmla="*/ 243092 h 2419600"/>
                  <a:gd name="connsiteX20" fmla="*/ 494497 w 3303727"/>
                  <a:gd name="connsiteY20" fmla="*/ 340532 h 2419600"/>
                  <a:gd name="connsiteX21" fmla="*/ 321242 w 3303727"/>
                  <a:gd name="connsiteY21" fmla="*/ 523412 h 2419600"/>
                  <a:gd name="connsiteX22" fmla="*/ 253866 w 3303727"/>
                  <a:gd name="connsiteY22" fmla="*/ 581163 h 2419600"/>
                  <a:gd name="connsiteX23" fmla="*/ 32485 w 3303727"/>
                  <a:gd name="connsiteY23" fmla="*/ 504161 h 2419600"/>
                  <a:gd name="connsiteX24" fmla="*/ 42110 w 3303727"/>
                  <a:gd name="connsiteY24" fmla="*/ 417534 h 2419600"/>
                  <a:gd name="connsiteX0" fmla="*/ 42110 w 3303727"/>
                  <a:gd name="connsiteY0" fmla="*/ 417534 h 2419596"/>
                  <a:gd name="connsiteX1" fmla="*/ 388619 w 3303727"/>
                  <a:gd name="connsiteY1" fmla="*/ 61399 h 2419596"/>
                  <a:gd name="connsiteX2" fmla="*/ 1303019 w 3303727"/>
                  <a:gd name="connsiteY2" fmla="*/ 51774 h 2419596"/>
                  <a:gd name="connsiteX3" fmla="*/ 2034539 w 3303727"/>
                  <a:gd name="connsiteY3" fmla="*/ 581163 h 2419596"/>
                  <a:gd name="connsiteX4" fmla="*/ 2381049 w 3303727"/>
                  <a:gd name="connsiteY4" fmla="*/ 1351185 h 2419596"/>
                  <a:gd name="connsiteX5" fmla="*/ 2458051 w 3303727"/>
                  <a:gd name="connsiteY5" fmla="*/ 1832448 h 2419596"/>
                  <a:gd name="connsiteX6" fmla="*/ 2467676 w 3303727"/>
                  <a:gd name="connsiteY6" fmla="*/ 2082705 h 2419596"/>
                  <a:gd name="connsiteX7" fmla="*/ 2871937 w 3303727"/>
                  <a:gd name="connsiteY7" fmla="*/ 1899825 h 2419596"/>
                  <a:gd name="connsiteX8" fmla="*/ 3266573 w 3303727"/>
                  <a:gd name="connsiteY8" fmla="*/ 1793947 h 2419596"/>
                  <a:gd name="connsiteX9" fmla="*/ 3285824 w 3303727"/>
                  <a:gd name="connsiteY9" fmla="*/ 1947951 h 2419596"/>
                  <a:gd name="connsiteX10" fmla="*/ 3255277 w 3303727"/>
                  <a:gd name="connsiteY10" fmla="*/ 1971681 h 2419596"/>
                  <a:gd name="connsiteX11" fmla="*/ 2881981 w 3303727"/>
                  <a:gd name="connsiteY11" fmla="*/ 2055935 h 2419596"/>
                  <a:gd name="connsiteX12" fmla="*/ 2537140 w 3303727"/>
                  <a:gd name="connsiteY12" fmla="*/ 2249231 h 2419596"/>
                  <a:gd name="connsiteX13" fmla="*/ 2285631 w 3303727"/>
                  <a:gd name="connsiteY13" fmla="*/ 2419194 h 2419596"/>
                  <a:gd name="connsiteX14" fmla="*/ 2140417 w 3303727"/>
                  <a:gd name="connsiteY14" fmla="*/ 2275210 h 2419596"/>
                  <a:gd name="connsiteX15" fmla="*/ 2169712 w 3303727"/>
                  <a:gd name="connsiteY15" fmla="*/ 1706132 h 2419596"/>
                  <a:gd name="connsiteX16" fmla="*/ 2026166 w 3303727"/>
                  <a:gd name="connsiteY16" fmla="*/ 1072448 h 2419596"/>
                  <a:gd name="connsiteX17" fmla="*/ 1757076 w 3303727"/>
                  <a:gd name="connsiteY17" fmla="*/ 659353 h 2419596"/>
                  <a:gd name="connsiteX18" fmla="*/ 1419358 w 3303727"/>
                  <a:gd name="connsiteY18" fmla="*/ 387867 h 2419596"/>
                  <a:gd name="connsiteX19" fmla="*/ 889133 w 3303727"/>
                  <a:gd name="connsiteY19" fmla="*/ 243092 h 2419596"/>
                  <a:gd name="connsiteX20" fmla="*/ 494497 w 3303727"/>
                  <a:gd name="connsiteY20" fmla="*/ 340532 h 2419596"/>
                  <a:gd name="connsiteX21" fmla="*/ 321242 w 3303727"/>
                  <a:gd name="connsiteY21" fmla="*/ 523412 h 2419596"/>
                  <a:gd name="connsiteX22" fmla="*/ 253866 w 3303727"/>
                  <a:gd name="connsiteY22" fmla="*/ 581163 h 2419596"/>
                  <a:gd name="connsiteX23" fmla="*/ 32485 w 3303727"/>
                  <a:gd name="connsiteY23" fmla="*/ 504161 h 2419596"/>
                  <a:gd name="connsiteX24" fmla="*/ 42110 w 3303727"/>
                  <a:gd name="connsiteY24" fmla="*/ 417534 h 2419596"/>
                  <a:gd name="connsiteX0" fmla="*/ 42110 w 3318282"/>
                  <a:gd name="connsiteY0" fmla="*/ 417534 h 2419596"/>
                  <a:gd name="connsiteX1" fmla="*/ 388619 w 3318282"/>
                  <a:gd name="connsiteY1" fmla="*/ 61399 h 2419596"/>
                  <a:gd name="connsiteX2" fmla="*/ 1303019 w 3318282"/>
                  <a:gd name="connsiteY2" fmla="*/ 51774 h 2419596"/>
                  <a:gd name="connsiteX3" fmla="*/ 2034539 w 3318282"/>
                  <a:gd name="connsiteY3" fmla="*/ 581163 h 2419596"/>
                  <a:gd name="connsiteX4" fmla="*/ 2381049 w 3318282"/>
                  <a:gd name="connsiteY4" fmla="*/ 1351185 h 2419596"/>
                  <a:gd name="connsiteX5" fmla="*/ 2458051 w 3318282"/>
                  <a:gd name="connsiteY5" fmla="*/ 1832448 h 2419596"/>
                  <a:gd name="connsiteX6" fmla="*/ 2467676 w 3318282"/>
                  <a:gd name="connsiteY6" fmla="*/ 2082705 h 2419596"/>
                  <a:gd name="connsiteX7" fmla="*/ 2871937 w 3318282"/>
                  <a:gd name="connsiteY7" fmla="*/ 1899825 h 2419596"/>
                  <a:gd name="connsiteX8" fmla="*/ 3286658 w 3318282"/>
                  <a:gd name="connsiteY8" fmla="*/ 1834032 h 2419596"/>
                  <a:gd name="connsiteX9" fmla="*/ 3285824 w 3318282"/>
                  <a:gd name="connsiteY9" fmla="*/ 1947951 h 2419596"/>
                  <a:gd name="connsiteX10" fmla="*/ 3255277 w 3318282"/>
                  <a:gd name="connsiteY10" fmla="*/ 1971681 h 2419596"/>
                  <a:gd name="connsiteX11" fmla="*/ 2881981 w 3318282"/>
                  <a:gd name="connsiteY11" fmla="*/ 2055935 h 2419596"/>
                  <a:gd name="connsiteX12" fmla="*/ 2537140 w 3318282"/>
                  <a:gd name="connsiteY12" fmla="*/ 2249231 h 2419596"/>
                  <a:gd name="connsiteX13" fmla="*/ 2285631 w 3318282"/>
                  <a:gd name="connsiteY13" fmla="*/ 2419194 h 2419596"/>
                  <a:gd name="connsiteX14" fmla="*/ 2140417 w 3318282"/>
                  <a:gd name="connsiteY14" fmla="*/ 2275210 h 2419596"/>
                  <a:gd name="connsiteX15" fmla="*/ 2169712 w 3318282"/>
                  <a:gd name="connsiteY15" fmla="*/ 1706132 h 2419596"/>
                  <a:gd name="connsiteX16" fmla="*/ 2026166 w 3318282"/>
                  <a:gd name="connsiteY16" fmla="*/ 1072448 h 2419596"/>
                  <a:gd name="connsiteX17" fmla="*/ 1757076 w 3318282"/>
                  <a:gd name="connsiteY17" fmla="*/ 659353 h 2419596"/>
                  <a:gd name="connsiteX18" fmla="*/ 1419358 w 3318282"/>
                  <a:gd name="connsiteY18" fmla="*/ 387867 h 2419596"/>
                  <a:gd name="connsiteX19" fmla="*/ 889133 w 3318282"/>
                  <a:gd name="connsiteY19" fmla="*/ 243092 h 2419596"/>
                  <a:gd name="connsiteX20" fmla="*/ 494497 w 3318282"/>
                  <a:gd name="connsiteY20" fmla="*/ 340532 h 2419596"/>
                  <a:gd name="connsiteX21" fmla="*/ 321242 w 3318282"/>
                  <a:gd name="connsiteY21" fmla="*/ 523412 h 2419596"/>
                  <a:gd name="connsiteX22" fmla="*/ 253866 w 3318282"/>
                  <a:gd name="connsiteY22" fmla="*/ 581163 h 2419596"/>
                  <a:gd name="connsiteX23" fmla="*/ 32485 w 3318282"/>
                  <a:gd name="connsiteY23" fmla="*/ 504161 h 2419596"/>
                  <a:gd name="connsiteX24" fmla="*/ 42110 w 3318282"/>
                  <a:gd name="connsiteY24" fmla="*/ 417534 h 2419596"/>
                  <a:gd name="connsiteX0" fmla="*/ 42110 w 3318282"/>
                  <a:gd name="connsiteY0" fmla="*/ 417534 h 2419596"/>
                  <a:gd name="connsiteX1" fmla="*/ 388619 w 3318282"/>
                  <a:gd name="connsiteY1" fmla="*/ 61399 h 2419596"/>
                  <a:gd name="connsiteX2" fmla="*/ 1303019 w 3318282"/>
                  <a:gd name="connsiteY2" fmla="*/ 51774 h 2419596"/>
                  <a:gd name="connsiteX3" fmla="*/ 2034539 w 3318282"/>
                  <a:gd name="connsiteY3" fmla="*/ 581163 h 2419596"/>
                  <a:gd name="connsiteX4" fmla="*/ 2401134 w 3318282"/>
                  <a:gd name="connsiteY4" fmla="*/ 1250974 h 2419596"/>
                  <a:gd name="connsiteX5" fmla="*/ 2458051 w 3318282"/>
                  <a:gd name="connsiteY5" fmla="*/ 1832448 h 2419596"/>
                  <a:gd name="connsiteX6" fmla="*/ 2467676 w 3318282"/>
                  <a:gd name="connsiteY6" fmla="*/ 2082705 h 2419596"/>
                  <a:gd name="connsiteX7" fmla="*/ 2871937 w 3318282"/>
                  <a:gd name="connsiteY7" fmla="*/ 1899825 h 2419596"/>
                  <a:gd name="connsiteX8" fmla="*/ 3286658 w 3318282"/>
                  <a:gd name="connsiteY8" fmla="*/ 1834032 h 2419596"/>
                  <a:gd name="connsiteX9" fmla="*/ 3285824 w 3318282"/>
                  <a:gd name="connsiteY9" fmla="*/ 1947951 h 2419596"/>
                  <a:gd name="connsiteX10" fmla="*/ 3255277 w 3318282"/>
                  <a:gd name="connsiteY10" fmla="*/ 1971681 h 2419596"/>
                  <a:gd name="connsiteX11" fmla="*/ 2881981 w 3318282"/>
                  <a:gd name="connsiteY11" fmla="*/ 2055935 h 2419596"/>
                  <a:gd name="connsiteX12" fmla="*/ 2537140 w 3318282"/>
                  <a:gd name="connsiteY12" fmla="*/ 2249231 h 2419596"/>
                  <a:gd name="connsiteX13" fmla="*/ 2285631 w 3318282"/>
                  <a:gd name="connsiteY13" fmla="*/ 2419194 h 2419596"/>
                  <a:gd name="connsiteX14" fmla="*/ 2140417 w 3318282"/>
                  <a:gd name="connsiteY14" fmla="*/ 2275210 h 2419596"/>
                  <a:gd name="connsiteX15" fmla="*/ 2169712 w 3318282"/>
                  <a:gd name="connsiteY15" fmla="*/ 1706132 h 2419596"/>
                  <a:gd name="connsiteX16" fmla="*/ 2026166 w 3318282"/>
                  <a:gd name="connsiteY16" fmla="*/ 1072448 h 2419596"/>
                  <a:gd name="connsiteX17" fmla="*/ 1757076 w 3318282"/>
                  <a:gd name="connsiteY17" fmla="*/ 659353 h 2419596"/>
                  <a:gd name="connsiteX18" fmla="*/ 1419358 w 3318282"/>
                  <a:gd name="connsiteY18" fmla="*/ 387867 h 2419596"/>
                  <a:gd name="connsiteX19" fmla="*/ 889133 w 3318282"/>
                  <a:gd name="connsiteY19" fmla="*/ 243092 h 2419596"/>
                  <a:gd name="connsiteX20" fmla="*/ 494497 w 3318282"/>
                  <a:gd name="connsiteY20" fmla="*/ 340532 h 2419596"/>
                  <a:gd name="connsiteX21" fmla="*/ 321242 w 3318282"/>
                  <a:gd name="connsiteY21" fmla="*/ 523412 h 2419596"/>
                  <a:gd name="connsiteX22" fmla="*/ 253866 w 3318282"/>
                  <a:gd name="connsiteY22" fmla="*/ 581163 h 2419596"/>
                  <a:gd name="connsiteX23" fmla="*/ 32485 w 3318282"/>
                  <a:gd name="connsiteY23" fmla="*/ 504161 h 2419596"/>
                  <a:gd name="connsiteX24" fmla="*/ 42110 w 3318282"/>
                  <a:gd name="connsiteY24" fmla="*/ 417534 h 2419596"/>
                  <a:gd name="connsiteX0" fmla="*/ 42110 w 3318282"/>
                  <a:gd name="connsiteY0" fmla="*/ 414738 h 2416800"/>
                  <a:gd name="connsiteX1" fmla="*/ 388619 w 3318282"/>
                  <a:gd name="connsiteY1" fmla="*/ 58603 h 2416800"/>
                  <a:gd name="connsiteX2" fmla="*/ 1303019 w 3318282"/>
                  <a:gd name="connsiteY2" fmla="*/ 48978 h 2416800"/>
                  <a:gd name="connsiteX3" fmla="*/ 2034539 w 3318282"/>
                  <a:gd name="connsiteY3" fmla="*/ 538283 h 2416800"/>
                  <a:gd name="connsiteX4" fmla="*/ 2401134 w 3318282"/>
                  <a:gd name="connsiteY4" fmla="*/ 1248178 h 2416800"/>
                  <a:gd name="connsiteX5" fmla="*/ 2458051 w 3318282"/>
                  <a:gd name="connsiteY5" fmla="*/ 1829652 h 2416800"/>
                  <a:gd name="connsiteX6" fmla="*/ 2467676 w 3318282"/>
                  <a:gd name="connsiteY6" fmla="*/ 2079909 h 2416800"/>
                  <a:gd name="connsiteX7" fmla="*/ 2871937 w 3318282"/>
                  <a:gd name="connsiteY7" fmla="*/ 1897029 h 2416800"/>
                  <a:gd name="connsiteX8" fmla="*/ 3286658 w 3318282"/>
                  <a:gd name="connsiteY8" fmla="*/ 1831236 h 2416800"/>
                  <a:gd name="connsiteX9" fmla="*/ 3285824 w 3318282"/>
                  <a:gd name="connsiteY9" fmla="*/ 1945155 h 2416800"/>
                  <a:gd name="connsiteX10" fmla="*/ 3255277 w 3318282"/>
                  <a:gd name="connsiteY10" fmla="*/ 1968885 h 2416800"/>
                  <a:gd name="connsiteX11" fmla="*/ 2881981 w 3318282"/>
                  <a:gd name="connsiteY11" fmla="*/ 2053139 h 2416800"/>
                  <a:gd name="connsiteX12" fmla="*/ 2537140 w 3318282"/>
                  <a:gd name="connsiteY12" fmla="*/ 2246435 h 2416800"/>
                  <a:gd name="connsiteX13" fmla="*/ 2285631 w 3318282"/>
                  <a:gd name="connsiteY13" fmla="*/ 2416398 h 2416800"/>
                  <a:gd name="connsiteX14" fmla="*/ 2140417 w 3318282"/>
                  <a:gd name="connsiteY14" fmla="*/ 2272414 h 2416800"/>
                  <a:gd name="connsiteX15" fmla="*/ 2169712 w 3318282"/>
                  <a:gd name="connsiteY15" fmla="*/ 1703336 h 2416800"/>
                  <a:gd name="connsiteX16" fmla="*/ 2026166 w 3318282"/>
                  <a:gd name="connsiteY16" fmla="*/ 1069652 h 2416800"/>
                  <a:gd name="connsiteX17" fmla="*/ 1757076 w 3318282"/>
                  <a:gd name="connsiteY17" fmla="*/ 656557 h 2416800"/>
                  <a:gd name="connsiteX18" fmla="*/ 1419358 w 3318282"/>
                  <a:gd name="connsiteY18" fmla="*/ 385071 h 2416800"/>
                  <a:gd name="connsiteX19" fmla="*/ 889133 w 3318282"/>
                  <a:gd name="connsiteY19" fmla="*/ 240296 h 2416800"/>
                  <a:gd name="connsiteX20" fmla="*/ 494497 w 3318282"/>
                  <a:gd name="connsiteY20" fmla="*/ 337736 h 2416800"/>
                  <a:gd name="connsiteX21" fmla="*/ 321242 w 3318282"/>
                  <a:gd name="connsiteY21" fmla="*/ 520616 h 2416800"/>
                  <a:gd name="connsiteX22" fmla="*/ 253866 w 3318282"/>
                  <a:gd name="connsiteY22" fmla="*/ 578367 h 2416800"/>
                  <a:gd name="connsiteX23" fmla="*/ 32485 w 3318282"/>
                  <a:gd name="connsiteY23" fmla="*/ 501365 h 2416800"/>
                  <a:gd name="connsiteX24" fmla="*/ 42110 w 3318282"/>
                  <a:gd name="connsiteY24" fmla="*/ 414738 h 2416800"/>
                  <a:gd name="connsiteX0" fmla="*/ 42110 w 3318282"/>
                  <a:gd name="connsiteY0" fmla="*/ 477780 h 2479842"/>
                  <a:gd name="connsiteX1" fmla="*/ 388619 w 3318282"/>
                  <a:gd name="connsiteY1" fmla="*/ 121645 h 2479842"/>
                  <a:gd name="connsiteX2" fmla="*/ 843865 w 3318282"/>
                  <a:gd name="connsiteY2" fmla="*/ 120 h 2479842"/>
                  <a:gd name="connsiteX3" fmla="*/ 1303019 w 3318282"/>
                  <a:gd name="connsiteY3" fmla="*/ 112020 h 2479842"/>
                  <a:gd name="connsiteX4" fmla="*/ 2034539 w 3318282"/>
                  <a:gd name="connsiteY4" fmla="*/ 601325 h 2479842"/>
                  <a:gd name="connsiteX5" fmla="*/ 2401134 w 3318282"/>
                  <a:gd name="connsiteY5" fmla="*/ 1311220 h 2479842"/>
                  <a:gd name="connsiteX6" fmla="*/ 2458051 w 3318282"/>
                  <a:gd name="connsiteY6" fmla="*/ 1892694 h 2479842"/>
                  <a:gd name="connsiteX7" fmla="*/ 2467676 w 3318282"/>
                  <a:gd name="connsiteY7" fmla="*/ 2142951 h 2479842"/>
                  <a:gd name="connsiteX8" fmla="*/ 2871937 w 3318282"/>
                  <a:gd name="connsiteY8" fmla="*/ 1960071 h 2479842"/>
                  <a:gd name="connsiteX9" fmla="*/ 3286658 w 3318282"/>
                  <a:gd name="connsiteY9" fmla="*/ 1894278 h 2479842"/>
                  <a:gd name="connsiteX10" fmla="*/ 3285824 w 3318282"/>
                  <a:gd name="connsiteY10" fmla="*/ 2008197 h 2479842"/>
                  <a:gd name="connsiteX11" fmla="*/ 3255277 w 3318282"/>
                  <a:gd name="connsiteY11" fmla="*/ 2031927 h 2479842"/>
                  <a:gd name="connsiteX12" fmla="*/ 2881981 w 3318282"/>
                  <a:gd name="connsiteY12" fmla="*/ 2116181 h 2479842"/>
                  <a:gd name="connsiteX13" fmla="*/ 2537140 w 3318282"/>
                  <a:gd name="connsiteY13" fmla="*/ 2309477 h 2479842"/>
                  <a:gd name="connsiteX14" fmla="*/ 2285631 w 3318282"/>
                  <a:gd name="connsiteY14" fmla="*/ 2479440 h 2479842"/>
                  <a:gd name="connsiteX15" fmla="*/ 2140417 w 3318282"/>
                  <a:gd name="connsiteY15" fmla="*/ 2335456 h 2479842"/>
                  <a:gd name="connsiteX16" fmla="*/ 2169712 w 3318282"/>
                  <a:gd name="connsiteY16" fmla="*/ 1766378 h 2479842"/>
                  <a:gd name="connsiteX17" fmla="*/ 2026166 w 3318282"/>
                  <a:gd name="connsiteY17" fmla="*/ 1132694 h 2479842"/>
                  <a:gd name="connsiteX18" fmla="*/ 1757076 w 3318282"/>
                  <a:gd name="connsiteY18" fmla="*/ 719599 h 2479842"/>
                  <a:gd name="connsiteX19" fmla="*/ 1419358 w 3318282"/>
                  <a:gd name="connsiteY19" fmla="*/ 448113 h 2479842"/>
                  <a:gd name="connsiteX20" fmla="*/ 889133 w 3318282"/>
                  <a:gd name="connsiteY20" fmla="*/ 303338 h 2479842"/>
                  <a:gd name="connsiteX21" fmla="*/ 494497 w 3318282"/>
                  <a:gd name="connsiteY21" fmla="*/ 400778 h 2479842"/>
                  <a:gd name="connsiteX22" fmla="*/ 321242 w 3318282"/>
                  <a:gd name="connsiteY22" fmla="*/ 583658 h 2479842"/>
                  <a:gd name="connsiteX23" fmla="*/ 253866 w 3318282"/>
                  <a:gd name="connsiteY23" fmla="*/ 641409 h 2479842"/>
                  <a:gd name="connsiteX24" fmla="*/ 32485 w 3318282"/>
                  <a:gd name="connsiteY24" fmla="*/ 564407 h 2479842"/>
                  <a:gd name="connsiteX25" fmla="*/ 42110 w 3318282"/>
                  <a:gd name="connsiteY25" fmla="*/ 477780 h 2479842"/>
                  <a:gd name="connsiteX0" fmla="*/ 42110 w 3318282"/>
                  <a:gd name="connsiteY0" fmla="*/ 477703 h 2479765"/>
                  <a:gd name="connsiteX1" fmla="*/ 388619 w 3318282"/>
                  <a:gd name="connsiteY1" fmla="*/ 121568 h 2479765"/>
                  <a:gd name="connsiteX2" fmla="*/ 843865 w 3318282"/>
                  <a:gd name="connsiteY2" fmla="*/ 43 h 2479765"/>
                  <a:gd name="connsiteX3" fmla="*/ 1483789 w 3318282"/>
                  <a:gd name="connsiteY3" fmla="*/ 142006 h 2479765"/>
                  <a:gd name="connsiteX4" fmla="*/ 2034539 w 3318282"/>
                  <a:gd name="connsiteY4" fmla="*/ 601248 h 2479765"/>
                  <a:gd name="connsiteX5" fmla="*/ 2401134 w 3318282"/>
                  <a:gd name="connsiteY5" fmla="*/ 1311143 h 2479765"/>
                  <a:gd name="connsiteX6" fmla="*/ 2458051 w 3318282"/>
                  <a:gd name="connsiteY6" fmla="*/ 1892617 h 2479765"/>
                  <a:gd name="connsiteX7" fmla="*/ 2467676 w 3318282"/>
                  <a:gd name="connsiteY7" fmla="*/ 2142874 h 2479765"/>
                  <a:gd name="connsiteX8" fmla="*/ 2871937 w 3318282"/>
                  <a:gd name="connsiteY8" fmla="*/ 1959994 h 2479765"/>
                  <a:gd name="connsiteX9" fmla="*/ 3286658 w 3318282"/>
                  <a:gd name="connsiteY9" fmla="*/ 1894201 h 2479765"/>
                  <a:gd name="connsiteX10" fmla="*/ 3285824 w 3318282"/>
                  <a:gd name="connsiteY10" fmla="*/ 2008120 h 2479765"/>
                  <a:gd name="connsiteX11" fmla="*/ 3255277 w 3318282"/>
                  <a:gd name="connsiteY11" fmla="*/ 2031850 h 2479765"/>
                  <a:gd name="connsiteX12" fmla="*/ 2881981 w 3318282"/>
                  <a:gd name="connsiteY12" fmla="*/ 2116104 h 2479765"/>
                  <a:gd name="connsiteX13" fmla="*/ 2537140 w 3318282"/>
                  <a:gd name="connsiteY13" fmla="*/ 2309400 h 2479765"/>
                  <a:gd name="connsiteX14" fmla="*/ 2285631 w 3318282"/>
                  <a:gd name="connsiteY14" fmla="*/ 2479363 h 2479765"/>
                  <a:gd name="connsiteX15" fmla="*/ 2140417 w 3318282"/>
                  <a:gd name="connsiteY15" fmla="*/ 2335379 h 2479765"/>
                  <a:gd name="connsiteX16" fmla="*/ 2169712 w 3318282"/>
                  <a:gd name="connsiteY16" fmla="*/ 1766301 h 2479765"/>
                  <a:gd name="connsiteX17" fmla="*/ 2026166 w 3318282"/>
                  <a:gd name="connsiteY17" fmla="*/ 1132617 h 2479765"/>
                  <a:gd name="connsiteX18" fmla="*/ 1757076 w 3318282"/>
                  <a:gd name="connsiteY18" fmla="*/ 719522 h 2479765"/>
                  <a:gd name="connsiteX19" fmla="*/ 1419358 w 3318282"/>
                  <a:gd name="connsiteY19" fmla="*/ 448036 h 2479765"/>
                  <a:gd name="connsiteX20" fmla="*/ 889133 w 3318282"/>
                  <a:gd name="connsiteY20" fmla="*/ 303261 h 2479765"/>
                  <a:gd name="connsiteX21" fmla="*/ 494497 w 3318282"/>
                  <a:gd name="connsiteY21" fmla="*/ 400701 h 2479765"/>
                  <a:gd name="connsiteX22" fmla="*/ 321242 w 3318282"/>
                  <a:gd name="connsiteY22" fmla="*/ 583581 h 2479765"/>
                  <a:gd name="connsiteX23" fmla="*/ 253866 w 3318282"/>
                  <a:gd name="connsiteY23" fmla="*/ 641332 h 2479765"/>
                  <a:gd name="connsiteX24" fmla="*/ 32485 w 3318282"/>
                  <a:gd name="connsiteY24" fmla="*/ 564330 h 2479765"/>
                  <a:gd name="connsiteX25" fmla="*/ 42110 w 3318282"/>
                  <a:gd name="connsiteY25" fmla="*/ 477703 h 2479765"/>
                  <a:gd name="connsiteX0" fmla="*/ 41486 w 3317658"/>
                  <a:gd name="connsiteY0" fmla="*/ 477703 h 2479765"/>
                  <a:gd name="connsiteX1" fmla="*/ 377952 w 3317658"/>
                  <a:gd name="connsiteY1" fmla="*/ 151631 h 2479765"/>
                  <a:gd name="connsiteX2" fmla="*/ 843241 w 3317658"/>
                  <a:gd name="connsiteY2" fmla="*/ 43 h 2479765"/>
                  <a:gd name="connsiteX3" fmla="*/ 1483165 w 3317658"/>
                  <a:gd name="connsiteY3" fmla="*/ 142006 h 2479765"/>
                  <a:gd name="connsiteX4" fmla="*/ 2033915 w 3317658"/>
                  <a:gd name="connsiteY4" fmla="*/ 601248 h 2479765"/>
                  <a:gd name="connsiteX5" fmla="*/ 2400510 w 3317658"/>
                  <a:gd name="connsiteY5" fmla="*/ 1311143 h 2479765"/>
                  <a:gd name="connsiteX6" fmla="*/ 2457427 w 3317658"/>
                  <a:gd name="connsiteY6" fmla="*/ 1892617 h 2479765"/>
                  <a:gd name="connsiteX7" fmla="*/ 2467052 w 3317658"/>
                  <a:gd name="connsiteY7" fmla="*/ 2142874 h 2479765"/>
                  <a:gd name="connsiteX8" fmla="*/ 2871313 w 3317658"/>
                  <a:gd name="connsiteY8" fmla="*/ 1959994 h 2479765"/>
                  <a:gd name="connsiteX9" fmla="*/ 3286034 w 3317658"/>
                  <a:gd name="connsiteY9" fmla="*/ 1894201 h 2479765"/>
                  <a:gd name="connsiteX10" fmla="*/ 3285200 w 3317658"/>
                  <a:gd name="connsiteY10" fmla="*/ 2008120 h 2479765"/>
                  <a:gd name="connsiteX11" fmla="*/ 3254653 w 3317658"/>
                  <a:gd name="connsiteY11" fmla="*/ 2031850 h 2479765"/>
                  <a:gd name="connsiteX12" fmla="*/ 2881357 w 3317658"/>
                  <a:gd name="connsiteY12" fmla="*/ 2116104 h 2479765"/>
                  <a:gd name="connsiteX13" fmla="*/ 2536516 w 3317658"/>
                  <a:gd name="connsiteY13" fmla="*/ 2309400 h 2479765"/>
                  <a:gd name="connsiteX14" fmla="*/ 2285007 w 3317658"/>
                  <a:gd name="connsiteY14" fmla="*/ 2479363 h 2479765"/>
                  <a:gd name="connsiteX15" fmla="*/ 2139793 w 3317658"/>
                  <a:gd name="connsiteY15" fmla="*/ 2335379 h 2479765"/>
                  <a:gd name="connsiteX16" fmla="*/ 2169088 w 3317658"/>
                  <a:gd name="connsiteY16" fmla="*/ 1766301 h 2479765"/>
                  <a:gd name="connsiteX17" fmla="*/ 2025542 w 3317658"/>
                  <a:gd name="connsiteY17" fmla="*/ 1132617 h 2479765"/>
                  <a:gd name="connsiteX18" fmla="*/ 1756452 w 3317658"/>
                  <a:gd name="connsiteY18" fmla="*/ 719522 h 2479765"/>
                  <a:gd name="connsiteX19" fmla="*/ 1418734 w 3317658"/>
                  <a:gd name="connsiteY19" fmla="*/ 448036 h 2479765"/>
                  <a:gd name="connsiteX20" fmla="*/ 888509 w 3317658"/>
                  <a:gd name="connsiteY20" fmla="*/ 303261 h 2479765"/>
                  <a:gd name="connsiteX21" fmla="*/ 493873 w 3317658"/>
                  <a:gd name="connsiteY21" fmla="*/ 400701 h 2479765"/>
                  <a:gd name="connsiteX22" fmla="*/ 320618 w 3317658"/>
                  <a:gd name="connsiteY22" fmla="*/ 583581 h 2479765"/>
                  <a:gd name="connsiteX23" fmla="*/ 253242 w 3317658"/>
                  <a:gd name="connsiteY23" fmla="*/ 641332 h 2479765"/>
                  <a:gd name="connsiteX24" fmla="*/ 31861 w 3317658"/>
                  <a:gd name="connsiteY24" fmla="*/ 564330 h 2479765"/>
                  <a:gd name="connsiteX25" fmla="*/ 41486 w 3317658"/>
                  <a:gd name="connsiteY25" fmla="*/ 477703 h 2479765"/>
                  <a:gd name="connsiteX0" fmla="*/ 41486 w 3317658"/>
                  <a:gd name="connsiteY0" fmla="*/ 467692 h 2469754"/>
                  <a:gd name="connsiteX1" fmla="*/ 377952 w 3317658"/>
                  <a:gd name="connsiteY1" fmla="*/ 141620 h 2469754"/>
                  <a:gd name="connsiteX2" fmla="*/ 843241 w 3317658"/>
                  <a:gd name="connsiteY2" fmla="*/ 53 h 2469754"/>
                  <a:gd name="connsiteX3" fmla="*/ 1483165 w 3317658"/>
                  <a:gd name="connsiteY3" fmla="*/ 131995 h 2469754"/>
                  <a:gd name="connsiteX4" fmla="*/ 2033915 w 3317658"/>
                  <a:gd name="connsiteY4" fmla="*/ 591237 h 2469754"/>
                  <a:gd name="connsiteX5" fmla="*/ 2400510 w 3317658"/>
                  <a:gd name="connsiteY5" fmla="*/ 1301132 h 2469754"/>
                  <a:gd name="connsiteX6" fmla="*/ 2457427 w 3317658"/>
                  <a:gd name="connsiteY6" fmla="*/ 1882606 h 2469754"/>
                  <a:gd name="connsiteX7" fmla="*/ 2467052 w 3317658"/>
                  <a:gd name="connsiteY7" fmla="*/ 2132863 h 2469754"/>
                  <a:gd name="connsiteX8" fmla="*/ 2871313 w 3317658"/>
                  <a:gd name="connsiteY8" fmla="*/ 1949983 h 2469754"/>
                  <a:gd name="connsiteX9" fmla="*/ 3286034 w 3317658"/>
                  <a:gd name="connsiteY9" fmla="*/ 1884190 h 2469754"/>
                  <a:gd name="connsiteX10" fmla="*/ 3285200 w 3317658"/>
                  <a:gd name="connsiteY10" fmla="*/ 1998109 h 2469754"/>
                  <a:gd name="connsiteX11" fmla="*/ 3254653 w 3317658"/>
                  <a:gd name="connsiteY11" fmla="*/ 2021839 h 2469754"/>
                  <a:gd name="connsiteX12" fmla="*/ 2881357 w 3317658"/>
                  <a:gd name="connsiteY12" fmla="*/ 2106093 h 2469754"/>
                  <a:gd name="connsiteX13" fmla="*/ 2536516 w 3317658"/>
                  <a:gd name="connsiteY13" fmla="*/ 2299389 h 2469754"/>
                  <a:gd name="connsiteX14" fmla="*/ 2285007 w 3317658"/>
                  <a:gd name="connsiteY14" fmla="*/ 2469352 h 2469754"/>
                  <a:gd name="connsiteX15" fmla="*/ 2139793 w 3317658"/>
                  <a:gd name="connsiteY15" fmla="*/ 2325368 h 2469754"/>
                  <a:gd name="connsiteX16" fmla="*/ 2169088 w 3317658"/>
                  <a:gd name="connsiteY16" fmla="*/ 1756290 h 2469754"/>
                  <a:gd name="connsiteX17" fmla="*/ 2025542 w 3317658"/>
                  <a:gd name="connsiteY17" fmla="*/ 1122606 h 2469754"/>
                  <a:gd name="connsiteX18" fmla="*/ 1756452 w 3317658"/>
                  <a:gd name="connsiteY18" fmla="*/ 709511 h 2469754"/>
                  <a:gd name="connsiteX19" fmla="*/ 1418734 w 3317658"/>
                  <a:gd name="connsiteY19" fmla="*/ 438025 h 2469754"/>
                  <a:gd name="connsiteX20" fmla="*/ 888509 w 3317658"/>
                  <a:gd name="connsiteY20" fmla="*/ 293250 h 2469754"/>
                  <a:gd name="connsiteX21" fmla="*/ 493873 w 3317658"/>
                  <a:gd name="connsiteY21" fmla="*/ 390690 h 2469754"/>
                  <a:gd name="connsiteX22" fmla="*/ 320618 w 3317658"/>
                  <a:gd name="connsiteY22" fmla="*/ 573570 h 2469754"/>
                  <a:gd name="connsiteX23" fmla="*/ 253242 w 3317658"/>
                  <a:gd name="connsiteY23" fmla="*/ 631321 h 2469754"/>
                  <a:gd name="connsiteX24" fmla="*/ 31861 w 3317658"/>
                  <a:gd name="connsiteY24" fmla="*/ 554319 h 2469754"/>
                  <a:gd name="connsiteX25" fmla="*/ 41486 w 3317658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87075 w 3310860"/>
                  <a:gd name="connsiteY21" fmla="*/ 390690 h 2469754"/>
                  <a:gd name="connsiteX22" fmla="*/ 313820 w 3310860"/>
                  <a:gd name="connsiteY22" fmla="*/ 573570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87075 w 3310860"/>
                  <a:gd name="connsiteY21" fmla="*/ 390690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881711 w 3310860"/>
                  <a:gd name="connsiteY20" fmla="*/ 293250 h 2469754"/>
                  <a:gd name="connsiteX21" fmla="*/ 497118 w 3310860"/>
                  <a:gd name="connsiteY21" fmla="*/ 349758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901797 w 3310860"/>
                  <a:gd name="connsiteY20" fmla="*/ 221620 h 2469754"/>
                  <a:gd name="connsiteX21" fmla="*/ 497118 w 3310860"/>
                  <a:gd name="connsiteY21" fmla="*/ 349758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1936 w 3310860"/>
                  <a:gd name="connsiteY19" fmla="*/ 438025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49654 w 3310860"/>
                  <a:gd name="connsiteY18" fmla="*/ 709511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794847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18744 w 3310860"/>
                  <a:gd name="connsiteY17" fmla="*/ 1122606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62290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50629 w 3310860"/>
                  <a:gd name="connsiteY6" fmla="*/ 188260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93712 w 3310860"/>
                  <a:gd name="connsiteY5" fmla="*/ 1301132 h 2469754"/>
                  <a:gd name="connsiteX6" fmla="*/ 2435564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35564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60254 w 3310860"/>
                  <a:gd name="connsiteY7" fmla="*/ 2132863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40169 w 3310860"/>
                  <a:gd name="connsiteY7" fmla="*/ 2127747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69754"/>
                  <a:gd name="connsiteX1" fmla="*/ 371154 w 3310860"/>
                  <a:gd name="connsiteY1" fmla="*/ 141620 h 2469754"/>
                  <a:gd name="connsiteX2" fmla="*/ 836443 w 3310860"/>
                  <a:gd name="connsiteY2" fmla="*/ 53 h 2469754"/>
                  <a:gd name="connsiteX3" fmla="*/ 1476367 w 3310860"/>
                  <a:gd name="connsiteY3" fmla="*/ 131995 h 2469754"/>
                  <a:gd name="connsiteX4" fmla="*/ 2027117 w 3310860"/>
                  <a:gd name="connsiteY4" fmla="*/ 591237 h 2469754"/>
                  <a:gd name="connsiteX5" fmla="*/ 2373627 w 3310860"/>
                  <a:gd name="connsiteY5" fmla="*/ 1316482 h 2469754"/>
                  <a:gd name="connsiteX6" fmla="*/ 2420500 w 3310860"/>
                  <a:gd name="connsiteY6" fmla="*/ 1897956 h 2469754"/>
                  <a:gd name="connsiteX7" fmla="*/ 2415063 w 3310860"/>
                  <a:gd name="connsiteY7" fmla="*/ 2173796 h 2469754"/>
                  <a:gd name="connsiteX8" fmla="*/ 2864515 w 3310860"/>
                  <a:gd name="connsiteY8" fmla="*/ 1949983 h 2469754"/>
                  <a:gd name="connsiteX9" fmla="*/ 3279236 w 3310860"/>
                  <a:gd name="connsiteY9" fmla="*/ 1884190 h 2469754"/>
                  <a:gd name="connsiteX10" fmla="*/ 3278402 w 3310860"/>
                  <a:gd name="connsiteY10" fmla="*/ 1998109 h 2469754"/>
                  <a:gd name="connsiteX11" fmla="*/ 3247855 w 3310860"/>
                  <a:gd name="connsiteY11" fmla="*/ 2021839 h 2469754"/>
                  <a:gd name="connsiteX12" fmla="*/ 2874559 w 3310860"/>
                  <a:gd name="connsiteY12" fmla="*/ 2106093 h 2469754"/>
                  <a:gd name="connsiteX13" fmla="*/ 2529718 w 3310860"/>
                  <a:gd name="connsiteY13" fmla="*/ 2299389 h 2469754"/>
                  <a:gd name="connsiteX14" fmla="*/ 2278209 w 3310860"/>
                  <a:gd name="connsiteY14" fmla="*/ 2469352 h 2469754"/>
                  <a:gd name="connsiteX15" fmla="*/ 2132995 w 3310860"/>
                  <a:gd name="connsiteY15" fmla="*/ 2325368 h 2469754"/>
                  <a:gd name="connsiteX16" fmla="*/ 2172334 w 3310860"/>
                  <a:gd name="connsiteY16" fmla="*/ 1756290 h 2469754"/>
                  <a:gd name="connsiteX17" fmla="*/ 2058915 w 3310860"/>
                  <a:gd name="connsiteY17" fmla="*/ 1102139 h 2469754"/>
                  <a:gd name="connsiteX18" fmla="*/ 1835018 w 3310860"/>
                  <a:gd name="connsiteY18" fmla="*/ 714628 h 2469754"/>
                  <a:gd name="connsiteX19" fmla="*/ 1416959 w 3310860"/>
                  <a:gd name="connsiteY19" fmla="*/ 376628 h 2469754"/>
                  <a:gd name="connsiteX20" fmla="*/ 901797 w 3310860"/>
                  <a:gd name="connsiteY20" fmla="*/ 221620 h 2469754"/>
                  <a:gd name="connsiteX21" fmla="*/ 472011 w 3310860"/>
                  <a:gd name="connsiteY21" fmla="*/ 324175 h 2469754"/>
                  <a:gd name="connsiteX22" fmla="*/ 298756 w 3310860"/>
                  <a:gd name="connsiteY22" fmla="*/ 481473 h 2469754"/>
                  <a:gd name="connsiteX23" fmla="*/ 161080 w 3310860"/>
                  <a:gd name="connsiteY23" fmla="*/ 600622 h 2469754"/>
                  <a:gd name="connsiteX24" fmla="*/ 25063 w 3310860"/>
                  <a:gd name="connsiteY24" fmla="*/ 554319 h 2469754"/>
                  <a:gd name="connsiteX25" fmla="*/ 34688 w 3310860"/>
                  <a:gd name="connsiteY25" fmla="*/ 467692 h 2469754"/>
                  <a:gd name="connsiteX0" fmla="*/ 34688 w 3310860"/>
                  <a:gd name="connsiteY0" fmla="*/ 467692 h 2471040"/>
                  <a:gd name="connsiteX1" fmla="*/ 371154 w 3310860"/>
                  <a:gd name="connsiteY1" fmla="*/ 141620 h 2471040"/>
                  <a:gd name="connsiteX2" fmla="*/ 836443 w 3310860"/>
                  <a:gd name="connsiteY2" fmla="*/ 53 h 2471040"/>
                  <a:gd name="connsiteX3" fmla="*/ 1476367 w 3310860"/>
                  <a:gd name="connsiteY3" fmla="*/ 131995 h 2471040"/>
                  <a:gd name="connsiteX4" fmla="*/ 2027117 w 3310860"/>
                  <a:gd name="connsiteY4" fmla="*/ 591237 h 2471040"/>
                  <a:gd name="connsiteX5" fmla="*/ 2373627 w 3310860"/>
                  <a:gd name="connsiteY5" fmla="*/ 1316482 h 2471040"/>
                  <a:gd name="connsiteX6" fmla="*/ 2420500 w 3310860"/>
                  <a:gd name="connsiteY6" fmla="*/ 1897956 h 2471040"/>
                  <a:gd name="connsiteX7" fmla="*/ 2415063 w 3310860"/>
                  <a:gd name="connsiteY7" fmla="*/ 2173796 h 2471040"/>
                  <a:gd name="connsiteX8" fmla="*/ 2864515 w 3310860"/>
                  <a:gd name="connsiteY8" fmla="*/ 1949983 h 2471040"/>
                  <a:gd name="connsiteX9" fmla="*/ 3279236 w 3310860"/>
                  <a:gd name="connsiteY9" fmla="*/ 1884190 h 2471040"/>
                  <a:gd name="connsiteX10" fmla="*/ 3278402 w 3310860"/>
                  <a:gd name="connsiteY10" fmla="*/ 1998109 h 2471040"/>
                  <a:gd name="connsiteX11" fmla="*/ 3247855 w 3310860"/>
                  <a:gd name="connsiteY11" fmla="*/ 2021839 h 2471040"/>
                  <a:gd name="connsiteX12" fmla="*/ 2874559 w 3310860"/>
                  <a:gd name="connsiteY12" fmla="*/ 2106093 h 2471040"/>
                  <a:gd name="connsiteX13" fmla="*/ 2514654 w 3310860"/>
                  <a:gd name="connsiteY13" fmla="*/ 2263574 h 2471040"/>
                  <a:gd name="connsiteX14" fmla="*/ 2278209 w 3310860"/>
                  <a:gd name="connsiteY14" fmla="*/ 2469352 h 2471040"/>
                  <a:gd name="connsiteX15" fmla="*/ 2132995 w 3310860"/>
                  <a:gd name="connsiteY15" fmla="*/ 2325368 h 2471040"/>
                  <a:gd name="connsiteX16" fmla="*/ 2172334 w 3310860"/>
                  <a:gd name="connsiteY16" fmla="*/ 1756290 h 2471040"/>
                  <a:gd name="connsiteX17" fmla="*/ 2058915 w 3310860"/>
                  <a:gd name="connsiteY17" fmla="*/ 1102139 h 2471040"/>
                  <a:gd name="connsiteX18" fmla="*/ 1835018 w 3310860"/>
                  <a:gd name="connsiteY18" fmla="*/ 714628 h 2471040"/>
                  <a:gd name="connsiteX19" fmla="*/ 1416959 w 3310860"/>
                  <a:gd name="connsiteY19" fmla="*/ 376628 h 2471040"/>
                  <a:gd name="connsiteX20" fmla="*/ 901797 w 3310860"/>
                  <a:gd name="connsiteY20" fmla="*/ 221620 h 2471040"/>
                  <a:gd name="connsiteX21" fmla="*/ 472011 w 3310860"/>
                  <a:gd name="connsiteY21" fmla="*/ 324175 h 2471040"/>
                  <a:gd name="connsiteX22" fmla="*/ 298756 w 3310860"/>
                  <a:gd name="connsiteY22" fmla="*/ 481473 h 2471040"/>
                  <a:gd name="connsiteX23" fmla="*/ 161080 w 3310860"/>
                  <a:gd name="connsiteY23" fmla="*/ 600622 h 2471040"/>
                  <a:gd name="connsiteX24" fmla="*/ 25063 w 3310860"/>
                  <a:gd name="connsiteY24" fmla="*/ 554319 h 2471040"/>
                  <a:gd name="connsiteX25" fmla="*/ 34688 w 3310860"/>
                  <a:gd name="connsiteY25" fmla="*/ 467692 h 2471040"/>
                  <a:gd name="connsiteX0" fmla="*/ 34688 w 3310860"/>
                  <a:gd name="connsiteY0" fmla="*/ 467692 h 2471040"/>
                  <a:gd name="connsiteX1" fmla="*/ 371154 w 3310860"/>
                  <a:gd name="connsiteY1" fmla="*/ 141620 h 2471040"/>
                  <a:gd name="connsiteX2" fmla="*/ 836443 w 3310860"/>
                  <a:gd name="connsiteY2" fmla="*/ 53 h 2471040"/>
                  <a:gd name="connsiteX3" fmla="*/ 1476367 w 3310860"/>
                  <a:gd name="connsiteY3" fmla="*/ 131995 h 2471040"/>
                  <a:gd name="connsiteX4" fmla="*/ 2027117 w 3310860"/>
                  <a:gd name="connsiteY4" fmla="*/ 591237 h 2471040"/>
                  <a:gd name="connsiteX5" fmla="*/ 2373627 w 3310860"/>
                  <a:gd name="connsiteY5" fmla="*/ 1316482 h 2471040"/>
                  <a:gd name="connsiteX6" fmla="*/ 2420500 w 3310860"/>
                  <a:gd name="connsiteY6" fmla="*/ 1897956 h 2471040"/>
                  <a:gd name="connsiteX7" fmla="*/ 2415063 w 3310860"/>
                  <a:gd name="connsiteY7" fmla="*/ 2173796 h 2471040"/>
                  <a:gd name="connsiteX8" fmla="*/ 2864515 w 3310860"/>
                  <a:gd name="connsiteY8" fmla="*/ 1949983 h 2471040"/>
                  <a:gd name="connsiteX9" fmla="*/ 3279236 w 3310860"/>
                  <a:gd name="connsiteY9" fmla="*/ 1884190 h 2471040"/>
                  <a:gd name="connsiteX10" fmla="*/ 3278402 w 3310860"/>
                  <a:gd name="connsiteY10" fmla="*/ 1998109 h 2471040"/>
                  <a:gd name="connsiteX11" fmla="*/ 3247855 w 3310860"/>
                  <a:gd name="connsiteY11" fmla="*/ 2021839 h 2471040"/>
                  <a:gd name="connsiteX12" fmla="*/ 2869539 w 3310860"/>
                  <a:gd name="connsiteY12" fmla="*/ 2065163 h 2471040"/>
                  <a:gd name="connsiteX13" fmla="*/ 2514654 w 3310860"/>
                  <a:gd name="connsiteY13" fmla="*/ 2263574 h 2471040"/>
                  <a:gd name="connsiteX14" fmla="*/ 2278209 w 3310860"/>
                  <a:gd name="connsiteY14" fmla="*/ 2469352 h 2471040"/>
                  <a:gd name="connsiteX15" fmla="*/ 2132995 w 3310860"/>
                  <a:gd name="connsiteY15" fmla="*/ 2325368 h 2471040"/>
                  <a:gd name="connsiteX16" fmla="*/ 2172334 w 3310860"/>
                  <a:gd name="connsiteY16" fmla="*/ 1756290 h 2471040"/>
                  <a:gd name="connsiteX17" fmla="*/ 2058915 w 3310860"/>
                  <a:gd name="connsiteY17" fmla="*/ 1102139 h 2471040"/>
                  <a:gd name="connsiteX18" fmla="*/ 1835018 w 3310860"/>
                  <a:gd name="connsiteY18" fmla="*/ 714628 h 2471040"/>
                  <a:gd name="connsiteX19" fmla="*/ 1416959 w 3310860"/>
                  <a:gd name="connsiteY19" fmla="*/ 376628 h 2471040"/>
                  <a:gd name="connsiteX20" fmla="*/ 901797 w 3310860"/>
                  <a:gd name="connsiteY20" fmla="*/ 221620 h 2471040"/>
                  <a:gd name="connsiteX21" fmla="*/ 472011 w 3310860"/>
                  <a:gd name="connsiteY21" fmla="*/ 324175 h 2471040"/>
                  <a:gd name="connsiteX22" fmla="*/ 298756 w 3310860"/>
                  <a:gd name="connsiteY22" fmla="*/ 481473 h 2471040"/>
                  <a:gd name="connsiteX23" fmla="*/ 161080 w 3310860"/>
                  <a:gd name="connsiteY23" fmla="*/ 600622 h 2471040"/>
                  <a:gd name="connsiteX24" fmla="*/ 25063 w 3310860"/>
                  <a:gd name="connsiteY24" fmla="*/ 554319 h 2471040"/>
                  <a:gd name="connsiteX25" fmla="*/ 34688 w 3310860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20500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00415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73627 w 3318295"/>
                  <a:gd name="connsiteY5" fmla="*/ 1316482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72334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058915 w 3318295"/>
                  <a:gd name="connsiteY17" fmla="*/ 1102139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15479 w 3318295"/>
                  <a:gd name="connsiteY6" fmla="*/ 1897956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16959 w 3318295"/>
                  <a:gd name="connsiteY19" fmla="*/ 37662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14628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35018 w 3318295"/>
                  <a:gd name="connsiteY18" fmla="*/ 704396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  <a:gd name="connsiteX0" fmla="*/ 34688 w 3318295"/>
                  <a:gd name="connsiteY0" fmla="*/ 467692 h 2471040"/>
                  <a:gd name="connsiteX1" fmla="*/ 371154 w 3318295"/>
                  <a:gd name="connsiteY1" fmla="*/ 141620 h 2471040"/>
                  <a:gd name="connsiteX2" fmla="*/ 836443 w 3318295"/>
                  <a:gd name="connsiteY2" fmla="*/ 53 h 2471040"/>
                  <a:gd name="connsiteX3" fmla="*/ 1476367 w 3318295"/>
                  <a:gd name="connsiteY3" fmla="*/ 131995 h 2471040"/>
                  <a:gd name="connsiteX4" fmla="*/ 2027117 w 3318295"/>
                  <a:gd name="connsiteY4" fmla="*/ 591237 h 2471040"/>
                  <a:gd name="connsiteX5" fmla="*/ 2358563 w 3318295"/>
                  <a:gd name="connsiteY5" fmla="*/ 1285783 h 2471040"/>
                  <a:gd name="connsiteX6" fmla="*/ 2405436 w 3318295"/>
                  <a:gd name="connsiteY6" fmla="*/ 1877490 h 2471040"/>
                  <a:gd name="connsiteX7" fmla="*/ 2415063 w 3318295"/>
                  <a:gd name="connsiteY7" fmla="*/ 2173796 h 2471040"/>
                  <a:gd name="connsiteX8" fmla="*/ 2764087 w 3318295"/>
                  <a:gd name="connsiteY8" fmla="*/ 1980682 h 2471040"/>
                  <a:gd name="connsiteX9" fmla="*/ 3279236 w 3318295"/>
                  <a:gd name="connsiteY9" fmla="*/ 1884190 h 2471040"/>
                  <a:gd name="connsiteX10" fmla="*/ 3278402 w 3318295"/>
                  <a:gd name="connsiteY10" fmla="*/ 1998109 h 2471040"/>
                  <a:gd name="connsiteX11" fmla="*/ 3247855 w 3318295"/>
                  <a:gd name="connsiteY11" fmla="*/ 2021839 h 2471040"/>
                  <a:gd name="connsiteX12" fmla="*/ 2869539 w 3318295"/>
                  <a:gd name="connsiteY12" fmla="*/ 2065163 h 2471040"/>
                  <a:gd name="connsiteX13" fmla="*/ 2514654 w 3318295"/>
                  <a:gd name="connsiteY13" fmla="*/ 2263574 h 2471040"/>
                  <a:gd name="connsiteX14" fmla="*/ 2278209 w 3318295"/>
                  <a:gd name="connsiteY14" fmla="*/ 2469352 h 2471040"/>
                  <a:gd name="connsiteX15" fmla="*/ 2132995 w 3318295"/>
                  <a:gd name="connsiteY15" fmla="*/ 2325368 h 2471040"/>
                  <a:gd name="connsiteX16" fmla="*/ 2187398 w 3318295"/>
                  <a:gd name="connsiteY16" fmla="*/ 1756290 h 2471040"/>
                  <a:gd name="connsiteX17" fmla="*/ 2109130 w 3318295"/>
                  <a:gd name="connsiteY17" fmla="*/ 1235167 h 2471040"/>
                  <a:gd name="connsiteX18" fmla="*/ 1855103 w 3318295"/>
                  <a:gd name="connsiteY18" fmla="*/ 704396 h 2471040"/>
                  <a:gd name="connsiteX19" fmla="*/ 1427002 w 3318295"/>
                  <a:gd name="connsiteY19" fmla="*/ 361278 h 2471040"/>
                  <a:gd name="connsiteX20" fmla="*/ 901797 w 3318295"/>
                  <a:gd name="connsiteY20" fmla="*/ 221620 h 2471040"/>
                  <a:gd name="connsiteX21" fmla="*/ 472011 w 3318295"/>
                  <a:gd name="connsiteY21" fmla="*/ 324175 h 2471040"/>
                  <a:gd name="connsiteX22" fmla="*/ 298756 w 3318295"/>
                  <a:gd name="connsiteY22" fmla="*/ 481473 h 2471040"/>
                  <a:gd name="connsiteX23" fmla="*/ 161080 w 3318295"/>
                  <a:gd name="connsiteY23" fmla="*/ 600622 h 2471040"/>
                  <a:gd name="connsiteX24" fmla="*/ 25063 w 3318295"/>
                  <a:gd name="connsiteY24" fmla="*/ 554319 h 2471040"/>
                  <a:gd name="connsiteX25" fmla="*/ 34688 w 3318295"/>
                  <a:gd name="connsiteY25" fmla="*/ 467692 h 2471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318295" h="2471040">
                    <a:moveTo>
                      <a:pt x="34688" y="467692"/>
                    </a:moveTo>
                    <a:cubicBezTo>
                      <a:pt x="92370" y="398909"/>
                      <a:pt x="237528" y="219560"/>
                      <a:pt x="371154" y="141620"/>
                    </a:cubicBezTo>
                    <a:cubicBezTo>
                      <a:pt x="504780" y="63680"/>
                      <a:pt x="684043" y="1657"/>
                      <a:pt x="836443" y="53"/>
                    </a:cubicBezTo>
                    <a:cubicBezTo>
                      <a:pt x="988843" y="-1551"/>
                      <a:pt x="1277921" y="33464"/>
                      <a:pt x="1476367" y="131995"/>
                    </a:cubicBezTo>
                    <a:cubicBezTo>
                      <a:pt x="1674813" y="230526"/>
                      <a:pt x="1880084" y="398939"/>
                      <a:pt x="2027117" y="591237"/>
                    </a:cubicBezTo>
                    <a:cubicBezTo>
                      <a:pt x="2174150" y="783535"/>
                      <a:pt x="2295510" y="1071407"/>
                      <a:pt x="2358563" y="1285783"/>
                    </a:cubicBezTo>
                    <a:cubicBezTo>
                      <a:pt x="2421616" y="1500159"/>
                      <a:pt x="2396019" y="1729488"/>
                      <a:pt x="2405436" y="1877490"/>
                    </a:cubicBezTo>
                    <a:cubicBezTo>
                      <a:pt x="2414853" y="2025492"/>
                      <a:pt x="2355288" y="2156597"/>
                      <a:pt x="2415063" y="2173796"/>
                    </a:cubicBezTo>
                    <a:cubicBezTo>
                      <a:pt x="2474838" y="2190995"/>
                      <a:pt x="2620058" y="2028950"/>
                      <a:pt x="2764087" y="1980682"/>
                    </a:cubicBezTo>
                    <a:cubicBezTo>
                      <a:pt x="2908116" y="1932414"/>
                      <a:pt x="3193517" y="1881286"/>
                      <a:pt x="3279236" y="1884190"/>
                    </a:cubicBezTo>
                    <a:cubicBezTo>
                      <a:pt x="3364955" y="1887094"/>
                      <a:pt x="3283632" y="1975168"/>
                      <a:pt x="3278402" y="1998109"/>
                    </a:cubicBezTo>
                    <a:cubicBezTo>
                      <a:pt x="3273172" y="2021050"/>
                      <a:pt x="3315999" y="2010663"/>
                      <a:pt x="3247855" y="2021839"/>
                    </a:cubicBezTo>
                    <a:cubicBezTo>
                      <a:pt x="3179711" y="2033015"/>
                      <a:pt x="2991739" y="2024874"/>
                      <a:pt x="2869539" y="2065163"/>
                    </a:cubicBezTo>
                    <a:cubicBezTo>
                      <a:pt x="2747339" y="2105452"/>
                      <a:pt x="2613209" y="2196209"/>
                      <a:pt x="2514654" y="2263574"/>
                    </a:cubicBezTo>
                    <a:cubicBezTo>
                      <a:pt x="2416099" y="2330939"/>
                      <a:pt x="2341819" y="2459053"/>
                      <a:pt x="2278209" y="2469352"/>
                    </a:cubicBezTo>
                    <a:cubicBezTo>
                      <a:pt x="2214599" y="2479651"/>
                      <a:pt x="2148130" y="2444212"/>
                      <a:pt x="2132995" y="2325368"/>
                    </a:cubicBezTo>
                    <a:cubicBezTo>
                      <a:pt x="2117860" y="2206524"/>
                      <a:pt x="2191375" y="1937990"/>
                      <a:pt x="2187398" y="1756290"/>
                    </a:cubicBezTo>
                    <a:cubicBezTo>
                      <a:pt x="2183421" y="1574590"/>
                      <a:pt x="2164513" y="1410483"/>
                      <a:pt x="2109130" y="1235167"/>
                    </a:cubicBezTo>
                    <a:cubicBezTo>
                      <a:pt x="2053747" y="1059851"/>
                      <a:pt x="1968791" y="850044"/>
                      <a:pt x="1855103" y="704396"/>
                    </a:cubicBezTo>
                    <a:cubicBezTo>
                      <a:pt x="1741415" y="558748"/>
                      <a:pt x="1585886" y="441741"/>
                      <a:pt x="1427002" y="361278"/>
                    </a:cubicBezTo>
                    <a:cubicBezTo>
                      <a:pt x="1268118" y="280815"/>
                      <a:pt x="1060962" y="227804"/>
                      <a:pt x="901797" y="221620"/>
                    </a:cubicBezTo>
                    <a:cubicBezTo>
                      <a:pt x="742632" y="215436"/>
                      <a:pt x="572518" y="280866"/>
                      <a:pt x="472011" y="324175"/>
                    </a:cubicBezTo>
                    <a:cubicBezTo>
                      <a:pt x="371504" y="367484"/>
                      <a:pt x="350578" y="435399"/>
                      <a:pt x="298756" y="481473"/>
                    </a:cubicBezTo>
                    <a:cubicBezTo>
                      <a:pt x="246934" y="527547"/>
                      <a:pt x="209206" y="603830"/>
                      <a:pt x="161080" y="600622"/>
                    </a:cubicBezTo>
                    <a:cubicBezTo>
                      <a:pt x="112954" y="597414"/>
                      <a:pt x="46128" y="576474"/>
                      <a:pt x="25063" y="554319"/>
                    </a:cubicBezTo>
                    <a:cubicBezTo>
                      <a:pt x="3998" y="532164"/>
                      <a:pt x="-22994" y="536475"/>
                      <a:pt x="34688" y="467692"/>
                    </a:cubicBezTo>
                    <a:close/>
                  </a:path>
                </a:pathLst>
              </a:custGeom>
              <a:solidFill>
                <a:srgbClr val="FF797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ED78F43-6198-4F25-BBC8-62A2B06327AB}"/>
                  </a:ext>
                </a:extLst>
              </p:cNvPr>
              <p:cNvSpPr/>
              <p:nvPr/>
            </p:nvSpPr>
            <p:spPr>
              <a:xfrm>
                <a:off x="3881801" y="1727464"/>
                <a:ext cx="201622" cy="910166"/>
              </a:xfrm>
              <a:prstGeom prst="roundRect">
                <a:avLst/>
              </a:prstGeom>
              <a:gradFill flip="none" rotWithShape="1">
                <a:gsLst>
                  <a:gs pos="87000">
                    <a:schemeClr val="accent1">
                      <a:lumMod val="40000"/>
                      <a:lumOff val="60000"/>
                    </a:schemeClr>
                  </a:gs>
                  <a:gs pos="100000">
                    <a:srgbClr val="C693B0"/>
                  </a:gs>
                  <a:gs pos="21000">
                    <a:schemeClr val="accent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9FDFB558-DA87-46C6-958A-616A9A9B48E2}"/>
                  </a:ext>
                </a:extLst>
              </p:cNvPr>
              <p:cNvSpPr/>
              <p:nvPr/>
            </p:nvSpPr>
            <p:spPr>
              <a:xfrm>
                <a:off x="3862711" y="1373659"/>
                <a:ext cx="1180660" cy="804798"/>
              </a:xfrm>
              <a:custGeom>
                <a:avLst/>
                <a:gdLst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486082 w 2191385"/>
                  <a:gd name="connsiteY16" fmla="*/ 199919 h 1165168"/>
                  <a:gd name="connsiteX17" fmla="*/ 206682 w 2191385"/>
                  <a:gd name="connsiteY17" fmla="*/ 314219 h 1165168"/>
                  <a:gd name="connsiteX0" fmla="*/ 181332 w 2166035"/>
                  <a:gd name="connsiteY0" fmla="*/ 314219 h 1165168"/>
                  <a:gd name="connsiteX1" fmla="*/ 5234 w 2166035"/>
                  <a:gd name="connsiteY1" fmla="*/ 641551 h 1165168"/>
                  <a:gd name="connsiteX2" fmla="*/ 79732 w 2166035"/>
                  <a:gd name="connsiteY2" fmla="*/ 911119 h 1165168"/>
                  <a:gd name="connsiteX3" fmla="*/ 409932 w 2166035"/>
                  <a:gd name="connsiteY3" fmla="*/ 898419 h 1165168"/>
                  <a:gd name="connsiteX4" fmla="*/ 536932 w 2166035"/>
                  <a:gd name="connsiteY4" fmla="*/ 771419 h 1165168"/>
                  <a:gd name="connsiteX5" fmla="*/ 524232 w 2166035"/>
                  <a:gd name="connsiteY5" fmla="*/ 936519 h 1165168"/>
                  <a:gd name="connsiteX6" fmla="*/ 651232 w 2166035"/>
                  <a:gd name="connsiteY6" fmla="*/ 1063519 h 1165168"/>
                  <a:gd name="connsiteX7" fmla="*/ 1184632 w 2166035"/>
                  <a:gd name="connsiteY7" fmla="*/ 1165119 h 1165168"/>
                  <a:gd name="connsiteX8" fmla="*/ 1832332 w 2166035"/>
                  <a:gd name="connsiteY8" fmla="*/ 1050819 h 1165168"/>
                  <a:gd name="connsiteX9" fmla="*/ 2149832 w 2166035"/>
                  <a:gd name="connsiteY9" fmla="*/ 949219 h 1165168"/>
                  <a:gd name="connsiteX10" fmla="*/ 2073632 w 2166035"/>
                  <a:gd name="connsiteY10" fmla="*/ 492019 h 1165168"/>
                  <a:gd name="connsiteX11" fmla="*/ 1679932 w 2166035"/>
                  <a:gd name="connsiteY11" fmla="*/ 161819 h 1165168"/>
                  <a:gd name="connsiteX12" fmla="*/ 1324332 w 2166035"/>
                  <a:gd name="connsiteY12" fmla="*/ 9419 h 1165168"/>
                  <a:gd name="connsiteX13" fmla="*/ 1057632 w 2166035"/>
                  <a:gd name="connsiteY13" fmla="*/ 47519 h 1165168"/>
                  <a:gd name="connsiteX14" fmla="*/ 841732 w 2166035"/>
                  <a:gd name="connsiteY14" fmla="*/ 301519 h 1165168"/>
                  <a:gd name="connsiteX15" fmla="*/ 765532 w 2166035"/>
                  <a:gd name="connsiteY15" fmla="*/ 339619 h 1165168"/>
                  <a:gd name="connsiteX16" fmla="*/ 460732 w 2166035"/>
                  <a:gd name="connsiteY16" fmla="*/ 199919 h 1165168"/>
                  <a:gd name="connsiteX17" fmla="*/ 181332 w 2166035"/>
                  <a:gd name="connsiteY17" fmla="*/ 314219 h 1165168"/>
                  <a:gd name="connsiteX0" fmla="*/ 176201 w 2160904"/>
                  <a:gd name="connsiteY0" fmla="*/ 314219 h 1165168"/>
                  <a:gd name="connsiteX1" fmla="*/ 103 w 2160904"/>
                  <a:gd name="connsiteY1" fmla="*/ 641551 h 1165168"/>
                  <a:gd name="connsiteX2" fmla="*/ 199269 w 2160904"/>
                  <a:gd name="connsiteY2" fmla="*/ 901287 h 1165168"/>
                  <a:gd name="connsiteX3" fmla="*/ 404801 w 2160904"/>
                  <a:gd name="connsiteY3" fmla="*/ 898419 h 1165168"/>
                  <a:gd name="connsiteX4" fmla="*/ 531801 w 2160904"/>
                  <a:gd name="connsiteY4" fmla="*/ 771419 h 1165168"/>
                  <a:gd name="connsiteX5" fmla="*/ 519101 w 2160904"/>
                  <a:gd name="connsiteY5" fmla="*/ 936519 h 1165168"/>
                  <a:gd name="connsiteX6" fmla="*/ 646101 w 2160904"/>
                  <a:gd name="connsiteY6" fmla="*/ 1063519 h 1165168"/>
                  <a:gd name="connsiteX7" fmla="*/ 1179501 w 2160904"/>
                  <a:gd name="connsiteY7" fmla="*/ 1165119 h 1165168"/>
                  <a:gd name="connsiteX8" fmla="*/ 1827201 w 2160904"/>
                  <a:gd name="connsiteY8" fmla="*/ 1050819 h 1165168"/>
                  <a:gd name="connsiteX9" fmla="*/ 2144701 w 2160904"/>
                  <a:gd name="connsiteY9" fmla="*/ 949219 h 1165168"/>
                  <a:gd name="connsiteX10" fmla="*/ 2068501 w 2160904"/>
                  <a:gd name="connsiteY10" fmla="*/ 492019 h 1165168"/>
                  <a:gd name="connsiteX11" fmla="*/ 1674801 w 2160904"/>
                  <a:gd name="connsiteY11" fmla="*/ 161819 h 1165168"/>
                  <a:gd name="connsiteX12" fmla="*/ 1319201 w 2160904"/>
                  <a:gd name="connsiteY12" fmla="*/ 9419 h 1165168"/>
                  <a:gd name="connsiteX13" fmla="*/ 1052501 w 2160904"/>
                  <a:gd name="connsiteY13" fmla="*/ 47519 h 1165168"/>
                  <a:gd name="connsiteX14" fmla="*/ 836601 w 2160904"/>
                  <a:gd name="connsiteY14" fmla="*/ 301519 h 1165168"/>
                  <a:gd name="connsiteX15" fmla="*/ 760401 w 2160904"/>
                  <a:gd name="connsiteY15" fmla="*/ 339619 h 1165168"/>
                  <a:gd name="connsiteX16" fmla="*/ 455601 w 2160904"/>
                  <a:gd name="connsiteY16" fmla="*/ 199919 h 1165168"/>
                  <a:gd name="connsiteX17" fmla="*/ 176201 w 2160904"/>
                  <a:gd name="connsiteY17" fmla="*/ 314219 h 1165168"/>
                  <a:gd name="connsiteX0" fmla="*/ 165373 w 2150076"/>
                  <a:gd name="connsiteY0" fmla="*/ 314219 h 1165168"/>
                  <a:gd name="connsiteX1" fmla="*/ 114 w 2150076"/>
                  <a:gd name="connsiteY1" fmla="*/ 602222 h 1165168"/>
                  <a:gd name="connsiteX2" fmla="*/ 188441 w 2150076"/>
                  <a:gd name="connsiteY2" fmla="*/ 901287 h 1165168"/>
                  <a:gd name="connsiteX3" fmla="*/ 393973 w 2150076"/>
                  <a:gd name="connsiteY3" fmla="*/ 898419 h 1165168"/>
                  <a:gd name="connsiteX4" fmla="*/ 520973 w 2150076"/>
                  <a:gd name="connsiteY4" fmla="*/ 771419 h 1165168"/>
                  <a:gd name="connsiteX5" fmla="*/ 508273 w 2150076"/>
                  <a:gd name="connsiteY5" fmla="*/ 936519 h 1165168"/>
                  <a:gd name="connsiteX6" fmla="*/ 635273 w 2150076"/>
                  <a:gd name="connsiteY6" fmla="*/ 1063519 h 1165168"/>
                  <a:gd name="connsiteX7" fmla="*/ 1168673 w 2150076"/>
                  <a:gd name="connsiteY7" fmla="*/ 1165119 h 1165168"/>
                  <a:gd name="connsiteX8" fmla="*/ 1816373 w 2150076"/>
                  <a:gd name="connsiteY8" fmla="*/ 1050819 h 1165168"/>
                  <a:gd name="connsiteX9" fmla="*/ 2133873 w 2150076"/>
                  <a:gd name="connsiteY9" fmla="*/ 949219 h 1165168"/>
                  <a:gd name="connsiteX10" fmla="*/ 2057673 w 2150076"/>
                  <a:gd name="connsiteY10" fmla="*/ 492019 h 1165168"/>
                  <a:gd name="connsiteX11" fmla="*/ 1663973 w 2150076"/>
                  <a:gd name="connsiteY11" fmla="*/ 161819 h 1165168"/>
                  <a:gd name="connsiteX12" fmla="*/ 1308373 w 2150076"/>
                  <a:gd name="connsiteY12" fmla="*/ 9419 h 1165168"/>
                  <a:gd name="connsiteX13" fmla="*/ 1041673 w 2150076"/>
                  <a:gd name="connsiteY13" fmla="*/ 47519 h 1165168"/>
                  <a:gd name="connsiteX14" fmla="*/ 825773 w 2150076"/>
                  <a:gd name="connsiteY14" fmla="*/ 301519 h 1165168"/>
                  <a:gd name="connsiteX15" fmla="*/ 749573 w 2150076"/>
                  <a:gd name="connsiteY15" fmla="*/ 339619 h 1165168"/>
                  <a:gd name="connsiteX16" fmla="*/ 444773 w 2150076"/>
                  <a:gd name="connsiteY16" fmla="*/ 199919 h 1165168"/>
                  <a:gd name="connsiteX17" fmla="*/ 165373 w 2150076"/>
                  <a:gd name="connsiteY17" fmla="*/ 314219 h 1165168"/>
                  <a:gd name="connsiteX0" fmla="*/ 168842 w 2153545"/>
                  <a:gd name="connsiteY0" fmla="*/ 314219 h 1165168"/>
                  <a:gd name="connsiteX1" fmla="*/ 3583 w 2153545"/>
                  <a:gd name="connsiteY1" fmla="*/ 602222 h 1165168"/>
                  <a:gd name="connsiteX2" fmla="*/ 322000 w 2153545"/>
                  <a:gd name="connsiteY2" fmla="*/ 901287 h 1165168"/>
                  <a:gd name="connsiteX3" fmla="*/ 397442 w 2153545"/>
                  <a:gd name="connsiteY3" fmla="*/ 898419 h 1165168"/>
                  <a:gd name="connsiteX4" fmla="*/ 524442 w 2153545"/>
                  <a:gd name="connsiteY4" fmla="*/ 771419 h 1165168"/>
                  <a:gd name="connsiteX5" fmla="*/ 511742 w 2153545"/>
                  <a:gd name="connsiteY5" fmla="*/ 936519 h 1165168"/>
                  <a:gd name="connsiteX6" fmla="*/ 638742 w 2153545"/>
                  <a:gd name="connsiteY6" fmla="*/ 1063519 h 1165168"/>
                  <a:gd name="connsiteX7" fmla="*/ 1172142 w 2153545"/>
                  <a:gd name="connsiteY7" fmla="*/ 1165119 h 1165168"/>
                  <a:gd name="connsiteX8" fmla="*/ 1819842 w 2153545"/>
                  <a:gd name="connsiteY8" fmla="*/ 1050819 h 1165168"/>
                  <a:gd name="connsiteX9" fmla="*/ 2137342 w 2153545"/>
                  <a:gd name="connsiteY9" fmla="*/ 949219 h 1165168"/>
                  <a:gd name="connsiteX10" fmla="*/ 2061142 w 2153545"/>
                  <a:gd name="connsiteY10" fmla="*/ 492019 h 1165168"/>
                  <a:gd name="connsiteX11" fmla="*/ 1667442 w 2153545"/>
                  <a:gd name="connsiteY11" fmla="*/ 161819 h 1165168"/>
                  <a:gd name="connsiteX12" fmla="*/ 1311842 w 2153545"/>
                  <a:gd name="connsiteY12" fmla="*/ 9419 h 1165168"/>
                  <a:gd name="connsiteX13" fmla="*/ 1045142 w 2153545"/>
                  <a:gd name="connsiteY13" fmla="*/ 47519 h 1165168"/>
                  <a:gd name="connsiteX14" fmla="*/ 829242 w 2153545"/>
                  <a:gd name="connsiteY14" fmla="*/ 301519 h 1165168"/>
                  <a:gd name="connsiteX15" fmla="*/ 753042 w 2153545"/>
                  <a:gd name="connsiteY15" fmla="*/ 339619 h 1165168"/>
                  <a:gd name="connsiteX16" fmla="*/ 448242 w 2153545"/>
                  <a:gd name="connsiteY16" fmla="*/ 199919 h 1165168"/>
                  <a:gd name="connsiteX17" fmla="*/ 168842 w 2153545"/>
                  <a:gd name="connsiteY17" fmla="*/ 314219 h 1165168"/>
                  <a:gd name="connsiteX0" fmla="*/ 126737 w 2111440"/>
                  <a:gd name="connsiteY0" fmla="*/ 314219 h 1165168"/>
                  <a:gd name="connsiteX1" fmla="*/ 4841 w 2111440"/>
                  <a:gd name="connsiteY1" fmla="*/ 597307 h 1165168"/>
                  <a:gd name="connsiteX2" fmla="*/ 279895 w 2111440"/>
                  <a:gd name="connsiteY2" fmla="*/ 901287 h 1165168"/>
                  <a:gd name="connsiteX3" fmla="*/ 355337 w 2111440"/>
                  <a:gd name="connsiteY3" fmla="*/ 898419 h 1165168"/>
                  <a:gd name="connsiteX4" fmla="*/ 482337 w 2111440"/>
                  <a:gd name="connsiteY4" fmla="*/ 771419 h 1165168"/>
                  <a:gd name="connsiteX5" fmla="*/ 469637 w 2111440"/>
                  <a:gd name="connsiteY5" fmla="*/ 936519 h 1165168"/>
                  <a:gd name="connsiteX6" fmla="*/ 596637 w 2111440"/>
                  <a:gd name="connsiteY6" fmla="*/ 1063519 h 1165168"/>
                  <a:gd name="connsiteX7" fmla="*/ 1130037 w 2111440"/>
                  <a:gd name="connsiteY7" fmla="*/ 1165119 h 1165168"/>
                  <a:gd name="connsiteX8" fmla="*/ 1777737 w 2111440"/>
                  <a:gd name="connsiteY8" fmla="*/ 1050819 h 1165168"/>
                  <a:gd name="connsiteX9" fmla="*/ 2095237 w 2111440"/>
                  <a:gd name="connsiteY9" fmla="*/ 949219 h 1165168"/>
                  <a:gd name="connsiteX10" fmla="*/ 2019037 w 2111440"/>
                  <a:gd name="connsiteY10" fmla="*/ 492019 h 1165168"/>
                  <a:gd name="connsiteX11" fmla="*/ 1625337 w 2111440"/>
                  <a:gd name="connsiteY11" fmla="*/ 161819 h 1165168"/>
                  <a:gd name="connsiteX12" fmla="*/ 1269737 w 2111440"/>
                  <a:gd name="connsiteY12" fmla="*/ 9419 h 1165168"/>
                  <a:gd name="connsiteX13" fmla="*/ 1003037 w 2111440"/>
                  <a:gd name="connsiteY13" fmla="*/ 47519 h 1165168"/>
                  <a:gd name="connsiteX14" fmla="*/ 787137 w 2111440"/>
                  <a:gd name="connsiteY14" fmla="*/ 301519 h 1165168"/>
                  <a:gd name="connsiteX15" fmla="*/ 710937 w 2111440"/>
                  <a:gd name="connsiteY15" fmla="*/ 339619 h 1165168"/>
                  <a:gd name="connsiteX16" fmla="*/ 406137 w 2111440"/>
                  <a:gd name="connsiteY16" fmla="*/ 199919 h 1165168"/>
                  <a:gd name="connsiteX17" fmla="*/ 126737 w 2111440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50675 w 2106778"/>
                  <a:gd name="connsiteY3" fmla="*/ 898419 h 1165168"/>
                  <a:gd name="connsiteX4" fmla="*/ 477675 w 2106778"/>
                  <a:gd name="connsiteY4" fmla="*/ 771419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83198 w 2106778"/>
                  <a:gd name="connsiteY3" fmla="*/ 908251 h 1165168"/>
                  <a:gd name="connsiteX4" fmla="*/ 477675 w 2106778"/>
                  <a:gd name="connsiteY4" fmla="*/ 771419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  <a:gd name="connsiteX0" fmla="*/ 122075 w 2106778"/>
                  <a:gd name="connsiteY0" fmla="*/ 314219 h 1165168"/>
                  <a:gd name="connsiteX1" fmla="*/ 179 w 2106778"/>
                  <a:gd name="connsiteY1" fmla="*/ 597307 h 1165168"/>
                  <a:gd name="connsiteX2" fmla="*/ 145143 w 2106778"/>
                  <a:gd name="connsiteY2" fmla="*/ 852125 h 1165168"/>
                  <a:gd name="connsiteX3" fmla="*/ 383198 w 2106778"/>
                  <a:gd name="connsiteY3" fmla="*/ 908251 h 1165168"/>
                  <a:gd name="connsiteX4" fmla="*/ 461413 w 2106778"/>
                  <a:gd name="connsiteY4" fmla="*/ 727174 h 1165168"/>
                  <a:gd name="connsiteX5" fmla="*/ 464975 w 2106778"/>
                  <a:gd name="connsiteY5" fmla="*/ 936519 h 1165168"/>
                  <a:gd name="connsiteX6" fmla="*/ 591975 w 2106778"/>
                  <a:gd name="connsiteY6" fmla="*/ 1063519 h 1165168"/>
                  <a:gd name="connsiteX7" fmla="*/ 1125375 w 2106778"/>
                  <a:gd name="connsiteY7" fmla="*/ 1165119 h 1165168"/>
                  <a:gd name="connsiteX8" fmla="*/ 1773075 w 2106778"/>
                  <a:gd name="connsiteY8" fmla="*/ 1050819 h 1165168"/>
                  <a:gd name="connsiteX9" fmla="*/ 2090575 w 2106778"/>
                  <a:gd name="connsiteY9" fmla="*/ 949219 h 1165168"/>
                  <a:gd name="connsiteX10" fmla="*/ 2014375 w 2106778"/>
                  <a:gd name="connsiteY10" fmla="*/ 492019 h 1165168"/>
                  <a:gd name="connsiteX11" fmla="*/ 1620675 w 2106778"/>
                  <a:gd name="connsiteY11" fmla="*/ 161819 h 1165168"/>
                  <a:gd name="connsiteX12" fmla="*/ 1265075 w 2106778"/>
                  <a:gd name="connsiteY12" fmla="*/ 9419 h 1165168"/>
                  <a:gd name="connsiteX13" fmla="*/ 998375 w 2106778"/>
                  <a:gd name="connsiteY13" fmla="*/ 47519 h 1165168"/>
                  <a:gd name="connsiteX14" fmla="*/ 782475 w 2106778"/>
                  <a:gd name="connsiteY14" fmla="*/ 301519 h 1165168"/>
                  <a:gd name="connsiteX15" fmla="*/ 706275 w 2106778"/>
                  <a:gd name="connsiteY15" fmla="*/ 339619 h 1165168"/>
                  <a:gd name="connsiteX16" fmla="*/ 401475 w 2106778"/>
                  <a:gd name="connsiteY16" fmla="*/ 199919 h 1165168"/>
                  <a:gd name="connsiteX17" fmla="*/ 122075 w 2106778"/>
                  <a:gd name="connsiteY17" fmla="*/ 314219 h 1165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6778" h="1165168">
                    <a:moveTo>
                      <a:pt x="122075" y="314219"/>
                    </a:moveTo>
                    <a:cubicBezTo>
                      <a:pt x="55192" y="380450"/>
                      <a:pt x="-3666" y="507656"/>
                      <a:pt x="179" y="597307"/>
                    </a:cubicBezTo>
                    <a:cubicBezTo>
                      <a:pt x="4024" y="686958"/>
                      <a:pt x="81307" y="800301"/>
                      <a:pt x="145143" y="852125"/>
                    </a:cubicBezTo>
                    <a:cubicBezTo>
                      <a:pt x="208980" y="903949"/>
                      <a:pt x="330486" y="929076"/>
                      <a:pt x="383198" y="908251"/>
                    </a:cubicBezTo>
                    <a:cubicBezTo>
                      <a:pt x="435910" y="887426"/>
                      <a:pt x="447784" y="722463"/>
                      <a:pt x="461413" y="727174"/>
                    </a:cubicBezTo>
                    <a:cubicBezTo>
                      <a:pt x="475042" y="731885"/>
                      <a:pt x="443215" y="880462"/>
                      <a:pt x="464975" y="936519"/>
                    </a:cubicBezTo>
                    <a:cubicBezTo>
                      <a:pt x="486735" y="992576"/>
                      <a:pt x="481908" y="1025419"/>
                      <a:pt x="591975" y="1063519"/>
                    </a:cubicBezTo>
                    <a:cubicBezTo>
                      <a:pt x="702042" y="1101619"/>
                      <a:pt x="928525" y="1167236"/>
                      <a:pt x="1125375" y="1165119"/>
                    </a:cubicBezTo>
                    <a:cubicBezTo>
                      <a:pt x="1322225" y="1163002"/>
                      <a:pt x="1612208" y="1086802"/>
                      <a:pt x="1773075" y="1050819"/>
                    </a:cubicBezTo>
                    <a:cubicBezTo>
                      <a:pt x="1933942" y="1014836"/>
                      <a:pt x="2050358" y="1042352"/>
                      <a:pt x="2090575" y="949219"/>
                    </a:cubicBezTo>
                    <a:cubicBezTo>
                      <a:pt x="2130792" y="856086"/>
                      <a:pt x="2092692" y="623252"/>
                      <a:pt x="2014375" y="492019"/>
                    </a:cubicBezTo>
                    <a:cubicBezTo>
                      <a:pt x="1936058" y="360786"/>
                      <a:pt x="1745558" y="242252"/>
                      <a:pt x="1620675" y="161819"/>
                    </a:cubicBezTo>
                    <a:cubicBezTo>
                      <a:pt x="1495792" y="81386"/>
                      <a:pt x="1368792" y="28469"/>
                      <a:pt x="1265075" y="9419"/>
                    </a:cubicBezTo>
                    <a:cubicBezTo>
                      <a:pt x="1161358" y="-9631"/>
                      <a:pt x="1078808" y="-1164"/>
                      <a:pt x="998375" y="47519"/>
                    </a:cubicBezTo>
                    <a:cubicBezTo>
                      <a:pt x="917942" y="96202"/>
                      <a:pt x="831158" y="252836"/>
                      <a:pt x="782475" y="301519"/>
                    </a:cubicBezTo>
                    <a:cubicBezTo>
                      <a:pt x="733792" y="350202"/>
                      <a:pt x="769775" y="356552"/>
                      <a:pt x="706275" y="339619"/>
                    </a:cubicBezTo>
                    <a:cubicBezTo>
                      <a:pt x="642775" y="322686"/>
                      <a:pt x="496725" y="204152"/>
                      <a:pt x="401475" y="199919"/>
                    </a:cubicBezTo>
                    <a:cubicBezTo>
                      <a:pt x="306225" y="195686"/>
                      <a:pt x="188958" y="247988"/>
                      <a:pt x="122075" y="314219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36C2371-5C6E-46CD-82CD-1C4072A8DAC8}"/>
                  </a:ext>
                </a:extLst>
              </p:cNvPr>
              <p:cNvSpPr/>
              <p:nvPr/>
            </p:nvSpPr>
            <p:spPr>
              <a:xfrm rot="903973">
                <a:off x="3934530" y="1239305"/>
                <a:ext cx="1224692" cy="714547"/>
              </a:xfrm>
              <a:custGeom>
                <a:avLst/>
                <a:gdLst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486082 w 2191385"/>
                  <a:gd name="connsiteY16" fmla="*/ 199919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834751 w 2191385"/>
                  <a:gd name="connsiteY16" fmla="*/ 145341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14219 h 1165168"/>
                  <a:gd name="connsiteX1" fmla="*/ 3482 w 2191385"/>
                  <a:gd name="connsiteY1" fmla="*/ 631719 h 1165168"/>
                  <a:gd name="connsiteX2" fmla="*/ 105082 w 2191385"/>
                  <a:gd name="connsiteY2" fmla="*/ 911119 h 1165168"/>
                  <a:gd name="connsiteX3" fmla="*/ 435282 w 2191385"/>
                  <a:gd name="connsiteY3" fmla="*/ 898419 h 1165168"/>
                  <a:gd name="connsiteX4" fmla="*/ 562282 w 2191385"/>
                  <a:gd name="connsiteY4" fmla="*/ 771419 h 1165168"/>
                  <a:gd name="connsiteX5" fmla="*/ 549582 w 2191385"/>
                  <a:gd name="connsiteY5" fmla="*/ 936519 h 1165168"/>
                  <a:gd name="connsiteX6" fmla="*/ 676582 w 2191385"/>
                  <a:gd name="connsiteY6" fmla="*/ 1063519 h 1165168"/>
                  <a:gd name="connsiteX7" fmla="*/ 1209982 w 2191385"/>
                  <a:gd name="connsiteY7" fmla="*/ 1165119 h 1165168"/>
                  <a:gd name="connsiteX8" fmla="*/ 1857682 w 2191385"/>
                  <a:gd name="connsiteY8" fmla="*/ 1050819 h 1165168"/>
                  <a:gd name="connsiteX9" fmla="*/ 2175182 w 2191385"/>
                  <a:gd name="connsiteY9" fmla="*/ 949219 h 1165168"/>
                  <a:gd name="connsiteX10" fmla="*/ 2098982 w 2191385"/>
                  <a:gd name="connsiteY10" fmla="*/ 492019 h 1165168"/>
                  <a:gd name="connsiteX11" fmla="*/ 1705282 w 2191385"/>
                  <a:gd name="connsiteY11" fmla="*/ 161819 h 1165168"/>
                  <a:gd name="connsiteX12" fmla="*/ 1349682 w 2191385"/>
                  <a:gd name="connsiteY12" fmla="*/ 9419 h 1165168"/>
                  <a:gd name="connsiteX13" fmla="*/ 1082982 w 2191385"/>
                  <a:gd name="connsiteY13" fmla="*/ 47519 h 1165168"/>
                  <a:gd name="connsiteX14" fmla="*/ 867082 w 2191385"/>
                  <a:gd name="connsiteY14" fmla="*/ 301519 h 1165168"/>
                  <a:gd name="connsiteX15" fmla="*/ 790882 w 2191385"/>
                  <a:gd name="connsiteY15" fmla="*/ 339619 h 1165168"/>
                  <a:gd name="connsiteX16" fmla="*/ 860316 w 2191385"/>
                  <a:gd name="connsiteY16" fmla="*/ 174738 h 1165168"/>
                  <a:gd name="connsiteX17" fmla="*/ 206682 w 2191385"/>
                  <a:gd name="connsiteY17" fmla="*/ 314219 h 1165168"/>
                  <a:gd name="connsiteX0" fmla="*/ 206682 w 2191385"/>
                  <a:gd name="connsiteY0" fmla="*/ 304810 h 1155759"/>
                  <a:gd name="connsiteX1" fmla="*/ 3482 w 2191385"/>
                  <a:gd name="connsiteY1" fmla="*/ 622310 h 1155759"/>
                  <a:gd name="connsiteX2" fmla="*/ 105082 w 2191385"/>
                  <a:gd name="connsiteY2" fmla="*/ 901710 h 1155759"/>
                  <a:gd name="connsiteX3" fmla="*/ 435282 w 2191385"/>
                  <a:gd name="connsiteY3" fmla="*/ 889010 h 1155759"/>
                  <a:gd name="connsiteX4" fmla="*/ 562282 w 2191385"/>
                  <a:gd name="connsiteY4" fmla="*/ 762010 h 1155759"/>
                  <a:gd name="connsiteX5" fmla="*/ 549582 w 2191385"/>
                  <a:gd name="connsiteY5" fmla="*/ 927110 h 1155759"/>
                  <a:gd name="connsiteX6" fmla="*/ 676582 w 2191385"/>
                  <a:gd name="connsiteY6" fmla="*/ 1054110 h 1155759"/>
                  <a:gd name="connsiteX7" fmla="*/ 1209982 w 2191385"/>
                  <a:gd name="connsiteY7" fmla="*/ 1155710 h 1155759"/>
                  <a:gd name="connsiteX8" fmla="*/ 1857682 w 2191385"/>
                  <a:gd name="connsiteY8" fmla="*/ 1041410 h 1155759"/>
                  <a:gd name="connsiteX9" fmla="*/ 2175182 w 2191385"/>
                  <a:gd name="connsiteY9" fmla="*/ 939810 h 1155759"/>
                  <a:gd name="connsiteX10" fmla="*/ 2098982 w 2191385"/>
                  <a:gd name="connsiteY10" fmla="*/ 482610 h 1155759"/>
                  <a:gd name="connsiteX11" fmla="*/ 1705282 w 2191385"/>
                  <a:gd name="connsiteY11" fmla="*/ 152410 h 1155759"/>
                  <a:gd name="connsiteX12" fmla="*/ 1349682 w 2191385"/>
                  <a:gd name="connsiteY12" fmla="*/ 10 h 1155759"/>
                  <a:gd name="connsiteX13" fmla="*/ 1058820 w 2191385"/>
                  <a:gd name="connsiteY13" fmla="*/ 145831 h 1155759"/>
                  <a:gd name="connsiteX14" fmla="*/ 867082 w 2191385"/>
                  <a:gd name="connsiteY14" fmla="*/ 292110 h 1155759"/>
                  <a:gd name="connsiteX15" fmla="*/ 790882 w 2191385"/>
                  <a:gd name="connsiteY15" fmla="*/ 330210 h 1155759"/>
                  <a:gd name="connsiteX16" fmla="*/ 860316 w 2191385"/>
                  <a:gd name="connsiteY16" fmla="*/ 165329 h 1155759"/>
                  <a:gd name="connsiteX17" fmla="*/ 206682 w 2191385"/>
                  <a:gd name="connsiteY17" fmla="*/ 304810 h 1155759"/>
                  <a:gd name="connsiteX0" fmla="*/ 206682 w 2191385"/>
                  <a:gd name="connsiteY0" fmla="*/ 177085 h 1028034"/>
                  <a:gd name="connsiteX1" fmla="*/ 3482 w 2191385"/>
                  <a:gd name="connsiteY1" fmla="*/ 494585 h 1028034"/>
                  <a:gd name="connsiteX2" fmla="*/ 105082 w 2191385"/>
                  <a:gd name="connsiteY2" fmla="*/ 773985 h 1028034"/>
                  <a:gd name="connsiteX3" fmla="*/ 435282 w 2191385"/>
                  <a:gd name="connsiteY3" fmla="*/ 761285 h 1028034"/>
                  <a:gd name="connsiteX4" fmla="*/ 562282 w 2191385"/>
                  <a:gd name="connsiteY4" fmla="*/ 634285 h 1028034"/>
                  <a:gd name="connsiteX5" fmla="*/ 549582 w 2191385"/>
                  <a:gd name="connsiteY5" fmla="*/ 799385 h 1028034"/>
                  <a:gd name="connsiteX6" fmla="*/ 676582 w 2191385"/>
                  <a:gd name="connsiteY6" fmla="*/ 926385 h 1028034"/>
                  <a:gd name="connsiteX7" fmla="*/ 1209982 w 2191385"/>
                  <a:gd name="connsiteY7" fmla="*/ 1027985 h 1028034"/>
                  <a:gd name="connsiteX8" fmla="*/ 1857682 w 2191385"/>
                  <a:gd name="connsiteY8" fmla="*/ 913685 h 1028034"/>
                  <a:gd name="connsiteX9" fmla="*/ 2175182 w 2191385"/>
                  <a:gd name="connsiteY9" fmla="*/ 812085 h 1028034"/>
                  <a:gd name="connsiteX10" fmla="*/ 2098982 w 2191385"/>
                  <a:gd name="connsiteY10" fmla="*/ 354885 h 1028034"/>
                  <a:gd name="connsiteX11" fmla="*/ 1705282 w 2191385"/>
                  <a:gd name="connsiteY11" fmla="*/ 24685 h 1028034"/>
                  <a:gd name="connsiteX12" fmla="*/ 1377658 w 2191385"/>
                  <a:gd name="connsiteY12" fmla="*/ 23280 h 1028034"/>
                  <a:gd name="connsiteX13" fmla="*/ 1058820 w 2191385"/>
                  <a:gd name="connsiteY13" fmla="*/ 18106 h 1028034"/>
                  <a:gd name="connsiteX14" fmla="*/ 867082 w 2191385"/>
                  <a:gd name="connsiteY14" fmla="*/ 164385 h 1028034"/>
                  <a:gd name="connsiteX15" fmla="*/ 790882 w 2191385"/>
                  <a:gd name="connsiteY15" fmla="*/ 202485 h 1028034"/>
                  <a:gd name="connsiteX16" fmla="*/ 860316 w 2191385"/>
                  <a:gd name="connsiteY16" fmla="*/ 37604 h 1028034"/>
                  <a:gd name="connsiteX17" fmla="*/ 206682 w 2191385"/>
                  <a:gd name="connsiteY17" fmla="*/ 177085 h 1028034"/>
                  <a:gd name="connsiteX0" fmla="*/ 206682 w 2191979"/>
                  <a:gd name="connsiteY0" fmla="*/ 170664 h 1021613"/>
                  <a:gd name="connsiteX1" fmla="*/ 3482 w 2191979"/>
                  <a:gd name="connsiteY1" fmla="*/ 488164 h 1021613"/>
                  <a:gd name="connsiteX2" fmla="*/ 105082 w 2191979"/>
                  <a:gd name="connsiteY2" fmla="*/ 767564 h 1021613"/>
                  <a:gd name="connsiteX3" fmla="*/ 435282 w 2191979"/>
                  <a:gd name="connsiteY3" fmla="*/ 754864 h 1021613"/>
                  <a:gd name="connsiteX4" fmla="*/ 562282 w 2191979"/>
                  <a:gd name="connsiteY4" fmla="*/ 627864 h 1021613"/>
                  <a:gd name="connsiteX5" fmla="*/ 549582 w 2191979"/>
                  <a:gd name="connsiteY5" fmla="*/ 792964 h 1021613"/>
                  <a:gd name="connsiteX6" fmla="*/ 676582 w 2191979"/>
                  <a:gd name="connsiteY6" fmla="*/ 919964 h 1021613"/>
                  <a:gd name="connsiteX7" fmla="*/ 1209982 w 2191979"/>
                  <a:gd name="connsiteY7" fmla="*/ 1021564 h 1021613"/>
                  <a:gd name="connsiteX8" fmla="*/ 1857682 w 2191979"/>
                  <a:gd name="connsiteY8" fmla="*/ 907264 h 1021613"/>
                  <a:gd name="connsiteX9" fmla="*/ 2175182 w 2191979"/>
                  <a:gd name="connsiteY9" fmla="*/ 805664 h 1021613"/>
                  <a:gd name="connsiteX10" fmla="*/ 2098982 w 2191979"/>
                  <a:gd name="connsiteY10" fmla="*/ 348464 h 1021613"/>
                  <a:gd name="connsiteX11" fmla="*/ 1684142 w 2191979"/>
                  <a:gd name="connsiteY11" fmla="*/ 79426 h 1021613"/>
                  <a:gd name="connsiteX12" fmla="*/ 1377658 w 2191979"/>
                  <a:gd name="connsiteY12" fmla="*/ 16859 h 1021613"/>
                  <a:gd name="connsiteX13" fmla="*/ 1058820 w 2191979"/>
                  <a:gd name="connsiteY13" fmla="*/ 11685 h 1021613"/>
                  <a:gd name="connsiteX14" fmla="*/ 867082 w 2191979"/>
                  <a:gd name="connsiteY14" fmla="*/ 157964 h 1021613"/>
                  <a:gd name="connsiteX15" fmla="*/ 790882 w 2191979"/>
                  <a:gd name="connsiteY15" fmla="*/ 196064 h 1021613"/>
                  <a:gd name="connsiteX16" fmla="*/ 860316 w 2191979"/>
                  <a:gd name="connsiteY16" fmla="*/ 31183 h 1021613"/>
                  <a:gd name="connsiteX17" fmla="*/ 206682 w 2191979"/>
                  <a:gd name="connsiteY17" fmla="*/ 170664 h 1021613"/>
                  <a:gd name="connsiteX0" fmla="*/ 206682 w 2191979"/>
                  <a:gd name="connsiteY0" fmla="*/ 169012 h 1019961"/>
                  <a:gd name="connsiteX1" fmla="*/ 3482 w 2191979"/>
                  <a:gd name="connsiteY1" fmla="*/ 486512 h 1019961"/>
                  <a:gd name="connsiteX2" fmla="*/ 105082 w 2191979"/>
                  <a:gd name="connsiteY2" fmla="*/ 765912 h 1019961"/>
                  <a:gd name="connsiteX3" fmla="*/ 435282 w 2191979"/>
                  <a:gd name="connsiteY3" fmla="*/ 753212 h 1019961"/>
                  <a:gd name="connsiteX4" fmla="*/ 562282 w 2191979"/>
                  <a:gd name="connsiteY4" fmla="*/ 626212 h 1019961"/>
                  <a:gd name="connsiteX5" fmla="*/ 549582 w 2191979"/>
                  <a:gd name="connsiteY5" fmla="*/ 791312 h 1019961"/>
                  <a:gd name="connsiteX6" fmla="*/ 676582 w 2191979"/>
                  <a:gd name="connsiteY6" fmla="*/ 918312 h 1019961"/>
                  <a:gd name="connsiteX7" fmla="*/ 1209982 w 2191979"/>
                  <a:gd name="connsiteY7" fmla="*/ 1019912 h 1019961"/>
                  <a:gd name="connsiteX8" fmla="*/ 1857682 w 2191979"/>
                  <a:gd name="connsiteY8" fmla="*/ 905612 h 1019961"/>
                  <a:gd name="connsiteX9" fmla="*/ 2175182 w 2191979"/>
                  <a:gd name="connsiteY9" fmla="*/ 804012 h 1019961"/>
                  <a:gd name="connsiteX10" fmla="*/ 2098982 w 2191979"/>
                  <a:gd name="connsiteY10" fmla="*/ 346812 h 1019961"/>
                  <a:gd name="connsiteX11" fmla="*/ 1684142 w 2191979"/>
                  <a:gd name="connsiteY11" fmla="*/ 77774 h 1019961"/>
                  <a:gd name="connsiteX12" fmla="*/ 1377658 w 2191979"/>
                  <a:gd name="connsiteY12" fmla="*/ 15207 h 1019961"/>
                  <a:gd name="connsiteX13" fmla="*/ 1058820 w 2191979"/>
                  <a:gd name="connsiteY13" fmla="*/ 10033 h 1019961"/>
                  <a:gd name="connsiteX14" fmla="*/ 854804 w 2191979"/>
                  <a:gd name="connsiteY14" fmla="*/ 133854 h 1019961"/>
                  <a:gd name="connsiteX15" fmla="*/ 790882 w 2191979"/>
                  <a:gd name="connsiteY15" fmla="*/ 194412 h 1019961"/>
                  <a:gd name="connsiteX16" fmla="*/ 860316 w 2191979"/>
                  <a:gd name="connsiteY16" fmla="*/ 29531 h 1019961"/>
                  <a:gd name="connsiteX17" fmla="*/ 206682 w 2191979"/>
                  <a:gd name="connsiteY17" fmla="*/ 169012 h 1019961"/>
                  <a:gd name="connsiteX0" fmla="*/ 206682 w 2191979"/>
                  <a:gd name="connsiteY0" fmla="*/ 167084 h 1018033"/>
                  <a:gd name="connsiteX1" fmla="*/ 3482 w 2191979"/>
                  <a:gd name="connsiteY1" fmla="*/ 484584 h 1018033"/>
                  <a:gd name="connsiteX2" fmla="*/ 105082 w 2191979"/>
                  <a:gd name="connsiteY2" fmla="*/ 763984 h 1018033"/>
                  <a:gd name="connsiteX3" fmla="*/ 435282 w 2191979"/>
                  <a:gd name="connsiteY3" fmla="*/ 751284 h 1018033"/>
                  <a:gd name="connsiteX4" fmla="*/ 562282 w 2191979"/>
                  <a:gd name="connsiteY4" fmla="*/ 624284 h 1018033"/>
                  <a:gd name="connsiteX5" fmla="*/ 549582 w 2191979"/>
                  <a:gd name="connsiteY5" fmla="*/ 789384 h 1018033"/>
                  <a:gd name="connsiteX6" fmla="*/ 676582 w 2191979"/>
                  <a:gd name="connsiteY6" fmla="*/ 916384 h 1018033"/>
                  <a:gd name="connsiteX7" fmla="*/ 1209982 w 2191979"/>
                  <a:gd name="connsiteY7" fmla="*/ 1017984 h 1018033"/>
                  <a:gd name="connsiteX8" fmla="*/ 1857682 w 2191979"/>
                  <a:gd name="connsiteY8" fmla="*/ 903684 h 1018033"/>
                  <a:gd name="connsiteX9" fmla="*/ 2175182 w 2191979"/>
                  <a:gd name="connsiteY9" fmla="*/ 802084 h 1018033"/>
                  <a:gd name="connsiteX10" fmla="*/ 2098982 w 2191979"/>
                  <a:gd name="connsiteY10" fmla="*/ 344884 h 1018033"/>
                  <a:gd name="connsiteX11" fmla="*/ 1684142 w 2191979"/>
                  <a:gd name="connsiteY11" fmla="*/ 75846 h 1018033"/>
                  <a:gd name="connsiteX12" fmla="*/ 1377658 w 2191979"/>
                  <a:gd name="connsiteY12" fmla="*/ 13279 h 1018033"/>
                  <a:gd name="connsiteX13" fmla="*/ 1058820 w 2191979"/>
                  <a:gd name="connsiteY13" fmla="*/ 8105 h 1018033"/>
                  <a:gd name="connsiteX14" fmla="*/ 858228 w 2191979"/>
                  <a:gd name="connsiteY14" fmla="*/ 105633 h 1018033"/>
                  <a:gd name="connsiteX15" fmla="*/ 790882 w 2191979"/>
                  <a:gd name="connsiteY15" fmla="*/ 192484 h 1018033"/>
                  <a:gd name="connsiteX16" fmla="*/ 860316 w 2191979"/>
                  <a:gd name="connsiteY16" fmla="*/ 27603 h 1018033"/>
                  <a:gd name="connsiteX17" fmla="*/ 206682 w 2191979"/>
                  <a:gd name="connsiteY17" fmla="*/ 167084 h 1018033"/>
                  <a:gd name="connsiteX0" fmla="*/ 206682 w 2191979"/>
                  <a:gd name="connsiteY0" fmla="*/ 178602 h 1029551"/>
                  <a:gd name="connsiteX1" fmla="*/ 3482 w 2191979"/>
                  <a:gd name="connsiteY1" fmla="*/ 496102 h 1029551"/>
                  <a:gd name="connsiteX2" fmla="*/ 105082 w 2191979"/>
                  <a:gd name="connsiteY2" fmla="*/ 775502 h 1029551"/>
                  <a:gd name="connsiteX3" fmla="*/ 435282 w 2191979"/>
                  <a:gd name="connsiteY3" fmla="*/ 762802 h 1029551"/>
                  <a:gd name="connsiteX4" fmla="*/ 562282 w 2191979"/>
                  <a:gd name="connsiteY4" fmla="*/ 635802 h 1029551"/>
                  <a:gd name="connsiteX5" fmla="*/ 549582 w 2191979"/>
                  <a:gd name="connsiteY5" fmla="*/ 800902 h 1029551"/>
                  <a:gd name="connsiteX6" fmla="*/ 676582 w 2191979"/>
                  <a:gd name="connsiteY6" fmla="*/ 927902 h 1029551"/>
                  <a:gd name="connsiteX7" fmla="*/ 1209982 w 2191979"/>
                  <a:gd name="connsiteY7" fmla="*/ 1029502 h 1029551"/>
                  <a:gd name="connsiteX8" fmla="*/ 1857682 w 2191979"/>
                  <a:gd name="connsiteY8" fmla="*/ 915202 h 1029551"/>
                  <a:gd name="connsiteX9" fmla="*/ 2175182 w 2191979"/>
                  <a:gd name="connsiteY9" fmla="*/ 813602 h 1029551"/>
                  <a:gd name="connsiteX10" fmla="*/ 2098982 w 2191979"/>
                  <a:gd name="connsiteY10" fmla="*/ 356402 h 1029551"/>
                  <a:gd name="connsiteX11" fmla="*/ 1684142 w 2191979"/>
                  <a:gd name="connsiteY11" fmla="*/ 87364 h 1029551"/>
                  <a:gd name="connsiteX12" fmla="*/ 1377658 w 2191979"/>
                  <a:gd name="connsiteY12" fmla="*/ 24797 h 1029551"/>
                  <a:gd name="connsiteX13" fmla="*/ 1054594 w 2191979"/>
                  <a:gd name="connsiteY13" fmla="*/ 5381 h 1029551"/>
                  <a:gd name="connsiteX14" fmla="*/ 858228 w 2191979"/>
                  <a:gd name="connsiteY14" fmla="*/ 117151 h 1029551"/>
                  <a:gd name="connsiteX15" fmla="*/ 790882 w 2191979"/>
                  <a:gd name="connsiteY15" fmla="*/ 204002 h 1029551"/>
                  <a:gd name="connsiteX16" fmla="*/ 860316 w 2191979"/>
                  <a:gd name="connsiteY16" fmla="*/ 39121 h 1029551"/>
                  <a:gd name="connsiteX17" fmla="*/ 206682 w 2191979"/>
                  <a:gd name="connsiteY17" fmla="*/ 178602 h 1029551"/>
                  <a:gd name="connsiteX0" fmla="*/ 206682 w 2191979"/>
                  <a:gd name="connsiteY0" fmla="*/ 183556 h 1034505"/>
                  <a:gd name="connsiteX1" fmla="*/ 3482 w 2191979"/>
                  <a:gd name="connsiteY1" fmla="*/ 501056 h 1034505"/>
                  <a:gd name="connsiteX2" fmla="*/ 105082 w 2191979"/>
                  <a:gd name="connsiteY2" fmla="*/ 780456 h 1034505"/>
                  <a:gd name="connsiteX3" fmla="*/ 435282 w 2191979"/>
                  <a:gd name="connsiteY3" fmla="*/ 767756 h 1034505"/>
                  <a:gd name="connsiteX4" fmla="*/ 562282 w 2191979"/>
                  <a:gd name="connsiteY4" fmla="*/ 640756 h 1034505"/>
                  <a:gd name="connsiteX5" fmla="*/ 549582 w 2191979"/>
                  <a:gd name="connsiteY5" fmla="*/ 805856 h 1034505"/>
                  <a:gd name="connsiteX6" fmla="*/ 676582 w 2191979"/>
                  <a:gd name="connsiteY6" fmla="*/ 932856 h 1034505"/>
                  <a:gd name="connsiteX7" fmla="*/ 1209982 w 2191979"/>
                  <a:gd name="connsiteY7" fmla="*/ 1034456 h 1034505"/>
                  <a:gd name="connsiteX8" fmla="*/ 1857682 w 2191979"/>
                  <a:gd name="connsiteY8" fmla="*/ 920156 h 1034505"/>
                  <a:gd name="connsiteX9" fmla="*/ 2175182 w 2191979"/>
                  <a:gd name="connsiteY9" fmla="*/ 818556 h 1034505"/>
                  <a:gd name="connsiteX10" fmla="*/ 2098982 w 2191979"/>
                  <a:gd name="connsiteY10" fmla="*/ 361356 h 1034505"/>
                  <a:gd name="connsiteX11" fmla="*/ 1684142 w 2191979"/>
                  <a:gd name="connsiteY11" fmla="*/ 92318 h 1034505"/>
                  <a:gd name="connsiteX12" fmla="*/ 1378665 w 2191979"/>
                  <a:gd name="connsiteY12" fmla="*/ 14232 h 1034505"/>
                  <a:gd name="connsiteX13" fmla="*/ 1054594 w 2191979"/>
                  <a:gd name="connsiteY13" fmla="*/ 10335 h 1034505"/>
                  <a:gd name="connsiteX14" fmla="*/ 858228 w 2191979"/>
                  <a:gd name="connsiteY14" fmla="*/ 122105 h 1034505"/>
                  <a:gd name="connsiteX15" fmla="*/ 790882 w 2191979"/>
                  <a:gd name="connsiteY15" fmla="*/ 208956 h 1034505"/>
                  <a:gd name="connsiteX16" fmla="*/ 860316 w 2191979"/>
                  <a:gd name="connsiteY16" fmla="*/ 44075 h 1034505"/>
                  <a:gd name="connsiteX17" fmla="*/ 206682 w 2191979"/>
                  <a:gd name="connsiteY17" fmla="*/ 183556 h 1034505"/>
                  <a:gd name="connsiteX0" fmla="*/ 206682 w 2185348"/>
                  <a:gd name="connsiteY0" fmla="*/ 183556 h 1034505"/>
                  <a:gd name="connsiteX1" fmla="*/ 3482 w 2185348"/>
                  <a:gd name="connsiteY1" fmla="*/ 501056 h 1034505"/>
                  <a:gd name="connsiteX2" fmla="*/ 105082 w 2185348"/>
                  <a:gd name="connsiteY2" fmla="*/ 780456 h 1034505"/>
                  <a:gd name="connsiteX3" fmla="*/ 435282 w 2185348"/>
                  <a:gd name="connsiteY3" fmla="*/ 767756 h 1034505"/>
                  <a:gd name="connsiteX4" fmla="*/ 562282 w 2185348"/>
                  <a:gd name="connsiteY4" fmla="*/ 640756 h 1034505"/>
                  <a:gd name="connsiteX5" fmla="*/ 549582 w 2185348"/>
                  <a:gd name="connsiteY5" fmla="*/ 805856 h 1034505"/>
                  <a:gd name="connsiteX6" fmla="*/ 676582 w 2185348"/>
                  <a:gd name="connsiteY6" fmla="*/ 932856 h 1034505"/>
                  <a:gd name="connsiteX7" fmla="*/ 1209982 w 2185348"/>
                  <a:gd name="connsiteY7" fmla="*/ 1034456 h 1034505"/>
                  <a:gd name="connsiteX8" fmla="*/ 1857682 w 2185348"/>
                  <a:gd name="connsiteY8" fmla="*/ 920156 h 1034505"/>
                  <a:gd name="connsiteX9" fmla="*/ 2175182 w 2185348"/>
                  <a:gd name="connsiteY9" fmla="*/ 818556 h 1034505"/>
                  <a:gd name="connsiteX10" fmla="*/ 2067979 w 2185348"/>
                  <a:gd name="connsiteY10" fmla="*/ 389290 h 1034505"/>
                  <a:gd name="connsiteX11" fmla="*/ 1684142 w 2185348"/>
                  <a:gd name="connsiteY11" fmla="*/ 92318 h 1034505"/>
                  <a:gd name="connsiteX12" fmla="*/ 1378665 w 2185348"/>
                  <a:gd name="connsiteY12" fmla="*/ 14232 h 1034505"/>
                  <a:gd name="connsiteX13" fmla="*/ 1054594 w 2185348"/>
                  <a:gd name="connsiteY13" fmla="*/ 10335 h 1034505"/>
                  <a:gd name="connsiteX14" fmla="*/ 858228 w 2185348"/>
                  <a:gd name="connsiteY14" fmla="*/ 122105 h 1034505"/>
                  <a:gd name="connsiteX15" fmla="*/ 790882 w 2185348"/>
                  <a:gd name="connsiteY15" fmla="*/ 208956 h 1034505"/>
                  <a:gd name="connsiteX16" fmla="*/ 860316 w 2185348"/>
                  <a:gd name="connsiteY16" fmla="*/ 44075 h 1034505"/>
                  <a:gd name="connsiteX17" fmla="*/ 206682 w 2185348"/>
                  <a:gd name="connsiteY17" fmla="*/ 183556 h 1034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85348" h="1034505">
                    <a:moveTo>
                      <a:pt x="206682" y="183556"/>
                    </a:moveTo>
                    <a:cubicBezTo>
                      <a:pt x="63876" y="259720"/>
                      <a:pt x="20415" y="401573"/>
                      <a:pt x="3482" y="501056"/>
                    </a:cubicBezTo>
                    <a:cubicBezTo>
                      <a:pt x="-13451" y="600539"/>
                      <a:pt x="33115" y="736006"/>
                      <a:pt x="105082" y="780456"/>
                    </a:cubicBezTo>
                    <a:cubicBezTo>
                      <a:pt x="177049" y="824906"/>
                      <a:pt x="359082" y="791039"/>
                      <a:pt x="435282" y="767756"/>
                    </a:cubicBezTo>
                    <a:cubicBezTo>
                      <a:pt x="511482" y="744473"/>
                      <a:pt x="543232" y="634406"/>
                      <a:pt x="562282" y="640756"/>
                    </a:cubicBezTo>
                    <a:cubicBezTo>
                      <a:pt x="581332" y="647106"/>
                      <a:pt x="530532" y="757173"/>
                      <a:pt x="549582" y="805856"/>
                    </a:cubicBezTo>
                    <a:cubicBezTo>
                      <a:pt x="568632" y="854539"/>
                      <a:pt x="566515" y="894756"/>
                      <a:pt x="676582" y="932856"/>
                    </a:cubicBezTo>
                    <a:cubicBezTo>
                      <a:pt x="786649" y="970956"/>
                      <a:pt x="1013132" y="1036573"/>
                      <a:pt x="1209982" y="1034456"/>
                    </a:cubicBezTo>
                    <a:cubicBezTo>
                      <a:pt x="1406832" y="1032339"/>
                      <a:pt x="1696815" y="956139"/>
                      <a:pt x="1857682" y="920156"/>
                    </a:cubicBezTo>
                    <a:cubicBezTo>
                      <a:pt x="2018549" y="884173"/>
                      <a:pt x="2140133" y="907034"/>
                      <a:pt x="2175182" y="818556"/>
                    </a:cubicBezTo>
                    <a:cubicBezTo>
                      <a:pt x="2210231" y="730078"/>
                      <a:pt x="2149819" y="510330"/>
                      <a:pt x="2067979" y="389290"/>
                    </a:cubicBezTo>
                    <a:cubicBezTo>
                      <a:pt x="1986139" y="268250"/>
                      <a:pt x="1799028" y="154828"/>
                      <a:pt x="1684142" y="92318"/>
                    </a:cubicBezTo>
                    <a:cubicBezTo>
                      <a:pt x="1569256" y="29808"/>
                      <a:pt x="1483590" y="27896"/>
                      <a:pt x="1378665" y="14232"/>
                    </a:cubicBezTo>
                    <a:cubicBezTo>
                      <a:pt x="1273740" y="568"/>
                      <a:pt x="1141333" y="-7644"/>
                      <a:pt x="1054594" y="10335"/>
                    </a:cubicBezTo>
                    <a:cubicBezTo>
                      <a:pt x="967855" y="28314"/>
                      <a:pt x="902180" y="89002"/>
                      <a:pt x="858228" y="122105"/>
                    </a:cubicBezTo>
                    <a:cubicBezTo>
                      <a:pt x="814276" y="155209"/>
                      <a:pt x="854382" y="225889"/>
                      <a:pt x="790882" y="208956"/>
                    </a:cubicBezTo>
                    <a:cubicBezTo>
                      <a:pt x="727382" y="192023"/>
                      <a:pt x="955566" y="48308"/>
                      <a:pt x="860316" y="44075"/>
                    </a:cubicBezTo>
                    <a:cubicBezTo>
                      <a:pt x="765066" y="39842"/>
                      <a:pt x="349488" y="107393"/>
                      <a:pt x="206682" y="183556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AC9728D-AF26-49C9-916B-8AE50F2189F1}"/>
                  </a:ext>
                </a:extLst>
              </p:cNvPr>
              <p:cNvSpPr/>
              <p:nvPr/>
            </p:nvSpPr>
            <p:spPr>
              <a:xfrm>
                <a:off x="4065515" y="2493774"/>
                <a:ext cx="2392584" cy="1365785"/>
              </a:xfrm>
              <a:custGeom>
                <a:avLst/>
                <a:gdLst>
                  <a:gd name="connsiteX0" fmla="*/ 1474 w 2507015"/>
                  <a:gd name="connsiteY0" fmla="*/ 668875 h 1374210"/>
                  <a:gd name="connsiteX1" fmla="*/ 230074 w 2507015"/>
                  <a:gd name="connsiteY1" fmla="*/ 533409 h 1374210"/>
                  <a:gd name="connsiteX2" fmla="*/ 221608 w 2507015"/>
                  <a:gd name="connsiteY2" fmla="*/ 626542 h 1374210"/>
                  <a:gd name="connsiteX3" fmla="*/ 390941 w 2507015"/>
                  <a:gd name="connsiteY3" fmla="*/ 889009 h 1374210"/>
                  <a:gd name="connsiteX4" fmla="*/ 517941 w 2507015"/>
                  <a:gd name="connsiteY4" fmla="*/ 965209 h 1374210"/>
                  <a:gd name="connsiteX5" fmla="*/ 763474 w 2507015"/>
                  <a:gd name="connsiteY5" fmla="*/ 897475 h 1374210"/>
                  <a:gd name="connsiteX6" fmla="*/ 1059808 w 2507015"/>
                  <a:gd name="connsiteY6" fmla="*/ 778942 h 1374210"/>
                  <a:gd name="connsiteX7" fmla="*/ 1263008 w 2507015"/>
                  <a:gd name="connsiteY7" fmla="*/ 719675 h 1374210"/>
                  <a:gd name="connsiteX8" fmla="*/ 1483141 w 2507015"/>
                  <a:gd name="connsiteY8" fmla="*/ 677342 h 1374210"/>
                  <a:gd name="connsiteX9" fmla="*/ 1779474 w 2507015"/>
                  <a:gd name="connsiteY9" fmla="*/ 558809 h 1374210"/>
                  <a:gd name="connsiteX10" fmla="*/ 2058874 w 2507015"/>
                  <a:gd name="connsiteY10" fmla="*/ 194742 h 1374210"/>
                  <a:gd name="connsiteX11" fmla="*/ 2465274 w 2507015"/>
                  <a:gd name="connsiteY11" fmla="*/ 9 h 1374210"/>
                  <a:gd name="connsiteX12" fmla="*/ 2473741 w 2507015"/>
                  <a:gd name="connsiteY12" fmla="*/ 186275 h 1374210"/>
                  <a:gd name="connsiteX13" fmla="*/ 2287474 w 2507015"/>
                  <a:gd name="connsiteY13" fmla="*/ 211675 h 1374210"/>
                  <a:gd name="connsiteX14" fmla="*/ 2008074 w 2507015"/>
                  <a:gd name="connsiteY14" fmla="*/ 457209 h 1374210"/>
                  <a:gd name="connsiteX15" fmla="*/ 1923408 w 2507015"/>
                  <a:gd name="connsiteY15" fmla="*/ 711209 h 1374210"/>
                  <a:gd name="connsiteX16" fmla="*/ 1550874 w 2507015"/>
                  <a:gd name="connsiteY16" fmla="*/ 829742 h 1374210"/>
                  <a:gd name="connsiteX17" fmla="*/ 1119074 w 2507015"/>
                  <a:gd name="connsiteY17" fmla="*/ 931342 h 1374210"/>
                  <a:gd name="connsiteX18" fmla="*/ 755008 w 2507015"/>
                  <a:gd name="connsiteY18" fmla="*/ 1083742 h 1374210"/>
                  <a:gd name="connsiteX19" fmla="*/ 594141 w 2507015"/>
                  <a:gd name="connsiteY19" fmla="*/ 1109142 h 1374210"/>
                  <a:gd name="connsiteX20" fmla="*/ 678808 w 2507015"/>
                  <a:gd name="connsiteY20" fmla="*/ 1210742 h 1374210"/>
                  <a:gd name="connsiteX21" fmla="*/ 822741 w 2507015"/>
                  <a:gd name="connsiteY21" fmla="*/ 1227675 h 1374210"/>
                  <a:gd name="connsiteX22" fmla="*/ 831208 w 2507015"/>
                  <a:gd name="connsiteY22" fmla="*/ 1278475 h 1374210"/>
                  <a:gd name="connsiteX23" fmla="*/ 831208 w 2507015"/>
                  <a:gd name="connsiteY23" fmla="*/ 1371609 h 1374210"/>
                  <a:gd name="connsiteX24" fmla="*/ 628008 w 2507015"/>
                  <a:gd name="connsiteY24" fmla="*/ 1337742 h 1374210"/>
                  <a:gd name="connsiteX25" fmla="*/ 484074 w 2507015"/>
                  <a:gd name="connsiteY25" fmla="*/ 1227675 h 1374210"/>
                  <a:gd name="connsiteX26" fmla="*/ 357074 w 2507015"/>
                  <a:gd name="connsiteY26" fmla="*/ 1049875 h 1374210"/>
                  <a:gd name="connsiteX27" fmla="*/ 1474 w 2507015"/>
                  <a:gd name="connsiteY27" fmla="*/ 668875 h 1374210"/>
                  <a:gd name="connsiteX0" fmla="*/ 221 w 2505762"/>
                  <a:gd name="connsiteY0" fmla="*/ 668875 h 1374210"/>
                  <a:gd name="connsiteX1" fmla="*/ 228821 w 2505762"/>
                  <a:gd name="connsiteY1" fmla="*/ 533409 h 1374210"/>
                  <a:gd name="connsiteX2" fmla="*/ 220355 w 2505762"/>
                  <a:gd name="connsiteY2" fmla="*/ 626542 h 1374210"/>
                  <a:gd name="connsiteX3" fmla="*/ 389688 w 2505762"/>
                  <a:gd name="connsiteY3" fmla="*/ 889009 h 1374210"/>
                  <a:gd name="connsiteX4" fmla="*/ 516688 w 2505762"/>
                  <a:gd name="connsiteY4" fmla="*/ 965209 h 1374210"/>
                  <a:gd name="connsiteX5" fmla="*/ 762221 w 2505762"/>
                  <a:gd name="connsiteY5" fmla="*/ 897475 h 1374210"/>
                  <a:gd name="connsiteX6" fmla="*/ 1058555 w 2505762"/>
                  <a:gd name="connsiteY6" fmla="*/ 778942 h 1374210"/>
                  <a:gd name="connsiteX7" fmla="*/ 1261755 w 2505762"/>
                  <a:gd name="connsiteY7" fmla="*/ 719675 h 1374210"/>
                  <a:gd name="connsiteX8" fmla="*/ 1481888 w 2505762"/>
                  <a:gd name="connsiteY8" fmla="*/ 677342 h 1374210"/>
                  <a:gd name="connsiteX9" fmla="*/ 1778221 w 2505762"/>
                  <a:gd name="connsiteY9" fmla="*/ 558809 h 1374210"/>
                  <a:gd name="connsiteX10" fmla="*/ 2057621 w 2505762"/>
                  <a:gd name="connsiteY10" fmla="*/ 194742 h 1374210"/>
                  <a:gd name="connsiteX11" fmla="*/ 2464021 w 2505762"/>
                  <a:gd name="connsiteY11" fmla="*/ 9 h 1374210"/>
                  <a:gd name="connsiteX12" fmla="*/ 2472488 w 2505762"/>
                  <a:gd name="connsiteY12" fmla="*/ 186275 h 1374210"/>
                  <a:gd name="connsiteX13" fmla="*/ 2286221 w 2505762"/>
                  <a:gd name="connsiteY13" fmla="*/ 211675 h 1374210"/>
                  <a:gd name="connsiteX14" fmla="*/ 2006821 w 2505762"/>
                  <a:gd name="connsiteY14" fmla="*/ 457209 h 1374210"/>
                  <a:gd name="connsiteX15" fmla="*/ 1922155 w 2505762"/>
                  <a:gd name="connsiteY15" fmla="*/ 711209 h 1374210"/>
                  <a:gd name="connsiteX16" fmla="*/ 1549621 w 2505762"/>
                  <a:gd name="connsiteY16" fmla="*/ 829742 h 1374210"/>
                  <a:gd name="connsiteX17" fmla="*/ 1117821 w 2505762"/>
                  <a:gd name="connsiteY17" fmla="*/ 931342 h 1374210"/>
                  <a:gd name="connsiteX18" fmla="*/ 753755 w 2505762"/>
                  <a:gd name="connsiteY18" fmla="*/ 1083742 h 1374210"/>
                  <a:gd name="connsiteX19" fmla="*/ 592888 w 2505762"/>
                  <a:gd name="connsiteY19" fmla="*/ 1109142 h 1374210"/>
                  <a:gd name="connsiteX20" fmla="*/ 677555 w 2505762"/>
                  <a:gd name="connsiteY20" fmla="*/ 1210742 h 1374210"/>
                  <a:gd name="connsiteX21" fmla="*/ 821488 w 2505762"/>
                  <a:gd name="connsiteY21" fmla="*/ 1227675 h 1374210"/>
                  <a:gd name="connsiteX22" fmla="*/ 829955 w 2505762"/>
                  <a:gd name="connsiteY22" fmla="*/ 1278475 h 1374210"/>
                  <a:gd name="connsiteX23" fmla="*/ 829955 w 2505762"/>
                  <a:gd name="connsiteY23" fmla="*/ 1371609 h 1374210"/>
                  <a:gd name="connsiteX24" fmla="*/ 626755 w 2505762"/>
                  <a:gd name="connsiteY24" fmla="*/ 1337742 h 1374210"/>
                  <a:gd name="connsiteX25" fmla="*/ 482821 w 2505762"/>
                  <a:gd name="connsiteY25" fmla="*/ 1227675 h 1374210"/>
                  <a:gd name="connsiteX26" fmla="*/ 275388 w 2505762"/>
                  <a:gd name="connsiteY26" fmla="*/ 1075275 h 1374210"/>
                  <a:gd name="connsiteX27" fmla="*/ 221 w 2505762"/>
                  <a:gd name="connsiteY27" fmla="*/ 668875 h 1374210"/>
                  <a:gd name="connsiteX0" fmla="*/ 1579 w 2507120"/>
                  <a:gd name="connsiteY0" fmla="*/ 668875 h 1374210"/>
                  <a:gd name="connsiteX1" fmla="*/ 166679 w 2507120"/>
                  <a:gd name="connsiteY1" fmla="*/ 575743 h 1374210"/>
                  <a:gd name="connsiteX2" fmla="*/ 221713 w 2507120"/>
                  <a:gd name="connsiteY2" fmla="*/ 626542 h 1374210"/>
                  <a:gd name="connsiteX3" fmla="*/ 391046 w 2507120"/>
                  <a:gd name="connsiteY3" fmla="*/ 889009 h 1374210"/>
                  <a:gd name="connsiteX4" fmla="*/ 518046 w 2507120"/>
                  <a:gd name="connsiteY4" fmla="*/ 965209 h 1374210"/>
                  <a:gd name="connsiteX5" fmla="*/ 763579 w 2507120"/>
                  <a:gd name="connsiteY5" fmla="*/ 897475 h 1374210"/>
                  <a:gd name="connsiteX6" fmla="*/ 1059913 w 2507120"/>
                  <a:gd name="connsiteY6" fmla="*/ 778942 h 1374210"/>
                  <a:gd name="connsiteX7" fmla="*/ 1263113 w 2507120"/>
                  <a:gd name="connsiteY7" fmla="*/ 719675 h 1374210"/>
                  <a:gd name="connsiteX8" fmla="*/ 1483246 w 2507120"/>
                  <a:gd name="connsiteY8" fmla="*/ 677342 h 1374210"/>
                  <a:gd name="connsiteX9" fmla="*/ 1779579 w 2507120"/>
                  <a:gd name="connsiteY9" fmla="*/ 558809 h 1374210"/>
                  <a:gd name="connsiteX10" fmla="*/ 2058979 w 2507120"/>
                  <a:gd name="connsiteY10" fmla="*/ 194742 h 1374210"/>
                  <a:gd name="connsiteX11" fmla="*/ 2465379 w 2507120"/>
                  <a:gd name="connsiteY11" fmla="*/ 9 h 1374210"/>
                  <a:gd name="connsiteX12" fmla="*/ 2473846 w 2507120"/>
                  <a:gd name="connsiteY12" fmla="*/ 186275 h 1374210"/>
                  <a:gd name="connsiteX13" fmla="*/ 2287579 w 2507120"/>
                  <a:gd name="connsiteY13" fmla="*/ 211675 h 1374210"/>
                  <a:gd name="connsiteX14" fmla="*/ 2008179 w 2507120"/>
                  <a:gd name="connsiteY14" fmla="*/ 457209 h 1374210"/>
                  <a:gd name="connsiteX15" fmla="*/ 1923513 w 2507120"/>
                  <a:gd name="connsiteY15" fmla="*/ 711209 h 1374210"/>
                  <a:gd name="connsiteX16" fmla="*/ 1550979 w 2507120"/>
                  <a:gd name="connsiteY16" fmla="*/ 829742 h 1374210"/>
                  <a:gd name="connsiteX17" fmla="*/ 1119179 w 2507120"/>
                  <a:gd name="connsiteY17" fmla="*/ 931342 h 1374210"/>
                  <a:gd name="connsiteX18" fmla="*/ 755113 w 2507120"/>
                  <a:gd name="connsiteY18" fmla="*/ 1083742 h 1374210"/>
                  <a:gd name="connsiteX19" fmla="*/ 594246 w 2507120"/>
                  <a:gd name="connsiteY19" fmla="*/ 1109142 h 1374210"/>
                  <a:gd name="connsiteX20" fmla="*/ 678913 w 2507120"/>
                  <a:gd name="connsiteY20" fmla="*/ 1210742 h 1374210"/>
                  <a:gd name="connsiteX21" fmla="*/ 822846 w 2507120"/>
                  <a:gd name="connsiteY21" fmla="*/ 1227675 h 1374210"/>
                  <a:gd name="connsiteX22" fmla="*/ 831313 w 2507120"/>
                  <a:gd name="connsiteY22" fmla="*/ 1278475 h 1374210"/>
                  <a:gd name="connsiteX23" fmla="*/ 831313 w 2507120"/>
                  <a:gd name="connsiteY23" fmla="*/ 1371609 h 1374210"/>
                  <a:gd name="connsiteX24" fmla="*/ 628113 w 2507120"/>
                  <a:gd name="connsiteY24" fmla="*/ 1337742 h 1374210"/>
                  <a:gd name="connsiteX25" fmla="*/ 484179 w 2507120"/>
                  <a:gd name="connsiteY25" fmla="*/ 1227675 h 1374210"/>
                  <a:gd name="connsiteX26" fmla="*/ 276746 w 2507120"/>
                  <a:gd name="connsiteY26" fmla="*/ 1075275 h 1374210"/>
                  <a:gd name="connsiteX27" fmla="*/ 1579 w 2507120"/>
                  <a:gd name="connsiteY27" fmla="*/ 668875 h 1374210"/>
                  <a:gd name="connsiteX0" fmla="*/ 1579 w 2507120"/>
                  <a:gd name="connsiteY0" fmla="*/ 706975 h 1374210"/>
                  <a:gd name="connsiteX1" fmla="*/ 166679 w 2507120"/>
                  <a:gd name="connsiteY1" fmla="*/ 575743 h 1374210"/>
                  <a:gd name="connsiteX2" fmla="*/ 221713 w 2507120"/>
                  <a:gd name="connsiteY2" fmla="*/ 626542 h 1374210"/>
                  <a:gd name="connsiteX3" fmla="*/ 391046 w 2507120"/>
                  <a:gd name="connsiteY3" fmla="*/ 889009 h 1374210"/>
                  <a:gd name="connsiteX4" fmla="*/ 518046 w 2507120"/>
                  <a:gd name="connsiteY4" fmla="*/ 965209 h 1374210"/>
                  <a:gd name="connsiteX5" fmla="*/ 763579 w 2507120"/>
                  <a:gd name="connsiteY5" fmla="*/ 897475 h 1374210"/>
                  <a:gd name="connsiteX6" fmla="*/ 1059913 w 2507120"/>
                  <a:gd name="connsiteY6" fmla="*/ 778942 h 1374210"/>
                  <a:gd name="connsiteX7" fmla="*/ 1263113 w 2507120"/>
                  <a:gd name="connsiteY7" fmla="*/ 719675 h 1374210"/>
                  <a:gd name="connsiteX8" fmla="*/ 1483246 w 2507120"/>
                  <a:gd name="connsiteY8" fmla="*/ 677342 h 1374210"/>
                  <a:gd name="connsiteX9" fmla="*/ 1779579 w 2507120"/>
                  <a:gd name="connsiteY9" fmla="*/ 558809 h 1374210"/>
                  <a:gd name="connsiteX10" fmla="*/ 2058979 w 2507120"/>
                  <a:gd name="connsiteY10" fmla="*/ 194742 h 1374210"/>
                  <a:gd name="connsiteX11" fmla="*/ 2465379 w 2507120"/>
                  <a:gd name="connsiteY11" fmla="*/ 9 h 1374210"/>
                  <a:gd name="connsiteX12" fmla="*/ 2473846 w 2507120"/>
                  <a:gd name="connsiteY12" fmla="*/ 186275 h 1374210"/>
                  <a:gd name="connsiteX13" fmla="*/ 2287579 w 2507120"/>
                  <a:gd name="connsiteY13" fmla="*/ 211675 h 1374210"/>
                  <a:gd name="connsiteX14" fmla="*/ 2008179 w 2507120"/>
                  <a:gd name="connsiteY14" fmla="*/ 457209 h 1374210"/>
                  <a:gd name="connsiteX15" fmla="*/ 1923513 w 2507120"/>
                  <a:gd name="connsiteY15" fmla="*/ 711209 h 1374210"/>
                  <a:gd name="connsiteX16" fmla="*/ 1550979 w 2507120"/>
                  <a:gd name="connsiteY16" fmla="*/ 829742 h 1374210"/>
                  <a:gd name="connsiteX17" fmla="*/ 1119179 w 2507120"/>
                  <a:gd name="connsiteY17" fmla="*/ 931342 h 1374210"/>
                  <a:gd name="connsiteX18" fmla="*/ 755113 w 2507120"/>
                  <a:gd name="connsiteY18" fmla="*/ 1083742 h 1374210"/>
                  <a:gd name="connsiteX19" fmla="*/ 594246 w 2507120"/>
                  <a:gd name="connsiteY19" fmla="*/ 1109142 h 1374210"/>
                  <a:gd name="connsiteX20" fmla="*/ 678913 w 2507120"/>
                  <a:gd name="connsiteY20" fmla="*/ 1210742 h 1374210"/>
                  <a:gd name="connsiteX21" fmla="*/ 822846 w 2507120"/>
                  <a:gd name="connsiteY21" fmla="*/ 1227675 h 1374210"/>
                  <a:gd name="connsiteX22" fmla="*/ 831313 w 2507120"/>
                  <a:gd name="connsiteY22" fmla="*/ 1278475 h 1374210"/>
                  <a:gd name="connsiteX23" fmla="*/ 831313 w 2507120"/>
                  <a:gd name="connsiteY23" fmla="*/ 1371609 h 1374210"/>
                  <a:gd name="connsiteX24" fmla="*/ 628113 w 2507120"/>
                  <a:gd name="connsiteY24" fmla="*/ 1337742 h 1374210"/>
                  <a:gd name="connsiteX25" fmla="*/ 484179 w 2507120"/>
                  <a:gd name="connsiteY25" fmla="*/ 1227675 h 1374210"/>
                  <a:gd name="connsiteX26" fmla="*/ 276746 w 2507120"/>
                  <a:gd name="connsiteY26" fmla="*/ 1075275 h 1374210"/>
                  <a:gd name="connsiteX27" fmla="*/ 1579 w 2507120"/>
                  <a:gd name="connsiteY27" fmla="*/ 706975 h 1374210"/>
                  <a:gd name="connsiteX0" fmla="*/ 1579 w 2507120"/>
                  <a:gd name="connsiteY0" fmla="*/ 706975 h 1373657"/>
                  <a:gd name="connsiteX1" fmla="*/ 166679 w 2507120"/>
                  <a:gd name="connsiteY1" fmla="*/ 575743 h 1373657"/>
                  <a:gd name="connsiteX2" fmla="*/ 221713 w 2507120"/>
                  <a:gd name="connsiteY2" fmla="*/ 626542 h 1373657"/>
                  <a:gd name="connsiteX3" fmla="*/ 391046 w 2507120"/>
                  <a:gd name="connsiteY3" fmla="*/ 889009 h 1373657"/>
                  <a:gd name="connsiteX4" fmla="*/ 518046 w 2507120"/>
                  <a:gd name="connsiteY4" fmla="*/ 965209 h 1373657"/>
                  <a:gd name="connsiteX5" fmla="*/ 763579 w 2507120"/>
                  <a:gd name="connsiteY5" fmla="*/ 897475 h 1373657"/>
                  <a:gd name="connsiteX6" fmla="*/ 1059913 w 2507120"/>
                  <a:gd name="connsiteY6" fmla="*/ 778942 h 1373657"/>
                  <a:gd name="connsiteX7" fmla="*/ 1263113 w 2507120"/>
                  <a:gd name="connsiteY7" fmla="*/ 719675 h 1373657"/>
                  <a:gd name="connsiteX8" fmla="*/ 1483246 w 2507120"/>
                  <a:gd name="connsiteY8" fmla="*/ 677342 h 1373657"/>
                  <a:gd name="connsiteX9" fmla="*/ 1779579 w 2507120"/>
                  <a:gd name="connsiteY9" fmla="*/ 558809 h 1373657"/>
                  <a:gd name="connsiteX10" fmla="*/ 2058979 w 2507120"/>
                  <a:gd name="connsiteY10" fmla="*/ 194742 h 1373657"/>
                  <a:gd name="connsiteX11" fmla="*/ 2465379 w 2507120"/>
                  <a:gd name="connsiteY11" fmla="*/ 9 h 1373657"/>
                  <a:gd name="connsiteX12" fmla="*/ 2473846 w 2507120"/>
                  <a:gd name="connsiteY12" fmla="*/ 186275 h 1373657"/>
                  <a:gd name="connsiteX13" fmla="*/ 2287579 w 2507120"/>
                  <a:gd name="connsiteY13" fmla="*/ 211675 h 1373657"/>
                  <a:gd name="connsiteX14" fmla="*/ 2008179 w 2507120"/>
                  <a:gd name="connsiteY14" fmla="*/ 457209 h 1373657"/>
                  <a:gd name="connsiteX15" fmla="*/ 1923513 w 2507120"/>
                  <a:gd name="connsiteY15" fmla="*/ 711209 h 1373657"/>
                  <a:gd name="connsiteX16" fmla="*/ 1550979 w 2507120"/>
                  <a:gd name="connsiteY16" fmla="*/ 829742 h 1373657"/>
                  <a:gd name="connsiteX17" fmla="*/ 1119179 w 2507120"/>
                  <a:gd name="connsiteY17" fmla="*/ 931342 h 1373657"/>
                  <a:gd name="connsiteX18" fmla="*/ 755113 w 2507120"/>
                  <a:gd name="connsiteY18" fmla="*/ 1083742 h 1373657"/>
                  <a:gd name="connsiteX19" fmla="*/ 594246 w 2507120"/>
                  <a:gd name="connsiteY19" fmla="*/ 1109142 h 1373657"/>
                  <a:gd name="connsiteX20" fmla="*/ 678913 w 2507120"/>
                  <a:gd name="connsiteY20" fmla="*/ 1210742 h 1373657"/>
                  <a:gd name="connsiteX21" fmla="*/ 822846 w 2507120"/>
                  <a:gd name="connsiteY21" fmla="*/ 1227675 h 1373657"/>
                  <a:gd name="connsiteX22" fmla="*/ 831313 w 2507120"/>
                  <a:gd name="connsiteY22" fmla="*/ 1278475 h 1373657"/>
                  <a:gd name="connsiteX23" fmla="*/ 831313 w 2507120"/>
                  <a:gd name="connsiteY23" fmla="*/ 1371609 h 1373657"/>
                  <a:gd name="connsiteX24" fmla="*/ 628113 w 2507120"/>
                  <a:gd name="connsiteY24" fmla="*/ 1337742 h 1373657"/>
                  <a:gd name="connsiteX25" fmla="*/ 471479 w 2507120"/>
                  <a:gd name="connsiteY25" fmla="*/ 1278475 h 1373657"/>
                  <a:gd name="connsiteX26" fmla="*/ 276746 w 2507120"/>
                  <a:gd name="connsiteY26" fmla="*/ 1075275 h 1373657"/>
                  <a:gd name="connsiteX27" fmla="*/ 1579 w 2507120"/>
                  <a:gd name="connsiteY27" fmla="*/ 706975 h 1373657"/>
                  <a:gd name="connsiteX0" fmla="*/ 1579 w 2507120"/>
                  <a:gd name="connsiteY0" fmla="*/ 706975 h 1373657"/>
                  <a:gd name="connsiteX1" fmla="*/ 166679 w 2507120"/>
                  <a:gd name="connsiteY1" fmla="*/ 575743 h 1373657"/>
                  <a:gd name="connsiteX2" fmla="*/ 221713 w 2507120"/>
                  <a:gd name="connsiteY2" fmla="*/ 626542 h 1373657"/>
                  <a:gd name="connsiteX3" fmla="*/ 391046 w 2507120"/>
                  <a:gd name="connsiteY3" fmla="*/ 889009 h 1373657"/>
                  <a:gd name="connsiteX4" fmla="*/ 518046 w 2507120"/>
                  <a:gd name="connsiteY4" fmla="*/ 965209 h 1373657"/>
                  <a:gd name="connsiteX5" fmla="*/ 763579 w 2507120"/>
                  <a:gd name="connsiteY5" fmla="*/ 897475 h 1373657"/>
                  <a:gd name="connsiteX6" fmla="*/ 1059913 w 2507120"/>
                  <a:gd name="connsiteY6" fmla="*/ 778942 h 1373657"/>
                  <a:gd name="connsiteX7" fmla="*/ 1263113 w 2507120"/>
                  <a:gd name="connsiteY7" fmla="*/ 719675 h 1373657"/>
                  <a:gd name="connsiteX8" fmla="*/ 1483246 w 2507120"/>
                  <a:gd name="connsiteY8" fmla="*/ 677342 h 1373657"/>
                  <a:gd name="connsiteX9" fmla="*/ 1779579 w 2507120"/>
                  <a:gd name="connsiteY9" fmla="*/ 558809 h 1373657"/>
                  <a:gd name="connsiteX10" fmla="*/ 2058979 w 2507120"/>
                  <a:gd name="connsiteY10" fmla="*/ 194742 h 1373657"/>
                  <a:gd name="connsiteX11" fmla="*/ 2465379 w 2507120"/>
                  <a:gd name="connsiteY11" fmla="*/ 9 h 1373657"/>
                  <a:gd name="connsiteX12" fmla="*/ 2473846 w 2507120"/>
                  <a:gd name="connsiteY12" fmla="*/ 186275 h 1373657"/>
                  <a:gd name="connsiteX13" fmla="*/ 2287579 w 2507120"/>
                  <a:gd name="connsiteY13" fmla="*/ 211675 h 1373657"/>
                  <a:gd name="connsiteX14" fmla="*/ 2008179 w 2507120"/>
                  <a:gd name="connsiteY14" fmla="*/ 457209 h 1373657"/>
                  <a:gd name="connsiteX15" fmla="*/ 1923513 w 2507120"/>
                  <a:gd name="connsiteY15" fmla="*/ 711209 h 1373657"/>
                  <a:gd name="connsiteX16" fmla="*/ 1550979 w 2507120"/>
                  <a:gd name="connsiteY16" fmla="*/ 829742 h 1373657"/>
                  <a:gd name="connsiteX17" fmla="*/ 1119179 w 2507120"/>
                  <a:gd name="connsiteY17" fmla="*/ 931342 h 1373657"/>
                  <a:gd name="connsiteX18" fmla="*/ 755113 w 2507120"/>
                  <a:gd name="connsiteY18" fmla="*/ 1083742 h 1373657"/>
                  <a:gd name="connsiteX19" fmla="*/ 594246 w 2507120"/>
                  <a:gd name="connsiteY19" fmla="*/ 1109142 h 1373657"/>
                  <a:gd name="connsiteX20" fmla="*/ 678913 w 2507120"/>
                  <a:gd name="connsiteY20" fmla="*/ 1210742 h 1373657"/>
                  <a:gd name="connsiteX21" fmla="*/ 822846 w 2507120"/>
                  <a:gd name="connsiteY21" fmla="*/ 1227675 h 1373657"/>
                  <a:gd name="connsiteX22" fmla="*/ 831313 w 2507120"/>
                  <a:gd name="connsiteY22" fmla="*/ 1278475 h 1373657"/>
                  <a:gd name="connsiteX23" fmla="*/ 831313 w 2507120"/>
                  <a:gd name="connsiteY23" fmla="*/ 1371609 h 1373657"/>
                  <a:gd name="connsiteX24" fmla="*/ 628113 w 2507120"/>
                  <a:gd name="connsiteY24" fmla="*/ 1337742 h 1373657"/>
                  <a:gd name="connsiteX25" fmla="*/ 471479 w 2507120"/>
                  <a:gd name="connsiteY25" fmla="*/ 1278475 h 1373657"/>
                  <a:gd name="connsiteX26" fmla="*/ 276746 w 2507120"/>
                  <a:gd name="connsiteY26" fmla="*/ 1075275 h 1373657"/>
                  <a:gd name="connsiteX27" fmla="*/ 1579 w 2507120"/>
                  <a:gd name="connsiteY27" fmla="*/ 706975 h 1373657"/>
                  <a:gd name="connsiteX0" fmla="*/ 1579 w 2507120"/>
                  <a:gd name="connsiteY0" fmla="*/ 706975 h 1373695"/>
                  <a:gd name="connsiteX1" fmla="*/ 166679 w 2507120"/>
                  <a:gd name="connsiteY1" fmla="*/ 575743 h 1373695"/>
                  <a:gd name="connsiteX2" fmla="*/ 221713 w 2507120"/>
                  <a:gd name="connsiteY2" fmla="*/ 626542 h 1373695"/>
                  <a:gd name="connsiteX3" fmla="*/ 391046 w 2507120"/>
                  <a:gd name="connsiteY3" fmla="*/ 889009 h 1373695"/>
                  <a:gd name="connsiteX4" fmla="*/ 518046 w 2507120"/>
                  <a:gd name="connsiteY4" fmla="*/ 965209 h 1373695"/>
                  <a:gd name="connsiteX5" fmla="*/ 763579 w 2507120"/>
                  <a:gd name="connsiteY5" fmla="*/ 897475 h 1373695"/>
                  <a:gd name="connsiteX6" fmla="*/ 1059913 w 2507120"/>
                  <a:gd name="connsiteY6" fmla="*/ 778942 h 1373695"/>
                  <a:gd name="connsiteX7" fmla="*/ 1263113 w 2507120"/>
                  <a:gd name="connsiteY7" fmla="*/ 719675 h 1373695"/>
                  <a:gd name="connsiteX8" fmla="*/ 1483246 w 2507120"/>
                  <a:gd name="connsiteY8" fmla="*/ 677342 h 1373695"/>
                  <a:gd name="connsiteX9" fmla="*/ 1779579 w 2507120"/>
                  <a:gd name="connsiteY9" fmla="*/ 558809 h 1373695"/>
                  <a:gd name="connsiteX10" fmla="*/ 2058979 w 2507120"/>
                  <a:gd name="connsiteY10" fmla="*/ 194742 h 1373695"/>
                  <a:gd name="connsiteX11" fmla="*/ 2465379 w 2507120"/>
                  <a:gd name="connsiteY11" fmla="*/ 9 h 1373695"/>
                  <a:gd name="connsiteX12" fmla="*/ 2473846 w 2507120"/>
                  <a:gd name="connsiteY12" fmla="*/ 186275 h 1373695"/>
                  <a:gd name="connsiteX13" fmla="*/ 2287579 w 2507120"/>
                  <a:gd name="connsiteY13" fmla="*/ 211675 h 1373695"/>
                  <a:gd name="connsiteX14" fmla="*/ 2008179 w 2507120"/>
                  <a:gd name="connsiteY14" fmla="*/ 457209 h 1373695"/>
                  <a:gd name="connsiteX15" fmla="*/ 1923513 w 2507120"/>
                  <a:gd name="connsiteY15" fmla="*/ 711209 h 1373695"/>
                  <a:gd name="connsiteX16" fmla="*/ 1550979 w 2507120"/>
                  <a:gd name="connsiteY16" fmla="*/ 829742 h 1373695"/>
                  <a:gd name="connsiteX17" fmla="*/ 1119179 w 2507120"/>
                  <a:gd name="connsiteY17" fmla="*/ 931342 h 1373695"/>
                  <a:gd name="connsiteX18" fmla="*/ 755113 w 2507120"/>
                  <a:gd name="connsiteY18" fmla="*/ 1083742 h 1373695"/>
                  <a:gd name="connsiteX19" fmla="*/ 594246 w 2507120"/>
                  <a:gd name="connsiteY19" fmla="*/ 1109142 h 1373695"/>
                  <a:gd name="connsiteX20" fmla="*/ 678913 w 2507120"/>
                  <a:gd name="connsiteY20" fmla="*/ 1210742 h 1373695"/>
                  <a:gd name="connsiteX21" fmla="*/ 822846 w 2507120"/>
                  <a:gd name="connsiteY21" fmla="*/ 1227675 h 1373695"/>
                  <a:gd name="connsiteX22" fmla="*/ 831313 w 2507120"/>
                  <a:gd name="connsiteY22" fmla="*/ 1278475 h 1373695"/>
                  <a:gd name="connsiteX23" fmla="*/ 831313 w 2507120"/>
                  <a:gd name="connsiteY23" fmla="*/ 1371609 h 1373695"/>
                  <a:gd name="connsiteX24" fmla="*/ 628113 w 2507120"/>
                  <a:gd name="connsiteY24" fmla="*/ 1337742 h 1373695"/>
                  <a:gd name="connsiteX25" fmla="*/ 496879 w 2507120"/>
                  <a:gd name="connsiteY25" fmla="*/ 1274242 h 1373695"/>
                  <a:gd name="connsiteX26" fmla="*/ 276746 w 2507120"/>
                  <a:gd name="connsiteY26" fmla="*/ 1075275 h 1373695"/>
                  <a:gd name="connsiteX27" fmla="*/ 1579 w 2507120"/>
                  <a:gd name="connsiteY27" fmla="*/ 706975 h 1373695"/>
                  <a:gd name="connsiteX0" fmla="*/ 1579 w 2507120"/>
                  <a:gd name="connsiteY0" fmla="*/ 706975 h 1369690"/>
                  <a:gd name="connsiteX1" fmla="*/ 166679 w 2507120"/>
                  <a:gd name="connsiteY1" fmla="*/ 575743 h 1369690"/>
                  <a:gd name="connsiteX2" fmla="*/ 221713 w 2507120"/>
                  <a:gd name="connsiteY2" fmla="*/ 626542 h 1369690"/>
                  <a:gd name="connsiteX3" fmla="*/ 391046 w 2507120"/>
                  <a:gd name="connsiteY3" fmla="*/ 889009 h 1369690"/>
                  <a:gd name="connsiteX4" fmla="*/ 518046 w 2507120"/>
                  <a:gd name="connsiteY4" fmla="*/ 965209 h 1369690"/>
                  <a:gd name="connsiteX5" fmla="*/ 763579 w 2507120"/>
                  <a:gd name="connsiteY5" fmla="*/ 897475 h 1369690"/>
                  <a:gd name="connsiteX6" fmla="*/ 1059913 w 2507120"/>
                  <a:gd name="connsiteY6" fmla="*/ 778942 h 1369690"/>
                  <a:gd name="connsiteX7" fmla="*/ 1263113 w 2507120"/>
                  <a:gd name="connsiteY7" fmla="*/ 719675 h 1369690"/>
                  <a:gd name="connsiteX8" fmla="*/ 1483246 w 2507120"/>
                  <a:gd name="connsiteY8" fmla="*/ 677342 h 1369690"/>
                  <a:gd name="connsiteX9" fmla="*/ 1779579 w 2507120"/>
                  <a:gd name="connsiteY9" fmla="*/ 558809 h 1369690"/>
                  <a:gd name="connsiteX10" fmla="*/ 2058979 w 2507120"/>
                  <a:gd name="connsiteY10" fmla="*/ 194742 h 1369690"/>
                  <a:gd name="connsiteX11" fmla="*/ 2465379 w 2507120"/>
                  <a:gd name="connsiteY11" fmla="*/ 9 h 1369690"/>
                  <a:gd name="connsiteX12" fmla="*/ 2473846 w 2507120"/>
                  <a:gd name="connsiteY12" fmla="*/ 186275 h 1369690"/>
                  <a:gd name="connsiteX13" fmla="*/ 2287579 w 2507120"/>
                  <a:gd name="connsiteY13" fmla="*/ 211675 h 1369690"/>
                  <a:gd name="connsiteX14" fmla="*/ 2008179 w 2507120"/>
                  <a:gd name="connsiteY14" fmla="*/ 457209 h 1369690"/>
                  <a:gd name="connsiteX15" fmla="*/ 1923513 w 2507120"/>
                  <a:gd name="connsiteY15" fmla="*/ 711209 h 1369690"/>
                  <a:gd name="connsiteX16" fmla="*/ 1550979 w 2507120"/>
                  <a:gd name="connsiteY16" fmla="*/ 829742 h 1369690"/>
                  <a:gd name="connsiteX17" fmla="*/ 1119179 w 2507120"/>
                  <a:gd name="connsiteY17" fmla="*/ 931342 h 1369690"/>
                  <a:gd name="connsiteX18" fmla="*/ 755113 w 2507120"/>
                  <a:gd name="connsiteY18" fmla="*/ 1083742 h 1369690"/>
                  <a:gd name="connsiteX19" fmla="*/ 594246 w 2507120"/>
                  <a:gd name="connsiteY19" fmla="*/ 1109142 h 1369690"/>
                  <a:gd name="connsiteX20" fmla="*/ 678913 w 2507120"/>
                  <a:gd name="connsiteY20" fmla="*/ 1210742 h 1369690"/>
                  <a:gd name="connsiteX21" fmla="*/ 822846 w 2507120"/>
                  <a:gd name="connsiteY21" fmla="*/ 1227675 h 1369690"/>
                  <a:gd name="connsiteX22" fmla="*/ 831313 w 2507120"/>
                  <a:gd name="connsiteY22" fmla="*/ 1278475 h 1369690"/>
                  <a:gd name="connsiteX23" fmla="*/ 1280046 w 2507120"/>
                  <a:gd name="connsiteY23" fmla="*/ 1367376 h 1369690"/>
                  <a:gd name="connsiteX24" fmla="*/ 628113 w 2507120"/>
                  <a:gd name="connsiteY24" fmla="*/ 1337742 h 1369690"/>
                  <a:gd name="connsiteX25" fmla="*/ 496879 w 2507120"/>
                  <a:gd name="connsiteY25" fmla="*/ 1274242 h 1369690"/>
                  <a:gd name="connsiteX26" fmla="*/ 276746 w 2507120"/>
                  <a:gd name="connsiteY26" fmla="*/ 1075275 h 1369690"/>
                  <a:gd name="connsiteX27" fmla="*/ 1579 w 2507120"/>
                  <a:gd name="connsiteY27" fmla="*/ 706975 h 1369690"/>
                  <a:gd name="connsiteX0" fmla="*/ 1579 w 2507120"/>
                  <a:gd name="connsiteY0" fmla="*/ 706975 h 1369451"/>
                  <a:gd name="connsiteX1" fmla="*/ 166679 w 2507120"/>
                  <a:gd name="connsiteY1" fmla="*/ 575743 h 1369451"/>
                  <a:gd name="connsiteX2" fmla="*/ 221713 w 2507120"/>
                  <a:gd name="connsiteY2" fmla="*/ 626542 h 1369451"/>
                  <a:gd name="connsiteX3" fmla="*/ 391046 w 2507120"/>
                  <a:gd name="connsiteY3" fmla="*/ 889009 h 1369451"/>
                  <a:gd name="connsiteX4" fmla="*/ 518046 w 2507120"/>
                  <a:gd name="connsiteY4" fmla="*/ 965209 h 1369451"/>
                  <a:gd name="connsiteX5" fmla="*/ 763579 w 2507120"/>
                  <a:gd name="connsiteY5" fmla="*/ 897475 h 1369451"/>
                  <a:gd name="connsiteX6" fmla="*/ 1059913 w 2507120"/>
                  <a:gd name="connsiteY6" fmla="*/ 778942 h 1369451"/>
                  <a:gd name="connsiteX7" fmla="*/ 1263113 w 2507120"/>
                  <a:gd name="connsiteY7" fmla="*/ 719675 h 1369451"/>
                  <a:gd name="connsiteX8" fmla="*/ 1483246 w 2507120"/>
                  <a:gd name="connsiteY8" fmla="*/ 677342 h 1369451"/>
                  <a:gd name="connsiteX9" fmla="*/ 1779579 w 2507120"/>
                  <a:gd name="connsiteY9" fmla="*/ 558809 h 1369451"/>
                  <a:gd name="connsiteX10" fmla="*/ 2058979 w 2507120"/>
                  <a:gd name="connsiteY10" fmla="*/ 194742 h 1369451"/>
                  <a:gd name="connsiteX11" fmla="*/ 2465379 w 2507120"/>
                  <a:gd name="connsiteY11" fmla="*/ 9 h 1369451"/>
                  <a:gd name="connsiteX12" fmla="*/ 2473846 w 2507120"/>
                  <a:gd name="connsiteY12" fmla="*/ 186275 h 1369451"/>
                  <a:gd name="connsiteX13" fmla="*/ 2287579 w 2507120"/>
                  <a:gd name="connsiteY13" fmla="*/ 211675 h 1369451"/>
                  <a:gd name="connsiteX14" fmla="*/ 2008179 w 2507120"/>
                  <a:gd name="connsiteY14" fmla="*/ 457209 h 1369451"/>
                  <a:gd name="connsiteX15" fmla="*/ 1923513 w 2507120"/>
                  <a:gd name="connsiteY15" fmla="*/ 711209 h 1369451"/>
                  <a:gd name="connsiteX16" fmla="*/ 1550979 w 2507120"/>
                  <a:gd name="connsiteY16" fmla="*/ 829742 h 1369451"/>
                  <a:gd name="connsiteX17" fmla="*/ 1119179 w 2507120"/>
                  <a:gd name="connsiteY17" fmla="*/ 931342 h 1369451"/>
                  <a:gd name="connsiteX18" fmla="*/ 755113 w 2507120"/>
                  <a:gd name="connsiteY18" fmla="*/ 1083742 h 1369451"/>
                  <a:gd name="connsiteX19" fmla="*/ 594246 w 2507120"/>
                  <a:gd name="connsiteY19" fmla="*/ 1109142 h 1369451"/>
                  <a:gd name="connsiteX20" fmla="*/ 678913 w 2507120"/>
                  <a:gd name="connsiteY20" fmla="*/ 1210742 h 1369451"/>
                  <a:gd name="connsiteX21" fmla="*/ 822846 w 2507120"/>
                  <a:gd name="connsiteY21" fmla="*/ 1227675 h 1369451"/>
                  <a:gd name="connsiteX22" fmla="*/ 831313 w 2507120"/>
                  <a:gd name="connsiteY22" fmla="*/ 1278475 h 1369451"/>
                  <a:gd name="connsiteX23" fmla="*/ 1250412 w 2507120"/>
                  <a:gd name="connsiteY23" fmla="*/ 1282710 h 1369451"/>
                  <a:gd name="connsiteX24" fmla="*/ 1280046 w 2507120"/>
                  <a:gd name="connsiteY24" fmla="*/ 1367376 h 1369451"/>
                  <a:gd name="connsiteX25" fmla="*/ 628113 w 2507120"/>
                  <a:gd name="connsiteY25" fmla="*/ 1337742 h 1369451"/>
                  <a:gd name="connsiteX26" fmla="*/ 496879 w 2507120"/>
                  <a:gd name="connsiteY26" fmla="*/ 1274242 h 1369451"/>
                  <a:gd name="connsiteX27" fmla="*/ 276746 w 2507120"/>
                  <a:gd name="connsiteY27" fmla="*/ 1075275 h 1369451"/>
                  <a:gd name="connsiteX28" fmla="*/ 1579 w 2507120"/>
                  <a:gd name="connsiteY28" fmla="*/ 706975 h 1369451"/>
                  <a:gd name="connsiteX0" fmla="*/ 1579 w 2507120"/>
                  <a:gd name="connsiteY0" fmla="*/ 706975 h 1369451"/>
                  <a:gd name="connsiteX1" fmla="*/ 166679 w 2507120"/>
                  <a:gd name="connsiteY1" fmla="*/ 575743 h 1369451"/>
                  <a:gd name="connsiteX2" fmla="*/ 221713 w 2507120"/>
                  <a:gd name="connsiteY2" fmla="*/ 626542 h 1369451"/>
                  <a:gd name="connsiteX3" fmla="*/ 391046 w 2507120"/>
                  <a:gd name="connsiteY3" fmla="*/ 889009 h 1369451"/>
                  <a:gd name="connsiteX4" fmla="*/ 518046 w 2507120"/>
                  <a:gd name="connsiteY4" fmla="*/ 965209 h 1369451"/>
                  <a:gd name="connsiteX5" fmla="*/ 763579 w 2507120"/>
                  <a:gd name="connsiteY5" fmla="*/ 897475 h 1369451"/>
                  <a:gd name="connsiteX6" fmla="*/ 1059913 w 2507120"/>
                  <a:gd name="connsiteY6" fmla="*/ 778942 h 1369451"/>
                  <a:gd name="connsiteX7" fmla="*/ 1263113 w 2507120"/>
                  <a:gd name="connsiteY7" fmla="*/ 719675 h 1369451"/>
                  <a:gd name="connsiteX8" fmla="*/ 1483246 w 2507120"/>
                  <a:gd name="connsiteY8" fmla="*/ 677342 h 1369451"/>
                  <a:gd name="connsiteX9" fmla="*/ 1779579 w 2507120"/>
                  <a:gd name="connsiteY9" fmla="*/ 558809 h 1369451"/>
                  <a:gd name="connsiteX10" fmla="*/ 2058979 w 2507120"/>
                  <a:gd name="connsiteY10" fmla="*/ 194742 h 1369451"/>
                  <a:gd name="connsiteX11" fmla="*/ 2465379 w 2507120"/>
                  <a:gd name="connsiteY11" fmla="*/ 9 h 1369451"/>
                  <a:gd name="connsiteX12" fmla="*/ 2473846 w 2507120"/>
                  <a:gd name="connsiteY12" fmla="*/ 186275 h 1369451"/>
                  <a:gd name="connsiteX13" fmla="*/ 2287579 w 2507120"/>
                  <a:gd name="connsiteY13" fmla="*/ 211675 h 1369451"/>
                  <a:gd name="connsiteX14" fmla="*/ 2008179 w 2507120"/>
                  <a:gd name="connsiteY14" fmla="*/ 457209 h 1369451"/>
                  <a:gd name="connsiteX15" fmla="*/ 1923513 w 2507120"/>
                  <a:gd name="connsiteY15" fmla="*/ 711209 h 1369451"/>
                  <a:gd name="connsiteX16" fmla="*/ 1550979 w 2507120"/>
                  <a:gd name="connsiteY16" fmla="*/ 829742 h 1369451"/>
                  <a:gd name="connsiteX17" fmla="*/ 1119179 w 2507120"/>
                  <a:gd name="connsiteY17" fmla="*/ 931342 h 1369451"/>
                  <a:gd name="connsiteX18" fmla="*/ 755113 w 2507120"/>
                  <a:gd name="connsiteY18" fmla="*/ 1083742 h 1369451"/>
                  <a:gd name="connsiteX19" fmla="*/ 594246 w 2507120"/>
                  <a:gd name="connsiteY19" fmla="*/ 1109142 h 1369451"/>
                  <a:gd name="connsiteX20" fmla="*/ 678913 w 2507120"/>
                  <a:gd name="connsiteY20" fmla="*/ 1210742 h 1369451"/>
                  <a:gd name="connsiteX21" fmla="*/ 822846 w 2507120"/>
                  <a:gd name="connsiteY21" fmla="*/ 1227675 h 1369451"/>
                  <a:gd name="connsiteX22" fmla="*/ 1241947 w 2507120"/>
                  <a:gd name="connsiteY22" fmla="*/ 1236142 h 1369451"/>
                  <a:gd name="connsiteX23" fmla="*/ 1250412 w 2507120"/>
                  <a:gd name="connsiteY23" fmla="*/ 1282710 h 1369451"/>
                  <a:gd name="connsiteX24" fmla="*/ 1280046 w 2507120"/>
                  <a:gd name="connsiteY24" fmla="*/ 1367376 h 1369451"/>
                  <a:gd name="connsiteX25" fmla="*/ 628113 w 2507120"/>
                  <a:gd name="connsiteY25" fmla="*/ 1337742 h 1369451"/>
                  <a:gd name="connsiteX26" fmla="*/ 496879 w 2507120"/>
                  <a:gd name="connsiteY26" fmla="*/ 1274242 h 1369451"/>
                  <a:gd name="connsiteX27" fmla="*/ 276746 w 2507120"/>
                  <a:gd name="connsiteY27" fmla="*/ 1075275 h 1369451"/>
                  <a:gd name="connsiteX28" fmla="*/ 1579 w 2507120"/>
                  <a:gd name="connsiteY28" fmla="*/ 706975 h 1369451"/>
                  <a:gd name="connsiteX0" fmla="*/ 1579 w 2507120"/>
                  <a:gd name="connsiteY0" fmla="*/ 706975 h 1372873"/>
                  <a:gd name="connsiteX1" fmla="*/ 166679 w 2507120"/>
                  <a:gd name="connsiteY1" fmla="*/ 575743 h 1372873"/>
                  <a:gd name="connsiteX2" fmla="*/ 221713 w 2507120"/>
                  <a:gd name="connsiteY2" fmla="*/ 626542 h 1372873"/>
                  <a:gd name="connsiteX3" fmla="*/ 391046 w 2507120"/>
                  <a:gd name="connsiteY3" fmla="*/ 889009 h 1372873"/>
                  <a:gd name="connsiteX4" fmla="*/ 518046 w 2507120"/>
                  <a:gd name="connsiteY4" fmla="*/ 965209 h 1372873"/>
                  <a:gd name="connsiteX5" fmla="*/ 763579 w 2507120"/>
                  <a:gd name="connsiteY5" fmla="*/ 897475 h 1372873"/>
                  <a:gd name="connsiteX6" fmla="*/ 1059913 w 2507120"/>
                  <a:gd name="connsiteY6" fmla="*/ 778942 h 1372873"/>
                  <a:gd name="connsiteX7" fmla="*/ 1263113 w 2507120"/>
                  <a:gd name="connsiteY7" fmla="*/ 719675 h 1372873"/>
                  <a:gd name="connsiteX8" fmla="*/ 1483246 w 2507120"/>
                  <a:gd name="connsiteY8" fmla="*/ 677342 h 1372873"/>
                  <a:gd name="connsiteX9" fmla="*/ 1779579 w 2507120"/>
                  <a:gd name="connsiteY9" fmla="*/ 558809 h 1372873"/>
                  <a:gd name="connsiteX10" fmla="*/ 2058979 w 2507120"/>
                  <a:gd name="connsiteY10" fmla="*/ 194742 h 1372873"/>
                  <a:gd name="connsiteX11" fmla="*/ 2465379 w 2507120"/>
                  <a:gd name="connsiteY11" fmla="*/ 9 h 1372873"/>
                  <a:gd name="connsiteX12" fmla="*/ 2473846 w 2507120"/>
                  <a:gd name="connsiteY12" fmla="*/ 186275 h 1372873"/>
                  <a:gd name="connsiteX13" fmla="*/ 2287579 w 2507120"/>
                  <a:gd name="connsiteY13" fmla="*/ 211675 h 1372873"/>
                  <a:gd name="connsiteX14" fmla="*/ 2008179 w 2507120"/>
                  <a:gd name="connsiteY14" fmla="*/ 457209 h 1372873"/>
                  <a:gd name="connsiteX15" fmla="*/ 1923513 w 2507120"/>
                  <a:gd name="connsiteY15" fmla="*/ 711209 h 1372873"/>
                  <a:gd name="connsiteX16" fmla="*/ 1550979 w 2507120"/>
                  <a:gd name="connsiteY16" fmla="*/ 829742 h 1372873"/>
                  <a:gd name="connsiteX17" fmla="*/ 1119179 w 2507120"/>
                  <a:gd name="connsiteY17" fmla="*/ 931342 h 1372873"/>
                  <a:gd name="connsiteX18" fmla="*/ 755113 w 2507120"/>
                  <a:gd name="connsiteY18" fmla="*/ 1083742 h 1372873"/>
                  <a:gd name="connsiteX19" fmla="*/ 594246 w 2507120"/>
                  <a:gd name="connsiteY19" fmla="*/ 1109142 h 1372873"/>
                  <a:gd name="connsiteX20" fmla="*/ 678913 w 2507120"/>
                  <a:gd name="connsiteY20" fmla="*/ 1210742 h 1372873"/>
                  <a:gd name="connsiteX21" fmla="*/ 822846 w 2507120"/>
                  <a:gd name="connsiteY21" fmla="*/ 1227675 h 1372873"/>
                  <a:gd name="connsiteX22" fmla="*/ 1241947 w 2507120"/>
                  <a:gd name="connsiteY22" fmla="*/ 1236142 h 1372873"/>
                  <a:gd name="connsiteX23" fmla="*/ 1250412 w 2507120"/>
                  <a:gd name="connsiteY23" fmla="*/ 1282710 h 1372873"/>
                  <a:gd name="connsiteX24" fmla="*/ 1280046 w 2507120"/>
                  <a:gd name="connsiteY24" fmla="*/ 1367376 h 1372873"/>
                  <a:gd name="connsiteX25" fmla="*/ 678913 w 2507120"/>
                  <a:gd name="connsiteY25" fmla="*/ 1354675 h 1372873"/>
                  <a:gd name="connsiteX26" fmla="*/ 496879 w 2507120"/>
                  <a:gd name="connsiteY26" fmla="*/ 1274242 h 1372873"/>
                  <a:gd name="connsiteX27" fmla="*/ 276746 w 2507120"/>
                  <a:gd name="connsiteY27" fmla="*/ 1075275 h 1372873"/>
                  <a:gd name="connsiteX28" fmla="*/ 1579 w 2507120"/>
                  <a:gd name="connsiteY28" fmla="*/ 706975 h 1372873"/>
                  <a:gd name="connsiteX0" fmla="*/ 1579 w 2507120"/>
                  <a:gd name="connsiteY0" fmla="*/ 706975 h 1374209"/>
                  <a:gd name="connsiteX1" fmla="*/ 166679 w 2507120"/>
                  <a:gd name="connsiteY1" fmla="*/ 575743 h 1374209"/>
                  <a:gd name="connsiteX2" fmla="*/ 221713 w 2507120"/>
                  <a:gd name="connsiteY2" fmla="*/ 626542 h 1374209"/>
                  <a:gd name="connsiteX3" fmla="*/ 391046 w 2507120"/>
                  <a:gd name="connsiteY3" fmla="*/ 889009 h 1374209"/>
                  <a:gd name="connsiteX4" fmla="*/ 518046 w 2507120"/>
                  <a:gd name="connsiteY4" fmla="*/ 965209 h 1374209"/>
                  <a:gd name="connsiteX5" fmla="*/ 763579 w 2507120"/>
                  <a:gd name="connsiteY5" fmla="*/ 897475 h 1374209"/>
                  <a:gd name="connsiteX6" fmla="*/ 1059913 w 2507120"/>
                  <a:gd name="connsiteY6" fmla="*/ 778942 h 1374209"/>
                  <a:gd name="connsiteX7" fmla="*/ 1263113 w 2507120"/>
                  <a:gd name="connsiteY7" fmla="*/ 719675 h 1374209"/>
                  <a:gd name="connsiteX8" fmla="*/ 1483246 w 2507120"/>
                  <a:gd name="connsiteY8" fmla="*/ 677342 h 1374209"/>
                  <a:gd name="connsiteX9" fmla="*/ 1779579 w 2507120"/>
                  <a:gd name="connsiteY9" fmla="*/ 558809 h 1374209"/>
                  <a:gd name="connsiteX10" fmla="*/ 2058979 w 2507120"/>
                  <a:gd name="connsiteY10" fmla="*/ 194742 h 1374209"/>
                  <a:gd name="connsiteX11" fmla="*/ 2465379 w 2507120"/>
                  <a:gd name="connsiteY11" fmla="*/ 9 h 1374209"/>
                  <a:gd name="connsiteX12" fmla="*/ 2473846 w 2507120"/>
                  <a:gd name="connsiteY12" fmla="*/ 186275 h 1374209"/>
                  <a:gd name="connsiteX13" fmla="*/ 2287579 w 2507120"/>
                  <a:gd name="connsiteY13" fmla="*/ 211675 h 1374209"/>
                  <a:gd name="connsiteX14" fmla="*/ 2008179 w 2507120"/>
                  <a:gd name="connsiteY14" fmla="*/ 457209 h 1374209"/>
                  <a:gd name="connsiteX15" fmla="*/ 1923513 w 2507120"/>
                  <a:gd name="connsiteY15" fmla="*/ 711209 h 1374209"/>
                  <a:gd name="connsiteX16" fmla="*/ 1550979 w 2507120"/>
                  <a:gd name="connsiteY16" fmla="*/ 829742 h 1374209"/>
                  <a:gd name="connsiteX17" fmla="*/ 1119179 w 2507120"/>
                  <a:gd name="connsiteY17" fmla="*/ 931342 h 1374209"/>
                  <a:gd name="connsiteX18" fmla="*/ 755113 w 2507120"/>
                  <a:gd name="connsiteY18" fmla="*/ 1083742 h 1374209"/>
                  <a:gd name="connsiteX19" fmla="*/ 594246 w 2507120"/>
                  <a:gd name="connsiteY19" fmla="*/ 1109142 h 1374209"/>
                  <a:gd name="connsiteX20" fmla="*/ 678913 w 2507120"/>
                  <a:gd name="connsiteY20" fmla="*/ 1210742 h 1374209"/>
                  <a:gd name="connsiteX21" fmla="*/ 822846 w 2507120"/>
                  <a:gd name="connsiteY21" fmla="*/ 1227675 h 1374209"/>
                  <a:gd name="connsiteX22" fmla="*/ 1241947 w 2507120"/>
                  <a:gd name="connsiteY22" fmla="*/ 1236142 h 1374209"/>
                  <a:gd name="connsiteX23" fmla="*/ 1250412 w 2507120"/>
                  <a:gd name="connsiteY23" fmla="*/ 1282710 h 1374209"/>
                  <a:gd name="connsiteX24" fmla="*/ 1280046 w 2507120"/>
                  <a:gd name="connsiteY24" fmla="*/ 1367376 h 1374209"/>
                  <a:gd name="connsiteX25" fmla="*/ 678913 w 2507120"/>
                  <a:gd name="connsiteY25" fmla="*/ 1354675 h 1374209"/>
                  <a:gd name="connsiteX26" fmla="*/ 475712 w 2507120"/>
                  <a:gd name="connsiteY26" fmla="*/ 1240376 h 1374209"/>
                  <a:gd name="connsiteX27" fmla="*/ 276746 w 2507120"/>
                  <a:gd name="connsiteY27" fmla="*/ 1075275 h 1374209"/>
                  <a:gd name="connsiteX28" fmla="*/ 1579 w 2507120"/>
                  <a:gd name="connsiteY28" fmla="*/ 706975 h 1374209"/>
                  <a:gd name="connsiteX0" fmla="*/ 1579 w 2507120"/>
                  <a:gd name="connsiteY0" fmla="*/ 706975 h 1374209"/>
                  <a:gd name="connsiteX1" fmla="*/ 166679 w 2507120"/>
                  <a:gd name="connsiteY1" fmla="*/ 575743 h 1374209"/>
                  <a:gd name="connsiteX2" fmla="*/ 221713 w 2507120"/>
                  <a:gd name="connsiteY2" fmla="*/ 626542 h 1374209"/>
                  <a:gd name="connsiteX3" fmla="*/ 391046 w 2507120"/>
                  <a:gd name="connsiteY3" fmla="*/ 889009 h 1374209"/>
                  <a:gd name="connsiteX4" fmla="*/ 518046 w 2507120"/>
                  <a:gd name="connsiteY4" fmla="*/ 965209 h 1374209"/>
                  <a:gd name="connsiteX5" fmla="*/ 763579 w 2507120"/>
                  <a:gd name="connsiteY5" fmla="*/ 897475 h 1374209"/>
                  <a:gd name="connsiteX6" fmla="*/ 1059913 w 2507120"/>
                  <a:gd name="connsiteY6" fmla="*/ 778942 h 1374209"/>
                  <a:gd name="connsiteX7" fmla="*/ 1263113 w 2507120"/>
                  <a:gd name="connsiteY7" fmla="*/ 719675 h 1374209"/>
                  <a:gd name="connsiteX8" fmla="*/ 1483246 w 2507120"/>
                  <a:gd name="connsiteY8" fmla="*/ 677342 h 1374209"/>
                  <a:gd name="connsiteX9" fmla="*/ 1779579 w 2507120"/>
                  <a:gd name="connsiteY9" fmla="*/ 558809 h 1374209"/>
                  <a:gd name="connsiteX10" fmla="*/ 2058979 w 2507120"/>
                  <a:gd name="connsiteY10" fmla="*/ 194742 h 1374209"/>
                  <a:gd name="connsiteX11" fmla="*/ 2465379 w 2507120"/>
                  <a:gd name="connsiteY11" fmla="*/ 9 h 1374209"/>
                  <a:gd name="connsiteX12" fmla="*/ 2473846 w 2507120"/>
                  <a:gd name="connsiteY12" fmla="*/ 186275 h 1374209"/>
                  <a:gd name="connsiteX13" fmla="*/ 2287579 w 2507120"/>
                  <a:gd name="connsiteY13" fmla="*/ 211675 h 1374209"/>
                  <a:gd name="connsiteX14" fmla="*/ 2008179 w 2507120"/>
                  <a:gd name="connsiteY14" fmla="*/ 457209 h 1374209"/>
                  <a:gd name="connsiteX15" fmla="*/ 1923513 w 2507120"/>
                  <a:gd name="connsiteY15" fmla="*/ 711209 h 1374209"/>
                  <a:gd name="connsiteX16" fmla="*/ 1550979 w 2507120"/>
                  <a:gd name="connsiteY16" fmla="*/ 829742 h 1374209"/>
                  <a:gd name="connsiteX17" fmla="*/ 1119179 w 2507120"/>
                  <a:gd name="connsiteY17" fmla="*/ 931342 h 1374209"/>
                  <a:gd name="connsiteX18" fmla="*/ 755113 w 2507120"/>
                  <a:gd name="connsiteY18" fmla="*/ 1083742 h 1374209"/>
                  <a:gd name="connsiteX19" fmla="*/ 594246 w 2507120"/>
                  <a:gd name="connsiteY19" fmla="*/ 1109142 h 1374209"/>
                  <a:gd name="connsiteX20" fmla="*/ 678913 w 2507120"/>
                  <a:gd name="connsiteY20" fmla="*/ 1210742 h 1374209"/>
                  <a:gd name="connsiteX21" fmla="*/ 822846 w 2507120"/>
                  <a:gd name="connsiteY21" fmla="*/ 1227675 h 1374209"/>
                  <a:gd name="connsiteX22" fmla="*/ 1241947 w 2507120"/>
                  <a:gd name="connsiteY22" fmla="*/ 1236142 h 1374209"/>
                  <a:gd name="connsiteX23" fmla="*/ 1250412 w 2507120"/>
                  <a:gd name="connsiteY23" fmla="*/ 1282710 h 1374209"/>
                  <a:gd name="connsiteX24" fmla="*/ 1280046 w 2507120"/>
                  <a:gd name="connsiteY24" fmla="*/ 1367376 h 1374209"/>
                  <a:gd name="connsiteX25" fmla="*/ 729713 w 2507120"/>
                  <a:gd name="connsiteY25" fmla="*/ 1354675 h 1374209"/>
                  <a:gd name="connsiteX26" fmla="*/ 475712 w 2507120"/>
                  <a:gd name="connsiteY26" fmla="*/ 1240376 h 1374209"/>
                  <a:gd name="connsiteX27" fmla="*/ 276746 w 2507120"/>
                  <a:gd name="connsiteY27" fmla="*/ 1075275 h 1374209"/>
                  <a:gd name="connsiteX28" fmla="*/ 1579 w 2507120"/>
                  <a:gd name="connsiteY28" fmla="*/ 706975 h 1374209"/>
                  <a:gd name="connsiteX0" fmla="*/ 1579 w 2507120"/>
                  <a:gd name="connsiteY0" fmla="*/ 706975 h 1388170"/>
                  <a:gd name="connsiteX1" fmla="*/ 166679 w 2507120"/>
                  <a:gd name="connsiteY1" fmla="*/ 575743 h 1388170"/>
                  <a:gd name="connsiteX2" fmla="*/ 221713 w 2507120"/>
                  <a:gd name="connsiteY2" fmla="*/ 626542 h 1388170"/>
                  <a:gd name="connsiteX3" fmla="*/ 391046 w 2507120"/>
                  <a:gd name="connsiteY3" fmla="*/ 889009 h 1388170"/>
                  <a:gd name="connsiteX4" fmla="*/ 518046 w 2507120"/>
                  <a:gd name="connsiteY4" fmla="*/ 965209 h 1388170"/>
                  <a:gd name="connsiteX5" fmla="*/ 763579 w 2507120"/>
                  <a:gd name="connsiteY5" fmla="*/ 897475 h 1388170"/>
                  <a:gd name="connsiteX6" fmla="*/ 1059913 w 2507120"/>
                  <a:gd name="connsiteY6" fmla="*/ 778942 h 1388170"/>
                  <a:gd name="connsiteX7" fmla="*/ 1263113 w 2507120"/>
                  <a:gd name="connsiteY7" fmla="*/ 719675 h 1388170"/>
                  <a:gd name="connsiteX8" fmla="*/ 1483246 w 2507120"/>
                  <a:gd name="connsiteY8" fmla="*/ 677342 h 1388170"/>
                  <a:gd name="connsiteX9" fmla="*/ 1779579 w 2507120"/>
                  <a:gd name="connsiteY9" fmla="*/ 558809 h 1388170"/>
                  <a:gd name="connsiteX10" fmla="*/ 2058979 w 2507120"/>
                  <a:gd name="connsiteY10" fmla="*/ 194742 h 1388170"/>
                  <a:gd name="connsiteX11" fmla="*/ 2465379 w 2507120"/>
                  <a:gd name="connsiteY11" fmla="*/ 9 h 1388170"/>
                  <a:gd name="connsiteX12" fmla="*/ 2473846 w 2507120"/>
                  <a:gd name="connsiteY12" fmla="*/ 186275 h 1388170"/>
                  <a:gd name="connsiteX13" fmla="*/ 2287579 w 2507120"/>
                  <a:gd name="connsiteY13" fmla="*/ 211675 h 1388170"/>
                  <a:gd name="connsiteX14" fmla="*/ 2008179 w 2507120"/>
                  <a:gd name="connsiteY14" fmla="*/ 457209 h 1388170"/>
                  <a:gd name="connsiteX15" fmla="*/ 1923513 w 2507120"/>
                  <a:gd name="connsiteY15" fmla="*/ 711209 h 1388170"/>
                  <a:gd name="connsiteX16" fmla="*/ 1550979 w 2507120"/>
                  <a:gd name="connsiteY16" fmla="*/ 829742 h 1388170"/>
                  <a:gd name="connsiteX17" fmla="*/ 1119179 w 2507120"/>
                  <a:gd name="connsiteY17" fmla="*/ 931342 h 1388170"/>
                  <a:gd name="connsiteX18" fmla="*/ 755113 w 2507120"/>
                  <a:gd name="connsiteY18" fmla="*/ 1083742 h 1388170"/>
                  <a:gd name="connsiteX19" fmla="*/ 594246 w 2507120"/>
                  <a:gd name="connsiteY19" fmla="*/ 1109142 h 1388170"/>
                  <a:gd name="connsiteX20" fmla="*/ 678913 w 2507120"/>
                  <a:gd name="connsiteY20" fmla="*/ 1210742 h 1388170"/>
                  <a:gd name="connsiteX21" fmla="*/ 822846 w 2507120"/>
                  <a:gd name="connsiteY21" fmla="*/ 1227675 h 1388170"/>
                  <a:gd name="connsiteX22" fmla="*/ 1241947 w 2507120"/>
                  <a:gd name="connsiteY22" fmla="*/ 1236142 h 1388170"/>
                  <a:gd name="connsiteX23" fmla="*/ 1250412 w 2507120"/>
                  <a:gd name="connsiteY23" fmla="*/ 1282710 h 1388170"/>
                  <a:gd name="connsiteX24" fmla="*/ 1165746 w 2507120"/>
                  <a:gd name="connsiteY24" fmla="*/ 1384309 h 1388170"/>
                  <a:gd name="connsiteX25" fmla="*/ 729713 w 2507120"/>
                  <a:gd name="connsiteY25" fmla="*/ 1354675 h 1388170"/>
                  <a:gd name="connsiteX26" fmla="*/ 475712 w 2507120"/>
                  <a:gd name="connsiteY26" fmla="*/ 1240376 h 1388170"/>
                  <a:gd name="connsiteX27" fmla="*/ 276746 w 2507120"/>
                  <a:gd name="connsiteY27" fmla="*/ 1075275 h 1388170"/>
                  <a:gd name="connsiteX28" fmla="*/ 1579 w 2507120"/>
                  <a:gd name="connsiteY28" fmla="*/ 706975 h 1388170"/>
                  <a:gd name="connsiteX0" fmla="*/ 1579 w 2507120"/>
                  <a:gd name="connsiteY0" fmla="*/ 706975 h 1368699"/>
                  <a:gd name="connsiteX1" fmla="*/ 166679 w 2507120"/>
                  <a:gd name="connsiteY1" fmla="*/ 575743 h 1368699"/>
                  <a:gd name="connsiteX2" fmla="*/ 221713 w 2507120"/>
                  <a:gd name="connsiteY2" fmla="*/ 626542 h 1368699"/>
                  <a:gd name="connsiteX3" fmla="*/ 391046 w 2507120"/>
                  <a:gd name="connsiteY3" fmla="*/ 889009 h 1368699"/>
                  <a:gd name="connsiteX4" fmla="*/ 518046 w 2507120"/>
                  <a:gd name="connsiteY4" fmla="*/ 965209 h 1368699"/>
                  <a:gd name="connsiteX5" fmla="*/ 763579 w 2507120"/>
                  <a:gd name="connsiteY5" fmla="*/ 897475 h 1368699"/>
                  <a:gd name="connsiteX6" fmla="*/ 1059913 w 2507120"/>
                  <a:gd name="connsiteY6" fmla="*/ 778942 h 1368699"/>
                  <a:gd name="connsiteX7" fmla="*/ 1263113 w 2507120"/>
                  <a:gd name="connsiteY7" fmla="*/ 719675 h 1368699"/>
                  <a:gd name="connsiteX8" fmla="*/ 1483246 w 2507120"/>
                  <a:gd name="connsiteY8" fmla="*/ 677342 h 1368699"/>
                  <a:gd name="connsiteX9" fmla="*/ 1779579 w 2507120"/>
                  <a:gd name="connsiteY9" fmla="*/ 558809 h 1368699"/>
                  <a:gd name="connsiteX10" fmla="*/ 2058979 w 2507120"/>
                  <a:gd name="connsiteY10" fmla="*/ 194742 h 1368699"/>
                  <a:gd name="connsiteX11" fmla="*/ 2465379 w 2507120"/>
                  <a:gd name="connsiteY11" fmla="*/ 9 h 1368699"/>
                  <a:gd name="connsiteX12" fmla="*/ 2473846 w 2507120"/>
                  <a:gd name="connsiteY12" fmla="*/ 186275 h 1368699"/>
                  <a:gd name="connsiteX13" fmla="*/ 2287579 w 2507120"/>
                  <a:gd name="connsiteY13" fmla="*/ 211675 h 1368699"/>
                  <a:gd name="connsiteX14" fmla="*/ 2008179 w 2507120"/>
                  <a:gd name="connsiteY14" fmla="*/ 457209 h 1368699"/>
                  <a:gd name="connsiteX15" fmla="*/ 1923513 w 2507120"/>
                  <a:gd name="connsiteY15" fmla="*/ 711209 h 1368699"/>
                  <a:gd name="connsiteX16" fmla="*/ 1550979 w 2507120"/>
                  <a:gd name="connsiteY16" fmla="*/ 829742 h 1368699"/>
                  <a:gd name="connsiteX17" fmla="*/ 1119179 w 2507120"/>
                  <a:gd name="connsiteY17" fmla="*/ 931342 h 1368699"/>
                  <a:gd name="connsiteX18" fmla="*/ 755113 w 2507120"/>
                  <a:gd name="connsiteY18" fmla="*/ 1083742 h 1368699"/>
                  <a:gd name="connsiteX19" fmla="*/ 594246 w 2507120"/>
                  <a:gd name="connsiteY19" fmla="*/ 1109142 h 1368699"/>
                  <a:gd name="connsiteX20" fmla="*/ 678913 w 2507120"/>
                  <a:gd name="connsiteY20" fmla="*/ 1210742 h 1368699"/>
                  <a:gd name="connsiteX21" fmla="*/ 822846 w 2507120"/>
                  <a:gd name="connsiteY21" fmla="*/ 1227675 h 1368699"/>
                  <a:gd name="connsiteX22" fmla="*/ 1241947 w 2507120"/>
                  <a:gd name="connsiteY22" fmla="*/ 1236142 h 1368699"/>
                  <a:gd name="connsiteX23" fmla="*/ 1250412 w 2507120"/>
                  <a:gd name="connsiteY23" fmla="*/ 1282710 h 1368699"/>
                  <a:gd name="connsiteX24" fmla="*/ 1174213 w 2507120"/>
                  <a:gd name="connsiteY24" fmla="*/ 1358909 h 1368699"/>
                  <a:gd name="connsiteX25" fmla="*/ 729713 w 2507120"/>
                  <a:gd name="connsiteY25" fmla="*/ 1354675 h 1368699"/>
                  <a:gd name="connsiteX26" fmla="*/ 475712 w 2507120"/>
                  <a:gd name="connsiteY26" fmla="*/ 1240376 h 1368699"/>
                  <a:gd name="connsiteX27" fmla="*/ 276746 w 2507120"/>
                  <a:gd name="connsiteY27" fmla="*/ 1075275 h 1368699"/>
                  <a:gd name="connsiteX28" fmla="*/ 1579 w 2507120"/>
                  <a:gd name="connsiteY28" fmla="*/ 706975 h 1368699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1241947 w 2507120"/>
                  <a:gd name="connsiteY22" fmla="*/ 1236142 h 1368170"/>
                  <a:gd name="connsiteX23" fmla="*/ 1212312 w 2507120"/>
                  <a:gd name="connsiteY23" fmla="*/ 1291177 h 1368170"/>
                  <a:gd name="connsiteX24" fmla="*/ 1174213 w 2507120"/>
                  <a:gd name="connsiteY24" fmla="*/ 1358909 h 1368170"/>
                  <a:gd name="connsiteX25" fmla="*/ 729713 w 2507120"/>
                  <a:gd name="connsiteY25" fmla="*/ 1354675 h 1368170"/>
                  <a:gd name="connsiteX26" fmla="*/ 475712 w 2507120"/>
                  <a:gd name="connsiteY26" fmla="*/ 1240376 h 1368170"/>
                  <a:gd name="connsiteX27" fmla="*/ 276746 w 2507120"/>
                  <a:gd name="connsiteY27" fmla="*/ 1075275 h 1368170"/>
                  <a:gd name="connsiteX28" fmla="*/ 1579 w 2507120"/>
                  <a:gd name="connsiteY28" fmla="*/ 706975 h 1368170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899045 w 2507120"/>
                  <a:gd name="connsiteY22" fmla="*/ 1261544 h 1368170"/>
                  <a:gd name="connsiteX23" fmla="*/ 1241947 w 2507120"/>
                  <a:gd name="connsiteY23" fmla="*/ 1236142 h 1368170"/>
                  <a:gd name="connsiteX24" fmla="*/ 1212312 w 2507120"/>
                  <a:gd name="connsiteY24" fmla="*/ 1291177 h 1368170"/>
                  <a:gd name="connsiteX25" fmla="*/ 1174213 w 2507120"/>
                  <a:gd name="connsiteY25" fmla="*/ 1358909 h 1368170"/>
                  <a:gd name="connsiteX26" fmla="*/ 729713 w 2507120"/>
                  <a:gd name="connsiteY26" fmla="*/ 1354675 h 1368170"/>
                  <a:gd name="connsiteX27" fmla="*/ 475712 w 2507120"/>
                  <a:gd name="connsiteY27" fmla="*/ 1240376 h 1368170"/>
                  <a:gd name="connsiteX28" fmla="*/ 276746 w 2507120"/>
                  <a:gd name="connsiteY28" fmla="*/ 1075275 h 1368170"/>
                  <a:gd name="connsiteX29" fmla="*/ 1579 w 2507120"/>
                  <a:gd name="connsiteY29" fmla="*/ 706975 h 1368170"/>
                  <a:gd name="connsiteX0" fmla="*/ 1579 w 2507120"/>
                  <a:gd name="connsiteY0" fmla="*/ 706975 h 1368170"/>
                  <a:gd name="connsiteX1" fmla="*/ 166679 w 2507120"/>
                  <a:gd name="connsiteY1" fmla="*/ 575743 h 1368170"/>
                  <a:gd name="connsiteX2" fmla="*/ 221713 w 2507120"/>
                  <a:gd name="connsiteY2" fmla="*/ 626542 h 1368170"/>
                  <a:gd name="connsiteX3" fmla="*/ 391046 w 2507120"/>
                  <a:gd name="connsiteY3" fmla="*/ 889009 h 1368170"/>
                  <a:gd name="connsiteX4" fmla="*/ 518046 w 2507120"/>
                  <a:gd name="connsiteY4" fmla="*/ 965209 h 1368170"/>
                  <a:gd name="connsiteX5" fmla="*/ 763579 w 2507120"/>
                  <a:gd name="connsiteY5" fmla="*/ 897475 h 1368170"/>
                  <a:gd name="connsiteX6" fmla="*/ 1059913 w 2507120"/>
                  <a:gd name="connsiteY6" fmla="*/ 778942 h 1368170"/>
                  <a:gd name="connsiteX7" fmla="*/ 1263113 w 2507120"/>
                  <a:gd name="connsiteY7" fmla="*/ 719675 h 1368170"/>
                  <a:gd name="connsiteX8" fmla="*/ 1483246 w 2507120"/>
                  <a:gd name="connsiteY8" fmla="*/ 677342 h 1368170"/>
                  <a:gd name="connsiteX9" fmla="*/ 1779579 w 2507120"/>
                  <a:gd name="connsiteY9" fmla="*/ 558809 h 1368170"/>
                  <a:gd name="connsiteX10" fmla="*/ 2058979 w 2507120"/>
                  <a:gd name="connsiteY10" fmla="*/ 194742 h 1368170"/>
                  <a:gd name="connsiteX11" fmla="*/ 2465379 w 2507120"/>
                  <a:gd name="connsiteY11" fmla="*/ 9 h 1368170"/>
                  <a:gd name="connsiteX12" fmla="*/ 2473846 w 2507120"/>
                  <a:gd name="connsiteY12" fmla="*/ 186275 h 1368170"/>
                  <a:gd name="connsiteX13" fmla="*/ 2287579 w 2507120"/>
                  <a:gd name="connsiteY13" fmla="*/ 211675 h 1368170"/>
                  <a:gd name="connsiteX14" fmla="*/ 2008179 w 2507120"/>
                  <a:gd name="connsiteY14" fmla="*/ 457209 h 1368170"/>
                  <a:gd name="connsiteX15" fmla="*/ 1923513 w 2507120"/>
                  <a:gd name="connsiteY15" fmla="*/ 711209 h 1368170"/>
                  <a:gd name="connsiteX16" fmla="*/ 1550979 w 2507120"/>
                  <a:gd name="connsiteY16" fmla="*/ 829742 h 1368170"/>
                  <a:gd name="connsiteX17" fmla="*/ 1119179 w 2507120"/>
                  <a:gd name="connsiteY17" fmla="*/ 931342 h 1368170"/>
                  <a:gd name="connsiteX18" fmla="*/ 755113 w 2507120"/>
                  <a:gd name="connsiteY18" fmla="*/ 1083742 h 1368170"/>
                  <a:gd name="connsiteX19" fmla="*/ 594246 w 2507120"/>
                  <a:gd name="connsiteY19" fmla="*/ 1109142 h 1368170"/>
                  <a:gd name="connsiteX20" fmla="*/ 678913 w 2507120"/>
                  <a:gd name="connsiteY20" fmla="*/ 1210742 h 1368170"/>
                  <a:gd name="connsiteX21" fmla="*/ 822846 w 2507120"/>
                  <a:gd name="connsiteY21" fmla="*/ 1227675 h 1368170"/>
                  <a:gd name="connsiteX22" fmla="*/ 899045 w 2507120"/>
                  <a:gd name="connsiteY22" fmla="*/ 1261544 h 1368170"/>
                  <a:gd name="connsiteX23" fmla="*/ 1241947 w 2507120"/>
                  <a:gd name="connsiteY23" fmla="*/ 1270008 h 1368170"/>
                  <a:gd name="connsiteX24" fmla="*/ 1212312 w 2507120"/>
                  <a:gd name="connsiteY24" fmla="*/ 1291177 h 1368170"/>
                  <a:gd name="connsiteX25" fmla="*/ 1174213 w 2507120"/>
                  <a:gd name="connsiteY25" fmla="*/ 1358909 h 1368170"/>
                  <a:gd name="connsiteX26" fmla="*/ 729713 w 2507120"/>
                  <a:gd name="connsiteY26" fmla="*/ 1354675 h 1368170"/>
                  <a:gd name="connsiteX27" fmla="*/ 475712 w 2507120"/>
                  <a:gd name="connsiteY27" fmla="*/ 1240376 h 1368170"/>
                  <a:gd name="connsiteX28" fmla="*/ 276746 w 2507120"/>
                  <a:gd name="connsiteY28" fmla="*/ 1075275 h 1368170"/>
                  <a:gd name="connsiteX29" fmla="*/ 1579 w 2507120"/>
                  <a:gd name="connsiteY29" fmla="*/ 706975 h 1368170"/>
                  <a:gd name="connsiteX0" fmla="*/ 1579 w 2507120"/>
                  <a:gd name="connsiteY0" fmla="*/ 706975 h 1367400"/>
                  <a:gd name="connsiteX1" fmla="*/ 166679 w 2507120"/>
                  <a:gd name="connsiteY1" fmla="*/ 575743 h 1367400"/>
                  <a:gd name="connsiteX2" fmla="*/ 221713 w 2507120"/>
                  <a:gd name="connsiteY2" fmla="*/ 626542 h 1367400"/>
                  <a:gd name="connsiteX3" fmla="*/ 391046 w 2507120"/>
                  <a:gd name="connsiteY3" fmla="*/ 889009 h 1367400"/>
                  <a:gd name="connsiteX4" fmla="*/ 518046 w 2507120"/>
                  <a:gd name="connsiteY4" fmla="*/ 965209 h 1367400"/>
                  <a:gd name="connsiteX5" fmla="*/ 763579 w 2507120"/>
                  <a:gd name="connsiteY5" fmla="*/ 897475 h 1367400"/>
                  <a:gd name="connsiteX6" fmla="*/ 1059913 w 2507120"/>
                  <a:gd name="connsiteY6" fmla="*/ 778942 h 1367400"/>
                  <a:gd name="connsiteX7" fmla="*/ 1263113 w 2507120"/>
                  <a:gd name="connsiteY7" fmla="*/ 719675 h 1367400"/>
                  <a:gd name="connsiteX8" fmla="*/ 1483246 w 2507120"/>
                  <a:gd name="connsiteY8" fmla="*/ 677342 h 1367400"/>
                  <a:gd name="connsiteX9" fmla="*/ 1779579 w 2507120"/>
                  <a:gd name="connsiteY9" fmla="*/ 558809 h 1367400"/>
                  <a:gd name="connsiteX10" fmla="*/ 2058979 w 2507120"/>
                  <a:gd name="connsiteY10" fmla="*/ 194742 h 1367400"/>
                  <a:gd name="connsiteX11" fmla="*/ 2465379 w 2507120"/>
                  <a:gd name="connsiteY11" fmla="*/ 9 h 1367400"/>
                  <a:gd name="connsiteX12" fmla="*/ 2473846 w 2507120"/>
                  <a:gd name="connsiteY12" fmla="*/ 186275 h 1367400"/>
                  <a:gd name="connsiteX13" fmla="*/ 2287579 w 2507120"/>
                  <a:gd name="connsiteY13" fmla="*/ 211675 h 1367400"/>
                  <a:gd name="connsiteX14" fmla="*/ 2008179 w 2507120"/>
                  <a:gd name="connsiteY14" fmla="*/ 457209 h 1367400"/>
                  <a:gd name="connsiteX15" fmla="*/ 1923513 w 2507120"/>
                  <a:gd name="connsiteY15" fmla="*/ 711209 h 1367400"/>
                  <a:gd name="connsiteX16" fmla="*/ 1550979 w 2507120"/>
                  <a:gd name="connsiteY16" fmla="*/ 829742 h 1367400"/>
                  <a:gd name="connsiteX17" fmla="*/ 1119179 w 2507120"/>
                  <a:gd name="connsiteY17" fmla="*/ 931342 h 1367400"/>
                  <a:gd name="connsiteX18" fmla="*/ 755113 w 2507120"/>
                  <a:gd name="connsiteY18" fmla="*/ 1083742 h 1367400"/>
                  <a:gd name="connsiteX19" fmla="*/ 594246 w 2507120"/>
                  <a:gd name="connsiteY19" fmla="*/ 1109142 h 1367400"/>
                  <a:gd name="connsiteX20" fmla="*/ 678913 w 2507120"/>
                  <a:gd name="connsiteY20" fmla="*/ 1210742 h 1367400"/>
                  <a:gd name="connsiteX21" fmla="*/ 822846 w 2507120"/>
                  <a:gd name="connsiteY21" fmla="*/ 1227675 h 1367400"/>
                  <a:gd name="connsiteX22" fmla="*/ 899045 w 2507120"/>
                  <a:gd name="connsiteY22" fmla="*/ 1261544 h 1367400"/>
                  <a:gd name="connsiteX23" fmla="*/ 1241947 w 2507120"/>
                  <a:gd name="connsiteY23" fmla="*/ 1270008 h 1367400"/>
                  <a:gd name="connsiteX24" fmla="*/ 1216545 w 2507120"/>
                  <a:gd name="connsiteY24" fmla="*/ 1303877 h 1367400"/>
                  <a:gd name="connsiteX25" fmla="*/ 1174213 w 2507120"/>
                  <a:gd name="connsiteY25" fmla="*/ 1358909 h 1367400"/>
                  <a:gd name="connsiteX26" fmla="*/ 729713 w 2507120"/>
                  <a:gd name="connsiteY26" fmla="*/ 1354675 h 1367400"/>
                  <a:gd name="connsiteX27" fmla="*/ 475712 w 2507120"/>
                  <a:gd name="connsiteY27" fmla="*/ 1240376 h 1367400"/>
                  <a:gd name="connsiteX28" fmla="*/ 276746 w 2507120"/>
                  <a:gd name="connsiteY28" fmla="*/ 1075275 h 1367400"/>
                  <a:gd name="connsiteX29" fmla="*/ 1579 w 2507120"/>
                  <a:gd name="connsiteY29" fmla="*/ 706975 h 1367400"/>
                  <a:gd name="connsiteX0" fmla="*/ 1579 w 2507120"/>
                  <a:gd name="connsiteY0" fmla="*/ 706975 h 1369513"/>
                  <a:gd name="connsiteX1" fmla="*/ 166679 w 2507120"/>
                  <a:gd name="connsiteY1" fmla="*/ 575743 h 1369513"/>
                  <a:gd name="connsiteX2" fmla="*/ 221713 w 2507120"/>
                  <a:gd name="connsiteY2" fmla="*/ 626542 h 1369513"/>
                  <a:gd name="connsiteX3" fmla="*/ 391046 w 2507120"/>
                  <a:gd name="connsiteY3" fmla="*/ 889009 h 1369513"/>
                  <a:gd name="connsiteX4" fmla="*/ 518046 w 2507120"/>
                  <a:gd name="connsiteY4" fmla="*/ 965209 h 1369513"/>
                  <a:gd name="connsiteX5" fmla="*/ 763579 w 2507120"/>
                  <a:gd name="connsiteY5" fmla="*/ 897475 h 1369513"/>
                  <a:gd name="connsiteX6" fmla="*/ 1059913 w 2507120"/>
                  <a:gd name="connsiteY6" fmla="*/ 778942 h 1369513"/>
                  <a:gd name="connsiteX7" fmla="*/ 1263113 w 2507120"/>
                  <a:gd name="connsiteY7" fmla="*/ 719675 h 1369513"/>
                  <a:gd name="connsiteX8" fmla="*/ 1483246 w 2507120"/>
                  <a:gd name="connsiteY8" fmla="*/ 677342 h 1369513"/>
                  <a:gd name="connsiteX9" fmla="*/ 1779579 w 2507120"/>
                  <a:gd name="connsiteY9" fmla="*/ 558809 h 1369513"/>
                  <a:gd name="connsiteX10" fmla="*/ 2058979 w 2507120"/>
                  <a:gd name="connsiteY10" fmla="*/ 194742 h 1369513"/>
                  <a:gd name="connsiteX11" fmla="*/ 2465379 w 2507120"/>
                  <a:gd name="connsiteY11" fmla="*/ 9 h 1369513"/>
                  <a:gd name="connsiteX12" fmla="*/ 2473846 w 2507120"/>
                  <a:gd name="connsiteY12" fmla="*/ 186275 h 1369513"/>
                  <a:gd name="connsiteX13" fmla="*/ 2287579 w 2507120"/>
                  <a:gd name="connsiteY13" fmla="*/ 211675 h 1369513"/>
                  <a:gd name="connsiteX14" fmla="*/ 2008179 w 2507120"/>
                  <a:gd name="connsiteY14" fmla="*/ 457209 h 1369513"/>
                  <a:gd name="connsiteX15" fmla="*/ 1923513 w 2507120"/>
                  <a:gd name="connsiteY15" fmla="*/ 711209 h 1369513"/>
                  <a:gd name="connsiteX16" fmla="*/ 1550979 w 2507120"/>
                  <a:gd name="connsiteY16" fmla="*/ 829742 h 1369513"/>
                  <a:gd name="connsiteX17" fmla="*/ 1119179 w 2507120"/>
                  <a:gd name="connsiteY17" fmla="*/ 931342 h 1369513"/>
                  <a:gd name="connsiteX18" fmla="*/ 755113 w 2507120"/>
                  <a:gd name="connsiteY18" fmla="*/ 1083742 h 1369513"/>
                  <a:gd name="connsiteX19" fmla="*/ 594246 w 2507120"/>
                  <a:gd name="connsiteY19" fmla="*/ 1109142 h 1369513"/>
                  <a:gd name="connsiteX20" fmla="*/ 678913 w 2507120"/>
                  <a:gd name="connsiteY20" fmla="*/ 1210742 h 1369513"/>
                  <a:gd name="connsiteX21" fmla="*/ 822846 w 2507120"/>
                  <a:gd name="connsiteY21" fmla="*/ 1227675 h 1369513"/>
                  <a:gd name="connsiteX22" fmla="*/ 899045 w 2507120"/>
                  <a:gd name="connsiteY22" fmla="*/ 1261544 h 1369513"/>
                  <a:gd name="connsiteX23" fmla="*/ 1241947 w 2507120"/>
                  <a:gd name="connsiteY23" fmla="*/ 1270008 h 1369513"/>
                  <a:gd name="connsiteX24" fmla="*/ 1174213 w 2507120"/>
                  <a:gd name="connsiteY24" fmla="*/ 1358909 h 1369513"/>
                  <a:gd name="connsiteX25" fmla="*/ 729713 w 2507120"/>
                  <a:gd name="connsiteY25" fmla="*/ 1354675 h 1369513"/>
                  <a:gd name="connsiteX26" fmla="*/ 475712 w 2507120"/>
                  <a:gd name="connsiteY26" fmla="*/ 1240376 h 1369513"/>
                  <a:gd name="connsiteX27" fmla="*/ 276746 w 2507120"/>
                  <a:gd name="connsiteY27" fmla="*/ 1075275 h 1369513"/>
                  <a:gd name="connsiteX28" fmla="*/ 1579 w 2507120"/>
                  <a:gd name="connsiteY28" fmla="*/ 706975 h 1369513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8913 w 2507120"/>
                  <a:gd name="connsiteY20" fmla="*/ 1210742 h 1370068"/>
                  <a:gd name="connsiteX21" fmla="*/ 822846 w 2507120"/>
                  <a:gd name="connsiteY21" fmla="*/ 12276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8913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94246 w 2507120"/>
                  <a:gd name="connsiteY19" fmla="*/ 1109142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55113 w 2507120"/>
                  <a:gd name="connsiteY18" fmla="*/ 1083742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19179 w 2507120"/>
                  <a:gd name="connsiteY17" fmla="*/ 931342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50979 w 2507120"/>
                  <a:gd name="connsiteY16" fmla="*/ 829742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923513 w 2507120"/>
                  <a:gd name="connsiteY15" fmla="*/ 711209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483246 w 2507120"/>
                  <a:gd name="connsiteY8" fmla="*/ 677342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89647 w 2507120"/>
                  <a:gd name="connsiteY15" fmla="*/ 690042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521345 w 2507120"/>
                  <a:gd name="connsiteY16" fmla="*/ 833976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06479 w 2507120"/>
                  <a:gd name="connsiteY17" fmla="*/ 901709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10712 w 2507120"/>
                  <a:gd name="connsiteY17" fmla="*/ 872075 h 1370068"/>
                  <a:gd name="connsiteX18" fmla="*/ 742413 w 2507120"/>
                  <a:gd name="connsiteY18" fmla="*/ 1041408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507120"/>
                  <a:gd name="connsiteY0" fmla="*/ 706975 h 1370068"/>
                  <a:gd name="connsiteX1" fmla="*/ 166679 w 2507120"/>
                  <a:gd name="connsiteY1" fmla="*/ 575743 h 1370068"/>
                  <a:gd name="connsiteX2" fmla="*/ 221713 w 2507120"/>
                  <a:gd name="connsiteY2" fmla="*/ 626542 h 1370068"/>
                  <a:gd name="connsiteX3" fmla="*/ 391046 w 2507120"/>
                  <a:gd name="connsiteY3" fmla="*/ 889009 h 1370068"/>
                  <a:gd name="connsiteX4" fmla="*/ 518046 w 2507120"/>
                  <a:gd name="connsiteY4" fmla="*/ 965209 h 1370068"/>
                  <a:gd name="connsiteX5" fmla="*/ 763579 w 2507120"/>
                  <a:gd name="connsiteY5" fmla="*/ 897475 h 1370068"/>
                  <a:gd name="connsiteX6" fmla="*/ 1059913 w 2507120"/>
                  <a:gd name="connsiteY6" fmla="*/ 778942 h 1370068"/>
                  <a:gd name="connsiteX7" fmla="*/ 1263113 w 2507120"/>
                  <a:gd name="connsiteY7" fmla="*/ 719675 h 1370068"/>
                  <a:gd name="connsiteX8" fmla="*/ 1567913 w 2507120"/>
                  <a:gd name="connsiteY8" fmla="*/ 668875 h 1370068"/>
                  <a:gd name="connsiteX9" fmla="*/ 1779579 w 2507120"/>
                  <a:gd name="connsiteY9" fmla="*/ 558809 h 1370068"/>
                  <a:gd name="connsiteX10" fmla="*/ 2058979 w 2507120"/>
                  <a:gd name="connsiteY10" fmla="*/ 194742 h 1370068"/>
                  <a:gd name="connsiteX11" fmla="*/ 2465379 w 2507120"/>
                  <a:gd name="connsiteY11" fmla="*/ 9 h 1370068"/>
                  <a:gd name="connsiteX12" fmla="*/ 2473846 w 2507120"/>
                  <a:gd name="connsiteY12" fmla="*/ 186275 h 1370068"/>
                  <a:gd name="connsiteX13" fmla="*/ 2287579 w 2507120"/>
                  <a:gd name="connsiteY13" fmla="*/ 211675 h 1370068"/>
                  <a:gd name="connsiteX14" fmla="*/ 2008179 w 2507120"/>
                  <a:gd name="connsiteY14" fmla="*/ 457209 h 1370068"/>
                  <a:gd name="connsiteX15" fmla="*/ 1864247 w 2507120"/>
                  <a:gd name="connsiteY15" fmla="*/ 668875 h 1370068"/>
                  <a:gd name="connsiteX16" fmla="*/ 1495945 w 2507120"/>
                  <a:gd name="connsiteY16" fmla="*/ 804343 h 1370068"/>
                  <a:gd name="connsiteX17" fmla="*/ 1110712 w 2507120"/>
                  <a:gd name="connsiteY17" fmla="*/ 872075 h 1370068"/>
                  <a:gd name="connsiteX18" fmla="*/ 759346 w 2507120"/>
                  <a:gd name="connsiteY18" fmla="*/ 1020241 h 1370068"/>
                  <a:gd name="connsiteX19" fmla="*/ 518046 w 2507120"/>
                  <a:gd name="connsiteY19" fmla="*/ 1087975 h 1370068"/>
                  <a:gd name="connsiteX20" fmla="*/ 674679 w 2507120"/>
                  <a:gd name="connsiteY20" fmla="*/ 1210742 h 1370068"/>
                  <a:gd name="connsiteX21" fmla="*/ 805912 w 2507120"/>
                  <a:gd name="connsiteY21" fmla="*/ 1253075 h 1370068"/>
                  <a:gd name="connsiteX22" fmla="*/ 899045 w 2507120"/>
                  <a:gd name="connsiteY22" fmla="*/ 1261544 h 1370068"/>
                  <a:gd name="connsiteX23" fmla="*/ 1199614 w 2507120"/>
                  <a:gd name="connsiteY23" fmla="*/ 1261542 h 1370068"/>
                  <a:gd name="connsiteX24" fmla="*/ 1174213 w 2507120"/>
                  <a:gd name="connsiteY24" fmla="*/ 1358909 h 1370068"/>
                  <a:gd name="connsiteX25" fmla="*/ 729713 w 2507120"/>
                  <a:gd name="connsiteY25" fmla="*/ 1354675 h 1370068"/>
                  <a:gd name="connsiteX26" fmla="*/ 475712 w 2507120"/>
                  <a:gd name="connsiteY26" fmla="*/ 1240376 h 1370068"/>
                  <a:gd name="connsiteX27" fmla="*/ 276746 w 2507120"/>
                  <a:gd name="connsiteY27" fmla="*/ 1075275 h 1370068"/>
                  <a:gd name="connsiteX28" fmla="*/ 1579 w 2507120"/>
                  <a:gd name="connsiteY28" fmla="*/ 706975 h 1370068"/>
                  <a:gd name="connsiteX0" fmla="*/ 1579 w 2499662"/>
                  <a:gd name="connsiteY0" fmla="*/ 707701 h 1370794"/>
                  <a:gd name="connsiteX1" fmla="*/ 166679 w 2499662"/>
                  <a:gd name="connsiteY1" fmla="*/ 576469 h 1370794"/>
                  <a:gd name="connsiteX2" fmla="*/ 221713 w 2499662"/>
                  <a:gd name="connsiteY2" fmla="*/ 627268 h 1370794"/>
                  <a:gd name="connsiteX3" fmla="*/ 391046 w 2499662"/>
                  <a:gd name="connsiteY3" fmla="*/ 889735 h 1370794"/>
                  <a:gd name="connsiteX4" fmla="*/ 518046 w 2499662"/>
                  <a:gd name="connsiteY4" fmla="*/ 965935 h 1370794"/>
                  <a:gd name="connsiteX5" fmla="*/ 763579 w 2499662"/>
                  <a:gd name="connsiteY5" fmla="*/ 898201 h 1370794"/>
                  <a:gd name="connsiteX6" fmla="*/ 1059913 w 2499662"/>
                  <a:gd name="connsiteY6" fmla="*/ 779668 h 1370794"/>
                  <a:gd name="connsiteX7" fmla="*/ 1263113 w 2499662"/>
                  <a:gd name="connsiteY7" fmla="*/ 720401 h 1370794"/>
                  <a:gd name="connsiteX8" fmla="*/ 1567913 w 2499662"/>
                  <a:gd name="connsiteY8" fmla="*/ 669601 h 1370794"/>
                  <a:gd name="connsiteX9" fmla="*/ 1779579 w 2499662"/>
                  <a:gd name="connsiteY9" fmla="*/ 559535 h 1370794"/>
                  <a:gd name="connsiteX10" fmla="*/ 2058979 w 2499662"/>
                  <a:gd name="connsiteY10" fmla="*/ 195468 h 1370794"/>
                  <a:gd name="connsiteX11" fmla="*/ 2465379 w 2499662"/>
                  <a:gd name="connsiteY11" fmla="*/ 735 h 1370794"/>
                  <a:gd name="connsiteX12" fmla="*/ 2456913 w 2499662"/>
                  <a:gd name="connsiteY12" fmla="*/ 131968 h 1370794"/>
                  <a:gd name="connsiteX13" fmla="*/ 2287579 w 2499662"/>
                  <a:gd name="connsiteY13" fmla="*/ 212401 h 1370794"/>
                  <a:gd name="connsiteX14" fmla="*/ 2008179 w 2499662"/>
                  <a:gd name="connsiteY14" fmla="*/ 457935 h 1370794"/>
                  <a:gd name="connsiteX15" fmla="*/ 1864247 w 2499662"/>
                  <a:gd name="connsiteY15" fmla="*/ 669601 h 1370794"/>
                  <a:gd name="connsiteX16" fmla="*/ 1495945 w 2499662"/>
                  <a:gd name="connsiteY16" fmla="*/ 805069 h 1370794"/>
                  <a:gd name="connsiteX17" fmla="*/ 1110712 w 2499662"/>
                  <a:gd name="connsiteY17" fmla="*/ 872801 h 1370794"/>
                  <a:gd name="connsiteX18" fmla="*/ 759346 w 2499662"/>
                  <a:gd name="connsiteY18" fmla="*/ 1020967 h 1370794"/>
                  <a:gd name="connsiteX19" fmla="*/ 518046 w 2499662"/>
                  <a:gd name="connsiteY19" fmla="*/ 1088701 h 1370794"/>
                  <a:gd name="connsiteX20" fmla="*/ 674679 w 2499662"/>
                  <a:gd name="connsiteY20" fmla="*/ 1211468 h 1370794"/>
                  <a:gd name="connsiteX21" fmla="*/ 805912 w 2499662"/>
                  <a:gd name="connsiteY21" fmla="*/ 1253801 h 1370794"/>
                  <a:gd name="connsiteX22" fmla="*/ 899045 w 2499662"/>
                  <a:gd name="connsiteY22" fmla="*/ 1262270 h 1370794"/>
                  <a:gd name="connsiteX23" fmla="*/ 1199614 w 2499662"/>
                  <a:gd name="connsiteY23" fmla="*/ 1262268 h 1370794"/>
                  <a:gd name="connsiteX24" fmla="*/ 1174213 w 2499662"/>
                  <a:gd name="connsiteY24" fmla="*/ 1359635 h 1370794"/>
                  <a:gd name="connsiteX25" fmla="*/ 729713 w 2499662"/>
                  <a:gd name="connsiteY25" fmla="*/ 1355401 h 1370794"/>
                  <a:gd name="connsiteX26" fmla="*/ 475712 w 2499662"/>
                  <a:gd name="connsiteY26" fmla="*/ 1241102 h 1370794"/>
                  <a:gd name="connsiteX27" fmla="*/ 276746 w 2499662"/>
                  <a:gd name="connsiteY27" fmla="*/ 1076001 h 1370794"/>
                  <a:gd name="connsiteX28" fmla="*/ 1579 w 2499662"/>
                  <a:gd name="connsiteY28" fmla="*/ 707701 h 1370794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57894 h 1370753"/>
                  <a:gd name="connsiteX15" fmla="*/ 1864247 w 2501017"/>
                  <a:gd name="connsiteY15" fmla="*/ 669560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24027 h 1370753"/>
                  <a:gd name="connsiteX15" fmla="*/ 1864247 w 2501017"/>
                  <a:gd name="connsiteY15" fmla="*/ 669560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424027 h 1370753"/>
                  <a:gd name="connsiteX15" fmla="*/ 1864247 w 2501017"/>
                  <a:gd name="connsiteY15" fmla="*/ 652627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501017"/>
                  <a:gd name="connsiteY0" fmla="*/ 707660 h 1370753"/>
                  <a:gd name="connsiteX1" fmla="*/ 166679 w 2501017"/>
                  <a:gd name="connsiteY1" fmla="*/ 576428 h 1370753"/>
                  <a:gd name="connsiteX2" fmla="*/ 221713 w 2501017"/>
                  <a:gd name="connsiteY2" fmla="*/ 627227 h 1370753"/>
                  <a:gd name="connsiteX3" fmla="*/ 391046 w 2501017"/>
                  <a:gd name="connsiteY3" fmla="*/ 889694 h 1370753"/>
                  <a:gd name="connsiteX4" fmla="*/ 518046 w 2501017"/>
                  <a:gd name="connsiteY4" fmla="*/ 965894 h 1370753"/>
                  <a:gd name="connsiteX5" fmla="*/ 763579 w 2501017"/>
                  <a:gd name="connsiteY5" fmla="*/ 898160 h 1370753"/>
                  <a:gd name="connsiteX6" fmla="*/ 1059913 w 2501017"/>
                  <a:gd name="connsiteY6" fmla="*/ 779627 h 1370753"/>
                  <a:gd name="connsiteX7" fmla="*/ 1263113 w 2501017"/>
                  <a:gd name="connsiteY7" fmla="*/ 720360 h 1370753"/>
                  <a:gd name="connsiteX8" fmla="*/ 1567913 w 2501017"/>
                  <a:gd name="connsiteY8" fmla="*/ 669560 h 1370753"/>
                  <a:gd name="connsiteX9" fmla="*/ 1779579 w 2501017"/>
                  <a:gd name="connsiteY9" fmla="*/ 559494 h 1370753"/>
                  <a:gd name="connsiteX10" fmla="*/ 2058979 w 2501017"/>
                  <a:gd name="connsiteY10" fmla="*/ 195427 h 1370753"/>
                  <a:gd name="connsiteX11" fmla="*/ 2465379 w 2501017"/>
                  <a:gd name="connsiteY11" fmla="*/ 694 h 1370753"/>
                  <a:gd name="connsiteX12" fmla="*/ 2456913 w 2501017"/>
                  <a:gd name="connsiteY12" fmla="*/ 131927 h 1370753"/>
                  <a:gd name="connsiteX13" fmla="*/ 2257945 w 2501017"/>
                  <a:gd name="connsiteY13" fmla="*/ 170026 h 1370753"/>
                  <a:gd name="connsiteX14" fmla="*/ 2008179 w 2501017"/>
                  <a:gd name="connsiteY14" fmla="*/ 390160 h 1370753"/>
                  <a:gd name="connsiteX15" fmla="*/ 1864247 w 2501017"/>
                  <a:gd name="connsiteY15" fmla="*/ 652627 h 1370753"/>
                  <a:gd name="connsiteX16" fmla="*/ 1495945 w 2501017"/>
                  <a:gd name="connsiteY16" fmla="*/ 805028 h 1370753"/>
                  <a:gd name="connsiteX17" fmla="*/ 1110712 w 2501017"/>
                  <a:gd name="connsiteY17" fmla="*/ 872760 h 1370753"/>
                  <a:gd name="connsiteX18" fmla="*/ 759346 w 2501017"/>
                  <a:gd name="connsiteY18" fmla="*/ 1020926 h 1370753"/>
                  <a:gd name="connsiteX19" fmla="*/ 518046 w 2501017"/>
                  <a:gd name="connsiteY19" fmla="*/ 1088660 h 1370753"/>
                  <a:gd name="connsiteX20" fmla="*/ 674679 w 2501017"/>
                  <a:gd name="connsiteY20" fmla="*/ 1211427 h 1370753"/>
                  <a:gd name="connsiteX21" fmla="*/ 805912 w 2501017"/>
                  <a:gd name="connsiteY21" fmla="*/ 1253760 h 1370753"/>
                  <a:gd name="connsiteX22" fmla="*/ 899045 w 2501017"/>
                  <a:gd name="connsiteY22" fmla="*/ 1262229 h 1370753"/>
                  <a:gd name="connsiteX23" fmla="*/ 1199614 w 2501017"/>
                  <a:gd name="connsiteY23" fmla="*/ 1262227 h 1370753"/>
                  <a:gd name="connsiteX24" fmla="*/ 1174213 w 2501017"/>
                  <a:gd name="connsiteY24" fmla="*/ 1359594 h 1370753"/>
                  <a:gd name="connsiteX25" fmla="*/ 729713 w 2501017"/>
                  <a:gd name="connsiteY25" fmla="*/ 1355360 h 1370753"/>
                  <a:gd name="connsiteX26" fmla="*/ 475712 w 2501017"/>
                  <a:gd name="connsiteY26" fmla="*/ 1241061 h 1370753"/>
                  <a:gd name="connsiteX27" fmla="*/ 276746 w 2501017"/>
                  <a:gd name="connsiteY27" fmla="*/ 1075960 h 1370753"/>
                  <a:gd name="connsiteX28" fmla="*/ 1579 w 2501017"/>
                  <a:gd name="connsiteY28" fmla="*/ 707660 h 1370753"/>
                  <a:gd name="connsiteX0" fmla="*/ 1579 w 2495828"/>
                  <a:gd name="connsiteY0" fmla="*/ 707052 h 1370145"/>
                  <a:gd name="connsiteX1" fmla="*/ 166679 w 2495828"/>
                  <a:gd name="connsiteY1" fmla="*/ 575820 h 1370145"/>
                  <a:gd name="connsiteX2" fmla="*/ 221713 w 2495828"/>
                  <a:gd name="connsiteY2" fmla="*/ 626619 h 1370145"/>
                  <a:gd name="connsiteX3" fmla="*/ 391046 w 2495828"/>
                  <a:gd name="connsiteY3" fmla="*/ 889086 h 1370145"/>
                  <a:gd name="connsiteX4" fmla="*/ 518046 w 2495828"/>
                  <a:gd name="connsiteY4" fmla="*/ 965286 h 1370145"/>
                  <a:gd name="connsiteX5" fmla="*/ 763579 w 2495828"/>
                  <a:gd name="connsiteY5" fmla="*/ 897552 h 1370145"/>
                  <a:gd name="connsiteX6" fmla="*/ 1059913 w 2495828"/>
                  <a:gd name="connsiteY6" fmla="*/ 779019 h 1370145"/>
                  <a:gd name="connsiteX7" fmla="*/ 1263113 w 2495828"/>
                  <a:gd name="connsiteY7" fmla="*/ 719752 h 1370145"/>
                  <a:gd name="connsiteX8" fmla="*/ 1567913 w 2495828"/>
                  <a:gd name="connsiteY8" fmla="*/ 668952 h 1370145"/>
                  <a:gd name="connsiteX9" fmla="*/ 1779579 w 2495828"/>
                  <a:gd name="connsiteY9" fmla="*/ 558886 h 1370145"/>
                  <a:gd name="connsiteX10" fmla="*/ 2130946 w 2495828"/>
                  <a:gd name="connsiteY10" fmla="*/ 152486 h 1370145"/>
                  <a:gd name="connsiteX11" fmla="*/ 2465379 w 2495828"/>
                  <a:gd name="connsiteY11" fmla="*/ 86 h 1370145"/>
                  <a:gd name="connsiteX12" fmla="*/ 2456913 w 2495828"/>
                  <a:gd name="connsiteY12" fmla="*/ 131319 h 1370145"/>
                  <a:gd name="connsiteX13" fmla="*/ 2257945 w 2495828"/>
                  <a:gd name="connsiteY13" fmla="*/ 169418 h 1370145"/>
                  <a:gd name="connsiteX14" fmla="*/ 2008179 w 2495828"/>
                  <a:gd name="connsiteY14" fmla="*/ 389552 h 1370145"/>
                  <a:gd name="connsiteX15" fmla="*/ 1864247 w 2495828"/>
                  <a:gd name="connsiteY15" fmla="*/ 652019 h 1370145"/>
                  <a:gd name="connsiteX16" fmla="*/ 1495945 w 2495828"/>
                  <a:gd name="connsiteY16" fmla="*/ 804420 h 1370145"/>
                  <a:gd name="connsiteX17" fmla="*/ 1110712 w 2495828"/>
                  <a:gd name="connsiteY17" fmla="*/ 872152 h 1370145"/>
                  <a:gd name="connsiteX18" fmla="*/ 759346 w 2495828"/>
                  <a:gd name="connsiteY18" fmla="*/ 1020318 h 1370145"/>
                  <a:gd name="connsiteX19" fmla="*/ 518046 w 2495828"/>
                  <a:gd name="connsiteY19" fmla="*/ 1088052 h 1370145"/>
                  <a:gd name="connsiteX20" fmla="*/ 674679 w 2495828"/>
                  <a:gd name="connsiteY20" fmla="*/ 1210819 h 1370145"/>
                  <a:gd name="connsiteX21" fmla="*/ 805912 w 2495828"/>
                  <a:gd name="connsiteY21" fmla="*/ 1253152 h 1370145"/>
                  <a:gd name="connsiteX22" fmla="*/ 899045 w 2495828"/>
                  <a:gd name="connsiteY22" fmla="*/ 1261621 h 1370145"/>
                  <a:gd name="connsiteX23" fmla="*/ 1199614 w 2495828"/>
                  <a:gd name="connsiteY23" fmla="*/ 1261619 h 1370145"/>
                  <a:gd name="connsiteX24" fmla="*/ 1174213 w 2495828"/>
                  <a:gd name="connsiteY24" fmla="*/ 1358986 h 1370145"/>
                  <a:gd name="connsiteX25" fmla="*/ 729713 w 2495828"/>
                  <a:gd name="connsiteY25" fmla="*/ 1354752 h 1370145"/>
                  <a:gd name="connsiteX26" fmla="*/ 475712 w 2495828"/>
                  <a:gd name="connsiteY26" fmla="*/ 1240453 h 1370145"/>
                  <a:gd name="connsiteX27" fmla="*/ 276746 w 2495828"/>
                  <a:gd name="connsiteY27" fmla="*/ 1075352 h 1370145"/>
                  <a:gd name="connsiteX28" fmla="*/ 1579 w 2495828"/>
                  <a:gd name="connsiteY28" fmla="*/ 707052 h 1370145"/>
                  <a:gd name="connsiteX0" fmla="*/ 1579 w 2499699"/>
                  <a:gd name="connsiteY0" fmla="*/ 707277 h 1370370"/>
                  <a:gd name="connsiteX1" fmla="*/ 166679 w 2499699"/>
                  <a:gd name="connsiteY1" fmla="*/ 576045 h 1370370"/>
                  <a:gd name="connsiteX2" fmla="*/ 221713 w 2499699"/>
                  <a:gd name="connsiteY2" fmla="*/ 626844 h 1370370"/>
                  <a:gd name="connsiteX3" fmla="*/ 391046 w 2499699"/>
                  <a:gd name="connsiteY3" fmla="*/ 889311 h 1370370"/>
                  <a:gd name="connsiteX4" fmla="*/ 518046 w 2499699"/>
                  <a:gd name="connsiteY4" fmla="*/ 965511 h 1370370"/>
                  <a:gd name="connsiteX5" fmla="*/ 763579 w 2499699"/>
                  <a:gd name="connsiteY5" fmla="*/ 897777 h 1370370"/>
                  <a:gd name="connsiteX6" fmla="*/ 1059913 w 2499699"/>
                  <a:gd name="connsiteY6" fmla="*/ 779244 h 1370370"/>
                  <a:gd name="connsiteX7" fmla="*/ 1263113 w 2499699"/>
                  <a:gd name="connsiteY7" fmla="*/ 719977 h 1370370"/>
                  <a:gd name="connsiteX8" fmla="*/ 1567913 w 2499699"/>
                  <a:gd name="connsiteY8" fmla="*/ 669177 h 1370370"/>
                  <a:gd name="connsiteX9" fmla="*/ 1779579 w 2499699"/>
                  <a:gd name="connsiteY9" fmla="*/ 559111 h 1370370"/>
                  <a:gd name="connsiteX10" fmla="*/ 2130946 w 2499699"/>
                  <a:gd name="connsiteY10" fmla="*/ 152711 h 1370370"/>
                  <a:gd name="connsiteX11" fmla="*/ 2465379 w 2499699"/>
                  <a:gd name="connsiteY11" fmla="*/ 311 h 1370370"/>
                  <a:gd name="connsiteX12" fmla="*/ 2465380 w 2499699"/>
                  <a:gd name="connsiteY12" fmla="*/ 114611 h 1370370"/>
                  <a:gd name="connsiteX13" fmla="*/ 2257945 w 2499699"/>
                  <a:gd name="connsiteY13" fmla="*/ 169643 h 1370370"/>
                  <a:gd name="connsiteX14" fmla="*/ 2008179 w 2499699"/>
                  <a:gd name="connsiteY14" fmla="*/ 389777 h 1370370"/>
                  <a:gd name="connsiteX15" fmla="*/ 1864247 w 2499699"/>
                  <a:gd name="connsiteY15" fmla="*/ 652244 h 1370370"/>
                  <a:gd name="connsiteX16" fmla="*/ 1495945 w 2499699"/>
                  <a:gd name="connsiteY16" fmla="*/ 804645 h 1370370"/>
                  <a:gd name="connsiteX17" fmla="*/ 1110712 w 2499699"/>
                  <a:gd name="connsiteY17" fmla="*/ 872377 h 1370370"/>
                  <a:gd name="connsiteX18" fmla="*/ 759346 w 2499699"/>
                  <a:gd name="connsiteY18" fmla="*/ 1020543 h 1370370"/>
                  <a:gd name="connsiteX19" fmla="*/ 518046 w 2499699"/>
                  <a:gd name="connsiteY19" fmla="*/ 1088277 h 1370370"/>
                  <a:gd name="connsiteX20" fmla="*/ 674679 w 2499699"/>
                  <a:gd name="connsiteY20" fmla="*/ 1211044 h 1370370"/>
                  <a:gd name="connsiteX21" fmla="*/ 805912 w 2499699"/>
                  <a:gd name="connsiteY21" fmla="*/ 1253377 h 1370370"/>
                  <a:gd name="connsiteX22" fmla="*/ 899045 w 2499699"/>
                  <a:gd name="connsiteY22" fmla="*/ 1261846 h 1370370"/>
                  <a:gd name="connsiteX23" fmla="*/ 1199614 w 2499699"/>
                  <a:gd name="connsiteY23" fmla="*/ 1261844 h 1370370"/>
                  <a:gd name="connsiteX24" fmla="*/ 1174213 w 2499699"/>
                  <a:gd name="connsiteY24" fmla="*/ 1359211 h 1370370"/>
                  <a:gd name="connsiteX25" fmla="*/ 729713 w 2499699"/>
                  <a:gd name="connsiteY25" fmla="*/ 1354977 h 1370370"/>
                  <a:gd name="connsiteX26" fmla="*/ 475712 w 2499699"/>
                  <a:gd name="connsiteY26" fmla="*/ 1240678 h 1370370"/>
                  <a:gd name="connsiteX27" fmla="*/ 276746 w 2499699"/>
                  <a:gd name="connsiteY27" fmla="*/ 1075577 h 1370370"/>
                  <a:gd name="connsiteX28" fmla="*/ 1579 w 2499699"/>
                  <a:gd name="connsiteY28" fmla="*/ 707277 h 1370370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2130946 w 2499699"/>
                  <a:gd name="connsiteY10" fmla="*/ 153656 h 1371315"/>
                  <a:gd name="connsiteX11" fmla="*/ 2465379 w 2499699"/>
                  <a:gd name="connsiteY11" fmla="*/ 1256 h 1371315"/>
                  <a:gd name="connsiteX12" fmla="*/ 2465380 w 2499699"/>
                  <a:gd name="connsiteY12" fmla="*/ 85922 h 1371315"/>
                  <a:gd name="connsiteX13" fmla="*/ 2257945 w 2499699"/>
                  <a:gd name="connsiteY13" fmla="*/ 170588 h 1371315"/>
                  <a:gd name="connsiteX14" fmla="*/ 2008179 w 2499699"/>
                  <a:gd name="connsiteY14" fmla="*/ 390722 h 1371315"/>
                  <a:gd name="connsiteX15" fmla="*/ 1864247 w 2499699"/>
                  <a:gd name="connsiteY15" fmla="*/ 653189 h 1371315"/>
                  <a:gd name="connsiteX16" fmla="*/ 1495945 w 2499699"/>
                  <a:gd name="connsiteY16" fmla="*/ 805590 h 1371315"/>
                  <a:gd name="connsiteX17" fmla="*/ 1110712 w 2499699"/>
                  <a:gd name="connsiteY17" fmla="*/ 873322 h 1371315"/>
                  <a:gd name="connsiteX18" fmla="*/ 759346 w 2499699"/>
                  <a:gd name="connsiteY18" fmla="*/ 1021488 h 1371315"/>
                  <a:gd name="connsiteX19" fmla="*/ 518046 w 2499699"/>
                  <a:gd name="connsiteY19" fmla="*/ 1089222 h 1371315"/>
                  <a:gd name="connsiteX20" fmla="*/ 674679 w 2499699"/>
                  <a:gd name="connsiteY20" fmla="*/ 1211989 h 1371315"/>
                  <a:gd name="connsiteX21" fmla="*/ 805912 w 2499699"/>
                  <a:gd name="connsiteY21" fmla="*/ 1254322 h 1371315"/>
                  <a:gd name="connsiteX22" fmla="*/ 899045 w 2499699"/>
                  <a:gd name="connsiteY22" fmla="*/ 1262791 h 1371315"/>
                  <a:gd name="connsiteX23" fmla="*/ 1199614 w 2499699"/>
                  <a:gd name="connsiteY23" fmla="*/ 1262789 h 1371315"/>
                  <a:gd name="connsiteX24" fmla="*/ 1174213 w 2499699"/>
                  <a:gd name="connsiteY24" fmla="*/ 1360156 h 1371315"/>
                  <a:gd name="connsiteX25" fmla="*/ 729713 w 2499699"/>
                  <a:gd name="connsiteY25" fmla="*/ 1355922 h 1371315"/>
                  <a:gd name="connsiteX26" fmla="*/ 475712 w 2499699"/>
                  <a:gd name="connsiteY26" fmla="*/ 1241623 h 1371315"/>
                  <a:gd name="connsiteX27" fmla="*/ 276746 w 2499699"/>
                  <a:gd name="connsiteY27" fmla="*/ 1076522 h 1371315"/>
                  <a:gd name="connsiteX28" fmla="*/ 1579 w 2499699"/>
                  <a:gd name="connsiteY28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2130946 w 2499699"/>
                  <a:gd name="connsiteY10" fmla="*/ 153656 h 1371315"/>
                  <a:gd name="connsiteX11" fmla="*/ 2465379 w 2499699"/>
                  <a:gd name="connsiteY11" fmla="*/ 1256 h 1371315"/>
                  <a:gd name="connsiteX12" fmla="*/ 2465380 w 2499699"/>
                  <a:gd name="connsiteY12" fmla="*/ 85922 h 1371315"/>
                  <a:gd name="connsiteX13" fmla="*/ 2257945 w 2499699"/>
                  <a:gd name="connsiteY13" fmla="*/ 170588 h 1371315"/>
                  <a:gd name="connsiteX14" fmla="*/ 2025112 w 2499699"/>
                  <a:gd name="connsiteY14" fmla="*/ 394956 h 1371315"/>
                  <a:gd name="connsiteX15" fmla="*/ 1864247 w 2499699"/>
                  <a:gd name="connsiteY15" fmla="*/ 653189 h 1371315"/>
                  <a:gd name="connsiteX16" fmla="*/ 1495945 w 2499699"/>
                  <a:gd name="connsiteY16" fmla="*/ 805590 h 1371315"/>
                  <a:gd name="connsiteX17" fmla="*/ 1110712 w 2499699"/>
                  <a:gd name="connsiteY17" fmla="*/ 873322 h 1371315"/>
                  <a:gd name="connsiteX18" fmla="*/ 759346 w 2499699"/>
                  <a:gd name="connsiteY18" fmla="*/ 1021488 h 1371315"/>
                  <a:gd name="connsiteX19" fmla="*/ 518046 w 2499699"/>
                  <a:gd name="connsiteY19" fmla="*/ 1089222 h 1371315"/>
                  <a:gd name="connsiteX20" fmla="*/ 674679 w 2499699"/>
                  <a:gd name="connsiteY20" fmla="*/ 1211989 h 1371315"/>
                  <a:gd name="connsiteX21" fmla="*/ 805912 w 2499699"/>
                  <a:gd name="connsiteY21" fmla="*/ 1254322 h 1371315"/>
                  <a:gd name="connsiteX22" fmla="*/ 899045 w 2499699"/>
                  <a:gd name="connsiteY22" fmla="*/ 1262791 h 1371315"/>
                  <a:gd name="connsiteX23" fmla="*/ 1199614 w 2499699"/>
                  <a:gd name="connsiteY23" fmla="*/ 1262789 h 1371315"/>
                  <a:gd name="connsiteX24" fmla="*/ 1174213 w 2499699"/>
                  <a:gd name="connsiteY24" fmla="*/ 1360156 h 1371315"/>
                  <a:gd name="connsiteX25" fmla="*/ 729713 w 2499699"/>
                  <a:gd name="connsiteY25" fmla="*/ 1355922 h 1371315"/>
                  <a:gd name="connsiteX26" fmla="*/ 475712 w 2499699"/>
                  <a:gd name="connsiteY26" fmla="*/ 1241623 h 1371315"/>
                  <a:gd name="connsiteX27" fmla="*/ 276746 w 2499699"/>
                  <a:gd name="connsiteY27" fmla="*/ 1076522 h 1371315"/>
                  <a:gd name="connsiteX28" fmla="*/ 1579 w 2499699"/>
                  <a:gd name="connsiteY28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79579 w 2499699"/>
                  <a:gd name="connsiteY9" fmla="*/ 560056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67913 w 2499699"/>
                  <a:gd name="connsiteY8" fmla="*/ 670122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63113 w 2499699"/>
                  <a:gd name="connsiteY7" fmla="*/ 720922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9913 w 2499699"/>
                  <a:gd name="connsiteY6" fmla="*/ 780189 h 1371315"/>
                  <a:gd name="connsiteX7" fmla="*/ 1254647 w 2499699"/>
                  <a:gd name="connsiteY7" fmla="*/ 729389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29389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63256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336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214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733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76379 w 2499699"/>
                  <a:gd name="connsiteY8" fmla="*/ 6912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746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518046 w 2499699"/>
                  <a:gd name="connsiteY20" fmla="*/ 1089222 h 1371315"/>
                  <a:gd name="connsiteX21" fmla="*/ 6619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492646 w 2499699"/>
                  <a:gd name="connsiteY20" fmla="*/ 1106156 h 1371315"/>
                  <a:gd name="connsiteX21" fmla="*/ 661979 w 2499699"/>
                  <a:gd name="connsiteY21" fmla="*/ 1211989 h 1371315"/>
                  <a:gd name="connsiteX22" fmla="*/ 805912 w 2499699"/>
                  <a:gd name="connsiteY22" fmla="*/ 1254322 h 1371315"/>
                  <a:gd name="connsiteX23" fmla="*/ 899045 w 2499699"/>
                  <a:gd name="connsiteY23" fmla="*/ 1262791 h 1371315"/>
                  <a:gd name="connsiteX24" fmla="*/ 1199614 w 2499699"/>
                  <a:gd name="connsiteY24" fmla="*/ 1262789 h 1371315"/>
                  <a:gd name="connsiteX25" fmla="*/ 1174213 w 2499699"/>
                  <a:gd name="connsiteY25" fmla="*/ 1360156 h 1371315"/>
                  <a:gd name="connsiteX26" fmla="*/ 729713 w 2499699"/>
                  <a:gd name="connsiteY26" fmla="*/ 1355922 h 1371315"/>
                  <a:gd name="connsiteX27" fmla="*/ 475712 w 2499699"/>
                  <a:gd name="connsiteY27" fmla="*/ 1241623 h 1371315"/>
                  <a:gd name="connsiteX28" fmla="*/ 276746 w 2499699"/>
                  <a:gd name="connsiteY28" fmla="*/ 1076522 h 1371315"/>
                  <a:gd name="connsiteX29" fmla="*/ 1579 w 2499699"/>
                  <a:gd name="connsiteY29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759346 w 2499699"/>
                  <a:gd name="connsiteY19" fmla="*/ 1008788 h 1371315"/>
                  <a:gd name="connsiteX20" fmla="*/ 619645 w 2499699"/>
                  <a:gd name="connsiteY20" fmla="*/ 10765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765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638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1315"/>
                  <a:gd name="connsiteX1" fmla="*/ 166679 w 2499699"/>
                  <a:gd name="connsiteY1" fmla="*/ 576990 h 1371315"/>
                  <a:gd name="connsiteX2" fmla="*/ 221713 w 2499699"/>
                  <a:gd name="connsiteY2" fmla="*/ 627789 h 1371315"/>
                  <a:gd name="connsiteX3" fmla="*/ 391046 w 2499699"/>
                  <a:gd name="connsiteY3" fmla="*/ 890256 h 1371315"/>
                  <a:gd name="connsiteX4" fmla="*/ 518046 w 2499699"/>
                  <a:gd name="connsiteY4" fmla="*/ 966456 h 1371315"/>
                  <a:gd name="connsiteX5" fmla="*/ 763579 w 2499699"/>
                  <a:gd name="connsiteY5" fmla="*/ 898722 h 1371315"/>
                  <a:gd name="connsiteX6" fmla="*/ 1055680 w 2499699"/>
                  <a:gd name="connsiteY6" fmla="*/ 801355 h 1371315"/>
                  <a:gd name="connsiteX7" fmla="*/ 1254647 w 2499699"/>
                  <a:gd name="connsiteY7" fmla="*/ 746323 h 1371315"/>
                  <a:gd name="connsiteX8" fmla="*/ 1580613 w 2499699"/>
                  <a:gd name="connsiteY8" fmla="*/ 678589 h 1371315"/>
                  <a:gd name="connsiteX9" fmla="*/ 1796512 w 2499699"/>
                  <a:gd name="connsiteY9" fmla="*/ 568522 h 1371315"/>
                  <a:gd name="connsiteX10" fmla="*/ 1936212 w 2499699"/>
                  <a:gd name="connsiteY10" fmla="*/ 352624 h 1371315"/>
                  <a:gd name="connsiteX11" fmla="*/ 2130946 w 2499699"/>
                  <a:gd name="connsiteY11" fmla="*/ 153656 h 1371315"/>
                  <a:gd name="connsiteX12" fmla="*/ 2465379 w 2499699"/>
                  <a:gd name="connsiteY12" fmla="*/ 1256 h 1371315"/>
                  <a:gd name="connsiteX13" fmla="*/ 2465380 w 2499699"/>
                  <a:gd name="connsiteY13" fmla="*/ 85922 h 1371315"/>
                  <a:gd name="connsiteX14" fmla="*/ 2257945 w 2499699"/>
                  <a:gd name="connsiteY14" fmla="*/ 170588 h 1371315"/>
                  <a:gd name="connsiteX15" fmla="*/ 2025112 w 2499699"/>
                  <a:gd name="connsiteY15" fmla="*/ 394956 h 1371315"/>
                  <a:gd name="connsiteX16" fmla="*/ 1864247 w 2499699"/>
                  <a:gd name="connsiteY16" fmla="*/ 653189 h 1371315"/>
                  <a:gd name="connsiteX17" fmla="*/ 1495945 w 2499699"/>
                  <a:gd name="connsiteY17" fmla="*/ 805590 h 1371315"/>
                  <a:gd name="connsiteX18" fmla="*/ 1110712 w 2499699"/>
                  <a:gd name="connsiteY18" fmla="*/ 886022 h 1371315"/>
                  <a:gd name="connsiteX19" fmla="*/ 818613 w 2499699"/>
                  <a:gd name="connsiteY19" fmla="*/ 983388 h 1371315"/>
                  <a:gd name="connsiteX20" fmla="*/ 619645 w 2499699"/>
                  <a:gd name="connsiteY20" fmla="*/ 1063824 h 1371315"/>
                  <a:gd name="connsiteX21" fmla="*/ 492646 w 2499699"/>
                  <a:gd name="connsiteY21" fmla="*/ 1106156 h 1371315"/>
                  <a:gd name="connsiteX22" fmla="*/ 661979 w 2499699"/>
                  <a:gd name="connsiteY22" fmla="*/ 1211989 h 1371315"/>
                  <a:gd name="connsiteX23" fmla="*/ 805912 w 2499699"/>
                  <a:gd name="connsiteY23" fmla="*/ 1254322 h 1371315"/>
                  <a:gd name="connsiteX24" fmla="*/ 899045 w 2499699"/>
                  <a:gd name="connsiteY24" fmla="*/ 1262791 h 1371315"/>
                  <a:gd name="connsiteX25" fmla="*/ 1199614 w 2499699"/>
                  <a:gd name="connsiteY25" fmla="*/ 1262789 h 1371315"/>
                  <a:gd name="connsiteX26" fmla="*/ 1174213 w 2499699"/>
                  <a:gd name="connsiteY26" fmla="*/ 1360156 h 1371315"/>
                  <a:gd name="connsiteX27" fmla="*/ 729713 w 2499699"/>
                  <a:gd name="connsiteY27" fmla="*/ 1355922 h 1371315"/>
                  <a:gd name="connsiteX28" fmla="*/ 475712 w 2499699"/>
                  <a:gd name="connsiteY28" fmla="*/ 1241623 h 1371315"/>
                  <a:gd name="connsiteX29" fmla="*/ 276746 w 2499699"/>
                  <a:gd name="connsiteY29" fmla="*/ 1076522 h 1371315"/>
                  <a:gd name="connsiteX30" fmla="*/ 1579 w 2499699"/>
                  <a:gd name="connsiteY30" fmla="*/ 708222 h 1371315"/>
                  <a:gd name="connsiteX0" fmla="*/ 1579 w 2499699"/>
                  <a:gd name="connsiteY0" fmla="*/ 708222 h 1373024"/>
                  <a:gd name="connsiteX1" fmla="*/ 166679 w 2499699"/>
                  <a:gd name="connsiteY1" fmla="*/ 576990 h 1373024"/>
                  <a:gd name="connsiteX2" fmla="*/ 221713 w 2499699"/>
                  <a:gd name="connsiteY2" fmla="*/ 627789 h 1373024"/>
                  <a:gd name="connsiteX3" fmla="*/ 391046 w 2499699"/>
                  <a:gd name="connsiteY3" fmla="*/ 890256 h 1373024"/>
                  <a:gd name="connsiteX4" fmla="*/ 518046 w 2499699"/>
                  <a:gd name="connsiteY4" fmla="*/ 966456 h 1373024"/>
                  <a:gd name="connsiteX5" fmla="*/ 763579 w 2499699"/>
                  <a:gd name="connsiteY5" fmla="*/ 898722 h 1373024"/>
                  <a:gd name="connsiteX6" fmla="*/ 1055680 w 2499699"/>
                  <a:gd name="connsiteY6" fmla="*/ 801355 h 1373024"/>
                  <a:gd name="connsiteX7" fmla="*/ 1254647 w 2499699"/>
                  <a:gd name="connsiteY7" fmla="*/ 746323 h 1373024"/>
                  <a:gd name="connsiteX8" fmla="*/ 1580613 w 2499699"/>
                  <a:gd name="connsiteY8" fmla="*/ 678589 h 1373024"/>
                  <a:gd name="connsiteX9" fmla="*/ 1796512 w 2499699"/>
                  <a:gd name="connsiteY9" fmla="*/ 568522 h 1373024"/>
                  <a:gd name="connsiteX10" fmla="*/ 1936212 w 2499699"/>
                  <a:gd name="connsiteY10" fmla="*/ 352624 h 1373024"/>
                  <a:gd name="connsiteX11" fmla="*/ 2130946 w 2499699"/>
                  <a:gd name="connsiteY11" fmla="*/ 153656 h 1373024"/>
                  <a:gd name="connsiteX12" fmla="*/ 2465379 w 2499699"/>
                  <a:gd name="connsiteY12" fmla="*/ 1256 h 1373024"/>
                  <a:gd name="connsiteX13" fmla="*/ 2465380 w 2499699"/>
                  <a:gd name="connsiteY13" fmla="*/ 85922 h 1373024"/>
                  <a:gd name="connsiteX14" fmla="*/ 2257945 w 2499699"/>
                  <a:gd name="connsiteY14" fmla="*/ 170588 h 1373024"/>
                  <a:gd name="connsiteX15" fmla="*/ 2025112 w 2499699"/>
                  <a:gd name="connsiteY15" fmla="*/ 394956 h 1373024"/>
                  <a:gd name="connsiteX16" fmla="*/ 1864247 w 2499699"/>
                  <a:gd name="connsiteY16" fmla="*/ 653189 h 1373024"/>
                  <a:gd name="connsiteX17" fmla="*/ 1495945 w 2499699"/>
                  <a:gd name="connsiteY17" fmla="*/ 805590 h 1373024"/>
                  <a:gd name="connsiteX18" fmla="*/ 1110712 w 2499699"/>
                  <a:gd name="connsiteY18" fmla="*/ 886022 h 1373024"/>
                  <a:gd name="connsiteX19" fmla="*/ 818613 w 2499699"/>
                  <a:gd name="connsiteY19" fmla="*/ 983388 h 1373024"/>
                  <a:gd name="connsiteX20" fmla="*/ 619645 w 2499699"/>
                  <a:gd name="connsiteY20" fmla="*/ 1063824 h 1373024"/>
                  <a:gd name="connsiteX21" fmla="*/ 492646 w 2499699"/>
                  <a:gd name="connsiteY21" fmla="*/ 1106156 h 1373024"/>
                  <a:gd name="connsiteX22" fmla="*/ 661979 w 2499699"/>
                  <a:gd name="connsiteY22" fmla="*/ 1211989 h 1373024"/>
                  <a:gd name="connsiteX23" fmla="*/ 805912 w 2499699"/>
                  <a:gd name="connsiteY23" fmla="*/ 1254322 h 1373024"/>
                  <a:gd name="connsiteX24" fmla="*/ 899045 w 2499699"/>
                  <a:gd name="connsiteY24" fmla="*/ 1262791 h 1373024"/>
                  <a:gd name="connsiteX25" fmla="*/ 1212314 w 2499699"/>
                  <a:gd name="connsiteY25" fmla="*/ 1237389 h 1373024"/>
                  <a:gd name="connsiteX26" fmla="*/ 1174213 w 2499699"/>
                  <a:gd name="connsiteY26" fmla="*/ 1360156 h 1373024"/>
                  <a:gd name="connsiteX27" fmla="*/ 729713 w 2499699"/>
                  <a:gd name="connsiteY27" fmla="*/ 1355922 h 1373024"/>
                  <a:gd name="connsiteX28" fmla="*/ 475712 w 2499699"/>
                  <a:gd name="connsiteY28" fmla="*/ 1241623 h 1373024"/>
                  <a:gd name="connsiteX29" fmla="*/ 276746 w 2499699"/>
                  <a:gd name="connsiteY29" fmla="*/ 1076522 h 1373024"/>
                  <a:gd name="connsiteX30" fmla="*/ 1579 w 2499699"/>
                  <a:gd name="connsiteY30" fmla="*/ 708222 h 1373024"/>
                  <a:gd name="connsiteX0" fmla="*/ 1579 w 2499699"/>
                  <a:gd name="connsiteY0" fmla="*/ 708222 h 1361981"/>
                  <a:gd name="connsiteX1" fmla="*/ 166679 w 2499699"/>
                  <a:gd name="connsiteY1" fmla="*/ 576990 h 1361981"/>
                  <a:gd name="connsiteX2" fmla="*/ 221713 w 2499699"/>
                  <a:gd name="connsiteY2" fmla="*/ 627789 h 1361981"/>
                  <a:gd name="connsiteX3" fmla="*/ 391046 w 2499699"/>
                  <a:gd name="connsiteY3" fmla="*/ 890256 h 1361981"/>
                  <a:gd name="connsiteX4" fmla="*/ 518046 w 2499699"/>
                  <a:gd name="connsiteY4" fmla="*/ 966456 h 1361981"/>
                  <a:gd name="connsiteX5" fmla="*/ 763579 w 2499699"/>
                  <a:gd name="connsiteY5" fmla="*/ 898722 h 1361981"/>
                  <a:gd name="connsiteX6" fmla="*/ 1055680 w 2499699"/>
                  <a:gd name="connsiteY6" fmla="*/ 801355 h 1361981"/>
                  <a:gd name="connsiteX7" fmla="*/ 1254647 w 2499699"/>
                  <a:gd name="connsiteY7" fmla="*/ 746323 h 1361981"/>
                  <a:gd name="connsiteX8" fmla="*/ 1580613 w 2499699"/>
                  <a:gd name="connsiteY8" fmla="*/ 678589 h 1361981"/>
                  <a:gd name="connsiteX9" fmla="*/ 1796512 w 2499699"/>
                  <a:gd name="connsiteY9" fmla="*/ 568522 h 1361981"/>
                  <a:gd name="connsiteX10" fmla="*/ 1936212 w 2499699"/>
                  <a:gd name="connsiteY10" fmla="*/ 352624 h 1361981"/>
                  <a:gd name="connsiteX11" fmla="*/ 2130946 w 2499699"/>
                  <a:gd name="connsiteY11" fmla="*/ 153656 h 1361981"/>
                  <a:gd name="connsiteX12" fmla="*/ 2465379 w 2499699"/>
                  <a:gd name="connsiteY12" fmla="*/ 1256 h 1361981"/>
                  <a:gd name="connsiteX13" fmla="*/ 2465380 w 2499699"/>
                  <a:gd name="connsiteY13" fmla="*/ 85922 h 1361981"/>
                  <a:gd name="connsiteX14" fmla="*/ 2257945 w 2499699"/>
                  <a:gd name="connsiteY14" fmla="*/ 170588 h 1361981"/>
                  <a:gd name="connsiteX15" fmla="*/ 2025112 w 2499699"/>
                  <a:gd name="connsiteY15" fmla="*/ 394956 h 1361981"/>
                  <a:gd name="connsiteX16" fmla="*/ 1864247 w 2499699"/>
                  <a:gd name="connsiteY16" fmla="*/ 653189 h 1361981"/>
                  <a:gd name="connsiteX17" fmla="*/ 1495945 w 2499699"/>
                  <a:gd name="connsiteY17" fmla="*/ 805590 h 1361981"/>
                  <a:gd name="connsiteX18" fmla="*/ 1110712 w 2499699"/>
                  <a:gd name="connsiteY18" fmla="*/ 886022 h 1361981"/>
                  <a:gd name="connsiteX19" fmla="*/ 818613 w 2499699"/>
                  <a:gd name="connsiteY19" fmla="*/ 983388 h 1361981"/>
                  <a:gd name="connsiteX20" fmla="*/ 619645 w 2499699"/>
                  <a:gd name="connsiteY20" fmla="*/ 1063824 h 1361981"/>
                  <a:gd name="connsiteX21" fmla="*/ 492646 w 2499699"/>
                  <a:gd name="connsiteY21" fmla="*/ 1106156 h 1361981"/>
                  <a:gd name="connsiteX22" fmla="*/ 661979 w 2499699"/>
                  <a:gd name="connsiteY22" fmla="*/ 1211989 h 1361981"/>
                  <a:gd name="connsiteX23" fmla="*/ 805912 w 2499699"/>
                  <a:gd name="connsiteY23" fmla="*/ 1254322 h 1361981"/>
                  <a:gd name="connsiteX24" fmla="*/ 899045 w 2499699"/>
                  <a:gd name="connsiteY24" fmla="*/ 1262791 h 1361981"/>
                  <a:gd name="connsiteX25" fmla="*/ 1212314 w 2499699"/>
                  <a:gd name="connsiteY25" fmla="*/ 1237389 h 1361981"/>
                  <a:gd name="connsiteX26" fmla="*/ 1254646 w 2499699"/>
                  <a:gd name="connsiteY26" fmla="*/ 1334756 h 1361981"/>
                  <a:gd name="connsiteX27" fmla="*/ 729713 w 2499699"/>
                  <a:gd name="connsiteY27" fmla="*/ 1355922 h 1361981"/>
                  <a:gd name="connsiteX28" fmla="*/ 475712 w 2499699"/>
                  <a:gd name="connsiteY28" fmla="*/ 1241623 h 1361981"/>
                  <a:gd name="connsiteX29" fmla="*/ 276746 w 2499699"/>
                  <a:gd name="connsiteY29" fmla="*/ 1076522 h 1361981"/>
                  <a:gd name="connsiteX30" fmla="*/ 1579 w 2499699"/>
                  <a:gd name="connsiteY30" fmla="*/ 708222 h 1361981"/>
                  <a:gd name="connsiteX0" fmla="*/ 1579 w 2499699"/>
                  <a:gd name="connsiteY0" fmla="*/ 708222 h 1364434"/>
                  <a:gd name="connsiteX1" fmla="*/ 166679 w 2499699"/>
                  <a:gd name="connsiteY1" fmla="*/ 576990 h 1364434"/>
                  <a:gd name="connsiteX2" fmla="*/ 221713 w 2499699"/>
                  <a:gd name="connsiteY2" fmla="*/ 627789 h 1364434"/>
                  <a:gd name="connsiteX3" fmla="*/ 391046 w 2499699"/>
                  <a:gd name="connsiteY3" fmla="*/ 890256 h 1364434"/>
                  <a:gd name="connsiteX4" fmla="*/ 518046 w 2499699"/>
                  <a:gd name="connsiteY4" fmla="*/ 966456 h 1364434"/>
                  <a:gd name="connsiteX5" fmla="*/ 763579 w 2499699"/>
                  <a:gd name="connsiteY5" fmla="*/ 898722 h 1364434"/>
                  <a:gd name="connsiteX6" fmla="*/ 1055680 w 2499699"/>
                  <a:gd name="connsiteY6" fmla="*/ 801355 h 1364434"/>
                  <a:gd name="connsiteX7" fmla="*/ 1254647 w 2499699"/>
                  <a:gd name="connsiteY7" fmla="*/ 746323 h 1364434"/>
                  <a:gd name="connsiteX8" fmla="*/ 1580613 w 2499699"/>
                  <a:gd name="connsiteY8" fmla="*/ 678589 h 1364434"/>
                  <a:gd name="connsiteX9" fmla="*/ 1796512 w 2499699"/>
                  <a:gd name="connsiteY9" fmla="*/ 568522 h 1364434"/>
                  <a:gd name="connsiteX10" fmla="*/ 1936212 w 2499699"/>
                  <a:gd name="connsiteY10" fmla="*/ 352624 h 1364434"/>
                  <a:gd name="connsiteX11" fmla="*/ 2130946 w 2499699"/>
                  <a:gd name="connsiteY11" fmla="*/ 153656 h 1364434"/>
                  <a:gd name="connsiteX12" fmla="*/ 2465379 w 2499699"/>
                  <a:gd name="connsiteY12" fmla="*/ 1256 h 1364434"/>
                  <a:gd name="connsiteX13" fmla="*/ 2465380 w 2499699"/>
                  <a:gd name="connsiteY13" fmla="*/ 85922 h 1364434"/>
                  <a:gd name="connsiteX14" fmla="*/ 2257945 w 2499699"/>
                  <a:gd name="connsiteY14" fmla="*/ 170588 h 1364434"/>
                  <a:gd name="connsiteX15" fmla="*/ 2025112 w 2499699"/>
                  <a:gd name="connsiteY15" fmla="*/ 394956 h 1364434"/>
                  <a:gd name="connsiteX16" fmla="*/ 1864247 w 2499699"/>
                  <a:gd name="connsiteY16" fmla="*/ 653189 h 1364434"/>
                  <a:gd name="connsiteX17" fmla="*/ 1495945 w 2499699"/>
                  <a:gd name="connsiteY17" fmla="*/ 805590 h 1364434"/>
                  <a:gd name="connsiteX18" fmla="*/ 1110712 w 2499699"/>
                  <a:gd name="connsiteY18" fmla="*/ 886022 h 1364434"/>
                  <a:gd name="connsiteX19" fmla="*/ 818613 w 2499699"/>
                  <a:gd name="connsiteY19" fmla="*/ 983388 h 1364434"/>
                  <a:gd name="connsiteX20" fmla="*/ 619645 w 2499699"/>
                  <a:gd name="connsiteY20" fmla="*/ 1063824 h 1364434"/>
                  <a:gd name="connsiteX21" fmla="*/ 492646 w 2499699"/>
                  <a:gd name="connsiteY21" fmla="*/ 1106156 h 1364434"/>
                  <a:gd name="connsiteX22" fmla="*/ 661979 w 2499699"/>
                  <a:gd name="connsiteY22" fmla="*/ 1211989 h 1364434"/>
                  <a:gd name="connsiteX23" fmla="*/ 805912 w 2499699"/>
                  <a:gd name="connsiteY23" fmla="*/ 1254322 h 1364434"/>
                  <a:gd name="connsiteX24" fmla="*/ 899045 w 2499699"/>
                  <a:gd name="connsiteY24" fmla="*/ 1262791 h 1364434"/>
                  <a:gd name="connsiteX25" fmla="*/ 1377414 w 2499699"/>
                  <a:gd name="connsiteY25" fmla="*/ 1165422 h 1364434"/>
                  <a:gd name="connsiteX26" fmla="*/ 1254646 w 2499699"/>
                  <a:gd name="connsiteY26" fmla="*/ 1334756 h 1364434"/>
                  <a:gd name="connsiteX27" fmla="*/ 729713 w 2499699"/>
                  <a:gd name="connsiteY27" fmla="*/ 1355922 h 1364434"/>
                  <a:gd name="connsiteX28" fmla="*/ 475712 w 2499699"/>
                  <a:gd name="connsiteY28" fmla="*/ 1241623 h 1364434"/>
                  <a:gd name="connsiteX29" fmla="*/ 276746 w 2499699"/>
                  <a:gd name="connsiteY29" fmla="*/ 1076522 h 1364434"/>
                  <a:gd name="connsiteX30" fmla="*/ 1579 w 2499699"/>
                  <a:gd name="connsiteY30" fmla="*/ 708222 h 1364434"/>
                  <a:gd name="connsiteX0" fmla="*/ 1579 w 2499699"/>
                  <a:gd name="connsiteY0" fmla="*/ 708222 h 1356629"/>
                  <a:gd name="connsiteX1" fmla="*/ 166679 w 2499699"/>
                  <a:gd name="connsiteY1" fmla="*/ 576990 h 1356629"/>
                  <a:gd name="connsiteX2" fmla="*/ 221713 w 2499699"/>
                  <a:gd name="connsiteY2" fmla="*/ 627789 h 1356629"/>
                  <a:gd name="connsiteX3" fmla="*/ 391046 w 2499699"/>
                  <a:gd name="connsiteY3" fmla="*/ 890256 h 1356629"/>
                  <a:gd name="connsiteX4" fmla="*/ 518046 w 2499699"/>
                  <a:gd name="connsiteY4" fmla="*/ 966456 h 1356629"/>
                  <a:gd name="connsiteX5" fmla="*/ 763579 w 2499699"/>
                  <a:gd name="connsiteY5" fmla="*/ 898722 h 1356629"/>
                  <a:gd name="connsiteX6" fmla="*/ 1055680 w 2499699"/>
                  <a:gd name="connsiteY6" fmla="*/ 801355 h 1356629"/>
                  <a:gd name="connsiteX7" fmla="*/ 1254647 w 2499699"/>
                  <a:gd name="connsiteY7" fmla="*/ 746323 h 1356629"/>
                  <a:gd name="connsiteX8" fmla="*/ 1580613 w 2499699"/>
                  <a:gd name="connsiteY8" fmla="*/ 678589 h 1356629"/>
                  <a:gd name="connsiteX9" fmla="*/ 1796512 w 2499699"/>
                  <a:gd name="connsiteY9" fmla="*/ 568522 h 1356629"/>
                  <a:gd name="connsiteX10" fmla="*/ 1936212 w 2499699"/>
                  <a:gd name="connsiteY10" fmla="*/ 352624 h 1356629"/>
                  <a:gd name="connsiteX11" fmla="*/ 2130946 w 2499699"/>
                  <a:gd name="connsiteY11" fmla="*/ 153656 h 1356629"/>
                  <a:gd name="connsiteX12" fmla="*/ 2465379 w 2499699"/>
                  <a:gd name="connsiteY12" fmla="*/ 1256 h 1356629"/>
                  <a:gd name="connsiteX13" fmla="*/ 2465380 w 2499699"/>
                  <a:gd name="connsiteY13" fmla="*/ 85922 h 1356629"/>
                  <a:gd name="connsiteX14" fmla="*/ 2257945 w 2499699"/>
                  <a:gd name="connsiteY14" fmla="*/ 170588 h 1356629"/>
                  <a:gd name="connsiteX15" fmla="*/ 2025112 w 2499699"/>
                  <a:gd name="connsiteY15" fmla="*/ 394956 h 1356629"/>
                  <a:gd name="connsiteX16" fmla="*/ 1864247 w 2499699"/>
                  <a:gd name="connsiteY16" fmla="*/ 653189 h 1356629"/>
                  <a:gd name="connsiteX17" fmla="*/ 1495945 w 2499699"/>
                  <a:gd name="connsiteY17" fmla="*/ 805590 h 1356629"/>
                  <a:gd name="connsiteX18" fmla="*/ 1110712 w 2499699"/>
                  <a:gd name="connsiteY18" fmla="*/ 886022 h 1356629"/>
                  <a:gd name="connsiteX19" fmla="*/ 818613 w 2499699"/>
                  <a:gd name="connsiteY19" fmla="*/ 983388 h 1356629"/>
                  <a:gd name="connsiteX20" fmla="*/ 619645 w 2499699"/>
                  <a:gd name="connsiteY20" fmla="*/ 1063824 h 1356629"/>
                  <a:gd name="connsiteX21" fmla="*/ 492646 w 2499699"/>
                  <a:gd name="connsiteY21" fmla="*/ 1106156 h 1356629"/>
                  <a:gd name="connsiteX22" fmla="*/ 661979 w 2499699"/>
                  <a:gd name="connsiteY22" fmla="*/ 1211989 h 1356629"/>
                  <a:gd name="connsiteX23" fmla="*/ 805912 w 2499699"/>
                  <a:gd name="connsiteY23" fmla="*/ 1254322 h 1356629"/>
                  <a:gd name="connsiteX24" fmla="*/ 899045 w 2499699"/>
                  <a:gd name="connsiteY24" fmla="*/ 1262791 h 1356629"/>
                  <a:gd name="connsiteX25" fmla="*/ 1377414 w 2499699"/>
                  <a:gd name="connsiteY25" fmla="*/ 1165422 h 1356629"/>
                  <a:gd name="connsiteX26" fmla="*/ 1313913 w 2499699"/>
                  <a:gd name="connsiteY26" fmla="*/ 1283956 h 1356629"/>
                  <a:gd name="connsiteX27" fmla="*/ 729713 w 2499699"/>
                  <a:gd name="connsiteY27" fmla="*/ 1355922 h 1356629"/>
                  <a:gd name="connsiteX28" fmla="*/ 475712 w 2499699"/>
                  <a:gd name="connsiteY28" fmla="*/ 1241623 h 1356629"/>
                  <a:gd name="connsiteX29" fmla="*/ 276746 w 2499699"/>
                  <a:gd name="connsiteY29" fmla="*/ 1076522 h 1356629"/>
                  <a:gd name="connsiteX30" fmla="*/ 1579 w 2499699"/>
                  <a:gd name="connsiteY30" fmla="*/ 708222 h 1356629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377414 w 2499699"/>
                  <a:gd name="connsiteY25" fmla="*/ 1165422 h 1365012"/>
                  <a:gd name="connsiteX26" fmla="*/ 1313913 w 2499699"/>
                  <a:gd name="connsiteY26" fmla="*/ 1283956 h 1365012"/>
                  <a:gd name="connsiteX27" fmla="*/ 805913 w 2499699"/>
                  <a:gd name="connsiteY27" fmla="*/ 1364388 h 1365012"/>
                  <a:gd name="connsiteX28" fmla="*/ 475712 w 2499699"/>
                  <a:gd name="connsiteY28" fmla="*/ 1241623 h 1365012"/>
                  <a:gd name="connsiteX29" fmla="*/ 276746 w 2499699"/>
                  <a:gd name="connsiteY29" fmla="*/ 1076522 h 1365012"/>
                  <a:gd name="connsiteX30" fmla="*/ 1579 w 2499699"/>
                  <a:gd name="connsiteY30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377414 w 2499699"/>
                  <a:gd name="connsiteY25" fmla="*/ 1165422 h 1365012"/>
                  <a:gd name="connsiteX26" fmla="*/ 1313913 w 2499699"/>
                  <a:gd name="connsiteY26" fmla="*/ 1283956 h 1365012"/>
                  <a:gd name="connsiteX27" fmla="*/ 856713 w 2499699"/>
                  <a:gd name="connsiteY27" fmla="*/ 1364388 h 1365012"/>
                  <a:gd name="connsiteX28" fmla="*/ 475712 w 2499699"/>
                  <a:gd name="connsiteY28" fmla="*/ 1241623 h 1365012"/>
                  <a:gd name="connsiteX29" fmla="*/ 276746 w 2499699"/>
                  <a:gd name="connsiteY29" fmla="*/ 1076522 h 1365012"/>
                  <a:gd name="connsiteX30" fmla="*/ 1579 w 2499699"/>
                  <a:gd name="connsiteY30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996412 w 2499699"/>
                  <a:gd name="connsiteY25" fmla="*/ 1258557 h 1365012"/>
                  <a:gd name="connsiteX26" fmla="*/ 1377414 w 2499699"/>
                  <a:gd name="connsiteY26" fmla="*/ 1165422 h 1365012"/>
                  <a:gd name="connsiteX27" fmla="*/ 1313913 w 2499699"/>
                  <a:gd name="connsiteY27" fmla="*/ 1283956 h 1365012"/>
                  <a:gd name="connsiteX28" fmla="*/ 856713 w 2499699"/>
                  <a:gd name="connsiteY28" fmla="*/ 1364388 h 1365012"/>
                  <a:gd name="connsiteX29" fmla="*/ 475712 w 2499699"/>
                  <a:gd name="connsiteY29" fmla="*/ 1241623 h 1365012"/>
                  <a:gd name="connsiteX30" fmla="*/ 276746 w 2499699"/>
                  <a:gd name="connsiteY30" fmla="*/ 1076522 h 1365012"/>
                  <a:gd name="connsiteX31" fmla="*/ 1579 w 2499699"/>
                  <a:gd name="connsiteY31" fmla="*/ 708222 h 1365012"/>
                  <a:gd name="connsiteX0" fmla="*/ 1579 w 2499699"/>
                  <a:gd name="connsiteY0" fmla="*/ 708222 h 1365012"/>
                  <a:gd name="connsiteX1" fmla="*/ 166679 w 2499699"/>
                  <a:gd name="connsiteY1" fmla="*/ 576990 h 1365012"/>
                  <a:gd name="connsiteX2" fmla="*/ 221713 w 2499699"/>
                  <a:gd name="connsiteY2" fmla="*/ 627789 h 1365012"/>
                  <a:gd name="connsiteX3" fmla="*/ 391046 w 2499699"/>
                  <a:gd name="connsiteY3" fmla="*/ 890256 h 1365012"/>
                  <a:gd name="connsiteX4" fmla="*/ 518046 w 2499699"/>
                  <a:gd name="connsiteY4" fmla="*/ 966456 h 1365012"/>
                  <a:gd name="connsiteX5" fmla="*/ 763579 w 2499699"/>
                  <a:gd name="connsiteY5" fmla="*/ 898722 h 1365012"/>
                  <a:gd name="connsiteX6" fmla="*/ 1055680 w 2499699"/>
                  <a:gd name="connsiteY6" fmla="*/ 801355 h 1365012"/>
                  <a:gd name="connsiteX7" fmla="*/ 1254647 w 2499699"/>
                  <a:gd name="connsiteY7" fmla="*/ 746323 h 1365012"/>
                  <a:gd name="connsiteX8" fmla="*/ 1580613 w 2499699"/>
                  <a:gd name="connsiteY8" fmla="*/ 678589 h 1365012"/>
                  <a:gd name="connsiteX9" fmla="*/ 1796512 w 2499699"/>
                  <a:gd name="connsiteY9" fmla="*/ 568522 h 1365012"/>
                  <a:gd name="connsiteX10" fmla="*/ 1936212 w 2499699"/>
                  <a:gd name="connsiteY10" fmla="*/ 352624 h 1365012"/>
                  <a:gd name="connsiteX11" fmla="*/ 2130946 w 2499699"/>
                  <a:gd name="connsiteY11" fmla="*/ 153656 h 1365012"/>
                  <a:gd name="connsiteX12" fmla="*/ 2465379 w 2499699"/>
                  <a:gd name="connsiteY12" fmla="*/ 1256 h 1365012"/>
                  <a:gd name="connsiteX13" fmla="*/ 2465380 w 2499699"/>
                  <a:gd name="connsiteY13" fmla="*/ 85922 h 1365012"/>
                  <a:gd name="connsiteX14" fmla="*/ 2257945 w 2499699"/>
                  <a:gd name="connsiteY14" fmla="*/ 170588 h 1365012"/>
                  <a:gd name="connsiteX15" fmla="*/ 2025112 w 2499699"/>
                  <a:gd name="connsiteY15" fmla="*/ 394956 h 1365012"/>
                  <a:gd name="connsiteX16" fmla="*/ 1864247 w 2499699"/>
                  <a:gd name="connsiteY16" fmla="*/ 653189 h 1365012"/>
                  <a:gd name="connsiteX17" fmla="*/ 1495945 w 2499699"/>
                  <a:gd name="connsiteY17" fmla="*/ 805590 h 1365012"/>
                  <a:gd name="connsiteX18" fmla="*/ 1110712 w 2499699"/>
                  <a:gd name="connsiteY18" fmla="*/ 886022 h 1365012"/>
                  <a:gd name="connsiteX19" fmla="*/ 818613 w 2499699"/>
                  <a:gd name="connsiteY19" fmla="*/ 983388 h 1365012"/>
                  <a:gd name="connsiteX20" fmla="*/ 619645 w 2499699"/>
                  <a:gd name="connsiteY20" fmla="*/ 1063824 h 1365012"/>
                  <a:gd name="connsiteX21" fmla="*/ 492646 w 2499699"/>
                  <a:gd name="connsiteY21" fmla="*/ 1106156 h 1365012"/>
                  <a:gd name="connsiteX22" fmla="*/ 661979 w 2499699"/>
                  <a:gd name="connsiteY22" fmla="*/ 1211989 h 1365012"/>
                  <a:gd name="connsiteX23" fmla="*/ 805912 w 2499699"/>
                  <a:gd name="connsiteY23" fmla="*/ 1254322 h 1365012"/>
                  <a:gd name="connsiteX24" fmla="*/ 899045 w 2499699"/>
                  <a:gd name="connsiteY24" fmla="*/ 1262791 h 1365012"/>
                  <a:gd name="connsiteX25" fmla="*/ 1038745 w 2499699"/>
                  <a:gd name="connsiteY25" fmla="*/ 1245857 h 1365012"/>
                  <a:gd name="connsiteX26" fmla="*/ 1377414 w 2499699"/>
                  <a:gd name="connsiteY26" fmla="*/ 1165422 h 1365012"/>
                  <a:gd name="connsiteX27" fmla="*/ 1313913 w 2499699"/>
                  <a:gd name="connsiteY27" fmla="*/ 1283956 h 1365012"/>
                  <a:gd name="connsiteX28" fmla="*/ 856713 w 2499699"/>
                  <a:gd name="connsiteY28" fmla="*/ 1364388 h 1365012"/>
                  <a:gd name="connsiteX29" fmla="*/ 475712 w 2499699"/>
                  <a:gd name="connsiteY29" fmla="*/ 1241623 h 1365012"/>
                  <a:gd name="connsiteX30" fmla="*/ 276746 w 2499699"/>
                  <a:gd name="connsiteY30" fmla="*/ 1076522 h 1365012"/>
                  <a:gd name="connsiteX31" fmla="*/ 1579 w 2499699"/>
                  <a:gd name="connsiteY31" fmla="*/ 708222 h 1365012"/>
                  <a:gd name="connsiteX0" fmla="*/ 1579 w 2499699"/>
                  <a:gd name="connsiteY0" fmla="*/ 708222 h 1365020"/>
                  <a:gd name="connsiteX1" fmla="*/ 166679 w 2499699"/>
                  <a:gd name="connsiteY1" fmla="*/ 576990 h 1365020"/>
                  <a:gd name="connsiteX2" fmla="*/ 221713 w 2499699"/>
                  <a:gd name="connsiteY2" fmla="*/ 627789 h 1365020"/>
                  <a:gd name="connsiteX3" fmla="*/ 391046 w 2499699"/>
                  <a:gd name="connsiteY3" fmla="*/ 890256 h 1365020"/>
                  <a:gd name="connsiteX4" fmla="*/ 518046 w 2499699"/>
                  <a:gd name="connsiteY4" fmla="*/ 966456 h 1365020"/>
                  <a:gd name="connsiteX5" fmla="*/ 763579 w 2499699"/>
                  <a:gd name="connsiteY5" fmla="*/ 898722 h 1365020"/>
                  <a:gd name="connsiteX6" fmla="*/ 1055680 w 2499699"/>
                  <a:gd name="connsiteY6" fmla="*/ 801355 h 1365020"/>
                  <a:gd name="connsiteX7" fmla="*/ 1254647 w 2499699"/>
                  <a:gd name="connsiteY7" fmla="*/ 746323 h 1365020"/>
                  <a:gd name="connsiteX8" fmla="*/ 1580613 w 2499699"/>
                  <a:gd name="connsiteY8" fmla="*/ 678589 h 1365020"/>
                  <a:gd name="connsiteX9" fmla="*/ 1796512 w 2499699"/>
                  <a:gd name="connsiteY9" fmla="*/ 568522 h 1365020"/>
                  <a:gd name="connsiteX10" fmla="*/ 1936212 w 2499699"/>
                  <a:gd name="connsiteY10" fmla="*/ 352624 h 1365020"/>
                  <a:gd name="connsiteX11" fmla="*/ 2130946 w 2499699"/>
                  <a:gd name="connsiteY11" fmla="*/ 153656 h 1365020"/>
                  <a:gd name="connsiteX12" fmla="*/ 2465379 w 2499699"/>
                  <a:gd name="connsiteY12" fmla="*/ 1256 h 1365020"/>
                  <a:gd name="connsiteX13" fmla="*/ 2465380 w 2499699"/>
                  <a:gd name="connsiteY13" fmla="*/ 85922 h 1365020"/>
                  <a:gd name="connsiteX14" fmla="*/ 2257945 w 2499699"/>
                  <a:gd name="connsiteY14" fmla="*/ 170588 h 1365020"/>
                  <a:gd name="connsiteX15" fmla="*/ 2025112 w 2499699"/>
                  <a:gd name="connsiteY15" fmla="*/ 394956 h 1365020"/>
                  <a:gd name="connsiteX16" fmla="*/ 1864247 w 2499699"/>
                  <a:gd name="connsiteY16" fmla="*/ 653189 h 1365020"/>
                  <a:gd name="connsiteX17" fmla="*/ 1495945 w 2499699"/>
                  <a:gd name="connsiteY17" fmla="*/ 805590 h 1365020"/>
                  <a:gd name="connsiteX18" fmla="*/ 1110712 w 2499699"/>
                  <a:gd name="connsiteY18" fmla="*/ 886022 h 1365020"/>
                  <a:gd name="connsiteX19" fmla="*/ 818613 w 2499699"/>
                  <a:gd name="connsiteY19" fmla="*/ 983388 h 1365020"/>
                  <a:gd name="connsiteX20" fmla="*/ 619645 w 2499699"/>
                  <a:gd name="connsiteY20" fmla="*/ 1063824 h 1365020"/>
                  <a:gd name="connsiteX21" fmla="*/ 492646 w 2499699"/>
                  <a:gd name="connsiteY21" fmla="*/ 1106156 h 1365020"/>
                  <a:gd name="connsiteX22" fmla="*/ 661979 w 2499699"/>
                  <a:gd name="connsiteY22" fmla="*/ 1211989 h 1365020"/>
                  <a:gd name="connsiteX23" fmla="*/ 805912 w 2499699"/>
                  <a:gd name="connsiteY23" fmla="*/ 1254322 h 1365020"/>
                  <a:gd name="connsiteX24" fmla="*/ 899045 w 2499699"/>
                  <a:gd name="connsiteY24" fmla="*/ 1262791 h 1365020"/>
                  <a:gd name="connsiteX25" fmla="*/ 1038745 w 2499699"/>
                  <a:gd name="connsiteY25" fmla="*/ 1245857 h 1365020"/>
                  <a:gd name="connsiteX26" fmla="*/ 1377414 w 2499699"/>
                  <a:gd name="connsiteY26" fmla="*/ 1161188 h 1365020"/>
                  <a:gd name="connsiteX27" fmla="*/ 1313913 w 2499699"/>
                  <a:gd name="connsiteY27" fmla="*/ 1283956 h 1365020"/>
                  <a:gd name="connsiteX28" fmla="*/ 856713 w 2499699"/>
                  <a:gd name="connsiteY28" fmla="*/ 1364388 h 1365020"/>
                  <a:gd name="connsiteX29" fmla="*/ 475712 w 2499699"/>
                  <a:gd name="connsiteY29" fmla="*/ 1241623 h 1365020"/>
                  <a:gd name="connsiteX30" fmla="*/ 276746 w 2499699"/>
                  <a:gd name="connsiteY30" fmla="*/ 1076522 h 1365020"/>
                  <a:gd name="connsiteX31" fmla="*/ 1579 w 2499699"/>
                  <a:gd name="connsiteY31" fmla="*/ 708222 h 1365020"/>
                  <a:gd name="connsiteX0" fmla="*/ 1579 w 2499699"/>
                  <a:gd name="connsiteY0" fmla="*/ 708222 h 1364718"/>
                  <a:gd name="connsiteX1" fmla="*/ 166679 w 2499699"/>
                  <a:gd name="connsiteY1" fmla="*/ 576990 h 1364718"/>
                  <a:gd name="connsiteX2" fmla="*/ 221713 w 2499699"/>
                  <a:gd name="connsiteY2" fmla="*/ 627789 h 1364718"/>
                  <a:gd name="connsiteX3" fmla="*/ 391046 w 2499699"/>
                  <a:gd name="connsiteY3" fmla="*/ 890256 h 1364718"/>
                  <a:gd name="connsiteX4" fmla="*/ 518046 w 2499699"/>
                  <a:gd name="connsiteY4" fmla="*/ 966456 h 1364718"/>
                  <a:gd name="connsiteX5" fmla="*/ 763579 w 2499699"/>
                  <a:gd name="connsiteY5" fmla="*/ 898722 h 1364718"/>
                  <a:gd name="connsiteX6" fmla="*/ 1055680 w 2499699"/>
                  <a:gd name="connsiteY6" fmla="*/ 801355 h 1364718"/>
                  <a:gd name="connsiteX7" fmla="*/ 1254647 w 2499699"/>
                  <a:gd name="connsiteY7" fmla="*/ 746323 h 1364718"/>
                  <a:gd name="connsiteX8" fmla="*/ 1580613 w 2499699"/>
                  <a:gd name="connsiteY8" fmla="*/ 678589 h 1364718"/>
                  <a:gd name="connsiteX9" fmla="*/ 1796512 w 2499699"/>
                  <a:gd name="connsiteY9" fmla="*/ 568522 h 1364718"/>
                  <a:gd name="connsiteX10" fmla="*/ 1936212 w 2499699"/>
                  <a:gd name="connsiteY10" fmla="*/ 352624 h 1364718"/>
                  <a:gd name="connsiteX11" fmla="*/ 2130946 w 2499699"/>
                  <a:gd name="connsiteY11" fmla="*/ 153656 h 1364718"/>
                  <a:gd name="connsiteX12" fmla="*/ 2465379 w 2499699"/>
                  <a:gd name="connsiteY12" fmla="*/ 1256 h 1364718"/>
                  <a:gd name="connsiteX13" fmla="*/ 2465380 w 2499699"/>
                  <a:gd name="connsiteY13" fmla="*/ 85922 h 1364718"/>
                  <a:gd name="connsiteX14" fmla="*/ 2257945 w 2499699"/>
                  <a:gd name="connsiteY14" fmla="*/ 170588 h 1364718"/>
                  <a:gd name="connsiteX15" fmla="*/ 2025112 w 2499699"/>
                  <a:gd name="connsiteY15" fmla="*/ 394956 h 1364718"/>
                  <a:gd name="connsiteX16" fmla="*/ 1864247 w 2499699"/>
                  <a:gd name="connsiteY16" fmla="*/ 653189 h 1364718"/>
                  <a:gd name="connsiteX17" fmla="*/ 1495945 w 2499699"/>
                  <a:gd name="connsiteY17" fmla="*/ 805590 h 1364718"/>
                  <a:gd name="connsiteX18" fmla="*/ 1110712 w 2499699"/>
                  <a:gd name="connsiteY18" fmla="*/ 886022 h 1364718"/>
                  <a:gd name="connsiteX19" fmla="*/ 818613 w 2499699"/>
                  <a:gd name="connsiteY19" fmla="*/ 983388 h 1364718"/>
                  <a:gd name="connsiteX20" fmla="*/ 619645 w 2499699"/>
                  <a:gd name="connsiteY20" fmla="*/ 1063824 h 1364718"/>
                  <a:gd name="connsiteX21" fmla="*/ 492646 w 2499699"/>
                  <a:gd name="connsiteY21" fmla="*/ 1106156 h 1364718"/>
                  <a:gd name="connsiteX22" fmla="*/ 661979 w 2499699"/>
                  <a:gd name="connsiteY22" fmla="*/ 1211989 h 1364718"/>
                  <a:gd name="connsiteX23" fmla="*/ 805912 w 2499699"/>
                  <a:gd name="connsiteY23" fmla="*/ 1254322 h 1364718"/>
                  <a:gd name="connsiteX24" fmla="*/ 899045 w 2499699"/>
                  <a:gd name="connsiteY24" fmla="*/ 1262791 h 1364718"/>
                  <a:gd name="connsiteX25" fmla="*/ 1038745 w 2499699"/>
                  <a:gd name="connsiteY25" fmla="*/ 1245857 h 1364718"/>
                  <a:gd name="connsiteX26" fmla="*/ 1377414 w 2499699"/>
                  <a:gd name="connsiteY26" fmla="*/ 1161188 h 1364718"/>
                  <a:gd name="connsiteX27" fmla="*/ 1313913 w 2499699"/>
                  <a:gd name="connsiteY27" fmla="*/ 1283956 h 1364718"/>
                  <a:gd name="connsiteX28" fmla="*/ 856713 w 2499699"/>
                  <a:gd name="connsiteY28" fmla="*/ 1364388 h 1364718"/>
                  <a:gd name="connsiteX29" fmla="*/ 479946 w 2499699"/>
                  <a:gd name="connsiteY29" fmla="*/ 1254323 h 1364718"/>
                  <a:gd name="connsiteX30" fmla="*/ 276746 w 2499699"/>
                  <a:gd name="connsiteY30" fmla="*/ 1076522 h 1364718"/>
                  <a:gd name="connsiteX31" fmla="*/ 1579 w 2499699"/>
                  <a:gd name="connsiteY31" fmla="*/ 708222 h 1364718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  <a:gd name="connsiteX0" fmla="*/ 1579 w 2511466"/>
                  <a:gd name="connsiteY0" fmla="*/ 709289 h 1365785"/>
                  <a:gd name="connsiteX1" fmla="*/ 166679 w 2511466"/>
                  <a:gd name="connsiteY1" fmla="*/ 578057 h 1365785"/>
                  <a:gd name="connsiteX2" fmla="*/ 221713 w 2511466"/>
                  <a:gd name="connsiteY2" fmla="*/ 628856 h 1365785"/>
                  <a:gd name="connsiteX3" fmla="*/ 391046 w 2511466"/>
                  <a:gd name="connsiteY3" fmla="*/ 891323 h 1365785"/>
                  <a:gd name="connsiteX4" fmla="*/ 518046 w 2511466"/>
                  <a:gd name="connsiteY4" fmla="*/ 967523 h 1365785"/>
                  <a:gd name="connsiteX5" fmla="*/ 763579 w 2511466"/>
                  <a:gd name="connsiteY5" fmla="*/ 899789 h 1365785"/>
                  <a:gd name="connsiteX6" fmla="*/ 1055680 w 2511466"/>
                  <a:gd name="connsiteY6" fmla="*/ 802422 h 1365785"/>
                  <a:gd name="connsiteX7" fmla="*/ 1254647 w 2511466"/>
                  <a:gd name="connsiteY7" fmla="*/ 747390 h 1365785"/>
                  <a:gd name="connsiteX8" fmla="*/ 1580613 w 2511466"/>
                  <a:gd name="connsiteY8" fmla="*/ 679656 h 1365785"/>
                  <a:gd name="connsiteX9" fmla="*/ 1796512 w 2511466"/>
                  <a:gd name="connsiteY9" fmla="*/ 569589 h 1365785"/>
                  <a:gd name="connsiteX10" fmla="*/ 1936212 w 2511466"/>
                  <a:gd name="connsiteY10" fmla="*/ 353691 h 1365785"/>
                  <a:gd name="connsiteX11" fmla="*/ 2130946 w 2511466"/>
                  <a:gd name="connsiteY11" fmla="*/ 154723 h 1365785"/>
                  <a:gd name="connsiteX12" fmla="*/ 2465379 w 2511466"/>
                  <a:gd name="connsiteY12" fmla="*/ 2323 h 1365785"/>
                  <a:gd name="connsiteX13" fmla="*/ 2486546 w 2511466"/>
                  <a:gd name="connsiteY13" fmla="*/ 70055 h 1365785"/>
                  <a:gd name="connsiteX14" fmla="*/ 2257945 w 2511466"/>
                  <a:gd name="connsiteY14" fmla="*/ 171655 h 1365785"/>
                  <a:gd name="connsiteX15" fmla="*/ 2025112 w 2511466"/>
                  <a:gd name="connsiteY15" fmla="*/ 396023 h 1365785"/>
                  <a:gd name="connsiteX16" fmla="*/ 1864247 w 2511466"/>
                  <a:gd name="connsiteY16" fmla="*/ 654256 h 1365785"/>
                  <a:gd name="connsiteX17" fmla="*/ 1495945 w 2511466"/>
                  <a:gd name="connsiteY17" fmla="*/ 806657 h 1365785"/>
                  <a:gd name="connsiteX18" fmla="*/ 1110712 w 2511466"/>
                  <a:gd name="connsiteY18" fmla="*/ 887089 h 1365785"/>
                  <a:gd name="connsiteX19" fmla="*/ 818613 w 2511466"/>
                  <a:gd name="connsiteY19" fmla="*/ 984455 h 1365785"/>
                  <a:gd name="connsiteX20" fmla="*/ 619645 w 2511466"/>
                  <a:gd name="connsiteY20" fmla="*/ 1064891 h 1365785"/>
                  <a:gd name="connsiteX21" fmla="*/ 492646 w 2511466"/>
                  <a:gd name="connsiteY21" fmla="*/ 1107223 h 1365785"/>
                  <a:gd name="connsiteX22" fmla="*/ 661979 w 2511466"/>
                  <a:gd name="connsiteY22" fmla="*/ 1213056 h 1365785"/>
                  <a:gd name="connsiteX23" fmla="*/ 805912 w 2511466"/>
                  <a:gd name="connsiteY23" fmla="*/ 1255389 h 1365785"/>
                  <a:gd name="connsiteX24" fmla="*/ 899045 w 2511466"/>
                  <a:gd name="connsiteY24" fmla="*/ 1263858 h 1365785"/>
                  <a:gd name="connsiteX25" fmla="*/ 1038745 w 2511466"/>
                  <a:gd name="connsiteY25" fmla="*/ 1246924 h 1365785"/>
                  <a:gd name="connsiteX26" fmla="*/ 1377414 w 2511466"/>
                  <a:gd name="connsiteY26" fmla="*/ 1162255 h 1365785"/>
                  <a:gd name="connsiteX27" fmla="*/ 1313913 w 2511466"/>
                  <a:gd name="connsiteY27" fmla="*/ 1285023 h 1365785"/>
                  <a:gd name="connsiteX28" fmla="*/ 856713 w 2511466"/>
                  <a:gd name="connsiteY28" fmla="*/ 1365455 h 1365785"/>
                  <a:gd name="connsiteX29" fmla="*/ 479946 w 2511466"/>
                  <a:gd name="connsiteY29" fmla="*/ 1255390 h 1365785"/>
                  <a:gd name="connsiteX30" fmla="*/ 276746 w 2511466"/>
                  <a:gd name="connsiteY30" fmla="*/ 1077589 h 1365785"/>
                  <a:gd name="connsiteX31" fmla="*/ 1579 w 2511466"/>
                  <a:gd name="connsiteY31" fmla="*/ 709289 h 1365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511466" h="1365785">
                    <a:moveTo>
                      <a:pt x="1579" y="709289"/>
                    </a:moveTo>
                    <a:cubicBezTo>
                      <a:pt x="-16765" y="626034"/>
                      <a:pt x="129990" y="591462"/>
                      <a:pt x="166679" y="578057"/>
                    </a:cubicBezTo>
                    <a:cubicBezTo>
                      <a:pt x="203368" y="564652"/>
                      <a:pt x="184319" y="576645"/>
                      <a:pt x="221713" y="628856"/>
                    </a:cubicBezTo>
                    <a:cubicBezTo>
                      <a:pt x="259107" y="681067"/>
                      <a:pt x="341657" y="834879"/>
                      <a:pt x="391046" y="891323"/>
                    </a:cubicBezTo>
                    <a:cubicBezTo>
                      <a:pt x="440435" y="947767"/>
                      <a:pt x="455957" y="966112"/>
                      <a:pt x="518046" y="967523"/>
                    </a:cubicBezTo>
                    <a:cubicBezTo>
                      <a:pt x="580135" y="968934"/>
                      <a:pt x="673973" y="927306"/>
                      <a:pt x="763579" y="899789"/>
                    </a:cubicBezTo>
                    <a:cubicBezTo>
                      <a:pt x="853185" y="872272"/>
                      <a:pt x="973835" y="827822"/>
                      <a:pt x="1055680" y="802422"/>
                    </a:cubicBezTo>
                    <a:cubicBezTo>
                      <a:pt x="1137525" y="777022"/>
                      <a:pt x="1167158" y="767851"/>
                      <a:pt x="1254647" y="747390"/>
                    </a:cubicBezTo>
                    <a:cubicBezTo>
                      <a:pt x="1342136" y="726929"/>
                      <a:pt x="1490302" y="709290"/>
                      <a:pt x="1580613" y="679656"/>
                    </a:cubicBezTo>
                    <a:cubicBezTo>
                      <a:pt x="1670924" y="650023"/>
                      <a:pt x="1737246" y="623916"/>
                      <a:pt x="1796512" y="569589"/>
                    </a:cubicBezTo>
                    <a:cubicBezTo>
                      <a:pt x="1855778" y="515262"/>
                      <a:pt x="1877651" y="421424"/>
                      <a:pt x="1936212" y="353691"/>
                    </a:cubicBezTo>
                    <a:cubicBezTo>
                      <a:pt x="1994773" y="285958"/>
                      <a:pt x="2042752" y="213284"/>
                      <a:pt x="2130946" y="154723"/>
                    </a:cubicBezTo>
                    <a:cubicBezTo>
                      <a:pt x="2219140" y="96162"/>
                      <a:pt x="2406112" y="16434"/>
                      <a:pt x="2465379" y="2323"/>
                    </a:cubicBezTo>
                    <a:cubicBezTo>
                      <a:pt x="2524646" y="-11788"/>
                      <a:pt x="2521118" y="41833"/>
                      <a:pt x="2486546" y="70055"/>
                    </a:cubicBezTo>
                    <a:cubicBezTo>
                      <a:pt x="2451974" y="98277"/>
                      <a:pt x="2334851" y="117327"/>
                      <a:pt x="2257945" y="171655"/>
                    </a:cubicBezTo>
                    <a:cubicBezTo>
                      <a:pt x="2181039" y="225983"/>
                      <a:pt x="2090728" y="315590"/>
                      <a:pt x="2025112" y="396023"/>
                    </a:cubicBezTo>
                    <a:cubicBezTo>
                      <a:pt x="1959496" y="476456"/>
                      <a:pt x="1952442" y="585817"/>
                      <a:pt x="1864247" y="654256"/>
                    </a:cubicBezTo>
                    <a:cubicBezTo>
                      <a:pt x="1776053" y="722695"/>
                      <a:pt x="1621534" y="767852"/>
                      <a:pt x="1495945" y="806657"/>
                    </a:cubicBezTo>
                    <a:cubicBezTo>
                      <a:pt x="1370356" y="845462"/>
                      <a:pt x="1223601" y="857456"/>
                      <a:pt x="1110712" y="887089"/>
                    </a:cubicBezTo>
                    <a:cubicBezTo>
                      <a:pt x="997823" y="916722"/>
                      <a:pt x="900458" y="954821"/>
                      <a:pt x="818613" y="984455"/>
                    </a:cubicBezTo>
                    <a:cubicBezTo>
                      <a:pt x="736769" y="1014089"/>
                      <a:pt x="664095" y="1048663"/>
                      <a:pt x="619645" y="1064891"/>
                    </a:cubicBezTo>
                    <a:cubicBezTo>
                      <a:pt x="575195" y="1081119"/>
                      <a:pt x="485590" y="1082529"/>
                      <a:pt x="492646" y="1107223"/>
                    </a:cubicBezTo>
                    <a:cubicBezTo>
                      <a:pt x="499702" y="1131917"/>
                      <a:pt x="609768" y="1188362"/>
                      <a:pt x="661979" y="1213056"/>
                    </a:cubicBezTo>
                    <a:cubicBezTo>
                      <a:pt x="714190" y="1237750"/>
                      <a:pt x="766401" y="1246922"/>
                      <a:pt x="805912" y="1255389"/>
                    </a:cubicBezTo>
                    <a:cubicBezTo>
                      <a:pt x="845423" y="1263856"/>
                      <a:pt x="877878" y="1263152"/>
                      <a:pt x="899045" y="1263858"/>
                    </a:cubicBezTo>
                    <a:cubicBezTo>
                      <a:pt x="920212" y="1264564"/>
                      <a:pt x="959017" y="1263152"/>
                      <a:pt x="1038745" y="1246924"/>
                    </a:cubicBezTo>
                    <a:cubicBezTo>
                      <a:pt x="1118473" y="1230696"/>
                      <a:pt x="1331553" y="1155905"/>
                      <a:pt x="1377414" y="1162255"/>
                    </a:cubicBezTo>
                    <a:cubicBezTo>
                      <a:pt x="1423275" y="1168605"/>
                      <a:pt x="1400696" y="1251156"/>
                      <a:pt x="1313913" y="1285023"/>
                    </a:cubicBezTo>
                    <a:cubicBezTo>
                      <a:pt x="1227130" y="1318890"/>
                      <a:pt x="995707" y="1370394"/>
                      <a:pt x="856713" y="1365455"/>
                    </a:cubicBezTo>
                    <a:cubicBezTo>
                      <a:pt x="717719" y="1360516"/>
                      <a:pt x="550502" y="1286435"/>
                      <a:pt x="479946" y="1255390"/>
                    </a:cubicBezTo>
                    <a:cubicBezTo>
                      <a:pt x="417857" y="1211645"/>
                      <a:pt x="356474" y="1168606"/>
                      <a:pt x="276746" y="1077589"/>
                    </a:cubicBezTo>
                    <a:cubicBezTo>
                      <a:pt x="197018" y="986572"/>
                      <a:pt x="19923" y="792544"/>
                      <a:pt x="1579" y="709289"/>
                    </a:cubicBezTo>
                    <a:close/>
                  </a:path>
                </a:pathLst>
              </a:custGeom>
              <a:gradFill flip="none" rotWithShape="1">
                <a:gsLst>
                  <a:gs pos="10000">
                    <a:srgbClr val="FF7C80"/>
                  </a:gs>
                  <a:gs pos="100000">
                    <a:srgbClr val="C693B0"/>
                  </a:gs>
                  <a:gs pos="99000">
                    <a:srgbClr val="A7A0C9"/>
                  </a:gs>
                </a:gsLst>
                <a:lin ang="1080000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A17E94FD-FA69-4613-9018-EFDE20EE5645}"/>
                  </a:ext>
                </a:extLst>
              </p:cNvPr>
              <p:cNvSpPr/>
              <p:nvPr/>
            </p:nvSpPr>
            <p:spPr>
              <a:xfrm>
                <a:off x="3203697" y="2304668"/>
                <a:ext cx="2444146" cy="1421512"/>
              </a:xfrm>
              <a:custGeom>
                <a:avLst/>
                <a:gdLst>
                  <a:gd name="connsiteX0" fmla="*/ 43846 w 2683712"/>
                  <a:gd name="connsiteY0" fmla="*/ 1332612 h 1611468"/>
                  <a:gd name="connsiteX1" fmla="*/ 43846 w 2683712"/>
                  <a:gd name="connsiteY1" fmla="*/ 265812 h 1611468"/>
                  <a:gd name="connsiteX2" fmla="*/ 602646 w 2683712"/>
                  <a:gd name="connsiteY2" fmla="*/ 11812 h 1611468"/>
                  <a:gd name="connsiteX3" fmla="*/ 2571146 w 2683712"/>
                  <a:gd name="connsiteY3" fmla="*/ 75312 h 1611468"/>
                  <a:gd name="connsiteX4" fmla="*/ 2367946 w 2683712"/>
                  <a:gd name="connsiteY4" fmla="*/ 367412 h 1611468"/>
                  <a:gd name="connsiteX5" fmla="*/ 1745646 w 2683712"/>
                  <a:gd name="connsiteY5" fmla="*/ 837312 h 1611468"/>
                  <a:gd name="connsiteX6" fmla="*/ 1275746 w 2683712"/>
                  <a:gd name="connsiteY6" fmla="*/ 977012 h 1611468"/>
                  <a:gd name="connsiteX7" fmla="*/ 1174146 w 2683712"/>
                  <a:gd name="connsiteY7" fmla="*/ 811912 h 1611468"/>
                  <a:gd name="connsiteX8" fmla="*/ 1250346 w 2683712"/>
                  <a:gd name="connsiteY8" fmla="*/ 989712 h 1611468"/>
                  <a:gd name="connsiteX9" fmla="*/ 691546 w 2683712"/>
                  <a:gd name="connsiteY9" fmla="*/ 1358012 h 1611468"/>
                  <a:gd name="connsiteX10" fmla="*/ 361346 w 2683712"/>
                  <a:gd name="connsiteY10" fmla="*/ 1586612 h 1611468"/>
                  <a:gd name="connsiteX11" fmla="*/ 107346 w 2683712"/>
                  <a:gd name="connsiteY11" fmla="*/ 1573912 h 1611468"/>
                  <a:gd name="connsiteX12" fmla="*/ 43846 w 2683712"/>
                  <a:gd name="connsiteY12" fmla="*/ 1332612 h 1611468"/>
                  <a:gd name="connsiteX0" fmla="*/ 43846 w 2683712"/>
                  <a:gd name="connsiteY0" fmla="*/ 1332612 h 1611468"/>
                  <a:gd name="connsiteX1" fmla="*/ 43846 w 2683712"/>
                  <a:gd name="connsiteY1" fmla="*/ 265812 h 1611468"/>
                  <a:gd name="connsiteX2" fmla="*/ 602646 w 2683712"/>
                  <a:gd name="connsiteY2" fmla="*/ 11812 h 1611468"/>
                  <a:gd name="connsiteX3" fmla="*/ 2571146 w 2683712"/>
                  <a:gd name="connsiteY3" fmla="*/ 75312 h 1611468"/>
                  <a:gd name="connsiteX4" fmla="*/ 2367946 w 2683712"/>
                  <a:gd name="connsiteY4" fmla="*/ 367412 h 1611468"/>
                  <a:gd name="connsiteX5" fmla="*/ 1745646 w 2683712"/>
                  <a:gd name="connsiteY5" fmla="*/ 837312 h 1611468"/>
                  <a:gd name="connsiteX6" fmla="*/ 1275746 w 2683712"/>
                  <a:gd name="connsiteY6" fmla="*/ 977012 h 1611468"/>
                  <a:gd name="connsiteX7" fmla="*/ 1174146 w 2683712"/>
                  <a:gd name="connsiteY7" fmla="*/ 811912 h 1611468"/>
                  <a:gd name="connsiteX8" fmla="*/ 1172255 w 2683712"/>
                  <a:gd name="connsiteY8" fmla="*/ 1047300 h 1611468"/>
                  <a:gd name="connsiteX9" fmla="*/ 691546 w 2683712"/>
                  <a:gd name="connsiteY9" fmla="*/ 1358012 h 1611468"/>
                  <a:gd name="connsiteX10" fmla="*/ 361346 w 2683712"/>
                  <a:gd name="connsiteY10" fmla="*/ 1586612 h 1611468"/>
                  <a:gd name="connsiteX11" fmla="*/ 107346 w 2683712"/>
                  <a:gd name="connsiteY11" fmla="*/ 1573912 h 1611468"/>
                  <a:gd name="connsiteX12" fmla="*/ 43846 w 2683712"/>
                  <a:gd name="connsiteY12" fmla="*/ 1332612 h 161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83712" h="1611468">
                    <a:moveTo>
                      <a:pt x="43846" y="1332612"/>
                    </a:moveTo>
                    <a:cubicBezTo>
                      <a:pt x="33263" y="1114596"/>
                      <a:pt x="-49287" y="485945"/>
                      <a:pt x="43846" y="265812"/>
                    </a:cubicBezTo>
                    <a:cubicBezTo>
                      <a:pt x="136979" y="45679"/>
                      <a:pt x="181429" y="43562"/>
                      <a:pt x="602646" y="11812"/>
                    </a:cubicBezTo>
                    <a:cubicBezTo>
                      <a:pt x="1023863" y="-19938"/>
                      <a:pt x="2276929" y="16045"/>
                      <a:pt x="2571146" y="75312"/>
                    </a:cubicBezTo>
                    <a:cubicBezTo>
                      <a:pt x="2865363" y="134579"/>
                      <a:pt x="2505529" y="240412"/>
                      <a:pt x="2367946" y="367412"/>
                    </a:cubicBezTo>
                    <a:cubicBezTo>
                      <a:pt x="2230363" y="494412"/>
                      <a:pt x="1927679" y="735712"/>
                      <a:pt x="1745646" y="837312"/>
                    </a:cubicBezTo>
                    <a:cubicBezTo>
                      <a:pt x="1563613" y="938912"/>
                      <a:pt x="1370996" y="981245"/>
                      <a:pt x="1275746" y="977012"/>
                    </a:cubicBezTo>
                    <a:cubicBezTo>
                      <a:pt x="1180496" y="972779"/>
                      <a:pt x="1191394" y="800197"/>
                      <a:pt x="1174146" y="811912"/>
                    </a:cubicBezTo>
                    <a:cubicBezTo>
                      <a:pt x="1156898" y="823627"/>
                      <a:pt x="1252688" y="956283"/>
                      <a:pt x="1172255" y="1047300"/>
                    </a:cubicBezTo>
                    <a:cubicBezTo>
                      <a:pt x="1091822" y="1138317"/>
                      <a:pt x="826698" y="1268127"/>
                      <a:pt x="691546" y="1358012"/>
                    </a:cubicBezTo>
                    <a:cubicBezTo>
                      <a:pt x="556395" y="1447897"/>
                      <a:pt x="458713" y="1550629"/>
                      <a:pt x="361346" y="1586612"/>
                    </a:cubicBezTo>
                    <a:cubicBezTo>
                      <a:pt x="263979" y="1622595"/>
                      <a:pt x="166613" y="1620479"/>
                      <a:pt x="107346" y="1573912"/>
                    </a:cubicBezTo>
                    <a:cubicBezTo>
                      <a:pt x="48079" y="1527345"/>
                      <a:pt x="54429" y="1550628"/>
                      <a:pt x="43846" y="1332612"/>
                    </a:cubicBezTo>
                    <a:close/>
                  </a:path>
                </a:pathLst>
              </a:custGeom>
              <a:solidFill>
                <a:srgbClr val="BD534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E538F90-2055-4291-867F-E536433CC0E2}"/>
                  </a:ext>
                </a:extLst>
              </p:cNvPr>
              <p:cNvSpPr/>
              <p:nvPr/>
            </p:nvSpPr>
            <p:spPr>
              <a:xfrm>
                <a:off x="6885331" y="1884010"/>
                <a:ext cx="875457" cy="1292656"/>
              </a:xfrm>
              <a:custGeom>
                <a:avLst/>
                <a:gdLst>
                  <a:gd name="connsiteX0" fmla="*/ 53626 w 910131"/>
                  <a:gd name="connsiteY0" fmla="*/ 901423 h 1287711"/>
                  <a:gd name="connsiteX1" fmla="*/ 161576 w 910131"/>
                  <a:gd name="connsiteY1" fmla="*/ 704573 h 1287711"/>
                  <a:gd name="connsiteX2" fmla="*/ 117126 w 910131"/>
                  <a:gd name="connsiteY2" fmla="*/ 475973 h 1287711"/>
                  <a:gd name="connsiteX3" fmla="*/ 66326 w 910131"/>
                  <a:gd name="connsiteY3" fmla="*/ 164823 h 1287711"/>
                  <a:gd name="connsiteX4" fmla="*/ 136176 w 910131"/>
                  <a:gd name="connsiteY4" fmla="*/ 31473 h 1287711"/>
                  <a:gd name="connsiteX5" fmla="*/ 358426 w 910131"/>
                  <a:gd name="connsiteY5" fmla="*/ 6073 h 1287711"/>
                  <a:gd name="connsiteX6" fmla="*/ 675926 w 910131"/>
                  <a:gd name="connsiteY6" fmla="*/ 120373 h 1287711"/>
                  <a:gd name="connsiteX7" fmla="*/ 898176 w 910131"/>
                  <a:gd name="connsiteY7" fmla="*/ 622023 h 1287711"/>
                  <a:gd name="connsiteX8" fmla="*/ 834676 w 910131"/>
                  <a:gd name="connsiteY8" fmla="*/ 971273 h 1287711"/>
                  <a:gd name="connsiteX9" fmla="*/ 453676 w 910131"/>
                  <a:gd name="connsiteY9" fmla="*/ 1237973 h 1287711"/>
                  <a:gd name="connsiteX10" fmla="*/ 59976 w 910131"/>
                  <a:gd name="connsiteY10" fmla="*/ 1263373 h 1287711"/>
                  <a:gd name="connsiteX11" fmla="*/ 2826 w 910131"/>
                  <a:gd name="connsiteY11" fmla="*/ 971273 h 1287711"/>
                  <a:gd name="connsiteX12" fmla="*/ 53626 w 910131"/>
                  <a:gd name="connsiteY12" fmla="*/ 901423 h 1287711"/>
                  <a:gd name="connsiteX0" fmla="*/ 53626 w 908735"/>
                  <a:gd name="connsiteY0" fmla="*/ 907932 h 1294220"/>
                  <a:gd name="connsiteX1" fmla="*/ 161576 w 908735"/>
                  <a:gd name="connsiteY1" fmla="*/ 711082 h 1294220"/>
                  <a:gd name="connsiteX2" fmla="*/ 117126 w 908735"/>
                  <a:gd name="connsiteY2" fmla="*/ 482482 h 1294220"/>
                  <a:gd name="connsiteX3" fmla="*/ 66326 w 908735"/>
                  <a:gd name="connsiteY3" fmla="*/ 171332 h 1294220"/>
                  <a:gd name="connsiteX4" fmla="*/ 136176 w 908735"/>
                  <a:gd name="connsiteY4" fmla="*/ 37982 h 1294220"/>
                  <a:gd name="connsiteX5" fmla="*/ 358426 w 908735"/>
                  <a:gd name="connsiteY5" fmla="*/ 12582 h 1294220"/>
                  <a:gd name="connsiteX6" fmla="*/ 694976 w 908735"/>
                  <a:gd name="connsiteY6" fmla="*/ 215782 h 1294220"/>
                  <a:gd name="connsiteX7" fmla="*/ 898176 w 908735"/>
                  <a:gd name="connsiteY7" fmla="*/ 628532 h 1294220"/>
                  <a:gd name="connsiteX8" fmla="*/ 834676 w 908735"/>
                  <a:gd name="connsiteY8" fmla="*/ 977782 h 1294220"/>
                  <a:gd name="connsiteX9" fmla="*/ 453676 w 908735"/>
                  <a:gd name="connsiteY9" fmla="*/ 1244482 h 1294220"/>
                  <a:gd name="connsiteX10" fmla="*/ 59976 w 908735"/>
                  <a:gd name="connsiteY10" fmla="*/ 1269882 h 1294220"/>
                  <a:gd name="connsiteX11" fmla="*/ 2826 w 908735"/>
                  <a:gd name="connsiteY11" fmla="*/ 977782 h 1294220"/>
                  <a:gd name="connsiteX12" fmla="*/ 53626 w 908735"/>
                  <a:gd name="connsiteY12" fmla="*/ 907932 h 1294220"/>
                  <a:gd name="connsiteX0" fmla="*/ 53626 w 885417"/>
                  <a:gd name="connsiteY0" fmla="*/ 907932 h 1294220"/>
                  <a:gd name="connsiteX1" fmla="*/ 161576 w 885417"/>
                  <a:gd name="connsiteY1" fmla="*/ 711082 h 1294220"/>
                  <a:gd name="connsiteX2" fmla="*/ 117126 w 885417"/>
                  <a:gd name="connsiteY2" fmla="*/ 482482 h 1294220"/>
                  <a:gd name="connsiteX3" fmla="*/ 66326 w 885417"/>
                  <a:gd name="connsiteY3" fmla="*/ 171332 h 1294220"/>
                  <a:gd name="connsiteX4" fmla="*/ 136176 w 885417"/>
                  <a:gd name="connsiteY4" fmla="*/ 37982 h 1294220"/>
                  <a:gd name="connsiteX5" fmla="*/ 358426 w 885417"/>
                  <a:gd name="connsiteY5" fmla="*/ 12582 h 1294220"/>
                  <a:gd name="connsiteX6" fmla="*/ 694976 w 885417"/>
                  <a:gd name="connsiteY6" fmla="*/ 215782 h 1294220"/>
                  <a:gd name="connsiteX7" fmla="*/ 866426 w 885417"/>
                  <a:gd name="connsiteY7" fmla="*/ 647582 h 1294220"/>
                  <a:gd name="connsiteX8" fmla="*/ 834676 w 885417"/>
                  <a:gd name="connsiteY8" fmla="*/ 977782 h 1294220"/>
                  <a:gd name="connsiteX9" fmla="*/ 453676 w 885417"/>
                  <a:gd name="connsiteY9" fmla="*/ 1244482 h 1294220"/>
                  <a:gd name="connsiteX10" fmla="*/ 59976 w 885417"/>
                  <a:gd name="connsiteY10" fmla="*/ 1269882 h 1294220"/>
                  <a:gd name="connsiteX11" fmla="*/ 2826 w 885417"/>
                  <a:gd name="connsiteY11" fmla="*/ 977782 h 1294220"/>
                  <a:gd name="connsiteX12" fmla="*/ 53626 w 885417"/>
                  <a:gd name="connsiteY12" fmla="*/ 907932 h 1294220"/>
                  <a:gd name="connsiteX0" fmla="*/ 53626 w 867501"/>
                  <a:gd name="connsiteY0" fmla="*/ 907932 h 1294220"/>
                  <a:gd name="connsiteX1" fmla="*/ 161576 w 867501"/>
                  <a:gd name="connsiteY1" fmla="*/ 711082 h 1294220"/>
                  <a:gd name="connsiteX2" fmla="*/ 117126 w 867501"/>
                  <a:gd name="connsiteY2" fmla="*/ 482482 h 1294220"/>
                  <a:gd name="connsiteX3" fmla="*/ 66326 w 867501"/>
                  <a:gd name="connsiteY3" fmla="*/ 171332 h 1294220"/>
                  <a:gd name="connsiteX4" fmla="*/ 136176 w 867501"/>
                  <a:gd name="connsiteY4" fmla="*/ 37982 h 1294220"/>
                  <a:gd name="connsiteX5" fmla="*/ 358426 w 867501"/>
                  <a:gd name="connsiteY5" fmla="*/ 12582 h 1294220"/>
                  <a:gd name="connsiteX6" fmla="*/ 694976 w 867501"/>
                  <a:gd name="connsiteY6" fmla="*/ 215782 h 1294220"/>
                  <a:gd name="connsiteX7" fmla="*/ 866426 w 867501"/>
                  <a:gd name="connsiteY7" fmla="*/ 647582 h 1294220"/>
                  <a:gd name="connsiteX8" fmla="*/ 752126 w 867501"/>
                  <a:gd name="connsiteY8" fmla="*/ 977782 h 1294220"/>
                  <a:gd name="connsiteX9" fmla="*/ 453676 w 867501"/>
                  <a:gd name="connsiteY9" fmla="*/ 1244482 h 1294220"/>
                  <a:gd name="connsiteX10" fmla="*/ 59976 w 867501"/>
                  <a:gd name="connsiteY10" fmla="*/ 1269882 h 1294220"/>
                  <a:gd name="connsiteX11" fmla="*/ 2826 w 867501"/>
                  <a:gd name="connsiteY11" fmla="*/ 977782 h 1294220"/>
                  <a:gd name="connsiteX12" fmla="*/ 53626 w 867501"/>
                  <a:gd name="connsiteY12" fmla="*/ 907932 h 1294220"/>
                  <a:gd name="connsiteX0" fmla="*/ 53626 w 867633"/>
                  <a:gd name="connsiteY0" fmla="*/ 907932 h 1304824"/>
                  <a:gd name="connsiteX1" fmla="*/ 161576 w 867633"/>
                  <a:gd name="connsiteY1" fmla="*/ 711082 h 1304824"/>
                  <a:gd name="connsiteX2" fmla="*/ 117126 w 867633"/>
                  <a:gd name="connsiteY2" fmla="*/ 482482 h 1304824"/>
                  <a:gd name="connsiteX3" fmla="*/ 66326 w 867633"/>
                  <a:gd name="connsiteY3" fmla="*/ 171332 h 1304824"/>
                  <a:gd name="connsiteX4" fmla="*/ 136176 w 867633"/>
                  <a:gd name="connsiteY4" fmla="*/ 37982 h 1304824"/>
                  <a:gd name="connsiteX5" fmla="*/ 358426 w 867633"/>
                  <a:gd name="connsiteY5" fmla="*/ 12582 h 1304824"/>
                  <a:gd name="connsiteX6" fmla="*/ 694976 w 867633"/>
                  <a:gd name="connsiteY6" fmla="*/ 215782 h 1304824"/>
                  <a:gd name="connsiteX7" fmla="*/ 866426 w 867633"/>
                  <a:gd name="connsiteY7" fmla="*/ 647582 h 1304824"/>
                  <a:gd name="connsiteX8" fmla="*/ 752126 w 867633"/>
                  <a:gd name="connsiteY8" fmla="*/ 977782 h 1304824"/>
                  <a:gd name="connsiteX9" fmla="*/ 409226 w 867633"/>
                  <a:gd name="connsiteY9" fmla="*/ 1269882 h 1304824"/>
                  <a:gd name="connsiteX10" fmla="*/ 59976 w 867633"/>
                  <a:gd name="connsiteY10" fmla="*/ 1269882 h 1304824"/>
                  <a:gd name="connsiteX11" fmla="*/ 2826 w 867633"/>
                  <a:gd name="connsiteY11" fmla="*/ 977782 h 1304824"/>
                  <a:gd name="connsiteX12" fmla="*/ 53626 w 867633"/>
                  <a:gd name="connsiteY12" fmla="*/ 907932 h 1304824"/>
                  <a:gd name="connsiteX0" fmla="*/ 95358 w 909365"/>
                  <a:gd name="connsiteY0" fmla="*/ 907932 h 1304824"/>
                  <a:gd name="connsiteX1" fmla="*/ 203308 w 909365"/>
                  <a:gd name="connsiteY1" fmla="*/ 711082 h 1304824"/>
                  <a:gd name="connsiteX2" fmla="*/ 158858 w 909365"/>
                  <a:gd name="connsiteY2" fmla="*/ 482482 h 1304824"/>
                  <a:gd name="connsiteX3" fmla="*/ 108058 w 909365"/>
                  <a:gd name="connsiteY3" fmla="*/ 171332 h 1304824"/>
                  <a:gd name="connsiteX4" fmla="*/ 177908 w 909365"/>
                  <a:gd name="connsiteY4" fmla="*/ 37982 h 1304824"/>
                  <a:gd name="connsiteX5" fmla="*/ 400158 w 909365"/>
                  <a:gd name="connsiteY5" fmla="*/ 12582 h 1304824"/>
                  <a:gd name="connsiteX6" fmla="*/ 736708 w 909365"/>
                  <a:gd name="connsiteY6" fmla="*/ 215782 h 1304824"/>
                  <a:gd name="connsiteX7" fmla="*/ 908158 w 909365"/>
                  <a:gd name="connsiteY7" fmla="*/ 647582 h 1304824"/>
                  <a:gd name="connsiteX8" fmla="*/ 793858 w 909365"/>
                  <a:gd name="connsiteY8" fmla="*/ 977782 h 1304824"/>
                  <a:gd name="connsiteX9" fmla="*/ 450958 w 909365"/>
                  <a:gd name="connsiteY9" fmla="*/ 1269882 h 1304824"/>
                  <a:gd name="connsiteX10" fmla="*/ 101708 w 909365"/>
                  <a:gd name="connsiteY10" fmla="*/ 1269882 h 1304824"/>
                  <a:gd name="connsiteX11" fmla="*/ 108 w 909365"/>
                  <a:gd name="connsiteY11" fmla="*/ 1073032 h 1304824"/>
                  <a:gd name="connsiteX12" fmla="*/ 95358 w 909365"/>
                  <a:gd name="connsiteY12" fmla="*/ 907932 h 1304824"/>
                  <a:gd name="connsiteX0" fmla="*/ 95358 w 872573"/>
                  <a:gd name="connsiteY0" fmla="*/ 907932 h 1304824"/>
                  <a:gd name="connsiteX1" fmla="*/ 203308 w 872573"/>
                  <a:gd name="connsiteY1" fmla="*/ 711082 h 1304824"/>
                  <a:gd name="connsiteX2" fmla="*/ 158858 w 872573"/>
                  <a:gd name="connsiteY2" fmla="*/ 482482 h 1304824"/>
                  <a:gd name="connsiteX3" fmla="*/ 108058 w 872573"/>
                  <a:gd name="connsiteY3" fmla="*/ 171332 h 1304824"/>
                  <a:gd name="connsiteX4" fmla="*/ 177908 w 872573"/>
                  <a:gd name="connsiteY4" fmla="*/ 37982 h 1304824"/>
                  <a:gd name="connsiteX5" fmla="*/ 400158 w 872573"/>
                  <a:gd name="connsiteY5" fmla="*/ 12582 h 1304824"/>
                  <a:gd name="connsiteX6" fmla="*/ 736708 w 872573"/>
                  <a:gd name="connsiteY6" fmla="*/ 215782 h 1304824"/>
                  <a:gd name="connsiteX7" fmla="*/ 870058 w 872573"/>
                  <a:gd name="connsiteY7" fmla="*/ 653932 h 1304824"/>
                  <a:gd name="connsiteX8" fmla="*/ 793858 w 872573"/>
                  <a:gd name="connsiteY8" fmla="*/ 977782 h 1304824"/>
                  <a:gd name="connsiteX9" fmla="*/ 450958 w 872573"/>
                  <a:gd name="connsiteY9" fmla="*/ 1269882 h 1304824"/>
                  <a:gd name="connsiteX10" fmla="*/ 101708 w 872573"/>
                  <a:gd name="connsiteY10" fmla="*/ 1269882 h 1304824"/>
                  <a:gd name="connsiteX11" fmla="*/ 108 w 872573"/>
                  <a:gd name="connsiteY11" fmla="*/ 1073032 h 1304824"/>
                  <a:gd name="connsiteX12" fmla="*/ 95358 w 872573"/>
                  <a:gd name="connsiteY12" fmla="*/ 907932 h 1304824"/>
                  <a:gd name="connsiteX0" fmla="*/ 95358 w 875347"/>
                  <a:gd name="connsiteY0" fmla="*/ 909334 h 1306226"/>
                  <a:gd name="connsiteX1" fmla="*/ 203308 w 875347"/>
                  <a:gd name="connsiteY1" fmla="*/ 712484 h 1306226"/>
                  <a:gd name="connsiteX2" fmla="*/ 158858 w 875347"/>
                  <a:gd name="connsiteY2" fmla="*/ 483884 h 1306226"/>
                  <a:gd name="connsiteX3" fmla="*/ 108058 w 875347"/>
                  <a:gd name="connsiteY3" fmla="*/ 172734 h 1306226"/>
                  <a:gd name="connsiteX4" fmla="*/ 177908 w 875347"/>
                  <a:gd name="connsiteY4" fmla="*/ 39384 h 1306226"/>
                  <a:gd name="connsiteX5" fmla="*/ 400158 w 875347"/>
                  <a:gd name="connsiteY5" fmla="*/ 13984 h 1306226"/>
                  <a:gd name="connsiteX6" fmla="*/ 692258 w 875347"/>
                  <a:gd name="connsiteY6" fmla="*/ 236234 h 1306226"/>
                  <a:gd name="connsiteX7" fmla="*/ 870058 w 875347"/>
                  <a:gd name="connsiteY7" fmla="*/ 655334 h 1306226"/>
                  <a:gd name="connsiteX8" fmla="*/ 793858 w 875347"/>
                  <a:gd name="connsiteY8" fmla="*/ 979184 h 1306226"/>
                  <a:gd name="connsiteX9" fmla="*/ 450958 w 875347"/>
                  <a:gd name="connsiteY9" fmla="*/ 1271284 h 1306226"/>
                  <a:gd name="connsiteX10" fmla="*/ 101708 w 875347"/>
                  <a:gd name="connsiteY10" fmla="*/ 1271284 h 1306226"/>
                  <a:gd name="connsiteX11" fmla="*/ 108 w 875347"/>
                  <a:gd name="connsiteY11" fmla="*/ 1074434 h 1306226"/>
                  <a:gd name="connsiteX12" fmla="*/ 95358 w 875347"/>
                  <a:gd name="connsiteY12" fmla="*/ 909334 h 1306226"/>
                  <a:gd name="connsiteX0" fmla="*/ 95358 w 875347"/>
                  <a:gd name="connsiteY0" fmla="*/ 878656 h 1275548"/>
                  <a:gd name="connsiteX1" fmla="*/ 203308 w 875347"/>
                  <a:gd name="connsiteY1" fmla="*/ 681806 h 1275548"/>
                  <a:gd name="connsiteX2" fmla="*/ 158858 w 875347"/>
                  <a:gd name="connsiteY2" fmla="*/ 453206 h 1275548"/>
                  <a:gd name="connsiteX3" fmla="*/ 108058 w 875347"/>
                  <a:gd name="connsiteY3" fmla="*/ 142056 h 1275548"/>
                  <a:gd name="connsiteX4" fmla="*/ 177908 w 875347"/>
                  <a:gd name="connsiteY4" fmla="*/ 8706 h 1275548"/>
                  <a:gd name="connsiteX5" fmla="*/ 400158 w 875347"/>
                  <a:gd name="connsiteY5" fmla="*/ 34106 h 1275548"/>
                  <a:gd name="connsiteX6" fmla="*/ 692258 w 875347"/>
                  <a:gd name="connsiteY6" fmla="*/ 205556 h 1275548"/>
                  <a:gd name="connsiteX7" fmla="*/ 870058 w 875347"/>
                  <a:gd name="connsiteY7" fmla="*/ 624656 h 1275548"/>
                  <a:gd name="connsiteX8" fmla="*/ 793858 w 875347"/>
                  <a:gd name="connsiteY8" fmla="*/ 948506 h 1275548"/>
                  <a:gd name="connsiteX9" fmla="*/ 450958 w 875347"/>
                  <a:gd name="connsiteY9" fmla="*/ 1240606 h 1275548"/>
                  <a:gd name="connsiteX10" fmla="*/ 101708 w 875347"/>
                  <a:gd name="connsiteY10" fmla="*/ 1240606 h 1275548"/>
                  <a:gd name="connsiteX11" fmla="*/ 108 w 875347"/>
                  <a:gd name="connsiteY11" fmla="*/ 1043756 h 1275548"/>
                  <a:gd name="connsiteX12" fmla="*/ 95358 w 875347"/>
                  <a:gd name="connsiteY12" fmla="*/ 878656 h 1275548"/>
                  <a:gd name="connsiteX0" fmla="*/ 95358 w 875347"/>
                  <a:gd name="connsiteY0" fmla="*/ 894948 h 1291840"/>
                  <a:gd name="connsiteX1" fmla="*/ 203308 w 875347"/>
                  <a:gd name="connsiteY1" fmla="*/ 698098 h 1291840"/>
                  <a:gd name="connsiteX2" fmla="*/ 158858 w 875347"/>
                  <a:gd name="connsiteY2" fmla="*/ 469498 h 1291840"/>
                  <a:gd name="connsiteX3" fmla="*/ 108058 w 875347"/>
                  <a:gd name="connsiteY3" fmla="*/ 158348 h 1291840"/>
                  <a:gd name="connsiteX4" fmla="*/ 177908 w 875347"/>
                  <a:gd name="connsiteY4" fmla="*/ 24998 h 1291840"/>
                  <a:gd name="connsiteX5" fmla="*/ 393808 w 875347"/>
                  <a:gd name="connsiteY5" fmla="*/ 18648 h 1291840"/>
                  <a:gd name="connsiteX6" fmla="*/ 692258 w 875347"/>
                  <a:gd name="connsiteY6" fmla="*/ 221848 h 1291840"/>
                  <a:gd name="connsiteX7" fmla="*/ 870058 w 875347"/>
                  <a:gd name="connsiteY7" fmla="*/ 640948 h 1291840"/>
                  <a:gd name="connsiteX8" fmla="*/ 793858 w 875347"/>
                  <a:gd name="connsiteY8" fmla="*/ 964798 h 1291840"/>
                  <a:gd name="connsiteX9" fmla="*/ 450958 w 875347"/>
                  <a:gd name="connsiteY9" fmla="*/ 1256898 h 1291840"/>
                  <a:gd name="connsiteX10" fmla="*/ 101708 w 875347"/>
                  <a:gd name="connsiteY10" fmla="*/ 1256898 h 1291840"/>
                  <a:gd name="connsiteX11" fmla="*/ 108 w 875347"/>
                  <a:gd name="connsiteY11" fmla="*/ 1060048 h 1291840"/>
                  <a:gd name="connsiteX12" fmla="*/ 95358 w 875347"/>
                  <a:gd name="connsiteY12" fmla="*/ 894948 h 1291840"/>
                  <a:gd name="connsiteX0" fmla="*/ 95358 w 875457"/>
                  <a:gd name="connsiteY0" fmla="*/ 894948 h 1291840"/>
                  <a:gd name="connsiteX1" fmla="*/ 203308 w 875457"/>
                  <a:gd name="connsiteY1" fmla="*/ 698098 h 1291840"/>
                  <a:gd name="connsiteX2" fmla="*/ 158858 w 875457"/>
                  <a:gd name="connsiteY2" fmla="*/ 469498 h 1291840"/>
                  <a:gd name="connsiteX3" fmla="*/ 108058 w 875457"/>
                  <a:gd name="connsiteY3" fmla="*/ 158348 h 1291840"/>
                  <a:gd name="connsiteX4" fmla="*/ 177908 w 875457"/>
                  <a:gd name="connsiteY4" fmla="*/ 24998 h 1291840"/>
                  <a:gd name="connsiteX5" fmla="*/ 393808 w 875457"/>
                  <a:gd name="connsiteY5" fmla="*/ 18648 h 1291840"/>
                  <a:gd name="connsiteX6" fmla="*/ 692258 w 875457"/>
                  <a:gd name="connsiteY6" fmla="*/ 221848 h 1291840"/>
                  <a:gd name="connsiteX7" fmla="*/ 870058 w 875457"/>
                  <a:gd name="connsiteY7" fmla="*/ 640948 h 1291840"/>
                  <a:gd name="connsiteX8" fmla="*/ 793858 w 875457"/>
                  <a:gd name="connsiteY8" fmla="*/ 964798 h 1291840"/>
                  <a:gd name="connsiteX9" fmla="*/ 444608 w 875457"/>
                  <a:gd name="connsiteY9" fmla="*/ 1256898 h 1291840"/>
                  <a:gd name="connsiteX10" fmla="*/ 101708 w 875457"/>
                  <a:gd name="connsiteY10" fmla="*/ 1256898 h 1291840"/>
                  <a:gd name="connsiteX11" fmla="*/ 108 w 875457"/>
                  <a:gd name="connsiteY11" fmla="*/ 1060048 h 1291840"/>
                  <a:gd name="connsiteX12" fmla="*/ 95358 w 875457"/>
                  <a:gd name="connsiteY12" fmla="*/ 894948 h 1291840"/>
                  <a:gd name="connsiteX0" fmla="*/ 95358 w 875457"/>
                  <a:gd name="connsiteY0" fmla="*/ 894948 h 1292656"/>
                  <a:gd name="connsiteX1" fmla="*/ 203308 w 875457"/>
                  <a:gd name="connsiteY1" fmla="*/ 698098 h 1292656"/>
                  <a:gd name="connsiteX2" fmla="*/ 158858 w 875457"/>
                  <a:gd name="connsiteY2" fmla="*/ 469498 h 1292656"/>
                  <a:gd name="connsiteX3" fmla="*/ 108058 w 875457"/>
                  <a:gd name="connsiteY3" fmla="*/ 158348 h 1292656"/>
                  <a:gd name="connsiteX4" fmla="*/ 177908 w 875457"/>
                  <a:gd name="connsiteY4" fmla="*/ 24998 h 1292656"/>
                  <a:gd name="connsiteX5" fmla="*/ 393808 w 875457"/>
                  <a:gd name="connsiteY5" fmla="*/ 18648 h 1292656"/>
                  <a:gd name="connsiteX6" fmla="*/ 692258 w 875457"/>
                  <a:gd name="connsiteY6" fmla="*/ 221848 h 1292656"/>
                  <a:gd name="connsiteX7" fmla="*/ 870058 w 875457"/>
                  <a:gd name="connsiteY7" fmla="*/ 640948 h 1292656"/>
                  <a:gd name="connsiteX8" fmla="*/ 793858 w 875457"/>
                  <a:gd name="connsiteY8" fmla="*/ 952098 h 1292656"/>
                  <a:gd name="connsiteX9" fmla="*/ 444608 w 875457"/>
                  <a:gd name="connsiteY9" fmla="*/ 1256898 h 1292656"/>
                  <a:gd name="connsiteX10" fmla="*/ 101708 w 875457"/>
                  <a:gd name="connsiteY10" fmla="*/ 1256898 h 1292656"/>
                  <a:gd name="connsiteX11" fmla="*/ 108 w 875457"/>
                  <a:gd name="connsiteY11" fmla="*/ 1060048 h 1292656"/>
                  <a:gd name="connsiteX12" fmla="*/ 95358 w 875457"/>
                  <a:gd name="connsiteY12" fmla="*/ 894948 h 1292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5457" h="1292656">
                    <a:moveTo>
                      <a:pt x="95358" y="894948"/>
                    </a:moveTo>
                    <a:cubicBezTo>
                      <a:pt x="129225" y="834623"/>
                      <a:pt x="192725" y="769006"/>
                      <a:pt x="203308" y="698098"/>
                    </a:cubicBezTo>
                    <a:cubicBezTo>
                      <a:pt x="213891" y="627190"/>
                      <a:pt x="174733" y="559456"/>
                      <a:pt x="158858" y="469498"/>
                    </a:cubicBezTo>
                    <a:cubicBezTo>
                      <a:pt x="142983" y="379540"/>
                      <a:pt x="104883" y="232431"/>
                      <a:pt x="108058" y="158348"/>
                    </a:cubicBezTo>
                    <a:cubicBezTo>
                      <a:pt x="111233" y="84265"/>
                      <a:pt x="130283" y="48281"/>
                      <a:pt x="177908" y="24998"/>
                    </a:cubicBezTo>
                    <a:cubicBezTo>
                      <a:pt x="225533" y="1715"/>
                      <a:pt x="308083" y="-14160"/>
                      <a:pt x="393808" y="18648"/>
                    </a:cubicBezTo>
                    <a:cubicBezTo>
                      <a:pt x="479533" y="51456"/>
                      <a:pt x="612883" y="118131"/>
                      <a:pt x="692258" y="221848"/>
                    </a:cubicBezTo>
                    <a:cubicBezTo>
                      <a:pt x="771633" y="325565"/>
                      <a:pt x="853125" y="519240"/>
                      <a:pt x="870058" y="640948"/>
                    </a:cubicBezTo>
                    <a:cubicBezTo>
                      <a:pt x="886991" y="762656"/>
                      <a:pt x="864766" y="849440"/>
                      <a:pt x="793858" y="952098"/>
                    </a:cubicBezTo>
                    <a:cubicBezTo>
                      <a:pt x="722950" y="1054756"/>
                      <a:pt x="559966" y="1206098"/>
                      <a:pt x="444608" y="1256898"/>
                    </a:cubicBezTo>
                    <a:cubicBezTo>
                      <a:pt x="329250" y="1307698"/>
                      <a:pt x="176850" y="1301348"/>
                      <a:pt x="101708" y="1256898"/>
                    </a:cubicBezTo>
                    <a:cubicBezTo>
                      <a:pt x="26566" y="1212448"/>
                      <a:pt x="-2009" y="1119315"/>
                      <a:pt x="108" y="1060048"/>
                    </a:cubicBezTo>
                    <a:cubicBezTo>
                      <a:pt x="2225" y="1000781"/>
                      <a:pt x="61491" y="955273"/>
                      <a:pt x="95358" y="894948"/>
                    </a:cubicBezTo>
                    <a:close/>
                  </a:path>
                </a:pathLst>
              </a:custGeom>
              <a:solidFill>
                <a:srgbClr val="F94B1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A4B3BA-D954-4BA3-A909-BCED9AC9532F}"/>
                  </a:ext>
                </a:extLst>
              </p:cNvPr>
              <p:cNvSpPr/>
              <p:nvPr/>
            </p:nvSpPr>
            <p:spPr>
              <a:xfrm>
                <a:off x="4925074" y="2465814"/>
                <a:ext cx="1445538" cy="1392960"/>
              </a:xfrm>
              <a:custGeom>
                <a:avLst/>
                <a:gdLst>
                  <a:gd name="connsiteX0" fmla="*/ 0 w 1099029"/>
                  <a:gd name="connsiteY0" fmla="*/ 0 h 1056075"/>
                  <a:gd name="connsiteX1" fmla="*/ 1099029 w 1099029"/>
                  <a:gd name="connsiteY1" fmla="*/ 0 h 1056075"/>
                  <a:gd name="connsiteX2" fmla="*/ 1099029 w 1099029"/>
                  <a:gd name="connsiteY2" fmla="*/ 1056075 h 1056075"/>
                  <a:gd name="connsiteX3" fmla="*/ 0 w 1099029"/>
                  <a:gd name="connsiteY3" fmla="*/ 1056075 h 1056075"/>
                  <a:gd name="connsiteX4" fmla="*/ 0 w 1099029"/>
                  <a:gd name="connsiteY4" fmla="*/ 0 h 1056075"/>
                  <a:gd name="connsiteX0" fmla="*/ 0 w 1099029"/>
                  <a:gd name="connsiteY0" fmla="*/ 134754 h 1056075"/>
                  <a:gd name="connsiteX1" fmla="*/ 1099029 w 1099029"/>
                  <a:gd name="connsiteY1" fmla="*/ 0 h 1056075"/>
                  <a:gd name="connsiteX2" fmla="*/ 1099029 w 1099029"/>
                  <a:gd name="connsiteY2" fmla="*/ 1056075 h 1056075"/>
                  <a:gd name="connsiteX3" fmla="*/ 0 w 1099029"/>
                  <a:gd name="connsiteY3" fmla="*/ 1056075 h 1056075"/>
                  <a:gd name="connsiteX4" fmla="*/ 0 w 1099029"/>
                  <a:gd name="connsiteY4" fmla="*/ 134754 h 1056075"/>
                  <a:gd name="connsiteX0" fmla="*/ 0 w 1204907"/>
                  <a:gd name="connsiteY0" fmla="*/ 134754 h 1056075"/>
                  <a:gd name="connsiteX1" fmla="*/ 1099029 w 1204907"/>
                  <a:gd name="connsiteY1" fmla="*/ 0 h 1056075"/>
                  <a:gd name="connsiteX2" fmla="*/ 1204907 w 1204907"/>
                  <a:gd name="connsiteY2" fmla="*/ 873195 h 1056075"/>
                  <a:gd name="connsiteX3" fmla="*/ 0 w 1204907"/>
                  <a:gd name="connsiteY3" fmla="*/ 1056075 h 1056075"/>
                  <a:gd name="connsiteX4" fmla="*/ 0 w 1204907"/>
                  <a:gd name="connsiteY4" fmla="*/ 134754 h 1056075"/>
                  <a:gd name="connsiteX0" fmla="*/ 0 w 1118279"/>
                  <a:gd name="connsiteY0" fmla="*/ 134754 h 1056075"/>
                  <a:gd name="connsiteX1" fmla="*/ 1099029 w 1118279"/>
                  <a:gd name="connsiteY1" fmla="*/ 0 h 1056075"/>
                  <a:gd name="connsiteX2" fmla="*/ 1118279 w 1118279"/>
                  <a:gd name="connsiteY2" fmla="*/ 950197 h 1056075"/>
                  <a:gd name="connsiteX3" fmla="*/ 0 w 1118279"/>
                  <a:gd name="connsiteY3" fmla="*/ 1056075 h 1056075"/>
                  <a:gd name="connsiteX4" fmla="*/ 0 w 1118279"/>
                  <a:gd name="connsiteY4" fmla="*/ 134754 h 1056075"/>
                  <a:gd name="connsiteX0" fmla="*/ 0 w 1118279"/>
                  <a:gd name="connsiteY0" fmla="*/ 500514 h 1421835"/>
                  <a:gd name="connsiteX1" fmla="*/ 906524 w 1118279"/>
                  <a:gd name="connsiteY1" fmla="*/ 0 h 1421835"/>
                  <a:gd name="connsiteX2" fmla="*/ 1118279 w 1118279"/>
                  <a:gd name="connsiteY2" fmla="*/ 1315957 h 1421835"/>
                  <a:gd name="connsiteX3" fmla="*/ 0 w 1118279"/>
                  <a:gd name="connsiteY3" fmla="*/ 1421835 h 1421835"/>
                  <a:gd name="connsiteX4" fmla="*/ 0 w 1118279"/>
                  <a:gd name="connsiteY4" fmla="*/ 500514 h 1421835"/>
                  <a:gd name="connsiteX0" fmla="*/ 0 w 1166406"/>
                  <a:gd name="connsiteY0" fmla="*/ 500514 h 1421835"/>
                  <a:gd name="connsiteX1" fmla="*/ 906524 w 1166406"/>
                  <a:gd name="connsiteY1" fmla="*/ 0 h 1421835"/>
                  <a:gd name="connsiteX2" fmla="*/ 1166406 w 1166406"/>
                  <a:gd name="connsiteY2" fmla="*/ 825068 h 1421835"/>
                  <a:gd name="connsiteX3" fmla="*/ 0 w 1166406"/>
                  <a:gd name="connsiteY3" fmla="*/ 1421835 h 1421835"/>
                  <a:gd name="connsiteX4" fmla="*/ 0 w 1166406"/>
                  <a:gd name="connsiteY4" fmla="*/ 500514 h 1421835"/>
                  <a:gd name="connsiteX0" fmla="*/ 0 w 1166406"/>
                  <a:gd name="connsiteY0" fmla="*/ 500514 h 1296707"/>
                  <a:gd name="connsiteX1" fmla="*/ 906524 w 1166406"/>
                  <a:gd name="connsiteY1" fmla="*/ 0 h 1296707"/>
                  <a:gd name="connsiteX2" fmla="*/ 1166406 w 1166406"/>
                  <a:gd name="connsiteY2" fmla="*/ 825068 h 1296707"/>
                  <a:gd name="connsiteX3" fmla="*/ 202130 w 1166406"/>
                  <a:gd name="connsiteY3" fmla="*/ 1296707 h 1296707"/>
                  <a:gd name="connsiteX4" fmla="*/ 0 w 1166406"/>
                  <a:gd name="connsiteY4" fmla="*/ 500514 h 1296707"/>
                  <a:gd name="connsiteX0" fmla="*/ 0 w 1339660"/>
                  <a:gd name="connsiteY0" fmla="*/ 635268 h 1296707"/>
                  <a:gd name="connsiteX1" fmla="*/ 1079778 w 1339660"/>
                  <a:gd name="connsiteY1" fmla="*/ 0 h 1296707"/>
                  <a:gd name="connsiteX2" fmla="*/ 1339660 w 1339660"/>
                  <a:gd name="connsiteY2" fmla="*/ 825068 h 1296707"/>
                  <a:gd name="connsiteX3" fmla="*/ 375384 w 1339660"/>
                  <a:gd name="connsiteY3" fmla="*/ 1296707 h 1296707"/>
                  <a:gd name="connsiteX4" fmla="*/ 0 w 1339660"/>
                  <a:gd name="connsiteY4" fmla="*/ 635268 h 1296707"/>
                  <a:gd name="connsiteX0" fmla="*/ 0 w 1339660"/>
                  <a:gd name="connsiteY0" fmla="*/ 635268 h 1296707"/>
                  <a:gd name="connsiteX1" fmla="*/ 973900 w 1339660"/>
                  <a:gd name="connsiteY1" fmla="*/ 0 h 1296707"/>
                  <a:gd name="connsiteX2" fmla="*/ 1339660 w 1339660"/>
                  <a:gd name="connsiteY2" fmla="*/ 825068 h 1296707"/>
                  <a:gd name="connsiteX3" fmla="*/ 375384 w 1339660"/>
                  <a:gd name="connsiteY3" fmla="*/ 1296707 h 1296707"/>
                  <a:gd name="connsiteX4" fmla="*/ 0 w 1339660"/>
                  <a:gd name="connsiteY4" fmla="*/ 635268 h 1296707"/>
                  <a:gd name="connsiteX0" fmla="*/ 0 w 1320409"/>
                  <a:gd name="connsiteY0" fmla="*/ 462013 h 1296707"/>
                  <a:gd name="connsiteX1" fmla="*/ 954649 w 1320409"/>
                  <a:gd name="connsiteY1" fmla="*/ 0 h 1296707"/>
                  <a:gd name="connsiteX2" fmla="*/ 1320409 w 1320409"/>
                  <a:gd name="connsiteY2" fmla="*/ 825068 h 1296707"/>
                  <a:gd name="connsiteX3" fmla="*/ 356133 w 1320409"/>
                  <a:gd name="connsiteY3" fmla="*/ 1296707 h 1296707"/>
                  <a:gd name="connsiteX4" fmla="*/ 0 w 1320409"/>
                  <a:gd name="connsiteY4" fmla="*/ 462013 h 1296707"/>
                  <a:gd name="connsiteX0" fmla="*/ 0 w 1320409"/>
                  <a:gd name="connsiteY0" fmla="*/ 462013 h 1296707"/>
                  <a:gd name="connsiteX1" fmla="*/ 954649 w 1320409"/>
                  <a:gd name="connsiteY1" fmla="*/ 0 h 1296707"/>
                  <a:gd name="connsiteX2" fmla="*/ 1320409 w 1320409"/>
                  <a:gd name="connsiteY2" fmla="*/ 796193 h 1296707"/>
                  <a:gd name="connsiteX3" fmla="*/ 356133 w 1320409"/>
                  <a:gd name="connsiteY3" fmla="*/ 1296707 h 1296707"/>
                  <a:gd name="connsiteX4" fmla="*/ 0 w 1320409"/>
                  <a:gd name="connsiteY4" fmla="*/ 462013 h 1296707"/>
                  <a:gd name="connsiteX0" fmla="*/ 0 w 1320409"/>
                  <a:gd name="connsiteY0" fmla="*/ 462013 h 1373710"/>
                  <a:gd name="connsiteX1" fmla="*/ 954649 w 1320409"/>
                  <a:gd name="connsiteY1" fmla="*/ 0 h 1373710"/>
                  <a:gd name="connsiteX2" fmla="*/ 1320409 w 1320409"/>
                  <a:gd name="connsiteY2" fmla="*/ 796193 h 1373710"/>
                  <a:gd name="connsiteX3" fmla="*/ 394634 w 1320409"/>
                  <a:gd name="connsiteY3" fmla="*/ 1373710 h 1373710"/>
                  <a:gd name="connsiteX4" fmla="*/ 0 w 1320409"/>
                  <a:gd name="connsiteY4" fmla="*/ 462013 h 1373710"/>
                  <a:gd name="connsiteX0" fmla="*/ 0 w 1416662"/>
                  <a:gd name="connsiteY0" fmla="*/ 587142 h 1373710"/>
                  <a:gd name="connsiteX1" fmla="*/ 1050902 w 1416662"/>
                  <a:gd name="connsiteY1" fmla="*/ 0 h 1373710"/>
                  <a:gd name="connsiteX2" fmla="*/ 1416662 w 1416662"/>
                  <a:gd name="connsiteY2" fmla="*/ 796193 h 1373710"/>
                  <a:gd name="connsiteX3" fmla="*/ 490887 w 1416662"/>
                  <a:gd name="connsiteY3" fmla="*/ 1373710 h 1373710"/>
                  <a:gd name="connsiteX4" fmla="*/ 0 w 1416662"/>
                  <a:gd name="connsiteY4" fmla="*/ 587142 h 1373710"/>
                  <a:gd name="connsiteX0" fmla="*/ 0 w 1416662"/>
                  <a:gd name="connsiteY0" fmla="*/ 577516 h 1364084"/>
                  <a:gd name="connsiteX1" fmla="*/ 896898 w 1416662"/>
                  <a:gd name="connsiteY1" fmla="*/ 0 h 1364084"/>
                  <a:gd name="connsiteX2" fmla="*/ 1416662 w 1416662"/>
                  <a:gd name="connsiteY2" fmla="*/ 786567 h 1364084"/>
                  <a:gd name="connsiteX3" fmla="*/ 490887 w 1416662"/>
                  <a:gd name="connsiteY3" fmla="*/ 1364084 h 1364084"/>
                  <a:gd name="connsiteX4" fmla="*/ 0 w 1416662"/>
                  <a:gd name="connsiteY4" fmla="*/ 577516 h 1364084"/>
                  <a:gd name="connsiteX0" fmla="*/ 0 w 1445538"/>
                  <a:gd name="connsiteY0" fmla="*/ 577516 h 1364084"/>
                  <a:gd name="connsiteX1" fmla="*/ 896898 w 1445538"/>
                  <a:gd name="connsiteY1" fmla="*/ 0 h 1364084"/>
                  <a:gd name="connsiteX2" fmla="*/ 1445538 w 1445538"/>
                  <a:gd name="connsiteY2" fmla="*/ 728816 h 1364084"/>
                  <a:gd name="connsiteX3" fmla="*/ 490887 w 1445538"/>
                  <a:gd name="connsiteY3" fmla="*/ 1364084 h 1364084"/>
                  <a:gd name="connsiteX4" fmla="*/ 0 w 1445538"/>
                  <a:gd name="connsiteY4" fmla="*/ 577516 h 1364084"/>
                  <a:gd name="connsiteX0" fmla="*/ 0 w 1445538"/>
                  <a:gd name="connsiteY0" fmla="*/ 606392 h 1392960"/>
                  <a:gd name="connsiteX1" fmla="*/ 954650 w 1445538"/>
                  <a:gd name="connsiteY1" fmla="*/ 0 h 1392960"/>
                  <a:gd name="connsiteX2" fmla="*/ 1445538 w 1445538"/>
                  <a:gd name="connsiteY2" fmla="*/ 757692 h 1392960"/>
                  <a:gd name="connsiteX3" fmla="*/ 490887 w 1445538"/>
                  <a:gd name="connsiteY3" fmla="*/ 1392960 h 1392960"/>
                  <a:gd name="connsiteX4" fmla="*/ 0 w 1445538"/>
                  <a:gd name="connsiteY4" fmla="*/ 606392 h 139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538" h="1392960">
                    <a:moveTo>
                      <a:pt x="0" y="606392"/>
                    </a:moveTo>
                    <a:lnTo>
                      <a:pt x="954650" y="0"/>
                    </a:lnTo>
                    <a:lnTo>
                      <a:pt x="1445538" y="757692"/>
                    </a:lnTo>
                    <a:lnTo>
                      <a:pt x="490887" y="1392960"/>
                    </a:lnTo>
                    <a:lnTo>
                      <a:pt x="0" y="60639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Splanchnic circulation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5C0FFD-1DC9-4551-B623-350F61C32137}"/>
                </a:ext>
              </a:extLst>
            </p:cNvPr>
            <p:cNvSpPr txBox="1"/>
            <p:nvPr/>
          </p:nvSpPr>
          <p:spPr>
            <a:xfrm>
              <a:off x="3111799" y="2297249"/>
              <a:ext cx="772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Liver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8C5E66-B7CF-437E-8B3C-B74B9D5E23E5}"/>
                </a:ext>
              </a:extLst>
            </p:cNvPr>
            <p:cNvSpPr txBox="1"/>
            <p:nvPr/>
          </p:nvSpPr>
          <p:spPr>
            <a:xfrm>
              <a:off x="6411683" y="2071065"/>
              <a:ext cx="891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Kidney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266DD3-CB31-4578-9248-413F33780F9C}"/>
                </a:ext>
              </a:extLst>
            </p:cNvPr>
            <p:cNvSpPr txBox="1"/>
            <p:nvPr/>
          </p:nvSpPr>
          <p:spPr>
            <a:xfrm>
              <a:off x="2911741" y="3339982"/>
              <a:ext cx="10547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Portal vein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3E9BBC-07AA-4ED7-A13E-B8E2899A6D01}"/>
                </a:ext>
              </a:extLst>
            </p:cNvPr>
            <p:cNvSpPr txBox="1"/>
            <p:nvPr/>
          </p:nvSpPr>
          <p:spPr>
            <a:xfrm>
              <a:off x="2798233" y="1632454"/>
              <a:ext cx="575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IVC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4DD716-E285-4A95-BE1E-3A7A60D222EF}"/>
                </a:ext>
              </a:extLst>
            </p:cNvPr>
            <p:cNvSpPr txBox="1"/>
            <p:nvPr/>
          </p:nvSpPr>
          <p:spPr>
            <a:xfrm>
              <a:off x="4941870" y="1632454"/>
              <a:ext cx="886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Aorta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123B76D-FDEB-409D-BF6F-A01686FC97D8}"/>
              </a:ext>
            </a:extLst>
          </p:cNvPr>
          <p:cNvSpPr txBox="1"/>
          <p:nvPr/>
        </p:nvSpPr>
        <p:spPr>
          <a:xfrm>
            <a:off x="428591" y="4440570"/>
            <a:ext cx="899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60-70%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677763-677F-4FDF-B6B6-AB84F069CD11}"/>
              </a:ext>
            </a:extLst>
          </p:cNvPr>
          <p:cNvSpPr txBox="1"/>
          <p:nvPr/>
        </p:nvSpPr>
        <p:spPr>
          <a:xfrm>
            <a:off x="386376" y="5415678"/>
            <a:ext cx="88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30-40%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E5E909-349F-4BD0-A986-35587752AC8C}"/>
              </a:ext>
            </a:extLst>
          </p:cNvPr>
          <p:cNvSpPr txBox="1"/>
          <p:nvPr/>
        </p:nvSpPr>
        <p:spPr>
          <a:xfrm>
            <a:off x="558419" y="6172848"/>
            <a:ext cx="63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&lt;1%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F2DFB1-3E9C-4C6F-A8F6-56F9715FA894}"/>
              </a:ext>
            </a:extLst>
          </p:cNvPr>
          <p:cNvSpPr txBox="1"/>
          <p:nvPr/>
        </p:nvSpPr>
        <p:spPr>
          <a:xfrm>
            <a:off x="2603602" y="4143750"/>
            <a:ext cx="41559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volume (GI bleed, </a:t>
            </a:r>
            <a:r>
              <a:rPr lang="en-US" sz="1600" dirty="0" err="1"/>
              <a:t>overdiuresis</a:t>
            </a:r>
            <a:r>
              <a:rPr lang="en-US" sz="1600" dirty="0"/>
              <a:t>, GI losses)</a:t>
            </a:r>
          </a:p>
          <a:p>
            <a:pPr algn="ctr"/>
            <a:r>
              <a:rPr lang="en-US" sz="1600" dirty="0"/>
              <a:t>Sepsis (SBP, pneumonia, UTI)</a:t>
            </a:r>
          </a:p>
          <a:p>
            <a:pPr algn="ctr"/>
            <a:r>
              <a:rPr lang="en-US" sz="1600" dirty="0"/>
              <a:t>Medications</a:t>
            </a:r>
          </a:p>
          <a:p>
            <a:pPr algn="ctr"/>
            <a:r>
              <a:rPr lang="en-US" sz="1600" dirty="0"/>
              <a:t>HRS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E20109-80CA-45A4-88D4-33555D3A532B}"/>
              </a:ext>
            </a:extLst>
          </p:cNvPr>
          <p:cNvSpPr txBox="1"/>
          <p:nvPr/>
        </p:nvSpPr>
        <p:spPr>
          <a:xfrm>
            <a:off x="4749748" y="5209312"/>
            <a:ext cx="2090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ATN</a:t>
            </a:r>
          </a:p>
          <a:p>
            <a:pPr algn="ctr"/>
            <a:r>
              <a:rPr lang="en-US" sz="1600" dirty="0"/>
              <a:t>AIN</a:t>
            </a:r>
          </a:p>
          <a:p>
            <a:pPr algn="ctr"/>
            <a:r>
              <a:rPr lang="en-US" sz="1600" dirty="0"/>
              <a:t>Glomerulonephritis 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2A86B605-CD21-4ACF-BB19-F1A692E315CF}"/>
              </a:ext>
            </a:extLst>
          </p:cNvPr>
          <p:cNvSpPr/>
          <p:nvPr/>
        </p:nvSpPr>
        <p:spPr>
          <a:xfrm>
            <a:off x="6540814" y="4097035"/>
            <a:ext cx="172996" cy="7941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B935DB2F-9B05-48B4-9438-BA4982EF1567}"/>
              </a:ext>
            </a:extLst>
          </p:cNvPr>
          <p:cNvSpPr/>
          <p:nvPr/>
        </p:nvSpPr>
        <p:spPr>
          <a:xfrm>
            <a:off x="6560873" y="4891500"/>
            <a:ext cx="152400" cy="2505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BB28A2-B7D1-4B27-B377-D75A8941052F}"/>
              </a:ext>
            </a:extLst>
          </p:cNvPr>
          <p:cNvSpPr txBox="1"/>
          <p:nvPr/>
        </p:nvSpPr>
        <p:spPr>
          <a:xfrm>
            <a:off x="6885517" y="4319148"/>
            <a:ext cx="2044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Volume responsive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7A880-5B6A-4EB6-BCC0-CE144563CFE2}"/>
              </a:ext>
            </a:extLst>
          </p:cNvPr>
          <p:cNvSpPr txBox="1"/>
          <p:nvPr/>
        </p:nvSpPr>
        <p:spPr>
          <a:xfrm>
            <a:off x="6784575" y="4846969"/>
            <a:ext cx="211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 volume responsive</a:t>
            </a:r>
          </a:p>
        </p:txBody>
      </p:sp>
      <p:pic>
        <p:nvPicPr>
          <p:cNvPr id="30" name="Graphic 29" descr="Cursor">
            <a:extLst>
              <a:ext uri="{FF2B5EF4-FFF2-40B4-BE49-F238E27FC236}">
                <a16:creationId xmlns:a16="http://schemas.microsoft.com/office/drawing/2014/main" id="{E9AD59DF-A8A1-41E7-90C2-6D785477D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1391" y="4699401"/>
            <a:ext cx="260293" cy="260293"/>
          </a:xfrm>
          <a:prstGeom prst="rect">
            <a:avLst/>
          </a:prstGeom>
        </p:spPr>
      </p:pic>
      <p:pic>
        <p:nvPicPr>
          <p:cNvPr id="43" name="Graphic 42" descr="Cursor">
            <a:extLst>
              <a:ext uri="{FF2B5EF4-FFF2-40B4-BE49-F238E27FC236}">
                <a16:creationId xmlns:a16="http://schemas.microsoft.com/office/drawing/2014/main" id="{56ACB294-E918-4AEC-A701-DF5150FF1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4147" y="5684366"/>
            <a:ext cx="260293" cy="26029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457BF5F-C9BD-4DE9-AB27-9CC4D87F4888}"/>
              </a:ext>
            </a:extLst>
          </p:cNvPr>
          <p:cNvSpPr/>
          <p:nvPr/>
        </p:nvSpPr>
        <p:spPr>
          <a:xfrm>
            <a:off x="8139462" y="2440397"/>
            <a:ext cx="3872833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19063" indent="-119063" algn="ctr"/>
            <a:r>
              <a:rPr lang="en-US" sz="2000" dirty="0"/>
              <a:t>AKI ↑ risk of death by 2-6X in patients with cirrhosis. Pre-renal causes account for &gt; 60% of all AKI in patients with cirrhosis.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818A6F-1891-4B6B-A804-4BBCED151D3E}"/>
              </a:ext>
            </a:extLst>
          </p:cNvPr>
          <p:cNvSpPr txBox="1"/>
          <p:nvPr/>
        </p:nvSpPr>
        <p:spPr>
          <a:xfrm>
            <a:off x="9054480" y="4097556"/>
            <a:ext cx="3015344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9063" indent="-119063"/>
            <a:r>
              <a:rPr lang="en-US" sz="1600" dirty="0"/>
              <a:t>Work-up to differentiate between causes should include:</a:t>
            </a:r>
          </a:p>
          <a:p>
            <a:pPr marL="457200" indent="-166688">
              <a:buFontTx/>
              <a:buChar char="-"/>
            </a:pPr>
            <a:r>
              <a:rPr lang="en-US" sz="1600" dirty="0"/>
              <a:t>UA, urine electrolytes</a:t>
            </a:r>
          </a:p>
          <a:p>
            <a:pPr marL="457200" indent="-166688">
              <a:buFontTx/>
              <a:buChar char="-"/>
            </a:pPr>
            <a:r>
              <a:rPr lang="en-US" sz="1600" dirty="0"/>
              <a:t>R/o bacterial infection (diagnostic paracentesis, blood and urine cultures)</a:t>
            </a:r>
          </a:p>
          <a:p>
            <a:pPr marL="457200" indent="-166688">
              <a:buFontTx/>
              <a:buChar char="-"/>
            </a:pPr>
            <a:r>
              <a:rPr lang="en-US" sz="1600" dirty="0"/>
              <a:t>Assess liver function (e.g. RUQ + duplex)</a:t>
            </a:r>
          </a:p>
          <a:p>
            <a:pPr marL="457200" indent="-166688">
              <a:buFontTx/>
              <a:buChar char="-"/>
            </a:pPr>
            <a:r>
              <a:rPr lang="en-US" sz="1600" dirty="0"/>
              <a:t>R/o GI bleed</a:t>
            </a:r>
          </a:p>
          <a:p>
            <a:pPr marL="457200" indent="-166688">
              <a:buFontTx/>
              <a:buChar char="-"/>
            </a:pPr>
            <a:r>
              <a:rPr lang="en-US" sz="1600" dirty="0"/>
              <a:t>Consider renal US</a:t>
            </a:r>
          </a:p>
        </p:txBody>
      </p:sp>
      <p:sp>
        <p:nvSpPr>
          <p:cNvPr id="50" name="Rectangle: Rounded Corners 4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1AC4F00-EDF2-4B85-A233-965410BB3165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51" name="Rectangle: Rounded Corners 50">
            <a:hlinkClick r:id="rId5" action="ppaction://hlinksldjump"/>
            <a:extLst>
              <a:ext uri="{FF2B5EF4-FFF2-40B4-BE49-F238E27FC236}">
                <a16:creationId xmlns:a16="http://schemas.microsoft.com/office/drawing/2014/main" id="{D7A55432-84F6-44C9-BA09-3D092AC560C9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86AB1FA-C617-457F-B3F2-F0511965A7D9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F9E826-1D20-4647-8B7F-F41065AE20F2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807163-437C-41E8-B85A-2D97FF034210}"/>
              </a:ext>
            </a:extLst>
          </p:cNvPr>
          <p:cNvSpPr txBox="1"/>
          <p:nvPr/>
        </p:nvSpPr>
        <p:spPr>
          <a:xfrm>
            <a:off x="2944787" y="6045480"/>
            <a:ext cx="5602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Obstruction (clot, calculi, cancer, BPH, extrinsic compression)</a:t>
            </a:r>
          </a:p>
          <a:p>
            <a:pPr algn="ctr"/>
            <a:r>
              <a:rPr lang="en-US" sz="1600" dirty="0"/>
              <a:t>Neurogenic bladder</a:t>
            </a:r>
          </a:p>
        </p:txBody>
      </p:sp>
      <p:pic>
        <p:nvPicPr>
          <p:cNvPr id="44" name="Graphic 43" descr="Cursor">
            <a:extLst>
              <a:ext uri="{FF2B5EF4-FFF2-40B4-BE49-F238E27FC236}">
                <a16:creationId xmlns:a16="http://schemas.microsoft.com/office/drawing/2014/main" id="{7C38FB19-C226-4B37-B94D-BE4BD4826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0177" y="6404292"/>
            <a:ext cx="260293" cy="26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31" grpId="0"/>
      <p:bldP spid="32" grpId="0"/>
      <p:bldP spid="36" grpId="0" animBg="1"/>
      <p:bldP spid="37" grpId="0" animBg="1"/>
      <p:bldP spid="38" grpId="0"/>
      <p:bldP spid="39" grpId="0"/>
      <p:bldP spid="46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270154-1342-4AF6-862B-0B6F1F0B90AF}"/>
              </a:ext>
            </a:extLst>
          </p:cNvPr>
          <p:cNvSpPr/>
          <p:nvPr/>
        </p:nvSpPr>
        <p:spPr>
          <a:xfrm>
            <a:off x="3916291" y="586999"/>
            <a:ext cx="2797519" cy="2044514"/>
          </a:xfrm>
          <a:custGeom>
            <a:avLst/>
            <a:gdLst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73155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87205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06081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69712 w 3324754"/>
              <a:gd name="connsiteY15" fmla="*/ 1706132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03727"/>
              <a:gd name="connsiteY0" fmla="*/ 417534 h 2445138"/>
              <a:gd name="connsiteX1" fmla="*/ 388619 w 3303727"/>
              <a:gd name="connsiteY1" fmla="*/ 61399 h 2445138"/>
              <a:gd name="connsiteX2" fmla="*/ 1303019 w 3303727"/>
              <a:gd name="connsiteY2" fmla="*/ 51774 h 2445138"/>
              <a:gd name="connsiteX3" fmla="*/ 2034539 w 3303727"/>
              <a:gd name="connsiteY3" fmla="*/ 581163 h 2445138"/>
              <a:gd name="connsiteX4" fmla="*/ 2381049 w 3303727"/>
              <a:gd name="connsiteY4" fmla="*/ 1351185 h 2445138"/>
              <a:gd name="connsiteX5" fmla="*/ 2458051 w 3303727"/>
              <a:gd name="connsiteY5" fmla="*/ 1832448 h 2445138"/>
              <a:gd name="connsiteX6" fmla="*/ 2467676 w 3303727"/>
              <a:gd name="connsiteY6" fmla="*/ 2082705 h 2445138"/>
              <a:gd name="connsiteX7" fmla="*/ 2871937 w 3303727"/>
              <a:gd name="connsiteY7" fmla="*/ 1899825 h 2445138"/>
              <a:gd name="connsiteX8" fmla="*/ 3266573 w 3303727"/>
              <a:gd name="connsiteY8" fmla="*/ 1793947 h 2445138"/>
              <a:gd name="connsiteX9" fmla="*/ 3285824 w 3303727"/>
              <a:gd name="connsiteY9" fmla="*/ 1947951 h 2445138"/>
              <a:gd name="connsiteX10" fmla="*/ 3255277 w 3303727"/>
              <a:gd name="connsiteY10" fmla="*/ 2071892 h 2445138"/>
              <a:gd name="connsiteX11" fmla="*/ 2871937 w 3303727"/>
              <a:gd name="connsiteY11" fmla="*/ 2246334 h 2445138"/>
              <a:gd name="connsiteX12" fmla="*/ 2486927 w 3303727"/>
              <a:gd name="connsiteY12" fmla="*/ 2419589 h 2445138"/>
              <a:gd name="connsiteX13" fmla="*/ 2265546 w 3303727"/>
              <a:gd name="connsiteY13" fmla="*/ 2429214 h 2445138"/>
              <a:gd name="connsiteX14" fmla="*/ 2140417 w 3303727"/>
              <a:gd name="connsiteY14" fmla="*/ 2275210 h 2445138"/>
              <a:gd name="connsiteX15" fmla="*/ 2169712 w 3303727"/>
              <a:gd name="connsiteY15" fmla="*/ 1706132 h 2445138"/>
              <a:gd name="connsiteX16" fmla="*/ 2026166 w 3303727"/>
              <a:gd name="connsiteY16" fmla="*/ 1072448 h 2445138"/>
              <a:gd name="connsiteX17" fmla="*/ 1757076 w 3303727"/>
              <a:gd name="connsiteY17" fmla="*/ 659353 h 2445138"/>
              <a:gd name="connsiteX18" fmla="*/ 1419358 w 3303727"/>
              <a:gd name="connsiteY18" fmla="*/ 387867 h 2445138"/>
              <a:gd name="connsiteX19" fmla="*/ 889133 w 3303727"/>
              <a:gd name="connsiteY19" fmla="*/ 243092 h 2445138"/>
              <a:gd name="connsiteX20" fmla="*/ 494497 w 3303727"/>
              <a:gd name="connsiteY20" fmla="*/ 340532 h 2445138"/>
              <a:gd name="connsiteX21" fmla="*/ 321242 w 3303727"/>
              <a:gd name="connsiteY21" fmla="*/ 523412 h 2445138"/>
              <a:gd name="connsiteX22" fmla="*/ 253866 w 3303727"/>
              <a:gd name="connsiteY22" fmla="*/ 581163 h 2445138"/>
              <a:gd name="connsiteX23" fmla="*/ 32485 w 3303727"/>
              <a:gd name="connsiteY23" fmla="*/ 504161 h 2445138"/>
              <a:gd name="connsiteX24" fmla="*/ 42110 w 3303727"/>
              <a:gd name="connsiteY24" fmla="*/ 417534 h 2445138"/>
              <a:gd name="connsiteX0" fmla="*/ 42110 w 3303727"/>
              <a:gd name="connsiteY0" fmla="*/ 417534 h 2439272"/>
              <a:gd name="connsiteX1" fmla="*/ 388619 w 3303727"/>
              <a:gd name="connsiteY1" fmla="*/ 61399 h 2439272"/>
              <a:gd name="connsiteX2" fmla="*/ 1303019 w 3303727"/>
              <a:gd name="connsiteY2" fmla="*/ 51774 h 2439272"/>
              <a:gd name="connsiteX3" fmla="*/ 2034539 w 3303727"/>
              <a:gd name="connsiteY3" fmla="*/ 581163 h 2439272"/>
              <a:gd name="connsiteX4" fmla="*/ 2381049 w 3303727"/>
              <a:gd name="connsiteY4" fmla="*/ 1351185 h 2439272"/>
              <a:gd name="connsiteX5" fmla="*/ 2458051 w 3303727"/>
              <a:gd name="connsiteY5" fmla="*/ 1832448 h 2439272"/>
              <a:gd name="connsiteX6" fmla="*/ 2467676 w 3303727"/>
              <a:gd name="connsiteY6" fmla="*/ 2082705 h 2439272"/>
              <a:gd name="connsiteX7" fmla="*/ 2871937 w 3303727"/>
              <a:gd name="connsiteY7" fmla="*/ 1899825 h 2439272"/>
              <a:gd name="connsiteX8" fmla="*/ 3266573 w 3303727"/>
              <a:gd name="connsiteY8" fmla="*/ 1793947 h 2439272"/>
              <a:gd name="connsiteX9" fmla="*/ 3285824 w 3303727"/>
              <a:gd name="connsiteY9" fmla="*/ 1947951 h 2439272"/>
              <a:gd name="connsiteX10" fmla="*/ 3255277 w 3303727"/>
              <a:gd name="connsiteY10" fmla="*/ 2071892 h 2439272"/>
              <a:gd name="connsiteX11" fmla="*/ 2871937 w 3303727"/>
              <a:gd name="connsiteY11" fmla="*/ 2246334 h 2439272"/>
              <a:gd name="connsiteX12" fmla="*/ 2486927 w 3303727"/>
              <a:gd name="connsiteY12" fmla="*/ 2419589 h 2439272"/>
              <a:gd name="connsiteX13" fmla="*/ 2285631 w 3303727"/>
              <a:gd name="connsiteY13" fmla="*/ 2419194 h 2439272"/>
              <a:gd name="connsiteX14" fmla="*/ 2140417 w 3303727"/>
              <a:gd name="connsiteY14" fmla="*/ 2275210 h 2439272"/>
              <a:gd name="connsiteX15" fmla="*/ 2169712 w 3303727"/>
              <a:gd name="connsiteY15" fmla="*/ 1706132 h 2439272"/>
              <a:gd name="connsiteX16" fmla="*/ 2026166 w 3303727"/>
              <a:gd name="connsiteY16" fmla="*/ 1072448 h 2439272"/>
              <a:gd name="connsiteX17" fmla="*/ 1757076 w 3303727"/>
              <a:gd name="connsiteY17" fmla="*/ 659353 h 2439272"/>
              <a:gd name="connsiteX18" fmla="*/ 1419358 w 3303727"/>
              <a:gd name="connsiteY18" fmla="*/ 387867 h 2439272"/>
              <a:gd name="connsiteX19" fmla="*/ 889133 w 3303727"/>
              <a:gd name="connsiteY19" fmla="*/ 243092 h 2439272"/>
              <a:gd name="connsiteX20" fmla="*/ 494497 w 3303727"/>
              <a:gd name="connsiteY20" fmla="*/ 340532 h 2439272"/>
              <a:gd name="connsiteX21" fmla="*/ 321242 w 3303727"/>
              <a:gd name="connsiteY21" fmla="*/ 523412 h 2439272"/>
              <a:gd name="connsiteX22" fmla="*/ 253866 w 3303727"/>
              <a:gd name="connsiteY22" fmla="*/ 581163 h 2439272"/>
              <a:gd name="connsiteX23" fmla="*/ 32485 w 3303727"/>
              <a:gd name="connsiteY23" fmla="*/ 504161 h 2439272"/>
              <a:gd name="connsiteX24" fmla="*/ 42110 w 3303727"/>
              <a:gd name="connsiteY24" fmla="*/ 417534 h 2439272"/>
              <a:gd name="connsiteX0" fmla="*/ 42110 w 3303727"/>
              <a:gd name="connsiteY0" fmla="*/ 417534 h 2421842"/>
              <a:gd name="connsiteX1" fmla="*/ 388619 w 3303727"/>
              <a:gd name="connsiteY1" fmla="*/ 61399 h 2421842"/>
              <a:gd name="connsiteX2" fmla="*/ 1303019 w 3303727"/>
              <a:gd name="connsiteY2" fmla="*/ 51774 h 2421842"/>
              <a:gd name="connsiteX3" fmla="*/ 2034539 w 3303727"/>
              <a:gd name="connsiteY3" fmla="*/ 581163 h 2421842"/>
              <a:gd name="connsiteX4" fmla="*/ 2381049 w 3303727"/>
              <a:gd name="connsiteY4" fmla="*/ 1351185 h 2421842"/>
              <a:gd name="connsiteX5" fmla="*/ 2458051 w 3303727"/>
              <a:gd name="connsiteY5" fmla="*/ 1832448 h 2421842"/>
              <a:gd name="connsiteX6" fmla="*/ 2467676 w 3303727"/>
              <a:gd name="connsiteY6" fmla="*/ 2082705 h 2421842"/>
              <a:gd name="connsiteX7" fmla="*/ 2871937 w 3303727"/>
              <a:gd name="connsiteY7" fmla="*/ 1899825 h 2421842"/>
              <a:gd name="connsiteX8" fmla="*/ 3266573 w 3303727"/>
              <a:gd name="connsiteY8" fmla="*/ 1793947 h 2421842"/>
              <a:gd name="connsiteX9" fmla="*/ 3285824 w 3303727"/>
              <a:gd name="connsiteY9" fmla="*/ 1947951 h 2421842"/>
              <a:gd name="connsiteX10" fmla="*/ 3255277 w 3303727"/>
              <a:gd name="connsiteY10" fmla="*/ 2071892 h 2421842"/>
              <a:gd name="connsiteX11" fmla="*/ 2871937 w 3303727"/>
              <a:gd name="connsiteY11" fmla="*/ 2246334 h 2421842"/>
              <a:gd name="connsiteX12" fmla="*/ 2527097 w 3303727"/>
              <a:gd name="connsiteY12" fmla="*/ 2359463 h 2421842"/>
              <a:gd name="connsiteX13" fmla="*/ 2285631 w 3303727"/>
              <a:gd name="connsiteY13" fmla="*/ 2419194 h 2421842"/>
              <a:gd name="connsiteX14" fmla="*/ 2140417 w 3303727"/>
              <a:gd name="connsiteY14" fmla="*/ 2275210 h 2421842"/>
              <a:gd name="connsiteX15" fmla="*/ 2169712 w 3303727"/>
              <a:gd name="connsiteY15" fmla="*/ 1706132 h 2421842"/>
              <a:gd name="connsiteX16" fmla="*/ 2026166 w 3303727"/>
              <a:gd name="connsiteY16" fmla="*/ 1072448 h 2421842"/>
              <a:gd name="connsiteX17" fmla="*/ 1757076 w 3303727"/>
              <a:gd name="connsiteY17" fmla="*/ 659353 h 2421842"/>
              <a:gd name="connsiteX18" fmla="*/ 1419358 w 3303727"/>
              <a:gd name="connsiteY18" fmla="*/ 387867 h 2421842"/>
              <a:gd name="connsiteX19" fmla="*/ 889133 w 3303727"/>
              <a:gd name="connsiteY19" fmla="*/ 243092 h 2421842"/>
              <a:gd name="connsiteX20" fmla="*/ 494497 w 3303727"/>
              <a:gd name="connsiteY20" fmla="*/ 340532 h 2421842"/>
              <a:gd name="connsiteX21" fmla="*/ 321242 w 3303727"/>
              <a:gd name="connsiteY21" fmla="*/ 523412 h 2421842"/>
              <a:gd name="connsiteX22" fmla="*/ 253866 w 3303727"/>
              <a:gd name="connsiteY22" fmla="*/ 581163 h 2421842"/>
              <a:gd name="connsiteX23" fmla="*/ 32485 w 3303727"/>
              <a:gd name="connsiteY23" fmla="*/ 504161 h 2421842"/>
              <a:gd name="connsiteX24" fmla="*/ 42110 w 3303727"/>
              <a:gd name="connsiteY24" fmla="*/ 417534 h 2421842"/>
              <a:gd name="connsiteX0" fmla="*/ 42110 w 3303727"/>
              <a:gd name="connsiteY0" fmla="*/ 417534 h 2422465"/>
              <a:gd name="connsiteX1" fmla="*/ 388619 w 3303727"/>
              <a:gd name="connsiteY1" fmla="*/ 61399 h 2422465"/>
              <a:gd name="connsiteX2" fmla="*/ 1303019 w 3303727"/>
              <a:gd name="connsiteY2" fmla="*/ 51774 h 2422465"/>
              <a:gd name="connsiteX3" fmla="*/ 2034539 w 3303727"/>
              <a:gd name="connsiteY3" fmla="*/ 581163 h 2422465"/>
              <a:gd name="connsiteX4" fmla="*/ 2381049 w 3303727"/>
              <a:gd name="connsiteY4" fmla="*/ 1351185 h 2422465"/>
              <a:gd name="connsiteX5" fmla="*/ 2458051 w 3303727"/>
              <a:gd name="connsiteY5" fmla="*/ 1832448 h 2422465"/>
              <a:gd name="connsiteX6" fmla="*/ 2467676 w 3303727"/>
              <a:gd name="connsiteY6" fmla="*/ 2082705 h 2422465"/>
              <a:gd name="connsiteX7" fmla="*/ 2871937 w 3303727"/>
              <a:gd name="connsiteY7" fmla="*/ 1899825 h 2422465"/>
              <a:gd name="connsiteX8" fmla="*/ 3266573 w 3303727"/>
              <a:gd name="connsiteY8" fmla="*/ 1793947 h 2422465"/>
              <a:gd name="connsiteX9" fmla="*/ 3285824 w 3303727"/>
              <a:gd name="connsiteY9" fmla="*/ 1947951 h 2422465"/>
              <a:gd name="connsiteX10" fmla="*/ 3255277 w 3303727"/>
              <a:gd name="connsiteY10" fmla="*/ 2071892 h 2422465"/>
              <a:gd name="connsiteX11" fmla="*/ 2861896 w 3303727"/>
              <a:gd name="connsiteY11" fmla="*/ 2176187 h 2422465"/>
              <a:gd name="connsiteX12" fmla="*/ 2527097 w 3303727"/>
              <a:gd name="connsiteY12" fmla="*/ 2359463 h 2422465"/>
              <a:gd name="connsiteX13" fmla="*/ 2285631 w 3303727"/>
              <a:gd name="connsiteY13" fmla="*/ 2419194 h 2422465"/>
              <a:gd name="connsiteX14" fmla="*/ 2140417 w 3303727"/>
              <a:gd name="connsiteY14" fmla="*/ 2275210 h 2422465"/>
              <a:gd name="connsiteX15" fmla="*/ 2169712 w 3303727"/>
              <a:gd name="connsiteY15" fmla="*/ 1706132 h 2422465"/>
              <a:gd name="connsiteX16" fmla="*/ 2026166 w 3303727"/>
              <a:gd name="connsiteY16" fmla="*/ 1072448 h 2422465"/>
              <a:gd name="connsiteX17" fmla="*/ 1757076 w 3303727"/>
              <a:gd name="connsiteY17" fmla="*/ 659353 h 2422465"/>
              <a:gd name="connsiteX18" fmla="*/ 1419358 w 3303727"/>
              <a:gd name="connsiteY18" fmla="*/ 387867 h 2422465"/>
              <a:gd name="connsiteX19" fmla="*/ 889133 w 3303727"/>
              <a:gd name="connsiteY19" fmla="*/ 243092 h 2422465"/>
              <a:gd name="connsiteX20" fmla="*/ 494497 w 3303727"/>
              <a:gd name="connsiteY20" fmla="*/ 340532 h 2422465"/>
              <a:gd name="connsiteX21" fmla="*/ 321242 w 3303727"/>
              <a:gd name="connsiteY21" fmla="*/ 523412 h 2422465"/>
              <a:gd name="connsiteX22" fmla="*/ 253866 w 3303727"/>
              <a:gd name="connsiteY22" fmla="*/ 581163 h 2422465"/>
              <a:gd name="connsiteX23" fmla="*/ 32485 w 3303727"/>
              <a:gd name="connsiteY23" fmla="*/ 504161 h 2422465"/>
              <a:gd name="connsiteX24" fmla="*/ 42110 w 3303727"/>
              <a:gd name="connsiteY24" fmla="*/ 417534 h 2422465"/>
              <a:gd name="connsiteX0" fmla="*/ 42110 w 3303727"/>
              <a:gd name="connsiteY0" fmla="*/ 417534 h 2422464"/>
              <a:gd name="connsiteX1" fmla="*/ 388619 w 3303727"/>
              <a:gd name="connsiteY1" fmla="*/ 61399 h 2422464"/>
              <a:gd name="connsiteX2" fmla="*/ 1303019 w 3303727"/>
              <a:gd name="connsiteY2" fmla="*/ 51774 h 2422464"/>
              <a:gd name="connsiteX3" fmla="*/ 2034539 w 3303727"/>
              <a:gd name="connsiteY3" fmla="*/ 581163 h 2422464"/>
              <a:gd name="connsiteX4" fmla="*/ 2381049 w 3303727"/>
              <a:gd name="connsiteY4" fmla="*/ 1351185 h 2422464"/>
              <a:gd name="connsiteX5" fmla="*/ 2458051 w 3303727"/>
              <a:gd name="connsiteY5" fmla="*/ 1832448 h 2422464"/>
              <a:gd name="connsiteX6" fmla="*/ 2467676 w 3303727"/>
              <a:gd name="connsiteY6" fmla="*/ 2082705 h 2422464"/>
              <a:gd name="connsiteX7" fmla="*/ 2871937 w 3303727"/>
              <a:gd name="connsiteY7" fmla="*/ 1899825 h 2422464"/>
              <a:gd name="connsiteX8" fmla="*/ 3266573 w 3303727"/>
              <a:gd name="connsiteY8" fmla="*/ 1793947 h 2422464"/>
              <a:gd name="connsiteX9" fmla="*/ 3285824 w 3303727"/>
              <a:gd name="connsiteY9" fmla="*/ 1947951 h 2422464"/>
              <a:gd name="connsiteX10" fmla="*/ 3255277 w 3303727"/>
              <a:gd name="connsiteY10" fmla="*/ 2061870 h 2422464"/>
              <a:gd name="connsiteX11" fmla="*/ 2861896 w 3303727"/>
              <a:gd name="connsiteY11" fmla="*/ 2176187 h 2422464"/>
              <a:gd name="connsiteX12" fmla="*/ 2527097 w 3303727"/>
              <a:gd name="connsiteY12" fmla="*/ 2359463 h 2422464"/>
              <a:gd name="connsiteX13" fmla="*/ 2285631 w 3303727"/>
              <a:gd name="connsiteY13" fmla="*/ 2419194 h 2422464"/>
              <a:gd name="connsiteX14" fmla="*/ 2140417 w 3303727"/>
              <a:gd name="connsiteY14" fmla="*/ 2275210 h 2422464"/>
              <a:gd name="connsiteX15" fmla="*/ 2169712 w 3303727"/>
              <a:gd name="connsiteY15" fmla="*/ 1706132 h 2422464"/>
              <a:gd name="connsiteX16" fmla="*/ 2026166 w 3303727"/>
              <a:gd name="connsiteY16" fmla="*/ 1072448 h 2422464"/>
              <a:gd name="connsiteX17" fmla="*/ 1757076 w 3303727"/>
              <a:gd name="connsiteY17" fmla="*/ 659353 h 2422464"/>
              <a:gd name="connsiteX18" fmla="*/ 1419358 w 3303727"/>
              <a:gd name="connsiteY18" fmla="*/ 387867 h 2422464"/>
              <a:gd name="connsiteX19" fmla="*/ 889133 w 3303727"/>
              <a:gd name="connsiteY19" fmla="*/ 243092 h 2422464"/>
              <a:gd name="connsiteX20" fmla="*/ 494497 w 3303727"/>
              <a:gd name="connsiteY20" fmla="*/ 340532 h 2422464"/>
              <a:gd name="connsiteX21" fmla="*/ 321242 w 3303727"/>
              <a:gd name="connsiteY21" fmla="*/ 523412 h 2422464"/>
              <a:gd name="connsiteX22" fmla="*/ 253866 w 3303727"/>
              <a:gd name="connsiteY22" fmla="*/ 581163 h 2422464"/>
              <a:gd name="connsiteX23" fmla="*/ 32485 w 3303727"/>
              <a:gd name="connsiteY23" fmla="*/ 504161 h 2422464"/>
              <a:gd name="connsiteX24" fmla="*/ 42110 w 3303727"/>
              <a:gd name="connsiteY24" fmla="*/ 417534 h 2422464"/>
              <a:gd name="connsiteX0" fmla="*/ 42110 w 3303727"/>
              <a:gd name="connsiteY0" fmla="*/ 417534 h 2419500"/>
              <a:gd name="connsiteX1" fmla="*/ 388619 w 3303727"/>
              <a:gd name="connsiteY1" fmla="*/ 61399 h 2419500"/>
              <a:gd name="connsiteX2" fmla="*/ 1303019 w 3303727"/>
              <a:gd name="connsiteY2" fmla="*/ 51774 h 2419500"/>
              <a:gd name="connsiteX3" fmla="*/ 2034539 w 3303727"/>
              <a:gd name="connsiteY3" fmla="*/ 581163 h 2419500"/>
              <a:gd name="connsiteX4" fmla="*/ 2381049 w 3303727"/>
              <a:gd name="connsiteY4" fmla="*/ 1351185 h 2419500"/>
              <a:gd name="connsiteX5" fmla="*/ 2458051 w 3303727"/>
              <a:gd name="connsiteY5" fmla="*/ 1832448 h 2419500"/>
              <a:gd name="connsiteX6" fmla="*/ 2467676 w 3303727"/>
              <a:gd name="connsiteY6" fmla="*/ 2082705 h 2419500"/>
              <a:gd name="connsiteX7" fmla="*/ 2871937 w 3303727"/>
              <a:gd name="connsiteY7" fmla="*/ 1899825 h 2419500"/>
              <a:gd name="connsiteX8" fmla="*/ 3266573 w 3303727"/>
              <a:gd name="connsiteY8" fmla="*/ 1793947 h 2419500"/>
              <a:gd name="connsiteX9" fmla="*/ 3285824 w 3303727"/>
              <a:gd name="connsiteY9" fmla="*/ 1947951 h 2419500"/>
              <a:gd name="connsiteX10" fmla="*/ 3255277 w 3303727"/>
              <a:gd name="connsiteY10" fmla="*/ 2061870 h 2419500"/>
              <a:gd name="connsiteX11" fmla="*/ 2861896 w 3303727"/>
              <a:gd name="connsiteY11" fmla="*/ 2176187 h 2419500"/>
              <a:gd name="connsiteX12" fmla="*/ 2537140 w 3303727"/>
              <a:gd name="connsiteY12" fmla="*/ 2309357 h 2419500"/>
              <a:gd name="connsiteX13" fmla="*/ 2285631 w 3303727"/>
              <a:gd name="connsiteY13" fmla="*/ 2419194 h 2419500"/>
              <a:gd name="connsiteX14" fmla="*/ 2140417 w 3303727"/>
              <a:gd name="connsiteY14" fmla="*/ 2275210 h 2419500"/>
              <a:gd name="connsiteX15" fmla="*/ 2169712 w 3303727"/>
              <a:gd name="connsiteY15" fmla="*/ 1706132 h 2419500"/>
              <a:gd name="connsiteX16" fmla="*/ 2026166 w 3303727"/>
              <a:gd name="connsiteY16" fmla="*/ 1072448 h 2419500"/>
              <a:gd name="connsiteX17" fmla="*/ 1757076 w 3303727"/>
              <a:gd name="connsiteY17" fmla="*/ 659353 h 2419500"/>
              <a:gd name="connsiteX18" fmla="*/ 1419358 w 3303727"/>
              <a:gd name="connsiteY18" fmla="*/ 387867 h 2419500"/>
              <a:gd name="connsiteX19" fmla="*/ 889133 w 3303727"/>
              <a:gd name="connsiteY19" fmla="*/ 243092 h 2419500"/>
              <a:gd name="connsiteX20" fmla="*/ 494497 w 3303727"/>
              <a:gd name="connsiteY20" fmla="*/ 340532 h 2419500"/>
              <a:gd name="connsiteX21" fmla="*/ 321242 w 3303727"/>
              <a:gd name="connsiteY21" fmla="*/ 523412 h 2419500"/>
              <a:gd name="connsiteX22" fmla="*/ 253866 w 3303727"/>
              <a:gd name="connsiteY22" fmla="*/ 581163 h 2419500"/>
              <a:gd name="connsiteX23" fmla="*/ 32485 w 3303727"/>
              <a:gd name="connsiteY23" fmla="*/ 504161 h 2419500"/>
              <a:gd name="connsiteX24" fmla="*/ 42110 w 3303727"/>
              <a:gd name="connsiteY24" fmla="*/ 417534 h 2419500"/>
              <a:gd name="connsiteX0" fmla="*/ 42110 w 3303727"/>
              <a:gd name="connsiteY0" fmla="*/ 417534 h 2419536"/>
              <a:gd name="connsiteX1" fmla="*/ 388619 w 3303727"/>
              <a:gd name="connsiteY1" fmla="*/ 61399 h 2419536"/>
              <a:gd name="connsiteX2" fmla="*/ 1303019 w 3303727"/>
              <a:gd name="connsiteY2" fmla="*/ 51774 h 2419536"/>
              <a:gd name="connsiteX3" fmla="*/ 2034539 w 3303727"/>
              <a:gd name="connsiteY3" fmla="*/ 581163 h 2419536"/>
              <a:gd name="connsiteX4" fmla="*/ 2381049 w 3303727"/>
              <a:gd name="connsiteY4" fmla="*/ 1351185 h 2419536"/>
              <a:gd name="connsiteX5" fmla="*/ 2458051 w 3303727"/>
              <a:gd name="connsiteY5" fmla="*/ 1832448 h 2419536"/>
              <a:gd name="connsiteX6" fmla="*/ 2467676 w 3303727"/>
              <a:gd name="connsiteY6" fmla="*/ 2082705 h 2419536"/>
              <a:gd name="connsiteX7" fmla="*/ 2871937 w 3303727"/>
              <a:gd name="connsiteY7" fmla="*/ 1899825 h 2419536"/>
              <a:gd name="connsiteX8" fmla="*/ 3266573 w 3303727"/>
              <a:gd name="connsiteY8" fmla="*/ 1793947 h 2419536"/>
              <a:gd name="connsiteX9" fmla="*/ 3285824 w 3303727"/>
              <a:gd name="connsiteY9" fmla="*/ 1947951 h 2419536"/>
              <a:gd name="connsiteX10" fmla="*/ 3255277 w 3303727"/>
              <a:gd name="connsiteY10" fmla="*/ 2061870 h 2419536"/>
              <a:gd name="connsiteX11" fmla="*/ 2851852 w 3303727"/>
              <a:gd name="connsiteY11" fmla="*/ 2126082 h 2419536"/>
              <a:gd name="connsiteX12" fmla="*/ 2537140 w 3303727"/>
              <a:gd name="connsiteY12" fmla="*/ 2309357 h 2419536"/>
              <a:gd name="connsiteX13" fmla="*/ 2285631 w 3303727"/>
              <a:gd name="connsiteY13" fmla="*/ 2419194 h 2419536"/>
              <a:gd name="connsiteX14" fmla="*/ 2140417 w 3303727"/>
              <a:gd name="connsiteY14" fmla="*/ 2275210 h 2419536"/>
              <a:gd name="connsiteX15" fmla="*/ 2169712 w 3303727"/>
              <a:gd name="connsiteY15" fmla="*/ 1706132 h 2419536"/>
              <a:gd name="connsiteX16" fmla="*/ 2026166 w 3303727"/>
              <a:gd name="connsiteY16" fmla="*/ 1072448 h 2419536"/>
              <a:gd name="connsiteX17" fmla="*/ 1757076 w 3303727"/>
              <a:gd name="connsiteY17" fmla="*/ 659353 h 2419536"/>
              <a:gd name="connsiteX18" fmla="*/ 1419358 w 3303727"/>
              <a:gd name="connsiteY18" fmla="*/ 387867 h 2419536"/>
              <a:gd name="connsiteX19" fmla="*/ 889133 w 3303727"/>
              <a:gd name="connsiteY19" fmla="*/ 243092 h 2419536"/>
              <a:gd name="connsiteX20" fmla="*/ 494497 w 3303727"/>
              <a:gd name="connsiteY20" fmla="*/ 340532 h 2419536"/>
              <a:gd name="connsiteX21" fmla="*/ 321242 w 3303727"/>
              <a:gd name="connsiteY21" fmla="*/ 523412 h 2419536"/>
              <a:gd name="connsiteX22" fmla="*/ 253866 w 3303727"/>
              <a:gd name="connsiteY22" fmla="*/ 581163 h 2419536"/>
              <a:gd name="connsiteX23" fmla="*/ 32485 w 3303727"/>
              <a:gd name="connsiteY23" fmla="*/ 504161 h 2419536"/>
              <a:gd name="connsiteX24" fmla="*/ 42110 w 3303727"/>
              <a:gd name="connsiteY24" fmla="*/ 417534 h 2419536"/>
              <a:gd name="connsiteX0" fmla="*/ 42110 w 3303727"/>
              <a:gd name="connsiteY0" fmla="*/ 417534 h 2419535"/>
              <a:gd name="connsiteX1" fmla="*/ 388619 w 3303727"/>
              <a:gd name="connsiteY1" fmla="*/ 61399 h 2419535"/>
              <a:gd name="connsiteX2" fmla="*/ 1303019 w 3303727"/>
              <a:gd name="connsiteY2" fmla="*/ 51774 h 2419535"/>
              <a:gd name="connsiteX3" fmla="*/ 2034539 w 3303727"/>
              <a:gd name="connsiteY3" fmla="*/ 581163 h 2419535"/>
              <a:gd name="connsiteX4" fmla="*/ 2381049 w 3303727"/>
              <a:gd name="connsiteY4" fmla="*/ 1351185 h 2419535"/>
              <a:gd name="connsiteX5" fmla="*/ 2458051 w 3303727"/>
              <a:gd name="connsiteY5" fmla="*/ 1832448 h 2419535"/>
              <a:gd name="connsiteX6" fmla="*/ 2467676 w 3303727"/>
              <a:gd name="connsiteY6" fmla="*/ 2082705 h 2419535"/>
              <a:gd name="connsiteX7" fmla="*/ 2871937 w 3303727"/>
              <a:gd name="connsiteY7" fmla="*/ 1899825 h 2419535"/>
              <a:gd name="connsiteX8" fmla="*/ 3266573 w 3303727"/>
              <a:gd name="connsiteY8" fmla="*/ 1793947 h 2419535"/>
              <a:gd name="connsiteX9" fmla="*/ 3285824 w 3303727"/>
              <a:gd name="connsiteY9" fmla="*/ 1947951 h 2419535"/>
              <a:gd name="connsiteX10" fmla="*/ 3255277 w 3303727"/>
              <a:gd name="connsiteY10" fmla="*/ 1971681 h 2419535"/>
              <a:gd name="connsiteX11" fmla="*/ 2851852 w 3303727"/>
              <a:gd name="connsiteY11" fmla="*/ 2126082 h 2419535"/>
              <a:gd name="connsiteX12" fmla="*/ 2537140 w 3303727"/>
              <a:gd name="connsiteY12" fmla="*/ 2309357 h 2419535"/>
              <a:gd name="connsiteX13" fmla="*/ 2285631 w 3303727"/>
              <a:gd name="connsiteY13" fmla="*/ 2419194 h 2419535"/>
              <a:gd name="connsiteX14" fmla="*/ 2140417 w 3303727"/>
              <a:gd name="connsiteY14" fmla="*/ 2275210 h 2419535"/>
              <a:gd name="connsiteX15" fmla="*/ 2169712 w 3303727"/>
              <a:gd name="connsiteY15" fmla="*/ 1706132 h 2419535"/>
              <a:gd name="connsiteX16" fmla="*/ 2026166 w 3303727"/>
              <a:gd name="connsiteY16" fmla="*/ 1072448 h 2419535"/>
              <a:gd name="connsiteX17" fmla="*/ 1757076 w 3303727"/>
              <a:gd name="connsiteY17" fmla="*/ 659353 h 2419535"/>
              <a:gd name="connsiteX18" fmla="*/ 1419358 w 3303727"/>
              <a:gd name="connsiteY18" fmla="*/ 387867 h 2419535"/>
              <a:gd name="connsiteX19" fmla="*/ 889133 w 3303727"/>
              <a:gd name="connsiteY19" fmla="*/ 243092 h 2419535"/>
              <a:gd name="connsiteX20" fmla="*/ 494497 w 3303727"/>
              <a:gd name="connsiteY20" fmla="*/ 340532 h 2419535"/>
              <a:gd name="connsiteX21" fmla="*/ 321242 w 3303727"/>
              <a:gd name="connsiteY21" fmla="*/ 523412 h 2419535"/>
              <a:gd name="connsiteX22" fmla="*/ 253866 w 3303727"/>
              <a:gd name="connsiteY22" fmla="*/ 581163 h 2419535"/>
              <a:gd name="connsiteX23" fmla="*/ 32485 w 3303727"/>
              <a:gd name="connsiteY23" fmla="*/ 504161 h 2419535"/>
              <a:gd name="connsiteX24" fmla="*/ 42110 w 3303727"/>
              <a:gd name="connsiteY24" fmla="*/ 417534 h 2419535"/>
              <a:gd name="connsiteX0" fmla="*/ 42110 w 3303727"/>
              <a:gd name="connsiteY0" fmla="*/ 417534 h 2419600"/>
              <a:gd name="connsiteX1" fmla="*/ 388619 w 3303727"/>
              <a:gd name="connsiteY1" fmla="*/ 61399 h 2419600"/>
              <a:gd name="connsiteX2" fmla="*/ 1303019 w 3303727"/>
              <a:gd name="connsiteY2" fmla="*/ 51774 h 2419600"/>
              <a:gd name="connsiteX3" fmla="*/ 2034539 w 3303727"/>
              <a:gd name="connsiteY3" fmla="*/ 581163 h 2419600"/>
              <a:gd name="connsiteX4" fmla="*/ 2381049 w 3303727"/>
              <a:gd name="connsiteY4" fmla="*/ 1351185 h 2419600"/>
              <a:gd name="connsiteX5" fmla="*/ 2458051 w 3303727"/>
              <a:gd name="connsiteY5" fmla="*/ 1832448 h 2419600"/>
              <a:gd name="connsiteX6" fmla="*/ 2467676 w 3303727"/>
              <a:gd name="connsiteY6" fmla="*/ 2082705 h 2419600"/>
              <a:gd name="connsiteX7" fmla="*/ 2871937 w 3303727"/>
              <a:gd name="connsiteY7" fmla="*/ 1899825 h 2419600"/>
              <a:gd name="connsiteX8" fmla="*/ 3266573 w 3303727"/>
              <a:gd name="connsiteY8" fmla="*/ 1793947 h 2419600"/>
              <a:gd name="connsiteX9" fmla="*/ 3285824 w 3303727"/>
              <a:gd name="connsiteY9" fmla="*/ 1947951 h 2419600"/>
              <a:gd name="connsiteX10" fmla="*/ 3255277 w 3303727"/>
              <a:gd name="connsiteY10" fmla="*/ 1971681 h 2419600"/>
              <a:gd name="connsiteX11" fmla="*/ 2881981 w 3303727"/>
              <a:gd name="connsiteY11" fmla="*/ 2055935 h 2419600"/>
              <a:gd name="connsiteX12" fmla="*/ 2537140 w 3303727"/>
              <a:gd name="connsiteY12" fmla="*/ 2309357 h 2419600"/>
              <a:gd name="connsiteX13" fmla="*/ 2285631 w 3303727"/>
              <a:gd name="connsiteY13" fmla="*/ 2419194 h 2419600"/>
              <a:gd name="connsiteX14" fmla="*/ 2140417 w 3303727"/>
              <a:gd name="connsiteY14" fmla="*/ 2275210 h 2419600"/>
              <a:gd name="connsiteX15" fmla="*/ 2169712 w 3303727"/>
              <a:gd name="connsiteY15" fmla="*/ 1706132 h 2419600"/>
              <a:gd name="connsiteX16" fmla="*/ 2026166 w 3303727"/>
              <a:gd name="connsiteY16" fmla="*/ 1072448 h 2419600"/>
              <a:gd name="connsiteX17" fmla="*/ 1757076 w 3303727"/>
              <a:gd name="connsiteY17" fmla="*/ 659353 h 2419600"/>
              <a:gd name="connsiteX18" fmla="*/ 1419358 w 3303727"/>
              <a:gd name="connsiteY18" fmla="*/ 387867 h 2419600"/>
              <a:gd name="connsiteX19" fmla="*/ 889133 w 3303727"/>
              <a:gd name="connsiteY19" fmla="*/ 243092 h 2419600"/>
              <a:gd name="connsiteX20" fmla="*/ 494497 w 3303727"/>
              <a:gd name="connsiteY20" fmla="*/ 340532 h 2419600"/>
              <a:gd name="connsiteX21" fmla="*/ 321242 w 3303727"/>
              <a:gd name="connsiteY21" fmla="*/ 523412 h 2419600"/>
              <a:gd name="connsiteX22" fmla="*/ 253866 w 3303727"/>
              <a:gd name="connsiteY22" fmla="*/ 581163 h 2419600"/>
              <a:gd name="connsiteX23" fmla="*/ 32485 w 3303727"/>
              <a:gd name="connsiteY23" fmla="*/ 504161 h 2419600"/>
              <a:gd name="connsiteX24" fmla="*/ 42110 w 3303727"/>
              <a:gd name="connsiteY24" fmla="*/ 417534 h 2419600"/>
              <a:gd name="connsiteX0" fmla="*/ 42110 w 3303727"/>
              <a:gd name="connsiteY0" fmla="*/ 417534 h 2419596"/>
              <a:gd name="connsiteX1" fmla="*/ 388619 w 3303727"/>
              <a:gd name="connsiteY1" fmla="*/ 61399 h 2419596"/>
              <a:gd name="connsiteX2" fmla="*/ 1303019 w 3303727"/>
              <a:gd name="connsiteY2" fmla="*/ 51774 h 2419596"/>
              <a:gd name="connsiteX3" fmla="*/ 2034539 w 3303727"/>
              <a:gd name="connsiteY3" fmla="*/ 581163 h 2419596"/>
              <a:gd name="connsiteX4" fmla="*/ 2381049 w 3303727"/>
              <a:gd name="connsiteY4" fmla="*/ 1351185 h 2419596"/>
              <a:gd name="connsiteX5" fmla="*/ 2458051 w 3303727"/>
              <a:gd name="connsiteY5" fmla="*/ 1832448 h 2419596"/>
              <a:gd name="connsiteX6" fmla="*/ 2467676 w 3303727"/>
              <a:gd name="connsiteY6" fmla="*/ 2082705 h 2419596"/>
              <a:gd name="connsiteX7" fmla="*/ 2871937 w 3303727"/>
              <a:gd name="connsiteY7" fmla="*/ 1899825 h 2419596"/>
              <a:gd name="connsiteX8" fmla="*/ 3266573 w 3303727"/>
              <a:gd name="connsiteY8" fmla="*/ 1793947 h 2419596"/>
              <a:gd name="connsiteX9" fmla="*/ 3285824 w 3303727"/>
              <a:gd name="connsiteY9" fmla="*/ 1947951 h 2419596"/>
              <a:gd name="connsiteX10" fmla="*/ 3255277 w 3303727"/>
              <a:gd name="connsiteY10" fmla="*/ 1971681 h 2419596"/>
              <a:gd name="connsiteX11" fmla="*/ 2881981 w 3303727"/>
              <a:gd name="connsiteY11" fmla="*/ 2055935 h 2419596"/>
              <a:gd name="connsiteX12" fmla="*/ 2537140 w 3303727"/>
              <a:gd name="connsiteY12" fmla="*/ 2249231 h 2419596"/>
              <a:gd name="connsiteX13" fmla="*/ 2285631 w 3303727"/>
              <a:gd name="connsiteY13" fmla="*/ 2419194 h 2419596"/>
              <a:gd name="connsiteX14" fmla="*/ 2140417 w 3303727"/>
              <a:gd name="connsiteY14" fmla="*/ 2275210 h 2419596"/>
              <a:gd name="connsiteX15" fmla="*/ 2169712 w 3303727"/>
              <a:gd name="connsiteY15" fmla="*/ 1706132 h 2419596"/>
              <a:gd name="connsiteX16" fmla="*/ 2026166 w 3303727"/>
              <a:gd name="connsiteY16" fmla="*/ 1072448 h 2419596"/>
              <a:gd name="connsiteX17" fmla="*/ 1757076 w 3303727"/>
              <a:gd name="connsiteY17" fmla="*/ 659353 h 2419596"/>
              <a:gd name="connsiteX18" fmla="*/ 1419358 w 3303727"/>
              <a:gd name="connsiteY18" fmla="*/ 387867 h 2419596"/>
              <a:gd name="connsiteX19" fmla="*/ 889133 w 3303727"/>
              <a:gd name="connsiteY19" fmla="*/ 243092 h 2419596"/>
              <a:gd name="connsiteX20" fmla="*/ 494497 w 3303727"/>
              <a:gd name="connsiteY20" fmla="*/ 340532 h 2419596"/>
              <a:gd name="connsiteX21" fmla="*/ 321242 w 3303727"/>
              <a:gd name="connsiteY21" fmla="*/ 523412 h 2419596"/>
              <a:gd name="connsiteX22" fmla="*/ 253866 w 3303727"/>
              <a:gd name="connsiteY22" fmla="*/ 581163 h 2419596"/>
              <a:gd name="connsiteX23" fmla="*/ 32485 w 3303727"/>
              <a:gd name="connsiteY23" fmla="*/ 504161 h 2419596"/>
              <a:gd name="connsiteX24" fmla="*/ 42110 w 3303727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381049 w 3318282"/>
              <a:gd name="connsiteY4" fmla="*/ 1351185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401134 w 3318282"/>
              <a:gd name="connsiteY4" fmla="*/ 1250974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4738 h 2416800"/>
              <a:gd name="connsiteX1" fmla="*/ 388619 w 3318282"/>
              <a:gd name="connsiteY1" fmla="*/ 58603 h 2416800"/>
              <a:gd name="connsiteX2" fmla="*/ 1303019 w 3318282"/>
              <a:gd name="connsiteY2" fmla="*/ 48978 h 2416800"/>
              <a:gd name="connsiteX3" fmla="*/ 2034539 w 3318282"/>
              <a:gd name="connsiteY3" fmla="*/ 538283 h 2416800"/>
              <a:gd name="connsiteX4" fmla="*/ 2401134 w 3318282"/>
              <a:gd name="connsiteY4" fmla="*/ 1248178 h 2416800"/>
              <a:gd name="connsiteX5" fmla="*/ 2458051 w 3318282"/>
              <a:gd name="connsiteY5" fmla="*/ 1829652 h 2416800"/>
              <a:gd name="connsiteX6" fmla="*/ 2467676 w 3318282"/>
              <a:gd name="connsiteY6" fmla="*/ 2079909 h 2416800"/>
              <a:gd name="connsiteX7" fmla="*/ 2871937 w 3318282"/>
              <a:gd name="connsiteY7" fmla="*/ 1897029 h 2416800"/>
              <a:gd name="connsiteX8" fmla="*/ 3286658 w 3318282"/>
              <a:gd name="connsiteY8" fmla="*/ 1831236 h 2416800"/>
              <a:gd name="connsiteX9" fmla="*/ 3285824 w 3318282"/>
              <a:gd name="connsiteY9" fmla="*/ 1945155 h 2416800"/>
              <a:gd name="connsiteX10" fmla="*/ 3255277 w 3318282"/>
              <a:gd name="connsiteY10" fmla="*/ 1968885 h 2416800"/>
              <a:gd name="connsiteX11" fmla="*/ 2881981 w 3318282"/>
              <a:gd name="connsiteY11" fmla="*/ 2053139 h 2416800"/>
              <a:gd name="connsiteX12" fmla="*/ 2537140 w 3318282"/>
              <a:gd name="connsiteY12" fmla="*/ 2246435 h 2416800"/>
              <a:gd name="connsiteX13" fmla="*/ 2285631 w 3318282"/>
              <a:gd name="connsiteY13" fmla="*/ 2416398 h 2416800"/>
              <a:gd name="connsiteX14" fmla="*/ 2140417 w 3318282"/>
              <a:gd name="connsiteY14" fmla="*/ 2272414 h 2416800"/>
              <a:gd name="connsiteX15" fmla="*/ 2169712 w 3318282"/>
              <a:gd name="connsiteY15" fmla="*/ 1703336 h 2416800"/>
              <a:gd name="connsiteX16" fmla="*/ 2026166 w 3318282"/>
              <a:gd name="connsiteY16" fmla="*/ 1069652 h 2416800"/>
              <a:gd name="connsiteX17" fmla="*/ 1757076 w 3318282"/>
              <a:gd name="connsiteY17" fmla="*/ 656557 h 2416800"/>
              <a:gd name="connsiteX18" fmla="*/ 1419358 w 3318282"/>
              <a:gd name="connsiteY18" fmla="*/ 385071 h 2416800"/>
              <a:gd name="connsiteX19" fmla="*/ 889133 w 3318282"/>
              <a:gd name="connsiteY19" fmla="*/ 240296 h 2416800"/>
              <a:gd name="connsiteX20" fmla="*/ 494497 w 3318282"/>
              <a:gd name="connsiteY20" fmla="*/ 337736 h 2416800"/>
              <a:gd name="connsiteX21" fmla="*/ 321242 w 3318282"/>
              <a:gd name="connsiteY21" fmla="*/ 520616 h 2416800"/>
              <a:gd name="connsiteX22" fmla="*/ 253866 w 3318282"/>
              <a:gd name="connsiteY22" fmla="*/ 578367 h 2416800"/>
              <a:gd name="connsiteX23" fmla="*/ 32485 w 3318282"/>
              <a:gd name="connsiteY23" fmla="*/ 501365 h 2416800"/>
              <a:gd name="connsiteX24" fmla="*/ 42110 w 3318282"/>
              <a:gd name="connsiteY24" fmla="*/ 414738 h 2416800"/>
              <a:gd name="connsiteX0" fmla="*/ 42110 w 3318282"/>
              <a:gd name="connsiteY0" fmla="*/ 477780 h 2479842"/>
              <a:gd name="connsiteX1" fmla="*/ 388619 w 3318282"/>
              <a:gd name="connsiteY1" fmla="*/ 121645 h 2479842"/>
              <a:gd name="connsiteX2" fmla="*/ 843865 w 3318282"/>
              <a:gd name="connsiteY2" fmla="*/ 120 h 2479842"/>
              <a:gd name="connsiteX3" fmla="*/ 1303019 w 3318282"/>
              <a:gd name="connsiteY3" fmla="*/ 112020 h 2479842"/>
              <a:gd name="connsiteX4" fmla="*/ 2034539 w 3318282"/>
              <a:gd name="connsiteY4" fmla="*/ 601325 h 2479842"/>
              <a:gd name="connsiteX5" fmla="*/ 2401134 w 3318282"/>
              <a:gd name="connsiteY5" fmla="*/ 1311220 h 2479842"/>
              <a:gd name="connsiteX6" fmla="*/ 2458051 w 3318282"/>
              <a:gd name="connsiteY6" fmla="*/ 1892694 h 2479842"/>
              <a:gd name="connsiteX7" fmla="*/ 2467676 w 3318282"/>
              <a:gd name="connsiteY7" fmla="*/ 2142951 h 2479842"/>
              <a:gd name="connsiteX8" fmla="*/ 2871937 w 3318282"/>
              <a:gd name="connsiteY8" fmla="*/ 1960071 h 2479842"/>
              <a:gd name="connsiteX9" fmla="*/ 3286658 w 3318282"/>
              <a:gd name="connsiteY9" fmla="*/ 1894278 h 2479842"/>
              <a:gd name="connsiteX10" fmla="*/ 3285824 w 3318282"/>
              <a:gd name="connsiteY10" fmla="*/ 2008197 h 2479842"/>
              <a:gd name="connsiteX11" fmla="*/ 3255277 w 3318282"/>
              <a:gd name="connsiteY11" fmla="*/ 2031927 h 2479842"/>
              <a:gd name="connsiteX12" fmla="*/ 2881981 w 3318282"/>
              <a:gd name="connsiteY12" fmla="*/ 2116181 h 2479842"/>
              <a:gd name="connsiteX13" fmla="*/ 2537140 w 3318282"/>
              <a:gd name="connsiteY13" fmla="*/ 2309477 h 2479842"/>
              <a:gd name="connsiteX14" fmla="*/ 2285631 w 3318282"/>
              <a:gd name="connsiteY14" fmla="*/ 2479440 h 2479842"/>
              <a:gd name="connsiteX15" fmla="*/ 2140417 w 3318282"/>
              <a:gd name="connsiteY15" fmla="*/ 2335456 h 2479842"/>
              <a:gd name="connsiteX16" fmla="*/ 2169712 w 3318282"/>
              <a:gd name="connsiteY16" fmla="*/ 1766378 h 2479842"/>
              <a:gd name="connsiteX17" fmla="*/ 2026166 w 3318282"/>
              <a:gd name="connsiteY17" fmla="*/ 1132694 h 2479842"/>
              <a:gd name="connsiteX18" fmla="*/ 1757076 w 3318282"/>
              <a:gd name="connsiteY18" fmla="*/ 719599 h 2479842"/>
              <a:gd name="connsiteX19" fmla="*/ 1419358 w 3318282"/>
              <a:gd name="connsiteY19" fmla="*/ 448113 h 2479842"/>
              <a:gd name="connsiteX20" fmla="*/ 889133 w 3318282"/>
              <a:gd name="connsiteY20" fmla="*/ 303338 h 2479842"/>
              <a:gd name="connsiteX21" fmla="*/ 494497 w 3318282"/>
              <a:gd name="connsiteY21" fmla="*/ 400778 h 2479842"/>
              <a:gd name="connsiteX22" fmla="*/ 321242 w 3318282"/>
              <a:gd name="connsiteY22" fmla="*/ 583658 h 2479842"/>
              <a:gd name="connsiteX23" fmla="*/ 253866 w 3318282"/>
              <a:gd name="connsiteY23" fmla="*/ 641409 h 2479842"/>
              <a:gd name="connsiteX24" fmla="*/ 32485 w 3318282"/>
              <a:gd name="connsiteY24" fmla="*/ 564407 h 2479842"/>
              <a:gd name="connsiteX25" fmla="*/ 42110 w 3318282"/>
              <a:gd name="connsiteY25" fmla="*/ 477780 h 2479842"/>
              <a:gd name="connsiteX0" fmla="*/ 42110 w 3318282"/>
              <a:gd name="connsiteY0" fmla="*/ 477703 h 2479765"/>
              <a:gd name="connsiteX1" fmla="*/ 388619 w 3318282"/>
              <a:gd name="connsiteY1" fmla="*/ 121568 h 2479765"/>
              <a:gd name="connsiteX2" fmla="*/ 843865 w 3318282"/>
              <a:gd name="connsiteY2" fmla="*/ 43 h 2479765"/>
              <a:gd name="connsiteX3" fmla="*/ 1483789 w 3318282"/>
              <a:gd name="connsiteY3" fmla="*/ 142006 h 2479765"/>
              <a:gd name="connsiteX4" fmla="*/ 2034539 w 3318282"/>
              <a:gd name="connsiteY4" fmla="*/ 601248 h 2479765"/>
              <a:gd name="connsiteX5" fmla="*/ 2401134 w 3318282"/>
              <a:gd name="connsiteY5" fmla="*/ 1311143 h 2479765"/>
              <a:gd name="connsiteX6" fmla="*/ 2458051 w 3318282"/>
              <a:gd name="connsiteY6" fmla="*/ 1892617 h 2479765"/>
              <a:gd name="connsiteX7" fmla="*/ 2467676 w 3318282"/>
              <a:gd name="connsiteY7" fmla="*/ 2142874 h 2479765"/>
              <a:gd name="connsiteX8" fmla="*/ 2871937 w 3318282"/>
              <a:gd name="connsiteY8" fmla="*/ 1959994 h 2479765"/>
              <a:gd name="connsiteX9" fmla="*/ 3286658 w 3318282"/>
              <a:gd name="connsiteY9" fmla="*/ 1894201 h 2479765"/>
              <a:gd name="connsiteX10" fmla="*/ 3285824 w 3318282"/>
              <a:gd name="connsiteY10" fmla="*/ 2008120 h 2479765"/>
              <a:gd name="connsiteX11" fmla="*/ 3255277 w 3318282"/>
              <a:gd name="connsiteY11" fmla="*/ 2031850 h 2479765"/>
              <a:gd name="connsiteX12" fmla="*/ 2881981 w 3318282"/>
              <a:gd name="connsiteY12" fmla="*/ 2116104 h 2479765"/>
              <a:gd name="connsiteX13" fmla="*/ 2537140 w 3318282"/>
              <a:gd name="connsiteY13" fmla="*/ 2309400 h 2479765"/>
              <a:gd name="connsiteX14" fmla="*/ 2285631 w 3318282"/>
              <a:gd name="connsiteY14" fmla="*/ 2479363 h 2479765"/>
              <a:gd name="connsiteX15" fmla="*/ 2140417 w 3318282"/>
              <a:gd name="connsiteY15" fmla="*/ 2335379 h 2479765"/>
              <a:gd name="connsiteX16" fmla="*/ 2169712 w 3318282"/>
              <a:gd name="connsiteY16" fmla="*/ 1766301 h 2479765"/>
              <a:gd name="connsiteX17" fmla="*/ 2026166 w 3318282"/>
              <a:gd name="connsiteY17" fmla="*/ 1132617 h 2479765"/>
              <a:gd name="connsiteX18" fmla="*/ 1757076 w 3318282"/>
              <a:gd name="connsiteY18" fmla="*/ 719522 h 2479765"/>
              <a:gd name="connsiteX19" fmla="*/ 1419358 w 3318282"/>
              <a:gd name="connsiteY19" fmla="*/ 448036 h 2479765"/>
              <a:gd name="connsiteX20" fmla="*/ 889133 w 3318282"/>
              <a:gd name="connsiteY20" fmla="*/ 303261 h 2479765"/>
              <a:gd name="connsiteX21" fmla="*/ 494497 w 3318282"/>
              <a:gd name="connsiteY21" fmla="*/ 400701 h 2479765"/>
              <a:gd name="connsiteX22" fmla="*/ 321242 w 3318282"/>
              <a:gd name="connsiteY22" fmla="*/ 583581 h 2479765"/>
              <a:gd name="connsiteX23" fmla="*/ 253866 w 3318282"/>
              <a:gd name="connsiteY23" fmla="*/ 641332 h 2479765"/>
              <a:gd name="connsiteX24" fmla="*/ 32485 w 3318282"/>
              <a:gd name="connsiteY24" fmla="*/ 564330 h 2479765"/>
              <a:gd name="connsiteX25" fmla="*/ 42110 w 3318282"/>
              <a:gd name="connsiteY25" fmla="*/ 477703 h 2479765"/>
              <a:gd name="connsiteX0" fmla="*/ 41486 w 3317658"/>
              <a:gd name="connsiteY0" fmla="*/ 477703 h 2479765"/>
              <a:gd name="connsiteX1" fmla="*/ 377952 w 3317658"/>
              <a:gd name="connsiteY1" fmla="*/ 151631 h 2479765"/>
              <a:gd name="connsiteX2" fmla="*/ 843241 w 3317658"/>
              <a:gd name="connsiteY2" fmla="*/ 43 h 2479765"/>
              <a:gd name="connsiteX3" fmla="*/ 1483165 w 3317658"/>
              <a:gd name="connsiteY3" fmla="*/ 142006 h 2479765"/>
              <a:gd name="connsiteX4" fmla="*/ 2033915 w 3317658"/>
              <a:gd name="connsiteY4" fmla="*/ 601248 h 2479765"/>
              <a:gd name="connsiteX5" fmla="*/ 2400510 w 3317658"/>
              <a:gd name="connsiteY5" fmla="*/ 1311143 h 2479765"/>
              <a:gd name="connsiteX6" fmla="*/ 2457427 w 3317658"/>
              <a:gd name="connsiteY6" fmla="*/ 1892617 h 2479765"/>
              <a:gd name="connsiteX7" fmla="*/ 2467052 w 3317658"/>
              <a:gd name="connsiteY7" fmla="*/ 2142874 h 2479765"/>
              <a:gd name="connsiteX8" fmla="*/ 2871313 w 3317658"/>
              <a:gd name="connsiteY8" fmla="*/ 1959994 h 2479765"/>
              <a:gd name="connsiteX9" fmla="*/ 3286034 w 3317658"/>
              <a:gd name="connsiteY9" fmla="*/ 1894201 h 2479765"/>
              <a:gd name="connsiteX10" fmla="*/ 3285200 w 3317658"/>
              <a:gd name="connsiteY10" fmla="*/ 2008120 h 2479765"/>
              <a:gd name="connsiteX11" fmla="*/ 3254653 w 3317658"/>
              <a:gd name="connsiteY11" fmla="*/ 2031850 h 2479765"/>
              <a:gd name="connsiteX12" fmla="*/ 2881357 w 3317658"/>
              <a:gd name="connsiteY12" fmla="*/ 2116104 h 2479765"/>
              <a:gd name="connsiteX13" fmla="*/ 2536516 w 3317658"/>
              <a:gd name="connsiteY13" fmla="*/ 2309400 h 2479765"/>
              <a:gd name="connsiteX14" fmla="*/ 2285007 w 3317658"/>
              <a:gd name="connsiteY14" fmla="*/ 2479363 h 2479765"/>
              <a:gd name="connsiteX15" fmla="*/ 2139793 w 3317658"/>
              <a:gd name="connsiteY15" fmla="*/ 2335379 h 2479765"/>
              <a:gd name="connsiteX16" fmla="*/ 2169088 w 3317658"/>
              <a:gd name="connsiteY16" fmla="*/ 1766301 h 2479765"/>
              <a:gd name="connsiteX17" fmla="*/ 2025542 w 3317658"/>
              <a:gd name="connsiteY17" fmla="*/ 1132617 h 2479765"/>
              <a:gd name="connsiteX18" fmla="*/ 1756452 w 3317658"/>
              <a:gd name="connsiteY18" fmla="*/ 719522 h 2479765"/>
              <a:gd name="connsiteX19" fmla="*/ 1418734 w 3317658"/>
              <a:gd name="connsiteY19" fmla="*/ 448036 h 2479765"/>
              <a:gd name="connsiteX20" fmla="*/ 888509 w 3317658"/>
              <a:gd name="connsiteY20" fmla="*/ 303261 h 2479765"/>
              <a:gd name="connsiteX21" fmla="*/ 493873 w 3317658"/>
              <a:gd name="connsiteY21" fmla="*/ 400701 h 2479765"/>
              <a:gd name="connsiteX22" fmla="*/ 320618 w 3317658"/>
              <a:gd name="connsiteY22" fmla="*/ 583581 h 2479765"/>
              <a:gd name="connsiteX23" fmla="*/ 253242 w 3317658"/>
              <a:gd name="connsiteY23" fmla="*/ 641332 h 2479765"/>
              <a:gd name="connsiteX24" fmla="*/ 31861 w 3317658"/>
              <a:gd name="connsiteY24" fmla="*/ 564330 h 2479765"/>
              <a:gd name="connsiteX25" fmla="*/ 41486 w 3317658"/>
              <a:gd name="connsiteY25" fmla="*/ 477703 h 2479765"/>
              <a:gd name="connsiteX0" fmla="*/ 41486 w 3317658"/>
              <a:gd name="connsiteY0" fmla="*/ 467692 h 2469754"/>
              <a:gd name="connsiteX1" fmla="*/ 377952 w 3317658"/>
              <a:gd name="connsiteY1" fmla="*/ 141620 h 2469754"/>
              <a:gd name="connsiteX2" fmla="*/ 843241 w 3317658"/>
              <a:gd name="connsiteY2" fmla="*/ 53 h 2469754"/>
              <a:gd name="connsiteX3" fmla="*/ 1483165 w 3317658"/>
              <a:gd name="connsiteY3" fmla="*/ 131995 h 2469754"/>
              <a:gd name="connsiteX4" fmla="*/ 2033915 w 3317658"/>
              <a:gd name="connsiteY4" fmla="*/ 591237 h 2469754"/>
              <a:gd name="connsiteX5" fmla="*/ 2400510 w 3317658"/>
              <a:gd name="connsiteY5" fmla="*/ 1301132 h 2469754"/>
              <a:gd name="connsiteX6" fmla="*/ 2457427 w 3317658"/>
              <a:gd name="connsiteY6" fmla="*/ 1882606 h 2469754"/>
              <a:gd name="connsiteX7" fmla="*/ 2467052 w 3317658"/>
              <a:gd name="connsiteY7" fmla="*/ 2132863 h 2469754"/>
              <a:gd name="connsiteX8" fmla="*/ 2871313 w 3317658"/>
              <a:gd name="connsiteY8" fmla="*/ 1949983 h 2469754"/>
              <a:gd name="connsiteX9" fmla="*/ 3286034 w 3317658"/>
              <a:gd name="connsiteY9" fmla="*/ 1884190 h 2469754"/>
              <a:gd name="connsiteX10" fmla="*/ 3285200 w 3317658"/>
              <a:gd name="connsiteY10" fmla="*/ 1998109 h 2469754"/>
              <a:gd name="connsiteX11" fmla="*/ 3254653 w 3317658"/>
              <a:gd name="connsiteY11" fmla="*/ 2021839 h 2469754"/>
              <a:gd name="connsiteX12" fmla="*/ 2881357 w 3317658"/>
              <a:gd name="connsiteY12" fmla="*/ 2106093 h 2469754"/>
              <a:gd name="connsiteX13" fmla="*/ 2536516 w 3317658"/>
              <a:gd name="connsiteY13" fmla="*/ 2299389 h 2469754"/>
              <a:gd name="connsiteX14" fmla="*/ 2285007 w 3317658"/>
              <a:gd name="connsiteY14" fmla="*/ 2469352 h 2469754"/>
              <a:gd name="connsiteX15" fmla="*/ 2139793 w 3317658"/>
              <a:gd name="connsiteY15" fmla="*/ 2325368 h 2469754"/>
              <a:gd name="connsiteX16" fmla="*/ 2169088 w 3317658"/>
              <a:gd name="connsiteY16" fmla="*/ 1756290 h 2469754"/>
              <a:gd name="connsiteX17" fmla="*/ 2025542 w 3317658"/>
              <a:gd name="connsiteY17" fmla="*/ 1122606 h 2469754"/>
              <a:gd name="connsiteX18" fmla="*/ 1756452 w 3317658"/>
              <a:gd name="connsiteY18" fmla="*/ 709511 h 2469754"/>
              <a:gd name="connsiteX19" fmla="*/ 1418734 w 3317658"/>
              <a:gd name="connsiteY19" fmla="*/ 438025 h 2469754"/>
              <a:gd name="connsiteX20" fmla="*/ 888509 w 3317658"/>
              <a:gd name="connsiteY20" fmla="*/ 293250 h 2469754"/>
              <a:gd name="connsiteX21" fmla="*/ 493873 w 3317658"/>
              <a:gd name="connsiteY21" fmla="*/ 390690 h 2469754"/>
              <a:gd name="connsiteX22" fmla="*/ 320618 w 3317658"/>
              <a:gd name="connsiteY22" fmla="*/ 573570 h 2469754"/>
              <a:gd name="connsiteX23" fmla="*/ 253242 w 3317658"/>
              <a:gd name="connsiteY23" fmla="*/ 631321 h 2469754"/>
              <a:gd name="connsiteX24" fmla="*/ 31861 w 3317658"/>
              <a:gd name="connsiteY24" fmla="*/ 554319 h 2469754"/>
              <a:gd name="connsiteX25" fmla="*/ 41486 w 3317658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313820 w 3310860"/>
              <a:gd name="connsiteY22" fmla="*/ 573570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94847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40169 w 3310860"/>
              <a:gd name="connsiteY7" fmla="*/ 2127747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15063 w 3310860"/>
              <a:gd name="connsiteY7" fmla="*/ 2173796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74559 w 3310860"/>
              <a:gd name="connsiteY12" fmla="*/ 210609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69539 w 3310860"/>
              <a:gd name="connsiteY12" fmla="*/ 206516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20500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00415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55103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18295" h="2471040">
                <a:moveTo>
                  <a:pt x="34688" y="467692"/>
                </a:moveTo>
                <a:cubicBezTo>
                  <a:pt x="92370" y="398909"/>
                  <a:pt x="237528" y="219560"/>
                  <a:pt x="371154" y="141620"/>
                </a:cubicBezTo>
                <a:cubicBezTo>
                  <a:pt x="504780" y="63680"/>
                  <a:pt x="684043" y="1657"/>
                  <a:pt x="836443" y="53"/>
                </a:cubicBezTo>
                <a:cubicBezTo>
                  <a:pt x="988843" y="-1551"/>
                  <a:pt x="1277921" y="33464"/>
                  <a:pt x="1476367" y="131995"/>
                </a:cubicBezTo>
                <a:cubicBezTo>
                  <a:pt x="1674813" y="230526"/>
                  <a:pt x="1880084" y="398939"/>
                  <a:pt x="2027117" y="591237"/>
                </a:cubicBezTo>
                <a:cubicBezTo>
                  <a:pt x="2174150" y="783535"/>
                  <a:pt x="2295510" y="1071407"/>
                  <a:pt x="2358563" y="1285783"/>
                </a:cubicBezTo>
                <a:cubicBezTo>
                  <a:pt x="2421616" y="1500159"/>
                  <a:pt x="2396019" y="1729488"/>
                  <a:pt x="2405436" y="1877490"/>
                </a:cubicBezTo>
                <a:cubicBezTo>
                  <a:pt x="2414853" y="2025492"/>
                  <a:pt x="2355288" y="2156597"/>
                  <a:pt x="2415063" y="2173796"/>
                </a:cubicBezTo>
                <a:cubicBezTo>
                  <a:pt x="2474838" y="2190995"/>
                  <a:pt x="2620058" y="2028950"/>
                  <a:pt x="2764087" y="1980682"/>
                </a:cubicBezTo>
                <a:cubicBezTo>
                  <a:pt x="2908116" y="1932414"/>
                  <a:pt x="3193517" y="1881286"/>
                  <a:pt x="3279236" y="1884190"/>
                </a:cubicBezTo>
                <a:cubicBezTo>
                  <a:pt x="3364955" y="1887094"/>
                  <a:pt x="3283632" y="1975168"/>
                  <a:pt x="3278402" y="1998109"/>
                </a:cubicBezTo>
                <a:cubicBezTo>
                  <a:pt x="3273172" y="2021050"/>
                  <a:pt x="3315999" y="2010663"/>
                  <a:pt x="3247855" y="2021839"/>
                </a:cubicBezTo>
                <a:cubicBezTo>
                  <a:pt x="3179711" y="2033015"/>
                  <a:pt x="2991739" y="2024874"/>
                  <a:pt x="2869539" y="2065163"/>
                </a:cubicBezTo>
                <a:cubicBezTo>
                  <a:pt x="2747339" y="2105452"/>
                  <a:pt x="2613209" y="2196209"/>
                  <a:pt x="2514654" y="2263574"/>
                </a:cubicBezTo>
                <a:cubicBezTo>
                  <a:pt x="2416099" y="2330939"/>
                  <a:pt x="2341819" y="2459053"/>
                  <a:pt x="2278209" y="2469352"/>
                </a:cubicBezTo>
                <a:cubicBezTo>
                  <a:pt x="2214599" y="2479651"/>
                  <a:pt x="2148130" y="2444212"/>
                  <a:pt x="2132995" y="2325368"/>
                </a:cubicBezTo>
                <a:cubicBezTo>
                  <a:pt x="2117860" y="2206524"/>
                  <a:pt x="2191375" y="1937990"/>
                  <a:pt x="2187398" y="1756290"/>
                </a:cubicBezTo>
                <a:cubicBezTo>
                  <a:pt x="2183421" y="1574590"/>
                  <a:pt x="2164513" y="1410483"/>
                  <a:pt x="2109130" y="1235167"/>
                </a:cubicBezTo>
                <a:cubicBezTo>
                  <a:pt x="2053747" y="1059851"/>
                  <a:pt x="1968791" y="850044"/>
                  <a:pt x="1855103" y="704396"/>
                </a:cubicBezTo>
                <a:cubicBezTo>
                  <a:pt x="1741415" y="558748"/>
                  <a:pt x="1585886" y="441741"/>
                  <a:pt x="1427002" y="361278"/>
                </a:cubicBezTo>
                <a:cubicBezTo>
                  <a:pt x="1268118" y="280815"/>
                  <a:pt x="1060962" y="227804"/>
                  <a:pt x="901797" y="221620"/>
                </a:cubicBezTo>
                <a:cubicBezTo>
                  <a:pt x="742632" y="215436"/>
                  <a:pt x="572518" y="280866"/>
                  <a:pt x="472011" y="324175"/>
                </a:cubicBezTo>
                <a:cubicBezTo>
                  <a:pt x="371504" y="367484"/>
                  <a:pt x="350578" y="435399"/>
                  <a:pt x="298756" y="481473"/>
                </a:cubicBezTo>
                <a:cubicBezTo>
                  <a:pt x="246934" y="527547"/>
                  <a:pt x="209206" y="603830"/>
                  <a:pt x="161080" y="600622"/>
                </a:cubicBezTo>
                <a:cubicBezTo>
                  <a:pt x="112954" y="597414"/>
                  <a:pt x="46128" y="576474"/>
                  <a:pt x="25063" y="554319"/>
                </a:cubicBezTo>
                <a:cubicBezTo>
                  <a:pt x="3998" y="532164"/>
                  <a:pt x="-22994" y="536475"/>
                  <a:pt x="34688" y="467692"/>
                </a:cubicBezTo>
                <a:close/>
              </a:path>
            </a:pathLst>
          </a:cu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D78F43-6198-4F25-BBC8-62A2B06327AB}"/>
              </a:ext>
            </a:extLst>
          </p:cNvPr>
          <p:cNvSpPr/>
          <p:nvPr/>
        </p:nvSpPr>
        <p:spPr>
          <a:xfrm>
            <a:off x="3281706" y="1394580"/>
            <a:ext cx="201622" cy="910166"/>
          </a:xfrm>
          <a:prstGeom prst="roundRect">
            <a:avLst/>
          </a:prstGeom>
          <a:gradFill flip="none" rotWithShape="1">
            <a:gsLst>
              <a:gs pos="87000">
                <a:schemeClr val="accent1">
                  <a:lumMod val="40000"/>
                  <a:lumOff val="60000"/>
                </a:schemeClr>
              </a:gs>
              <a:gs pos="100000">
                <a:srgbClr val="C693B0"/>
              </a:gs>
              <a:gs pos="21000">
                <a:schemeClr val="accent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DFB558-DA87-46C6-958A-616A9A9B48E2}"/>
              </a:ext>
            </a:extLst>
          </p:cNvPr>
          <p:cNvSpPr/>
          <p:nvPr/>
        </p:nvSpPr>
        <p:spPr>
          <a:xfrm>
            <a:off x="3262616" y="1040775"/>
            <a:ext cx="1180660" cy="804798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181332 w 2166035"/>
              <a:gd name="connsiteY0" fmla="*/ 314219 h 1165168"/>
              <a:gd name="connsiteX1" fmla="*/ 5234 w 2166035"/>
              <a:gd name="connsiteY1" fmla="*/ 641551 h 1165168"/>
              <a:gd name="connsiteX2" fmla="*/ 79732 w 2166035"/>
              <a:gd name="connsiteY2" fmla="*/ 911119 h 1165168"/>
              <a:gd name="connsiteX3" fmla="*/ 409932 w 2166035"/>
              <a:gd name="connsiteY3" fmla="*/ 898419 h 1165168"/>
              <a:gd name="connsiteX4" fmla="*/ 536932 w 2166035"/>
              <a:gd name="connsiteY4" fmla="*/ 771419 h 1165168"/>
              <a:gd name="connsiteX5" fmla="*/ 524232 w 2166035"/>
              <a:gd name="connsiteY5" fmla="*/ 936519 h 1165168"/>
              <a:gd name="connsiteX6" fmla="*/ 651232 w 2166035"/>
              <a:gd name="connsiteY6" fmla="*/ 1063519 h 1165168"/>
              <a:gd name="connsiteX7" fmla="*/ 1184632 w 2166035"/>
              <a:gd name="connsiteY7" fmla="*/ 1165119 h 1165168"/>
              <a:gd name="connsiteX8" fmla="*/ 1832332 w 2166035"/>
              <a:gd name="connsiteY8" fmla="*/ 1050819 h 1165168"/>
              <a:gd name="connsiteX9" fmla="*/ 2149832 w 2166035"/>
              <a:gd name="connsiteY9" fmla="*/ 949219 h 1165168"/>
              <a:gd name="connsiteX10" fmla="*/ 2073632 w 2166035"/>
              <a:gd name="connsiteY10" fmla="*/ 492019 h 1165168"/>
              <a:gd name="connsiteX11" fmla="*/ 1679932 w 2166035"/>
              <a:gd name="connsiteY11" fmla="*/ 161819 h 1165168"/>
              <a:gd name="connsiteX12" fmla="*/ 1324332 w 2166035"/>
              <a:gd name="connsiteY12" fmla="*/ 9419 h 1165168"/>
              <a:gd name="connsiteX13" fmla="*/ 1057632 w 2166035"/>
              <a:gd name="connsiteY13" fmla="*/ 47519 h 1165168"/>
              <a:gd name="connsiteX14" fmla="*/ 841732 w 2166035"/>
              <a:gd name="connsiteY14" fmla="*/ 301519 h 1165168"/>
              <a:gd name="connsiteX15" fmla="*/ 765532 w 2166035"/>
              <a:gd name="connsiteY15" fmla="*/ 339619 h 1165168"/>
              <a:gd name="connsiteX16" fmla="*/ 460732 w 2166035"/>
              <a:gd name="connsiteY16" fmla="*/ 199919 h 1165168"/>
              <a:gd name="connsiteX17" fmla="*/ 181332 w 2166035"/>
              <a:gd name="connsiteY17" fmla="*/ 314219 h 1165168"/>
              <a:gd name="connsiteX0" fmla="*/ 176201 w 2160904"/>
              <a:gd name="connsiteY0" fmla="*/ 314219 h 1165168"/>
              <a:gd name="connsiteX1" fmla="*/ 103 w 2160904"/>
              <a:gd name="connsiteY1" fmla="*/ 641551 h 1165168"/>
              <a:gd name="connsiteX2" fmla="*/ 199269 w 2160904"/>
              <a:gd name="connsiteY2" fmla="*/ 901287 h 1165168"/>
              <a:gd name="connsiteX3" fmla="*/ 404801 w 2160904"/>
              <a:gd name="connsiteY3" fmla="*/ 898419 h 1165168"/>
              <a:gd name="connsiteX4" fmla="*/ 531801 w 2160904"/>
              <a:gd name="connsiteY4" fmla="*/ 771419 h 1165168"/>
              <a:gd name="connsiteX5" fmla="*/ 519101 w 2160904"/>
              <a:gd name="connsiteY5" fmla="*/ 936519 h 1165168"/>
              <a:gd name="connsiteX6" fmla="*/ 646101 w 2160904"/>
              <a:gd name="connsiteY6" fmla="*/ 1063519 h 1165168"/>
              <a:gd name="connsiteX7" fmla="*/ 1179501 w 2160904"/>
              <a:gd name="connsiteY7" fmla="*/ 1165119 h 1165168"/>
              <a:gd name="connsiteX8" fmla="*/ 1827201 w 2160904"/>
              <a:gd name="connsiteY8" fmla="*/ 1050819 h 1165168"/>
              <a:gd name="connsiteX9" fmla="*/ 2144701 w 2160904"/>
              <a:gd name="connsiteY9" fmla="*/ 949219 h 1165168"/>
              <a:gd name="connsiteX10" fmla="*/ 2068501 w 2160904"/>
              <a:gd name="connsiteY10" fmla="*/ 492019 h 1165168"/>
              <a:gd name="connsiteX11" fmla="*/ 1674801 w 2160904"/>
              <a:gd name="connsiteY11" fmla="*/ 161819 h 1165168"/>
              <a:gd name="connsiteX12" fmla="*/ 1319201 w 2160904"/>
              <a:gd name="connsiteY12" fmla="*/ 9419 h 1165168"/>
              <a:gd name="connsiteX13" fmla="*/ 1052501 w 2160904"/>
              <a:gd name="connsiteY13" fmla="*/ 47519 h 1165168"/>
              <a:gd name="connsiteX14" fmla="*/ 836601 w 2160904"/>
              <a:gd name="connsiteY14" fmla="*/ 301519 h 1165168"/>
              <a:gd name="connsiteX15" fmla="*/ 760401 w 2160904"/>
              <a:gd name="connsiteY15" fmla="*/ 339619 h 1165168"/>
              <a:gd name="connsiteX16" fmla="*/ 455601 w 2160904"/>
              <a:gd name="connsiteY16" fmla="*/ 199919 h 1165168"/>
              <a:gd name="connsiteX17" fmla="*/ 176201 w 2160904"/>
              <a:gd name="connsiteY17" fmla="*/ 314219 h 1165168"/>
              <a:gd name="connsiteX0" fmla="*/ 165373 w 2150076"/>
              <a:gd name="connsiteY0" fmla="*/ 314219 h 1165168"/>
              <a:gd name="connsiteX1" fmla="*/ 114 w 2150076"/>
              <a:gd name="connsiteY1" fmla="*/ 602222 h 1165168"/>
              <a:gd name="connsiteX2" fmla="*/ 188441 w 2150076"/>
              <a:gd name="connsiteY2" fmla="*/ 901287 h 1165168"/>
              <a:gd name="connsiteX3" fmla="*/ 393973 w 2150076"/>
              <a:gd name="connsiteY3" fmla="*/ 898419 h 1165168"/>
              <a:gd name="connsiteX4" fmla="*/ 520973 w 2150076"/>
              <a:gd name="connsiteY4" fmla="*/ 771419 h 1165168"/>
              <a:gd name="connsiteX5" fmla="*/ 508273 w 2150076"/>
              <a:gd name="connsiteY5" fmla="*/ 936519 h 1165168"/>
              <a:gd name="connsiteX6" fmla="*/ 635273 w 2150076"/>
              <a:gd name="connsiteY6" fmla="*/ 1063519 h 1165168"/>
              <a:gd name="connsiteX7" fmla="*/ 1168673 w 2150076"/>
              <a:gd name="connsiteY7" fmla="*/ 1165119 h 1165168"/>
              <a:gd name="connsiteX8" fmla="*/ 1816373 w 2150076"/>
              <a:gd name="connsiteY8" fmla="*/ 1050819 h 1165168"/>
              <a:gd name="connsiteX9" fmla="*/ 2133873 w 2150076"/>
              <a:gd name="connsiteY9" fmla="*/ 949219 h 1165168"/>
              <a:gd name="connsiteX10" fmla="*/ 2057673 w 2150076"/>
              <a:gd name="connsiteY10" fmla="*/ 492019 h 1165168"/>
              <a:gd name="connsiteX11" fmla="*/ 1663973 w 2150076"/>
              <a:gd name="connsiteY11" fmla="*/ 161819 h 1165168"/>
              <a:gd name="connsiteX12" fmla="*/ 1308373 w 2150076"/>
              <a:gd name="connsiteY12" fmla="*/ 9419 h 1165168"/>
              <a:gd name="connsiteX13" fmla="*/ 1041673 w 2150076"/>
              <a:gd name="connsiteY13" fmla="*/ 47519 h 1165168"/>
              <a:gd name="connsiteX14" fmla="*/ 825773 w 2150076"/>
              <a:gd name="connsiteY14" fmla="*/ 301519 h 1165168"/>
              <a:gd name="connsiteX15" fmla="*/ 749573 w 2150076"/>
              <a:gd name="connsiteY15" fmla="*/ 339619 h 1165168"/>
              <a:gd name="connsiteX16" fmla="*/ 444773 w 2150076"/>
              <a:gd name="connsiteY16" fmla="*/ 199919 h 1165168"/>
              <a:gd name="connsiteX17" fmla="*/ 165373 w 2150076"/>
              <a:gd name="connsiteY17" fmla="*/ 314219 h 1165168"/>
              <a:gd name="connsiteX0" fmla="*/ 168842 w 2153545"/>
              <a:gd name="connsiteY0" fmla="*/ 314219 h 1165168"/>
              <a:gd name="connsiteX1" fmla="*/ 3583 w 2153545"/>
              <a:gd name="connsiteY1" fmla="*/ 602222 h 1165168"/>
              <a:gd name="connsiteX2" fmla="*/ 322000 w 2153545"/>
              <a:gd name="connsiteY2" fmla="*/ 901287 h 1165168"/>
              <a:gd name="connsiteX3" fmla="*/ 397442 w 2153545"/>
              <a:gd name="connsiteY3" fmla="*/ 898419 h 1165168"/>
              <a:gd name="connsiteX4" fmla="*/ 524442 w 2153545"/>
              <a:gd name="connsiteY4" fmla="*/ 771419 h 1165168"/>
              <a:gd name="connsiteX5" fmla="*/ 511742 w 2153545"/>
              <a:gd name="connsiteY5" fmla="*/ 936519 h 1165168"/>
              <a:gd name="connsiteX6" fmla="*/ 638742 w 2153545"/>
              <a:gd name="connsiteY6" fmla="*/ 1063519 h 1165168"/>
              <a:gd name="connsiteX7" fmla="*/ 1172142 w 2153545"/>
              <a:gd name="connsiteY7" fmla="*/ 1165119 h 1165168"/>
              <a:gd name="connsiteX8" fmla="*/ 1819842 w 2153545"/>
              <a:gd name="connsiteY8" fmla="*/ 1050819 h 1165168"/>
              <a:gd name="connsiteX9" fmla="*/ 2137342 w 2153545"/>
              <a:gd name="connsiteY9" fmla="*/ 949219 h 1165168"/>
              <a:gd name="connsiteX10" fmla="*/ 2061142 w 2153545"/>
              <a:gd name="connsiteY10" fmla="*/ 492019 h 1165168"/>
              <a:gd name="connsiteX11" fmla="*/ 1667442 w 2153545"/>
              <a:gd name="connsiteY11" fmla="*/ 161819 h 1165168"/>
              <a:gd name="connsiteX12" fmla="*/ 1311842 w 2153545"/>
              <a:gd name="connsiteY12" fmla="*/ 9419 h 1165168"/>
              <a:gd name="connsiteX13" fmla="*/ 1045142 w 2153545"/>
              <a:gd name="connsiteY13" fmla="*/ 47519 h 1165168"/>
              <a:gd name="connsiteX14" fmla="*/ 829242 w 2153545"/>
              <a:gd name="connsiteY14" fmla="*/ 301519 h 1165168"/>
              <a:gd name="connsiteX15" fmla="*/ 753042 w 2153545"/>
              <a:gd name="connsiteY15" fmla="*/ 339619 h 1165168"/>
              <a:gd name="connsiteX16" fmla="*/ 448242 w 2153545"/>
              <a:gd name="connsiteY16" fmla="*/ 199919 h 1165168"/>
              <a:gd name="connsiteX17" fmla="*/ 168842 w 2153545"/>
              <a:gd name="connsiteY17" fmla="*/ 314219 h 1165168"/>
              <a:gd name="connsiteX0" fmla="*/ 126737 w 2111440"/>
              <a:gd name="connsiteY0" fmla="*/ 314219 h 1165168"/>
              <a:gd name="connsiteX1" fmla="*/ 4841 w 2111440"/>
              <a:gd name="connsiteY1" fmla="*/ 597307 h 1165168"/>
              <a:gd name="connsiteX2" fmla="*/ 279895 w 2111440"/>
              <a:gd name="connsiteY2" fmla="*/ 901287 h 1165168"/>
              <a:gd name="connsiteX3" fmla="*/ 355337 w 2111440"/>
              <a:gd name="connsiteY3" fmla="*/ 898419 h 1165168"/>
              <a:gd name="connsiteX4" fmla="*/ 482337 w 2111440"/>
              <a:gd name="connsiteY4" fmla="*/ 771419 h 1165168"/>
              <a:gd name="connsiteX5" fmla="*/ 469637 w 2111440"/>
              <a:gd name="connsiteY5" fmla="*/ 936519 h 1165168"/>
              <a:gd name="connsiteX6" fmla="*/ 596637 w 2111440"/>
              <a:gd name="connsiteY6" fmla="*/ 1063519 h 1165168"/>
              <a:gd name="connsiteX7" fmla="*/ 1130037 w 2111440"/>
              <a:gd name="connsiteY7" fmla="*/ 1165119 h 1165168"/>
              <a:gd name="connsiteX8" fmla="*/ 1777737 w 2111440"/>
              <a:gd name="connsiteY8" fmla="*/ 1050819 h 1165168"/>
              <a:gd name="connsiteX9" fmla="*/ 2095237 w 2111440"/>
              <a:gd name="connsiteY9" fmla="*/ 949219 h 1165168"/>
              <a:gd name="connsiteX10" fmla="*/ 2019037 w 2111440"/>
              <a:gd name="connsiteY10" fmla="*/ 492019 h 1165168"/>
              <a:gd name="connsiteX11" fmla="*/ 1625337 w 2111440"/>
              <a:gd name="connsiteY11" fmla="*/ 161819 h 1165168"/>
              <a:gd name="connsiteX12" fmla="*/ 1269737 w 2111440"/>
              <a:gd name="connsiteY12" fmla="*/ 9419 h 1165168"/>
              <a:gd name="connsiteX13" fmla="*/ 1003037 w 2111440"/>
              <a:gd name="connsiteY13" fmla="*/ 47519 h 1165168"/>
              <a:gd name="connsiteX14" fmla="*/ 787137 w 2111440"/>
              <a:gd name="connsiteY14" fmla="*/ 301519 h 1165168"/>
              <a:gd name="connsiteX15" fmla="*/ 710937 w 2111440"/>
              <a:gd name="connsiteY15" fmla="*/ 339619 h 1165168"/>
              <a:gd name="connsiteX16" fmla="*/ 406137 w 2111440"/>
              <a:gd name="connsiteY16" fmla="*/ 199919 h 1165168"/>
              <a:gd name="connsiteX17" fmla="*/ 126737 w 2111440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50675 w 2106778"/>
              <a:gd name="connsiteY3" fmla="*/ 898419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61413 w 2106778"/>
              <a:gd name="connsiteY4" fmla="*/ 727174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6778" h="1165168">
                <a:moveTo>
                  <a:pt x="122075" y="314219"/>
                </a:moveTo>
                <a:cubicBezTo>
                  <a:pt x="55192" y="380450"/>
                  <a:pt x="-3666" y="507656"/>
                  <a:pt x="179" y="597307"/>
                </a:cubicBezTo>
                <a:cubicBezTo>
                  <a:pt x="4024" y="686958"/>
                  <a:pt x="81307" y="800301"/>
                  <a:pt x="145143" y="852125"/>
                </a:cubicBezTo>
                <a:cubicBezTo>
                  <a:pt x="208980" y="903949"/>
                  <a:pt x="330486" y="929076"/>
                  <a:pt x="383198" y="908251"/>
                </a:cubicBezTo>
                <a:cubicBezTo>
                  <a:pt x="435910" y="887426"/>
                  <a:pt x="447784" y="722463"/>
                  <a:pt x="461413" y="727174"/>
                </a:cubicBezTo>
                <a:cubicBezTo>
                  <a:pt x="475042" y="731885"/>
                  <a:pt x="443215" y="880462"/>
                  <a:pt x="464975" y="936519"/>
                </a:cubicBezTo>
                <a:cubicBezTo>
                  <a:pt x="486735" y="992576"/>
                  <a:pt x="481908" y="1025419"/>
                  <a:pt x="591975" y="1063519"/>
                </a:cubicBezTo>
                <a:cubicBezTo>
                  <a:pt x="702042" y="1101619"/>
                  <a:pt x="928525" y="1167236"/>
                  <a:pt x="1125375" y="1165119"/>
                </a:cubicBezTo>
                <a:cubicBezTo>
                  <a:pt x="1322225" y="1163002"/>
                  <a:pt x="1612208" y="1086802"/>
                  <a:pt x="1773075" y="1050819"/>
                </a:cubicBezTo>
                <a:cubicBezTo>
                  <a:pt x="1933942" y="1014836"/>
                  <a:pt x="2050358" y="1042352"/>
                  <a:pt x="2090575" y="949219"/>
                </a:cubicBezTo>
                <a:cubicBezTo>
                  <a:pt x="2130792" y="856086"/>
                  <a:pt x="2092692" y="623252"/>
                  <a:pt x="2014375" y="492019"/>
                </a:cubicBezTo>
                <a:cubicBezTo>
                  <a:pt x="1936058" y="360786"/>
                  <a:pt x="1745558" y="242252"/>
                  <a:pt x="1620675" y="161819"/>
                </a:cubicBezTo>
                <a:cubicBezTo>
                  <a:pt x="1495792" y="81386"/>
                  <a:pt x="1368792" y="28469"/>
                  <a:pt x="1265075" y="9419"/>
                </a:cubicBezTo>
                <a:cubicBezTo>
                  <a:pt x="1161358" y="-9631"/>
                  <a:pt x="1078808" y="-1164"/>
                  <a:pt x="998375" y="47519"/>
                </a:cubicBezTo>
                <a:cubicBezTo>
                  <a:pt x="917942" y="96202"/>
                  <a:pt x="831158" y="252836"/>
                  <a:pt x="782475" y="301519"/>
                </a:cubicBezTo>
                <a:cubicBezTo>
                  <a:pt x="733792" y="350202"/>
                  <a:pt x="769775" y="356552"/>
                  <a:pt x="706275" y="339619"/>
                </a:cubicBezTo>
                <a:cubicBezTo>
                  <a:pt x="642775" y="322686"/>
                  <a:pt x="496725" y="204152"/>
                  <a:pt x="401475" y="199919"/>
                </a:cubicBezTo>
                <a:cubicBezTo>
                  <a:pt x="306225" y="195686"/>
                  <a:pt x="188958" y="247988"/>
                  <a:pt x="122075" y="31421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6C2371-5C6E-46CD-82CD-1C4072A8DAC8}"/>
              </a:ext>
            </a:extLst>
          </p:cNvPr>
          <p:cNvSpPr/>
          <p:nvPr/>
        </p:nvSpPr>
        <p:spPr>
          <a:xfrm rot="903973">
            <a:off x="3334435" y="906421"/>
            <a:ext cx="1224692" cy="714547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34751 w 2191385"/>
              <a:gd name="connsiteY16" fmla="*/ 145341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60316 w 2191385"/>
              <a:gd name="connsiteY16" fmla="*/ 174738 h 1165168"/>
              <a:gd name="connsiteX17" fmla="*/ 206682 w 2191385"/>
              <a:gd name="connsiteY17" fmla="*/ 314219 h 1165168"/>
              <a:gd name="connsiteX0" fmla="*/ 206682 w 2191385"/>
              <a:gd name="connsiteY0" fmla="*/ 304810 h 1155759"/>
              <a:gd name="connsiteX1" fmla="*/ 3482 w 2191385"/>
              <a:gd name="connsiteY1" fmla="*/ 622310 h 1155759"/>
              <a:gd name="connsiteX2" fmla="*/ 105082 w 2191385"/>
              <a:gd name="connsiteY2" fmla="*/ 901710 h 1155759"/>
              <a:gd name="connsiteX3" fmla="*/ 435282 w 2191385"/>
              <a:gd name="connsiteY3" fmla="*/ 889010 h 1155759"/>
              <a:gd name="connsiteX4" fmla="*/ 562282 w 2191385"/>
              <a:gd name="connsiteY4" fmla="*/ 762010 h 1155759"/>
              <a:gd name="connsiteX5" fmla="*/ 549582 w 2191385"/>
              <a:gd name="connsiteY5" fmla="*/ 927110 h 1155759"/>
              <a:gd name="connsiteX6" fmla="*/ 676582 w 2191385"/>
              <a:gd name="connsiteY6" fmla="*/ 1054110 h 1155759"/>
              <a:gd name="connsiteX7" fmla="*/ 1209982 w 2191385"/>
              <a:gd name="connsiteY7" fmla="*/ 1155710 h 1155759"/>
              <a:gd name="connsiteX8" fmla="*/ 1857682 w 2191385"/>
              <a:gd name="connsiteY8" fmla="*/ 1041410 h 1155759"/>
              <a:gd name="connsiteX9" fmla="*/ 2175182 w 2191385"/>
              <a:gd name="connsiteY9" fmla="*/ 939810 h 1155759"/>
              <a:gd name="connsiteX10" fmla="*/ 2098982 w 2191385"/>
              <a:gd name="connsiteY10" fmla="*/ 482610 h 1155759"/>
              <a:gd name="connsiteX11" fmla="*/ 1705282 w 2191385"/>
              <a:gd name="connsiteY11" fmla="*/ 152410 h 1155759"/>
              <a:gd name="connsiteX12" fmla="*/ 1349682 w 2191385"/>
              <a:gd name="connsiteY12" fmla="*/ 10 h 1155759"/>
              <a:gd name="connsiteX13" fmla="*/ 1058820 w 2191385"/>
              <a:gd name="connsiteY13" fmla="*/ 145831 h 1155759"/>
              <a:gd name="connsiteX14" fmla="*/ 867082 w 2191385"/>
              <a:gd name="connsiteY14" fmla="*/ 292110 h 1155759"/>
              <a:gd name="connsiteX15" fmla="*/ 790882 w 2191385"/>
              <a:gd name="connsiteY15" fmla="*/ 330210 h 1155759"/>
              <a:gd name="connsiteX16" fmla="*/ 860316 w 2191385"/>
              <a:gd name="connsiteY16" fmla="*/ 165329 h 1155759"/>
              <a:gd name="connsiteX17" fmla="*/ 206682 w 2191385"/>
              <a:gd name="connsiteY17" fmla="*/ 304810 h 1155759"/>
              <a:gd name="connsiteX0" fmla="*/ 206682 w 2191385"/>
              <a:gd name="connsiteY0" fmla="*/ 177085 h 1028034"/>
              <a:gd name="connsiteX1" fmla="*/ 3482 w 2191385"/>
              <a:gd name="connsiteY1" fmla="*/ 494585 h 1028034"/>
              <a:gd name="connsiteX2" fmla="*/ 105082 w 2191385"/>
              <a:gd name="connsiteY2" fmla="*/ 773985 h 1028034"/>
              <a:gd name="connsiteX3" fmla="*/ 435282 w 2191385"/>
              <a:gd name="connsiteY3" fmla="*/ 761285 h 1028034"/>
              <a:gd name="connsiteX4" fmla="*/ 562282 w 2191385"/>
              <a:gd name="connsiteY4" fmla="*/ 634285 h 1028034"/>
              <a:gd name="connsiteX5" fmla="*/ 549582 w 2191385"/>
              <a:gd name="connsiteY5" fmla="*/ 799385 h 1028034"/>
              <a:gd name="connsiteX6" fmla="*/ 676582 w 2191385"/>
              <a:gd name="connsiteY6" fmla="*/ 926385 h 1028034"/>
              <a:gd name="connsiteX7" fmla="*/ 1209982 w 2191385"/>
              <a:gd name="connsiteY7" fmla="*/ 1027985 h 1028034"/>
              <a:gd name="connsiteX8" fmla="*/ 1857682 w 2191385"/>
              <a:gd name="connsiteY8" fmla="*/ 913685 h 1028034"/>
              <a:gd name="connsiteX9" fmla="*/ 2175182 w 2191385"/>
              <a:gd name="connsiteY9" fmla="*/ 812085 h 1028034"/>
              <a:gd name="connsiteX10" fmla="*/ 2098982 w 2191385"/>
              <a:gd name="connsiteY10" fmla="*/ 354885 h 1028034"/>
              <a:gd name="connsiteX11" fmla="*/ 1705282 w 2191385"/>
              <a:gd name="connsiteY11" fmla="*/ 24685 h 1028034"/>
              <a:gd name="connsiteX12" fmla="*/ 1377658 w 2191385"/>
              <a:gd name="connsiteY12" fmla="*/ 23280 h 1028034"/>
              <a:gd name="connsiteX13" fmla="*/ 1058820 w 2191385"/>
              <a:gd name="connsiteY13" fmla="*/ 18106 h 1028034"/>
              <a:gd name="connsiteX14" fmla="*/ 867082 w 2191385"/>
              <a:gd name="connsiteY14" fmla="*/ 164385 h 1028034"/>
              <a:gd name="connsiteX15" fmla="*/ 790882 w 2191385"/>
              <a:gd name="connsiteY15" fmla="*/ 202485 h 1028034"/>
              <a:gd name="connsiteX16" fmla="*/ 860316 w 2191385"/>
              <a:gd name="connsiteY16" fmla="*/ 37604 h 1028034"/>
              <a:gd name="connsiteX17" fmla="*/ 206682 w 2191385"/>
              <a:gd name="connsiteY17" fmla="*/ 177085 h 1028034"/>
              <a:gd name="connsiteX0" fmla="*/ 206682 w 2191979"/>
              <a:gd name="connsiteY0" fmla="*/ 170664 h 1021613"/>
              <a:gd name="connsiteX1" fmla="*/ 3482 w 2191979"/>
              <a:gd name="connsiteY1" fmla="*/ 488164 h 1021613"/>
              <a:gd name="connsiteX2" fmla="*/ 105082 w 2191979"/>
              <a:gd name="connsiteY2" fmla="*/ 767564 h 1021613"/>
              <a:gd name="connsiteX3" fmla="*/ 435282 w 2191979"/>
              <a:gd name="connsiteY3" fmla="*/ 754864 h 1021613"/>
              <a:gd name="connsiteX4" fmla="*/ 562282 w 2191979"/>
              <a:gd name="connsiteY4" fmla="*/ 627864 h 1021613"/>
              <a:gd name="connsiteX5" fmla="*/ 549582 w 2191979"/>
              <a:gd name="connsiteY5" fmla="*/ 792964 h 1021613"/>
              <a:gd name="connsiteX6" fmla="*/ 676582 w 2191979"/>
              <a:gd name="connsiteY6" fmla="*/ 919964 h 1021613"/>
              <a:gd name="connsiteX7" fmla="*/ 1209982 w 2191979"/>
              <a:gd name="connsiteY7" fmla="*/ 1021564 h 1021613"/>
              <a:gd name="connsiteX8" fmla="*/ 1857682 w 2191979"/>
              <a:gd name="connsiteY8" fmla="*/ 907264 h 1021613"/>
              <a:gd name="connsiteX9" fmla="*/ 2175182 w 2191979"/>
              <a:gd name="connsiteY9" fmla="*/ 805664 h 1021613"/>
              <a:gd name="connsiteX10" fmla="*/ 2098982 w 2191979"/>
              <a:gd name="connsiteY10" fmla="*/ 348464 h 1021613"/>
              <a:gd name="connsiteX11" fmla="*/ 1684142 w 2191979"/>
              <a:gd name="connsiteY11" fmla="*/ 79426 h 1021613"/>
              <a:gd name="connsiteX12" fmla="*/ 1377658 w 2191979"/>
              <a:gd name="connsiteY12" fmla="*/ 16859 h 1021613"/>
              <a:gd name="connsiteX13" fmla="*/ 1058820 w 2191979"/>
              <a:gd name="connsiteY13" fmla="*/ 11685 h 1021613"/>
              <a:gd name="connsiteX14" fmla="*/ 867082 w 2191979"/>
              <a:gd name="connsiteY14" fmla="*/ 157964 h 1021613"/>
              <a:gd name="connsiteX15" fmla="*/ 790882 w 2191979"/>
              <a:gd name="connsiteY15" fmla="*/ 196064 h 1021613"/>
              <a:gd name="connsiteX16" fmla="*/ 860316 w 2191979"/>
              <a:gd name="connsiteY16" fmla="*/ 31183 h 1021613"/>
              <a:gd name="connsiteX17" fmla="*/ 206682 w 2191979"/>
              <a:gd name="connsiteY17" fmla="*/ 170664 h 1021613"/>
              <a:gd name="connsiteX0" fmla="*/ 206682 w 2191979"/>
              <a:gd name="connsiteY0" fmla="*/ 169012 h 1019961"/>
              <a:gd name="connsiteX1" fmla="*/ 3482 w 2191979"/>
              <a:gd name="connsiteY1" fmla="*/ 486512 h 1019961"/>
              <a:gd name="connsiteX2" fmla="*/ 105082 w 2191979"/>
              <a:gd name="connsiteY2" fmla="*/ 765912 h 1019961"/>
              <a:gd name="connsiteX3" fmla="*/ 435282 w 2191979"/>
              <a:gd name="connsiteY3" fmla="*/ 753212 h 1019961"/>
              <a:gd name="connsiteX4" fmla="*/ 562282 w 2191979"/>
              <a:gd name="connsiteY4" fmla="*/ 626212 h 1019961"/>
              <a:gd name="connsiteX5" fmla="*/ 549582 w 2191979"/>
              <a:gd name="connsiteY5" fmla="*/ 791312 h 1019961"/>
              <a:gd name="connsiteX6" fmla="*/ 676582 w 2191979"/>
              <a:gd name="connsiteY6" fmla="*/ 918312 h 1019961"/>
              <a:gd name="connsiteX7" fmla="*/ 1209982 w 2191979"/>
              <a:gd name="connsiteY7" fmla="*/ 1019912 h 1019961"/>
              <a:gd name="connsiteX8" fmla="*/ 1857682 w 2191979"/>
              <a:gd name="connsiteY8" fmla="*/ 905612 h 1019961"/>
              <a:gd name="connsiteX9" fmla="*/ 2175182 w 2191979"/>
              <a:gd name="connsiteY9" fmla="*/ 804012 h 1019961"/>
              <a:gd name="connsiteX10" fmla="*/ 2098982 w 2191979"/>
              <a:gd name="connsiteY10" fmla="*/ 346812 h 1019961"/>
              <a:gd name="connsiteX11" fmla="*/ 1684142 w 2191979"/>
              <a:gd name="connsiteY11" fmla="*/ 77774 h 1019961"/>
              <a:gd name="connsiteX12" fmla="*/ 1377658 w 2191979"/>
              <a:gd name="connsiteY12" fmla="*/ 15207 h 1019961"/>
              <a:gd name="connsiteX13" fmla="*/ 1058820 w 2191979"/>
              <a:gd name="connsiteY13" fmla="*/ 10033 h 1019961"/>
              <a:gd name="connsiteX14" fmla="*/ 854804 w 2191979"/>
              <a:gd name="connsiteY14" fmla="*/ 133854 h 1019961"/>
              <a:gd name="connsiteX15" fmla="*/ 790882 w 2191979"/>
              <a:gd name="connsiteY15" fmla="*/ 194412 h 1019961"/>
              <a:gd name="connsiteX16" fmla="*/ 860316 w 2191979"/>
              <a:gd name="connsiteY16" fmla="*/ 29531 h 1019961"/>
              <a:gd name="connsiteX17" fmla="*/ 206682 w 2191979"/>
              <a:gd name="connsiteY17" fmla="*/ 169012 h 1019961"/>
              <a:gd name="connsiteX0" fmla="*/ 206682 w 2191979"/>
              <a:gd name="connsiteY0" fmla="*/ 167084 h 1018033"/>
              <a:gd name="connsiteX1" fmla="*/ 3482 w 2191979"/>
              <a:gd name="connsiteY1" fmla="*/ 484584 h 1018033"/>
              <a:gd name="connsiteX2" fmla="*/ 105082 w 2191979"/>
              <a:gd name="connsiteY2" fmla="*/ 763984 h 1018033"/>
              <a:gd name="connsiteX3" fmla="*/ 435282 w 2191979"/>
              <a:gd name="connsiteY3" fmla="*/ 751284 h 1018033"/>
              <a:gd name="connsiteX4" fmla="*/ 562282 w 2191979"/>
              <a:gd name="connsiteY4" fmla="*/ 624284 h 1018033"/>
              <a:gd name="connsiteX5" fmla="*/ 549582 w 2191979"/>
              <a:gd name="connsiteY5" fmla="*/ 789384 h 1018033"/>
              <a:gd name="connsiteX6" fmla="*/ 676582 w 2191979"/>
              <a:gd name="connsiteY6" fmla="*/ 916384 h 1018033"/>
              <a:gd name="connsiteX7" fmla="*/ 1209982 w 2191979"/>
              <a:gd name="connsiteY7" fmla="*/ 1017984 h 1018033"/>
              <a:gd name="connsiteX8" fmla="*/ 1857682 w 2191979"/>
              <a:gd name="connsiteY8" fmla="*/ 903684 h 1018033"/>
              <a:gd name="connsiteX9" fmla="*/ 2175182 w 2191979"/>
              <a:gd name="connsiteY9" fmla="*/ 802084 h 1018033"/>
              <a:gd name="connsiteX10" fmla="*/ 2098982 w 2191979"/>
              <a:gd name="connsiteY10" fmla="*/ 344884 h 1018033"/>
              <a:gd name="connsiteX11" fmla="*/ 1684142 w 2191979"/>
              <a:gd name="connsiteY11" fmla="*/ 75846 h 1018033"/>
              <a:gd name="connsiteX12" fmla="*/ 1377658 w 2191979"/>
              <a:gd name="connsiteY12" fmla="*/ 13279 h 1018033"/>
              <a:gd name="connsiteX13" fmla="*/ 1058820 w 2191979"/>
              <a:gd name="connsiteY13" fmla="*/ 8105 h 1018033"/>
              <a:gd name="connsiteX14" fmla="*/ 858228 w 2191979"/>
              <a:gd name="connsiteY14" fmla="*/ 105633 h 1018033"/>
              <a:gd name="connsiteX15" fmla="*/ 790882 w 2191979"/>
              <a:gd name="connsiteY15" fmla="*/ 192484 h 1018033"/>
              <a:gd name="connsiteX16" fmla="*/ 860316 w 2191979"/>
              <a:gd name="connsiteY16" fmla="*/ 27603 h 1018033"/>
              <a:gd name="connsiteX17" fmla="*/ 206682 w 2191979"/>
              <a:gd name="connsiteY17" fmla="*/ 167084 h 1018033"/>
              <a:gd name="connsiteX0" fmla="*/ 206682 w 2191979"/>
              <a:gd name="connsiteY0" fmla="*/ 178602 h 1029551"/>
              <a:gd name="connsiteX1" fmla="*/ 3482 w 2191979"/>
              <a:gd name="connsiteY1" fmla="*/ 496102 h 1029551"/>
              <a:gd name="connsiteX2" fmla="*/ 105082 w 2191979"/>
              <a:gd name="connsiteY2" fmla="*/ 775502 h 1029551"/>
              <a:gd name="connsiteX3" fmla="*/ 435282 w 2191979"/>
              <a:gd name="connsiteY3" fmla="*/ 762802 h 1029551"/>
              <a:gd name="connsiteX4" fmla="*/ 562282 w 2191979"/>
              <a:gd name="connsiteY4" fmla="*/ 635802 h 1029551"/>
              <a:gd name="connsiteX5" fmla="*/ 549582 w 2191979"/>
              <a:gd name="connsiteY5" fmla="*/ 800902 h 1029551"/>
              <a:gd name="connsiteX6" fmla="*/ 676582 w 2191979"/>
              <a:gd name="connsiteY6" fmla="*/ 927902 h 1029551"/>
              <a:gd name="connsiteX7" fmla="*/ 1209982 w 2191979"/>
              <a:gd name="connsiteY7" fmla="*/ 1029502 h 1029551"/>
              <a:gd name="connsiteX8" fmla="*/ 1857682 w 2191979"/>
              <a:gd name="connsiteY8" fmla="*/ 915202 h 1029551"/>
              <a:gd name="connsiteX9" fmla="*/ 2175182 w 2191979"/>
              <a:gd name="connsiteY9" fmla="*/ 813602 h 1029551"/>
              <a:gd name="connsiteX10" fmla="*/ 2098982 w 2191979"/>
              <a:gd name="connsiteY10" fmla="*/ 356402 h 1029551"/>
              <a:gd name="connsiteX11" fmla="*/ 1684142 w 2191979"/>
              <a:gd name="connsiteY11" fmla="*/ 87364 h 1029551"/>
              <a:gd name="connsiteX12" fmla="*/ 1377658 w 2191979"/>
              <a:gd name="connsiteY12" fmla="*/ 24797 h 1029551"/>
              <a:gd name="connsiteX13" fmla="*/ 1054594 w 2191979"/>
              <a:gd name="connsiteY13" fmla="*/ 5381 h 1029551"/>
              <a:gd name="connsiteX14" fmla="*/ 858228 w 2191979"/>
              <a:gd name="connsiteY14" fmla="*/ 117151 h 1029551"/>
              <a:gd name="connsiteX15" fmla="*/ 790882 w 2191979"/>
              <a:gd name="connsiteY15" fmla="*/ 204002 h 1029551"/>
              <a:gd name="connsiteX16" fmla="*/ 860316 w 2191979"/>
              <a:gd name="connsiteY16" fmla="*/ 39121 h 1029551"/>
              <a:gd name="connsiteX17" fmla="*/ 206682 w 2191979"/>
              <a:gd name="connsiteY17" fmla="*/ 178602 h 1029551"/>
              <a:gd name="connsiteX0" fmla="*/ 206682 w 2191979"/>
              <a:gd name="connsiteY0" fmla="*/ 183556 h 1034505"/>
              <a:gd name="connsiteX1" fmla="*/ 3482 w 2191979"/>
              <a:gd name="connsiteY1" fmla="*/ 501056 h 1034505"/>
              <a:gd name="connsiteX2" fmla="*/ 105082 w 2191979"/>
              <a:gd name="connsiteY2" fmla="*/ 780456 h 1034505"/>
              <a:gd name="connsiteX3" fmla="*/ 435282 w 2191979"/>
              <a:gd name="connsiteY3" fmla="*/ 767756 h 1034505"/>
              <a:gd name="connsiteX4" fmla="*/ 562282 w 2191979"/>
              <a:gd name="connsiteY4" fmla="*/ 640756 h 1034505"/>
              <a:gd name="connsiteX5" fmla="*/ 549582 w 2191979"/>
              <a:gd name="connsiteY5" fmla="*/ 805856 h 1034505"/>
              <a:gd name="connsiteX6" fmla="*/ 676582 w 2191979"/>
              <a:gd name="connsiteY6" fmla="*/ 932856 h 1034505"/>
              <a:gd name="connsiteX7" fmla="*/ 1209982 w 2191979"/>
              <a:gd name="connsiteY7" fmla="*/ 1034456 h 1034505"/>
              <a:gd name="connsiteX8" fmla="*/ 1857682 w 2191979"/>
              <a:gd name="connsiteY8" fmla="*/ 920156 h 1034505"/>
              <a:gd name="connsiteX9" fmla="*/ 2175182 w 2191979"/>
              <a:gd name="connsiteY9" fmla="*/ 818556 h 1034505"/>
              <a:gd name="connsiteX10" fmla="*/ 2098982 w 2191979"/>
              <a:gd name="connsiteY10" fmla="*/ 361356 h 1034505"/>
              <a:gd name="connsiteX11" fmla="*/ 1684142 w 2191979"/>
              <a:gd name="connsiteY11" fmla="*/ 92318 h 1034505"/>
              <a:gd name="connsiteX12" fmla="*/ 1378665 w 2191979"/>
              <a:gd name="connsiteY12" fmla="*/ 14232 h 1034505"/>
              <a:gd name="connsiteX13" fmla="*/ 1054594 w 2191979"/>
              <a:gd name="connsiteY13" fmla="*/ 10335 h 1034505"/>
              <a:gd name="connsiteX14" fmla="*/ 858228 w 2191979"/>
              <a:gd name="connsiteY14" fmla="*/ 122105 h 1034505"/>
              <a:gd name="connsiteX15" fmla="*/ 790882 w 2191979"/>
              <a:gd name="connsiteY15" fmla="*/ 208956 h 1034505"/>
              <a:gd name="connsiteX16" fmla="*/ 860316 w 2191979"/>
              <a:gd name="connsiteY16" fmla="*/ 44075 h 1034505"/>
              <a:gd name="connsiteX17" fmla="*/ 206682 w 2191979"/>
              <a:gd name="connsiteY17" fmla="*/ 183556 h 1034505"/>
              <a:gd name="connsiteX0" fmla="*/ 206682 w 2185348"/>
              <a:gd name="connsiteY0" fmla="*/ 183556 h 1034505"/>
              <a:gd name="connsiteX1" fmla="*/ 3482 w 2185348"/>
              <a:gd name="connsiteY1" fmla="*/ 501056 h 1034505"/>
              <a:gd name="connsiteX2" fmla="*/ 105082 w 2185348"/>
              <a:gd name="connsiteY2" fmla="*/ 780456 h 1034505"/>
              <a:gd name="connsiteX3" fmla="*/ 435282 w 2185348"/>
              <a:gd name="connsiteY3" fmla="*/ 767756 h 1034505"/>
              <a:gd name="connsiteX4" fmla="*/ 562282 w 2185348"/>
              <a:gd name="connsiteY4" fmla="*/ 640756 h 1034505"/>
              <a:gd name="connsiteX5" fmla="*/ 549582 w 2185348"/>
              <a:gd name="connsiteY5" fmla="*/ 805856 h 1034505"/>
              <a:gd name="connsiteX6" fmla="*/ 676582 w 2185348"/>
              <a:gd name="connsiteY6" fmla="*/ 932856 h 1034505"/>
              <a:gd name="connsiteX7" fmla="*/ 1209982 w 2185348"/>
              <a:gd name="connsiteY7" fmla="*/ 1034456 h 1034505"/>
              <a:gd name="connsiteX8" fmla="*/ 1857682 w 2185348"/>
              <a:gd name="connsiteY8" fmla="*/ 920156 h 1034505"/>
              <a:gd name="connsiteX9" fmla="*/ 2175182 w 2185348"/>
              <a:gd name="connsiteY9" fmla="*/ 818556 h 1034505"/>
              <a:gd name="connsiteX10" fmla="*/ 2067979 w 2185348"/>
              <a:gd name="connsiteY10" fmla="*/ 389290 h 1034505"/>
              <a:gd name="connsiteX11" fmla="*/ 1684142 w 2185348"/>
              <a:gd name="connsiteY11" fmla="*/ 92318 h 1034505"/>
              <a:gd name="connsiteX12" fmla="*/ 1378665 w 2185348"/>
              <a:gd name="connsiteY12" fmla="*/ 14232 h 1034505"/>
              <a:gd name="connsiteX13" fmla="*/ 1054594 w 2185348"/>
              <a:gd name="connsiteY13" fmla="*/ 10335 h 1034505"/>
              <a:gd name="connsiteX14" fmla="*/ 858228 w 2185348"/>
              <a:gd name="connsiteY14" fmla="*/ 122105 h 1034505"/>
              <a:gd name="connsiteX15" fmla="*/ 790882 w 2185348"/>
              <a:gd name="connsiteY15" fmla="*/ 208956 h 1034505"/>
              <a:gd name="connsiteX16" fmla="*/ 860316 w 2185348"/>
              <a:gd name="connsiteY16" fmla="*/ 44075 h 1034505"/>
              <a:gd name="connsiteX17" fmla="*/ 206682 w 2185348"/>
              <a:gd name="connsiteY17" fmla="*/ 183556 h 103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85348" h="1034505">
                <a:moveTo>
                  <a:pt x="206682" y="183556"/>
                </a:moveTo>
                <a:cubicBezTo>
                  <a:pt x="63876" y="259720"/>
                  <a:pt x="20415" y="401573"/>
                  <a:pt x="3482" y="501056"/>
                </a:cubicBezTo>
                <a:cubicBezTo>
                  <a:pt x="-13451" y="600539"/>
                  <a:pt x="33115" y="736006"/>
                  <a:pt x="105082" y="780456"/>
                </a:cubicBezTo>
                <a:cubicBezTo>
                  <a:pt x="177049" y="824906"/>
                  <a:pt x="359082" y="791039"/>
                  <a:pt x="435282" y="767756"/>
                </a:cubicBezTo>
                <a:cubicBezTo>
                  <a:pt x="511482" y="744473"/>
                  <a:pt x="543232" y="634406"/>
                  <a:pt x="562282" y="640756"/>
                </a:cubicBezTo>
                <a:cubicBezTo>
                  <a:pt x="581332" y="647106"/>
                  <a:pt x="530532" y="757173"/>
                  <a:pt x="549582" y="805856"/>
                </a:cubicBezTo>
                <a:cubicBezTo>
                  <a:pt x="568632" y="854539"/>
                  <a:pt x="566515" y="894756"/>
                  <a:pt x="676582" y="932856"/>
                </a:cubicBezTo>
                <a:cubicBezTo>
                  <a:pt x="786649" y="970956"/>
                  <a:pt x="1013132" y="1036573"/>
                  <a:pt x="1209982" y="1034456"/>
                </a:cubicBezTo>
                <a:cubicBezTo>
                  <a:pt x="1406832" y="1032339"/>
                  <a:pt x="1696815" y="956139"/>
                  <a:pt x="1857682" y="920156"/>
                </a:cubicBezTo>
                <a:cubicBezTo>
                  <a:pt x="2018549" y="884173"/>
                  <a:pt x="2140133" y="907034"/>
                  <a:pt x="2175182" y="818556"/>
                </a:cubicBezTo>
                <a:cubicBezTo>
                  <a:pt x="2210231" y="730078"/>
                  <a:pt x="2149819" y="510330"/>
                  <a:pt x="2067979" y="389290"/>
                </a:cubicBezTo>
                <a:cubicBezTo>
                  <a:pt x="1986139" y="268250"/>
                  <a:pt x="1799028" y="154828"/>
                  <a:pt x="1684142" y="92318"/>
                </a:cubicBezTo>
                <a:cubicBezTo>
                  <a:pt x="1569256" y="29808"/>
                  <a:pt x="1483590" y="27896"/>
                  <a:pt x="1378665" y="14232"/>
                </a:cubicBezTo>
                <a:cubicBezTo>
                  <a:pt x="1273740" y="568"/>
                  <a:pt x="1141333" y="-7644"/>
                  <a:pt x="1054594" y="10335"/>
                </a:cubicBezTo>
                <a:cubicBezTo>
                  <a:pt x="967855" y="28314"/>
                  <a:pt x="902180" y="89002"/>
                  <a:pt x="858228" y="122105"/>
                </a:cubicBezTo>
                <a:cubicBezTo>
                  <a:pt x="814276" y="155209"/>
                  <a:pt x="854382" y="225889"/>
                  <a:pt x="790882" y="208956"/>
                </a:cubicBezTo>
                <a:cubicBezTo>
                  <a:pt x="727382" y="192023"/>
                  <a:pt x="955566" y="48308"/>
                  <a:pt x="860316" y="44075"/>
                </a:cubicBezTo>
                <a:cubicBezTo>
                  <a:pt x="765066" y="39842"/>
                  <a:pt x="349488" y="107393"/>
                  <a:pt x="206682" y="183556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C9728D-AF26-49C9-916B-8AE50F2189F1}"/>
              </a:ext>
            </a:extLst>
          </p:cNvPr>
          <p:cNvSpPr/>
          <p:nvPr/>
        </p:nvSpPr>
        <p:spPr>
          <a:xfrm>
            <a:off x="3465420" y="2160890"/>
            <a:ext cx="2392584" cy="1365785"/>
          </a:xfrm>
          <a:custGeom>
            <a:avLst/>
            <a:gdLst>
              <a:gd name="connsiteX0" fmla="*/ 1474 w 2507015"/>
              <a:gd name="connsiteY0" fmla="*/ 668875 h 1374210"/>
              <a:gd name="connsiteX1" fmla="*/ 230074 w 2507015"/>
              <a:gd name="connsiteY1" fmla="*/ 533409 h 1374210"/>
              <a:gd name="connsiteX2" fmla="*/ 221608 w 2507015"/>
              <a:gd name="connsiteY2" fmla="*/ 626542 h 1374210"/>
              <a:gd name="connsiteX3" fmla="*/ 390941 w 2507015"/>
              <a:gd name="connsiteY3" fmla="*/ 889009 h 1374210"/>
              <a:gd name="connsiteX4" fmla="*/ 517941 w 2507015"/>
              <a:gd name="connsiteY4" fmla="*/ 965209 h 1374210"/>
              <a:gd name="connsiteX5" fmla="*/ 763474 w 2507015"/>
              <a:gd name="connsiteY5" fmla="*/ 897475 h 1374210"/>
              <a:gd name="connsiteX6" fmla="*/ 1059808 w 2507015"/>
              <a:gd name="connsiteY6" fmla="*/ 778942 h 1374210"/>
              <a:gd name="connsiteX7" fmla="*/ 1263008 w 2507015"/>
              <a:gd name="connsiteY7" fmla="*/ 719675 h 1374210"/>
              <a:gd name="connsiteX8" fmla="*/ 1483141 w 2507015"/>
              <a:gd name="connsiteY8" fmla="*/ 677342 h 1374210"/>
              <a:gd name="connsiteX9" fmla="*/ 1779474 w 2507015"/>
              <a:gd name="connsiteY9" fmla="*/ 558809 h 1374210"/>
              <a:gd name="connsiteX10" fmla="*/ 2058874 w 2507015"/>
              <a:gd name="connsiteY10" fmla="*/ 194742 h 1374210"/>
              <a:gd name="connsiteX11" fmla="*/ 2465274 w 2507015"/>
              <a:gd name="connsiteY11" fmla="*/ 9 h 1374210"/>
              <a:gd name="connsiteX12" fmla="*/ 2473741 w 2507015"/>
              <a:gd name="connsiteY12" fmla="*/ 186275 h 1374210"/>
              <a:gd name="connsiteX13" fmla="*/ 2287474 w 2507015"/>
              <a:gd name="connsiteY13" fmla="*/ 211675 h 1374210"/>
              <a:gd name="connsiteX14" fmla="*/ 2008074 w 2507015"/>
              <a:gd name="connsiteY14" fmla="*/ 457209 h 1374210"/>
              <a:gd name="connsiteX15" fmla="*/ 1923408 w 2507015"/>
              <a:gd name="connsiteY15" fmla="*/ 711209 h 1374210"/>
              <a:gd name="connsiteX16" fmla="*/ 1550874 w 2507015"/>
              <a:gd name="connsiteY16" fmla="*/ 829742 h 1374210"/>
              <a:gd name="connsiteX17" fmla="*/ 1119074 w 2507015"/>
              <a:gd name="connsiteY17" fmla="*/ 931342 h 1374210"/>
              <a:gd name="connsiteX18" fmla="*/ 755008 w 2507015"/>
              <a:gd name="connsiteY18" fmla="*/ 1083742 h 1374210"/>
              <a:gd name="connsiteX19" fmla="*/ 594141 w 2507015"/>
              <a:gd name="connsiteY19" fmla="*/ 1109142 h 1374210"/>
              <a:gd name="connsiteX20" fmla="*/ 678808 w 2507015"/>
              <a:gd name="connsiteY20" fmla="*/ 1210742 h 1374210"/>
              <a:gd name="connsiteX21" fmla="*/ 822741 w 2507015"/>
              <a:gd name="connsiteY21" fmla="*/ 1227675 h 1374210"/>
              <a:gd name="connsiteX22" fmla="*/ 831208 w 2507015"/>
              <a:gd name="connsiteY22" fmla="*/ 1278475 h 1374210"/>
              <a:gd name="connsiteX23" fmla="*/ 831208 w 2507015"/>
              <a:gd name="connsiteY23" fmla="*/ 1371609 h 1374210"/>
              <a:gd name="connsiteX24" fmla="*/ 628008 w 2507015"/>
              <a:gd name="connsiteY24" fmla="*/ 1337742 h 1374210"/>
              <a:gd name="connsiteX25" fmla="*/ 484074 w 2507015"/>
              <a:gd name="connsiteY25" fmla="*/ 1227675 h 1374210"/>
              <a:gd name="connsiteX26" fmla="*/ 357074 w 2507015"/>
              <a:gd name="connsiteY26" fmla="*/ 1049875 h 1374210"/>
              <a:gd name="connsiteX27" fmla="*/ 1474 w 2507015"/>
              <a:gd name="connsiteY27" fmla="*/ 668875 h 1374210"/>
              <a:gd name="connsiteX0" fmla="*/ 221 w 2505762"/>
              <a:gd name="connsiteY0" fmla="*/ 668875 h 1374210"/>
              <a:gd name="connsiteX1" fmla="*/ 228821 w 2505762"/>
              <a:gd name="connsiteY1" fmla="*/ 533409 h 1374210"/>
              <a:gd name="connsiteX2" fmla="*/ 220355 w 2505762"/>
              <a:gd name="connsiteY2" fmla="*/ 626542 h 1374210"/>
              <a:gd name="connsiteX3" fmla="*/ 389688 w 2505762"/>
              <a:gd name="connsiteY3" fmla="*/ 889009 h 1374210"/>
              <a:gd name="connsiteX4" fmla="*/ 516688 w 2505762"/>
              <a:gd name="connsiteY4" fmla="*/ 965209 h 1374210"/>
              <a:gd name="connsiteX5" fmla="*/ 762221 w 2505762"/>
              <a:gd name="connsiteY5" fmla="*/ 897475 h 1374210"/>
              <a:gd name="connsiteX6" fmla="*/ 1058555 w 2505762"/>
              <a:gd name="connsiteY6" fmla="*/ 778942 h 1374210"/>
              <a:gd name="connsiteX7" fmla="*/ 1261755 w 2505762"/>
              <a:gd name="connsiteY7" fmla="*/ 719675 h 1374210"/>
              <a:gd name="connsiteX8" fmla="*/ 1481888 w 2505762"/>
              <a:gd name="connsiteY8" fmla="*/ 677342 h 1374210"/>
              <a:gd name="connsiteX9" fmla="*/ 1778221 w 2505762"/>
              <a:gd name="connsiteY9" fmla="*/ 558809 h 1374210"/>
              <a:gd name="connsiteX10" fmla="*/ 2057621 w 2505762"/>
              <a:gd name="connsiteY10" fmla="*/ 194742 h 1374210"/>
              <a:gd name="connsiteX11" fmla="*/ 2464021 w 2505762"/>
              <a:gd name="connsiteY11" fmla="*/ 9 h 1374210"/>
              <a:gd name="connsiteX12" fmla="*/ 2472488 w 2505762"/>
              <a:gd name="connsiteY12" fmla="*/ 186275 h 1374210"/>
              <a:gd name="connsiteX13" fmla="*/ 2286221 w 2505762"/>
              <a:gd name="connsiteY13" fmla="*/ 211675 h 1374210"/>
              <a:gd name="connsiteX14" fmla="*/ 2006821 w 2505762"/>
              <a:gd name="connsiteY14" fmla="*/ 457209 h 1374210"/>
              <a:gd name="connsiteX15" fmla="*/ 1922155 w 2505762"/>
              <a:gd name="connsiteY15" fmla="*/ 711209 h 1374210"/>
              <a:gd name="connsiteX16" fmla="*/ 1549621 w 2505762"/>
              <a:gd name="connsiteY16" fmla="*/ 829742 h 1374210"/>
              <a:gd name="connsiteX17" fmla="*/ 1117821 w 2505762"/>
              <a:gd name="connsiteY17" fmla="*/ 931342 h 1374210"/>
              <a:gd name="connsiteX18" fmla="*/ 753755 w 2505762"/>
              <a:gd name="connsiteY18" fmla="*/ 1083742 h 1374210"/>
              <a:gd name="connsiteX19" fmla="*/ 592888 w 2505762"/>
              <a:gd name="connsiteY19" fmla="*/ 1109142 h 1374210"/>
              <a:gd name="connsiteX20" fmla="*/ 677555 w 2505762"/>
              <a:gd name="connsiteY20" fmla="*/ 1210742 h 1374210"/>
              <a:gd name="connsiteX21" fmla="*/ 821488 w 2505762"/>
              <a:gd name="connsiteY21" fmla="*/ 1227675 h 1374210"/>
              <a:gd name="connsiteX22" fmla="*/ 829955 w 2505762"/>
              <a:gd name="connsiteY22" fmla="*/ 1278475 h 1374210"/>
              <a:gd name="connsiteX23" fmla="*/ 829955 w 2505762"/>
              <a:gd name="connsiteY23" fmla="*/ 1371609 h 1374210"/>
              <a:gd name="connsiteX24" fmla="*/ 626755 w 2505762"/>
              <a:gd name="connsiteY24" fmla="*/ 1337742 h 1374210"/>
              <a:gd name="connsiteX25" fmla="*/ 482821 w 2505762"/>
              <a:gd name="connsiteY25" fmla="*/ 1227675 h 1374210"/>
              <a:gd name="connsiteX26" fmla="*/ 275388 w 2505762"/>
              <a:gd name="connsiteY26" fmla="*/ 1075275 h 1374210"/>
              <a:gd name="connsiteX27" fmla="*/ 221 w 2505762"/>
              <a:gd name="connsiteY27" fmla="*/ 668875 h 1374210"/>
              <a:gd name="connsiteX0" fmla="*/ 1579 w 2507120"/>
              <a:gd name="connsiteY0" fmla="*/ 6688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668875 h 1374210"/>
              <a:gd name="connsiteX0" fmla="*/ 1579 w 2507120"/>
              <a:gd name="connsiteY0" fmla="*/ 7069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706975 h 1374210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95"/>
              <a:gd name="connsiteX1" fmla="*/ 166679 w 2507120"/>
              <a:gd name="connsiteY1" fmla="*/ 575743 h 1373695"/>
              <a:gd name="connsiteX2" fmla="*/ 221713 w 2507120"/>
              <a:gd name="connsiteY2" fmla="*/ 626542 h 1373695"/>
              <a:gd name="connsiteX3" fmla="*/ 391046 w 2507120"/>
              <a:gd name="connsiteY3" fmla="*/ 889009 h 1373695"/>
              <a:gd name="connsiteX4" fmla="*/ 518046 w 2507120"/>
              <a:gd name="connsiteY4" fmla="*/ 965209 h 1373695"/>
              <a:gd name="connsiteX5" fmla="*/ 763579 w 2507120"/>
              <a:gd name="connsiteY5" fmla="*/ 897475 h 1373695"/>
              <a:gd name="connsiteX6" fmla="*/ 1059913 w 2507120"/>
              <a:gd name="connsiteY6" fmla="*/ 778942 h 1373695"/>
              <a:gd name="connsiteX7" fmla="*/ 1263113 w 2507120"/>
              <a:gd name="connsiteY7" fmla="*/ 719675 h 1373695"/>
              <a:gd name="connsiteX8" fmla="*/ 1483246 w 2507120"/>
              <a:gd name="connsiteY8" fmla="*/ 677342 h 1373695"/>
              <a:gd name="connsiteX9" fmla="*/ 1779579 w 2507120"/>
              <a:gd name="connsiteY9" fmla="*/ 558809 h 1373695"/>
              <a:gd name="connsiteX10" fmla="*/ 2058979 w 2507120"/>
              <a:gd name="connsiteY10" fmla="*/ 194742 h 1373695"/>
              <a:gd name="connsiteX11" fmla="*/ 2465379 w 2507120"/>
              <a:gd name="connsiteY11" fmla="*/ 9 h 1373695"/>
              <a:gd name="connsiteX12" fmla="*/ 2473846 w 2507120"/>
              <a:gd name="connsiteY12" fmla="*/ 186275 h 1373695"/>
              <a:gd name="connsiteX13" fmla="*/ 2287579 w 2507120"/>
              <a:gd name="connsiteY13" fmla="*/ 211675 h 1373695"/>
              <a:gd name="connsiteX14" fmla="*/ 2008179 w 2507120"/>
              <a:gd name="connsiteY14" fmla="*/ 457209 h 1373695"/>
              <a:gd name="connsiteX15" fmla="*/ 1923513 w 2507120"/>
              <a:gd name="connsiteY15" fmla="*/ 711209 h 1373695"/>
              <a:gd name="connsiteX16" fmla="*/ 1550979 w 2507120"/>
              <a:gd name="connsiteY16" fmla="*/ 829742 h 1373695"/>
              <a:gd name="connsiteX17" fmla="*/ 1119179 w 2507120"/>
              <a:gd name="connsiteY17" fmla="*/ 931342 h 1373695"/>
              <a:gd name="connsiteX18" fmla="*/ 755113 w 2507120"/>
              <a:gd name="connsiteY18" fmla="*/ 1083742 h 1373695"/>
              <a:gd name="connsiteX19" fmla="*/ 594246 w 2507120"/>
              <a:gd name="connsiteY19" fmla="*/ 1109142 h 1373695"/>
              <a:gd name="connsiteX20" fmla="*/ 678913 w 2507120"/>
              <a:gd name="connsiteY20" fmla="*/ 1210742 h 1373695"/>
              <a:gd name="connsiteX21" fmla="*/ 822846 w 2507120"/>
              <a:gd name="connsiteY21" fmla="*/ 1227675 h 1373695"/>
              <a:gd name="connsiteX22" fmla="*/ 831313 w 2507120"/>
              <a:gd name="connsiteY22" fmla="*/ 1278475 h 1373695"/>
              <a:gd name="connsiteX23" fmla="*/ 831313 w 2507120"/>
              <a:gd name="connsiteY23" fmla="*/ 1371609 h 1373695"/>
              <a:gd name="connsiteX24" fmla="*/ 628113 w 2507120"/>
              <a:gd name="connsiteY24" fmla="*/ 1337742 h 1373695"/>
              <a:gd name="connsiteX25" fmla="*/ 496879 w 2507120"/>
              <a:gd name="connsiteY25" fmla="*/ 1274242 h 1373695"/>
              <a:gd name="connsiteX26" fmla="*/ 276746 w 2507120"/>
              <a:gd name="connsiteY26" fmla="*/ 1075275 h 1373695"/>
              <a:gd name="connsiteX27" fmla="*/ 1579 w 2507120"/>
              <a:gd name="connsiteY27" fmla="*/ 706975 h 1373695"/>
              <a:gd name="connsiteX0" fmla="*/ 1579 w 2507120"/>
              <a:gd name="connsiteY0" fmla="*/ 706975 h 1369690"/>
              <a:gd name="connsiteX1" fmla="*/ 166679 w 2507120"/>
              <a:gd name="connsiteY1" fmla="*/ 575743 h 1369690"/>
              <a:gd name="connsiteX2" fmla="*/ 221713 w 2507120"/>
              <a:gd name="connsiteY2" fmla="*/ 626542 h 1369690"/>
              <a:gd name="connsiteX3" fmla="*/ 391046 w 2507120"/>
              <a:gd name="connsiteY3" fmla="*/ 889009 h 1369690"/>
              <a:gd name="connsiteX4" fmla="*/ 518046 w 2507120"/>
              <a:gd name="connsiteY4" fmla="*/ 965209 h 1369690"/>
              <a:gd name="connsiteX5" fmla="*/ 763579 w 2507120"/>
              <a:gd name="connsiteY5" fmla="*/ 897475 h 1369690"/>
              <a:gd name="connsiteX6" fmla="*/ 1059913 w 2507120"/>
              <a:gd name="connsiteY6" fmla="*/ 778942 h 1369690"/>
              <a:gd name="connsiteX7" fmla="*/ 1263113 w 2507120"/>
              <a:gd name="connsiteY7" fmla="*/ 719675 h 1369690"/>
              <a:gd name="connsiteX8" fmla="*/ 1483246 w 2507120"/>
              <a:gd name="connsiteY8" fmla="*/ 677342 h 1369690"/>
              <a:gd name="connsiteX9" fmla="*/ 1779579 w 2507120"/>
              <a:gd name="connsiteY9" fmla="*/ 558809 h 1369690"/>
              <a:gd name="connsiteX10" fmla="*/ 2058979 w 2507120"/>
              <a:gd name="connsiteY10" fmla="*/ 194742 h 1369690"/>
              <a:gd name="connsiteX11" fmla="*/ 2465379 w 2507120"/>
              <a:gd name="connsiteY11" fmla="*/ 9 h 1369690"/>
              <a:gd name="connsiteX12" fmla="*/ 2473846 w 2507120"/>
              <a:gd name="connsiteY12" fmla="*/ 186275 h 1369690"/>
              <a:gd name="connsiteX13" fmla="*/ 2287579 w 2507120"/>
              <a:gd name="connsiteY13" fmla="*/ 211675 h 1369690"/>
              <a:gd name="connsiteX14" fmla="*/ 2008179 w 2507120"/>
              <a:gd name="connsiteY14" fmla="*/ 457209 h 1369690"/>
              <a:gd name="connsiteX15" fmla="*/ 1923513 w 2507120"/>
              <a:gd name="connsiteY15" fmla="*/ 711209 h 1369690"/>
              <a:gd name="connsiteX16" fmla="*/ 1550979 w 2507120"/>
              <a:gd name="connsiteY16" fmla="*/ 829742 h 1369690"/>
              <a:gd name="connsiteX17" fmla="*/ 1119179 w 2507120"/>
              <a:gd name="connsiteY17" fmla="*/ 931342 h 1369690"/>
              <a:gd name="connsiteX18" fmla="*/ 755113 w 2507120"/>
              <a:gd name="connsiteY18" fmla="*/ 1083742 h 1369690"/>
              <a:gd name="connsiteX19" fmla="*/ 594246 w 2507120"/>
              <a:gd name="connsiteY19" fmla="*/ 1109142 h 1369690"/>
              <a:gd name="connsiteX20" fmla="*/ 678913 w 2507120"/>
              <a:gd name="connsiteY20" fmla="*/ 1210742 h 1369690"/>
              <a:gd name="connsiteX21" fmla="*/ 822846 w 2507120"/>
              <a:gd name="connsiteY21" fmla="*/ 1227675 h 1369690"/>
              <a:gd name="connsiteX22" fmla="*/ 831313 w 2507120"/>
              <a:gd name="connsiteY22" fmla="*/ 1278475 h 1369690"/>
              <a:gd name="connsiteX23" fmla="*/ 1280046 w 2507120"/>
              <a:gd name="connsiteY23" fmla="*/ 1367376 h 1369690"/>
              <a:gd name="connsiteX24" fmla="*/ 628113 w 2507120"/>
              <a:gd name="connsiteY24" fmla="*/ 1337742 h 1369690"/>
              <a:gd name="connsiteX25" fmla="*/ 496879 w 2507120"/>
              <a:gd name="connsiteY25" fmla="*/ 1274242 h 1369690"/>
              <a:gd name="connsiteX26" fmla="*/ 276746 w 2507120"/>
              <a:gd name="connsiteY26" fmla="*/ 1075275 h 1369690"/>
              <a:gd name="connsiteX27" fmla="*/ 1579 w 2507120"/>
              <a:gd name="connsiteY27" fmla="*/ 706975 h 1369690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831313 w 2507120"/>
              <a:gd name="connsiteY22" fmla="*/ 1278475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1241947 w 2507120"/>
              <a:gd name="connsiteY22" fmla="*/ 1236142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72873"/>
              <a:gd name="connsiteX1" fmla="*/ 166679 w 2507120"/>
              <a:gd name="connsiteY1" fmla="*/ 575743 h 1372873"/>
              <a:gd name="connsiteX2" fmla="*/ 221713 w 2507120"/>
              <a:gd name="connsiteY2" fmla="*/ 626542 h 1372873"/>
              <a:gd name="connsiteX3" fmla="*/ 391046 w 2507120"/>
              <a:gd name="connsiteY3" fmla="*/ 889009 h 1372873"/>
              <a:gd name="connsiteX4" fmla="*/ 518046 w 2507120"/>
              <a:gd name="connsiteY4" fmla="*/ 965209 h 1372873"/>
              <a:gd name="connsiteX5" fmla="*/ 763579 w 2507120"/>
              <a:gd name="connsiteY5" fmla="*/ 897475 h 1372873"/>
              <a:gd name="connsiteX6" fmla="*/ 1059913 w 2507120"/>
              <a:gd name="connsiteY6" fmla="*/ 778942 h 1372873"/>
              <a:gd name="connsiteX7" fmla="*/ 1263113 w 2507120"/>
              <a:gd name="connsiteY7" fmla="*/ 719675 h 1372873"/>
              <a:gd name="connsiteX8" fmla="*/ 1483246 w 2507120"/>
              <a:gd name="connsiteY8" fmla="*/ 677342 h 1372873"/>
              <a:gd name="connsiteX9" fmla="*/ 1779579 w 2507120"/>
              <a:gd name="connsiteY9" fmla="*/ 558809 h 1372873"/>
              <a:gd name="connsiteX10" fmla="*/ 2058979 w 2507120"/>
              <a:gd name="connsiteY10" fmla="*/ 194742 h 1372873"/>
              <a:gd name="connsiteX11" fmla="*/ 2465379 w 2507120"/>
              <a:gd name="connsiteY11" fmla="*/ 9 h 1372873"/>
              <a:gd name="connsiteX12" fmla="*/ 2473846 w 2507120"/>
              <a:gd name="connsiteY12" fmla="*/ 186275 h 1372873"/>
              <a:gd name="connsiteX13" fmla="*/ 2287579 w 2507120"/>
              <a:gd name="connsiteY13" fmla="*/ 211675 h 1372873"/>
              <a:gd name="connsiteX14" fmla="*/ 2008179 w 2507120"/>
              <a:gd name="connsiteY14" fmla="*/ 457209 h 1372873"/>
              <a:gd name="connsiteX15" fmla="*/ 1923513 w 2507120"/>
              <a:gd name="connsiteY15" fmla="*/ 711209 h 1372873"/>
              <a:gd name="connsiteX16" fmla="*/ 1550979 w 2507120"/>
              <a:gd name="connsiteY16" fmla="*/ 829742 h 1372873"/>
              <a:gd name="connsiteX17" fmla="*/ 1119179 w 2507120"/>
              <a:gd name="connsiteY17" fmla="*/ 931342 h 1372873"/>
              <a:gd name="connsiteX18" fmla="*/ 755113 w 2507120"/>
              <a:gd name="connsiteY18" fmla="*/ 1083742 h 1372873"/>
              <a:gd name="connsiteX19" fmla="*/ 594246 w 2507120"/>
              <a:gd name="connsiteY19" fmla="*/ 1109142 h 1372873"/>
              <a:gd name="connsiteX20" fmla="*/ 678913 w 2507120"/>
              <a:gd name="connsiteY20" fmla="*/ 1210742 h 1372873"/>
              <a:gd name="connsiteX21" fmla="*/ 822846 w 2507120"/>
              <a:gd name="connsiteY21" fmla="*/ 1227675 h 1372873"/>
              <a:gd name="connsiteX22" fmla="*/ 1241947 w 2507120"/>
              <a:gd name="connsiteY22" fmla="*/ 1236142 h 1372873"/>
              <a:gd name="connsiteX23" fmla="*/ 1250412 w 2507120"/>
              <a:gd name="connsiteY23" fmla="*/ 1282710 h 1372873"/>
              <a:gd name="connsiteX24" fmla="*/ 1280046 w 2507120"/>
              <a:gd name="connsiteY24" fmla="*/ 1367376 h 1372873"/>
              <a:gd name="connsiteX25" fmla="*/ 678913 w 2507120"/>
              <a:gd name="connsiteY25" fmla="*/ 1354675 h 1372873"/>
              <a:gd name="connsiteX26" fmla="*/ 496879 w 2507120"/>
              <a:gd name="connsiteY26" fmla="*/ 1274242 h 1372873"/>
              <a:gd name="connsiteX27" fmla="*/ 276746 w 2507120"/>
              <a:gd name="connsiteY27" fmla="*/ 1075275 h 1372873"/>
              <a:gd name="connsiteX28" fmla="*/ 1579 w 2507120"/>
              <a:gd name="connsiteY28" fmla="*/ 706975 h 1372873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6789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7297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88170"/>
              <a:gd name="connsiteX1" fmla="*/ 166679 w 2507120"/>
              <a:gd name="connsiteY1" fmla="*/ 575743 h 1388170"/>
              <a:gd name="connsiteX2" fmla="*/ 221713 w 2507120"/>
              <a:gd name="connsiteY2" fmla="*/ 626542 h 1388170"/>
              <a:gd name="connsiteX3" fmla="*/ 391046 w 2507120"/>
              <a:gd name="connsiteY3" fmla="*/ 889009 h 1388170"/>
              <a:gd name="connsiteX4" fmla="*/ 518046 w 2507120"/>
              <a:gd name="connsiteY4" fmla="*/ 965209 h 1388170"/>
              <a:gd name="connsiteX5" fmla="*/ 763579 w 2507120"/>
              <a:gd name="connsiteY5" fmla="*/ 897475 h 1388170"/>
              <a:gd name="connsiteX6" fmla="*/ 1059913 w 2507120"/>
              <a:gd name="connsiteY6" fmla="*/ 778942 h 1388170"/>
              <a:gd name="connsiteX7" fmla="*/ 1263113 w 2507120"/>
              <a:gd name="connsiteY7" fmla="*/ 719675 h 1388170"/>
              <a:gd name="connsiteX8" fmla="*/ 1483246 w 2507120"/>
              <a:gd name="connsiteY8" fmla="*/ 677342 h 1388170"/>
              <a:gd name="connsiteX9" fmla="*/ 1779579 w 2507120"/>
              <a:gd name="connsiteY9" fmla="*/ 558809 h 1388170"/>
              <a:gd name="connsiteX10" fmla="*/ 2058979 w 2507120"/>
              <a:gd name="connsiteY10" fmla="*/ 194742 h 1388170"/>
              <a:gd name="connsiteX11" fmla="*/ 2465379 w 2507120"/>
              <a:gd name="connsiteY11" fmla="*/ 9 h 1388170"/>
              <a:gd name="connsiteX12" fmla="*/ 2473846 w 2507120"/>
              <a:gd name="connsiteY12" fmla="*/ 186275 h 1388170"/>
              <a:gd name="connsiteX13" fmla="*/ 2287579 w 2507120"/>
              <a:gd name="connsiteY13" fmla="*/ 211675 h 1388170"/>
              <a:gd name="connsiteX14" fmla="*/ 2008179 w 2507120"/>
              <a:gd name="connsiteY14" fmla="*/ 457209 h 1388170"/>
              <a:gd name="connsiteX15" fmla="*/ 1923513 w 2507120"/>
              <a:gd name="connsiteY15" fmla="*/ 711209 h 1388170"/>
              <a:gd name="connsiteX16" fmla="*/ 1550979 w 2507120"/>
              <a:gd name="connsiteY16" fmla="*/ 829742 h 1388170"/>
              <a:gd name="connsiteX17" fmla="*/ 1119179 w 2507120"/>
              <a:gd name="connsiteY17" fmla="*/ 931342 h 1388170"/>
              <a:gd name="connsiteX18" fmla="*/ 755113 w 2507120"/>
              <a:gd name="connsiteY18" fmla="*/ 1083742 h 1388170"/>
              <a:gd name="connsiteX19" fmla="*/ 594246 w 2507120"/>
              <a:gd name="connsiteY19" fmla="*/ 1109142 h 1388170"/>
              <a:gd name="connsiteX20" fmla="*/ 678913 w 2507120"/>
              <a:gd name="connsiteY20" fmla="*/ 1210742 h 1388170"/>
              <a:gd name="connsiteX21" fmla="*/ 822846 w 2507120"/>
              <a:gd name="connsiteY21" fmla="*/ 1227675 h 1388170"/>
              <a:gd name="connsiteX22" fmla="*/ 1241947 w 2507120"/>
              <a:gd name="connsiteY22" fmla="*/ 1236142 h 1388170"/>
              <a:gd name="connsiteX23" fmla="*/ 1250412 w 2507120"/>
              <a:gd name="connsiteY23" fmla="*/ 1282710 h 1388170"/>
              <a:gd name="connsiteX24" fmla="*/ 1165746 w 2507120"/>
              <a:gd name="connsiteY24" fmla="*/ 1384309 h 1388170"/>
              <a:gd name="connsiteX25" fmla="*/ 729713 w 2507120"/>
              <a:gd name="connsiteY25" fmla="*/ 1354675 h 1388170"/>
              <a:gd name="connsiteX26" fmla="*/ 475712 w 2507120"/>
              <a:gd name="connsiteY26" fmla="*/ 1240376 h 1388170"/>
              <a:gd name="connsiteX27" fmla="*/ 276746 w 2507120"/>
              <a:gd name="connsiteY27" fmla="*/ 1075275 h 1388170"/>
              <a:gd name="connsiteX28" fmla="*/ 1579 w 2507120"/>
              <a:gd name="connsiteY28" fmla="*/ 706975 h 1388170"/>
              <a:gd name="connsiteX0" fmla="*/ 1579 w 2507120"/>
              <a:gd name="connsiteY0" fmla="*/ 706975 h 1368699"/>
              <a:gd name="connsiteX1" fmla="*/ 166679 w 2507120"/>
              <a:gd name="connsiteY1" fmla="*/ 575743 h 1368699"/>
              <a:gd name="connsiteX2" fmla="*/ 221713 w 2507120"/>
              <a:gd name="connsiteY2" fmla="*/ 626542 h 1368699"/>
              <a:gd name="connsiteX3" fmla="*/ 391046 w 2507120"/>
              <a:gd name="connsiteY3" fmla="*/ 889009 h 1368699"/>
              <a:gd name="connsiteX4" fmla="*/ 518046 w 2507120"/>
              <a:gd name="connsiteY4" fmla="*/ 965209 h 1368699"/>
              <a:gd name="connsiteX5" fmla="*/ 763579 w 2507120"/>
              <a:gd name="connsiteY5" fmla="*/ 897475 h 1368699"/>
              <a:gd name="connsiteX6" fmla="*/ 1059913 w 2507120"/>
              <a:gd name="connsiteY6" fmla="*/ 778942 h 1368699"/>
              <a:gd name="connsiteX7" fmla="*/ 1263113 w 2507120"/>
              <a:gd name="connsiteY7" fmla="*/ 719675 h 1368699"/>
              <a:gd name="connsiteX8" fmla="*/ 1483246 w 2507120"/>
              <a:gd name="connsiteY8" fmla="*/ 677342 h 1368699"/>
              <a:gd name="connsiteX9" fmla="*/ 1779579 w 2507120"/>
              <a:gd name="connsiteY9" fmla="*/ 558809 h 1368699"/>
              <a:gd name="connsiteX10" fmla="*/ 2058979 w 2507120"/>
              <a:gd name="connsiteY10" fmla="*/ 194742 h 1368699"/>
              <a:gd name="connsiteX11" fmla="*/ 2465379 w 2507120"/>
              <a:gd name="connsiteY11" fmla="*/ 9 h 1368699"/>
              <a:gd name="connsiteX12" fmla="*/ 2473846 w 2507120"/>
              <a:gd name="connsiteY12" fmla="*/ 186275 h 1368699"/>
              <a:gd name="connsiteX13" fmla="*/ 2287579 w 2507120"/>
              <a:gd name="connsiteY13" fmla="*/ 211675 h 1368699"/>
              <a:gd name="connsiteX14" fmla="*/ 2008179 w 2507120"/>
              <a:gd name="connsiteY14" fmla="*/ 457209 h 1368699"/>
              <a:gd name="connsiteX15" fmla="*/ 1923513 w 2507120"/>
              <a:gd name="connsiteY15" fmla="*/ 711209 h 1368699"/>
              <a:gd name="connsiteX16" fmla="*/ 1550979 w 2507120"/>
              <a:gd name="connsiteY16" fmla="*/ 829742 h 1368699"/>
              <a:gd name="connsiteX17" fmla="*/ 1119179 w 2507120"/>
              <a:gd name="connsiteY17" fmla="*/ 931342 h 1368699"/>
              <a:gd name="connsiteX18" fmla="*/ 755113 w 2507120"/>
              <a:gd name="connsiteY18" fmla="*/ 1083742 h 1368699"/>
              <a:gd name="connsiteX19" fmla="*/ 594246 w 2507120"/>
              <a:gd name="connsiteY19" fmla="*/ 1109142 h 1368699"/>
              <a:gd name="connsiteX20" fmla="*/ 678913 w 2507120"/>
              <a:gd name="connsiteY20" fmla="*/ 1210742 h 1368699"/>
              <a:gd name="connsiteX21" fmla="*/ 822846 w 2507120"/>
              <a:gd name="connsiteY21" fmla="*/ 1227675 h 1368699"/>
              <a:gd name="connsiteX22" fmla="*/ 1241947 w 2507120"/>
              <a:gd name="connsiteY22" fmla="*/ 1236142 h 1368699"/>
              <a:gd name="connsiteX23" fmla="*/ 1250412 w 2507120"/>
              <a:gd name="connsiteY23" fmla="*/ 1282710 h 1368699"/>
              <a:gd name="connsiteX24" fmla="*/ 1174213 w 2507120"/>
              <a:gd name="connsiteY24" fmla="*/ 1358909 h 1368699"/>
              <a:gd name="connsiteX25" fmla="*/ 729713 w 2507120"/>
              <a:gd name="connsiteY25" fmla="*/ 1354675 h 1368699"/>
              <a:gd name="connsiteX26" fmla="*/ 475712 w 2507120"/>
              <a:gd name="connsiteY26" fmla="*/ 1240376 h 1368699"/>
              <a:gd name="connsiteX27" fmla="*/ 276746 w 2507120"/>
              <a:gd name="connsiteY27" fmla="*/ 1075275 h 1368699"/>
              <a:gd name="connsiteX28" fmla="*/ 1579 w 2507120"/>
              <a:gd name="connsiteY28" fmla="*/ 706975 h 1368699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1241947 w 2507120"/>
              <a:gd name="connsiteY22" fmla="*/ 1236142 h 1368170"/>
              <a:gd name="connsiteX23" fmla="*/ 1212312 w 2507120"/>
              <a:gd name="connsiteY23" fmla="*/ 1291177 h 1368170"/>
              <a:gd name="connsiteX24" fmla="*/ 1174213 w 2507120"/>
              <a:gd name="connsiteY24" fmla="*/ 1358909 h 1368170"/>
              <a:gd name="connsiteX25" fmla="*/ 729713 w 2507120"/>
              <a:gd name="connsiteY25" fmla="*/ 1354675 h 1368170"/>
              <a:gd name="connsiteX26" fmla="*/ 475712 w 2507120"/>
              <a:gd name="connsiteY26" fmla="*/ 1240376 h 1368170"/>
              <a:gd name="connsiteX27" fmla="*/ 276746 w 2507120"/>
              <a:gd name="connsiteY27" fmla="*/ 1075275 h 1368170"/>
              <a:gd name="connsiteX28" fmla="*/ 1579 w 2507120"/>
              <a:gd name="connsiteY28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36142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70008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7400"/>
              <a:gd name="connsiteX1" fmla="*/ 166679 w 2507120"/>
              <a:gd name="connsiteY1" fmla="*/ 575743 h 1367400"/>
              <a:gd name="connsiteX2" fmla="*/ 221713 w 2507120"/>
              <a:gd name="connsiteY2" fmla="*/ 626542 h 1367400"/>
              <a:gd name="connsiteX3" fmla="*/ 391046 w 2507120"/>
              <a:gd name="connsiteY3" fmla="*/ 889009 h 1367400"/>
              <a:gd name="connsiteX4" fmla="*/ 518046 w 2507120"/>
              <a:gd name="connsiteY4" fmla="*/ 965209 h 1367400"/>
              <a:gd name="connsiteX5" fmla="*/ 763579 w 2507120"/>
              <a:gd name="connsiteY5" fmla="*/ 897475 h 1367400"/>
              <a:gd name="connsiteX6" fmla="*/ 1059913 w 2507120"/>
              <a:gd name="connsiteY6" fmla="*/ 778942 h 1367400"/>
              <a:gd name="connsiteX7" fmla="*/ 1263113 w 2507120"/>
              <a:gd name="connsiteY7" fmla="*/ 719675 h 1367400"/>
              <a:gd name="connsiteX8" fmla="*/ 1483246 w 2507120"/>
              <a:gd name="connsiteY8" fmla="*/ 677342 h 1367400"/>
              <a:gd name="connsiteX9" fmla="*/ 1779579 w 2507120"/>
              <a:gd name="connsiteY9" fmla="*/ 558809 h 1367400"/>
              <a:gd name="connsiteX10" fmla="*/ 2058979 w 2507120"/>
              <a:gd name="connsiteY10" fmla="*/ 194742 h 1367400"/>
              <a:gd name="connsiteX11" fmla="*/ 2465379 w 2507120"/>
              <a:gd name="connsiteY11" fmla="*/ 9 h 1367400"/>
              <a:gd name="connsiteX12" fmla="*/ 2473846 w 2507120"/>
              <a:gd name="connsiteY12" fmla="*/ 186275 h 1367400"/>
              <a:gd name="connsiteX13" fmla="*/ 2287579 w 2507120"/>
              <a:gd name="connsiteY13" fmla="*/ 211675 h 1367400"/>
              <a:gd name="connsiteX14" fmla="*/ 2008179 w 2507120"/>
              <a:gd name="connsiteY14" fmla="*/ 457209 h 1367400"/>
              <a:gd name="connsiteX15" fmla="*/ 1923513 w 2507120"/>
              <a:gd name="connsiteY15" fmla="*/ 711209 h 1367400"/>
              <a:gd name="connsiteX16" fmla="*/ 1550979 w 2507120"/>
              <a:gd name="connsiteY16" fmla="*/ 829742 h 1367400"/>
              <a:gd name="connsiteX17" fmla="*/ 1119179 w 2507120"/>
              <a:gd name="connsiteY17" fmla="*/ 931342 h 1367400"/>
              <a:gd name="connsiteX18" fmla="*/ 755113 w 2507120"/>
              <a:gd name="connsiteY18" fmla="*/ 1083742 h 1367400"/>
              <a:gd name="connsiteX19" fmla="*/ 594246 w 2507120"/>
              <a:gd name="connsiteY19" fmla="*/ 1109142 h 1367400"/>
              <a:gd name="connsiteX20" fmla="*/ 678913 w 2507120"/>
              <a:gd name="connsiteY20" fmla="*/ 1210742 h 1367400"/>
              <a:gd name="connsiteX21" fmla="*/ 822846 w 2507120"/>
              <a:gd name="connsiteY21" fmla="*/ 1227675 h 1367400"/>
              <a:gd name="connsiteX22" fmla="*/ 899045 w 2507120"/>
              <a:gd name="connsiteY22" fmla="*/ 1261544 h 1367400"/>
              <a:gd name="connsiteX23" fmla="*/ 1241947 w 2507120"/>
              <a:gd name="connsiteY23" fmla="*/ 1270008 h 1367400"/>
              <a:gd name="connsiteX24" fmla="*/ 1216545 w 2507120"/>
              <a:gd name="connsiteY24" fmla="*/ 1303877 h 1367400"/>
              <a:gd name="connsiteX25" fmla="*/ 1174213 w 2507120"/>
              <a:gd name="connsiteY25" fmla="*/ 1358909 h 1367400"/>
              <a:gd name="connsiteX26" fmla="*/ 729713 w 2507120"/>
              <a:gd name="connsiteY26" fmla="*/ 1354675 h 1367400"/>
              <a:gd name="connsiteX27" fmla="*/ 475712 w 2507120"/>
              <a:gd name="connsiteY27" fmla="*/ 1240376 h 1367400"/>
              <a:gd name="connsiteX28" fmla="*/ 276746 w 2507120"/>
              <a:gd name="connsiteY28" fmla="*/ 1075275 h 1367400"/>
              <a:gd name="connsiteX29" fmla="*/ 1579 w 2507120"/>
              <a:gd name="connsiteY29" fmla="*/ 706975 h 1367400"/>
              <a:gd name="connsiteX0" fmla="*/ 1579 w 2507120"/>
              <a:gd name="connsiteY0" fmla="*/ 706975 h 1369513"/>
              <a:gd name="connsiteX1" fmla="*/ 166679 w 2507120"/>
              <a:gd name="connsiteY1" fmla="*/ 575743 h 1369513"/>
              <a:gd name="connsiteX2" fmla="*/ 221713 w 2507120"/>
              <a:gd name="connsiteY2" fmla="*/ 626542 h 1369513"/>
              <a:gd name="connsiteX3" fmla="*/ 391046 w 2507120"/>
              <a:gd name="connsiteY3" fmla="*/ 889009 h 1369513"/>
              <a:gd name="connsiteX4" fmla="*/ 518046 w 2507120"/>
              <a:gd name="connsiteY4" fmla="*/ 965209 h 1369513"/>
              <a:gd name="connsiteX5" fmla="*/ 763579 w 2507120"/>
              <a:gd name="connsiteY5" fmla="*/ 897475 h 1369513"/>
              <a:gd name="connsiteX6" fmla="*/ 1059913 w 2507120"/>
              <a:gd name="connsiteY6" fmla="*/ 778942 h 1369513"/>
              <a:gd name="connsiteX7" fmla="*/ 1263113 w 2507120"/>
              <a:gd name="connsiteY7" fmla="*/ 719675 h 1369513"/>
              <a:gd name="connsiteX8" fmla="*/ 1483246 w 2507120"/>
              <a:gd name="connsiteY8" fmla="*/ 677342 h 1369513"/>
              <a:gd name="connsiteX9" fmla="*/ 1779579 w 2507120"/>
              <a:gd name="connsiteY9" fmla="*/ 558809 h 1369513"/>
              <a:gd name="connsiteX10" fmla="*/ 2058979 w 2507120"/>
              <a:gd name="connsiteY10" fmla="*/ 194742 h 1369513"/>
              <a:gd name="connsiteX11" fmla="*/ 2465379 w 2507120"/>
              <a:gd name="connsiteY11" fmla="*/ 9 h 1369513"/>
              <a:gd name="connsiteX12" fmla="*/ 2473846 w 2507120"/>
              <a:gd name="connsiteY12" fmla="*/ 186275 h 1369513"/>
              <a:gd name="connsiteX13" fmla="*/ 2287579 w 2507120"/>
              <a:gd name="connsiteY13" fmla="*/ 211675 h 1369513"/>
              <a:gd name="connsiteX14" fmla="*/ 2008179 w 2507120"/>
              <a:gd name="connsiteY14" fmla="*/ 457209 h 1369513"/>
              <a:gd name="connsiteX15" fmla="*/ 1923513 w 2507120"/>
              <a:gd name="connsiteY15" fmla="*/ 711209 h 1369513"/>
              <a:gd name="connsiteX16" fmla="*/ 1550979 w 2507120"/>
              <a:gd name="connsiteY16" fmla="*/ 829742 h 1369513"/>
              <a:gd name="connsiteX17" fmla="*/ 1119179 w 2507120"/>
              <a:gd name="connsiteY17" fmla="*/ 931342 h 1369513"/>
              <a:gd name="connsiteX18" fmla="*/ 755113 w 2507120"/>
              <a:gd name="connsiteY18" fmla="*/ 1083742 h 1369513"/>
              <a:gd name="connsiteX19" fmla="*/ 594246 w 2507120"/>
              <a:gd name="connsiteY19" fmla="*/ 1109142 h 1369513"/>
              <a:gd name="connsiteX20" fmla="*/ 678913 w 2507120"/>
              <a:gd name="connsiteY20" fmla="*/ 1210742 h 1369513"/>
              <a:gd name="connsiteX21" fmla="*/ 822846 w 2507120"/>
              <a:gd name="connsiteY21" fmla="*/ 1227675 h 1369513"/>
              <a:gd name="connsiteX22" fmla="*/ 899045 w 2507120"/>
              <a:gd name="connsiteY22" fmla="*/ 1261544 h 1369513"/>
              <a:gd name="connsiteX23" fmla="*/ 1241947 w 2507120"/>
              <a:gd name="connsiteY23" fmla="*/ 1270008 h 1369513"/>
              <a:gd name="connsiteX24" fmla="*/ 1174213 w 2507120"/>
              <a:gd name="connsiteY24" fmla="*/ 1358909 h 1369513"/>
              <a:gd name="connsiteX25" fmla="*/ 729713 w 2507120"/>
              <a:gd name="connsiteY25" fmla="*/ 1354675 h 1369513"/>
              <a:gd name="connsiteX26" fmla="*/ 475712 w 2507120"/>
              <a:gd name="connsiteY26" fmla="*/ 1240376 h 1369513"/>
              <a:gd name="connsiteX27" fmla="*/ 276746 w 2507120"/>
              <a:gd name="connsiteY27" fmla="*/ 1075275 h 1369513"/>
              <a:gd name="connsiteX28" fmla="*/ 1579 w 2507120"/>
              <a:gd name="connsiteY28" fmla="*/ 706975 h 1369513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22846 w 2507120"/>
              <a:gd name="connsiteY21" fmla="*/ 12276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59346 w 2507120"/>
              <a:gd name="connsiteY18" fmla="*/ 1020241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499662"/>
              <a:gd name="connsiteY0" fmla="*/ 707701 h 1370794"/>
              <a:gd name="connsiteX1" fmla="*/ 166679 w 2499662"/>
              <a:gd name="connsiteY1" fmla="*/ 576469 h 1370794"/>
              <a:gd name="connsiteX2" fmla="*/ 221713 w 2499662"/>
              <a:gd name="connsiteY2" fmla="*/ 627268 h 1370794"/>
              <a:gd name="connsiteX3" fmla="*/ 391046 w 2499662"/>
              <a:gd name="connsiteY3" fmla="*/ 889735 h 1370794"/>
              <a:gd name="connsiteX4" fmla="*/ 518046 w 2499662"/>
              <a:gd name="connsiteY4" fmla="*/ 965935 h 1370794"/>
              <a:gd name="connsiteX5" fmla="*/ 763579 w 2499662"/>
              <a:gd name="connsiteY5" fmla="*/ 898201 h 1370794"/>
              <a:gd name="connsiteX6" fmla="*/ 1059913 w 2499662"/>
              <a:gd name="connsiteY6" fmla="*/ 779668 h 1370794"/>
              <a:gd name="connsiteX7" fmla="*/ 1263113 w 2499662"/>
              <a:gd name="connsiteY7" fmla="*/ 720401 h 1370794"/>
              <a:gd name="connsiteX8" fmla="*/ 1567913 w 2499662"/>
              <a:gd name="connsiteY8" fmla="*/ 669601 h 1370794"/>
              <a:gd name="connsiteX9" fmla="*/ 1779579 w 2499662"/>
              <a:gd name="connsiteY9" fmla="*/ 559535 h 1370794"/>
              <a:gd name="connsiteX10" fmla="*/ 2058979 w 2499662"/>
              <a:gd name="connsiteY10" fmla="*/ 195468 h 1370794"/>
              <a:gd name="connsiteX11" fmla="*/ 2465379 w 2499662"/>
              <a:gd name="connsiteY11" fmla="*/ 735 h 1370794"/>
              <a:gd name="connsiteX12" fmla="*/ 2456913 w 2499662"/>
              <a:gd name="connsiteY12" fmla="*/ 131968 h 1370794"/>
              <a:gd name="connsiteX13" fmla="*/ 2287579 w 2499662"/>
              <a:gd name="connsiteY13" fmla="*/ 212401 h 1370794"/>
              <a:gd name="connsiteX14" fmla="*/ 2008179 w 2499662"/>
              <a:gd name="connsiteY14" fmla="*/ 457935 h 1370794"/>
              <a:gd name="connsiteX15" fmla="*/ 1864247 w 2499662"/>
              <a:gd name="connsiteY15" fmla="*/ 669601 h 1370794"/>
              <a:gd name="connsiteX16" fmla="*/ 1495945 w 2499662"/>
              <a:gd name="connsiteY16" fmla="*/ 805069 h 1370794"/>
              <a:gd name="connsiteX17" fmla="*/ 1110712 w 2499662"/>
              <a:gd name="connsiteY17" fmla="*/ 872801 h 1370794"/>
              <a:gd name="connsiteX18" fmla="*/ 759346 w 2499662"/>
              <a:gd name="connsiteY18" fmla="*/ 1020967 h 1370794"/>
              <a:gd name="connsiteX19" fmla="*/ 518046 w 2499662"/>
              <a:gd name="connsiteY19" fmla="*/ 1088701 h 1370794"/>
              <a:gd name="connsiteX20" fmla="*/ 674679 w 2499662"/>
              <a:gd name="connsiteY20" fmla="*/ 1211468 h 1370794"/>
              <a:gd name="connsiteX21" fmla="*/ 805912 w 2499662"/>
              <a:gd name="connsiteY21" fmla="*/ 1253801 h 1370794"/>
              <a:gd name="connsiteX22" fmla="*/ 899045 w 2499662"/>
              <a:gd name="connsiteY22" fmla="*/ 1262270 h 1370794"/>
              <a:gd name="connsiteX23" fmla="*/ 1199614 w 2499662"/>
              <a:gd name="connsiteY23" fmla="*/ 1262268 h 1370794"/>
              <a:gd name="connsiteX24" fmla="*/ 1174213 w 2499662"/>
              <a:gd name="connsiteY24" fmla="*/ 1359635 h 1370794"/>
              <a:gd name="connsiteX25" fmla="*/ 729713 w 2499662"/>
              <a:gd name="connsiteY25" fmla="*/ 1355401 h 1370794"/>
              <a:gd name="connsiteX26" fmla="*/ 475712 w 2499662"/>
              <a:gd name="connsiteY26" fmla="*/ 1241102 h 1370794"/>
              <a:gd name="connsiteX27" fmla="*/ 276746 w 2499662"/>
              <a:gd name="connsiteY27" fmla="*/ 1076001 h 1370794"/>
              <a:gd name="connsiteX28" fmla="*/ 1579 w 2499662"/>
              <a:gd name="connsiteY28" fmla="*/ 707701 h 1370794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57894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390160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495828"/>
              <a:gd name="connsiteY0" fmla="*/ 707052 h 1370145"/>
              <a:gd name="connsiteX1" fmla="*/ 166679 w 2495828"/>
              <a:gd name="connsiteY1" fmla="*/ 575820 h 1370145"/>
              <a:gd name="connsiteX2" fmla="*/ 221713 w 2495828"/>
              <a:gd name="connsiteY2" fmla="*/ 626619 h 1370145"/>
              <a:gd name="connsiteX3" fmla="*/ 391046 w 2495828"/>
              <a:gd name="connsiteY3" fmla="*/ 889086 h 1370145"/>
              <a:gd name="connsiteX4" fmla="*/ 518046 w 2495828"/>
              <a:gd name="connsiteY4" fmla="*/ 965286 h 1370145"/>
              <a:gd name="connsiteX5" fmla="*/ 763579 w 2495828"/>
              <a:gd name="connsiteY5" fmla="*/ 897552 h 1370145"/>
              <a:gd name="connsiteX6" fmla="*/ 1059913 w 2495828"/>
              <a:gd name="connsiteY6" fmla="*/ 779019 h 1370145"/>
              <a:gd name="connsiteX7" fmla="*/ 1263113 w 2495828"/>
              <a:gd name="connsiteY7" fmla="*/ 719752 h 1370145"/>
              <a:gd name="connsiteX8" fmla="*/ 1567913 w 2495828"/>
              <a:gd name="connsiteY8" fmla="*/ 668952 h 1370145"/>
              <a:gd name="connsiteX9" fmla="*/ 1779579 w 2495828"/>
              <a:gd name="connsiteY9" fmla="*/ 558886 h 1370145"/>
              <a:gd name="connsiteX10" fmla="*/ 2130946 w 2495828"/>
              <a:gd name="connsiteY10" fmla="*/ 152486 h 1370145"/>
              <a:gd name="connsiteX11" fmla="*/ 2465379 w 2495828"/>
              <a:gd name="connsiteY11" fmla="*/ 86 h 1370145"/>
              <a:gd name="connsiteX12" fmla="*/ 2456913 w 2495828"/>
              <a:gd name="connsiteY12" fmla="*/ 131319 h 1370145"/>
              <a:gd name="connsiteX13" fmla="*/ 2257945 w 2495828"/>
              <a:gd name="connsiteY13" fmla="*/ 169418 h 1370145"/>
              <a:gd name="connsiteX14" fmla="*/ 2008179 w 2495828"/>
              <a:gd name="connsiteY14" fmla="*/ 389552 h 1370145"/>
              <a:gd name="connsiteX15" fmla="*/ 1864247 w 2495828"/>
              <a:gd name="connsiteY15" fmla="*/ 652019 h 1370145"/>
              <a:gd name="connsiteX16" fmla="*/ 1495945 w 2495828"/>
              <a:gd name="connsiteY16" fmla="*/ 804420 h 1370145"/>
              <a:gd name="connsiteX17" fmla="*/ 1110712 w 2495828"/>
              <a:gd name="connsiteY17" fmla="*/ 872152 h 1370145"/>
              <a:gd name="connsiteX18" fmla="*/ 759346 w 2495828"/>
              <a:gd name="connsiteY18" fmla="*/ 1020318 h 1370145"/>
              <a:gd name="connsiteX19" fmla="*/ 518046 w 2495828"/>
              <a:gd name="connsiteY19" fmla="*/ 1088052 h 1370145"/>
              <a:gd name="connsiteX20" fmla="*/ 674679 w 2495828"/>
              <a:gd name="connsiteY20" fmla="*/ 1210819 h 1370145"/>
              <a:gd name="connsiteX21" fmla="*/ 805912 w 2495828"/>
              <a:gd name="connsiteY21" fmla="*/ 1253152 h 1370145"/>
              <a:gd name="connsiteX22" fmla="*/ 899045 w 2495828"/>
              <a:gd name="connsiteY22" fmla="*/ 1261621 h 1370145"/>
              <a:gd name="connsiteX23" fmla="*/ 1199614 w 2495828"/>
              <a:gd name="connsiteY23" fmla="*/ 1261619 h 1370145"/>
              <a:gd name="connsiteX24" fmla="*/ 1174213 w 2495828"/>
              <a:gd name="connsiteY24" fmla="*/ 1358986 h 1370145"/>
              <a:gd name="connsiteX25" fmla="*/ 729713 w 2495828"/>
              <a:gd name="connsiteY25" fmla="*/ 1354752 h 1370145"/>
              <a:gd name="connsiteX26" fmla="*/ 475712 w 2495828"/>
              <a:gd name="connsiteY26" fmla="*/ 1240453 h 1370145"/>
              <a:gd name="connsiteX27" fmla="*/ 276746 w 2495828"/>
              <a:gd name="connsiteY27" fmla="*/ 1075352 h 1370145"/>
              <a:gd name="connsiteX28" fmla="*/ 1579 w 2495828"/>
              <a:gd name="connsiteY28" fmla="*/ 707052 h 1370145"/>
              <a:gd name="connsiteX0" fmla="*/ 1579 w 2499699"/>
              <a:gd name="connsiteY0" fmla="*/ 707277 h 1370370"/>
              <a:gd name="connsiteX1" fmla="*/ 166679 w 2499699"/>
              <a:gd name="connsiteY1" fmla="*/ 576045 h 1370370"/>
              <a:gd name="connsiteX2" fmla="*/ 221713 w 2499699"/>
              <a:gd name="connsiteY2" fmla="*/ 626844 h 1370370"/>
              <a:gd name="connsiteX3" fmla="*/ 391046 w 2499699"/>
              <a:gd name="connsiteY3" fmla="*/ 889311 h 1370370"/>
              <a:gd name="connsiteX4" fmla="*/ 518046 w 2499699"/>
              <a:gd name="connsiteY4" fmla="*/ 965511 h 1370370"/>
              <a:gd name="connsiteX5" fmla="*/ 763579 w 2499699"/>
              <a:gd name="connsiteY5" fmla="*/ 897777 h 1370370"/>
              <a:gd name="connsiteX6" fmla="*/ 1059913 w 2499699"/>
              <a:gd name="connsiteY6" fmla="*/ 779244 h 1370370"/>
              <a:gd name="connsiteX7" fmla="*/ 1263113 w 2499699"/>
              <a:gd name="connsiteY7" fmla="*/ 719977 h 1370370"/>
              <a:gd name="connsiteX8" fmla="*/ 1567913 w 2499699"/>
              <a:gd name="connsiteY8" fmla="*/ 669177 h 1370370"/>
              <a:gd name="connsiteX9" fmla="*/ 1779579 w 2499699"/>
              <a:gd name="connsiteY9" fmla="*/ 559111 h 1370370"/>
              <a:gd name="connsiteX10" fmla="*/ 2130946 w 2499699"/>
              <a:gd name="connsiteY10" fmla="*/ 152711 h 1370370"/>
              <a:gd name="connsiteX11" fmla="*/ 2465379 w 2499699"/>
              <a:gd name="connsiteY11" fmla="*/ 311 h 1370370"/>
              <a:gd name="connsiteX12" fmla="*/ 2465380 w 2499699"/>
              <a:gd name="connsiteY12" fmla="*/ 114611 h 1370370"/>
              <a:gd name="connsiteX13" fmla="*/ 2257945 w 2499699"/>
              <a:gd name="connsiteY13" fmla="*/ 169643 h 1370370"/>
              <a:gd name="connsiteX14" fmla="*/ 2008179 w 2499699"/>
              <a:gd name="connsiteY14" fmla="*/ 389777 h 1370370"/>
              <a:gd name="connsiteX15" fmla="*/ 1864247 w 2499699"/>
              <a:gd name="connsiteY15" fmla="*/ 652244 h 1370370"/>
              <a:gd name="connsiteX16" fmla="*/ 1495945 w 2499699"/>
              <a:gd name="connsiteY16" fmla="*/ 804645 h 1370370"/>
              <a:gd name="connsiteX17" fmla="*/ 1110712 w 2499699"/>
              <a:gd name="connsiteY17" fmla="*/ 872377 h 1370370"/>
              <a:gd name="connsiteX18" fmla="*/ 759346 w 2499699"/>
              <a:gd name="connsiteY18" fmla="*/ 1020543 h 1370370"/>
              <a:gd name="connsiteX19" fmla="*/ 518046 w 2499699"/>
              <a:gd name="connsiteY19" fmla="*/ 1088277 h 1370370"/>
              <a:gd name="connsiteX20" fmla="*/ 674679 w 2499699"/>
              <a:gd name="connsiteY20" fmla="*/ 1211044 h 1370370"/>
              <a:gd name="connsiteX21" fmla="*/ 805912 w 2499699"/>
              <a:gd name="connsiteY21" fmla="*/ 1253377 h 1370370"/>
              <a:gd name="connsiteX22" fmla="*/ 899045 w 2499699"/>
              <a:gd name="connsiteY22" fmla="*/ 1261846 h 1370370"/>
              <a:gd name="connsiteX23" fmla="*/ 1199614 w 2499699"/>
              <a:gd name="connsiteY23" fmla="*/ 1261844 h 1370370"/>
              <a:gd name="connsiteX24" fmla="*/ 1174213 w 2499699"/>
              <a:gd name="connsiteY24" fmla="*/ 1359211 h 1370370"/>
              <a:gd name="connsiteX25" fmla="*/ 729713 w 2499699"/>
              <a:gd name="connsiteY25" fmla="*/ 1354977 h 1370370"/>
              <a:gd name="connsiteX26" fmla="*/ 475712 w 2499699"/>
              <a:gd name="connsiteY26" fmla="*/ 1240678 h 1370370"/>
              <a:gd name="connsiteX27" fmla="*/ 276746 w 2499699"/>
              <a:gd name="connsiteY27" fmla="*/ 1075577 h 1370370"/>
              <a:gd name="connsiteX28" fmla="*/ 1579 w 2499699"/>
              <a:gd name="connsiteY28" fmla="*/ 707277 h 1370370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08179 w 2499699"/>
              <a:gd name="connsiteY14" fmla="*/ 390722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25112 w 2499699"/>
              <a:gd name="connsiteY14" fmla="*/ 394956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63256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336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492646 w 2499699"/>
              <a:gd name="connsiteY20" fmla="*/ 1106156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3024"/>
              <a:gd name="connsiteX1" fmla="*/ 166679 w 2499699"/>
              <a:gd name="connsiteY1" fmla="*/ 576990 h 1373024"/>
              <a:gd name="connsiteX2" fmla="*/ 221713 w 2499699"/>
              <a:gd name="connsiteY2" fmla="*/ 627789 h 1373024"/>
              <a:gd name="connsiteX3" fmla="*/ 391046 w 2499699"/>
              <a:gd name="connsiteY3" fmla="*/ 890256 h 1373024"/>
              <a:gd name="connsiteX4" fmla="*/ 518046 w 2499699"/>
              <a:gd name="connsiteY4" fmla="*/ 966456 h 1373024"/>
              <a:gd name="connsiteX5" fmla="*/ 763579 w 2499699"/>
              <a:gd name="connsiteY5" fmla="*/ 898722 h 1373024"/>
              <a:gd name="connsiteX6" fmla="*/ 1055680 w 2499699"/>
              <a:gd name="connsiteY6" fmla="*/ 801355 h 1373024"/>
              <a:gd name="connsiteX7" fmla="*/ 1254647 w 2499699"/>
              <a:gd name="connsiteY7" fmla="*/ 746323 h 1373024"/>
              <a:gd name="connsiteX8" fmla="*/ 1580613 w 2499699"/>
              <a:gd name="connsiteY8" fmla="*/ 678589 h 1373024"/>
              <a:gd name="connsiteX9" fmla="*/ 1796512 w 2499699"/>
              <a:gd name="connsiteY9" fmla="*/ 568522 h 1373024"/>
              <a:gd name="connsiteX10" fmla="*/ 1936212 w 2499699"/>
              <a:gd name="connsiteY10" fmla="*/ 352624 h 1373024"/>
              <a:gd name="connsiteX11" fmla="*/ 2130946 w 2499699"/>
              <a:gd name="connsiteY11" fmla="*/ 153656 h 1373024"/>
              <a:gd name="connsiteX12" fmla="*/ 2465379 w 2499699"/>
              <a:gd name="connsiteY12" fmla="*/ 1256 h 1373024"/>
              <a:gd name="connsiteX13" fmla="*/ 2465380 w 2499699"/>
              <a:gd name="connsiteY13" fmla="*/ 85922 h 1373024"/>
              <a:gd name="connsiteX14" fmla="*/ 2257945 w 2499699"/>
              <a:gd name="connsiteY14" fmla="*/ 170588 h 1373024"/>
              <a:gd name="connsiteX15" fmla="*/ 2025112 w 2499699"/>
              <a:gd name="connsiteY15" fmla="*/ 394956 h 1373024"/>
              <a:gd name="connsiteX16" fmla="*/ 1864247 w 2499699"/>
              <a:gd name="connsiteY16" fmla="*/ 653189 h 1373024"/>
              <a:gd name="connsiteX17" fmla="*/ 1495945 w 2499699"/>
              <a:gd name="connsiteY17" fmla="*/ 805590 h 1373024"/>
              <a:gd name="connsiteX18" fmla="*/ 1110712 w 2499699"/>
              <a:gd name="connsiteY18" fmla="*/ 886022 h 1373024"/>
              <a:gd name="connsiteX19" fmla="*/ 818613 w 2499699"/>
              <a:gd name="connsiteY19" fmla="*/ 983388 h 1373024"/>
              <a:gd name="connsiteX20" fmla="*/ 619645 w 2499699"/>
              <a:gd name="connsiteY20" fmla="*/ 1063824 h 1373024"/>
              <a:gd name="connsiteX21" fmla="*/ 492646 w 2499699"/>
              <a:gd name="connsiteY21" fmla="*/ 1106156 h 1373024"/>
              <a:gd name="connsiteX22" fmla="*/ 661979 w 2499699"/>
              <a:gd name="connsiteY22" fmla="*/ 1211989 h 1373024"/>
              <a:gd name="connsiteX23" fmla="*/ 805912 w 2499699"/>
              <a:gd name="connsiteY23" fmla="*/ 1254322 h 1373024"/>
              <a:gd name="connsiteX24" fmla="*/ 899045 w 2499699"/>
              <a:gd name="connsiteY24" fmla="*/ 1262791 h 1373024"/>
              <a:gd name="connsiteX25" fmla="*/ 1212314 w 2499699"/>
              <a:gd name="connsiteY25" fmla="*/ 1237389 h 1373024"/>
              <a:gd name="connsiteX26" fmla="*/ 1174213 w 2499699"/>
              <a:gd name="connsiteY26" fmla="*/ 1360156 h 1373024"/>
              <a:gd name="connsiteX27" fmla="*/ 729713 w 2499699"/>
              <a:gd name="connsiteY27" fmla="*/ 1355922 h 1373024"/>
              <a:gd name="connsiteX28" fmla="*/ 475712 w 2499699"/>
              <a:gd name="connsiteY28" fmla="*/ 1241623 h 1373024"/>
              <a:gd name="connsiteX29" fmla="*/ 276746 w 2499699"/>
              <a:gd name="connsiteY29" fmla="*/ 1076522 h 1373024"/>
              <a:gd name="connsiteX30" fmla="*/ 1579 w 2499699"/>
              <a:gd name="connsiteY30" fmla="*/ 708222 h 1373024"/>
              <a:gd name="connsiteX0" fmla="*/ 1579 w 2499699"/>
              <a:gd name="connsiteY0" fmla="*/ 708222 h 1361981"/>
              <a:gd name="connsiteX1" fmla="*/ 166679 w 2499699"/>
              <a:gd name="connsiteY1" fmla="*/ 576990 h 1361981"/>
              <a:gd name="connsiteX2" fmla="*/ 221713 w 2499699"/>
              <a:gd name="connsiteY2" fmla="*/ 627789 h 1361981"/>
              <a:gd name="connsiteX3" fmla="*/ 391046 w 2499699"/>
              <a:gd name="connsiteY3" fmla="*/ 890256 h 1361981"/>
              <a:gd name="connsiteX4" fmla="*/ 518046 w 2499699"/>
              <a:gd name="connsiteY4" fmla="*/ 966456 h 1361981"/>
              <a:gd name="connsiteX5" fmla="*/ 763579 w 2499699"/>
              <a:gd name="connsiteY5" fmla="*/ 898722 h 1361981"/>
              <a:gd name="connsiteX6" fmla="*/ 1055680 w 2499699"/>
              <a:gd name="connsiteY6" fmla="*/ 801355 h 1361981"/>
              <a:gd name="connsiteX7" fmla="*/ 1254647 w 2499699"/>
              <a:gd name="connsiteY7" fmla="*/ 746323 h 1361981"/>
              <a:gd name="connsiteX8" fmla="*/ 1580613 w 2499699"/>
              <a:gd name="connsiteY8" fmla="*/ 678589 h 1361981"/>
              <a:gd name="connsiteX9" fmla="*/ 1796512 w 2499699"/>
              <a:gd name="connsiteY9" fmla="*/ 568522 h 1361981"/>
              <a:gd name="connsiteX10" fmla="*/ 1936212 w 2499699"/>
              <a:gd name="connsiteY10" fmla="*/ 352624 h 1361981"/>
              <a:gd name="connsiteX11" fmla="*/ 2130946 w 2499699"/>
              <a:gd name="connsiteY11" fmla="*/ 153656 h 1361981"/>
              <a:gd name="connsiteX12" fmla="*/ 2465379 w 2499699"/>
              <a:gd name="connsiteY12" fmla="*/ 1256 h 1361981"/>
              <a:gd name="connsiteX13" fmla="*/ 2465380 w 2499699"/>
              <a:gd name="connsiteY13" fmla="*/ 85922 h 1361981"/>
              <a:gd name="connsiteX14" fmla="*/ 2257945 w 2499699"/>
              <a:gd name="connsiteY14" fmla="*/ 170588 h 1361981"/>
              <a:gd name="connsiteX15" fmla="*/ 2025112 w 2499699"/>
              <a:gd name="connsiteY15" fmla="*/ 394956 h 1361981"/>
              <a:gd name="connsiteX16" fmla="*/ 1864247 w 2499699"/>
              <a:gd name="connsiteY16" fmla="*/ 653189 h 1361981"/>
              <a:gd name="connsiteX17" fmla="*/ 1495945 w 2499699"/>
              <a:gd name="connsiteY17" fmla="*/ 805590 h 1361981"/>
              <a:gd name="connsiteX18" fmla="*/ 1110712 w 2499699"/>
              <a:gd name="connsiteY18" fmla="*/ 886022 h 1361981"/>
              <a:gd name="connsiteX19" fmla="*/ 818613 w 2499699"/>
              <a:gd name="connsiteY19" fmla="*/ 983388 h 1361981"/>
              <a:gd name="connsiteX20" fmla="*/ 619645 w 2499699"/>
              <a:gd name="connsiteY20" fmla="*/ 1063824 h 1361981"/>
              <a:gd name="connsiteX21" fmla="*/ 492646 w 2499699"/>
              <a:gd name="connsiteY21" fmla="*/ 1106156 h 1361981"/>
              <a:gd name="connsiteX22" fmla="*/ 661979 w 2499699"/>
              <a:gd name="connsiteY22" fmla="*/ 1211989 h 1361981"/>
              <a:gd name="connsiteX23" fmla="*/ 805912 w 2499699"/>
              <a:gd name="connsiteY23" fmla="*/ 1254322 h 1361981"/>
              <a:gd name="connsiteX24" fmla="*/ 899045 w 2499699"/>
              <a:gd name="connsiteY24" fmla="*/ 1262791 h 1361981"/>
              <a:gd name="connsiteX25" fmla="*/ 1212314 w 2499699"/>
              <a:gd name="connsiteY25" fmla="*/ 1237389 h 1361981"/>
              <a:gd name="connsiteX26" fmla="*/ 1254646 w 2499699"/>
              <a:gd name="connsiteY26" fmla="*/ 1334756 h 1361981"/>
              <a:gd name="connsiteX27" fmla="*/ 729713 w 2499699"/>
              <a:gd name="connsiteY27" fmla="*/ 1355922 h 1361981"/>
              <a:gd name="connsiteX28" fmla="*/ 475712 w 2499699"/>
              <a:gd name="connsiteY28" fmla="*/ 1241623 h 1361981"/>
              <a:gd name="connsiteX29" fmla="*/ 276746 w 2499699"/>
              <a:gd name="connsiteY29" fmla="*/ 1076522 h 1361981"/>
              <a:gd name="connsiteX30" fmla="*/ 1579 w 2499699"/>
              <a:gd name="connsiteY30" fmla="*/ 708222 h 1361981"/>
              <a:gd name="connsiteX0" fmla="*/ 1579 w 2499699"/>
              <a:gd name="connsiteY0" fmla="*/ 708222 h 1364434"/>
              <a:gd name="connsiteX1" fmla="*/ 166679 w 2499699"/>
              <a:gd name="connsiteY1" fmla="*/ 576990 h 1364434"/>
              <a:gd name="connsiteX2" fmla="*/ 221713 w 2499699"/>
              <a:gd name="connsiteY2" fmla="*/ 627789 h 1364434"/>
              <a:gd name="connsiteX3" fmla="*/ 391046 w 2499699"/>
              <a:gd name="connsiteY3" fmla="*/ 890256 h 1364434"/>
              <a:gd name="connsiteX4" fmla="*/ 518046 w 2499699"/>
              <a:gd name="connsiteY4" fmla="*/ 966456 h 1364434"/>
              <a:gd name="connsiteX5" fmla="*/ 763579 w 2499699"/>
              <a:gd name="connsiteY5" fmla="*/ 898722 h 1364434"/>
              <a:gd name="connsiteX6" fmla="*/ 1055680 w 2499699"/>
              <a:gd name="connsiteY6" fmla="*/ 801355 h 1364434"/>
              <a:gd name="connsiteX7" fmla="*/ 1254647 w 2499699"/>
              <a:gd name="connsiteY7" fmla="*/ 746323 h 1364434"/>
              <a:gd name="connsiteX8" fmla="*/ 1580613 w 2499699"/>
              <a:gd name="connsiteY8" fmla="*/ 678589 h 1364434"/>
              <a:gd name="connsiteX9" fmla="*/ 1796512 w 2499699"/>
              <a:gd name="connsiteY9" fmla="*/ 568522 h 1364434"/>
              <a:gd name="connsiteX10" fmla="*/ 1936212 w 2499699"/>
              <a:gd name="connsiteY10" fmla="*/ 352624 h 1364434"/>
              <a:gd name="connsiteX11" fmla="*/ 2130946 w 2499699"/>
              <a:gd name="connsiteY11" fmla="*/ 153656 h 1364434"/>
              <a:gd name="connsiteX12" fmla="*/ 2465379 w 2499699"/>
              <a:gd name="connsiteY12" fmla="*/ 1256 h 1364434"/>
              <a:gd name="connsiteX13" fmla="*/ 2465380 w 2499699"/>
              <a:gd name="connsiteY13" fmla="*/ 85922 h 1364434"/>
              <a:gd name="connsiteX14" fmla="*/ 2257945 w 2499699"/>
              <a:gd name="connsiteY14" fmla="*/ 170588 h 1364434"/>
              <a:gd name="connsiteX15" fmla="*/ 2025112 w 2499699"/>
              <a:gd name="connsiteY15" fmla="*/ 394956 h 1364434"/>
              <a:gd name="connsiteX16" fmla="*/ 1864247 w 2499699"/>
              <a:gd name="connsiteY16" fmla="*/ 653189 h 1364434"/>
              <a:gd name="connsiteX17" fmla="*/ 1495945 w 2499699"/>
              <a:gd name="connsiteY17" fmla="*/ 805590 h 1364434"/>
              <a:gd name="connsiteX18" fmla="*/ 1110712 w 2499699"/>
              <a:gd name="connsiteY18" fmla="*/ 886022 h 1364434"/>
              <a:gd name="connsiteX19" fmla="*/ 818613 w 2499699"/>
              <a:gd name="connsiteY19" fmla="*/ 983388 h 1364434"/>
              <a:gd name="connsiteX20" fmla="*/ 619645 w 2499699"/>
              <a:gd name="connsiteY20" fmla="*/ 1063824 h 1364434"/>
              <a:gd name="connsiteX21" fmla="*/ 492646 w 2499699"/>
              <a:gd name="connsiteY21" fmla="*/ 1106156 h 1364434"/>
              <a:gd name="connsiteX22" fmla="*/ 661979 w 2499699"/>
              <a:gd name="connsiteY22" fmla="*/ 1211989 h 1364434"/>
              <a:gd name="connsiteX23" fmla="*/ 805912 w 2499699"/>
              <a:gd name="connsiteY23" fmla="*/ 1254322 h 1364434"/>
              <a:gd name="connsiteX24" fmla="*/ 899045 w 2499699"/>
              <a:gd name="connsiteY24" fmla="*/ 1262791 h 1364434"/>
              <a:gd name="connsiteX25" fmla="*/ 1377414 w 2499699"/>
              <a:gd name="connsiteY25" fmla="*/ 1165422 h 1364434"/>
              <a:gd name="connsiteX26" fmla="*/ 1254646 w 2499699"/>
              <a:gd name="connsiteY26" fmla="*/ 1334756 h 1364434"/>
              <a:gd name="connsiteX27" fmla="*/ 729713 w 2499699"/>
              <a:gd name="connsiteY27" fmla="*/ 1355922 h 1364434"/>
              <a:gd name="connsiteX28" fmla="*/ 475712 w 2499699"/>
              <a:gd name="connsiteY28" fmla="*/ 1241623 h 1364434"/>
              <a:gd name="connsiteX29" fmla="*/ 276746 w 2499699"/>
              <a:gd name="connsiteY29" fmla="*/ 1076522 h 1364434"/>
              <a:gd name="connsiteX30" fmla="*/ 1579 w 2499699"/>
              <a:gd name="connsiteY30" fmla="*/ 708222 h 1364434"/>
              <a:gd name="connsiteX0" fmla="*/ 1579 w 2499699"/>
              <a:gd name="connsiteY0" fmla="*/ 708222 h 1356629"/>
              <a:gd name="connsiteX1" fmla="*/ 166679 w 2499699"/>
              <a:gd name="connsiteY1" fmla="*/ 576990 h 1356629"/>
              <a:gd name="connsiteX2" fmla="*/ 221713 w 2499699"/>
              <a:gd name="connsiteY2" fmla="*/ 627789 h 1356629"/>
              <a:gd name="connsiteX3" fmla="*/ 391046 w 2499699"/>
              <a:gd name="connsiteY3" fmla="*/ 890256 h 1356629"/>
              <a:gd name="connsiteX4" fmla="*/ 518046 w 2499699"/>
              <a:gd name="connsiteY4" fmla="*/ 966456 h 1356629"/>
              <a:gd name="connsiteX5" fmla="*/ 763579 w 2499699"/>
              <a:gd name="connsiteY5" fmla="*/ 898722 h 1356629"/>
              <a:gd name="connsiteX6" fmla="*/ 1055680 w 2499699"/>
              <a:gd name="connsiteY6" fmla="*/ 801355 h 1356629"/>
              <a:gd name="connsiteX7" fmla="*/ 1254647 w 2499699"/>
              <a:gd name="connsiteY7" fmla="*/ 746323 h 1356629"/>
              <a:gd name="connsiteX8" fmla="*/ 1580613 w 2499699"/>
              <a:gd name="connsiteY8" fmla="*/ 678589 h 1356629"/>
              <a:gd name="connsiteX9" fmla="*/ 1796512 w 2499699"/>
              <a:gd name="connsiteY9" fmla="*/ 568522 h 1356629"/>
              <a:gd name="connsiteX10" fmla="*/ 1936212 w 2499699"/>
              <a:gd name="connsiteY10" fmla="*/ 352624 h 1356629"/>
              <a:gd name="connsiteX11" fmla="*/ 2130946 w 2499699"/>
              <a:gd name="connsiteY11" fmla="*/ 153656 h 1356629"/>
              <a:gd name="connsiteX12" fmla="*/ 2465379 w 2499699"/>
              <a:gd name="connsiteY12" fmla="*/ 1256 h 1356629"/>
              <a:gd name="connsiteX13" fmla="*/ 2465380 w 2499699"/>
              <a:gd name="connsiteY13" fmla="*/ 85922 h 1356629"/>
              <a:gd name="connsiteX14" fmla="*/ 2257945 w 2499699"/>
              <a:gd name="connsiteY14" fmla="*/ 170588 h 1356629"/>
              <a:gd name="connsiteX15" fmla="*/ 2025112 w 2499699"/>
              <a:gd name="connsiteY15" fmla="*/ 394956 h 1356629"/>
              <a:gd name="connsiteX16" fmla="*/ 1864247 w 2499699"/>
              <a:gd name="connsiteY16" fmla="*/ 653189 h 1356629"/>
              <a:gd name="connsiteX17" fmla="*/ 1495945 w 2499699"/>
              <a:gd name="connsiteY17" fmla="*/ 805590 h 1356629"/>
              <a:gd name="connsiteX18" fmla="*/ 1110712 w 2499699"/>
              <a:gd name="connsiteY18" fmla="*/ 886022 h 1356629"/>
              <a:gd name="connsiteX19" fmla="*/ 818613 w 2499699"/>
              <a:gd name="connsiteY19" fmla="*/ 983388 h 1356629"/>
              <a:gd name="connsiteX20" fmla="*/ 619645 w 2499699"/>
              <a:gd name="connsiteY20" fmla="*/ 1063824 h 1356629"/>
              <a:gd name="connsiteX21" fmla="*/ 492646 w 2499699"/>
              <a:gd name="connsiteY21" fmla="*/ 1106156 h 1356629"/>
              <a:gd name="connsiteX22" fmla="*/ 661979 w 2499699"/>
              <a:gd name="connsiteY22" fmla="*/ 1211989 h 1356629"/>
              <a:gd name="connsiteX23" fmla="*/ 805912 w 2499699"/>
              <a:gd name="connsiteY23" fmla="*/ 1254322 h 1356629"/>
              <a:gd name="connsiteX24" fmla="*/ 899045 w 2499699"/>
              <a:gd name="connsiteY24" fmla="*/ 1262791 h 1356629"/>
              <a:gd name="connsiteX25" fmla="*/ 1377414 w 2499699"/>
              <a:gd name="connsiteY25" fmla="*/ 1165422 h 1356629"/>
              <a:gd name="connsiteX26" fmla="*/ 1313913 w 2499699"/>
              <a:gd name="connsiteY26" fmla="*/ 1283956 h 1356629"/>
              <a:gd name="connsiteX27" fmla="*/ 729713 w 2499699"/>
              <a:gd name="connsiteY27" fmla="*/ 1355922 h 1356629"/>
              <a:gd name="connsiteX28" fmla="*/ 475712 w 2499699"/>
              <a:gd name="connsiteY28" fmla="*/ 1241623 h 1356629"/>
              <a:gd name="connsiteX29" fmla="*/ 276746 w 2499699"/>
              <a:gd name="connsiteY29" fmla="*/ 1076522 h 1356629"/>
              <a:gd name="connsiteX30" fmla="*/ 1579 w 2499699"/>
              <a:gd name="connsiteY30" fmla="*/ 708222 h 1356629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059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567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996412 w 2499699"/>
              <a:gd name="connsiteY25" fmla="*/ 12585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038745 w 2499699"/>
              <a:gd name="connsiteY25" fmla="*/ 12458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20"/>
              <a:gd name="connsiteX1" fmla="*/ 166679 w 2499699"/>
              <a:gd name="connsiteY1" fmla="*/ 576990 h 1365020"/>
              <a:gd name="connsiteX2" fmla="*/ 221713 w 2499699"/>
              <a:gd name="connsiteY2" fmla="*/ 627789 h 1365020"/>
              <a:gd name="connsiteX3" fmla="*/ 391046 w 2499699"/>
              <a:gd name="connsiteY3" fmla="*/ 890256 h 1365020"/>
              <a:gd name="connsiteX4" fmla="*/ 518046 w 2499699"/>
              <a:gd name="connsiteY4" fmla="*/ 966456 h 1365020"/>
              <a:gd name="connsiteX5" fmla="*/ 763579 w 2499699"/>
              <a:gd name="connsiteY5" fmla="*/ 898722 h 1365020"/>
              <a:gd name="connsiteX6" fmla="*/ 1055680 w 2499699"/>
              <a:gd name="connsiteY6" fmla="*/ 801355 h 1365020"/>
              <a:gd name="connsiteX7" fmla="*/ 1254647 w 2499699"/>
              <a:gd name="connsiteY7" fmla="*/ 746323 h 1365020"/>
              <a:gd name="connsiteX8" fmla="*/ 1580613 w 2499699"/>
              <a:gd name="connsiteY8" fmla="*/ 678589 h 1365020"/>
              <a:gd name="connsiteX9" fmla="*/ 1796512 w 2499699"/>
              <a:gd name="connsiteY9" fmla="*/ 568522 h 1365020"/>
              <a:gd name="connsiteX10" fmla="*/ 1936212 w 2499699"/>
              <a:gd name="connsiteY10" fmla="*/ 352624 h 1365020"/>
              <a:gd name="connsiteX11" fmla="*/ 2130946 w 2499699"/>
              <a:gd name="connsiteY11" fmla="*/ 153656 h 1365020"/>
              <a:gd name="connsiteX12" fmla="*/ 2465379 w 2499699"/>
              <a:gd name="connsiteY12" fmla="*/ 1256 h 1365020"/>
              <a:gd name="connsiteX13" fmla="*/ 2465380 w 2499699"/>
              <a:gd name="connsiteY13" fmla="*/ 85922 h 1365020"/>
              <a:gd name="connsiteX14" fmla="*/ 2257945 w 2499699"/>
              <a:gd name="connsiteY14" fmla="*/ 170588 h 1365020"/>
              <a:gd name="connsiteX15" fmla="*/ 2025112 w 2499699"/>
              <a:gd name="connsiteY15" fmla="*/ 394956 h 1365020"/>
              <a:gd name="connsiteX16" fmla="*/ 1864247 w 2499699"/>
              <a:gd name="connsiteY16" fmla="*/ 653189 h 1365020"/>
              <a:gd name="connsiteX17" fmla="*/ 1495945 w 2499699"/>
              <a:gd name="connsiteY17" fmla="*/ 805590 h 1365020"/>
              <a:gd name="connsiteX18" fmla="*/ 1110712 w 2499699"/>
              <a:gd name="connsiteY18" fmla="*/ 886022 h 1365020"/>
              <a:gd name="connsiteX19" fmla="*/ 818613 w 2499699"/>
              <a:gd name="connsiteY19" fmla="*/ 983388 h 1365020"/>
              <a:gd name="connsiteX20" fmla="*/ 619645 w 2499699"/>
              <a:gd name="connsiteY20" fmla="*/ 1063824 h 1365020"/>
              <a:gd name="connsiteX21" fmla="*/ 492646 w 2499699"/>
              <a:gd name="connsiteY21" fmla="*/ 1106156 h 1365020"/>
              <a:gd name="connsiteX22" fmla="*/ 661979 w 2499699"/>
              <a:gd name="connsiteY22" fmla="*/ 1211989 h 1365020"/>
              <a:gd name="connsiteX23" fmla="*/ 805912 w 2499699"/>
              <a:gd name="connsiteY23" fmla="*/ 1254322 h 1365020"/>
              <a:gd name="connsiteX24" fmla="*/ 899045 w 2499699"/>
              <a:gd name="connsiteY24" fmla="*/ 1262791 h 1365020"/>
              <a:gd name="connsiteX25" fmla="*/ 1038745 w 2499699"/>
              <a:gd name="connsiteY25" fmla="*/ 1245857 h 1365020"/>
              <a:gd name="connsiteX26" fmla="*/ 1377414 w 2499699"/>
              <a:gd name="connsiteY26" fmla="*/ 1161188 h 1365020"/>
              <a:gd name="connsiteX27" fmla="*/ 1313913 w 2499699"/>
              <a:gd name="connsiteY27" fmla="*/ 1283956 h 1365020"/>
              <a:gd name="connsiteX28" fmla="*/ 856713 w 2499699"/>
              <a:gd name="connsiteY28" fmla="*/ 1364388 h 1365020"/>
              <a:gd name="connsiteX29" fmla="*/ 475712 w 2499699"/>
              <a:gd name="connsiteY29" fmla="*/ 1241623 h 1365020"/>
              <a:gd name="connsiteX30" fmla="*/ 276746 w 2499699"/>
              <a:gd name="connsiteY30" fmla="*/ 1076522 h 1365020"/>
              <a:gd name="connsiteX31" fmla="*/ 1579 w 2499699"/>
              <a:gd name="connsiteY31" fmla="*/ 708222 h 1365020"/>
              <a:gd name="connsiteX0" fmla="*/ 1579 w 2499699"/>
              <a:gd name="connsiteY0" fmla="*/ 708222 h 1364718"/>
              <a:gd name="connsiteX1" fmla="*/ 166679 w 2499699"/>
              <a:gd name="connsiteY1" fmla="*/ 576990 h 1364718"/>
              <a:gd name="connsiteX2" fmla="*/ 221713 w 2499699"/>
              <a:gd name="connsiteY2" fmla="*/ 627789 h 1364718"/>
              <a:gd name="connsiteX3" fmla="*/ 391046 w 2499699"/>
              <a:gd name="connsiteY3" fmla="*/ 890256 h 1364718"/>
              <a:gd name="connsiteX4" fmla="*/ 518046 w 2499699"/>
              <a:gd name="connsiteY4" fmla="*/ 966456 h 1364718"/>
              <a:gd name="connsiteX5" fmla="*/ 763579 w 2499699"/>
              <a:gd name="connsiteY5" fmla="*/ 898722 h 1364718"/>
              <a:gd name="connsiteX6" fmla="*/ 1055680 w 2499699"/>
              <a:gd name="connsiteY6" fmla="*/ 801355 h 1364718"/>
              <a:gd name="connsiteX7" fmla="*/ 1254647 w 2499699"/>
              <a:gd name="connsiteY7" fmla="*/ 746323 h 1364718"/>
              <a:gd name="connsiteX8" fmla="*/ 1580613 w 2499699"/>
              <a:gd name="connsiteY8" fmla="*/ 678589 h 1364718"/>
              <a:gd name="connsiteX9" fmla="*/ 1796512 w 2499699"/>
              <a:gd name="connsiteY9" fmla="*/ 568522 h 1364718"/>
              <a:gd name="connsiteX10" fmla="*/ 1936212 w 2499699"/>
              <a:gd name="connsiteY10" fmla="*/ 352624 h 1364718"/>
              <a:gd name="connsiteX11" fmla="*/ 2130946 w 2499699"/>
              <a:gd name="connsiteY11" fmla="*/ 153656 h 1364718"/>
              <a:gd name="connsiteX12" fmla="*/ 2465379 w 2499699"/>
              <a:gd name="connsiteY12" fmla="*/ 1256 h 1364718"/>
              <a:gd name="connsiteX13" fmla="*/ 2465380 w 2499699"/>
              <a:gd name="connsiteY13" fmla="*/ 85922 h 1364718"/>
              <a:gd name="connsiteX14" fmla="*/ 2257945 w 2499699"/>
              <a:gd name="connsiteY14" fmla="*/ 170588 h 1364718"/>
              <a:gd name="connsiteX15" fmla="*/ 2025112 w 2499699"/>
              <a:gd name="connsiteY15" fmla="*/ 394956 h 1364718"/>
              <a:gd name="connsiteX16" fmla="*/ 1864247 w 2499699"/>
              <a:gd name="connsiteY16" fmla="*/ 653189 h 1364718"/>
              <a:gd name="connsiteX17" fmla="*/ 1495945 w 2499699"/>
              <a:gd name="connsiteY17" fmla="*/ 805590 h 1364718"/>
              <a:gd name="connsiteX18" fmla="*/ 1110712 w 2499699"/>
              <a:gd name="connsiteY18" fmla="*/ 886022 h 1364718"/>
              <a:gd name="connsiteX19" fmla="*/ 818613 w 2499699"/>
              <a:gd name="connsiteY19" fmla="*/ 983388 h 1364718"/>
              <a:gd name="connsiteX20" fmla="*/ 619645 w 2499699"/>
              <a:gd name="connsiteY20" fmla="*/ 1063824 h 1364718"/>
              <a:gd name="connsiteX21" fmla="*/ 492646 w 2499699"/>
              <a:gd name="connsiteY21" fmla="*/ 1106156 h 1364718"/>
              <a:gd name="connsiteX22" fmla="*/ 661979 w 2499699"/>
              <a:gd name="connsiteY22" fmla="*/ 1211989 h 1364718"/>
              <a:gd name="connsiteX23" fmla="*/ 805912 w 2499699"/>
              <a:gd name="connsiteY23" fmla="*/ 1254322 h 1364718"/>
              <a:gd name="connsiteX24" fmla="*/ 899045 w 2499699"/>
              <a:gd name="connsiteY24" fmla="*/ 1262791 h 1364718"/>
              <a:gd name="connsiteX25" fmla="*/ 1038745 w 2499699"/>
              <a:gd name="connsiteY25" fmla="*/ 1245857 h 1364718"/>
              <a:gd name="connsiteX26" fmla="*/ 1377414 w 2499699"/>
              <a:gd name="connsiteY26" fmla="*/ 1161188 h 1364718"/>
              <a:gd name="connsiteX27" fmla="*/ 1313913 w 2499699"/>
              <a:gd name="connsiteY27" fmla="*/ 1283956 h 1364718"/>
              <a:gd name="connsiteX28" fmla="*/ 856713 w 2499699"/>
              <a:gd name="connsiteY28" fmla="*/ 1364388 h 1364718"/>
              <a:gd name="connsiteX29" fmla="*/ 479946 w 2499699"/>
              <a:gd name="connsiteY29" fmla="*/ 1254323 h 1364718"/>
              <a:gd name="connsiteX30" fmla="*/ 276746 w 2499699"/>
              <a:gd name="connsiteY30" fmla="*/ 1076522 h 1364718"/>
              <a:gd name="connsiteX31" fmla="*/ 1579 w 2499699"/>
              <a:gd name="connsiteY31" fmla="*/ 708222 h 1364718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11466" h="1365785">
                <a:moveTo>
                  <a:pt x="1579" y="709289"/>
                </a:moveTo>
                <a:cubicBezTo>
                  <a:pt x="-16765" y="626034"/>
                  <a:pt x="129990" y="591462"/>
                  <a:pt x="166679" y="578057"/>
                </a:cubicBezTo>
                <a:cubicBezTo>
                  <a:pt x="203368" y="564652"/>
                  <a:pt x="184319" y="576645"/>
                  <a:pt x="221713" y="628856"/>
                </a:cubicBezTo>
                <a:cubicBezTo>
                  <a:pt x="259107" y="681067"/>
                  <a:pt x="341657" y="834879"/>
                  <a:pt x="391046" y="891323"/>
                </a:cubicBezTo>
                <a:cubicBezTo>
                  <a:pt x="440435" y="947767"/>
                  <a:pt x="455957" y="966112"/>
                  <a:pt x="518046" y="967523"/>
                </a:cubicBezTo>
                <a:cubicBezTo>
                  <a:pt x="580135" y="968934"/>
                  <a:pt x="673973" y="927306"/>
                  <a:pt x="763579" y="899789"/>
                </a:cubicBezTo>
                <a:cubicBezTo>
                  <a:pt x="853185" y="872272"/>
                  <a:pt x="973835" y="827822"/>
                  <a:pt x="1055680" y="802422"/>
                </a:cubicBezTo>
                <a:cubicBezTo>
                  <a:pt x="1137525" y="777022"/>
                  <a:pt x="1167158" y="767851"/>
                  <a:pt x="1254647" y="747390"/>
                </a:cubicBezTo>
                <a:cubicBezTo>
                  <a:pt x="1342136" y="726929"/>
                  <a:pt x="1490302" y="709290"/>
                  <a:pt x="1580613" y="679656"/>
                </a:cubicBezTo>
                <a:cubicBezTo>
                  <a:pt x="1670924" y="650023"/>
                  <a:pt x="1737246" y="623916"/>
                  <a:pt x="1796512" y="569589"/>
                </a:cubicBezTo>
                <a:cubicBezTo>
                  <a:pt x="1855778" y="515262"/>
                  <a:pt x="1877651" y="421424"/>
                  <a:pt x="1936212" y="353691"/>
                </a:cubicBezTo>
                <a:cubicBezTo>
                  <a:pt x="1994773" y="285958"/>
                  <a:pt x="2042752" y="213284"/>
                  <a:pt x="2130946" y="154723"/>
                </a:cubicBezTo>
                <a:cubicBezTo>
                  <a:pt x="2219140" y="96162"/>
                  <a:pt x="2406112" y="16434"/>
                  <a:pt x="2465379" y="2323"/>
                </a:cubicBezTo>
                <a:cubicBezTo>
                  <a:pt x="2524646" y="-11788"/>
                  <a:pt x="2521118" y="41833"/>
                  <a:pt x="2486546" y="70055"/>
                </a:cubicBezTo>
                <a:cubicBezTo>
                  <a:pt x="2451974" y="98277"/>
                  <a:pt x="2334851" y="117327"/>
                  <a:pt x="2257945" y="171655"/>
                </a:cubicBezTo>
                <a:cubicBezTo>
                  <a:pt x="2181039" y="225983"/>
                  <a:pt x="2090728" y="315590"/>
                  <a:pt x="2025112" y="396023"/>
                </a:cubicBezTo>
                <a:cubicBezTo>
                  <a:pt x="1959496" y="476456"/>
                  <a:pt x="1952442" y="585817"/>
                  <a:pt x="1864247" y="654256"/>
                </a:cubicBezTo>
                <a:cubicBezTo>
                  <a:pt x="1776053" y="722695"/>
                  <a:pt x="1621534" y="767852"/>
                  <a:pt x="1495945" y="806657"/>
                </a:cubicBezTo>
                <a:cubicBezTo>
                  <a:pt x="1370356" y="845462"/>
                  <a:pt x="1223601" y="857456"/>
                  <a:pt x="1110712" y="887089"/>
                </a:cubicBezTo>
                <a:cubicBezTo>
                  <a:pt x="997823" y="916722"/>
                  <a:pt x="900458" y="954821"/>
                  <a:pt x="818613" y="984455"/>
                </a:cubicBezTo>
                <a:cubicBezTo>
                  <a:pt x="736769" y="1014089"/>
                  <a:pt x="664095" y="1048663"/>
                  <a:pt x="619645" y="1064891"/>
                </a:cubicBezTo>
                <a:cubicBezTo>
                  <a:pt x="575195" y="1081119"/>
                  <a:pt x="485590" y="1082529"/>
                  <a:pt x="492646" y="1107223"/>
                </a:cubicBezTo>
                <a:cubicBezTo>
                  <a:pt x="499702" y="1131917"/>
                  <a:pt x="609768" y="1188362"/>
                  <a:pt x="661979" y="1213056"/>
                </a:cubicBezTo>
                <a:cubicBezTo>
                  <a:pt x="714190" y="1237750"/>
                  <a:pt x="766401" y="1246922"/>
                  <a:pt x="805912" y="1255389"/>
                </a:cubicBezTo>
                <a:cubicBezTo>
                  <a:pt x="845423" y="1263856"/>
                  <a:pt x="877878" y="1263152"/>
                  <a:pt x="899045" y="1263858"/>
                </a:cubicBezTo>
                <a:cubicBezTo>
                  <a:pt x="920212" y="1264564"/>
                  <a:pt x="959017" y="1263152"/>
                  <a:pt x="1038745" y="1246924"/>
                </a:cubicBezTo>
                <a:cubicBezTo>
                  <a:pt x="1118473" y="1230696"/>
                  <a:pt x="1331553" y="1155905"/>
                  <a:pt x="1377414" y="1162255"/>
                </a:cubicBezTo>
                <a:cubicBezTo>
                  <a:pt x="1423275" y="1168605"/>
                  <a:pt x="1400696" y="1251156"/>
                  <a:pt x="1313913" y="1285023"/>
                </a:cubicBezTo>
                <a:cubicBezTo>
                  <a:pt x="1227130" y="1318890"/>
                  <a:pt x="995707" y="1370394"/>
                  <a:pt x="856713" y="1365455"/>
                </a:cubicBezTo>
                <a:cubicBezTo>
                  <a:pt x="717719" y="1360516"/>
                  <a:pt x="550502" y="1286435"/>
                  <a:pt x="479946" y="1255390"/>
                </a:cubicBezTo>
                <a:cubicBezTo>
                  <a:pt x="417857" y="1211645"/>
                  <a:pt x="356474" y="1168606"/>
                  <a:pt x="276746" y="1077589"/>
                </a:cubicBezTo>
                <a:cubicBezTo>
                  <a:pt x="197018" y="986572"/>
                  <a:pt x="19923" y="792544"/>
                  <a:pt x="1579" y="709289"/>
                </a:cubicBezTo>
                <a:close/>
              </a:path>
            </a:pathLst>
          </a:custGeom>
          <a:gradFill flip="none" rotWithShape="1">
            <a:gsLst>
              <a:gs pos="10000">
                <a:srgbClr val="FF7C80"/>
              </a:gs>
              <a:gs pos="100000">
                <a:srgbClr val="C693B0"/>
              </a:gs>
              <a:gs pos="99000">
                <a:srgbClr val="A7A0C9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7E94FD-FA69-4613-9018-EFDE20EE5645}"/>
              </a:ext>
            </a:extLst>
          </p:cNvPr>
          <p:cNvSpPr/>
          <p:nvPr/>
        </p:nvSpPr>
        <p:spPr>
          <a:xfrm>
            <a:off x="2603602" y="1971784"/>
            <a:ext cx="2444146" cy="1421512"/>
          </a:xfrm>
          <a:custGeom>
            <a:avLst/>
            <a:gdLst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250346 w 2683712"/>
              <a:gd name="connsiteY8" fmla="*/ 989712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172255 w 2683712"/>
              <a:gd name="connsiteY8" fmla="*/ 1047300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3712" h="1611468">
                <a:moveTo>
                  <a:pt x="43846" y="1332612"/>
                </a:moveTo>
                <a:cubicBezTo>
                  <a:pt x="33263" y="1114596"/>
                  <a:pt x="-49287" y="485945"/>
                  <a:pt x="43846" y="265812"/>
                </a:cubicBezTo>
                <a:cubicBezTo>
                  <a:pt x="136979" y="45679"/>
                  <a:pt x="181429" y="43562"/>
                  <a:pt x="602646" y="11812"/>
                </a:cubicBezTo>
                <a:cubicBezTo>
                  <a:pt x="1023863" y="-19938"/>
                  <a:pt x="2276929" y="16045"/>
                  <a:pt x="2571146" y="75312"/>
                </a:cubicBezTo>
                <a:cubicBezTo>
                  <a:pt x="2865363" y="134579"/>
                  <a:pt x="2505529" y="240412"/>
                  <a:pt x="2367946" y="367412"/>
                </a:cubicBezTo>
                <a:cubicBezTo>
                  <a:pt x="2230363" y="494412"/>
                  <a:pt x="1927679" y="735712"/>
                  <a:pt x="1745646" y="837312"/>
                </a:cubicBezTo>
                <a:cubicBezTo>
                  <a:pt x="1563613" y="938912"/>
                  <a:pt x="1370996" y="981245"/>
                  <a:pt x="1275746" y="977012"/>
                </a:cubicBezTo>
                <a:cubicBezTo>
                  <a:pt x="1180496" y="972779"/>
                  <a:pt x="1191394" y="800197"/>
                  <a:pt x="1174146" y="811912"/>
                </a:cubicBezTo>
                <a:cubicBezTo>
                  <a:pt x="1156898" y="823627"/>
                  <a:pt x="1252688" y="956283"/>
                  <a:pt x="1172255" y="1047300"/>
                </a:cubicBezTo>
                <a:cubicBezTo>
                  <a:pt x="1091822" y="1138317"/>
                  <a:pt x="826698" y="1268127"/>
                  <a:pt x="691546" y="1358012"/>
                </a:cubicBezTo>
                <a:cubicBezTo>
                  <a:pt x="556395" y="1447897"/>
                  <a:pt x="458713" y="1550629"/>
                  <a:pt x="361346" y="1586612"/>
                </a:cubicBezTo>
                <a:cubicBezTo>
                  <a:pt x="263979" y="1622595"/>
                  <a:pt x="166613" y="1620479"/>
                  <a:pt x="107346" y="1573912"/>
                </a:cubicBezTo>
                <a:cubicBezTo>
                  <a:pt x="48079" y="1527345"/>
                  <a:pt x="54429" y="1550628"/>
                  <a:pt x="43846" y="1332612"/>
                </a:cubicBezTo>
                <a:close/>
              </a:path>
            </a:pathLst>
          </a:custGeom>
          <a:solidFill>
            <a:srgbClr val="BD53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538F90-2055-4291-867F-E536433CC0E2}"/>
              </a:ext>
            </a:extLst>
          </p:cNvPr>
          <p:cNvSpPr/>
          <p:nvPr/>
        </p:nvSpPr>
        <p:spPr>
          <a:xfrm>
            <a:off x="6285236" y="1551126"/>
            <a:ext cx="875457" cy="1292656"/>
          </a:xfrm>
          <a:custGeom>
            <a:avLst/>
            <a:gdLst>
              <a:gd name="connsiteX0" fmla="*/ 53626 w 910131"/>
              <a:gd name="connsiteY0" fmla="*/ 901423 h 1287711"/>
              <a:gd name="connsiteX1" fmla="*/ 161576 w 910131"/>
              <a:gd name="connsiteY1" fmla="*/ 704573 h 1287711"/>
              <a:gd name="connsiteX2" fmla="*/ 117126 w 910131"/>
              <a:gd name="connsiteY2" fmla="*/ 475973 h 1287711"/>
              <a:gd name="connsiteX3" fmla="*/ 66326 w 910131"/>
              <a:gd name="connsiteY3" fmla="*/ 164823 h 1287711"/>
              <a:gd name="connsiteX4" fmla="*/ 136176 w 910131"/>
              <a:gd name="connsiteY4" fmla="*/ 31473 h 1287711"/>
              <a:gd name="connsiteX5" fmla="*/ 358426 w 910131"/>
              <a:gd name="connsiteY5" fmla="*/ 6073 h 1287711"/>
              <a:gd name="connsiteX6" fmla="*/ 675926 w 910131"/>
              <a:gd name="connsiteY6" fmla="*/ 120373 h 1287711"/>
              <a:gd name="connsiteX7" fmla="*/ 898176 w 910131"/>
              <a:gd name="connsiteY7" fmla="*/ 622023 h 1287711"/>
              <a:gd name="connsiteX8" fmla="*/ 834676 w 910131"/>
              <a:gd name="connsiteY8" fmla="*/ 971273 h 1287711"/>
              <a:gd name="connsiteX9" fmla="*/ 453676 w 910131"/>
              <a:gd name="connsiteY9" fmla="*/ 1237973 h 1287711"/>
              <a:gd name="connsiteX10" fmla="*/ 59976 w 910131"/>
              <a:gd name="connsiteY10" fmla="*/ 1263373 h 1287711"/>
              <a:gd name="connsiteX11" fmla="*/ 2826 w 910131"/>
              <a:gd name="connsiteY11" fmla="*/ 971273 h 1287711"/>
              <a:gd name="connsiteX12" fmla="*/ 53626 w 910131"/>
              <a:gd name="connsiteY12" fmla="*/ 901423 h 1287711"/>
              <a:gd name="connsiteX0" fmla="*/ 53626 w 908735"/>
              <a:gd name="connsiteY0" fmla="*/ 907932 h 1294220"/>
              <a:gd name="connsiteX1" fmla="*/ 161576 w 908735"/>
              <a:gd name="connsiteY1" fmla="*/ 711082 h 1294220"/>
              <a:gd name="connsiteX2" fmla="*/ 117126 w 908735"/>
              <a:gd name="connsiteY2" fmla="*/ 482482 h 1294220"/>
              <a:gd name="connsiteX3" fmla="*/ 66326 w 908735"/>
              <a:gd name="connsiteY3" fmla="*/ 171332 h 1294220"/>
              <a:gd name="connsiteX4" fmla="*/ 136176 w 908735"/>
              <a:gd name="connsiteY4" fmla="*/ 37982 h 1294220"/>
              <a:gd name="connsiteX5" fmla="*/ 358426 w 908735"/>
              <a:gd name="connsiteY5" fmla="*/ 12582 h 1294220"/>
              <a:gd name="connsiteX6" fmla="*/ 694976 w 908735"/>
              <a:gd name="connsiteY6" fmla="*/ 215782 h 1294220"/>
              <a:gd name="connsiteX7" fmla="*/ 898176 w 908735"/>
              <a:gd name="connsiteY7" fmla="*/ 628532 h 1294220"/>
              <a:gd name="connsiteX8" fmla="*/ 834676 w 908735"/>
              <a:gd name="connsiteY8" fmla="*/ 977782 h 1294220"/>
              <a:gd name="connsiteX9" fmla="*/ 453676 w 908735"/>
              <a:gd name="connsiteY9" fmla="*/ 1244482 h 1294220"/>
              <a:gd name="connsiteX10" fmla="*/ 59976 w 908735"/>
              <a:gd name="connsiteY10" fmla="*/ 1269882 h 1294220"/>
              <a:gd name="connsiteX11" fmla="*/ 2826 w 908735"/>
              <a:gd name="connsiteY11" fmla="*/ 977782 h 1294220"/>
              <a:gd name="connsiteX12" fmla="*/ 53626 w 908735"/>
              <a:gd name="connsiteY12" fmla="*/ 907932 h 1294220"/>
              <a:gd name="connsiteX0" fmla="*/ 53626 w 885417"/>
              <a:gd name="connsiteY0" fmla="*/ 907932 h 1294220"/>
              <a:gd name="connsiteX1" fmla="*/ 161576 w 885417"/>
              <a:gd name="connsiteY1" fmla="*/ 711082 h 1294220"/>
              <a:gd name="connsiteX2" fmla="*/ 117126 w 885417"/>
              <a:gd name="connsiteY2" fmla="*/ 482482 h 1294220"/>
              <a:gd name="connsiteX3" fmla="*/ 66326 w 885417"/>
              <a:gd name="connsiteY3" fmla="*/ 171332 h 1294220"/>
              <a:gd name="connsiteX4" fmla="*/ 136176 w 885417"/>
              <a:gd name="connsiteY4" fmla="*/ 37982 h 1294220"/>
              <a:gd name="connsiteX5" fmla="*/ 358426 w 885417"/>
              <a:gd name="connsiteY5" fmla="*/ 12582 h 1294220"/>
              <a:gd name="connsiteX6" fmla="*/ 694976 w 885417"/>
              <a:gd name="connsiteY6" fmla="*/ 215782 h 1294220"/>
              <a:gd name="connsiteX7" fmla="*/ 866426 w 885417"/>
              <a:gd name="connsiteY7" fmla="*/ 647582 h 1294220"/>
              <a:gd name="connsiteX8" fmla="*/ 834676 w 885417"/>
              <a:gd name="connsiteY8" fmla="*/ 977782 h 1294220"/>
              <a:gd name="connsiteX9" fmla="*/ 453676 w 885417"/>
              <a:gd name="connsiteY9" fmla="*/ 1244482 h 1294220"/>
              <a:gd name="connsiteX10" fmla="*/ 59976 w 885417"/>
              <a:gd name="connsiteY10" fmla="*/ 1269882 h 1294220"/>
              <a:gd name="connsiteX11" fmla="*/ 2826 w 885417"/>
              <a:gd name="connsiteY11" fmla="*/ 977782 h 1294220"/>
              <a:gd name="connsiteX12" fmla="*/ 53626 w 885417"/>
              <a:gd name="connsiteY12" fmla="*/ 907932 h 1294220"/>
              <a:gd name="connsiteX0" fmla="*/ 53626 w 867501"/>
              <a:gd name="connsiteY0" fmla="*/ 907932 h 1294220"/>
              <a:gd name="connsiteX1" fmla="*/ 161576 w 867501"/>
              <a:gd name="connsiteY1" fmla="*/ 711082 h 1294220"/>
              <a:gd name="connsiteX2" fmla="*/ 117126 w 867501"/>
              <a:gd name="connsiteY2" fmla="*/ 482482 h 1294220"/>
              <a:gd name="connsiteX3" fmla="*/ 66326 w 867501"/>
              <a:gd name="connsiteY3" fmla="*/ 171332 h 1294220"/>
              <a:gd name="connsiteX4" fmla="*/ 136176 w 867501"/>
              <a:gd name="connsiteY4" fmla="*/ 37982 h 1294220"/>
              <a:gd name="connsiteX5" fmla="*/ 358426 w 867501"/>
              <a:gd name="connsiteY5" fmla="*/ 12582 h 1294220"/>
              <a:gd name="connsiteX6" fmla="*/ 694976 w 867501"/>
              <a:gd name="connsiteY6" fmla="*/ 215782 h 1294220"/>
              <a:gd name="connsiteX7" fmla="*/ 866426 w 867501"/>
              <a:gd name="connsiteY7" fmla="*/ 647582 h 1294220"/>
              <a:gd name="connsiteX8" fmla="*/ 752126 w 867501"/>
              <a:gd name="connsiteY8" fmla="*/ 977782 h 1294220"/>
              <a:gd name="connsiteX9" fmla="*/ 453676 w 867501"/>
              <a:gd name="connsiteY9" fmla="*/ 1244482 h 1294220"/>
              <a:gd name="connsiteX10" fmla="*/ 59976 w 867501"/>
              <a:gd name="connsiteY10" fmla="*/ 1269882 h 1294220"/>
              <a:gd name="connsiteX11" fmla="*/ 2826 w 867501"/>
              <a:gd name="connsiteY11" fmla="*/ 977782 h 1294220"/>
              <a:gd name="connsiteX12" fmla="*/ 53626 w 867501"/>
              <a:gd name="connsiteY12" fmla="*/ 907932 h 1294220"/>
              <a:gd name="connsiteX0" fmla="*/ 53626 w 867633"/>
              <a:gd name="connsiteY0" fmla="*/ 907932 h 1304824"/>
              <a:gd name="connsiteX1" fmla="*/ 161576 w 867633"/>
              <a:gd name="connsiteY1" fmla="*/ 711082 h 1304824"/>
              <a:gd name="connsiteX2" fmla="*/ 117126 w 867633"/>
              <a:gd name="connsiteY2" fmla="*/ 482482 h 1304824"/>
              <a:gd name="connsiteX3" fmla="*/ 66326 w 867633"/>
              <a:gd name="connsiteY3" fmla="*/ 171332 h 1304824"/>
              <a:gd name="connsiteX4" fmla="*/ 136176 w 867633"/>
              <a:gd name="connsiteY4" fmla="*/ 37982 h 1304824"/>
              <a:gd name="connsiteX5" fmla="*/ 358426 w 867633"/>
              <a:gd name="connsiteY5" fmla="*/ 12582 h 1304824"/>
              <a:gd name="connsiteX6" fmla="*/ 694976 w 867633"/>
              <a:gd name="connsiteY6" fmla="*/ 215782 h 1304824"/>
              <a:gd name="connsiteX7" fmla="*/ 866426 w 867633"/>
              <a:gd name="connsiteY7" fmla="*/ 647582 h 1304824"/>
              <a:gd name="connsiteX8" fmla="*/ 752126 w 867633"/>
              <a:gd name="connsiteY8" fmla="*/ 977782 h 1304824"/>
              <a:gd name="connsiteX9" fmla="*/ 409226 w 867633"/>
              <a:gd name="connsiteY9" fmla="*/ 1269882 h 1304824"/>
              <a:gd name="connsiteX10" fmla="*/ 59976 w 867633"/>
              <a:gd name="connsiteY10" fmla="*/ 1269882 h 1304824"/>
              <a:gd name="connsiteX11" fmla="*/ 2826 w 867633"/>
              <a:gd name="connsiteY11" fmla="*/ 977782 h 1304824"/>
              <a:gd name="connsiteX12" fmla="*/ 53626 w 867633"/>
              <a:gd name="connsiteY12" fmla="*/ 907932 h 1304824"/>
              <a:gd name="connsiteX0" fmla="*/ 95358 w 909365"/>
              <a:gd name="connsiteY0" fmla="*/ 907932 h 1304824"/>
              <a:gd name="connsiteX1" fmla="*/ 203308 w 909365"/>
              <a:gd name="connsiteY1" fmla="*/ 711082 h 1304824"/>
              <a:gd name="connsiteX2" fmla="*/ 158858 w 909365"/>
              <a:gd name="connsiteY2" fmla="*/ 482482 h 1304824"/>
              <a:gd name="connsiteX3" fmla="*/ 108058 w 909365"/>
              <a:gd name="connsiteY3" fmla="*/ 171332 h 1304824"/>
              <a:gd name="connsiteX4" fmla="*/ 177908 w 909365"/>
              <a:gd name="connsiteY4" fmla="*/ 37982 h 1304824"/>
              <a:gd name="connsiteX5" fmla="*/ 400158 w 909365"/>
              <a:gd name="connsiteY5" fmla="*/ 12582 h 1304824"/>
              <a:gd name="connsiteX6" fmla="*/ 736708 w 909365"/>
              <a:gd name="connsiteY6" fmla="*/ 215782 h 1304824"/>
              <a:gd name="connsiteX7" fmla="*/ 908158 w 909365"/>
              <a:gd name="connsiteY7" fmla="*/ 647582 h 1304824"/>
              <a:gd name="connsiteX8" fmla="*/ 793858 w 909365"/>
              <a:gd name="connsiteY8" fmla="*/ 977782 h 1304824"/>
              <a:gd name="connsiteX9" fmla="*/ 450958 w 909365"/>
              <a:gd name="connsiteY9" fmla="*/ 1269882 h 1304824"/>
              <a:gd name="connsiteX10" fmla="*/ 101708 w 909365"/>
              <a:gd name="connsiteY10" fmla="*/ 1269882 h 1304824"/>
              <a:gd name="connsiteX11" fmla="*/ 108 w 909365"/>
              <a:gd name="connsiteY11" fmla="*/ 1073032 h 1304824"/>
              <a:gd name="connsiteX12" fmla="*/ 95358 w 909365"/>
              <a:gd name="connsiteY12" fmla="*/ 907932 h 1304824"/>
              <a:gd name="connsiteX0" fmla="*/ 95358 w 872573"/>
              <a:gd name="connsiteY0" fmla="*/ 907932 h 1304824"/>
              <a:gd name="connsiteX1" fmla="*/ 203308 w 872573"/>
              <a:gd name="connsiteY1" fmla="*/ 711082 h 1304824"/>
              <a:gd name="connsiteX2" fmla="*/ 158858 w 872573"/>
              <a:gd name="connsiteY2" fmla="*/ 482482 h 1304824"/>
              <a:gd name="connsiteX3" fmla="*/ 108058 w 872573"/>
              <a:gd name="connsiteY3" fmla="*/ 171332 h 1304824"/>
              <a:gd name="connsiteX4" fmla="*/ 177908 w 872573"/>
              <a:gd name="connsiteY4" fmla="*/ 37982 h 1304824"/>
              <a:gd name="connsiteX5" fmla="*/ 400158 w 872573"/>
              <a:gd name="connsiteY5" fmla="*/ 12582 h 1304824"/>
              <a:gd name="connsiteX6" fmla="*/ 736708 w 872573"/>
              <a:gd name="connsiteY6" fmla="*/ 215782 h 1304824"/>
              <a:gd name="connsiteX7" fmla="*/ 870058 w 872573"/>
              <a:gd name="connsiteY7" fmla="*/ 653932 h 1304824"/>
              <a:gd name="connsiteX8" fmla="*/ 793858 w 872573"/>
              <a:gd name="connsiteY8" fmla="*/ 977782 h 1304824"/>
              <a:gd name="connsiteX9" fmla="*/ 450958 w 872573"/>
              <a:gd name="connsiteY9" fmla="*/ 1269882 h 1304824"/>
              <a:gd name="connsiteX10" fmla="*/ 101708 w 872573"/>
              <a:gd name="connsiteY10" fmla="*/ 1269882 h 1304824"/>
              <a:gd name="connsiteX11" fmla="*/ 108 w 872573"/>
              <a:gd name="connsiteY11" fmla="*/ 1073032 h 1304824"/>
              <a:gd name="connsiteX12" fmla="*/ 95358 w 872573"/>
              <a:gd name="connsiteY12" fmla="*/ 907932 h 1304824"/>
              <a:gd name="connsiteX0" fmla="*/ 95358 w 875347"/>
              <a:gd name="connsiteY0" fmla="*/ 909334 h 1306226"/>
              <a:gd name="connsiteX1" fmla="*/ 203308 w 875347"/>
              <a:gd name="connsiteY1" fmla="*/ 712484 h 1306226"/>
              <a:gd name="connsiteX2" fmla="*/ 158858 w 875347"/>
              <a:gd name="connsiteY2" fmla="*/ 483884 h 1306226"/>
              <a:gd name="connsiteX3" fmla="*/ 108058 w 875347"/>
              <a:gd name="connsiteY3" fmla="*/ 172734 h 1306226"/>
              <a:gd name="connsiteX4" fmla="*/ 177908 w 875347"/>
              <a:gd name="connsiteY4" fmla="*/ 39384 h 1306226"/>
              <a:gd name="connsiteX5" fmla="*/ 400158 w 875347"/>
              <a:gd name="connsiteY5" fmla="*/ 13984 h 1306226"/>
              <a:gd name="connsiteX6" fmla="*/ 692258 w 875347"/>
              <a:gd name="connsiteY6" fmla="*/ 236234 h 1306226"/>
              <a:gd name="connsiteX7" fmla="*/ 870058 w 875347"/>
              <a:gd name="connsiteY7" fmla="*/ 655334 h 1306226"/>
              <a:gd name="connsiteX8" fmla="*/ 793858 w 875347"/>
              <a:gd name="connsiteY8" fmla="*/ 979184 h 1306226"/>
              <a:gd name="connsiteX9" fmla="*/ 450958 w 875347"/>
              <a:gd name="connsiteY9" fmla="*/ 1271284 h 1306226"/>
              <a:gd name="connsiteX10" fmla="*/ 101708 w 875347"/>
              <a:gd name="connsiteY10" fmla="*/ 1271284 h 1306226"/>
              <a:gd name="connsiteX11" fmla="*/ 108 w 875347"/>
              <a:gd name="connsiteY11" fmla="*/ 1074434 h 1306226"/>
              <a:gd name="connsiteX12" fmla="*/ 95358 w 875347"/>
              <a:gd name="connsiteY12" fmla="*/ 909334 h 1306226"/>
              <a:gd name="connsiteX0" fmla="*/ 95358 w 875347"/>
              <a:gd name="connsiteY0" fmla="*/ 878656 h 1275548"/>
              <a:gd name="connsiteX1" fmla="*/ 203308 w 875347"/>
              <a:gd name="connsiteY1" fmla="*/ 681806 h 1275548"/>
              <a:gd name="connsiteX2" fmla="*/ 158858 w 875347"/>
              <a:gd name="connsiteY2" fmla="*/ 453206 h 1275548"/>
              <a:gd name="connsiteX3" fmla="*/ 108058 w 875347"/>
              <a:gd name="connsiteY3" fmla="*/ 142056 h 1275548"/>
              <a:gd name="connsiteX4" fmla="*/ 177908 w 875347"/>
              <a:gd name="connsiteY4" fmla="*/ 8706 h 1275548"/>
              <a:gd name="connsiteX5" fmla="*/ 400158 w 875347"/>
              <a:gd name="connsiteY5" fmla="*/ 34106 h 1275548"/>
              <a:gd name="connsiteX6" fmla="*/ 692258 w 875347"/>
              <a:gd name="connsiteY6" fmla="*/ 205556 h 1275548"/>
              <a:gd name="connsiteX7" fmla="*/ 870058 w 875347"/>
              <a:gd name="connsiteY7" fmla="*/ 624656 h 1275548"/>
              <a:gd name="connsiteX8" fmla="*/ 793858 w 875347"/>
              <a:gd name="connsiteY8" fmla="*/ 948506 h 1275548"/>
              <a:gd name="connsiteX9" fmla="*/ 450958 w 875347"/>
              <a:gd name="connsiteY9" fmla="*/ 1240606 h 1275548"/>
              <a:gd name="connsiteX10" fmla="*/ 101708 w 875347"/>
              <a:gd name="connsiteY10" fmla="*/ 1240606 h 1275548"/>
              <a:gd name="connsiteX11" fmla="*/ 108 w 875347"/>
              <a:gd name="connsiteY11" fmla="*/ 1043756 h 1275548"/>
              <a:gd name="connsiteX12" fmla="*/ 95358 w 875347"/>
              <a:gd name="connsiteY12" fmla="*/ 878656 h 1275548"/>
              <a:gd name="connsiteX0" fmla="*/ 95358 w 875347"/>
              <a:gd name="connsiteY0" fmla="*/ 894948 h 1291840"/>
              <a:gd name="connsiteX1" fmla="*/ 203308 w 875347"/>
              <a:gd name="connsiteY1" fmla="*/ 698098 h 1291840"/>
              <a:gd name="connsiteX2" fmla="*/ 158858 w 875347"/>
              <a:gd name="connsiteY2" fmla="*/ 469498 h 1291840"/>
              <a:gd name="connsiteX3" fmla="*/ 108058 w 875347"/>
              <a:gd name="connsiteY3" fmla="*/ 158348 h 1291840"/>
              <a:gd name="connsiteX4" fmla="*/ 177908 w 875347"/>
              <a:gd name="connsiteY4" fmla="*/ 24998 h 1291840"/>
              <a:gd name="connsiteX5" fmla="*/ 393808 w 875347"/>
              <a:gd name="connsiteY5" fmla="*/ 18648 h 1291840"/>
              <a:gd name="connsiteX6" fmla="*/ 692258 w 875347"/>
              <a:gd name="connsiteY6" fmla="*/ 221848 h 1291840"/>
              <a:gd name="connsiteX7" fmla="*/ 870058 w 875347"/>
              <a:gd name="connsiteY7" fmla="*/ 640948 h 1291840"/>
              <a:gd name="connsiteX8" fmla="*/ 793858 w 875347"/>
              <a:gd name="connsiteY8" fmla="*/ 964798 h 1291840"/>
              <a:gd name="connsiteX9" fmla="*/ 450958 w 875347"/>
              <a:gd name="connsiteY9" fmla="*/ 1256898 h 1291840"/>
              <a:gd name="connsiteX10" fmla="*/ 101708 w 875347"/>
              <a:gd name="connsiteY10" fmla="*/ 1256898 h 1291840"/>
              <a:gd name="connsiteX11" fmla="*/ 108 w 875347"/>
              <a:gd name="connsiteY11" fmla="*/ 1060048 h 1291840"/>
              <a:gd name="connsiteX12" fmla="*/ 95358 w 875347"/>
              <a:gd name="connsiteY12" fmla="*/ 894948 h 1291840"/>
              <a:gd name="connsiteX0" fmla="*/ 95358 w 875457"/>
              <a:gd name="connsiteY0" fmla="*/ 894948 h 1291840"/>
              <a:gd name="connsiteX1" fmla="*/ 203308 w 875457"/>
              <a:gd name="connsiteY1" fmla="*/ 698098 h 1291840"/>
              <a:gd name="connsiteX2" fmla="*/ 158858 w 875457"/>
              <a:gd name="connsiteY2" fmla="*/ 469498 h 1291840"/>
              <a:gd name="connsiteX3" fmla="*/ 108058 w 875457"/>
              <a:gd name="connsiteY3" fmla="*/ 158348 h 1291840"/>
              <a:gd name="connsiteX4" fmla="*/ 177908 w 875457"/>
              <a:gd name="connsiteY4" fmla="*/ 24998 h 1291840"/>
              <a:gd name="connsiteX5" fmla="*/ 393808 w 875457"/>
              <a:gd name="connsiteY5" fmla="*/ 18648 h 1291840"/>
              <a:gd name="connsiteX6" fmla="*/ 692258 w 875457"/>
              <a:gd name="connsiteY6" fmla="*/ 221848 h 1291840"/>
              <a:gd name="connsiteX7" fmla="*/ 870058 w 875457"/>
              <a:gd name="connsiteY7" fmla="*/ 640948 h 1291840"/>
              <a:gd name="connsiteX8" fmla="*/ 793858 w 875457"/>
              <a:gd name="connsiteY8" fmla="*/ 964798 h 1291840"/>
              <a:gd name="connsiteX9" fmla="*/ 444608 w 875457"/>
              <a:gd name="connsiteY9" fmla="*/ 1256898 h 1291840"/>
              <a:gd name="connsiteX10" fmla="*/ 101708 w 875457"/>
              <a:gd name="connsiteY10" fmla="*/ 1256898 h 1291840"/>
              <a:gd name="connsiteX11" fmla="*/ 108 w 875457"/>
              <a:gd name="connsiteY11" fmla="*/ 1060048 h 1291840"/>
              <a:gd name="connsiteX12" fmla="*/ 95358 w 875457"/>
              <a:gd name="connsiteY12" fmla="*/ 894948 h 1291840"/>
              <a:gd name="connsiteX0" fmla="*/ 95358 w 875457"/>
              <a:gd name="connsiteY0" fmla="*/ 894948 h 1292656"/>
              <a:gd name="connsiteX1" fmla="*/ 203308 w 875457"/>
              <a:gd name="connsiteY1" fmla="*/ 698098 h 1292656"/>
              <a:gd name="connsiteX2" fmla="*/ 158858 w 875457"/>
              <a:gd name="connsiteY2" fmla="*/ 469498 h 1292656"/>
              <a:gd name="connsiteX3" fmla="*/ 108058 w 875457"/>
              <a:gd name="connsiteY3" fmla="*/ 158348 h 1292656"/>
              <a:gd name="connsiteX4" fmla="*/ 177908 w 875457"/>
              <a:gd name="connsiteY4" fmla="*/ 24998 h 1292656"/>
              <a:gd name="connsiteX5" fmla="*/ 393808 w 875457"/>
              <a:gd name="connsiteY5" fmla="*/ 18648 h 1292656"/>
              <a:gd name="connsiteX6" fmla="*/ 692258 w 875457"/>
              <a:gd name="connsiteY6" fmla="*/ 221848 h 1292656"/>
              <a:gd name="connsiteX7" fmla="*/ 870058 w 875457"/>
              <a:gd name="connsiteY7" fmla="*/ 640948 h 1292656"/>
              <a:gd name="connsiteX8" fmla="*/ 793858 w 875457"/>
              <a:gd name="connsiteY8" fmla="*/ 952098 h 1292656"/>
              <a:gd name="connsiteX9" fmla="*/ 444608 w 875457"/>
              <a:gd name="connsiteY9" fmla="*/ 1256898 h 1292656"/>
              <a:gd name="connsiteX10" fmla="*/ 101708 w 875457"/>
              <a:gd name="connsiteY10" fmla="*/ 1256898 h 1292656"/>
              <a:gd name="connsiteX11" fmla="*/ 108 w 875457"/>
              <a:gd name="connsiteY11" fmla="*/ 1060048 h 1292656"/>
              <a:gd name="connsiteX12" fmla="*/ 95358 w 875457"/>
              <a:gd name="connsiteY12" fmla="*/ 894948 h 129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457" h="1292656">
                <a:moveTo>
                  <a:pt x="95358" y="894948"/>
                </a:moveTo>
                <a:cubicBezTo>
                  <a:pt x="129225" y="834623"/>
                  <a:pt x="192725" y="769006"/>
                  <a:pt x="203308" y="698098"/>
                </a:cubicBezTo>
                <a:cubicBezTo>
                  <a:pt x="213891" y="627190"/>
                  <a:pt x="174733" y="559456"/>
                  <a:pt x="158858" y="469498"/>
                </a:cubicBezTo>
                <a:cubicBezTo>
                  <a:pt x="142983" y="379540"/>
                  <a:pt x="104883" y="232431"/>
                  <a:pt x="108058" y="158348"/>
                </a:cubicBezTo>
                <a:cubicBezTo>
                  <a:pt x="111233" y="84265"/>
                  <a:pt x="130283" y="48281"/>
                  <a:pt x="177908" y="24998"/>
                </a:cubicBezTo>
                <a:cubicBezTo>
                  <a:pt x="225533" y="1715"/>
                  <a:pt x="308083" y="-14160"/>
                  <a:pt x="393808" y="18648"/>
                </a:cubicBezTo>
                <a:cubicBezTo>
                  <a:pt x="479533" y="51456"/>
                  <a:pt x="612883" y="118131"/>
                  <a:pt x="692258" y="221848"/>
                </a:cubicBezTo>
                <a:cubicBezTo>
                  <a:pt x="771633" y="325565"/>
                  <a:pt x="853125" y="519240"/>
                  <a:pt x="870058" y="640948"/>
                </a:cubicBezTo>
                <a:cubicBezTo>
                  <a:pt x="886991" y="762656"/>
                  <a:pt x="864766" y="849440"/>
                  <a:pt x="793858" y="952098"/>
                </a:cubicBezTo>
                <a:cubicBezTo>
                  <a:pt x="722950" y="1054756"/>
                  <a:pt x="559966" y="1206098"/>
                  <a:pt x="444608" y="1256898"/>
                </a:cubicBezTo>
                <a:cubicBezTo>
                  <a:pt x="329250" y="1307698"/>
                  <a:pt x="176850" y="1301348"/>
                  <a:pt x="101708" y="1256898"/>
                </a:cubicBezTo>
                <a:cubicBezTo>
                  <a:pt x="26566" y="1212448"/>
                  <a:pt x="-2009" y="1119315"/>
                  <a:pt x="108" y="1060048"/>
                </a:cubicBezTo>
                <a:cubicBezTo>
                  <a:pt x="2225" y="1000781"/>
                  <a:pt x="61491" y="955273"/>
                  <a:pt x="95358" y="894948"/>
                </a:cubicBezTo>
                <a:close/>
              </a:path>
            </a:pathLst>
          </a:custGeom>
          <a:solidFill>
            <a:srgbClr val="F94B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4B3BA-D954-4BA3-A909-BCED9AC9532F}"/>
              </a:ext>
            </a:extLst>
          </p:cNvPr>
          <p:cNvSpPr/>
          <p:nvPr/>
        </p:nvSpPr>
        <p:spPr>
          <a:xfrm>
            <a:off x="4324979" y="2132930"/>
            <a:ext cx="1445538" cy="1392960"/>
          </a:xfrm>
          <a:custGeom>
            <a:avLst/>
            <a:gdLst>
              <a:gd name="connsiteX0" fmla="*/ 0 w 1099029"/>
              <a:gd name="connsiteY0" fmla="*/ 0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0 h 1056075"/>
              <a:gd name="connsiteX0" fmla="*/ 0 w 1099029"/>
              <a:gd name="connsiteY0" fmla="*/ 134754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134754 h 1056075"/>
              <a:gd name="connsiteX0" fmla="*/ 0 w 1204907"/>
              <a:gd name="connsiteY0" fmla="*/ 134754 h 1056075"/>
              <a:gd name="connsiteX1" fmla="*/ 1099029 w 1204907"/>
              <a:gd name="connsiteY1" fmla="*/ 0 h 1056075"/>
              <a:gd name="connsiteX2" fmla="*/ 1204907 w 1204907"/>
              <a:gd name="connsiteY2" fmla="*/ 873195 h 1056075"/>
              <a:gd name="connsiteX3" fmla="*/ 0 w 1204907"/>
              <a:gd name="connsiteY3" fmla="*/ 1056075 h 1056075"/>
              <a:gd name="connsiteX4" fmla="*/ 0 w 1204907"/>
              <a:gd name="connsiteY4" fmla="*/ 134754 h 1056075"/>
              <a:gd name="connsiteX0" fmla="*/ 0 w 1118279"/>
              <a:gd name="connsiteY0" fmla="*/ 134754 h 1056075"/>
              <a:gd name="connsiteX1" fmla="*/ 1099029 w 1118279"/>
              <a:gd name="connsiteY1" fmla="*/ 0 h 1056075"/>
              <a:gd name="connsiteX2" fmla="*/ 1118279 w 1118279"/>
              <a:gd name="connsiteY2" fmla="*/ 950197 h 1056075"/>
              <a:gd name="connsiteX3" fmla="*/ 0 w 1118279"/>
              <a:gd name="connsiteY3" fmla="*/ 1056075 h 1056075"/>
              <a:gd name="connsiteX4" fmla="*/ 0 w 1118279"/>
              <a:gd name="connsiteY4" fmla="*/ 134754 h 1056075"/>
              <a:gd name="connsiteX0" fmla="*/ 0 w 1118279"/>
              <a:gd name="connsiteY0" fmla="*/ 500514 h 1421835"/>
              <a:gd name="connsiteX1" fmla="*/ 906524 w 1118279"/>
              <a:gd name="connsiteY1" fmla="*/ 0 h 1421835"/>
              <a:gd name="connsiteX2" fmla="*/ 1118279 w 1118279"/>
              <a:gd name="connsiteY2" fmla="*/ 1315957 h 1421835"/>
              <a:gd name="connsiteX3" fmla="*/ 0 w 1118279"/>
              <a:gd name="connsiteY3" fmla="*/ 1421835 h 1421835"/>
              <a:gd name="connsiteX4" fmla="*/ 0 w 1118279"/>
              <a:gd name="connsiteY4" fmla="*/ 500514 h 1421835"/>
              <a:gd name="connsiteX0" fmla="*/ 0 w 1166406"/>
              <a:gd name="connsiteY0" fmla="*/ 500514 h 1421835"/>
              <a:gd name="connsiteX1" fmla="*/ 906524 w 1166406"/>
              <a:gd name="connsiteY1" fmla="*/ 0 h 1421835"/>
              <a:gd name="connsiteX2" fmla="*/ 1166406 w 1166406"/>
              <a:gd name="connsiteY2" fmla="*/ 825068 h 1421835"/>
              <a:gd name="connsiteX3" fmla="*/ 0 w 1166406"/>
              <a:gd name="connsiteY3" fmla="*/ 1421835 h 1421835"/>
              <a:gd name="connsiteX4" fmla="*/ 0 w 1166406"/>
              <a:gd name="connsiteY4" fmla="*/ 500514 h 1421835"/>
              <a:gd name="connsiteX0" fmla="*/ 0 w 1166406"/>
              <a:gd name="connsiteY0" fmla="*/ 500514 h 1296707"/>
              <a:gd name="connsiteX1" fmla="*/ 906524 w 1166406"/>
              <a:gd name="connsiteY1" fmla="*/ 0 h 1296707"/>
              <a:gd name="connsiteX2" fmla="*/ 1166406 w 1166406"/>
              <a:gd name="connsiteY2" fmla="*/ 825068 h 1296707"/>
              <a:gd name="connsiteX3" fmla="*/ 202130 w 1166406"/>
              <a:gd name="connsiteY3" fmla="*/ 1296707 h 1296707"/>
              <a:gd name="connsiteX4" fmla="*/ 0 w 1166406"/>
              <a:gd name="connsiteY4" fmla="*/ 500514 h 1296707"/>
              <a:gd name="connsiteX0" fmla="*/ 0 w 1339660"/>
              <a:gd name="connsiteY0" fmla="*/ 635268 h 1296707"/>
              <a:gd name="connsiteX1" fmla="*/ 1079778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39660"/>
              <a:gd name="connsiteY0" fmla="*/ 635268 h 1296707"/>
              <a:gd name="connsiteX1" fmla="*/ 973900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825068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796193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373710"/>
              <a:gd name="connsiteX1" fmla="*/ 954649 w 1320409"/>
              <a:gd name="connsiteY1" fmla="*/ 0 h 1373710"/>
              <a:gd name="connsiteX2" fmla="*/ 1320409 w 1320409"/>
              <a:gd name="connsiteY2" fmla="*/ 796193 h 1373710"/>
              <a:gd name="connsiteX3" fmla="*/ 394634 w 1320409"/>
              <a:gd name="connsiteY3" fmla="*/ 1373710 h 1373710"/>
              <a:gd name="connsiteX4" fmla="*/ 0 w 1320409"/>
              <a:gd name="connsiteY4" fmla="*/ 462013 h 1373710"/>
              <a:gd name="connsiteX0" fmla="*/ 0 w 1416662"/>
              <a:gd name="connsiteY0" fmla="*/ 587142 h 1373710"/>
              <a:gd name="connsiteX1" fmla="*/ 1050902 w 1416662"/>
              <a:gd name="connsiteY1" fmla="*/ 0 h 1373710"/>
              <a:gd name="connsiteX2" fmla="*/ 1416662 w 1416662"/>
              <a:gd name="connsiteY2" fmla="*/ 796193 h 1373710"/>
              <a:gd name="connsiteX3" fmla="*/ 490887 w 1416662"/>
              <a:gd name="connsiteY3" fmla="*/ 1373710 h 1373710"/>
              <a:gd name="connsiteX4" fmla="*/ 0 w 1416662"/>
              <a:gd name="connsiteY4" fmla="*/ 587142 h 1373710"/>
              <a:gd name="connsiteX0" fmla="*/ 0 w 1416662"/>
              <a:gd name="connsiteY0" fmla="*/ 577516 h 1364084"/>
              <a:gd name="connsiteX1" fmla="*/ 896898 w 1416662"/>
              <a:gd name="connsiteY1" fmla="*/ 0 h 1364084"/>
              <a:gd name="connsiteX2" fmla="*/ 1416662 w 1416662"/>
              <a:gd name="connsiteY2" fmla="*/ 786567 h 1364084"/>
              <a:gd name="connsiteX3" fmla="*/ 490887 w 1416662"/>
              <a:gd name="connsiteY3" fmla="*/ 1364084 h 1364084"/>
              <a:gd name="connsiteX4" fmla="*/ 0 w 1416662"/>
              <a:gd name="connsiteY4" fmla="*/ 577516 h 1364084"/>
              <a:gd name="connsiteX0" fmla="*/ 0 w 1445538"/>
              <a:gd name="connsiteY0" fmla="*/ 577516 h 1364084"/>
              <a:gd name="connsiteX1" fmla="*/ 896898 w 1445538"/>
              <a:gd name="connsiteY1" fmla="*/ 0 h 1364084"/>
              <a:gd name="connsiteX2" fmla="*/ 1445538 w 1445538"/>
              <a:gd name="connsiteY2" fmla="*/ 728816 h 1364084"/>
              <a:gd name="connsiteX3" fmla="*/ 490887 w 1445538"/>
              <a:gd name="connsiteY3" fmla="*/ 1364084 h 1364084"/>
              <a:gd name="connsiteX4" fmla="*/ 0 w 1445538"/>
              <a:gd name="connsiteY4" fmla="*/ 577516 h 1364084"/>
              <a:gd name="connsiteX0" fmla="*/ 0 w 1445538"/>
              <a:gd name="connsiteY0" fmla="*/ 606392 h 1392960"/>
              <a:gd name="connsiteX1" fmla="*/ 954650 w 1445538"/>
              <a:gd name="connsiteY1" fmla="*/ 0 h 1392960"/>
              <a:gd name="connsiteX2" fmla="*/ 1445538 w 1445538"/>
              <a:gd name="connsiteY2" fmla="*/ 757692 h 1392960"/>
              <a:gd name="connsiteX3" fmla="*/ 490887 w 1445538"/>
              <a:gd name="connsiteY3" fmla="*/ 1392960 h 1392960"/>
              <a:gd name="connsiteX4" fmla="*/ 0 w 1445538"/>
              <a:gd name="connsiteY4" fmla="*/ 606392 h 139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538" h="1392960">
                <a:moveTo>
                  <a:pt x="0" y="606392"/>
                </a:moveTo>
                <a:lnTo>
                  <a:pt x="954650" y="0"/>
                </a:lnTo>
                <a:lnTo>
                  <a:pt x="1445538" y="757692"/>
                </a:lnTo>
                <a:lnTo>
                  <a:pt x="490887" y="1392960"/>
                </a:lnTo>
                <a:lnTo>
                  <a:pt x="0" y="60639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Splanchnic circulation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7631" y="2079780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893155" y="3525889"/>
            <a:ext cx="131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17492" y="1113640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</p:cNvCxnSpPr>
          <p:nvPr/>
        </p:nvCxnSpPr>
        <p:spPr>
          <a:xfrm flipV="1">
            <a:off x="4630894" y="4033605"/>
            <a:ext cx="239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BBB7341-B41F-45FF-8B04-B8EF3EE25727}"/>
              </a:ext>
            </a:extLst>
          </p:cNvPr>
          <p:cNvSpPr/>
          <p:nvPr/>
        </p:nvSpPr>
        <p:spPr>
          <a:xfrm>
            <a:off x="1679588" y="3386193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111E770-ADFA-4659-A400-F167D44E22BC}"/>
              </a:ext>
            </a:extLst>
          </p:cNvPr>
          <p:cNvSpPr/>
          <p:nvPr/>
        </p:nvSpPr>
        <p:spPr>
          <a:xfrm>
            <a:off x="3228300" y="4329424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liver function/ metabolism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040B5FF-EC6C-4B6C-A9F4-A20CBBC858EE}"/>
              </a:ext>
            </a:extLst>
          </p:cNvPr>
          <p:cNvSpPr/>
          <p:nvPr/>
        </p:nvSpPr>
        <p:spPr>
          <a:xfrm>
            <a:off x="4614027" y="4160649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337AB18-F717-459B-A66E-775F2DA81C3F}"/>
              </a:ext>
            </a:extLst>
          </p:cNvPr>
          <p:cNvSpPr/>
          <p:nvPr/>
        </p:nvSpPr>
        <p:spPr>
          <a:xfrm>
            <a:off x="6279249" y="3391776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1C461D-8E3D-4B28-AE38-E34C92F61201}"/>
              </a:ext>
            </a:extLst>
          </p:cNvPr>
          <p:cNvSpPr txBox="1"/>
          <p:nvPr/>
        </p:nvSpPr>
        <p:spPr>
          <a:xfrm>
            <a:off x="408528" y="685144"/>
            <a:ext cx="1750224" cy="40862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COMPENSATED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7C1E650-4767-4A7F-9054-7329DF14C09D}"/>
              </a:ext>
            </a:extLst>
          </p:cNvPr>
          <p:cNvSpPr/>
          <p:nvPr/>
        </p:nvSpPr>
        <p:spPr>
          <a:xfrm>
            <a:off x="4919926" y="648580"/>
            <a:ext cx="1263359" cy="2248468"/>
          </a:xfrm>
          <a:custGeom>
            <a:avLst/>
            <a:gdLst>
              <a:gd name="connsiteX0" fmla="*/ 1397482 w 1428742"/>
              <a:gd name="connsiteY0" fmla="*/ 2290651 h 2290651"/>
              <a:gd name="connsiteX1" fmla="*/ 1409839 w 1428742"/>
              <a:gd name="connsiteY1" fmla="*/ 1487462 h 2290651"/>
              <a:gd name="connsiteX2" fmla="*/ 1175060 w 1428742"/>
              <a:gd name="connsiteY2" fmla="*/ 449494 h 2290651"/>
              <a:gd name="connsiteX3" fmla="*/ 532509 w 1428742"/>
              <a:gd name="connsiteY3" fmla="*/ 4651 h 2290651"/>
              <a:gd name="connsiteX4" fmla="*/ 50596 w 1428742"/>
              <a:gd name="connsiteY4" fmla="*/ 239429 h 2290651"/>
              <a:gd name="connsiteX5" fmla="*/ 38239 w 1428742"/>
              <a:gd name="connsiteY5" fmla="*/ 597775 h 2290651"/>
              <a:gd name="connsiteX0" fmla="*/ 1370851 w 1402111"/>
              <a:gd name="connsiteY0" fmla="*/ 2292356 h 2292356"/>
              <a:gd name="connsiteX1" fmla="*/ 1383208 w 1402111"/>
              <a:gd name="connsiteY1" fmla="*/ 1489167 h 2292356"/>
              <a:gd name="connsiteX2" fmla="*/ 1148429 w 1402111"/>
              <a:gd name="connsiteY2" fmla="*/ 451199 h 2292356"/>
              <a:gd name="connsiteX3" fmla="*/ 505878 w 1402111"/>
              <a:gd name="connsiteY3" fmla="*/ 6356 h 2292356"/>
              <a:gd name="connsiteX4" fmla="*/ 106760 w 1402111"/>
              <a:gd name="connsiteY4" fmla="*/ 216421 h 2292356"/>
              <a:gd name="connsiteX5" fmla="*/ 11608 w 1402111"/>
              <a:gd name="connsiteY5" fmla="*/ 599480 h 2292356"/>
              <a:gd name="connsiteX0" fmla="*/ 1373750 w 1405010"/>
              <a:gd name="connsiteY0" fmla="*/ 2209874 h 2209874"/>
              <a:gd name="connsiteX1" fmla="*/ 1386107 w 1405010"/>
              <a:gd name="connsiteY1" fmla="*/ 1406685 h 2209874"/>
              <a:gd name="connsiteX2" fmla="*/ 1151328 w 1405010"/>
              <a:gd name="connsiteY2" fmla="*/ 368717 h 2209874"/>
              <a:gd name="connsiteX3" fmla="*/ 632969 w 1405010"/>
              <a:gd name="connsiteY3" fmla="*/ 10371 h 2209874"/>
              <a:gd name="connsiteX4" fmla="*/ 109659 w 1405010"/>
              <a:gd name="connsiteY4" fmla="*/ 133939 h 2209874"/>
              <a:gd name="connsiteX5" fmla="*/ 14507 w 1405010"/>
              <a:gd name="connsiteY5" fmla="*/ 516998 h 2209874"/>
              <a:gd name="connsiteX0" fmla="*/ 1367436 w 1398696"/>
              <a:gd name="connsiteY0" fmla="*/ 2206745 h 2206745"/>
              <a:gd name="connsiteX1" fmla="*/ 1379793 w 1398696"/>
              <a:gd name="connsiteY1" fmla="*/ 1403556 h 2206745"/>
              <a:gd name="connsiteX2" fmla="*/ 1145014 w 1398696"/>
              <a:gd name="connsiteY2" fmla="*/ 365588 h 2206745"/>
              <a:gd name="connsiteX3" fmla="*/ 626655 w 1398696"/>
              <a:gd name="connsiteY3" fmla="*/ 7242 h 2206745"/>
              <a:gd name="connsiteX4" fmla="*/ 158541 w 1398696"/>
              <a:gd name="connsiteY4" fmla="*/ 155524 h 2206745"/>
              <a:gd name="connsiteX5" fmla="*/ 8193 w 1398696"/>
              <a:gd name="connsiteY5" fmla="*/ 513869 h 2206745"/>
              <a:gd name="connsiteX0" fmla="*/ 1367585 w 1398845"/>
              <a:gd name="connsiteY0" fmla="*/ 2138704 h 2138704"/>
              <a:gd name="connsiteX1" fmla="*/ 1379942 w 1398845"/>
              <a:gd name="connsiteY1" fmla="*/ 1335515 h 2138704"/>
              <a:gd name="connsiteX2" fmla="*/ 1145163 w 1398845"/>
              <a:gd name="connsiteY2" fmla="*/ 297547 h 2138704"/>
              <a:gd name="connsiteX3" fmla="*/ 640603 w 1398845"/>
              <a:gd name="connsiteY3" fmla="*/ 13342 h 2138704"/>
              <a:gd name="connsiteX4" fmla="*/ 158690 w 1398845"/>
              <a:gd name="connsiteY4" fmla="*/ 87483 h 2138704"/>
              <a:gd name="connsiteX5" fmla="*/ 8342 w 1398845"/>
              <a:gd name="connsiteY5" fmla="*/ 445828 h 2138704"/>
              <a:gd name="connsiteX0" fmla="*/ 1367585 w 1398845"/>
              <a:gd name="connsiteY0" fmla="*/ 2143131 h 2143131"/>
              <a:gd name="connsiteX1" fmla="*/ 1379942 w 1398845"/>
              <a:gd name="connsiteY1" fmla="*/ 1339942 h 2143131"/>
              <a:gd name="connsiteX2" fmla="*/ 1145163 w 1398845"/>
              <a:gd name="connsiteY2" fmla="*/ 363758 h 2143131"/>
              <a:gd name="connsiteX3" fmla="*/ 640603 w 1398845"/>
              <a:gd name="connsiteY3" fmla="*/ 17769 h 2143131"/>
              <a:gd name="connsiteX4" fmla="*/ 158690 w 1398845"/>
              <a:gd name="connsiteY4" fmla="*/ 91910 h 2143131"/>
              <a:gd name="connsiteX5" fmla="*/ 8342 w 1398845"/>
              <a:gd name="connsiteY5" fmla="*/ 450255 h 2143131"/>
              <a:gd name="connsiteX0" fmla="*/ 1208332 w 1380446"/>
              <a:gd name="connsiteY0" fmla="*/ 2701327 h 2701327"/>
              <a:gd name="connsiteX1" fmla="*/ 1379942 w 1380446"/>
              <a:gd name="connsiteY1" fmla="*/ 1339942 h 2701327"/>
              <a:gd name="connsiteX2" fmla="*/ 1145163 w 1380446"/>
              <a:gd name="connsiteY2" fmla="*/ 363758 h 2701327"/>
              <a:gd name="connsiteX3" fmla="*/ 640603 w 1380446"/>
              <a:gd name="connsiteY3" fmla="*/ 17769 h 2701327"/>
              <a:gd name="connsiteX4" fmla="*/ 158690 w 1380446"/>
              <a:gd name="connsiteY4" fmla="*/ 91910 h 2701327"/>
              <a:gd name="connsiteX5" fmla="*/ 8342 w 1380446"/>
              <a:gd name="connsiteY5" fmla="*/ 450255 h 2701327"/>
              <a:gd name="connsiteX0" fmla="*/ 1117330 w 1380076"/>
              <a:gd name="connsiteY0" fmla="*/ 2586143 h 2586143"/>
              <a:gd name="connsiteX1" fmla="*/ 1379942 w 1380076"/>
              <a:gd name="connsiteY1" fmla="*/ 1339942 h 2586143"/>
              <a:gd name="connsiteX2" fmla="*/ 1145163 w 1380076"/>
              <a:gd name="connsiteY2" fmla="*/ 363758 h 2586143"/>
              <a:gd name="connsiteX3" fmla="*/ 640603 w 1380076"/>
              <a:gd name="connsiteY3" fmla="*/ 17769 h 2586143"/>
              <a:gd name="connsiteX4" fmla="*/ 158690 w 1380076"/>
              <a:gd name="connsiteY4" fmla="*/ 91910 h 2586143"/>
              <a:gd name="connsiteX5" fmla="*/ 8342 w 1380076"/>
              <a:gd name="connsiteY5" fmla="*/ 450255 h 2586143"/>
              <a:gd name="connsiteX0" fmla="*/ 1367111 w 1398666"/>
              <a:gd name="connsiteY0" fmla="*/ 2116919 h 2116919"/>
              <a:gd name="connsiteX1" fmla="*/ 1379942 w 1398666"/>
              <a:gd name="connsiteY1" fmla="*/ 1339942 h 2116919"/>
              <a:gd name="connsiteX2" fmla="*/ 1145163 w 1398666"/>
              <a:gd name="connsiteY2" fmla="*/ 363758 h 2116919"/>
              <a:gd name="connsiteX3" fmla="*/ 640603 w 1398666"/>
              <a:gd name="connsiteY3" fmla="*/ 17769 h 2116919"/>
              <a:gd name="connsiteX4" fmla="*/ 158690 w 1398666"/>
              <a:gd name="connsiteY4" fmla="*/ 91910 h 2116919"/>
              <a:gd name="connsiteX5" fmla="*/ 8342 w 1398666"/>
              <a:gd name="connsiteY5" fmla="*/ 450255 h 2116919"/>
              <a:gd name="connsiteX0" fmla="*/ 1367111 w 1398666"/>
              <a:gd name="connsiteY0" fmla="*/ 2025363 h 2025363"/>
              <a:gd name="connsiteX1" fmla="*/ 1379942 w 1398666"/>
              <a:gd name="connsiteY1" fmla="*/ 1339942 h 2025363"/>
              <a:gd name="connsiteX2" fmla="*/ 1145163 w 1398666"/>
              <a:gd name="connsiteY2" fmla="*/ 363758 h 2025363"/>
              <a:gd name="connsiteX3" fmla="*/ 640603 w 1398666"/>
              <a:gd name="connsiteY3" fmla="*/ 17769 h 2025363"/>
              <a:gd name="connsiteX4" fmla="*/ 158690 w 1398666"/>
              <a:gd name="connsiteY4" fmla="*/ 91910 h 2025363"/>
              <a:gd name="connsiteX5" fmla="*/ 8342 w 1398666"/>
              <a:gd name="connsiteY5" fmla="*/ 450255 h 2025363"/>
              <a:gd name="connsiteX0" fmla="*/ 1367111 w 1390064"/>
              <a:gd name="connsiteY0" fmla="*/ 2025363 h 2025363"/>
              <a:gd name="connsiteX1" fmla="*/ 1379942 w 1390064"/>
              <a:gd name="connsiteY1" fmla="*/ 1339942 h 2025363"/>
              <a:gd name="connsiteX2" fmla="*/ 1262707 w 1390064"/>
              <a:gd name="connsiteY2" fmla="*/ 363758 h 2025363"/>
              <a:gd name="connsiteX3" fmla="*/ 640603 w 1390064"/>
              <a:gd name="connsiteY3" fmla="*/ 17769 h 2025363"/>
              <a:gd name="connsiteX4" fmla="*/ 158690 w 1390064"/>
              <a:gd name="connsiteY4" fmla="*/ 91910 h 2025363"/>
              <a:gd name="connsiteX5" fmla="*/ 8342 w 1390064"/>
              <a:gd name="connsiteY5" fmla="*/ 450255 h 2025363"/>
              <a:gd name="connsiteX0" fmla="*/ 1367111 w 1513693"/>
              <a:gd name="connsiteY0" fmla="*/ 2025363 h 2025363"/>
              <a:gd name="connsiteX1" fmla="*/ 1512179 w 1513693"/>
              <a:gd name="connsiteY1" fmla="*/ 1351386 h 2025363"/>
              <a:gd name="connsiteX2" fmla="*/ 1262707 w 1513693"/>
              <a:gd name="connsiteY2" fmla="*/ 363758 h 2025363"/>
              <a:gd name="connsiteX3" fmla="*/ 640603 w 1513693"/>
              <a:gd name="connsiteY3" fmla="*/ 17769 h 2025363"/>
              <a:gd name="connsiteX4" fmla="*/ 158690 w 1513693"/>
              <a:gd name="connsiteY4" fmla="*/ 91910 h 2025363"/>
              <a:gd name="connsiteX5" fmla="*/ 8342 w 1513693"/>
              <a:gd name="connsiteY5" fmla="*/ 450255 h 2025363"/>
              <a:gd name="connsiteX0" fmla="*/ 1367111 w 1517782"/>
              <a:gd name="connsiteY0" fmla="*/ 2026188 h 2026188"/>
              <a:gd name="connsiteX1" fmla="*/ 1512179 w 1517782"/>
              <a:gd name="connsiteY1" fmla="*/ 1352211 h 2026188"/>
              <a:gd name="connsiteX2" fmla="*/ 1145163 w 1517782"/>
              <a:gd name="connsiteY2" fmla="*/ 376027 h 2026188"/>
              <a:gd name="connsiteX3" fmla="*/ 640603 w 1517782"/>
              <a:gd name="connsiteY3" fmla="*/ 18594 h 2026188"/>
              <a:gd name="connsiteX4" fmla="*/ 158690 w 1517782"/>
              <a:gd name="connsiteY4" fmla="*/ 92735 h 2026188"/>
              <a:gd name="connsiteX5" fmla="*/ 8342 w 1517782"/>
              <a:gd name="connsiteY5" fmla="*/ 451080 h 2026188"/>
              <a:gd name="connsiteX0" fmla="*/ 1367111 w 1461617"/>
              <a:gd name="connsiteY0" fmla="*/ 2026188 h 2026188"/>
              <a:gd name="connsiteX1" fmla="*/ 1453407 w 1461617"/>
              <a:gd name="connsiteY1" fmla="*/ 1352211 h 2026188"/>
              <a:gd name="connsiteX2" fmla="*/ 1145163 w 1461617"/>
              <a:gd name="connsiteY2" fmla="*/ 376027 h 2026188"/>
              <a:gd name="connsiteX3" fmla="*/ 640603 w 1461617"/>
              <a:gd name="connsiteY3" fmla="*/ 18594 h 2026188"/>
              <a:gd name="connsiteX4" fmla="*/ 158690 w 1461617"/>
              <a:gd name="connsiteY4" fmla="*/ 92735 h 2026188"/>
              <a:gd name="connsiteX5" fmla="*/ 8342 w 1461617"/>
              <a:gd name="connsiteY5" fmla="*/ 451080 h 20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1617" h="2026188">
                <a:moveTo>
                  <a:pt x="1367111" y="2026188"/>
                </a:moveTo>
                <a:cubicBezTo>
                  <a:pt x="1391824" y="1778023"/>
                  <a:pt x="1490398" y="1627238"/>
                  <a:pt x="1453407" y="1352211"/>
                </a:cubicBezTo>
                <a:cubicBezTo>
                  <a:pt x="1416416" y="1077184"/>
                  <a:pt x="1280630" y="598297"/>
                  <a:pt x="1145163" y="376027"/>
                </a:cubicBezTo>
                <a:cubicBezTo>
                  <a:pt x="1009696" y="153758"/>
                  <a:pt x="805015" y="65809"/>
                  <a:pt x="640603" y="18594"/>
                </a:cubicBezTo>
                <a:cubicBezTo>
                  <a:pt x="476191" y="-28621"/>
                  <a:pt x="264067" y="20654"/>
                  <a:pt x="158690" y="92735"/>
                </a:cubicBezTo>
                <a:cubicBezTo>
                  <a:pt x="53313" y="164816"/>
                  <a:pt x="-26669" y="321334"/>
                  <a:pt x="8342" y="451080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5A3FBD-6C6E-4239-8A62-CA6414F3F13B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1D0F276-4EF9-4A53-A0D7-33161D3B1DA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69908B-3B32-43FD-BF22-9D5C79991804}"/>
              </a:ext>
            </a:extLst>
          </p:cNvPr>
          <p:cNvSpPr/>
          <p:nvPr/>
        </p:nvSpPr>
        <p:spPr>
          <a:xfrm>
            <a:off x="6088749" y="800976"/>
            <a:ext cx="271849" cy="2793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TextBox 42">
            <a:hlinkClick r:id="rId3" action="ppaction://hlinksldjump"/>
            <a:extLst>
              <a:ext uri="{FF2B5EF4-FFF2-40B4-BE49-F238E27FC236}">
                <a16:creationId xmlns:a16="http://schemas.microsoft.com/office/drawing/2014/main" id="{63E86994-6544-4598-80DA-5A87652124EA}"/>
              </a:ext>
            </a:extLst>
          </p:cNvPr>
          <p:cNvSpPr txBox="1"/>
          <p:nvPr/>
        </p:nvSpPr>
        <p:spPr>
          <a:xfrm>
            <a:off x="408528" y="1212608"/>
            <a:ext cx="1895192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Decompensated</a:t>
            </a:r>
          </a:p>
        </p:txBody>
      </p:sp>
      <p:pic>
        <p:nvPicPr>
          <p:cNvPr id="45" name="Graphic 44" descr="Cursor">
            <a:extLst>
              <a:ext uri="{FF2B5EF4-FFF2-40B4-BE49-F238E27FC236}">
                <a16:creationId xmlns:a16="http://schemas.microsoft.com/office/drawing/2014/main" id="{06218C88-69FD-43D8-9634-ABCBA53F7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8752" y="1463859"/>
            <a:ext cx="260293" cy="2602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846149-EE52-42C6-BB6C-7D311756F1F9}"/>
              </a:ext>
            </a:extLst>
          </p:cNvPr>
          <p:cNvSpPr txBox="1"/>
          <p:nvPr/>
        </p:nvSpPr>
        <p:spPr>
          <a:xfrm>
            <a:off x="487628" y="4798499"/>
            <a:ext cx="1103141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compensated cirrhosis, ↓ liver function leads to:</a:t>
            </a:r>
          </a:p>
          <a:p>
            <a:pPr marL="342900" indent="-342900">
              <a:buAutoNum type="arabicPeriod"/>
            </a:pPr>
            <a:r>
              <a:rPr lang="en-US" dirty="0"/>
              <a:t>↓ metabolism of vasodilatory substances which results in</a:t>
            </a:r>
          </a:p>
          <a:p>
            <a:pPr marL="342900" indent="-342900">
              <a:buAutoNum type="arabicPeriod"/>
            </a:pPr>
            <a:r>
              <a:rPr lang="en-US" dirty="0"/>
              <a:t>↓ vascular tone throughout the body including the splanchnic circulation (which supplies the gut)</a:t>
            </a:r>
          </a:p>
          <a:p>
            <a:pPr marL="342900" indent="-342900">
              <a:buAutoNum type="arabicPeriod"/>
            </a:pPr>
            <a:r>
              <a:rPr lang="en-US" dirty="0"/>
              <a:t>Splanchnic vasodilation results in pooling of blood in the splanchnic circulation</a:t>
            </a:r>
          </a:p>
          <a:p>
            <a:pPr marL="342900" indent="-342900">
              <a:buAutoNum type="arabicPeriod"/>
            </a:pPr>
            <a:r>
              <a:rPr lang="en-US" dirty="0"/>
              <a:t>This ↓ effective arterial volume (EAV)</a:t>
            </a:r>
          </a:p>
          <a:p>
            <a:pPr marL="342900" indent="-342900">
              <a:buAutoNum type="arabicPeriod"/>
            </a:pPr>
            <a:r>
              <a:rPr lang="en-US" dirty="0"/>
              <a:t>The heart increases cardiac output in response to ↓ EAV which preserves blood pressure and organ perfusion</a:t>
            </a:r>
          </a:p>
        </p:txBody>
      </p:sp>
      <p:sp>
        <p:nvSpPr>
          <p:cNvPr id="46" name="1">
            <a:extLst>
              <a:ext uri="{FF2B5EF4-FFF2-40B4-BE49-F238E27FC236}">
                <a16:creationId xmlns:a16="http://schemas.microsoft.com/office/drawing/2014/main" id="{FFA4E4A4-865E-4CAA-930B-6AF63DA0A36E}"/>
              </a:ext>
            </a:extLst>
          </p:cNvPr>
          <p:cNvSpPr/>
          <p:nvPr/>
        </p:nvSpPr>
        <p:spPr>
          <a:xfrm>
            <a:off x="537033" y="5128461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48" name="2">
            <a:extLst>
              <a:ext uri="{FF2B5EF4-FFF2-40B4-BE49-F238E27FC236}">
                <a16:creationId xmlns:a16="http://schemas.microsoft.com/office/drawing/2014/main" id="{CA056FCC-D06B-468B-A8B5-A53B52A1E6E7}"/>
              </a:ext>
            </a:extLst>
          </p:cNvPr>
          <p:cNvSpPr/>
          <p:nvPr/>
        </p:nvSpPr>
        <p:spPr>
          <a:xfrm>
            <a:off x="526875" y="5407854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49" name="3">
            <a:extLst>
              <a:ext uri="{FF2B5EF4-FFF2-40B4-BE49-F238E27FC236}">
                <a16:creationId xmlns:a16="http://schemas.microsoft.com/office/drawing/2014/main" id="{DEDAFE89-3D1C-4B1B-A784-C29A3087C6C3}"/>
              </a:ext>
            </a:extLst>
          </p:cNvPr>
          <p:cNvSpPr/>
          <p:nvPr/>
        </p:nvSpPr>
        <p:spPr>
          <a:xfrm>
            <a:off x="526874" y="5687247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50" name="4">
            <a:extLst>
              <a:ext uri="{FF2B5EF4-FFF2-40B4-BE49-F238E27FC236}">
                <a16:creationId xmlns:a16="http://schemas.microsoft.com/office/drawing/2014/main" id="{2DB61C0B-5744-4762-AD34-E4AD21850ABC}"/>
              </a:ext>
            </a:extLst>
          </p:cNvPr>
          <p:cNvSpPr/>
          <p:nvPr/>
        </p:nvSpPr>
        <p:spPr>
          <a:xfrm>
            <a:off x="534768" y="5966640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52" name="5">
            <a:extLst>
              <a:ext uri="{FF2B5EF4-FFF2-40B4-BE49-F238E27FC236}">
                <a16:creationId xmlns:a16="http://schemas.microsoft.com/office/drawing/2014/main" id="{E0C76939-D5EA-4B35-950A-A63DEF841216}"/>
              </a:ext>
            </a:extLst>
          </p:cNvPr>
          <p:cNvSpPr/>
          <p:nvPr/>
        </p:nvSpPr>
        <p:spPr>
          <a:xfrm>
            <a:off x="534768" y="6246017"/>
            <a:ext cx="251618" cy="240397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E6E313-8C1A-4C74-9E76-DBECD1EF3E95}"/>
              </a:ext>
            </a:extLst>
          </p:cNvPr>
          <p:cNvSpPr txBox="1"/>
          <p:nvPr/>
        </p:nvSpPr>
        <p:spPr>
          <a:xfrm>
            <a:off x="2728988" y="106913"/>
            <a:ext cx="673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Pathophysiology of Hepatorenal Syndrome </a:t>
            </a:r>
          </a:p>
        </p:txBody>
      </p:sp>
      <p:sp>
        <p:nvSpPr>
          <p:cNvPr id="59" name="Rectangle: Rounded Corners 5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3D7023B-6621-4E97-BDC3-908BC8981944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60" name="Rectangle: Rounded Corners 59">
            <a:hlinkClick r:id="rId6" action="ppaction://hlinksldjump"/>
            <a:extLst>
              <a:ext uri="{FF2B5EF4-FFF2-40B4-BE49-F238E27FC236}">
                <a16:creationId xmlns:a16="http://schemas.microsoft.com/office/drawing/2014/main" id="{0B29087C-B8BF-44F3-BB6B-8EF6F443F6B0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61" name="Rectangle: Rounded Corners 60">
            <a:hlinkClick r:id="rId7" action="ppaction://hlinksldjump"/>
            <a:extLst>
              <a:ext uri="{FF2B5EF4-FFF2-40B4-BE49-F238E27FC236}">
                <a16:creationId xmlns:a16="http://schemas.microsoft.com/office/drawing/2014/main" id="{102B1B47-26E2-49D6-A52C-CAA927DBA716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B48A47-911F-4B4E-BF42-81EE98476CA3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16219B9-D02A-47EC-9EE7-4DBA955A7C73}"/>
              </a:ext>
            </a:extLst>
          </p:cNvPr>
          <p:cNvGrpSpPr/>
          <p:nvPr/>
        </p:nvGrpSpPr>
        <p:grpSpPr>
          <a:xfrm>
            <a:off x="491524" y="4469120"/>
            <a:ext cx="1822732" cy="307777"/>
            <a:chOff x="10180680" y="4838277"/>
            <a:chExt cx="1822732" cy="307777"/>
          </a:xfrm>
        </p:grpSpPr>
        <p:pic>
          <p:nvPicPr>
            <p:cNvPr id="58" name="Graphic 57" descr="Cursor">
              <a:extLst>
                <a:ext uri="{FF2B5EF4-FFF2-40B4-BE49-F238E27FC236}">
                  <a16:creationId xmlns:a16="http://schemas.microsoft.com/office/drawing/2014/main" id="{74EDBF8B-3A4D-43C8-8669-EEB10AA38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2EFD20-A9E6-4888-9547-67B7742CA140}"/>
                </a:ext>
              </a:extLst>
            </p:cNvPr>
            <p:cNvSpPr txBox="1"/>
            <p:nvPr/>
          </p:nvSpPr>
          <p:spPr>
            <a:xfrm>
              <a:off x="10303460" y="4838277"/>
              <a:ext cx="1699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9BA44B0-2E47-47E9-A526-D0DAEBDEB87A}"/>
              </a:ext>
            </a:extLst>
          </p:cNvPr>
          <p:cNvSpPr/>
          <p:nvPr/>
        </p:nvSpPr>
        <p:spPr>
          <a:xfrm>
            <a:off x="163812" y="4631635"/>
            <a:ext cx="253631" cy="657843"/>
          </a:xfrm>
          <a:custGeom>
            <a:avLst/>
            <a:gdLst>
              <a:gd name="connsiteX0" fmla="*/ 233753 w 253631"/>
              <a:gd name="connsiteY0" fmla="*/ 0 h 657843"/>
              <a:gd name="connsiteX1" fmla="*/ 15092 w 253631"/>
              <a:gd name="connsiteY1" fmla="*/ 188843 h 657843"/>
              <a:gd name="connsiteX2" fmla="*/ 44910 w 253631"/>
              <a:gd name="connsiteY2" fmla="*/ 586408 h 657843"/>
              <a:gd name="connsiteX3" fmla="*/ 253631 w 253631"/>
              <a:gd name="connsiteY3" fmla="*/ 655982 h 65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631" h="657843">
                <a:moveTo>
                  <a:pt x="233753" y="0"/>
                </a:moveTo>
                <a:cubicBezTo>
                  <a:pt x="140159" y="45554"/>
                  <a:pt x="46566" y="91108"/>
                  <a:pt x="15092" y="188843"/>
                </a:cubicBezTo>
                <a:cubicBezTo>
                  <a:pt x="-16382" y="286578"/>
                  <a:pt x="5154" y="508552"/>
                  <a:pt x="44910" y="586408"/>
                </a:cubicBezTo>
                <a:cubicBezTo>
                  <a:pt x="84666" y="664264"/>
                  <a:pt x="169148" y="660123"/>
                  <a:pt x="253631" y="655982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9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12" grpId="0" build="allAtOnce" animBg="1"/>
      <p:bldP spid="28" grpId="0"/>
      <p:bldP spid="42" grpId="0"/>
      <p:bldP spid="51" grpId="0"/>
      <p:bldP spid="54" grpId="0"/>
      <p:bldP spid="78" grpId="0" animBg="1"/>
      <p:bldP spid="100" grpId="0" animBg="1"/>
      <p:bldP spid="101" grpId="0" animBg="1"/>
      <p:bldP spid="103" grpId="0" animBg="1"/>
      <p:bldP spid="47" grpId="0" animBg="1"/>
      <p:bldP spid="34" grpId="0" animBg="1"/>
      <p:bldP spid="36" grpId="0"/>
      <p:bldP spid="37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270154-1342-4AF6-862B-0B6F1F0B90AF}"/>
              </a:ext>
            </a:extLst>
          </p:cNvPr>
          <p:cNvSpPr/>
          <p:nvPr/>
        </p:nvSpPr>
        <p:spPr>
          <a:xfrm>
            <a:off x="3916291" y="586999"/>
            <a:ext cx="2797519" cy="2044514"/>
          </a:xfrm>
          <a:custGeom>
            <a:avLst/>
            <a:gdLst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73155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399272 w 3324754"/>
              <a:gd name="connsiteY18" fmla="*/ 407909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16906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87205 w 3324754"/>
              <a:gd name="connsiteY17" fmla="*/ 629290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1996038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06081 w 3324754"/>
              <a:gd name="connsiteY16" fmla="*/ 1062427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59668 w 3324754"/>
              <a:gd name="connsiteY15" fmla="*/ 1736195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24754"/>
              <a:gd name="connsiteY0" fmla="*/ 417534 h 2445138"/>
              <a:gd name="connsiteX1" fmla="*/ 388619 w 3324754"/>
              <a:gd name="connsiteY1" fmla="*/ 61399 h 2445138"/>
              <a:gd name="connsiteX2" fmla="*/ 1303019 w 3324754"/>
              <a:gd name="connsiteY2" fmla="*/ 51774 h 2445138"/>
              <a:gd name="connsiteX3" fmla="*/ 2034539 w 3324754"/>
              <a:gd name="connsiteY3" fmla="*/ 581163 h 2445138"/>
              <a:gd name="connsiteX4" fmla="*/ 2381049 w 3324754"/>
              <a:gd name="connsiteY4" fmla="*/ 1351185 h 2445138"/>
              <a:gd name="connsiteX5" fmla="*/ 2458051 w 3324754"/>
              <a:gd name="connsiteY5" fmla="*/ 1832448 h 2445138"/>
              <a:gd name="connsiteX6" fmla="*/ 2467676 w 3324754"/>
              <a:gd name="connsiteY6" fmla="*/ 2082705 h 2445138"/>
              <a:gd name="connsiteX7" fmla="*/ 2871937 w 3324754"/>
              <a:gd name="connsiteY7" fmla="*/ 1899825 h 2445138"/>
              <a:gd name="connsiteX8" fmla="*/ 3266573 w 3324754"/>
              <a:gd name="connsiteY8" fmla="*/ 1793947 h 2445138"/>
              <a:gd name="connsiteX9" fmla="*/ 3285824 w 3324754"/>
              <a:gd name="connsiteY9" fmla="*/ 1947951 h 2445138"/>
              <a:gd name="connsiteX10" fmla="*/ 3295449 w 3324754"/>
              <a:gd name="connsiteY10" fmla="*/ 2101955 h 2445138"/>
              <a:gd name="connsiteX11" fmla="*/ 2871937 w 3324754"/>
              <a:gd name="connsiteY11" fmla="*/ 2246334 h 2445138"/>
              <a:gd name="connsiteX12" fmla="*/ 2486927 w 3324754"/>
              <a:gd name="connsiteY12" fmla="*/ 2419589 h 2445138"/>
              <a:gd name="connsiteX13" fmla="*/ 2265546 w 3324754"/>
              <a:gd name="connsiteY13" fmla="*/ 2429214 h 2445138"/>
              <a:gd name="connsiteX14" fmla="*/ 2140417 w 3324754"/>
              <a:gd name="connsiteY14" fmla="*/ 2275210 h 2445138"/>
              <a:gd name="connsiteX15" fmla="*/ 2169712 w 3324754"/>
              <a:gd name="connsiteY15" fmla="*/ 1706132 h 2445138"/>
              <a:gd name="connsiteX16" fmla="*/ 2026166 w 3324754"/>
              <a:gd name="connsiteY16" fmla="*/ 1072448 h 2445138"/>
              <a:gd name="connsiteX17" fmla="*/ 1757076 w 3324754"/>
              <a:gd name="connsiteY17" fmla="*/ 659353 h 2445138"/>
              <a:gd name="connsiteX18" fmla="*/ 1419358 w 3324754"/>
              <a:gd name="connsiteY18" fmla="*/ 387867 h 2445138"/>
              <a:gd name="connsiteX19" fmla="*/ 889133 w 3324754"/>
              <a:gd name="connsiteY19" fmla="*/ 243092 h 2445138"/>
              <a:gd name="connsiteX20" fmla="*/ 494497 w 3324754"/>
              <a:gd name="connsiteY20" fmla="*/ 340532 h 2445138"/>
              <a:gd name="connsiteX21" fmla="*/ 321242 w 3324754"/>
              <a:gd name="connsiteY21" fmla="*/ 523412 h 2445138"/>
              <a:gd name="connsiteX22" fmla="*/ 253866 w 3324754"/>
              <a:gd name="connsiteY22" fmla="*/ 581163 h 2445138"/>
              <a:gd name="connsiteX23" fmla="*/ 32485 w 3324754"/>
              <a:gd name="connsiteY23" fmla="*/ 504161 h 2445138"/>
              <a:gd name="connsiteX24" fmla="*/ 42110 w 3324754"/>
              <a:gd name="connsiteY24" fmla="*/ 417534 h 2445138"/>
              <a:gd name="connsiteX0" fmla="*/ 42110 w 3303727"/>
              <a:gd name="connsiteY0" fmla="*/ 417534 h 2445138"/>
              <a:gd name="connsiteX1" fmla="*/ 388619 w 3303727"/>
              <a:gd name="connsiteY1" fmla="*/ 61399 h 2445138"/>
              <a:gd name="connsiteX2" fmla="*/ 1303019 w 3303727"/>
              <a:gd name="connsiteY2" fmla="*/ 51774 h 2445138"/>
              <a:gd name="connsiteX3" fmla="*/ 2034539 w 3303727"/>
              <a:gd name="connsiteY3" fmla="*/ 581163 h 2445138"/>
              <a:gd name="connsiteX4" fmla="*/ 2381049 w 3303727"/>
              <a:gd name="connsiteY4" fmla="*/ 1351185 h 2445138"/>
              <a:gd name="connsiteX5" fmla="*/ 2458051 w 3303727"/>
              <a:gd name="connsiteY5" fmla="*/ 1832448 h 2445138"/>
              <a:gd name="connsiteX6" fmla="*/ 2467676 w 3303727"/>
              <a:gd name="connsiteY6" fmla="*/ 2082705 h 2445138"/>
              <a:gd name="connsiteX7" fmla="*/ 2871937 w 3303727"/>
              <a:gd name="connsiteY7" fmla="*/ 1899825 h 2445138"/>
              <a:gd name="connsiteX8" fmla="*/ 3266573 w 3303727"/>
              <a:gd name="connsiteY8" fmla="*/ 1793947 h 2445138"/>
              <a:gd name="connsiteX9" fmla="*/ 3285824 w 3303727"/>
              <a:gd name="connsiteY9" fmla="*/ 1947951 h 2445138"/>
              <a:gd name="connsiteX10" fmla="*/ 3255277 w 3303727"/>
              <a:gd name="connsiteY10" fmla="*/ 2071892 h 2445138"/>
              <a:gd name="connsiteX11" fmla="*/ 2871937 w 3303727"/>
              <a:gd name="connsiteY11" fmla="*/ 2246334 h 2445138"/>
              <a:gd name="connsiteX12" fmla="*/ 2486927 w 3303727"/>
              <a:gd name="connsiteY12" fmla="*/ 2419589 h 2445138"/>
              <a:gd name="connsiteX13" fmla="*/ 2265546 w 3303727"/>
              <a:gd name="connsiteY13" fmla="*/ 2429214 h 2445138"/>
              <a:gd name="connsiteX14" fmla="*/ 2140417 w 3303727"/>
              <a:gd name="connsiteY14" fmla="*/ 2275210 h 2445138"/>
              <a:gd name="connsiteX15" fmla="*/ 2169712 w 3303727"/>
              <a:gd name="connsiteY15" fmla="*/ 1706132 h 2445138"/>
              <a:gd name="connsiteX16" fmla="*/ 2026166 w 3303727"/>
              <a:gd name="connsiteY16" fmla="*/ 1072448 h 2445138"/>
              <a:gd name="connsiteX17" fmla="*/ 1757076 w 3303727"/>
              <a:gd name="connsiteY17" fmla="*/ 659353 h 2445138"/>
              <a:gd name="connsiteX18" fmla="*/ 1419358 w 3303727"/>
              <a:gd name="connsiteY18" fmla="*/ 387867 h 2445138"/>
              <a:gd name="connsiteX19" fmla="*/ 889133 w 3303727"/>
              <a:gd name="connsiteY19" fmla="*/ 243092 h 2445138"/>
              <a:gd name="connsiteX20" fmla="*/ 494497 w 3303727"/>
              <a:gd name="connsiteY20" fmla="*/ 340532 h 2445138"/>
              <a:gd name="connsiteX21" fmla="*/ 321242 w 3303727"/>
              <a:gd name="connsiteY21" fmla="*/ 523412 h 2445138"/>
              <a:gd name="connsiteX22" fmla="*/ 253866 w 3303727"/>
              <a:gd name="connsiteY22" fmla="*/ 581163 h 2445138"/>
              <a:gd name="connsiteX23" fmla="*/ 32485 w 3303727"/>
              <a:gd name="connsiteY23" fmla="*/ 504161 h 2445138"/>
              <a:gd name="connsiteX24" fmla="*/ 42110 w 3303727"/>
              <a:gd name="connsiteY24" fmla="*/ 417534 h 2445138"/>
              <a:gd name="connsiteX0" fmla="*/ 42110 w 3303727"/>
              <a:gd name="connsiteY0" fmla="*/ 417534 h 2439272"/>
              <a:gd name="connsiteX1" fmla="*/ 388619 w 3303727"/>
              <a:gd name="connsiteY1" fmla="*/ 61399 h 2439272"/>
              <a:gd name="connsiteX2" fmla="*/ 1303019 w 3303727"/>
              <a:gd name="connsiteY2" fmla="*/ 51774 h 2439272"/>
              <a:gd name="connsiteX3" fmla="*/ 2034539 w 3303727"/>
              <a:gd name="connsiteY3" fmla="*/ 581163 h 2439272"/>
              <a:gd name="connsiteX4" fmla="*/ 2381049 w 3303727"/>
              <a:gd name="connsiteY4" fmla="*/ 1351185 h 2439272"/>
              <a:gd name="connsiteX5" fmla="*/ 2458051 w 3303727"/>
              <a:gd name="connsiteY5" fmla="*/ 1832448 h 2439272"/>
              <a:gd name="connsiteX6" fmla="*/ 2467676 w 3303727"/>
              <a:gd name="connsiteY6" fmla="*/ 2082705 h 2439272"/>
              <a:gd name="connsiteX7" fmla="*/ 2871937 w 3303727"/>
              <a:gd name="connsiteY7" fmla="*/ 1899825 h 2439272"/>
              <a:gd name="connsiteX8" fmla="*/ 3266573 w 3303727"/>
              <a:gd name="connsiteY8" fmla="*/ 1793947 h 2439272"/>
              <a:gd name="connsiteX9" fmla="*/ 3285824 w 3303727"/>
              <a:gd name="connsiteY9" fmla="*/ 1947951 h 2439272"/>
              <a:gd name="connsiteX10" fmla="*/ 3255277 w 3303727"/>
              <a:gd name="connsiteY10" fmla="*/ 2071892 h 2439272"/>
              <a:gd name="connsiteX11" fmla="*/ 2871937 w 3303727"/>
              <a:gd name="connsiteY11" fmla="*/ 2246334 h 2439272"/>
              <a:gd name="connsiteX12" fmla="*/ 2486927 w 3303727"/>
              <a:gd name="connsiteY12" fmla="*/ 2419589 h 2439272"/>
              <a:gd name="connsiteX13" fmla="*/ 2285631 w 3303727"/>
              <a:gd name="connsiteY13" fmla="*/ 2419194 h 2439272"/>
              <a:gd name="connsiteX14" fmla="*/ 2140417 w 3303727"/>
              <a:gd name="connsiteY14" fmla="*/ 2275210 h 2439272"/>
              <a:gd name="connsiteX15" fmla="*/ 2169712 w 3303727"/>
              <a:gd name="connsiteY15" fmla="*/ 1706132 h 2439272"/>
              <a:gd name="connsiteX16" fmla="*/ 2026166 w 3303727"/>
              <a:gd name="connsiteY16" fmla="*/ 1072448 h 2439272"/>
              <a:gd name="connsiteX17" fmla="*/ 1757076 w 3303727"/>
              <a:gd name="connsiteY17" fmla="*/ 659353 h 2439272"/>
              <a:gd name="connsiteX18" fmla="*/ 1419358 w 3303727"/>
              <a:gd name="connsiteY18" fmla="*/ 387867 h 2439272"/>
              <a:gd name="connsiteX19" fmla="*/ 889133 w 3303727"/>
              <a:gd name="connsiteY19" fmla="*/ 243092 h 2439272"/>
              <a:gd name="connsiteX20" fmla="*/ 494497 w 3303727"/>
              <a:gd name="connsiteY20" fmla="*/ 340532 h 2439272"/>
              <a:gd name="connsiteX21" fmla="*/ 321242 w 3303727"/>
              <a:gd name="connsiteY21" fmla="*/ 523412 h 2439272"/>
              <a:gd name="connsiteX22" fmla="*/ 253866 w 3303727"/>
              <a:gd name="connsiteY22" fmla="*/ 581163 h 2439272"/>
              <a:gd name="connsiteX23" fmla="*/ 32485 w 3303727"/>
              <a:gd name="connsiteY23" fmla="*/ 504161 h 2439272"/>
              <a:gd name="connsiteX24" fmla="*/ 42110 w 3303727"/>
              <a:gd name="connsiteY24" fmla="*/ 417534 h 2439272"/>
              <a:gd name="connsiteX0" fmla="*/ 42110 w 3303727"/>
              <a:gd name="connsiteY0" fmla="*/ 417534 h 2421842"/>
              <a:gd name="connsiteX1" fmla="*/ 388619 w 3303727"/>
              <a:gd name="connsiteY1" fmla="*/ 61399 h 2421842"/>
              <a:gd name="connsiteX2" fmla="*/ 1303019 w 3303727"/>
              <a:gd name="connsiteY2" fmla="*/ 51774 h 2421842"/>
              <a:gd name="connsiteX3" fmla="*/ 2034539 w 3303727"/>
              <a:gd name="connsiteY3" fmla="*/ 581163 h 2421842"/>
              <a:gd name="connsiteX4" fmla="*/ 2381049 w 3303727"/>
              <a:gd name="connsiteY4" fmla="*/ 1351185 h 2421842"/>
              <a:gd name="connsiteX5" fmla="*/ 2458051 w 3303727"/>
              <a:gd name="connsiteY5" fmla="*/ 1832448 h 2421842"/>
              <a:gd name="connsiteX6" fmla="*/ 2467676 w 3303727"/>
              <a:gd name="connsiteY6" fmla="*/ 2082705 h 2421842"/>
              <a:gd name="connsiteX7" fmla="*/ 2871937 w 3303727"/>
              <a:gd name="connsiteY7" fmla="*/ 1899825 h 2421842"/>
              <a:gd name="connsiteX8" fmla="*/ 3266573 w 3303727"/>
              <a:gd name="connsiteY8" fmla="*/ 1793947 h 2421842"/>
              <a:gd name="connsiteX9" fmla="*/ 3285824 w 3303727"/>
              <a:gd name="connsiteY9" fmla="*/ 1947951 h 2421842"/>
              <a:gd name="connsiteX10" fmla="*/ 3255277 w 3303727"/>
              <a:gd name="connsiteY10" fmla="*/ 2071892 h 2421842"/>
              <a:gd name="connsiteX11" fmla="*/ 2871937 w 3303727"/>
              <a:gd name="connsiteY11" fmla="*/ 2246334 h 2421842"/>
              <a:gd name="connsiteX12" fmla="*/ 2527097 w 3303727"/>
              <a:gd name="connsiteY12" fmla="*/ 2359463 h 2421842"/>
              <a:gd name="connsiteX13" fmla="*/ 2285631 w 3303727"/>
              <a:gd name="connsiteY13" fmla="*/ 2419194 h 2421842"/>
              <a:gd name="connsiteX14" fmla="*/ 2140417 w 3303727"/>
              <a:gd name="connsiteY14" fmla="*/ 2275210 h 2421842"/>
              <a:gd name="connsiteX15" fmla="*/ 2169712 w 3303727"/>
              <a:gd name="connsiteY15" fmla="*/ 1706132 h 2421842"/>
              <a:gd name="connsiteX16" fmla="*/ 2026166 w 3303727"/>
              <a:gd name="connsiteY16" fmla="*/ 1072448 h 2421842"/>
              <a:gd name="connsiteX17" fmla="*/ 1757076 w 3303727"/>
              <a:gd name="connsiteY17" fmla="*/ 659353 h 2421842"/>
              <a:gd name="connsiteX18" fmla="*/ 1419358 w 3303727"/>
              <a:gd name="connsiteY18" fmla="*/ 387867 h 2421842"/>
              <a:gd name="connsiteX19" fmla="*/ 889133 w 3303727"/>
              <a:gd name="connsiteY19" fmla="*/ 243092 h 2421842"/>
              <a:gd name="connsiteX20" fmla="*/ 494497 w 3303727"/>
              <a:gd name="connsiteY20" fmla="*/ 340532 h 2421842"/>
              <a:gd name="connsiteX21" fmla="*/ 321242 w 3303727"/>
              <a:gd name="connsiteY21" fmla="*/ 523412 h 2421842"/>
              <a:gd name="connsiteX22" fmla="*/ 253866 w 3303727"/>
              <a:gd name="connsiteY22" fmla="*/ 581163 h 2421842"/>
              <a:gd name="connsiteX23" fmla="*/ 32485 w 3303727"/>
              <a:gd name="connsiteY23" fmla="*/ 504161 h 2421842"/>
              <a:gd name="connsiteX24" fmla="*/ 42110 w 3303727"/>
              <a:gd name="connsiteY24" fmla="*/ 417534 h 2421842"/>
              <a:gd name="connsiteX0" fmla="*/ 42110 w 3303727"/>
              <a:gd name="connsiteY0" fmla="*/ 417534 h 2422465"/>
              <a:gd name="connsiteX1" fmla="*/ 388619 w 3303727"/>
              <a:gd name="connsiteY1" fmla="*/ 61399 h 2422465"/>
              <a:gd name="connsiteX2" fmla="*/ 1303019 w 3303727"/>
              <a:gd name="connsiteY2" fmla="*/ 51774 h 2422465"/>
              <a:gd name="connsiteX3" fmla="*/ 2034539 w 3303727"/>
              <a:gd name="connsiteY3" fmla="*/ 581163 h 2422465"/>
              <a:gd name="connsiteX4" fmla="*/ 2381049 w 3303727"/>
              <a:gd name="connsiteY4" fmla="*/ 1351185 h 2422465"/>
              <a:gd name="connsiteX5" fmla="*/ 2458051 w 3303727"/>
              <a:gd name="connsiteY5" fmla="*/ 1832448 h 2422465"/>
              <a:gd name="connsiteX6" fmla="*/ 2467676 w 3303727"/>
              <a:gd name="connsiteY6" fmla="*/ 2082705 h 2422465"/>
              <a:gd name="connsiteX7" fmla="*/ 2871937 w 3303727"/>
              <a:gd name="connsiteY7" fmla="*/ 1899825 h 2422465"/>
              <a:gd name="connsiteX8" fmla="*/ 3266573 w 3303727"/>
              <a:gd name="connsiteY8" fmla="*/ 1793947 h 2422465"/>
              <a:gd name="connsiteX9" fmla="*/ 3285824 w 3303727"/>
              <a:gd name="connsiteY9" fmla="*/ 1947951 h 2422465"/>
              <a:gd name="connsiteX10" fmla="*/ 3255277 w 3303727"/>
              <a:gd name="connsiteY10" fmla="*/ 2071892 h 2422465"/>
              <a:gd name="connsiteX11" fmla="*/ 2861896 w 3303727"/>
              <a:gd name="connsiteY11" fmla="*/ 2176187 h 2422465"/>
              <a:gd name="connsiteX12" fmla="*/ 2527097 w 3303727"/>
              <a:gd name="connsiteY12" fmla="*/ 2359463 h 2422465"/>
              <a:gd name="connsiteX13" fmla="*/ 2285631 w 3303727"/>
              <a:gd name="connsiteY13" fmla="*/ 2419194 h 2422465"/>
              <a:gd name="connsiteX14" fmla="*/ 2140417 w 3303727"/>
              <a:gd name="connsiteY14" fmla="*/ 2275210 h 2422465"/>
              <a:gd name="connsiteX15" fmla="*/ 2169712 w 3303727"/>
              <a:gd name="connsiteY15" fmla="*/ 1706132 h 2422465"/>
              <a:gd name="connsiteX16" fmla="*/ 2026166 w 3303727"/>
              <a:gd name="connsiteY16" fmla="*/ 1072448 h 2422465"/>
              <a:gd name="connsiteX17" fmla="*/ 1757076 w 3303727"/>
              <a:gd name="connsiteY17" fmla="*/ 659353 h 2422465"/>
              <a:gd name="connsiteX18" fmla="*/ 1419358 w 3303727"/>
              <a:gd name="connsiteY18" fmla="*/ 387867 h 2422465"/>
              <a:gd name="connsiteX19" fmla="*/ 889133 w 3303727"/>
              <a:gd name="connsiteY19" fmla="*/ 243092 h 2422465"/>
              <a:gd name="connsiteX20" fmla="*/ 494497 w 3303727"/>
              <a:gd name="connsiteY20" fmla="*/ 340532 h 2422465"/>
              <a:gd name="connsiteX21" fmla="*/ 321242 w 3303727"/>
              <a:gd name="connsiteY21" fmla="*/ 523412 h 2422465"/>
              <a:gd name="connsiteX22" fmla="*/ 253866 w 3303727"/>
              <a:gd name="connsiteY22" fmla="*/ 581163 h 2422465"/>
              <a:gd name="connsiteX23" fmla="*/ 32485 w 3303727"/>
              <a:gd name="connsiteY23" fmla="*/ 504161 h 2422465"/>
              <a:gd name="connsiteX24" fmla="*/ 42110 w 3303727"/>
              <a:gd name="connsiteY24" fmla="*/ 417534 h 2422465"/>
              <a:gd name="connsiteX0" fmla="*/ 42110 w 3303727"/>
              <a:gd name="connsiteY0" fmla="*/ 417534 h 2422464"/>
              <a:gd name="connsiteX1" fmla="*/ 388619 w 3303727"/>
              <a:gd name="connsiteY1" fmla="*/ 61399 h 2422464"/>
              <a:gd name="connsiteX2" fmla="*/ 1303019 w 3303727"/>
              <a:gd name="connsiteY2" fmla="*/ 51774 h 2422464"/>
              <a:gd name="connsiteX3" fmla="*/ 2034539 w 3303727"/>
              <a:gd name="connsiteY3" fmla="*/ 581163 h 2422464"/>
              <a:gd name="connsiteX4" fmla="*/ 2381049 w 3303727"/>
              <a:gd name="connsiteY4" fmla="*/ 1351185 h 2422464"/>
              <a:gd name="connsiteX5" fmla="*/ 2458051 w 3303727"/>
              <a:gd name="connsiteY5" fmla="*/ 1832448 h 2422464"/>
              <a:gd name="connsiteX6" fmla="*/ 2467676 w 3303727"/>
              <a:gd name="connsiteY6" fmla="*/ 2082705 h 2422464"/>
              <a:gd name="connsiteX7" fmla="*/ 2871937 w 3303727"/>
              <a:gd name="connsiteY7" fmla="*/ 1899825 h 2422464"/>
              <a:gd name="connsiteX8" fmla="*/ 3266573 w 3303727"/>
              <a:gd name="connsiteY8" fmla="*/ 1793947 h 2422464"/>
              <a:gd name="connsiteX9" fmla="*/ 3285824 w 3303727"/>
              <a:gd name="connsiteY9" fmla="*/ 1947951 h 2422464"/>
              <a:gd name="connsiteX10" fmla="*/ 3255277 w 3303727"/>
              <a:gd name="connsiteY10" fmla="*/ 2061870 h 2422464"/>
              <a:gd name="connsiteX11" fmla="*/ 2861896 w 3303727"/>
              <a:gd name="connsiteY11" fmla="*/ 2176187 h 2422464"/>
              <a:gd name="connsiteX12" fmla="*/ 2527097 w 3303727"/>
              <a:gd name="connsiteY12" fmla="*/ 2359463 h 2422464"/>
              <a:gd name="connsiteX13" fmla="*/ 2285631 w 3303727"/>
              <a:gd name="connsiteY13" fmla="*/ 2419194 h 2422464"/>
              <a:gd name="connsiteX14" fmla="*/ 2140417 w 3303727"/>
              <a:gd name="connsiteY14" fmla="*/ 2275210 h 2422464"/>
              <a:gd name="connsiteX15" fmla="*/ 2169712 w 3303727"/>
              <a:gd name="connsiteY15" fmla="*/ 1706132 h 2422464"/>
              <a:gd name="connsiteX16" fmla="*/ 2026166 w 3303727"/>
              <a:gd name="connsiteY16" fmla="*/ 1072448 h 2422464"/>
              <a:gd name="connsiteX17" fmla="*/ 1757076 w 3303727"/>
              <a:gd name="connsiteY17" fmla="*/ 659353 h 2422464"/>
              <a:gd name="connsiteX18" fmla="*/ 1419358 w 3303727"/>
              <a:gd name="connsiteY18" fmla="*/ 387867 h 2422464"/>
              <a:gd name="connsiteX19" fmla="*/ 889133 w 3303727"/>
              <a:gd name="connsiteY19" fmla="*/ 243092 h 2422464"/>
              <a:gd name="connsiteX20" fmla="*/ 494497 w 3303727"/>
              <a:gd name="connsiteY20" fmla="*/ 340532 h 2422464"/>
              <a:gd name="connsiteX21" fmla="*/ 321242 w 3303727"/>
              <a:gd name="connsiteY21" fmla="*/ 523412 h 2422464"/>
              <a:gd name="connsiteX22" fmla="*/ 253866 w 3303727"/>
              <a:gd name="connsiteY22" fmla="*/ 581163 h 2422464"/>
              <a:gd name="connsiteX23" fmla="*/ 32485 w 3303727"/>
              <a:gd name="connsiteY23" fmla="*/ 504161 h 2422464"/>
              <a:gd name="connsiteX24" fmla="*/ 42110 w 3303727"/>
              <a:gd name="connsiteY24" fmla="*/ 417534 h 2422464"/>
              <a:gd name="connsiteX0" fmla="*/ 42110 w 3303727"/>
              <a:gd name="connsiteY0" fmla="*/ 417534 h 2419500"/>
              <a:gd name="connsiteX1" fmla="*/ 388619 w 3303727"/>
              <a:gd name="connsiteY1" fmla="*/ 61399 h 2419500"/>
              <a:gd name="connsiteX2" fmla="*/ 1303019 w 3303727"/>
              <a:gd name="connsiteY2" fmla="*/ 51774 h 2419500"/>
              <a:gd name="connsiteX3" fmla="*/ 2034539 w 3303727"/>
              <a:gd name="connsiteY3" fmla="*/ 581163 h 2419500"/>
              <a:gd name="connsiteX4" fmla="*/ 2381049 w 3303727"/>
              <a:gd name="connsiteY4" fmla="*/ 1351185 h 2419500"/>
              <a:gd name="connsiteX5" fmla="*/ 2458051 w 3303727"/>
              <a:gd name="connsiteY5" fmla="*/ 1832448 h 2419500"/>
              <a:gd name="connsiteX6" fmla="*/ 2467676 w 3303727"/>
              <a:gd name="connsiteY6" fmla="*/ 2082705 h 2419500"/>
              <a:gd name="connsiteX7" fmla="*/ 2871937 w 3303727"/>
              <a:gd name="connsiteY7" fmla="*/ 1899825 h 2419500"/>
              <a:gd name="connsiteX8" fmla="*/ 3266573 w 3303727"/>
              <a:gd name="connsiteY8" fmla="*/ 1793947 h 2419500"/>
              <a:gd name="connsiteX9" fmla="*/ 3285824 w 3303727"/>
              <a:gd name="connsiteY9" fmla="*/ 1947951 h 2419500"/>
              <a:gd name="connsiteX10" fmla="*/ 3255277 w 3303727"/>
              <a:gd name="connsiteY10" fmla="*/ 2061870 h 2419500"/>
              <a:gd name="connsiteX11" fmla="*/ 2861896 w 3303727"/>
              <a:gd name="connsiteY11" fmla="*/ 2176187 h 2419500"/>
              <a:gd name="connsiteX12" fmla="*/ 2537140 w 3303727"/>
              <a:gd name="connsiteY12" fmla="*/ 2309357 h 2419500"/>
              <a:gd name="connsiteX13" fmla="*/ 2285631 w 3303727"/>
              <a:gd name="connsiteY13" fmla="*/ 2419194 h 2419500"/>
              <a:gd name="connsiteX14" fmla="*/ 2140417 w 3303727"/>
              <a:gd name="connsiteY14" fmla="*/ 2275210 h 2419500"/>
              <a:gd name="connsiteX15" fmla="*/ 2169712 w 3303727"/>
              <a:gd name="connsiteY15" fmla="*/ 1706132 h 2419500"/>
              <a:gd name="connsiteX16" fmla="*/ 2026166 w 3303727"/>
              <a:gd name="connsiteY16" fmla="*/ 1072448 h 2419500"/>
              <a:gd name="connsiteX17" fmla="*/ 1757076 w 3303727"/>
              <a:gd name="connsiteY17" fmla="*/ 659353 h 2419500"/>
              <a:gd name="connsiteX18" fmla="*/ 1419358 w 3303727"/>
              <a:gd name="connsiteY18" fmla="*/ 387867 h 2419500"/>
              <a:gd name="connsiteX19" fmla="*/ 889133 w 3303727"/>
              <a:gd name="connsiteY19" fmla="*/ 243092 h 2419500"/>
              <a:gd name="connsiteX20" fmla="*/ 494497 w 3303727"/>
              <a:gd name="connsiteY20" fmla="*/ 340532 h 2419500"/>
              <a:gd name="connsiteX21" fmla="*/ 321242 w 3303727"/>
              <a:gd name="connsiteY21" fmla="*/ 523412 h 2419500"/>
              <a:gd name="connsiteX22" fmla="*/ 253866 w 3303727"/>
              <a:gd name="connsiteY22" fmla="*/ 581163 h 2419500"/>
              <a:gd name="connsiteX23" fmla="*/ 32485 w 3303727"/>
              <a:gd name="connsiteY23" fmla="*/ 504161 h 2419500"/>
              <a:gd name="connsiteX24" fmla="*/ 42110 w 3303727"/>
              <a:gd name="connsiteY24" fmla="*/ 417534 h 2419500"/>
              <a:gd name="connsiteX0" fmla="*/ 42110 w 3303727"/>
              <a:gd name="connsiteY0" fmla="*/ 417534 h 2419536"/>
              <a:gd name="connsiteX1" fmla="*/ 388619 w 3303727"/>
              <a:gd name="connsiteY1" fmla="*/ 61399 h 2419536"/>
              <a:gd name="connsiteX2" fmla="*/ 1303019 w 3303727"/>
              <a:gd name="connsiteY2" fmla="*/ 51774 h 2419536"/>
              <a:gd name="connsiteX3" fmla="*/ 2034539 w 3303727"/>
              <a:gd name="connsiteY3" fmla="*/ 581163 h 2419536"/>
              <a:gd name="connsiteX4" fmla="*/ 2381049 w 3303727"/>
              <a:gd name="connsiteY4" fmla="*/ 1351185 h 2419536"/>
              <a:gd name="connsiteX5" fmla="*/ 2458051 w 3303727"/>
              <a:gd name="connsiteY5" fmla="*/ 1832448 h 2419536"/>
              <a:gd name="connsiteX6" fmla="*/ 2467676 w 3303727"/>
              <a:gd name="connsiteY6" fmla="*/ 2082705 h 2419536"/>
              <a:gd name="connsiteX7" fmla="*/ 2871937 w 3303727"/>
              <a:gd name="connsiteY7" fmla="*/ 1899825 h 2419536"/>
              <a:gd name="connsiteX8" fmla="*/ 3266573 w 3303727"/>
              <a:gd name="connsiteY8" fmla="*/ 1793947 h 2419536"/>
              <a:gd name="connsiteX9" fmla="*/ 3285824 w 3303727"/>
              <a:gd name="connsiteY9" fmla="*/ 1947951 h 2419536"/>
              <a:gd name="connsiteX10" fmla="*/ 3255277 w 3303727"/>
              <a:gd name="connsiteY10" fmla="*/ 2061870 h 2419536"/>
              <a:gd name="connsiteX11" fmla="*/ 2851852 w 3303727"/>
              <a:gd name="connsiteY11" fmla="*/ 2126082 h 2419536"/>
              <a:gd name="connsiteX12" fmla="*/ 2537140 w 3303727"/>
              <a:gd name="connsiteY12" fmla="*/ 2309357 h 2419536"/>
              <a:gd name="connsiteX13" fmla="*/ 2285631 w 3303727"/>
              <a:gd name="connsiteY13" fmla="*/ 2419194 h 2419536"/>
              <a:gd name="connsiteX14" fmla="*/ 2140417 w 3303727"/>
              <a:gd name="connsiteY14" fmla="*/ 2275210 h 2419536"/>
              <a:gd name="connsiteX15" fmla="*/ 2169712 w 3303727"/>
              <a:gd name="connsiteY15" fmla="*/ 1706132 h 2419536"/>
              <a:gd name="connsiteX16" fmla="*/ 2026166 w 3303727"/>
              <a:gd name="connsiteY16" fmla="*/ 1072448 h 2419536"/>
              <a:gd name="connsiteX17" fmla="*/ 1757076 w 3303727"/>
              <a:gd name="connsiteY17" fmla="*/ 659353 h 2419536"/>
              <a:gd name="connsiteX18" fmla="*/ 1419358 w 3303727"/>
              <a:gd name="connsiteY18" fmla="*/ 387867 h 2419536"/>
              <a:gd name="connsiteX19" fmla="*/ 889133 w 3303727"/>
              <a:gd name="connsiteY19" fmla="*/ 243092 h 2419536"/>
              <a:gd name="connsiteX20" fmla="*/ 494497 w 3303727"/>
              <a:gd name="connsiteY20" fmla="*/ 340532 h 2419536"/>
              <a:gd name="connsiteX21" fmla="*/ 321242 w 3303727"/>
              <a:gd name="connsiteY21" fmla="*/ 523412 h 2419536"/>
              <a:gd name="connsiteX22" fmla="*/ 253866 w 3303727"/>
              <a:gd name="connsiteY22" fmla="*/ 581163 h 2419536"/>
              <a:gd name="connsiteX23" fmla="*/ 32485 w 3303727"/>
              <a:gd name="connsiteY23" fmla="*/ 504161 h 2419536"/>
              <a:gd name="connsiteX24" fmla="*/ 42110 w 3303727"/>
              <a:gd name="connsiteY24" fmla="*/ 417534 h 2419536"/>
              <a:gd name="connsiteX0" fmla="*/ 42110 w 3303727"/>
              <a:gd name="connsiteY0" fmla="*/ 417534 h 2419535"/>
              <a:gd name="connsiteX1" fmla="*/ 388619 w 3303727"/>
              <a:gd name="connsiteY1" fmla="*/ 61399 h 2419535"/>
              <a:gd name="connsiteX2" fmla="*/ 1303019 w 3303727"/>
              <a:gd name="connsiteY2" fmla="*/ 51774 h 2419535"/>
              <a:gd name="connsiteX3" fmla="*/ 2034539 w 3303727"/>
              <a:gd name="connsiteY3" fmla="*/ 581163 h 2419535"/>
              <a:gd name="connsiteX4" fmla="*/ 2381049 w 3303727"/>
              <a:gd name="connsiteY4" fmla="*/ 1351185 h 2419535"/>
              <a:gd name="connsiteX5" fmla="*/ 2458051 w 3303727"/>
              <a:gd name="connsiteY5" fmla="*/ 1832448 h 2419535"/>
              <a:gd name="connsiteX6" fmla="*/ 2467676 w 3303727"/>
              <a:gd name="connsiteY6" fmla="*/ 2082705 h 2419535"/>
              <a:gd name="connsiteX7" fmla="*/ 2871937 w 3303727"/>
              <a:gd name="connsiteY7" fmla="*/ 1899825 h 2419535"/>
              <a:gd name="connsiteX8" fmla="*/ 3266573 w 3303727"/>
              <a:gd name="connsiteY8" fmla="*/ 1793947 h 2419535"/>
              <a:gd name="connsiteX9" fmla="*/ 3285824 w 3303727"/>
              <a:gd name="connsiteY9" fmla="*/ 1947951 h 2419535"/>
              <a:gd name="connsiteX10" fmla="*/ 3255277 w 3303727"/>
              <a:gd name="connsiteY10" fmla="*/ 1971681 h 2419535"/>
              <a:gd name="connsiteX11" fmla="*/ 2851852 w 3303727"/>
              <a:gd name="connsiteY11" fmla="*/ 2126082 h 2419535"/>
              <a:gd name="connsiteX12" fmla="*/ 2537140 w 3303727"/>
              <a:gd name="connsiteY12" fmla="*/ 2309357 h 2419535"/>
              <a:gd name="connsiteX13" fmla="*/ 2285631 w 3303727"/>
              <a:gd name="connsiteY13" fmla="*/ 2419194 h 2419535"/>
              <a:gd name="connsiteX14" fmla="*/ 2140417 w 3303727"/>
              <a:gd name="connsiteY14" fmla="*/ 2275210 h 2419535"/>
              <a:gd name="connsiteX15" fmla="*/ 2169712 w 3303727"/>
              <a:gd name="connsiteY15" fmla="*/ 1706132 h 2419535"/>
              <a:gd name="connsiteX16" fmla="*/ 2026166 w 3303727"/>
              <a:gd name="connsiteY16" fmla="*/ 1072448 h 2419535"/>
              <a:gd name="connsiteX17" fmla="*/ 1757076 w 3303727"/>
              <a:gd name="connsiteY17" fmla="*/ 659353 h 2419535"/>
              <a:gd name="connsiteX18" fmla="*/ 1419358 w 3303727"/>
              <a:gd name="connsiteY18" fmla="*/ 387867 h 2419535"/>
              <a:gd name="connsiteX19" fmla="*/ 889133 w 3303727"/>
              <a:gd name="connsiteY19" fmla="*/ 243092 h 2419535"/>
              <a:gd name="connsiteX20" fmla="*/ 494497 w 3303727"/>
              <a:gd name="connsiteY20" fmla="*/ 340532 h 2419535"/>
              <a:gd name="connsiteX21" fmla="*/ 321242 w 3303727"/>
              <a:gd name="connsiteY21" fmla="*/ 523412 h 2419535"/>
              <a:gd name="connsiteX22" fmla="*/ 253866 w 3303727"/>
              <a:gd name="connsiteY22" fmla="*/ 581163 h 2419535"/>
              <a:gd name="connsiteX23" fmla="*/ 32485 w 3303727"/>
              <a:gd name="connsiteY23" fmla="*/ 504161 h 2419535"/>
              <a:gd name="connsiteX24" fmla="*/ 42110 w 3303727"/>
              <a:gd name="connsiteY24" fmla="*/ 417534 h 2419535"/>
              <a:gd name="connsiteX0" fmla="*/ 42110 w 3303727"/>
              <a:gd name="connsiteY0" fmla="*/ 417534 h 2419600"/>
              <a:gd name="connsiteX1" fmla="*/ 388619 w 3303727"/>
              <a:gd name="connsiteY1" fmla="*/ 61399 h 2419600"/>
              <a:gd name="connsiteX2" fmla="*/ 1303019 w 3303727"/>
              <a:gd name="connsiteY2" fmla="*/ 51774 h 2419600"/>
              <a:gd name="connsiteX3" fmla="*/ 2034539 w 3303727"/>
              <a:gd name="connsiteY3" fmla="*/ 581163 h 2419600"/>
              <a:gd name="connsiteX4" fmla="*/ 2381049 w 3303727"/>
              <a:gd name="connsiteY4" fmla="*/ 1351185 h 2419600"/>
              <a:gd name="connsiteX5" fmla="*/ 2458051 w 3303727"/>
              <a:gd name="connsiteY5" fmla="*/ 1832448 h 2419600"/>
              <a:gd name="connsiteX6" fmla="*/ 2467676 w 3303727"/>
              <a:gd name="connsiteY6" fmla="*/ 2082705 h 2419600"/>
              <a:gd name="connsiteX7" fmla="*/ 2871937 w 3303727"/>
              <a:gd name="connsiteY7" fmla="*/ 1899825 h 2419600"/>
              <a:gd name="connsiteX8" fmla="*/ 3266573 w 3303727"/>
              <a:gd name="connsiteY8" fmla="*/ 1793947 h 2419600"/>
              <a:gd name="connsiteX9" fmla="*/ 3285824 w 3303727"/>
              <a:gd name="connsiteY9" fmla="*/ 1947951 h 2419600"/>
              <a:gd name="connsiteX10" fmla="*/ 3255277 w 3303727"/>
              <a:gd name="connsiteY10" fmla="*/ 1971681 h 2419600"/>
              <a:gd name="connsiteX11" fmla="*/ 2881981 w 3303727"/>
              <a:gd name="connsiteY11" fmla="*/ 2055935 h 2419600"/>
              <a:gd name="connsiteX12" fmla="*/ 2537140 w 3303727"/>
              <a:gd name="connsiteY12" fmla="*/ 2309357 h 2419600"/>
              <a:gd name="connsiteX13" fmla="*/ 2285631 w 3303727"/>
              <a:gd name="connsiteY13" fmla="*/ 2419194 h 2419600"/>
              <a:gd name="connsiteX14" fmla="*/ 2140417 w 3303727"/>
              <a:gd name="connsiteY14" fmla="*/ 2275210 h 2419600"/>
              <a:gd name="connsiteX15" fmla="*/ 2169712 w 3303727"/>
              <a:gd name="connsiteY15" fmla="*/ 1706132 h 2419600"/>
              <a:gd name="connsiteX16" fmla="*/ 2026166 w 3303727"/>
              <a:gd name="connsiteY16" fmla="*/ 1072448 h 2419600"/>
              <a:gd name="connsiteX17" fmla="*/ 1757076 w 3303727"/>
              <a:gd name="connsiteY17" fmla="*/ 659353 h 2419600"/>
              <a:gd name="connsiteX18" fmla="*/ 1419358 w 3303727"/>
              <a:gd name="connsiteY18" fmla="*/ 387867 h 2419600"/>
              <a:gd name="connsiteX19" fmla="*/ 889133 w 3303727"/>
              <a:gd name="connsiteY19" fmla="*/ 243092 h 2419600"/>
              <a:gd name="connsiteX20" fmla="*/ 494497 w 3303727"/>
              <a:gd name="connsiteY20" fmla="*/ 340532 h 2419600"/>
              <a:gd name="connsiteX21" fmla="*/ 321242 w 3303727"/>
              <a:gd name="connsiteY21" fmla="*/ 523412 h 2419600"/>
              <a:gd name="connsiteX22" fmla="*/ 253866 w 3303727"/>
              <a:gd name="connsiteY22" fmla="*/ 581163 h 2419600"/>
              <a:gd name="connsiteX23" fmla="*/ 32485 w 3303727"/>
              <a:gd name="connsiteY23" fmla="*/ 504161 h 2419600"/>
              <a:gd name="connsiteX24" fmla="*/ 42110 w 3303727"/>
              <a:gd name="connsiteY24" fmla="*/ 417534 h 2419600"/>
              <a:gd name="connsiteX0" fmla="*/ 42110 w 3303727"/>
              <a:gd name="connsiteY0" fmla="*/ 417534 h 2419596"/>
              <a:gd name="connsiteX1" fmla="*/ 388619 w 3303727"/>
              <a:gd name="connsiteY1" fmla="*/ 61399 h 2419596"/>
              <a:gd name="connsiteX2" fmla="*/ 1303019 w 3303727"/>
              <a:gd name="connsiteY2" fmla="*/ 51774 h 2419596"/>
              <a:gd name="connsiteX3" fmla="*/ 2034539 w 3303727"/>
              <a:gd name="connsiteY3" fmla="*/ 581163 h 2419596"/>
              <a:gd name="connsiteX4" fmla="*/ 2381049 w 3303727"/>
              <a:gd name="connsiteY4" fmla="*/ 1351185 h 2419596"/>
              <a:gd name="connsiteX5" fmla="*/ 2458051 w 3303727"/>
              <a:gd name="connsiteY5" fmla="*/ 1832448 h 2419596"/>
              <a:gd name="connsiteX6" fmla="*/ 2467676 w 3303727"/>
              <a:gd name="connsiteY6" fmla="*/ 2082705 h 2419596"/>
              <a:gd name="connsiteX7" fmla="*/ 2871937 w 3303727"/>
              <a:gd name="connsiteY7" fmla="*/ 1899825 h 2419596"/>
              <a:gd name="connsiteX8" fmla="*/ 3266573 w 3303727"/>
              <a:gd name="connsiteY8" fmla="*/ 1793947 h 2419596"/>
              <a:gd name="connsiteX9" fmla="*/ 3285824 w 3303727"/>
              <a:gd name="connsiteY9" fmla="*/ 1947951 h 2419596"/>
              <a:gd name="connsiteX10" fmla="*/ 3255277 w 3303727"/>
              <a:gd name="connsiteY10" fmla="*/ 1971681 h 2419596"/>
              <a:gd name="connsiteX11" fmla="*/ 2881981 w 3303727"/>
              <a:gd name="connsiteY11" fmla="*/ 2055935 h 2419596"/>
              <a:gd name="connsiteX12" fmla="*/ 2537140 w 3303727"/>
              <a:gd name="connsiteY12" fmla="*/ 2249231 h 2419596"/>
              <a:gd name="connsiteX13" fmla="*/ 2285631 w 3303727"/>
              <a:gd name="connsiteY13" fmla="*/ 2419194 h 2419596"/>
              <a:gd name="connsiteX14" fmla="*/ 2140417 w 3303727"/>
              <a:gd name="connsiteY14" fmla="*/ 2275210 h 2419596"/>
              <a:gd name="connsiteX15" fmla="*/ 2169712 w 3303727"/>
              <a:gd name="connsiteY15" fmla="*/ 1706132 h 2419596"/>
              <a:gd name="connsiteX16" fmla="*/ 2026166 w 3303727"/>
              <a:gd name="connsiteY16" fmla="*/ 1072448 h 2419596"/>
              <a:gd name="connsiteX17" fmla="*/ 1757076 w 3303727"/>
              <a:gd name="connsiteY17" fmla="*/ 659353 h 2419596"/>
              <a:gd name="connsiteX18" fmla="*/ 1419358 w 3303727"/>
              <a:gd name="connsiteY18" fmla="*/ 387867 h 2419596"/>
              <a:gd name="connsiteX19" fmla="*/ 889133 w 3303727"/>
              <a:gd name="connsiteY19" fmla="*/ 243092 h 2419596"/>
              <a:gd name="connsiteX20" fmla="*/ 494497 w 3303727"/>
              <a:gd name="connsiteY20" fmla="*/ 340532 h 2419596"/>
              <a:gd name="connsiteX21" fmla="*/ 321242 w 3303727"/>
              <a:gd name="connsiteY21" fmla="*/ 523412 h 2419596"/>
              <a:gd name="connsiteX22" fmla="*/ 253866 w 3303727"/>
              <a:gd name="connsiteY22" fmla="*/ 581163 h 2419596"/>
              <a:gd name="connsiteX23" fmla="*/ 32485 w 3303727"/>
              <a:gd name="connsiteY23" fmla="*/ 504161 h 2419596"/>
              <a:gd name="connsiteX24" fmla="*/ 42110 w 3303727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381049 w 3318282"/>
              <a:gd name="connsiteY4" fmla="*/ 1351185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7534 h 2419596"/>
              <a:gd name="connsiteX1" fmla="*/ 388619 w 3318282"/>
              <a:gd name="connsiteY1" fmla="*/ 61399 h 2419596"/>
              <a:gd name="connsiteX2" fmla="*/ 1303019 w 3318282"/>
              <a:gd name="connsiteY2" fmla="*/ 51774 h 2419596"/>
              <a:gd name="connsiteX3" fmla="*/ 2034539 w 3318282"/>
              <a:gd name="connsiteY3" fmla="*/ 581163 h 2419596"/>
              <a:gd name="connsiteX4" fmla="*/ 2401134 w 3318282"/>
              <a:gd name="connsiteY4" fmla="*/ 1250974 h 2419596"/>
              <a:gd name="connsiteX5" fmla="*/ 2458051 w 3318282"/>
              <a:gd name="connsiteY5" fmla="*/ 1832448 h 2419596"/>
              <a:gd name="connsiteX6" fmla="*/ 2467676 w 3318282"/>
              <a:gd name="connsiteY6" fmla="*/ 2082705 h 2419596"/>
              <a:gd name="connsiteX7" fmla="*/ 2871937 w 3318282"/>
              <a:gd name="connsiteY7" fmla="*/ 1899825 h 2419596"/>
              <a:gd name="connsiteX8" fmla="*/ 3286658 w 3318282"/>
              <a:gd name="connsiteY8" fmla="*/ 1834032 h 2419596"/>
              <a:gd name="connsiteX9" fmla="*/ 3285824 w 3318282"/>
              <a:gd name="connsiteY9" fmla="*/ 1947951 h 2419596"/>
              <a:gd name="connsiteX10" fmla="*/ 3255277 w 3318282"/>
              <a:gd name="connsiteY10" fmla="*/ 1971681 h 2419596"/>
              <a:gd name="connsiteX11" fmla="*/ 2881981 w 3318282"/>
              <a:gd name="connsiteY11" fmla="*/ 2055935 h 2419596"/>
              <a:gd name="connsiteX12" fmla="*/ 2537140 w 3318282"/>
              <a:gd name="connsiteY12" fmla="*/ 2249231 h 2419596"/>
              <a:gd name="connsiteX13" fmla="*/ 2285631 w 3318282"/>
              <a:gd name="connsiteY13" fmla="*/ 2419194 h 2419596"/>
              <a:gd name="connsiteX14" fmla="*/ 2140417 w 3318282"/>
              <a:gd name="connsiteY14" fmla="*/ 2275210 h 2419596"/>
              <a:gd name="connsiteX15" fmla="*/ 2169712 w 3318282"/>
              <a:gd name="connsiteY15" fmla="*/ 1706132 h 2419596"/>
              <a:gd name="connsiteX16" fmla="*/ 2026166 w 3318282"/>
              <a:gd name="connsiteY16" fmla="*/ 1072448 h 2419596"/>
              <a:gd name="connsiteX17" fmla="*/ 1757076 w 3318282"/>
              <a:gd name="connsiteY17" fmla="*/ 659353 h 2419596"/>
              <a:gd name="connsiteX18" fmla="*/ 1419358 w 3318282"/>
              <a:gd name="connsiteY18" fmla="*/ 387867 h 2419596"/>
              <a:gd name="connsiteX19" fmla="*/ 889133 w 3318282"/>
              <a:gd name="connsiteY19" fmla="*/ 243092 h 2419596"/>
              <a:gd name="connsiteX20" fmla="*/ 494497 w 3318282"/>
              <a:gd name="connsiteY20" fmla="*/ 340532 h 2419596"/>
              <a:gd name="connsiteX21" fmla="*/ 321242 w 3318282"/>
              <a:gd name="connsiteY21" fmla="*/ 523412 h 2419596"/>
              <a:gd name="connsiteX22" fmla="*/ 253866 w 3318282"/>
              <a:gd name="connsiteY22" fmla="*/ 581163 h 2419596"/>
              <a:gd name="connsiteX23" fmla="*/ 32485 w 3318282"/>
              <a:gd name="connsiteY23" fmla="*/ 504161 h 2419596"/>
              <a:gd name="connsiteX24" fmla="*/ 42110 w 3318282"/>
              <a:gd name="connsiteY24" fmla="*/ 417534 h 2419596"/>
              <a:gd name="connsiteX0" fmla="*/ 42110 w 3318282"/>
              <a:gd name="connsiteY0" fmla="*/ 414738 h 2416800"/>
              <a:gd name="connsiteX1" fmla="*/ 388619 w 3318282"/>
              <a:gd name="connsiteY1" fmla="*/ 58603 h 2416800"/>
              <a:gd name="connsiteX2" fmla="*/ 1303019 w 3318282"/>
              <a:gd name="connsiteY2" fmla="*/ 48978 h 2416800"/>
              <a:gd name="connsiteX3" fmla="*/ 2034539 w 3318282"/>
              <a:gd name="connsiteY3" fmla="*/ 538283 h 2416800"/>
              <a:gd name="connsiteX4" fmla="*/ 2401134 w 3318282"/>
              <a:gd name="connsiteY4" fmla="*/ 1248178 h 2416800"/>
              <a:gd name="connsiteX5" fmla="*/ 2458051 w 3318282"/>
              <a:gd name="connsiteY5" fmla="*/ 1829652 h 2416800"/>
              <a:gd name="connsiteX6" fmla="*/ 2467676 w 3318282"/>
              <a:gd name="connsiteY6" fmla="*/ 2079909 h 2416800"/>
              <a:gd name="connsiteX7" fmla="*/ 2871937 w 3318282"/>
              <a:gd name="connsiteY7" fmla="*/ 1897029 h 2416800"/>
              <a:gd name="connsiteX8" fmla="*/ 3286658 w 3318282"/>
              <a:gd name="connsiteY8" fmla="*/ 1831236 h 2416800"/>
              <a:gd name="connsiteX9" fmla="*/ 3285824 w 3318282"/>
              <a:gd name="connsiteY9" fmla="*/ 1945155 h 2416800"/>
              <a:gd name="connsiteX10" fmla="*/ 3255277 w 3318282"/>
              <a:gd name="connsiteY10" fmla="*/ 1968885 h 2416800"/>
              <a:gd name="connsiteX11" fmla="*/ 2881981 w 3318282"/>
              <a:gd name="connsiteY11" fmla="*/ 2053139 h 2416800"/>
              <a:gd name="connsiteX12" fmla="*/ 2537140 w 3318282"/>
              <a:gd name="connsiteY12" fmla="*/ 2246435 h 2416800"/>
              <a:gd name="connsiteX13" fmla="*/ 2285631 w 3318282"/>
              <a:gd name="connsiteY13" fmla="*/ 2416398 h 2416800"/>
              <a:gd name="connsiteX14" fmla="*/ 2140417 w 3318282"/>
              <a:gd name="connsiteY14" fmla="*/ 2272414 h 2416800"/>
              <a:gd name="connsiteX15" fmla="*/ 2169712 w 3318282"/>
              <a:gd name="connsiteY15" fmla="*/ 1703336 h 2416800"/>
              <a:gd name="connsiteX16" fmla="*/ 2026166 w 3318282"/>
              <a:gd name="connsiteY16" fmla="*/ 1069652 h 2416800"/>
              <a:gd name="connsiteX17" fmla="*/ 1757076 w 3318282"/>
              <a:gd name="connsiteY17" fmla="*/ 656557 h 2416800"/>
              <a:gd name="connsiteX18" fmla="*/ 1419358 w 3318282"/>
              <a:gd name="connsiteY18" fmla="*/ 385071 h 2416800"/>
              <a:gd name="connsiteX19" fmla="*/ 889133 w 3318282"/>
              <a:gd name="connsiteY19" fmla="*/ 240296 h 2416800"/>
              <a:gd name="connsiteX20" fmla="*/ 494497 w 3318282"/>
              <a:gd name="connsiteY20" fmla="*/ 337736 h 2416800"/>
              <a:gd name="connsiteX21" fmla="*/ 321242 w 3318282"/>
              <a:gd name="connsiteY21" fmla="*/ 520616 h 2416800"/>
              <a:gd name="connsiteX22" fmla="*/ 253866 w 3318282"/>
              <a:gd name="connsiteY22" fmla="*/ 578367 h 2416800"/>
              <a:gd name="connsiteX23" fmla="*/ 32485 w 3318282"/>
              <a:gd name="connsiteY23" fmla="*/ 501365 h 2416800"/>
              <a:gd name="connsiteX24" fmla="*/ 42110 w 3318282"/>
              <a:gd name="connsiteY24" fmla="*/ 414738 h 2416800"/>
              <a:gd name="connsiteX0" fmla="*/ 42110 w 3318282"/>
              <a:gd name="connsiteY0" fmla="*/ 477780 h 2479842"/>
              <a:gd name="connsiteX1" fmla="*/ 388619 w 3318282"/>
              <a:gd name="connsiteY1" fmla="*/ 121645 h 2479842"/>
              <a:gd name="connsiteX2" fmla="*/ 843865 w 3318282"/>
              <a:gd name="connsiteY2" fmla="*/ 120 h 2479842"/>
              <a:gd name="connsiteX3" fmla="*/ 1303019 w 3318282"/>
              <a:gd name="connsiteY3" fmla="*/ 112020 h 2479842"/>
              <a:gd name="connsiteX4" fmla="*/ 2034539 w 3318282"/>
              <a:gd name="connsiteY4" fmla="*/ 601325 h 2479842"/>
              <a:gd name="connsiteX5" fmla="*/ 2401134 w 3318282"/>
              <a:gd name="connsiteY5" fmla="*/ 1311220 h 2479842"/>
              <a:gd name="connsiteX6" fmla="*/ 2458051 w 3318282"/>
              <a:gd name="connsiteY6" fmla="*/ 1892694 h 2479842"/>
              <a:gd name="connsiteX7" fmla="*/ 2467676 w 3318282"/>
              <a:gd name="connsiteY7" fmla="*/ 2142951 h 2479842"/>
              <a:gd name="connsiteX8" fmla="*/ 2871937 w 3318282"/>
              <a:gd name="connsiteY8" fmla="*/ 1960071 h 2479842"/>
              <a:gd name="connsiteX9" fmla="*/ 3286658 w 3318282"/>
              <a:gd name="connsiteY9" fmla="*/ 1894278 h 2479842"/>
              <a:gd name="connsiteX10" fmla="*/ 3285824 w 3318282"/>
              <a:gd name="connsiteY10" fmla="*/ 2008197 h 2479842"/>
              <a:gd name="connsiteX11" fmla="*/ 3255277 w 3318282"/>
              <a:gd name="connsiteY11" fmla="*/ 2031927 h 2479842"/>
              <a:gd name="connsiteX12" fmla="*/ 2881981 w 3318282"/>
              <a:gd name="connsiteY12" fmla="*/ 2116181 h 2479842"/>
              <a:gd name="connsiteX13" fmla="*/ 2537140 w 3318282"/>
              <a:gd name="connsiteY13" fmla="*/ 2309477 h 2479842"/>
              <a:gd name="connsiteX14" fmla="*/ 2285631 w 3318282"/>
              <a:gd name="connsiteY14" fmla="*/ 2479440 h 2479842"/>
              <a:gd name="connsiteX15" fmla="*/ 2140417 w 3318282"/>
              <a:gd name="connsiteY15" fmla="*/ 2335456 h 2479842"/>
              <a:gd name="connsiteX16" fmla="*/ 2169712 w 3318282"/>
              <a:gd name="connsiteY16" fmla="*/ 1766378 h 2479842"/>
              <a:gd name="connsiteX17" fmla="*/ 2026166 w 3318282"/>
              <a:gd name="connsiteY17" fmla="*/ 1132694 h 2479842"/>
              <a:gd name="connsiteX18" fmla="*/ 1757076 w 3318282"/>
              <a:gd name="connsiteY18" fmla="*/ 719599 h 2479842"/>
              <a:gd name="connsiteX19" fmla="*/ 1419358 w 3318282"/>
              <a:gd name="connsiteY19" fmla="*/ 448113 h 2479842"/>
              <a:gd name="connsiteX20" fmla="*/ 889133 w 3318282"/>
              <a:gd name="connsiteY20" fmla="*/ 303338 h 2479842"/>
              <a:gd name="connsiteX21" fmla="*/ 494497 w 3318282"/>
              <a:gd name="connsiteY21" fmla="*/ 400778 h 2479842"/>
              <a:gd name="connsiteX22" fmla="*/ 321242 w 3318282"/>
              <a:gd name="connsiteY22" fmla="*/ 583658 h 2479842"/>
              <a:gd name="connsiteX23" fmla="*/ 253866 w 3318282"/>
              <a:gd name="connsiteY23" fmla="*/ 641409 h 2479842"/>
              <a:gd name="connsiteX24" fmla="*/ 32485 w 3318282"/>
              <a:gd name="connsiteY24" fmla="*/ 564407 h 2479842"/>
              <a:gd name="connsiteX25" fmla="*/ 42110 w 3318282"/>
              <a:gd name="connsiteY25" fmla="*/ 477780 h 2479842"/>
              <a:gd name="connsiteX0" fmla="*/ 42110 w 3318282"/>
              <a:gd name="connsiteY0" fmla="*/ 477703 h 2479765"/>
              <a:gd name="connsiteX1" fmla="*/ 388619 w 3318282"/>
              <a:gd name="connsiteY1" fmla="*/ 121568 h 2479765"/>
              <a:gd name="connsiteX2" fmla="*/ 843865 w 3318282"/>
              <a:gd name="connsiteY2" fmla="*/ 43 h 2479765"/>
              <a:gd name="connsiteX3" fmla="*/ 1483789 w 3318282"/>
              <a:gd name="connsiteY3" fmla="*/ 142006 h 2479765"/>
              <a:gd name="connsiteX4" fmla="*/ 2034539 w 3318282"/>
              <a:gd name="connsiteY4" fmla="*/ 601248 h 2479765"/>
              <a:gd name="connsiteX5" fmla="*/ 2401134 w 3318282"/>
              <a:gd name="connsiteY5" fmla="*/ 1311143 h 2479765"/>
              <a:gd name="connsiteX6" fmla="*/ 2458051 w 3318282"/>
              <a:gd name="connsiteY6" fmla="*/ 1892617 h 2479765"/>
              <a:gd name="connsiteX7" fmla="*/ 2467676 w 3318282"/>
              <a:gd name="connsiteY7" fmla="*/ 2142874 h 2479765"/>
              <a:gd name="connsiteX8" fmla="*/ 2871937 w 3318282"/>
              <a:gd name="connsiteY8" fmla="*/ 1959994 h 2479765"/>
              <a:gd name="connsiteX9" fmla="*/ 3286658 w 3318282"/>
              <a:gd name="connsiteY9" fmla="*/ 1894201 h 2479765"/>
              <a:gd name="connsiteX10" fmla="*/ 3285824 w 3318282"/>
              <a:gd name="connsiteY10" fmla="*/ 2008120 h 2479765"/>
              <a:gd name="connsiteX11" fmla="*/ 3255277 w 3318282"/>
              <a:gd name="connsiteY11" fmla="*/ 2031850 h 2479765"/>
              <a:gd name="connsiteX12" fmla="*/ 2881981 w 3318282"/>
              <a:gd name="connsiteY12" fmla="*/ 2116104 h 2479765"/>
              <a:gd name="connsiteX13" fmla="*/ 2537140 w 3318282"/>
              <a:gd name="connsiteY13" fmla="*/ 2309400 h 2479765"/>
              <a:gd name="connsiteX14" fmla="*/ 2285631 w 3318282"/>
              <a:gd name="connsiteY14" fmla="*/ 2479363 h 2479765"/>
              <a:gd name="connsiteX15" fmla="*/ 2140417 w 3318282"/>
              <a:gd name="connsiteY15" fmla="*/ 2335379 h 2479765"/>
              <a:gd name="connsiteX16" fmla="*/ 2169712 w 3318282"/>
              <a:gd name="connsiteY16" fmla="*/ 1766301 h 2479765"/>
              <a:gd name="connsiteX17" fmla="*/ 2026166 w 3318282"/>
              <a:gd name="connsiteY17" fmla="*/ 1132617 h 2479765"/>
              <a:gd name="connsiteX18" fmla="*/ 1757076 w 3318282"/>
              <a:gd name="connsiteY18" fmla="*/ 719522 h 2479765"/>
              <a:gd name="connsiteX19" fmla="*/ 1419358 w 3318282"/>
              <a:gd name="connsiteY19" fmla="*/ 448036 h 2479765"/>
              <a:gd name="connsiteX20" fmla="*/ 889133 w 3318282"/>
              <a:gd name="connsiteY20" fmla="*/ 303261 h 2479765"/>
              <a:gd name="connsiteX21" fmla="*/ 494497 w 3318282"/>
              <a:gd name="connsiteY21" fmla="*/ 400701 h 2479765"/>
              <a:gd name="connsiteX22" fmla="*/ 321242 w 3318282"/>
              <a:gd name="connsiteY22" fmla="*/ 583581 h 2479765"/>
              <a:gd name="connsiteX23" fmla="*/ 253866 w 3318282"/>
              <a:gd name="connsiteY23" fmla="*/ 641332 h 2479765"/>
              <a:gd name="connsiteX24" fmla="*/ 32485 w 3318282"/>
              <a:gd name="connsiteY24" fmla="*/ 564330 h 2479765"/>
              <a:gd name="connsiteX25" fmla="*/ 42110 w 3318282"/>
              <a:gd name="connsiteY25" fmla="*/ 477703 h 2479765"/>
              <a:gd name="connsiteX0" fmla="*/ 41486 w 3317658"/>
              <a:gd name="connsiteY0" fmla="*/ 477703 h 2479765"/>
              <a:gd name="connsiteX1" fmla="*/ 377952 w 3317658"/>
              <a:gd name="connsiteY1" fmla="*/ 151631 h 2479765"/>
              <a:gd name="connsiteX2" fmla="*/ 843241 w 3317658"/>
              <a:gd name="connsiteY2" fmla="*/ 43 h 2479765"/>
              <a:gd name="connsiteX3" fmla="*/ 1483165 w 3317658"/>
              <a:gd name="connsiteY3" fmla="*/ 142006 h 2479765"/>
              <a:gd name="connsiteX4" fmla="*/ 2033915 w 3317658"/>
              <a:gd name="connsiteY4" fmla="*/ 601248 h 2479765"/>
              <a:gd name="connsiteX5" fmla="*/ 2400510 w 3317658"/>
              <a:gd name="connsiteY5" fmla="*/ 1311143 h 2479765"/>
              <a:gd name="connsiteX6" fmla="*/ 2457427 w 3317658"/>
              <a:gd name="connsiteY6" fmla="*/ 1892617 h 2479765"/>
              <a:gd name="connsiteX7" fmla="*/ 2467052 w 3317658"/>
              <a:gd name="connsiteY7" fmla="*/ 2142874 h 2479765"/>
              <a:gd name="connsiteX8" fmla="*/ 2871313 w 3317658"/>
              <a:gd name="connsiteY8" fmla="*/ 1959994 h 2479765"/>
              <a:gd name="connsiteX9" fmla="*/ 3286034 w 3317658"/>
              <a:gd name="connsiteY9" fmla="*/ 1894201 h 2479765"/>
              <a:gd name="connsiteX10" fmla="*/ 3285200 w 3317658"/>
              <a:gd name="connsiteY10" fmla="*/ 2008120 h 2479765"/>
              <a:gd name="connsiteX11" fmla="*/ 3254653 w 3317658"/>
              <a:gd name="connsiteY11" fmla="*/ 2031850 h 2479765"/>
              <a:gd name="connsiteX12" fmla="*/ 2881357 w 3317658"/>
              <a:gd name="connsiteY12" fmla="*/ 2116104 h 2479765"/>
              <a:gd name="connsiteX13" fmla="*/ 2536516 w 3317658"/>
              <a:gd name="connsiteY13" fmla="*/ 2309400 h 2479765"/>
              <a:gd name="connsiteX14" fmla="*/ 2285007 w 3317658"/>
              <a:gd name="connsiteY14" fmla="*/ 2479363 h 2479765"/>
              <a:gd name="connsiteX15" fmla="*/ 2139793 w 3317658"/>
              <a:gd name="connsiteY15" fmla="*/ 2335379 h 2479765"/>
              <a:gd name="connsiteX16" fmla="*/ 2169088 w 3317658"/>
              <a:gd name="connsiteY16" fmla="*/ 1766301 h 2479765"/>
              <a:gd name="connsiteX17" fmla="*/ 2025542 w 3317658"/>
              <a:gd name="connsiteY17" fmla="*/ 1132617 h 2479765"/>
              <a:gd name="connsiteX18" fmla="*/ 1756452 w 3317658"/>
              <a:gd name="connsiteY18" fmla="*/ 719522 h 2479765"/>
              <a:gd name="connsiteX19" fmla="*/ 1418734 w 3317658"/>
              <a:gd name="connsiteY19" fmla="*/ 448036 h 2479765"/>
              <a:gd name="connsiteX20" fmla="*/ 888509 w 3317658"/>
              <a:gd name="connsiteY20" fmla="*/ 303261 h 2479765"/>
              <a:gd name="connsiteX21" fmla="*/ 493873 w 3317658"/>
              <a:gd name="connsiteY21" fmla="*/ 400701 h 2479765"/>
              <a:gd name="connsiteX22" fmla="*/ 320618 w 3317658"/>
              <a:gd name="connsiteY22" fmla="*/ 583581 h 2479765"/>
              <a:gd name="connsiteX23" fmla="*/ 253242 w 3317658"/>
              <a:gd name="connsiteY23" fmla="*/ 641332 h 2479765"/>
              <a:gd name="connsiteX24" fmla="*/ 31861 w 3317658"/>
              <a:gd name="connsiteY24" fmla="*/ 564330 h 2479765"/>
              <a:gd name="connsiteX25" fmla="*/ 41486 w 3317658"/>
              <a:gd name="connsiteY25" fmla="*/ 477703 h 2479765"/>
              <a:gd name="connsiteX0" fmla="*/ 41486 w 3317658"/>
              <a:gd name="connsiteY0" fmla="*/ 467692 h 2469754"/>
              <a:gd name="connsiteX1" fmla="*/ 377952 w 3317658"/>
              <a:gd name="connsiteY1" fmla="*/ 141620 h 2469754"/>
              <a:gd name="connsiteX2" fmla="*/ 843241 w 3317658"/>
              <a:gd name="connsiteY2" fmla="*/ 53 h 2469754"/>
              <a:gd name="connsiteX3" fmla="*/ 1483165 w 3317658"/>
              <a:gd name="connsiteY3" fmla="*/ 131995 h 2469754"/>
              <a:gd name="connsiteX4" fmla="*/ 2033915 w 3317658"/>
              <a:gd name="connsiteY4" fmla="*/ 591237 h 2469754"/>
              <a:gd name="connsiteX5" fmla="*/ 2400510 w 3317658"/>
              <a:gd name="connsiteY5" fmla="*/ 1301132 h 2469754"/>
              <a:gd name="connsiteX6" fmla="*/ 2457427 w 3317658"/>
              <a:gd name="connsiteY6" fmla="*/ 1882606 h 2469754"/>
              <a:gd name="connsiteX7" fmla="*/ 2467052 w 3317658"/>
              <a:gd name="connsiteY7" fmla="*/ 2132863 h 2469754"/>
              <a:gd name="connsiteX8" fmla="*/ 2871313 w 3317658"/>
              <a:gd name="connsiteY8" fmla="*/ 1949983 h 2469754"/>
              <a:gd name="connsiteX9" fmla="*/ 3286034 w 3317658"/>
              <a:gd name="connsiteY9" fmla="*/ 1884190 h 2469754"/>
              <a:gd name="connsiteX10" fmla="*/ 3285200 w 3317658"/>
              <a:gd name="connsiteY10" fmla="*/ 1998109 h 2469754"/>
              <a:gd name="connsiteX11" fmla="*/ 3254653 w 3317658"/>
              <a:gd name="connsiteY11" fmla="*/ 2021839 h 2469754"/>
              <a:gd name="connsiteX12" fmla="*/ 2881357 w 3317658"/>
              <a:gd name="connsiteY12" fmla="*/ 2106093 h 2469754"/>
              <a:gd name="connsiteX13" fmla="*/ 2536516 w 3317658"/>
              <a:gd name="connsiteY13" fmla="*/ 2299389 h 2469754"/>
              <a:gd name="connsiteX14" fmla="*/ 2285007 w 3317658"/>
              <a:gd name="connsiteY14" fmla="*/ 2469352 h 2469754"/>
              <a:gd name="connsiteX15" fmla="*/ 2139793 w 3317658"/>
              <a:gd name="connsiteY15" fmla="*/ 2325368 h 2469754"/>
              <a:gd name="connsiteX16" fmla="*/ 2169088 w 3317658"/>
              <a:gd name="connsiteY16" fmla="*/ 1756290 h 2469754"/>
              <a:gd name="connsiteX17" fmla="*/ 2025542 w 3317658"/>
              <a:gd name="connsiteY17" fmla="*/ 1122606 h 2469754"/>
              <a:gd name="connsiteX18" fmla="*/ 1756452 w 3317658"/>
              <a:gd name="connsiteY18" fmla="*/ 709511 h 2469754"/>
              <a:gd name="connsiteX19" fmla="*/ 1418734 w 3317658"/>
              <a:gd name="connsiteY19" fmla="*/ 438025 h 2469754"/>
              <a:gd name="connsiteX20" fmla="*/ 888509 w 3317658"/>
              <a:gd name="connsiteY20" fmla="*/ 293250 h 2469754"/>
              <a:gd name="connsiteX21" fmla="*/ 493873 w 3317658"/>
              <a:gd name="connsiteY21" fmla="*/ 390690 h 2469754"/>
              <a:gd name="connsiteX22" fmla="*/ 320618 w 3317658"/>
              <a:gd name="connsiteY22" fmla="*/ 573570 h 2469754"/>
              <a:gd name="connsiteX23" fmla="*/ 253242 w 3317658"/>
              <a:gd name="connsiteY23" fmla="*/ 631321 h 2469754"/>
              <a:gd name="connsiteX24" fmla="*/ 31861 w 3317658"/>
              <a:gd name="connsiteY24" fmla="*/ 554319 h 2469754"/>
              <a:gd name="connsiteX25" fmla="*/ 41486 w 3317658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313820 w 3310860"/>
              <a:gd name="connsiteY22" fmla="*/ 573570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87075 w 3310860"/>
              <a:gd name="connsiteY21" fmla="*/ 390690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881711 w 3310860"/>
              <a:gd name="connsiteY20" fmla="*/ 29325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97118 w 3310860"/>
              <a:gd name="connsiteY21" fmla="*/ 349758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1936 w 3310860"/>
              <a:gd name="connsiteY19" fmla="*/ 438025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49654 w 3310860"/>
              <a:gd name="connsiteY18" fmla="*/ 709511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794847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18744 w 3310860"/>
              <a:gd name="connsiteY17" fmla="*/ 1122606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62290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50629 w 3310860"/>
              <a:gd name="connsiteY6" fmla="*/ 188260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93712 w 3310860"/>
              <a:gd name="connsiteY5" fmla="*/ 130113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35564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60254 w 3310860"/>
              <a:gd name="connsiteY7" fmla="*/ 2132863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40169 w 3310860"/>
              <a:gd name="connsiteY7" fmla="*/ 2127747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69754"/>
              <a:gd name="connsiteX1" fmla="*/ 371154 w 3310860"/>
              <a:gd name="connsiteY1" fmla="*/ 141620 h 2469754"/>
              <a:gd name="connsiteX2" fmla="*/ 836443 w 3310860"/>
              <a:gd name="connsiteY2" fmla="*/ 53 h 2469754"/>
              <a:gd name="connsiteX3" fmla="*/ 1476367 w 3310860"/>
              <a:gd name="connsiteY3" fmla="*/ 131995 h 2469754"/>
              <a:gd name="connsiteX4" fmla="*/ 2027117 w 3310860"/>
              <a:gd name="connsiteY4" fmla="*/ 591237 h 2469754"/>
              <a:gd name="connsiteX5" fmla="*/ 2373627 w 3310860"/>
              <a:gd name="connsiteY5" fmla="*/ 1316482 h 2469754"/>
              <a:gd name="connsiteX6" fmla="*/ 2420500 w 3310860"/>
              <a:gd name="connsiteY6" fmla="*/ 1897956 h 2469754"/>
              <a:gd name="connsiteX7" fmla="*/ 2415063 w 3310860"/>
              <a:gd name="connsiteY7" fmla="*/ 2173796 h 2469754"/>
              <a:gd name="connsiteX8" fmla="*/ 2864515 w 3310860"/>
              <a:gd name="connsiteY8" fmla="*/ 1949983 h 2469754"/>
              <a:gd name="connsiteX9" fmla="*/ 3279236 w 3310860"/>
              <a:gd name="connsiteY9" fmla="*/ 1884190 h 2469754"/>
              <a:gd name="connsiteX10" fmla="*/ 3278402 w 3310860"/>
              <a:gd name="connsiteY10" fmla="*/ 1998109 h 2469754"/>
              <a:gd name="connsiteX11" fmla="*/ 3247855 w 3310860"/>
              <a:gd name="connsiteY11" fmla="*/ 2021839 h 2469754"/>
              <a:gd name="connsiteX12" fmla="*/ 2874559 w 3310860"/>
              <a:gd name="connsiteY12" fmla="*/ 2106093 h 2469754"/>
              <a:gd name="connsiteX13" fmla="*/ 2529718 w 3310860"/>
              <a:gd name="connsiteY13" fmla="*/ 2299389 h 2469754"/>
              <a:gd name="connsiteX14" fmla="*/ 2278209 w 3310860"/>
              <a:gd name="connsiteY14" fmla="*/ 2469352 h 2469754"/>
              <a:gd name="connsiteX15" fmla="*/ 2132995 w 3310860"/>
              <a:gd name="connsiteY15" fmla="*/ 2325368 h 2469754"/>
              <a:gd name="connsiteX16" fmla="*/ 2172334 w 3310860"/>
              <a:gd name="connsiteY16" fmla="*/ 1756290 h 2469754"/>
              <a:gd name="connsiteX17" fmla="*/ 2058915 w 3310860"/>
              <a:gd name="connsiteY17" fmla="*/ 1102139 h 2469754"/>
              <a:gd name="connsiteX18" fmla="*/ 1835018 w 3310860"/>
              <a:gd name="connsiteY18" fmla="*/ 714628 h 2469754"/>
              <a:gd name="connsiteX19" fmla="*/ 1416959 w 3310860"/>
              <a:gd name="connsiteY19" fmla="*/ 376628 h 2469754"/>
              <a:gd name="connsiteX20" fmla="*/ 901797 w 3310860"/>
              <a:gd name="connsiteY20" fmla="*/ 221620 h 2469754"/>
              <a:gd name="connsiteX21" fmla="*/ 472011 w 3310860"/>
              <a:gd name="connsiteY21" fmla="*/ 324175 h 2469754"/>
              <a:gd name="connsiteX22" fmla="*/ 298756 w 3310860"/>
              <a:gd name="connsiteY22" fmla="*/ 481473 h 2469754"/>
              <a:gd name="connsiteX23" fmla="*/ 161080 w 3310860"/>
              <a:gd name="connsiteY23" fmla="*/ 600622 h 2469754"/>
              <a:gd name="connsiteX24" fmla="*/ 25063 w 3310860"/>
              <a:gd name="connsiteY24" fmla="*/ 554319 h 2469754"/>
              <a:gd name="connsiteX25" fmla="*/ 34688 w 3310860"/>
              <a:gd name="connsiteY25" fmla="*/ 467692 h 2469754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74559 w 3310860"/>
              <a:gd name="connsiteY12" fmla="*/ 210609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0860"/>
              <a:gd name="connsiteY0" fmla="*/ 467692 h 2471040"/>
              <a:gd name="connsiteX1" fmla="*/ 371154 w 3310860"/>
              <a:gd name="connsiteY1" fmla="*/ 141620 h 2471040"/>
              <a:gd name="connsiteX2" fmla="*/ 836443 w 3310860"/>
              <a:gd name="connsiteY2" fmla="*/ 53 h 2471040"/>
              <a:gd name="connsiteX3" fmla="*/ 1476367 w 3310860"/>
              <a:gd name="connsiteY3" fmla="*/ 131995 h 2471040"/>
              <a:gd name="connsiteX4" fmla="*/ 2027117 w 3310860"/>
              <a:gd name="connsiteY4" fmla="*/ 591237 h 2471040"/>
              <a:gd name="connsiteX5" fmla="*/ 2373627 w 3310860"/>
              <a:gd name="connsiteY5" fmla="*/ 1316482 h 2471040"/>
              <a:gd name="connsiteX6" fmla="*/ 2420500 w 3310860"/>
              <a:gd name="connsiteY6" fmla="*/ 1897956 h 2471040"/>
              <a:gd name="connsiteX7" fmla="*/ 2415063 w 3310860"/>
              <a:gd name="connsiteY7" fmla="*/ 2173796 h 2471040"/>
              <a:gd name="connsiteX8" fmla="*/ 2864515 w 3310860"/>
              <a:gd name="connsiteY8" fmla="*/ 1949983 h 2471040"/>
              <a:gd name="connsiteX9" fmla="*/ 3279236 w 3310860"/>
              <a:gd name="connsiteY9" fmla="*/ 1884190 h 2471040"/>
              <a:gd name="connsiteX10" fmla="*/ 3278402 w 3310860"/>
              <a:gd name="connsiteY10" fmla="*/ 1998109 h 2471040"/>
              <a:gd name="connsiteX11" fmla="*/ 3247855 w 3310860"/>
              <a:gd name="connsiteY11" fmla="*/ 2021839 h 2471040"/>
              <a:gd name="connsiteX12" fmla="*/ 2869539 w 3310860"/>
              <a:gd name="connsiteY12" fmla="*/ 2065163 h 2471040"/>
              <a:gd name="connsiteX13" fmla="*/ 2514654 w 3310860"/>
              <a:gd name="connsiteY13" fmla="*/ 2263574 h 2471040"/>
              <a:gd name="connsiteX14" fmla="*/ 2278209 w 3310860"/>
              <a:gd name="connsiteY14" fmla="*/ 2469352 h 2471040"/>
              <a:gd name="connsiteX15" fmla="*/ 2132995 w 3310860"/>
              <a:gd name="connsiteY15" fmla="*/ 2325368 h 2471040"/>
              <a:gd name="connsiteX16" fmla="*/ 2172334 w 3310860"/>
              <a:gd name="connsiteY16" fmla="*/ 1756290 h 2471040"/>
              <a:gd name="connsiteX17" fmla="*/ 2058915 w 3310860"/>
              <a:gd name="connsiteY17" fmla="*/ 1102139 h 2471040"/>
              <a:gd name="connsiteX18" fmla="*/ 1835018 w 3310860"/>
              <a:gd name="connsiteY18" fmla="*/ 714628 h 2471040"/>
              <a:gd name="connsiteX19" fmla="*/ 1416959 w 3310860"/>
              <a:gd name="connsiteY19" fmla="*/ 376628 h 2471040"/>
              <a:gd name="connsiteX20" fmla="*/ 901797 w 3310860"/>
              <a:gd name="connsiteY20" fmla="*/ 221620 h 2471040"/>
              <a:gd name="connsiteX21" fmla="*/ 472011 w 3310860"/>
              <a:gd name="connsiteY21" fmla="*/ 324175 h 2471040"/>
              <a:gd name="connsiteX22" fmla="*/ 298756 w 3310860"/>
              <a:gd name="connsiteY22" fmla="*/ 481473 h 2471040"/>
              <a:gd name="connsiteX23" fmla="*/ 161080 w 3310860"/>
              <a:gd name="connsiteY23" fmla="*/ 600622 h 2471040"/>
              <a:gd name="connsiteX24" fmla="*/ 25063 w 3310860"/>
              <a:gd name="connsiteY24" fmla="*/ 554319 h 2471040"/>
              <a:gd name="connsiteX25" fmla="*/ 34688 w 3310860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20500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00415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73627 w 3318295"/>
              <a:gd name="connsiteY5" fmla="*/ 1316482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72334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058915 w 3318295"/>
              <a:gd name="connsiteY17" fmla="*/ 1102139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15479 w 3318295"/>
              <a:gd name="connsiteY6" fmla="*/ 1897956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16959 w 3318295"/>
              <a:gd name="connsiteY19" fmla="*/ 37662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14628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35018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  <a:gd name="connsiteX0" fmla="*/ 34688 w 3318295"/>
              <a:gd name="connsiteY0" fmla="*/ 467692 h 2471040"/>
              <a:gd name="connsiteX1" fmla="*/ 371154 w 3318295"/>
              <a:gd name="connsiteY1" fmla="*/ 141620 h 2471040"/>
              <a:gd name="connsiteX2" fmla="*/ 836443 w 3318295"/>
              <a:gd name="connsiteY2" fmla="*/ 53 h 2471040"/>
              <a:gd name="connsiteX3" fmla="*/ 1476367 w 3318295"/>
              <a:gd name="connsiteY3" fmla="*/ 131995 h 2471040"/>
              <a:gd name="connsiteX4" fmla="*/ 2027117 w 3318295"/>
              <a:gd name="connsiteY4" fmla="*/ 591237 h 2471040"/>
              <a:gd name="connsiteX5" fmla="*/ 2358563 w 3318295"/>
              <a:gd name="connsiteY5" fmla="*/ 1285783 h 2471040"/>
              <a:gd name="connsiteX6" fmla="*/ 2405436 w 3318295"/>
              <a:gd name="connsiteY6" fmla="*/ 1877490 h 2471040"/>
              <a:gd name="connsiteX7" fmla="*/ 2415063 w 3318295"/>
              <a:gd name="connsiteY7" fmla="*/ 2173796 h 2471040"/>
              <a:gd name="connsiteX8" fmla="*/ 2764087 w 3318295"/>
              <a:gd name="connsiteY8" fmla="*/ 1980682 h 2471040"/>
              <a:gd name="connsiteX9" fmla="*/ 3279236 w 3318295"/>
              <a:gd name="connsiteY9" fmla="*/ 1884190 h 2471040"/>
              <a:gd name="connsiteX10" fmla="*/ 3278402 w 3318295"/>
              <a:gd name="connsiteY10" fmla="*/ 1998109 h 2471040"/>
              <a:gd name="connsiteX11" fmla="*/ 3247855 w 3318295"/>
              <a:gd name="connsiteY11" fmla="*/ 2021839 h 2471040"/>
              <a:gd name="connsiteX12" fmla="*/ 2869539 w 3318295"/>
              <a:gd name="connsiteY12" fmla="*/ 2065163 h 2471040"/>
              <a:gd name="connsiteX13" fmla="*/ 2514654 w 3318295"/>
              <a:gd name="connsiteY13" fmla="*/ 2263574 h 2471040"/>
              <a:gd name="connsiteX14" fmla="*/ 2278209 w 3318295"/>
              <a:gd name="connsiteY14" fmla="*/ 2469352 h 2471040"/>
              <a:gd name="connsiteX15" fmla="*/ 2132995 w 3318295"/>
              <a:gd name="connsiteY15" fmla="*/ 2325368 h 2471040"/>
              <a:gd name="connsiteX16" fmla="*/ 2187398 w 3318295"/>
              <a:gd name="connsiteY16" fmla="*/ 1756290 h 2471040"/>
              <a:gd name="connsiteX17" fmla="*/ 2109130 w 3318295"/>
              <a:gd name="connsiteY17" fmla="*/ 1235167 h 2471040"/>
              <a:gd name="connsiteX18" fmla="*/ 1855103 w 3318295"/>
              <a:gd name="connsiteY18" fmla="*/ 704396 h 2471040"/>
              <a:gd name="connsiteX19" fmla="*/ 1427002 w 3318295"/>
              <a:gd name="connsiteY19" fmla="*/ 361278 h 2471040"/>
              <a:gd name="connsiteX20" fmla="*/ 901797 w 3318295"/>
              <a:gd name="connsiteY20" fmla="*/ 221620 h 2471040"/>
              <a:gd name="connsiteX21" fmla="*/ 472011 w 3318295"/>
              <a:gd name="connsiteY21" fmla="*/ 324175 h 2471040"/>
              <a:gd name="connsiteX22" fmla="*/ 298756 w 3318295"/>
              <a:gd name="connsiteY22" fmla="*/ 481473 h 2471040"/>
              <a:gd name="connsiteX23" fmla="*/ 161080 w 3318295"/>
              <a:gd name="connsiteY23" fmla="*/ 600622 h 2471040"/>
              <a:gd name="connsiteX24" fmla="*/ 25063 w 3318295"/>
              <a:gd name="connsiteY24" fmla="*/ 554319 h 2471040"/>
              <a:gd name="connsiteX25" fmla="*/ 34688 w 3318295"/>
              <a:gd name="connsiteY25" fmla="*/ 467692 h 247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18295" h="2471040">
                <a:moveTo>
                  <a:pt x="34688" y="467692"/>
                </a:moveTo>
                <a:cubicBezTo>
                  <a:pt x="92370" y="398909"/>
                  <a:pt x="237528" y="219560"/>
                  <a:pt x="371154" y="141620"/>
                </a:cubicBezTo>
                <a:cubicBezTo>
                  <a:pt x="504780" y="63680"/>
                  <a:pt x="684043" y="1657"/>
                  <a:pt x="836443" y="53"/>
                </a:cubicBezTo>
                <a:cubicBezTo>
                  <a:pt x="988843" y="-1551"/>
                  <a:pt x="1277921" y="33464"/>
                  <a:pt x="1476367" y="131995"/>
                </a:cubicBezTo>
                <a:cubicBezTo>
                  <a:pt x="1674813" y="230526"/>
                  <a:pt x="1880084" y="398939"/>
                  <a:pt x="2027117" y="591237"/>
                </a:cubicBezTo>
                <a:cubicBezTo>
                  <a:pt x="2174150" y="783535"/>
                  <a:pt x="2295510" y="1071407"/>
                  <a:pt x="2358563" y="1285783"/>
                </a:cubicBezTo>
                <a:cubicBezTo>
                  <a:pt x="2421616" y="1500159"/>
                  <a:pt x="2396019" y="1729488"/>
                  <a:pt x="2405436" y="1877490"/>
                </a:cubicBezTo>
                <a:cubicBezTo>
                  <a:pt x="2414853" y="2025492"/>
                  <a:pt x="2355288" y="2156597"/>
                  <a:pt x="2415063" y="2173796"/>
                </a:cubicBezTo>
                <a:cubicBezTo>
                  <a:pt x="2474838" y="2190995"/>
                  <a:pt x="2620058" y="2028950"/>
                  <a:pt x="2764087" y="1980682"/>
                </a:cubicBezTo>
                <a:cubicBezTo>
                  <a:pt x="2908116" y="1932414"/>
                  <a:pt x="3193517" y="1881286"/>
                  <a:pt x="3279236" y="1884190"/>
                </a:cubicBezTo>
                <a:cubicBezTo>
                  <a:pt x="3364955" y="1887094"/>
                  <a:pt x="3283632" y="1975168"/>
                  <a:pt x="3278402" y="1998109"/>
                </a:cubicBezTo>
                <a:cubicBezTo>
                  <a:pt x="3273172" y="2021050"/>
                  <a:pt x="3315999" y="2010663"/>
                  <a:pt x="3247855" y="2021839"/>
                </a:cubicBezTo>
                <a:cubicBezTo>
                  <a:pt x="3179711" y="2033015"/>
                  <a:pt x="2991739" y="2024874"/>
                  <a:pt x="2869539" y="2065163"/>
                </a:cubicBezTo>
                <a:cubicBezTo>
                  <a:pt x="2747339" y="2105452"/>
                  <a:pt x="2613209" y="2196209"/>
                  <a:pt x="2514654" y="2263574"/>
                </a:cubicBezTo>
                <a:cubicBezTo>
                  <a:pt x="2416099" y="2330939"/>
                  <a:pt x="2341819" y="2459053"/>
                  <a:pt x="2278209" y="2469352"/>
                </a:cubicBezTo>
                <a:cubicBezTo>
                  <a:pt x="2214599" y="2479651"/>
                  <a:pt x="2148130" y="2444212"/>
                  <a:pt x="2132995" y="2325368"/>
                </a:cubicBezTo>
                <a:cubicBezTo>
                  <a:pt x="2117860" y="2206524"/>
                  <a:pt x="2191375" y="1937990"/>
                  <a:pt x="2187398" y="1756290"/>
                </a:cubicBezTo>
                <a:cubicBezTo>
                  <a:pt x="2183421" y="1574590"/>
                  <a:pt x="2164513" y="1410483"/>
                  <a:pt x="2109130" y="1235167"/>
                </a:cubicBezTo>
                <a:cubicBezTo>
                  <a:pt x="2053747" y="1059851"/>
                  <a:pt x="1968791" y="850044"/>
                  <a:pt x="1855103" y="704396"/>
                </a:cubicBezTo>
                <a:cubicBezTo>
                  <a:pt x="1741415" y="558748"/>
                  <a:pt x="1585886" y="441741"/>
                  <a:pt x="1427002" y="361278"/>
                </a:cubicBezTo>
                <a:cubicBezTo>
                  <a:pt x="1268118" y="280815"/>
                  <a:pt x="1060962" y="227804"/>
                  <a:pt x="901797" y="221620"/>
                </a:cubicBezTo>
                <a:cubicBezTo>
                  <a:pt x="742632" y="215436"/>
                  <a:pt x="572518" y="280866"/>
                  <a:pt x="472011" y="324175"/>
                </a:cubicBezTo>
                <a:cubicBezTo>
                  <a:pt x="371504" y="367484"/>
                  <a:pt x="350578" y="435399"/>
                  <a:pt x="298756" y="481473"/>
                </a:cubicBezTo>
                <a:cubicBezTo>
                  <a:pt x="246934" y="527547"/>
                  <a:pt x="209206" y="603830"/>
                  <a:pt x="161080" y="600622"/>
                </a:cubicBezTo>
                <a:cubicBezTo>
                  <a:pt x="112954" y="597414"/>
                  <a:pt x="46128" y="576474"/>
                  <a:pt x="25063" y="554319"/>
                </a:cubicBezTo>
                <a:cubicBezTo>
                  <a:pt x="3998" y="532164"/>
                  <a:pt x="-22994" y="536475"/>
                  <a:pt x="34688" y="467692"/>
                </a:cubicBezTo>
                <a:close/>
              </a:path>
            </a:pathLst>
          </a:custGeom>
          <a:solidFill>
            <a:srgbClr val="FF79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D78F43-6198-4F25-BBC8-62A2B06327AB}"/>
              </a:ext>
            </a:extLst>
          </p:cNvPr>
          <p:cNvSpPr/>
          <p:nvPr/>
        </p:nvSpPr>
        <p:spPr>
          <a:xfrm>
            <a:off x="3281706" y="1394580"/>
            <a:ext cx="201622" cy="910166"/>
          </a:xfrm>
          <a:prstGeom prst="roundRect">
            <a:avLst/>
          </a:prstGeom>
          <a:gradFill flip="none" rotWithShape="1">
            <a:gsLst>
              <a:gs pos="87000">
                <a:schemeClr val="accent1">
                  <a:lumMod val="40000"/>
                  <a:lumOff val="60000"/>
                </a:schemeClr>
              </a:gs>
              <a:gs pos="100000">
                <a:srgbClr val="C693B0"/>
              </a:gs>
              <a:gs pos="21000">
                <a:schemeClr val="accent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DFB558-DA87-46C6-958A-616A9A9B48E2}"/>
              </a:ext>
            </a:extLst>
          </p:cNvPr>
          <p:cNvSpPr/>
          <p:nvPr/>
        </p:nvSpPr>
        <p:spPr>
          <a:xfrm>
            <a:off x="3262616" y="1040775"/>
            <a:ext cx="1180660" cy="804798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181332 w 2166035"/>
              <a:gd name="connsiteY0" fmla="*/ 314219 h 1165168"/>
              <a:gd name="connsiteX1" fmla="*/ 5234 w 2166035"/>
              <a:gd name="connsiteY1" fmla="*/ 641551 h 1165168"/>
              <a:gd name="connsiteX2" fmla="*/ 79732 w 2166035"/>
              <a:gd name="connsiteY2" fmla="*/ 911119 h 1165168"/>
              <a:gd name="connsiteX3" fmla="*/ 409932 w 2166035"/>
              <a:gd name="connsiteY3" fmla="*/ 898419 h 1165168"/>
              <a:gd name="connsiteX4" fmla="*/ 536932 w 2166035"/>
              <a:gd name="connsiteY4" fmla="*/ 771419 h 1165168"/>
              <a:gd name="connsiteX5" fmla="*/ 524232 w 2166035"/>
              <a:gd name="connsiteY5" fmla="*/ 936519 h 1165168"/>
              <a:gd name="connsiteX6" fmla="*/ 651232 w 2166035"/>
              <a:gd name="connsiteY6" fmla="*/ 1063519 h 1165168"/>
              <a:gd name="connsiteX7" fmla="*/ 1184632 w 2166035"/>
              <a:gd name="connsiteY7" fmla="*/ 1165119 h 1165168"/>
              <a:gd name="connsiteX8" fmla="*/ 1832332 w 2166035"/>
              <a:gd name="connsiteY8" fmla="*/ 1050819 h 1165168"/>
              <a:gd name="connsiteX9" fmla="*/ 2149832 w 2166035"/>
              <a:gd name="connsiteY9" fmla="*/ 949219 h 1165168"/>
              <a:gd name="connsiteX10" fmla="*/ 2073632 w 2166035"/>
              <a:gd name="connsiteY10" fmla="*/ 492019 h 1165168"/>
              <a:gd name="connsiteX11" fmla="*/ 1679932 w 2166035"/>
              <a:gd name="connsiteY11" fmla="*/ 161819 h 1165168"/>
              <a:gd name="connsiteX12" fmla="*/ 1324332 w 2166035"/>
              <a:gd name="connsiteY12" fmla="*/ 9419 h 1165168"/>
              <a:gd name="connsiteX13" fmla="*/ 1057632 w 2166035"/>
              <a:gd name="connsiteY13" fmla="*/ 47519 h 1165168"/>
              <a:gd name="connsiteX14" fmla="*/ 841732 w 2166035"/>
              <a:gd name="connsiteY14" fmla="*/ 301519 h 1165168"/>
              <a:gd name="connsiteX15" fmla="*/ 765532 w 2166035"/>
              <a:gd name="connsiteY15" fmla="*/ 339619 h 1165168"/>
              <a:gd name="connsiteX16" fmla="*/ 460732 w 2166035"/>
              <a:gd name="connsiteY16" fmla="*/ 199919 h 1165168"/>
              <a:gd name="connsiteX17" fmla="*/ 181332 w 2166035"/>
              <a:gd name="connsiteY17" fmla="*/ 314219 h 1165168"/>
              <a:gd name="connsiteX0" fmla="*/ 176201 w 2160904"/>
              <a:gd name="connsiteY0" fmla="*/ 314219 h 1165168"/>
              <a:gd name="connsiteX1" fmla="*/ 103 w 2160904"/>
              <a:gd name="connsiteY1" fmla="*/ 641551 h 1165168"/>
              <a:gd name="connsiteX2" fmla="*/ 199269 w 2160904"/>
              <a:gd name="connsiteY2" fmla="*/ 901287 h 1165168"/>
              <a:gd name="connsiteX3" fmla="*/ 404801 w 2160904"/>
              <a:gd name="connsiteY3" fmla="*/ 898419 h 1165168"/>
              <a:gd name="connsiteX4" fmla="*/ 531801 w 2160904"/>
              <a:gd name="connsiteY4" fmla="*/ 771419 h 1165168"/>
              <a:gd name="connsiteX5" fmla="*/ 519101 w 2160904"/>
              <a:gd name="connsiteY5" fmla="*/ 936519 h 1165168"/>
              <a:gd name="connsiteX6" fmla="*/ 646101 w 2160904"/>
              <a:gd name="connsiteY6" fmla="*/ 1063519 h 1165168"/>
              <a:gd name="connsiteX7" fmla="*/ 1179501 w 2160904"/>
              <a:gd name="connsiteY7" fmla="*/ 1165119 h 1165168"/>
              <a:gd name="connsiteX8" fmla="*/ 1827201 w 2160904"/>
              <a:gd name="connsiteY8" fmla="*/ 1050819 h 1165168"/>
              <a:gd name="connsiteX9" fmla="*/ 2144701 w 2160904"/>
              <a:gd name="connsiteY9" fmla="*/ 949219 h 1165168"/>
              <a:gd name="connsiteX10" fmla="*/ 2068501 w 2160904"/>
              <a:gd name="connsiteY10" fmla="*/ 492019 h 1165168"/>
              <a:gd name="connsiteX11" fmla="*/ 1674801 w 2160904"/>
              <a:gd name="connsiteY11" fmla="*/ 161819 h 1165168"/>
              <a:gd name="connsiteX12" fmla="*/ 1319201 w 2160904"/>
              <a:gd name="connsiteY12" fmla="*/ 9419 h 1165168"/>
              <a:gd name="connsiteX13" fmla="*/ 1052501 w 2160904"/>
              <a:gd name="connsiteY13" fmla="*/ 47519 h 1165168"/>
              <a:gd name="connsiteX14" fmla="*/ 836601 w 2160904"/>
              <a:gd name="connsiteY14" fmla="*/ 301519 h 1165168"/>
              <a:gd name="connsiteX15" fmla="*/ 760401 w 2160904"/>
              <a:gd name="connsiteY15" fmla="*/ 339619 h 1165168"/>
              <a:gd name="connsiteX16" fmla="*/ 455601 w 2160904"/>
              <a:gd name="connsiteY16" fmla="*/ 199919 h 1165168"/>
              <a:gd name="connsiteX17" fmla="*/ 176201 w 2160904"/>
              <a:gd name="connsiteY17" fmla="*/ 314219 h 1165168"/>
              <a:gd name="connsiteX0" fmla="*/ 165373 w 2150076"/>
              <a:gd name="connsiteY0" fmla="*/ 314219 h 1165168"/>
              <a:gd name="connsiteX1" fmla="*/ 114 w 2150076"/>
              <a:gd name="connsiteY1" fmla="*/ 602222 h 1165168"/>
              <a:gd name="connsiteX2" fmla="*/ 188441 w 2150076"/>
              <a:gd name="connsiteY2" fmla="*/ 901287 h 1165168"/>
              <a:gd name="connsiteX3" fmla="*/ 393973 w 2150076"/>
              <a:gd name="connsiteY3" fmla="*/ 898419 h 1165168"/>
              <a:gd name="connsiteX4" fmla="*/ 520973 w 2150076"/>
              <a:gd name="connsiteY4" fmla="*/ 771419 h 1165168"/>
              <a:gd name="connsiteX5" fmla="*/ 508273 w 2150076"/>
              <a:gd name="connsiteY5" fmla="*/ 936519 h 1165168"/>
              <a:gd name="connsiteX6" fmla="*/ 635273 w 2150076"/>
              <a:gd name="connsiteY6" fmla="*/ 1063519 h 1165168"/>
              <a:gd name="connsiteX7" fmla="*/ 1168673 w 2150076"/>
              <a:gd name="connsiteY7" fmla="*/ 1165119 h 1165168"/>
              <a:gd name="connsiteX8" fmla="*/ 1816373 w 2150076"/>
              <a:gd name="connsiteY8" fmla="*/ 1050819 h 1165168"/>
              <a:gd name="connsiteX9" fmla="*/ 2133873 w 2150076"/>
              <a:gd name="connsiteY9" fmla="*/ 949219 h 1165168"/>
              <a:gd name="connsiteX10" fmla="*/ 2057673 w 2150076"/>
              <a:gd name="connsiteY10" fmla="*/ 492019 h 1165168"/>
              <a:gd name="connsiteX11" fmla="*/ 1663973 w 2150076"/>
              <a:gd name="connsiteY11" fmla="*/ 161819 h 1165168"/>
              <a:gd name="connsiteX12" fmla="*/ 1308373 w 2150076"/>
              <a:gd name="connsiteY12" fmla="*/ 9419 h 1165168"/>
              <a:gd name="connsiteX13" fmla="*/ 1041673 w 2150076"/>
              <a:gd name="connsiteY13" fmla="*/ 47519 h 1165168"/>
              <a:gd name="connsiteX14" fmla="*/ 825773 w 2150076"/>
              <a:gd name="connsiteY14" fmla="*/ 301519 h 1165168"/>
              <a:gd name="connsiteX15" fmla="*/ 749573 w 2150076"/>
              <a:gd name="connsiteY15" fmla="*/ 339619 h 1165168"/>
              <a:gd name="connsiteX16" fmla="*/ 444773 w 2150076"/>
              <a:gd name="connsiteY16" fmla="*/ 199919 h 1165168"/>
              <a:gd name="connsiteX17" fmla="*/ 165373 w 2150076"/>
              <a:gd name="connsiteY17" fmla="*/ 314219 h 1165168"/>
              <a:gd name="connsiteX0" fmla="*/ 168842 w 2153545"/>
              <a:gd name="connsiteY0" fmla="*/ 314219 h 1165168"/>
              <a:gd name="connsiteX1" fmla="*/ 3583 w 2153545"/>
              <a:gd name="connsiteY1" fmla="*/ 602222 h 1165168"/>
              <a:gd name="connsiteX2" fmla="*/ 322000 w 2153545"/>
              <a:gd name="connsiteY2" fmla="*/ 901287 h 1165168"/>
              <a:gd name="connsiteX3" fmla="*/ 397442 w 2153545"/>
              <a:gd name="connsiteY3" fmla="*/ 898419 h 1165168"/>
              <a:gd name="connsiteX4" fmla="*/ 524442 w 2153545"/>
              <a:gd name="connsiteY4" fmla="*/ 771419 h 1165168"/>
              <a:gd name="connsiteX5" fmla="*/ 511742 w 2153545"/>
              <a:gd name="connsiteY5" fmla="*/ 936519 h 1165168"/>
              <a:gd name="connsiteX6" fmla="*/ 638742 w 2153545"/>
              <a:gd name="connsiteY6" fmla="*/ 1063519 h 1165168"/>
              <a:gd name="connsiteX7" fmla="*/ 1172142 w 2153545"/>
              <a:gd name="connsiteY7" fmla="*/ 1165119 h 1165168"/>
              <a:gd name="connsiteX8" fmla="*/ 1819842 w 2153545"/>
              <a:gd name="connsiteY8" fmla="*/ 1050819 h 1165168"/>
              <a:gd name="connsiteX9" fmla="*/ 2137342 w 2153545"/>
              <a:gd name="connsiteY9" fmla="*/ 949219 h 1165168"/>
              <a:gd name="connsiteX10" fmla="*/ 2061142 w 2153545"/>
              <a:gd name="connsiteY10" fmla="*/ 492019 h 1165168"/>
              <a:gd name="connsiteX11" fmla="*/ 1667442 w 2153545"/>
              <a:gd name="connsiteY11" fmla="*/ 161819 h 1165168"/>
              <a:gd name="connsiteX12" fmla="*/ 1311842 w 2153545"/>
              <a:gd name="connsiteY12" fmla="*/ 9419 h 1165168"/>
              <a:gd name="connsiteX13" fmla="*/ 1045142 w 2153545"/>
              <a:gd name="connsiteY13" fmla="*/ 47519 h 1165168"/>
              <a:gd name="connsiteX14" fmla="*/ 829242 w 2153545"/>
              <a:gd name="connsiteY14" fmla="*/ 301519 h 1165168"/>
              <a:gd name="connsiteX15" fmla="*/ 753042 w 2153545"/>
              <a:gd name="connsiteY15" fmla="*/ 339619 h 1165168"/>
              <a:gd name="connsiteX16" fmla="*/ 448242 w 2153545"/>
              <a:gd name="connsiteY16" fmla="*/ 199919 h 1165168"/>
              <a:gd name="connsiteX17" fmla="*/ 168842 w 2153545"/>
              <a:gd name="connsiteY17" fmla="*/ 314219 h 1165168"/>
              <a:gd name="connsiteX0" fmla="*/ 126737 w 2111440"/>
              <a:gd name="connsiteY0" fmla="*/ 314219 h 1165168"/>
              <a:gd name="connsiteX1" fmla="*/ 4841 w 2111440"/>
              <a:gd name="connsiteY1" fmla="*/ 597307 h 1165168"/>
              <a:gd name="connsiteX2" fmla="*/ 279895 w 2111440"/>
              <a:gd name="connsiteY2" fmla="*/ 901287 h 1165168"/>
              <a:gd name="connsiteX3" fmla="*/ 355337 w 2111440"/>
              <a:gd name="connsiteY3" fmla="*/ 898419 h 1165168"/>
              <a:gd name="connsiteX4" fmla="*/ 482337 w 2111440"/>
              <a:gd name="connsiteY4" fmla="*/ 771419 h 1165168"/>
              <a:gd name="connsiteX5" fmla="*/ 469637 w 2111440"/>
              <a:gd name="connsiteY5" fmla="*/ 936519 h 1165168"/>
              <a:gd name="connsiteX6" fmla="*/ 596637 w 2111440"/>
              <a:gd name="connsiteY6" fmla="*/ 1063519 h 1165168"/>
              <a:gd name="connsiteX7" fmla="*/ 1130037 w 2111440"/>
              <a:gd name="connsiteY7" fmla="*/ 1165119 h 1165168"/>
              <a:gd name="connsiteX8" fmla="*/ 1777737 w 2111440"/>
              <a:gd name="connsiteY8" fmla="*/ 1050819 h 1165168"/>
              <a:gd name="connsiteX9" fmla="*/ 2095237 w 2111440"/>
              <a:gd name="connsiteY9" fmla="*/ 949219 h 1165168"/>
              <a:gd name="connsiteX10" fmla="*/ 2019037 w 2111440"/>
              <a:gd name="connsiteY10" fmla="*/ 492019 h 1165168"/>
              <a:gd name="connsiteX11" fmla="*/ 1625337 w 2111440"/>
              <a:gd name="connsiteY11" fmla="*/ 161819 h 1165168"/>
              <a:gd name="connsiteX12" fmla="*/ 1269737 w 2111440"/>
              <a:gd name="connsiteY12" fmla="*/ 9419 h 1165168"/>
              <a:gd name="connsiteX13" fmla="*/ 1003037 w 2111440"/>
              <a:gd name="connsiteY13" fmla="*/ 47519 h 1165168"/>
              <a:gd name="connsiteX14" fmla="*/ 787137 w 2111440"/>
              <a:gd name="connsiteY14" fmla="*/ 301519 h 1165168"/>
              <a:gd name="connsiteX15" fmla="*/ 710937 w 2111440"/>
              <a:gd name="connsiteY15" fmla="*/ 339619 h 1165168"/>
              <a:gd name="connsiteX16" fmla="*/ 406137 w 2111440"/>
              <a:gd name="connsiteY16" fmla="*/ 199919 h 1165168"/>
              <a:gd name="connsiteX17" fmla="*/ 126737 w 2111440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50675 w 2106778"/>
              <a:gd name="connsiteY3" fmla="*/ 898419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77675 w 2106778"/>
              <a:gd name="connsiteY4" fmla="*/ 771419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  <a:gd name="connsiteX0" fmla="*/ 122075 w 2106778"/>
              <a:gd name="connsiteY0" fmla="*/ 314219 h 1165168"/>
              <a:gd name="connsiteX1" fmla="*/ 179 w 2106778"/>
              <a:gd name="connsiteY1" fmla="*/ 597307 h 1165168"/>
              <a:gd name="connsiteX2" fmla="*/ 145143 w 2106778"/>
              <a:gd name="connsiteY2" fmla="*/ 852125 h 1165168"/>
              <a:gd name="connsiteX3" fmla="*/ 383198 w 2106778"/>
              <a:gd name="connsiteY3" fmla="*/ 908251 h 1165168"/>
              <a:gd name="connsiteX4" fmla="*/ 461413 w 2106778"/>
              <a:gd name="connsiteY4" fmla="*/ 727174 h 1165168"/>
              <a:gd name="connsiteX5" fmla="*/ 464975 w 2106778"/>
              <a:gd name="connsiteY5" fmla="*/ 936519 h 1165168"/>
              <a:gd name="connsiteX6" fmla="*/ 591975 w 2106778"/>
              <a:gd name="connsiteY6" fmla="*/ 1063519 h 1165168"/>
              <a:gd name="connsiteX7" fmla="*/ 1125375 w 2106778"/>
              <a:gd name="connsiteY7" fmla="*/ 1165119 h 1165168"/>
              <a:gd name="connsiteX8" fmla="*/ 1773075 w 2106778"/>
              <a:gd name="connsiteY8" fmla="*/ 1050819 h 1165168"/>
              <a:gd name="connsiteX9" fmla="*/ 2090575 w 2106778"/>
              <a:gd name="connsiteY9" fmla="*/ 949219 h 1165168"/>
              <a:gd name="connsiteX10" fmla="*/ 2014375 w 2106778"/>
              <a:gd name="connsiteY10" fmla="*/ 492019 h 1165168"/>
              <a:gd name="connsiteX11" fmla="*/ 1620675 w 2106778"/>
              <a:gd name="connsiteY11" fmla="*/ 161819 h 1165168"/>
              <a:gd name="connsiteX12" fmla="*/ 1265075 w 2106778"/>
              <a:gd name="connsiteY12" fmla="*/ 9419 h 1165168"/>
              <a:gd name="connsiteX13" fmla="*/ 998375 w 2106778"/>
              <a:gd name="connsiteY13" fmla="*/ 47519 h 1165168"/>
              <a:gd name="connsiteX14" fmla="*/ 782475 w 2106778"/>
              <a:gd name="connsiteY14" fmla="*/ 301519 h 1165168"/>
              <a:gd name="connsiteX15" fmla="*/ 706275 w 2106778"/>
              <a:gd name="connsiteY15" fmla="*/ 339619 h 1165168"/>
              <a:gd name="connsiteX16" fmla="*/ 401475 w 2106778"/>
              <a:gd name="connsiteY16" fmla="*/ 199919 h 1165168"/>
              <a:gd name="connsiteX17" fmla="*/ 122075 w 2106778"/>
              <a:gd name="connsiteY17" fmla="*/ 314219 h 116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6778" h="1165168">
                <a:moveTo>
                  <a:pt x="122075" y="314219"/>
                </a:moveTo>
                <a:cubicBezTo>
                  <a:pt x="55192" y="380450"/>
                  <a:pt x="-3666" y="507656"/>
                  <a:pt x="179" y="597307"/>
                </a:cubicBezTo>
                <a:cubicBezTo>
                  <a:pt x="4024" y="686958"/>
                  <a:pt x="81307" y="800301"/>
                  <a:pt x="145143" y="852125"/>
                </a:cubicBezTo>
                <a:cubicBezTo>
                  <a:pt x="208980" y="903949"/>
                  <a:pt x="330486" y="929076"/>
                  <a:pt x="383198" y="908251"/>
                </a:cubicBezTo>
                <a:cubicBezTo>
                  <a:pt x="435910" y="887426"/>
                  <a:pt x="447784" y="722463"/>
                  <a:pt x="461413" y="727174"/>
                </a:cubicBezTo>
                <a:cubicBezTo>
                  <a:pt x="475042" y="731885"/>
                  <a:pt x="443215" y="880462"/>
                  <a:pt x="464975" y="936519"/>
                </a:cubicBezTo>
                <a:cubicBezTo>
                  <a:pt x="486735" y="992576"/>
                  <a:pt x="481908" y="1025419"/>
                  <a:pt x="591975" y="1063519"/>
                </a:cubicBezTo>
                <a:cubicBezTo>
                  <a:pt x="702042" y="1101619"/>
                  <a:pt x="928525" y="1167236"/>
                  <a:pt x="1125375" y="1165119"/>
                </a:cubicBezTo>
                <a:cubicBezTo>
                  <a:pt x="1322225" y="1163002"/>
                  <a:pt x="1612208" y="1086802"/>
                  <a:pt x="1773075" y="1050819"/>
                </a:cubicBezTo>
                <a:cubicBezTo>
                  <a:pt x="1933942" y="1014836"/>
                  <a:pt x="2050358" y="1042352"/>
                  <a:pt x="2090575" y="949219"/>
                </a:cubicBezTo>
                <a:cubicBezTo>
                  <a:pt x="2130792" y="856086"/>
                  <a:pt x="2092692" y="623252"/>
                  <a:pt x="2014375" y="492019"/>
                </a:cubicBezTo>
                <a:cubicBezTo>
                  <a:pt x="1936058" y="360786"/>
                  <a:pt x="1745558" y="242252"/>
                  <a:pt x="1620675" y="161819"/>
                </a:cubicBezTo>
                <a:cubicBezTo>
                  <a:pt x="1495792" y="81386"/>
                  <a:pt x="1368792" y="28469"/>
                  <a:pt x="1265075" y="9419"/>
                </a:cubicBezTo>
                <a:cubicBezTo>
                  <a:pt x="1161358" y="-9631"/>
                  <a:pt x="1078808" y="-1164"/>
                  <a:pt x="998375" y="47519"/>
                </a:cubicBezTo>
                <a:cubicBezTo>
                  <a:pt x="917942" y="96202"/>
                  <a:pt x="831158" y="252836"/>
                  <a:pt x="782475" y="301519"/>
                </a:cubicBezTo>
                <a:cubicBezTo>
                  <a:pt x="733792" y="350202"/>
                  <a:pt x="769775" y="356552"/>
                  <a:pt x="706275" y="339619"/>
                </a:cubicBezTo>
                <a:cubicBezTo>
                  <a:pt x="642775" y="322686"/>
                  <a:pt x="496725" y="204152"/>
                  <a:pt x="401475" y="199919"/>
                </a:cubicBezTo>
                <a:cubicBezTo>
                  <a:pt x="306225" y="195686"/>
                  <a:pt x="188958" y="247988"/>
                  <a:pt x="122075" y="31421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6C2371-5C6E-46CD-82CD-1C4072A8DAC8}"/>
              </a:ext>
            </a:extLst>
          </p:cNvPr>
          <p:cNvSpPr/>
          <p:nvPr/>
        </p:nvSpPr>
        <p:spPr>
          <a:xfrm rot="903973">
            <a:off x="3334435" y="906421"/>
            <a:ext cx="1224692" cy="714547"/>
          </a:xfrm>
          <a:custGeom>
            <a:avLst/>
            <a:gdLst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486082 w 2191385"/>
              <a:gd name="connsiteY16" fmla="*/ 199919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34751 w 2191385"/>
              <a:gd name="connsiteY16" fmla="*/ 145341 h 1165168"/>
              <a:gd name="connsiteX17" fmla="*/ 206682 w 2191385"/>
              <a:gd name="connsiteY17" fmla="*/ 314219 h 1165168"/>
              <a:gd name="connsiteX0" fmla="*/ 206682 w 2191385"/>
              <a:gd name="connsiteY0" fmla="*/ 314219 h 1165168"/>
              <a:gd name="connsiteX1" fmla="*/ 3482 w 2191385"/>
              <a:gd name="connsiteY1" fmla="*/ 631719 h 1165168"/>
              <a:gd name="connsiteX2" fmla="*/ 105082 w 2191385"/>
              <a:gd name="connsiteY2" fmla="*/ 911119 h 1165168"/>
              <a:gd name="connsiteX3" fmla="*/ 435282 w 2191385"/>
              <a:gd name="connsiteY3" fmla="*/ 898419 h 1165168"/>
              <a:gd name="connsiteX4" fmla="*/ 562282 w 2191385"/>
              <a:gd name="connsiteY4" fmla="*/ 771419 h 1165168"/>
              <a:gd name="connsiteX5" fmla="*/ 549582 w 2191385"/>
              <a:gd name="connsiteY5" fmla="*/ 936519 h 1165168"/>
              <a:gd name="connsiteX6" fmla="*/ 676582 w 2191385"/>
              <a:gd name="connsiteY6" fmla="*/ 1063519 h 1165168"/>
              <a:gd name="connsiteX7" fmla="*/ 1209982 w 2191385"/>
              <a:gd name="connsiteY7" fmla="*/ 1165119 h 1165168"/>
              <a:gd name="connsiteX8" fmla="*/ 1857682 w 2191385"/>
              <a:gd name="connsiteY8" fmla="*/ 1050819 h 1165168"/>
              <a:gd name="connsiteX9" fmla="*/ 2175182 w 2191385"/>
              <a:gd name="connsiteY9" fmla="*/ 949219 h 1165168"/>
              <a:gd name="connsiteX10" fmla="*/ 2098982 w 2191385"/>
              <a:gd name="connsiteY10" fmla="*/ 492019 h 1165168"/>
              <a:gd name="connsiteX11" fmla="*/ 1705282 w 2191385"/>
              <a:gd name="connsiteY11" fmla="*/ 161819 h 1165168"/>
              <a:gd name="connsiteX12" fmla="*/ 1349682 w 2191385"/>
              <a:gd name="connsiteY12" fmla="*/ 9419 h 1165168"/>
              <a:gd name="connsiteX13" fmla="*/ 1082982 w 2191385"/>
              <a:gd name="connsiteY13" fmla="*/ 47519 h 1165168"/>
              <a:gd name="connsiteX14" fmla="*/ 867082 w 2191385"/>
              <a:gd name="connsiteY14" fmla="*/ 301519 h 1165168"/>
              <a:gd name="connsiteX15" fmla="*/ 790882 w 2191385"/>
              <a:gd name="connsiteY15" fmla="*/ 339619 h 1165168"/>
              <a:gd name="connsiteX16" fmla="*/ 860316 w 2191385"/>
              <a:gd name="connsiteY16" fmla="*/ 174738 h 1165168"/>
              <a:gd name="connsiteX17" fmla="*/ 206682 w 2191385"/>
              <a:gd name="connsiteY17" fmla="*/ 314219 h 1165168"/>
              <a:gd name="connsiteX0" fmla="*/ 206682 w 2191385"/>
              <a:gd name="connsiteY0" fmla="*/ 304810 h 1155759"/>
              <a:gd name="connsiteX1" fmla="*/ 3482 w 2191385"/>
              <a:gd name="connsiteY1" fmla="*/ 622310 h 1155759"/>
              <a:gd name="connsiteX2" fmla="*/ 105082 w 2191385"/>
              <a:gd name="connsiteY2" fmla="*/ 901710 h 1155759"/>
              <a:gd name="connsiteX3" fmla="*/ 435282 w 2191385"/>
              <a:gd name="connsiteY3" fmla="*/ 889010 h 1155759"/>
              <a:gd name="connsiteX4" fmla="*/ 562282 w 2191385"/>
              <a:gd name="connsiteY4" fmla="*/ 762010 h 1155759"/>
              <a:gd name="connsiteX5" fmla="*/ 549582 w 2191385"/>
              <a:gd name="connsiteY5" fmla="*/ 927110 h 1155759"/>
              <a:gd name="connsiteX6" fmla="*/ 676582 w 2191385"/>
              <a:gd name="connsiteY6" fmla="*/ 1054110 h 1155759"/>
              <a:gd name="connsiteX7" fmla="*/ 1209982 w 2191385"/>
              <a:gd name="connsiteY7" fmla="*/ 1155710 h 1155759"/>
              <a:gd name="connsiteX8" fmla="*/ 1857682 w 2191385"/>
              <a:gd name="connsiteY8" fmla="*/ 1041410 h 1155759"/>
              <a:gd name="connsiteX9" fmla="*/ 2175182 w 2191385"/>
              <a:gd name="connsiteY9" fmla="*/ 939810 h 1155759"/>
              <a:gd name="connsiteX10" fmla="*/ 2098982 w 2191385"/>
              <a:gd name="connsiteY10" fmla="*/ 482610 h 1155759"/>
              <a:gd name="connsiteX11" fmla="*/ 1705282 w 2191385"/>
              <a:gd name="connsiteY11" fmla="*/ 152410 h 1155759"/>
              <a:gd name="connsiteX12" fmla="*/ 1349682 w 2191385"/>
              <a:gd name="connsiteY12" fmla="*/ 10 h 1155759"/>
              <a:gd name="connsiteX13" fmla="*/ 1058820 w 2191385"/>
              <a:gd name="connsiteY13" fmla="*/ 145831 h 1155759"/>
              <a:gd name="connsiteX14" fmla="*/ 867082 w 2191385"/>
              <a:gd name="connsiteY14" fmla="*/ 292110 h 1155759"/>
              <a:gd name="connsiteX15" fmla="*/ 790882 w 2191385"/>
              <a:gd name="connsiteY15" fmla="*/ 330210 h 1155759"/>
              <a:gd name="connsiteX16" fmla="*/ 860316 w 2191385"/>
              <a:gd name="connsiteY16" fmla="*/ 165329 h 1155759"/>
              <a:gd name="connsiteX17" fmla="*/ 206682 w 2191385"/>
              <a:gd name="connsiteY17" fmla="*/ 304810 h 1155759"/>
              <a:gd name="connsiteX0" fmla="*/ 206682 w 2191385"/>
              <a:gd name="connsiteY0" fmla="*/ 177085 h 1028034"/>
              <a:gd name="connsiteX1" fmla="*/ 3482 w 2191385"/>
              <a:gd name="connsiteY1" fmla="*/ 494585 h 1028034"/>
              <a:gd name="connsiteX2" fmla="*/ 105082 w 2191385"/>
              <a:gd name="connsiteY2" fmla="*/ 773985 h 1028034"/>
              <a:gd name="connsiteX3" fmla="*/ 435282 w 2191385"/>
              <a:gd name="connsiteY3" fmla="*/ 761285 h 1028034"/>
              <a:gd name="connsiteX4" fmla="*/ 562282 w 2191385"/>
              <a:gd name="connsiteY4" fmla="*/ 634285 h 1028034"/>
              <a:gd name="connsiteX5" fmla="*/ 549582 w 2191385"/>
              <a:gd name="connsiteY5" fmla="*/ 799385 h 1028034"/>
              <a:gd name="connsiteX6" fmla="*/ 676582 w 2191385"/>
              <a:gd name="connsiteY6" fmla="*/ 926385 h 1028034"/>
              <a:gd name="connsiteX7" fmla="*/ 1209982 w 2191385"/>
              <a:gd name="connsiteY7" fmla="*/ 1027985 h 1028034"/>
              <a:gd name="connsiteX8" fmla="*/ 1857682 w 2191385"/>
              <a:gd name="connsiteY8" fmla="*/ 913685 h 1028034"/>
              <a:gd name="connsiteX9" fmla="*/ 2175182 w 2191385"/>
              <a:gd name="connsiteY9" fmla="*/ 812085 h 1028034"/>
              <a:gd name="connsiteX10" fmla="*/ 2098982 w 2191385"/>
              <a:gd name="connsiteY10" fmla="*/ 354885 h 1028034"/>
              <a:gd name="connsiteX11" fmla="*/ 1705282 w 2191385"/>
              <a:gd name="connsiteY11" fmla="*/ 24685 h 1028034"/>
              <a:gd name="connsiteX12" fmla="*/ 1377658 w 2191385"/>
              <a:gd name="connsiteY12" fmla="*/ 23280 h 1028034"/>
              <a:gd name="connsiteX13" fmla="*/ 1058820 w 2191385"/>
              <a:gd name="connsiteY13" fmla="*/ 18106 h 1028034"/>
              <a:gd name="connsiteX14" fmla="*/ 867082 w 2191385"/>
              <a:gd name="connsiteY14" fmla="*/ 164385 h 1028034"/>
              <a:gd name="connsiteX15" fmla="*/ 790882 w 2191385"/>
              <a:gd name="connsiteY15" fmla="*/ 202485 h 1028034"/>
              <a:gd name="connsiteX16" fmla="*/ 860316 w 2191385"/>
              <a:gd name="connsiteY16" fmla="*/ 37604 h 1028034"/>
              <a:gd name="connsiteX17" fmla="*/ 206682 w 2191385"/>
              <a:gd name="connsiteY17" fmla="*/ 177085 h 1028034"/>
              <a:gd name="connsiteX0" fmla="*/ 206682 w 2191979"/>
              <a:gd name="connsiteY0" fmla="*/ 170664 h 1021613"/>
              <a:gd name="connsiteX1" fmla="*/ 3482 w 2191979"/>
              <a:gd name="connsiteY1" fmla="*/ 488164 h 1021613"/>
              <a:gd name="connsiteX2" fmla="*/ 105082 w 2191979"/>
              <a:gd name="connsiteY2" fmla="*/ 767564 h 1021613"/>
              <a:gd name="connsiteX3" fmla="*/ 435282 w 2191979"/>
              <a:gd name="connsiteY3" fmla="*/ 754864 h 1021613"/>
              <a:gd name="connsiteX4" fmla="*/ 562282 w 2191979"/>
              <a:gd name="connsiteY4" fmla="*/ 627864 h 1021613"/>
              <a:gd name="connsiteX5" fmla="*/ 549582 w 2191979"/>
              <a:gd name="connsiteY5" fmla="*/ 792964 h 1021613"/>
              <a:gd name="connsiteX6" fmla="*/ 676582 w 2191979"/>
              <a:gd name="connsiteY6" fmla="*/ 919964 h 1021613"/>
              <a:gd name="connsiteX7" fmla="*/ 1209982 w 2191979"/>
              <a:gd name="connsiteY7" fmla="*/ 1021564 h 1021613"/>
              <a:gd name="connsiteX8" fmla="*/ 1857682 w 2191979"/>
              <a:gd name="connsiteY8" fmla="*/ 907264 h 1021613"/>
              <a:gd name="connsiteX9" fmla="*/ 2175182 w 2191979"/>
              <a:gd name="connsiteY9" fmla="*/ 805664 h 1021613"/>
              <a:gd name="connsiteX10" fmla="*/ 2098982 w 2191979"/>
              <a:gd name="connsiteY10" fmla="*/ 348464 h 1021613"/>
              <a:gd name="connsiteX11" fmla="*/ 1684142 w 2191979"/>
              <a:gd name="connsiteY11" fmla="*/ 79426 h 1021613"/>
              <a:gd name="connsiteX12" fmla="*/ 1377658 w 2191979"/>
              <a:gd name="connsiteY12" fmla="*/ 16859 h 1021613"/>
              <a:gd name="connsiteX13" fmla="*/ 1058820 w 2191979"/>
              <a:gd name="connsiteY13" fmla="*/ 11685 h 1021613"/>
              <a:gd name="connsiteX14" fmla="*/ 867082 w 2191979"/>
              <a:gd name="connsiteY14" fmla="*/ 157964 h 1021613"/>
              <a:gd name="connsiteX15" fmla="*/ 790882 w 2191979"/>
              <a:gd name="connsiteY15" fmla="*/ 196064 h 1021613"/>
              <a:gd name="connsiteX16" fmla="*/ 860316 w 2191979"/>
              <a:gd name="connsiteY16" fmla="*/ 31183 h 1021613"/>
              <a:gd name="connsiteX17" fmla="*/ 206682 w 2191979"/>
              <a:gd name="connsiteY17" fmla="*/ 170664 h 1021613"/>
              <a:gd name="connsiteX0" fmla="*/ 206682 w 2191979"/>
              <a:gd name="connsiteY0" fmla="*/ 169012 h 1019961"/>
              <a:gd name="connsiteX1" fmla="*/ 3482 w 2191979"/>
              <a:gd name="connsiteY1" fmla="*/ 486512 h 1019961"/>
              <a:gd name="connsiteX2" fmla="*/ 105082 w 2191979"/>
              <a:gd name="connsiteY2" fmla="*/ 765912 h 1019961"/>
              <a:gd name="connsiteX3" fmla="*/ 435282 w 2191979"/>
              <a:gd name="connsiteY3" fmla="*/ 753212 h 1019961"/>
              <a:gd name="connsiteX4" fmla="*/ 562282 w 2191979"/>
              <a:gd name="connsiteY4" fmla="*/ 626212 h 1019961"/>
              <a:gd name="connsiteX5" fmla="*/ 549582 w 2191979"/>
              <a:gd name="connsiteY5" fmla="*/ 791312 h 1019961"/>
              <a:gd name="connsiteX6" fmla="*/ 676582 w 2191979"/>
              <a:gd name="connsiteY6" fmla="*/ 918312 h 1019961"/>
              <a:gd name="connsiteX7" fmla="*/ 1209982 w 2191979"/>
              <a:gd name="connsiteY7" fmla="*/ 1019912 h 1019961"/>
              <a:gd name="connsiteX8" fmla="*/ 1857682 w 2191979"/>
              <a:gd name="connsiteY8" fmla="*/ 905612 h 1019961"/>
              <a:gd name="connsiteX9" fmla="*/ 2175182 w 2191979"/>
              <a:gd name="connsiteY9" fmla="*/ 804012 h 1019961"/>
              <a:gd name="connsiteX10" fmla="*/ 2098982 w 2191979"/>
              <a:gd name="connsiteY10" fmla="*/ 346812 h 1019961"/>
              <a:gd name="connsiteX11" fmla="*/ 1684142 w 2191979"/>
              <a:gd name="connsiteY11" fmla="*/ 77774 h 1019961"/>
              <a:gd name="connsiteX12" fmla="*/ 1377658 w 2191979"/>
              <a:gd name="connsiteY12" fmla="*/ 15207 h 1019961"/>
              <a:gd name="connsiteX13" fmla="*/ 1058820 w 2191979"/>
              <a:gd name="connsiteY13" fmla="*/ 10033 h 1019961"/>
              <a:gd name="connsiteX14" fmla="*/ 854804 w 2191979"/>
              <a:gd name="connsiteY14" fmla="*/ 133854 h 1019961"/>
              <a:gd name="connsiteX15" fmla="*/ 790882 w 2191979"/>
              <a:gd name="connsiteY15" fmla="*/ 194412 h 1019961"/>
              <a:gd name="connsiteX16" fmla="*/ 860316 w 2191979"/>
              <a:gd name="connsiteY16" fmla="*/ 29531 h 1019961"/>
              <a:gd name="connsiteX17" fmla="*/ 206682 w 2191979"/>
              <a:gd name="connsiteY17" fmla="*/ 169012 h 1019961"/>
              <a:gd name="connsiteX0" fmla="*/ 206682 w 2191979"/>
              <a:gd name="connsiteY0" fmla="*/ 167084 h 1018033"/>
              <a:gd name="connsiteX1" fmla="*/ 3482 w 2191979"/>
              <a:gd name="connsiteY1" fmla="*/ 484584 h 1018033"/>
              <a:gd name="connsiteX2" fmla="*/ 105082 w 2191979"/>
              <a:gd name="connsiteY2" fmla="*/ 763984 h 1018033"/>
              <a:gd name="connsiteX3" fmla="*/ 435282 w 2191979"/>
              <a:gd name="connsiteY3" fmla="*/ 751284 h 1018033"/>
              <a:gd name="connsiteX4" fmla="*/ 562282 w 2191979"/>
              <a:gd name="connsiteY4" fmla="*/ 624284 h 1018033"/>
              <a:gd name="connsiteX5" fmla="*/ 549582 w 2191979"/>
              <a:gd name="connsiteY5" fmla="*/ 789384 h 1018033"/>
              <a:gd name="connsiteX6" fmla="*/ 676582 w 2191979"/>
              <a:gd name="connsiteY6" fmla="*/ 916384 h 1018033"/>
              <a:gd name="connsiteX7" fmla="*/ 1209982 w 2191979"/>
              <a:gd name="connsiteY7" fmla="*/ 1017984 h 1018033"/>
              <a:gd name="connsiteX8" fmla="*/ 1857682 w 2191979"/>
              <a:gd name="connsiteY8" fmla="*/ 903684 h 1018033"/>
              <a:gd name="connsiteX9" fmla="*/ 2175182 w 2191979"/>
              <a:gd name="connsiteY9" fmla="*/ 802084 h 1018033"/>
              <a:gd name="connsiteX10" fmla="*/ 2098982 w 2191979"/>
              <a:gd name="connsiteY10" fmla="*/ 344884 h 1018033"/>
              <a:gd name="connsiteX11" fmla="*/ 1684142 w 2191979"/>
              <a:gd name="connsiteY11" fmla="*/ 75846 h 1018033"/>
              <a:gd name="connsiteX12" fmla="*/ 1377658 w 2191979"/>
              <a:gd name="connsiteY12" fmla="*/ 13279 h 1018033"/>
              <a:gd name="connsiteX13" fmla="*/ 1058820 w 2191979"/>
              <a:gd name="connsiteY13" fmla="*/ 8105 h 1018033"/>
              <a:gd name="connsiteX14" fmla="*/ 858228 w 2191979"/>
              <a:gd name="connsiteY14" fmla="*/ 105633 h 1018033"/>
              <a:gd name="connsiteX15" fmla="*/ 790882 w 2191979"/>
              <a:gd name="connsiteY15" fmla="*/ 192484 h 1018033"/>
              <a:gd name="connsiteX16" fmla="*/ 860316 w 2191979"/>
              <a:gd name="connsiteY16" fmla="*/ 27603 h 1018033"/>
              <a:gd name="connsiteX17" fmla="*/ 206682 w 2191979"/>
              <a:gd name="connsiteY17" fmla="*/ 167084 h 1018033"/>
              <a:gd name="connsiteX0" fmla="*/ 206682 w 2191979"/>
              <a:gd name="connsiteY0" fmla="*/ 178602 h 1029551"/>
              <a:gd name="connsiteX1" fmla="*/ 3482 w 2191979"/>
              <a:gd name="connsiteY1" fmla="*/ 496102 h 1029551"/>
              <a:gd name="connsiteX2" fmla="*/ 105082 w 2191979"/>
              <a:gd name="connsiteY2" fmla="*/ 775502 h 1029551"/>
              <a:gd name="connsiteX3" fmla="*/ 435282 w 2191979"/>
              <a:gd name="connsiteY3" fmla="*/ 762802 h 1029551"/>
              <a:gd name="connsiteX4" fmla="*/ 562282 w 2191979"/>
              <a:gd name="connsiteY4" fmla="*/ 635802 h 1029551"/>
              <a:gd name="connsiteX5" fmla="*/ 549582 w 2191979"/>
              <a:gd name="connsiteY5" fmla="*/ 800902 h 1029551"/>
              <a:gd name="connsiteX6" fmla="*/ 676582 w 2191979"/>
              <a:gd name="connsiteY6" fmla="*/ 927902 h 1029551"/>
              <a:gd name="connsiteX7" fmla="*/ 1209982 w 2191979"/>
              <a:gd name="connsiteY7" fmla="*/ 1029502 h 1029551"/>
              <a:gd name="connsiteX8" fmla="*/ 1857682 w 2191979"/>
              <a:gd name="connsiteY8" fmla="*/ 915202 h 1029551"/>
              <a:gd name="connsiteX9" fmla="*/ 2175182 w 2191979"/>
              <a:gd name="connsiteY9" fmla="*/ 813602 h 1029551"/>
              <a:gd name="connsiteX10" fmla="*/ 2098982 w 2191979"/>
              <a:gd name="connsiteY10" fmla="*/ 356402 h 1029551"/>
              <a:gd name="connsiteX11" fmla="*/ 1684142 w 2191979"/>
              <a:gd name="connsiteY11" fmla="*/ 87364 h 1029551"/>
              <a:gd name="connsiteX12" fmla="*/ 1377658 w 2191979"/>
              <a:gd name="connsiteY12" fmla="*/ 24797 h 1029551"/>
              <a:gd name="connsiteX13" fmla="*/ 1054594 w 2191979"/>
              <a:gd name="connsiteY13" fmla="*/ 5381 h 1029551"/>
              <a:gd name="connsiteX14" fmla="*/ 858228 w 2191979"/>
              <a:gd name="connsiteY14" fmla="*/ 117151 h 1029551"/>
              <a:gd name="connsiteX15" fmla="*/ 790882 w 2191979"/>
              <a:gd name="connsiteY15" fmla="*/ 204002 h 1029551"/>
              <a:gd name="connsiteX16" fmla="*/ 860316 w 2191979"/>
              <a:gd name="connsiteY16" fmla="*/ 39121 h 1029551"/>
              <a:gd name="connsiteX17" fmla="*/ 206682 w 2191979"/>
              <a:gd name="connsiteY17" fmla="*/ 178602 h 1029551"/>
              <a:gd name="connsiteX0" fmla="*/ 206682 w 2191979"/>
              <a:gd name="connsiteY0" fmla="*/ 183556 h 1034505"/>
              <a:gd name="connsiteX1" fmla="*/ 3482 w 2191979"/>
              <a:gd name="connsiteY1" fmla="*/ 501056 h 1034505"/>
              <a:gd name="connsiteX2" fmla="*/ 105082 w 2191979"/>
              <a:gd name="connsiteY2" fmla="*/ 780456 h 1034505"/>
              <a:gd name="connsiteX3" fmla="*/ 435282 w 2191979"/>
              <a:gd name="connsiteY3" fmla="*/ 767756 h 1034505"/>
              <a:gd name="connsiteX4" fmla="*/ 562282 w 2191979"/>
              <a:gd name="connsiteY4" fmla="*/ 640756 h 1034505"/>
              <a:gd name="connsiteX5" fmla="*/ 549582 w 2191979"/>
              <a:gd name="connsiteY5" fmla="*/ 805856 h 1034505"/>
              <a:gd name="connsiteX6" fmla="*/ 676582 w 2191979"/>
              <a:gd name="connsiteY6" fmla="*/ 932856 h 1034505"/>
              <a:gd name="connsiteX7" fmla="*/ 1209982 w 2191979"/>
              <a:gd name="connsiteY7" fmla="*/ 1034456 h 1034505"/>
              <a:gd name="connsiteX8" fmla="*/ 1857682 w 2191979"/>
              <a:gd name="connsiteY8" fmla="*/ 920156 h 1034505"/>
              <a:gd name="connsiteX9" fmla="*/ 2175182 w 2191979"/>
              <a:gd name="connsiteY9" fmla="*/ 818556 h 1034505"/>
              <a:gd name="connsiteX10" fmla="*/ 2098982 w 2191979"/>
              <a:gd name="connsiteY10" fmla="*/ 361356 h 1034505"/>
              <a:gd name="connsiteX11" fmla="*/ 1684142 w 2191979"/>
              <a:gd name="connsiteY11" fmla="*/ 92318 h 1034505"/>
              <a:gd name="connsiteX12" fmla="*/ 1378665 w 2191979"/>
              <a:gd name="connsiteY12" fmla="*/ 14232 h 1034505"/>
              <a:gd name="connsiteX13" fmla="*/ 1054594 w 2191979"/>
              <a:gd name="connsiteY13" fmla="*/ 10335 h 1034505"/>
              <a:gd name="connsiteX14" fmla="*/ 858228 w 2191979"/>
              <a:gd name="connsiteY14" fmla="*/ 122105 h 1034505"/>
              <a:gd name="connsiteX15" fmla="*/ 790882 w 2191979"/>
              <a:gd name="connsiteY15" fmla="*/ 208956 h 1034505"/>
              <a:gd name="connsiteX16" fmla="*/ 860316 w 2191979"/>
              <a:gd name="connsiteY16" fmla="*/ 44075 h 1034505"/>
              <a:gd name="connsiteX17" fmla="*/ 206682 w 2191979"/>
              <a:gd name="connsiteY17" fmla="*/ 183556 h 1034505"/>
              <a:gd name="connsiteX0" fmla="*/ 206682 w 2185348"/>
              <a:gd name="connsiteY0" fmla="*/ 183556 h 1034505"/>
              <a:gd name="connsiteX1" fmla="*/ 3482 w 2185348"/>
              <a:gd name="connsiteY1" fmla="*/ 501056 h 1034505"/>
              <a:gd name="connsiteX2" fmla="*/ 105082 w 2185348"/>
              <a:gd name="connsiteY2" fmla="*/ 780456 h 1034505"/>
              <a:gd name="connsiteX3" fmla="*/ 435282 w 2185348"/>
              <a:gd name="connsiteY3" fmla="*/ 767756 h 1034505"/>
              <a:gd name="connsiteX4" fmla="*/ 562282 w 2185348"/>
              <a:gd name="connsiteY4" fmla="*/ 640756 h 1034505"/>
              <a:gd name="connsiteX5" fmla="*/ 549582 w 2185348"/>
              <a:gd name="connsiteY5" fmla="*/ 805856 h 1034505"/>
              <a:gd name="connsiteX6" fmla="*/ 676582 w 2185348"/>
              <a:gd name="connsiteY6" fmla="*/ 932856 h 1034505"/>
              <a:gd name="connsiteX7" fmla="*/ 1209982 w 2185348"/>
              <a:gd name="connsiteY7" fmla="*/ 1034456 h 1034505"/>
              <a:gd name="connsiteX8" fmla="*/ 1857682 w 2185348"/>
              <a:gd name="connsiteY8" fmla="*/ 920156 h 1034505"/>
              <a:gd name="connsiteX9" fmla="*/ 2175182 w 2185348"/>
              <a:gd name="connsiteY9" fmla="*/ 818556 h 1034505"/>
              <a:gd name="connsiteX10" fmla="*/ 2067979 w 2185348"/>
              <a:gd name="connsiteY10" fmla="*/ 389290 h 1034505"/>
              <a:gd name="connsiteX11" fmla="*/ 1684142 w 2185348"/>
              <a:gd name="connsiteY11" fmla="*/ 92318 h 1034505"/>
              <a:gd name="connsiteX12" fmla="*/ 1378665 w 2185348"/>
              <a:gd name="connsiteY12" fmla="*/ 14232 h 1034505"/>
              <a:gd name="connsiteX13" fmla="*/ 1054594 w 2185348"/>
              <a:gd name="connsiteY13" fmla="*/ 10335 h 1034505"/>
              <a:gd name="connsiteX14" fmla="*/ 858228 w 2185348"/>
              <a:gd name="connsiteY14" fmla="*/ 122105 h 1034505"/>
              <a:gd name="connsiteX15" fmla="*/ 790882 w 2185348"/>
              <a:gd name="connsiteY15" fmla="*/ 208956 h 1034505"/>
              <a:gd name="connsiteX16" fmla="*/ 860316 w 2185348"/>
              <a:gd name="connsiteY16" fmla="*/ 44075 h 1034505"/>
              <a:gd name="connsiteX17" fmla="*/ 206682 w 2185348"/>
              <a:gd name="connsiteY17" fmla="*/ 183556 h 103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85348" h="1034505">
                <a:moveTo>
                  <a:pt x="206682" y="183556"/>
                </a:moveTo>
                <a:cubicBezTo>
                  <a:pt x="63876" y="259720"/>
                  <a:pt x="20415" y="401573"/>
                  <a:pt x="3482" y="501056"/>
                </a:cubicBezTo>
                <a:cubicBezTo>
                  <a:pt x="-13451" y="600539"/>
                  <a:pt x="33115" y="736006"/>
                  <a:pt x="105082" y="780456"/>
                </a:cubicBezTo>
                <a:cubicBezTo>
                  <a:pt x="177049" y="824906"/>
                  <a:pt x="359082" y="791039"/>
                  <a:pt x="435282" y="767756"/>
                </a:cubicBezTo>
                <a:cubicBezTo>
                  <a:pt x="511482" y="744473"/>
                  <a:pt x="543232" y="634406"/>
                  <a:pt x="562282" y="640756"/>
                </a:cubicBezTo>
                <a:cubicBezTo>
                  <a:pt x="581332" y="647106"/>
                  <a:pt x="530532" y="757173"/>
                  <a:pt x="549582" y="805856"/>
                </a:cubicBezTo>
                <a:cubicBezTo>
                  <a:pt x="568632" y="854539"/>
                  <a:pt x="566515" y="894756"/>
                  <a:pt x="676582" y="932856"/>
                </a:cubicBezTo>
                <a:cubicBezTo>
                  <a:pt x="786649" y="970956"/>
                  <a:pt x="1013132" y="1036573"/>
                  <a:pt x="1209982" y="1034456"/>
                </a:cubicBezTo>
                <a:cubicBezTo>
                  <a:pt x="1406832" y="1032339"/>
                  <a:pt x="1696815" y="956139"/>
                  <a:pt x="1857682" y="920156"/>
                </a:cubicBezTo>
                <a:cubicBezTo>
                  <a:pt x="2018549" y="884173"/>
                  <a:pt x="2140133" y="907034"/>
                  <a:pt x="2175182" y="818556"/>
                </a:cubicBezTo>
                <a:cubicBezTo>
                  <a:pt x="2210231" y="730078"/>
                  <a:pt x="2149819" y="510330"/>
                  <a:pt x="2067979" y="389290"/>
                </a:cubicBezTo>
                <a:cubicBezTo>
                  <a:pt x="1986139" y="268250"/>
                  <a:pt x="1799028" y="154828"/>
                  <a:pt x="1684142" y="92318"/>
                </a:cubicBezTo>
                <a:cubicBezTo>
                  <a:pt x="1569256" y="29808"/>
                  <a:pt x="1483590" y="27896"/>
                  <a:pt x="1378665" y="14232"/>
                </a:cubicBezTo>
                <a:cubicBezTo>
                  <a:pt x="1273740" y="568"/>
                  <a:pt x="1141333" y="-7644"/>
                  <a:pt x="1054594" y="10335"/>
                </a:cubicBezTo>
                <a:cubicBezTo>
                  <a:pt x="967855" y="28314"/>
                  <a:pt x="902180" y="89002"/>
                  <a:pt x="858228" y="122105"/>
                </a:cubicBezTo>
                <a:cubicBezTo>
                  <a:pt x="814276" y="155209"/>
                  <a:pt x="854382" y="225889"/>
                  <a:pt x="790882" y="208956"/>
                </a:cubicBezTo>
                <a:cubicBezTo>
                  <a:pt x="727382" y="192023"/>
                  <a:pt x="955566" y="48308"/>
                  <a:pt x="860316" y="44075"/>
                </a:cubicBezTo>
                <a:cubicBezTo>
                  <a:pt x="765066" y="39842"/>
                  <a:pt x="349488" y="107393"/>
                  <a:pt x="206682" y="183556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AC9728D-AF26-49C9-916B-8AE50F2189F1}"/>
              </a:ext>
            </a:extLst>
          </p:cNvPr>
          <p:cNvSpPr/>
          <p:nvPr/>
        </p:nvSpPr>
        <p:spPr>
          <a:xfrm>
            <a:off x="3465420" y="2160890"/>
            <a:ext cx="2392584" cy="1365785"/>
          </a:xfrm>
          <a:custGeom>
            <a:avLst/>
            <a:gdLst>
              <a:gd name="connsiteX0" fmla="*/ 1474 w 2507015"/>
              <a:gd name="connsiteY0" fmla="*/ 668875 h 1374210"/>
              <a:gd name="connsiteX1" fmla="*/ 230074 w 2507015"/>
              <a:gd name="connsiteY1" fmla="*/ 533409 h 1374210"/>
              <a:gd name="connsiteX2" fmla="*/ 221608 w 2507015"/>
              <a:gd name="connsiteY2" fmla="*/ 626542 h 1374210"/>
              <a:gd name="connsiteX3" fmla="*/ 390941 w 2507015"/>
              <a:gd name="connsiteY3" fmla="*/ 889009 h 1374210"/>
              <a:gd name="connsiteX4" fmla="*/ 517941 w 2507015"/>
              <a:gd name="connsiteY4" fmla="*/ 965209 h 1374210"/>
              <a:gd name="connsiteX5" fmla="*/ 763474 w 2507015"/>
              <a:gd name="connsiteY5" fmla="*/ 897475 h 1374210"/>
              <a:gd name="connsiteX6" fmla="*/ 1059808 w 2507015"/>
              <a:gd name="connsiteY6" fmla="*/ 778942 h 1374210"/>
              <a:gd name="connsiteX7" fmla="*/ 1263008 w 2507015"/>
              <a:gd name="connsiteY7" fmla="*/ 719675 h 1374210"/>
              <a:gd name="connsiteX8" fmla="*/ 1483141 w 2507015"/>
              <a:gd name="connsiteY8" fmla="*/ 677342 h 1374210"/>
              <a:gd name="connsiteX9" fmla="*/ 1779474 w 2507015"/>
              <a:gd name="connsiteY9" fmla="*/ 558809 h 1374210"/>
              <a:gd name="connsiteX10" fmla="*/ 2058874 w 2507015"/>
              <a:gd name="connsiteY10" fmla="*/ 194742 h 1374210"/>
              <a:gd name="connsiteX11" fmla="*/ 2465274 w 2507015"/>
              <a:gd name="connsiteY11" fmla="*/ 9 h 1374210"/>
              <a:gd name="connsiteX12" fmla="*/ 2473741 w 2507015"/>
              <a:gd name="connsiteY12" fmla="*/ 186275 h 1374210"/>
              <a:gd name="connsiteX13" fmla="*/ 2287474 w 2507015"/>
              <a:gd name="connsiteY13" fmla="*/ 211675 h 1374210"/>
              <a:gd name="connsiteX14" fmla="*/ 2008074 w 2507015"/>
              <a:gd name="connsiteY14" fmla="*/ 457209 h 1374210"/>
              <a:gd name="connsiteX15" fmla="*/ 1923408 w 2507015"/>
              <a:gd name="connsiteY15" fmla="*/ 711209 h 1374210"/>
              <a:gd name="connsiteX16" fmla="*/ 1550874 w 2507015"/>
              <a:gd name="connsiteY16" fmla="*/ 829742 h 1374210"/>
              <a:gd name="connsiteX17" fmla="*/ 1119074 w 2507015"/>
              <a:gd name="connsiteY17" fmla="*/ 931342 h 1374210"/>
              <a:gd name="connsiteX18" fmla="*/ 755008 w 2507015"/>
              <a:gd name="connsiteY18" fmla="*/ 1083742 h 1374210"/>
              <a:gd name="connsiteX19" fmla="*/ 594141 w 2507015"/>
              <a:gd name="connsiteY19" fmla="*/ 1109142 h 1374210"/>
              <a:gd name="connsiteX20" fmla="*/ 678808 w 2507015"/>
              <a:gd name="connsiteY20" fmla="*/ 1210742 h 1374210"/>
              <a:gd name="connsiteX21" fmla="*/ 822741 w 2507015"/>
              <a:gd name="connsiteY21" fmla="*/ 1227675 h 1374210"/>
              <a:gd name="connsiteX22" fmla="*/ 831208 w 2507015"/>
              <a:gd name="connsiteY22" fmla="*/ 1278475 h 1374210"/>
              <a:gd name="connsiteX23" fmla="*/ 831208 w 2507015"/>
              <a:gd name="connsiteY23" fmla="*/ 1371609 h 1374210"/>
              <a:gd name="connsiteX24" fmla="*/ 628008 w 2507015"/>
              <a:gd name="connsiteY24" fmla="*/ 1337742 h 1374210"/>
              <a:gd name="connsiteX25" fmla="*/ 484074 w 2507015"/>
              <a:gd name="connsiteY25" fmla="*/ 1227675 h 1374210"/>
              <a:gd name="connsiteX26" fmla="*/ 357074 w 2507015"/>
              <a:gd name="connsiteY26" fmla="*/ 1049875 h 1374210"/>
              <a:gd name="connsiteX27" fmla="*/ 1474 w 2507015"/>
              <a:gd name="connsiteY27" fmla="*/ 668875 h 1374210"/>
              <a:gd name="connsiteX0" fmla="*/ 221 w 2505762"/>
              <a:gd name="connsiteY0" fmla="*/ 668875 h 1374210"/>
              <a:gd name="connsiteX1" fmla="*/ 228821 w 2505762"/>
              <a:gd name="connsiteY1" fmla="*/ 533409 h 1374210"/>
              <a:gd name="connsiteX2" fmla="*/ 220355 w 2505762"/>
              <a:gd name="connsiteY2" fmla="*/ 626542 h 1374210"/>
              <a:gd name="connsiteX3" fmla="*/ 389688 w 2505762"/>
              <a:gd name="connsiteY3" fmla="*/ 889009 h 1374210"/>
              <a:gd name="connsiteX4" fmla="*/ 516688 w 2505762"/>
              <a:gd name="connsiteY4" fmla="*/ 965209 h 1374210"/>
              <a:gd name="connsiteX5" fmla="*/ 762221 w 2505762"/>
              <a:gd name="connsiteY5" fmla="*/ 897475 h 1374210"/>
              <a:gd name="connsiteX6" fmla="*/ 1058555 w 2505762"/>
              <a:gd name="connsiteY6" fmla="*/ 778942 h 1374210"/>
              <a:gd name="connsiteX7" fmla="*/ 1261755 w 2505762"/>
              <a:gd name="connsiteY7" fmla="*/ 719675 h 1374210"/>
              <a:gd name="connsiteX8" fmla="*/ 1481888 w 2505762"/>
              <a:gd name="connsiteY8" fmla="*/ 677342 h 1374210"/>
              <a:gd name="connsiteX9" fmla="*/ 1778221 w 2505762"/>
              <a:gd name="connsiteY9" fmla="*/ 558809 h 1374210"/>
              <a:gd name="connsiteX10" fmla="*/ 2057621 w 2505762"/>
              <a:gd name="connsiteY10" fmla="*/ 194742 h 1374210"/>
              <a:gd name="connsiteX11" fmla="*/ 2464021 w 2505762"/>
              <a:gd name="connsiteY11" fmla="*/ 9 h 1374210"/>
              <a:gd name="connsiteX12" fmla="*/ 2472488 w 2505762"/>
              <a:gd name="connsiteY12" fmla="*/ 186275 h 1374210"/>
              <a:gd name="connsiteX13" fmla="*/ 2286221 w 2505762"/>
              <a:gd name="connsiteY13" fmla="*/ 211675 h 1374210"/>
              <a:gd name="connsiteX14" fmla="*/ 2006821 w 2505762"/>
              <a:gd name="connsiteY14" fmla="*/ 457209 h 1374210"/>
              <a:gd name="connsiteX15" fmla="*/ 1922155 w 2505762"/>
              <a:gd name="connsiteY15" fmla="*/ 711209 h 1374210"/>
              <a:gd name="connsiteX16" fmla="*/ 1549621 w 2505762"/>
              <a:gd name="connsiteY16" fmla="*/ 829742 h 1374210"/>
              <a:gd name="connsiteX17" fmla="*/ 1117821 w 2505762"/>
              <a:gd name="connsiteY17" fmla="*/ 931342 h 1374210"/>
              <a:gd name="connsiteX18" fmla="*/ 753755 w 2505762"/>
              <a:gd name="connsiteY18" fmla="*/ 1083742 h 1374210"/>
              <a:gd name="connsiteX19" fmla="*/ 592888 w 2505762"/>
              <a:gd name="connsiteY19" fmla="*/ 1109142 h 1374210"/>
              <a:gd name="connsiteX20" fmla="*/ 677555 w 2505762"/>
              <a:gd name="connsiteY20" fmla="*/ 1210742 h 1374210"/>
              <a:gd name="connsiteX21" fmla="*/ 821488 w 2505762"/>
              <a:gd name="connsiteY21" fmla="*/ 1227675 h 1374210"/>
              <a:gd name="connsiteX22" fmla="*/ 829955 w 2505762"/>
              <a:gd name="connsiteY22" fmla="*/ 1278475 h 1374210"/>
              <a:gd name="connsiteX23" fmla="*/ 829955 w 2505762"/>
              <a:gd name="connsiteY23" fmla="*/ 1371609 h 1374210"/>
              <a:gd name="connsiteX24" fmla="*/ 626755 w 2505762"/>
              <a:gd name="connsiteY24" fmla="*/ 1337742 h 1374210"/>
              <a:gd name="connsiteX25" fmla="*/ 482821 w 2505762"/>
              <a:gd name="connsiteY25" fmla="*/ 1227675 h 1374210"/>
              <a:gd name="connsiteX26" fmla="*/ 275388 w 2505762"/>
              <a:gd name="connsiteY26" fmla="*/ 1075275 h 1374210"/>
              <a:gd name="connsiteX27" fmla="*/ 221 w 2505762"/>
              <a:gd name="connsiteY27" fmla="*/ 668875 h 1374210"/>
              <a:gd name="connsiteX0" fmla="*/ 1579 w 2507120"/>
              <a:gd name="connsiteY0" fmla="*/ 6688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668875 h 1374210"/>
              <a:gd name="connsiteX0" fmla="*/ 1579 w 2507120"/>
              <a:gd name="connsiteY0" fmla="*/ 706975 h 1374210"/>
              <a:gd name="connsiteX1" fmla="*/ 166679 w 2507120"/>
              <a:gd name="connsiteY1" fmla="*/ 575743 h 1374210"/>
              <a:gd name="connsiteX2" fmla="*/ 221713 w 2507120"/>
              <a:gd name="connsiteY2" fmla="*/ 626542 h 1374210"/>
              <a:gd name="connsiteX3" fmla="*/ 391046 w 2507120"/>
              <a:gd name="connsiteY3" fmla="*/ 889009 h 1374210"/>
              <a:gd name="connsiteX4" fmla="*/ 518046 w 2507120"/>
              <a:gd name="connsiteY4" fmla="*/ 965209 h 1374210"/>
              <a:gd name="connsiteX5" fmla="*/ 763579 w 2507120"/>
              <a:gd name="connsiteY5" fmla="*/ 897475 h 1374210"/>
              <a:gd name="connsiteX6" fmla="*/ 1059913 w 2507120"/>
              <a:gd name="connsiteY6" fmla="*/ 778942 h 1374210"/>
              <a:gd name="connsiteX7" fmla="*/ 1263113 w 2507120"/>
              <a:gd name="connsiteY7" fmla="*/ 719675 h 1374210"/>
              <a:gd name="connsiteX8" fmla="*/ 1483246 w 2507120"/>
              <a:gd name="connsiteY8" fmla="*/ 677342 h 1374210"/>
              <a:gd name="connsiteX9" fmla="*/ 1779579 w 2507120"/>
              <a:gd name="connsiteY9" fmla="*/ 558809 h 1374210"/>
              <a:gd name="connsiteX10" fmla="*/ 2058979 w 2507120"/>
              <a:gd name="connsiteY10" fmla="*/ 194742 h 1374210"/>
              <a:gd name="connsiteX11" fmla="*/ 2465379 w 2507120"/>
              <a:gd name="connsiteY11" fmla="*/ 9 h 1374210"/>
              <a:gd name="connsiteX12" fmla="*/ 2473846 w 2507120"/>
              <a:gd name="connsiteY12" fmla="*/ 186275 h 1374210"/>
              <a:gd name="connsiteX13" fmla="*/ 2287579 w 2507120"/>
              <a:gd name="connsiteY13" fmla="*/ 211675 h 1374210"/>
              <a:gd name="connsiteX14" fmla="*/ 2008179 w 2507120"/>
              <a:gd name="connsiteY14" fmla="*/ 457209 h 1374210"/>
              <a:gd name="connsiteX15" fmla="*/ 1923513 w 2507120"/>
              <a:gd name="connsiteY15" fmla="*/ 711209 h 1374210"/>
              <a:gd name="connsiteX16" fmla="*/ 1550979 w 2507120"/>
              <a:gd name="connsiteY16" fmla="*/ 829742 h 1374210"/>
              <a:gd name="connsiteX17" fmla="*/ 1119179 w 2507120"/>
              <a:gd name="connsiteY17" fmla="*/ 931342 h 1374210"/>
              <a:gd name="connsiteX18" fmla="*/ 755113 w 2507120"/>
              <a:gd name="connsiteY18" fmla="*/ 1083742 h 1374210"/>
              <a:gd name="connsiteX19" fmla="*/ 594246 w 2507120"/>
              <a:gd name="connsiteY19" fmla="*/ 1109142 h 1374210"/>
              <a:gd name="connsiteX20" fmla="*/ 678913 w 2507120"/>
              <a:gd name="connsiteY20" fmla="*/ 1210742 h 1374210"/>
              <a:gd name="connsiteX21" fmla="*/ 822846 w 2507120"/>
              <a:gd name="connsiteY21" fmla="*/ 1227675 h 1374210"/>
              <a:gd name="connsiteX22" fmla="*/ 831313 w 2507120"/>
              <a:gd name="connsiteY22" fmla="*/ 1278475 h 1374210"/>
              <a:gd name="connsiteX23" fmla="*/ 831313 w 2507120"/>
              <a:gd name="connsiteY23" fmla="*/ 1371609 h 1374210"/>
              <a:gd name="connsiteX24" fmla="*/ 628113 w 2507120"/>
              <a:gd name="connsiteY24" fmla="*/ 1337742 h 1374210"/>
              <a:gd name="connsiteX25" fmla="*/ 484179 w 2507120"/>
              <a:gd name="connsiteY25" fmla="*/ 1227675 h 1374210"/>
              <a:gd name="connsiteX26" fmla="*/ 276746 w 2507120"/>
              <a:gd name="connsiteY26" fmla="*/ 1075275 h 1374210"/>
              <a:gd name="connsiteX27" fmla="*/ 1579 w 2507120"/>
              <a:gd name="connsiteY27" fmla="*/ 706975 h 1374210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57"/>
              <a:gd name="connsiteX1" fmla="*/ 166679 w 2507120"/>
              <a:gd name="connsiteY1" fmla="*/ 575743 h 1373657"/>
              <a:gd name="connsiteX2" fmla="*/ 221713 w 2507120"/>
              <a:gd name="connsiteY2" fmla="*/ 626542 h 1373657"/>
              <a:gd name="connsiteX3" fmla="*/ 391046 w 2507120"/>
              <a:gd name="connsiteY3" fmla="*/ 889009 h 1373657"/>
              <a:gd name="connsiteX4" fmla="*/ 518046 w 2507120"/>
              <a:gd name="connsiteY4" fmla="*/ 965209 h 1373657"/>
              <a:gd name="connsiteX5" fmla="*/ 763579 w 2507120"/>
              <a:gd name="connsiteY5" fmla="*/ 897475 h 1373657"/>
              <a:gd name="connsiteX6" fmla="*/ 1059913 w 2507120"/>
              <a:gd name="connsiteY6" fmla="*/ 778942 h 1373657"/>
              <a:gd name="connsiteX7" fmla="*/ 1263113 w 2507120"/>
              <a:gd name="connsiteY7" fmla="*/ 719675 h 1373657"/>
              <a:gd name="connsiteX8" fmla="*/ 1483246 w 2507120"/>
              <a:gd name="connsiteY8" fmla="*/ 677342 h 1373657"/>
              <a:gd name="connsiteX9" fmla="*/ 1779579 w 2507120"/>
              <a:gd name="connsiteY9" fmla="*/ 558809 h 1373657"/>
              <a:gd name="connsiteX10" fmla="*/ 2058979 w 2507120"/>
              <a:gd name="connsiteY10" fmla="*/ 194742 h 1373657"/>
              <a:gd name="connsiteX11" fmla="*/ 2465379 w 2507120"/>
              <a:gd name="connsiteY11" fmla="*/ 9 h 1373657"/>
              <a:gd name="connsiteX12" fmla="*/ 2473846 w 2507120"/>
              <a:gd name="connsiteY12" fmla="*/ 186275 h 1373657"/>
              <a:gd name="connsiteX13" fmla="*/ 2287579 w 2507120"/>
              <a:gd name="connsiteY13" fmla="*/ 211675 h 1373657"/>
              <a:gd name="connsiteX14" fmla="*/ 2008179 w 2507120"/>
              <a:gd name="connsiteY14" fmla="*/ 457209 h 1373657"/>
              <a:gd name="connsiteX15" fmla="*/ 1923513 w 2507120"/>
              <a:gd name="connsiteY15" fmla="*/ 711209 h 1373657"/>
              <a:gd name="connsiteX16" fmla="*/ 1550979 w 2507120"/>
              <a:gd name="connsiteY16" fmla="*/ 829742 h 1373657"/>
              <a:gd name="connsiteX17" fmla="*/ 1119179 w 2507120"/>
              <a:gd name="connsiteY17" fmla="*/ 931342 h 1373657"/>
              <a:gd name="connsiteX18" fmla="*/ 755113 w 2507120"/>
              <a:gd name="connsiteY18" fmla="*/ 1083742 h 1373657"/>
              <a:gd name="connsiteX19" fmla="*/ 594246 w 2507120"/>
              <a:gd name="connsiteY19" fmla="*/ 1109142 h 1373657"/>
              <a:gd name="connsiteX20" fmla="*/ 678913 w 2507120"/>
              <a:gd name="connsiteY20" fmla="*/ 1210742 h 1373657"/>
              <a:gd name="connsiteX21" fmla="*/ 822846 w 2507120"/>
              <a:gd name="connsiteY21" fmla="*/ 1227675 h 1373657"/>
              <a:gd name="connsiteX22" fmla="*/ 831313 w 2507120"/>
              <a:gd name="connsiteY22" fmla="*/ 1278475 h 1373657"/>
              <a:gd name="connsiteX23" fmla="*/ 831313 w 2507120"/>
              <a:gd name="connsiteY23" fmla="*/ 1371609 h 1373657"/>
              <a:gd name="connsiteX24" fmla="*/ 628113 w 2507120"/>
              <a:gd name="connsiteY24" fmla="*/ 1337742 h 1373657"/>
              <a:gd name="connsiteX25" fmla="*/ 471479 w 2507120"/>
              <a:gd name="connsiteY25" fmla="*/ 1278475 h 1373657"/>
              <a:gd name="connsiteX26" fmla="*/ 276746 w 2507120"/>
              <a:gd name="connsiteY26" fmla="*/ 1075275 h 1373657"/>
              <a:gd name="connsiteX27" fmla="*/ 1579 w 2507120"/>
              <a:gd name="connsiteY27" fmla="*/ 706975 h 1373657"/>
              <a:gd name="connsiteX0" fmla="*/ 1579 w 2507120"/>
              <a:gd name="connsiteY0" fmla="*/ 706975 h 1373695"/>
              <a:gd name="connsiteX1" fmla="*/ 166679 w 2507120"/>
              <a:gd name="connsiteY1" fmla="*/ 575743 h 1373695"/>
              <a:gd name="connsiteX2" fmla="*/ 221713 w 2507120"/>
              <a:gd name="connsiteY2" fmla="*/ 626542 h 1373695"/>
              <a:gd name="connsiteX3" fmla="*/ 391046 w 2507120"/>
              <a:gd name="connsiteY3" fmla="*/ 889009 h 1373695"/>
              <a:gd name="connsiteX4" fmla="*/ 518046 w 2507120"/>
              <a:gd name="connsiteY4" fmla="*/ 965209 h 1373695"/>
              <a:gd name="connsiteX5" fmla="*/ 763579 w 2507120"/>
              <a:gd name="connsiteY5" fmla="*/ 897475 h 1373695"/>
              <a:gd name="connsiteX6" fmla="*/ 1059913 w 2507120"/>
              <a:gd name="connsiteY6" fmla="*/ 778942 h 1373695"/>
              <a:gd name="connsiteX7" fmla="*/ 1263113 w 2507120"/>
              <a:gd name="connsiteY7" fmla="*/ 719675 h 1373695"/>
              <a:gd name="connsiteX8" fmla="*/ 1483246 w 2507120"/>
              <a:gd name="connsiteY8" fmla="*/ 677342 h 1373695"/>
              <a:gd name="connsiteX9" fmla="*/ 1779579 w 2507120"/>
              <a:gd name="connsiteY9" fmla="*/ 558809 h 1373695"/>
              <a:gd name="connsiteX10" fmla="*/ 2058979 w 2507120"/>
              <a:gd name="connsiteY10" fmla="*/ 194742 h 1373695"/>
              <a:gd name="connsiteX11" fmla="*/ 2465379 w 2507120"/>
              <a:gd name="connsiteY11" fmla="*/ 9 h 1373695"/>
              <a:gd name="connsiteX12" fmla="*/ 2473846 w 2507120"/>
              <a:gd name="connsiteY12" fmla="*/ 186275 h 1373695"/>
              <a:gd name="connsiteX13" fmla="*/ 2287579 w 2507120"/>
              <a:gd name="connsiteY13" fmla="*/ 211675 h 1373695"/>
              <a:gd name="connsiteX14" fmla="*/ 2008179 w 2507120"/>
              <a:gd name="connsiteY14" fmla="*/ 457209 h 1373695"/>
              <a:gd name="connsiteX15" fmla="*/ 1923513 w 2507120"/>
              <a:gd name="connsiteY15" fmla="*/ 711209 h 1373695"/>
              <a:gd name="connsiteX16" fmla="*/ 1550979 w 2507120"/>
              <a:gd name="connsiteY16" fmla="*/ 829742 h 1373695"/>
              <a:gd name="connsiteX17" fmla="*/ 1119179 w 2507120"/>
              <a:gd name="connsiteY17" fmla="*/ 931342 h 1373695"/>
              <a:gd name="connsiteX18" fmla="*/ 755113 w 2507120"/>
              <a:gd name="connsiteY18" fmla="*/ 1083742 h 1373695"/>
              <a:gd name="connsiteX19" fmla="*/ 594246 w 2507120"/>
              <a:gd name="connsiteY19" fmla="*/ 1109142 h 1373695"/>
              <a:gd name="connsiteX20" fmla="*/ 678913 w 2507120"/>
              <a:gd name="connsiteY20" fmla="*/ 1210742 h 1373695"/>
              <a:gd name="connsiteX21" fmla="*/ 822846 w 2507120"/>
              <a:gd name="connsiteY21" fmla="*/ 1227675 h 1373695"/>
              <a:gd name="connsiteX22" fmla="*/ 831313 w 2507120"/>
              <a:gd name="connsiteY22" fmla="*/ 1278475 h 1373695"/>
              <a:gd name="connsiteX23" fmla="*/ 831313 w 2507120"/>
              <a:gd name="connsiteY23" fmla="*/ 1371609 h 1373695"/>
              <a:gd name="connsiteX24" fmla="*/ 628113 w 2507120"/>
              <a:gd name="connsiteY24" fmla="*/ 1337742 h 1373695"/>
              <a:gd name="connsiteX25" fmla="*/ 496879 w 2507120"/>
              <a:gd name="connsiteY25" fmla="*/ 1274242 h 1373695"/>
              <a:gd name="connsiteX26" fmla="*/ 276746 w 2507120"/>
              <a:gd name="connsiteY26" fmla="*/ 1075275 h 1373695"/>
              <a:gd name="connsiteX27" fmla="*/ 1579 w 2507120"/>
              <a:gd name="connsiteY27" fmla="*/ 706975 h 1373695"/>
              <a:gd name="connsiteX0" fmla="*/ 1579 w 2507120"/>
              <a:gd name="connsiteY0" fmla="*/ 706975 h 1369690"/>
              <a:gd name="connsiteX1" fmla="*/ 166679 w 2507120"/>
              <a:gd name="connsiteY1" fmla="*/ 575743 h 1369690"/>
              <a:gd name="connsiteX2" fmla="*/ 221713 w 2507120"/>
              <a:gd name="connsiteY2" fmla="*/ 626542 h 1369690"/>
              <a:gd name="connsiteX3" fmla="*/ 391046 w 2507120"/>
              <a:gd name="connsiteY3" fmla="*/ 889009 h 1369690"/>
              <a:gd name="connsiteX4" fmla="*/ 518046 w 2507120"/>
              <a:gd name="connsiteY4" fmla="*/ 965209 h 1369690"/>
              <a:gd name="connsiteX5" fmla="*/ 763579 w 2507120"/>
              <a:gd name="connsiteY5" fmla="*/ 897475 h 1369690"/>
              <a:gd name="connsiteX6" fmla="*/ 1059913 w 2507120"/>
              <a:gd name="connsiteY6" fmla="*/ 778942 h 1369690"/>
              <a:gd name="connsiteX7" fmla="*/ 1263113 w 2507120"/>
              <a:gd name="connsiteY7" fmla="*/ 719675 h 1369690"/>
              <a:gd name="connsiteX8" fmla="*/ 1483246 w 2507120"/>
              <a:gd name="connsiteY8" fmla="*/ 677342 h 1369690"/>
              <a:gd name="connsiteX9" fmla="*/ 1779579 w 2507120"/>
              <a:gd name="connsiteY9" fmla="*/ 558809 h 1369690"/>
              <a:gd name="connsiteX10" fmla="*/ 2058979 w 2507120"/>
              <a:gd name="connsiteY10" fmla="*/ 194742 h 1369690"/>
              <a:gd name="connsiteX11" fmla="*/ 2465379 w 2507120"/>
              <a:gd name="connsiteY11" fmla="*/ 9 h 1369690"/>
              <a:gd name="connsiteX12" fmla="*/ 2473846 w 2507120"/>
              <a:gd name="connsiteY12" fmla="*/ 186275 h 1369690"/>
              <a:gd name="connsiteX13" fmla="*/ 2287579 w 2507120"/>
              <a:gd name="connsiteY13" fmla="*/ 211675 h 1369690"/>
              <a:gd name="connsiteX14" fmla="*/ 2008179 w 2507120"/>
              <a:gd name="connsiteY14" fmla="*/ 457209 h 1369690"/>
              <a:gd name="connsiteX15" fmla="*/ 1923513 w 2507120"/>
              <a:gd name="connsiteY15" fmla="*/ 711209 h 1369690"/>
              <a:gd name="connsiteX16" fmla="*/ 1550979 w 2507120"/>
              <a:gd name="connsiteY16" fmla="*/ 829742 h 1369690"/>
              <a:gd name="connsiteX17" fmla="*/ 1119179 w 2507120"/>
              <a:gd name="connsiteY17" fmla="*/ 931342 h 1369690"/>
              <a:gd name="connsiteX18" fmla="*/ 755113 w 2507120"/>
              <a:gd name="connsiteY18" fmla="*/ 1083742 h 1369690"/>
              <a:gd name="connsiteX19" fmla="*/ 594246 w 2507120"/>
              <a:gd name="connsiteY19" fmla="*/ 1109142 h 1369690"/>
              <a:gd name="connsiteX20" fmla="*/ 678913 w 2507120"/>
              <a:gd name="connsiteY20" fmla="*/ 1210742 h 1369690"/>
              <a:gd name="connsiteX21" fmla="*/ 822846 w 2507120"/>
              <a:gd name="connsiteY21" fmla="*/ 1227675 h 1369690"/>
              <a:gd name="connsiteX22" fmla="*/ 831313 w 2507120"/>
              <a:gd name="connsiteY22" fmla="*/ 1278475 h 1369690"/>
              <a:gd name="connsiteX23" fmla="*/ 1280046 w 2507120"/>
              <a:gd name="connsiteY23" fmla="*/ 1367376 h 1369690"/>
              <a:gd name="connsiteX24" fmla="*/ 628113 w 2507120"/>
              <a:gd name="connsiteY24" fmla="*/ 1337742 h 1369690"/>
              <a:gd name="connsiteX25" fmla="*/ 496879 w 2507120"/>
              <a:gd name="connsiteY25" fmla="*/ 1274242 h 1369690"/>
              <a:gd name="connsiteX26" fmla="*/ 276746 w 2507120"/>
              <a:gd name="connsiteY26" fmla="*/ 1075275 h 1369690"/>
              <a:gd name="connsiteX27" fmla="*/ 1579 w 2507120"/>
              <a:gd name="connsiteY27" fmla="*/ 706975 h 1369690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831313 w 2507120"/>
              <a:gd name="connsiteY22" fmla="*/ 1278475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69451"/>
              <a:gd name="connsiteX1" fmla="*/ 166679 w 2507120"/>
              <a:gd name="connsiteY1" fmla="*/ 575743 h 1369451"/>
              <a:gd name="connsiteX2" fmla="*/ 221713 w 2507120"/>
              <a:gd name="connsiteY2" fmla="*/ 626542 h 1369451"/>
              <a:gd name="connsiteX3" fmla="*/ 391046 w 2507120"/>
              <a:gd name="connsiteY3" fmla="*/ 889009 h 1369451"/>
              <a:gd name="connsiteX4" fmla="*/ 518046 w 2507120"/>
              <a:gd name="connsiteY4" fmla="*/ 965209 h 1369451"/>
              <a:gd name="connsiteX5" fmla="*/ 763579 w 2507120"/>
              <a:gd name="connsiteY5" fmla="*/ 897475 h 1369451"/>
              <a:gd name="connsiteX6" fmla="*/ 1059913 w 2507120"/>
              <a:gd name="connsiteY6" fmla="*/ 778942 h 1369451"/>
              <a:gd name="connsiteX7" fmla="*/ 1263113 w 2507120"/>
              <a:gd name="connsiteY7" fmla="*/ 719675 h 1369451"/>
              <a:gd name="connsiteX8" fmla="*/ 1483246 w 2507120"/>
              <a:gd name="connsiteY8" fmla="*/ 677342 h 1369451"/>
              <a:gd name="connsiteX9" fmla="*/ 1779579 w 2507120"/>
              <a:gd name="connsiteY9" fmla="*/ 558809 h 1369451"/>
              <a:gd name="connsiteX10" fmla="*/ 2058979 w 2507120"/>
              <a:gd name="connsiteY10" fmla="*/ 194742 h 1369451"/>
              <a:gd name="connsiteX11" fmla="*/ 2465379 w 2507120"/>
              <a:gd name="connsiteY11" fmla="*/ 9 h 1369451"/>
              <a:gd name="connsiteX12" fmla="*/ 2473846 w 2507120"/>
              <a:gd name="connsiteY12" fmla="*/ 186275 h 1369451"/>
              <a:gd name="connsiteX13" fmla="*/ 2287579 w 2507120"/>
              <a:gd name="connsiteY13" fmla="*/ 211675 h 1369451"/>
              <a:gd name="connsiteX14" fmla="*/ 2008179 w 2507120"/>
              <a:gd name="connsiteY14" fmla="*/ 457209 h 1369451"/>
              <a:gd name="connsiteX15" fmla="*/ 1923513 w 2507120"/>
              <a:gd name="connsiteY15" fmla="*/ 711209 h 1369451"/>
              <a:gd name="connsiteX16" fmla="*/ 1550979 w 2507120"/>
              <a:gd name="connsiteY16" fmla="*/ 829742 h 1369451"/>
              <a:gd name="connsiteX17" fmla="*/ 1119179 w 2507120"/>
              <a:gd name="connsiteY17" fmla="*/ 931342 h 1369451"/>
              <a:gd name="connsiteX18" fmla="*/ 755113 w 2507120"/>
              <a:gd name="connsiteY18" fmla="*/ 1083742 h 1369451"/>
              <a:gd name="connsiteX19" fmla="*/ 594246 w 2507120"/>
              <a:gd name="connsiteY19" fmla="*/ 1109142 h 1369451"/>
              <a:gd name="connsiteX20" fmla="*/ 678913 w 2507120"/>
              <a:gd name="connsiteY20" fmla="*/ 1210742 h 1369451"/>
              <a:gd name="connsiteX21" fmla="*/ 822846 w 2507120"/>
              <a:gd name="connsiteY21" fmla="*/ 1227675 h 1369451"/>
              <a:gd name="connsiteX22" fmla="*/ 1241947 w 2507120"/>
              <a:gd name="connsiteY22" fmla="*/ 1236142 h 1369451"/>
              <a:gd name="connsiteX23" fmla="*/ 1250412 w 2507120"/>
              <a:gd name="connsiteY23" fmla="*/ 1282710 h 1369451"/>
              <a:gd name="connsiteX24" fmla="*/ 1280046 w 2507120"/>
              <a:gd name="connsiteY24" fmla="*/ 1367376 h 1369451"/>
              <a:gd name="connsiteX25" fmla="*/ 628113 w 2507120"/>
              <a:gd name="connsiteY25" fmla="*/ 1337742 h 1369451"/>
              <a:gd name="connsiteX26" fmla="*/ 496879 w 2507120"/>
              <a:gd name="connsiteY26" fmla="*/ 1274242 h 1369451"/>
              <a:gd name="connsiteX27" fmla="*/ 276746 w 2507120"/>
              <a:gd name="connsiteY27" fmla="*/ 1075275 h 1369451"/>
              <a:gd name="connsiteX28" fmla="*/ 1579 w 2507120"/>
              <a:gd name="connsiteY28" fmla="*/ 706975 h 1369451"/>
              <a:gd name="connsiteX0" fmla="*/ 1579 w 2507120"/>
              <a:gd name="connsiteY0" fmla="*/ 706975 h 1372873"/>
              <a:gd name="connsiteX1" fmla="*/ 166679 w 2507120"/>
              <a:gd name="connsiteY1" fmla="*/ 575743 h 1372873"/>
              <a:gd name="connsiteX2" fmla="*/ 221713 w 2507120"/>
              <a:gd name="connsiteY2" fmla="*/ 626542 h 1372873"/>
              <a:gd name="connsiteX3" fmla="*/ 391046 w 2507120"/>
              <a:gd name="connsiteY3" fmla="*/ 889009 h 1372873"/>
              <a:gd name="connsiteX4" fmla="*/ 518046 w 2507120"/>
              <a:gd name="connsiteY4" fmla="*/ 965209 h 1372873"/>
              <a:gd name="connsiteX5" fmla="*/ 763579 w 2507120"/>
              <a:gd name="connsiteY5" fmla="*/ 897475 h 1372873"/>
              <a:gd name="connsiteX6" fmla="*/ 1059913 w 2507120"/>
              <a:gd name="connsiteY6" fmla="*/ 778942 h 1372873"/>
              <a:gd name="connsiteX7" fmla="*/ 1263113 w 2507120"/>
              <a:gd name="connsiteY7" fmla="*/ 719675 h 1372873"/>
              <a:gd name="connsiteX8" fmla="*/ 1483246 w 2507120"/>
              <a:gd name="connsiteY8" fmla="*/ 677342 h 1372873"/>
              <a:gd name="connsiteX9" fmla="*/ 1779579 w 2507120"/>
              <a:gd name="connsiteY9" fmla="*/ 558809 h 1372873"/>
              <a:gd name="connsiteX10" fmla="*/ 2058979 w 2507120"/>
              <a:gd name="connsiteY10" fmla="*/ 194742 h 1372873"/>
              <a:gd name="connsiteX11" fmla="*/ 2465379 w 2507120"/>
              <a:gd name="connsiteY11" fmla="*/ 9 h 1372873"/>
              <a:gd name="connsiteX12" fmla="*/ 2473846 w 2507120"/>
              <a:gd name="connsiteY12" fmla="*/ 186275 h 1372873"/>
              <a:gd name="connsiteX13" fmla="*/ 2287579 w 2507120"/>
              <a:gd name="connsiteY13" fmla="*/ 211675 h 1372873"/>
              <a:gd name="connsiteX14" fmla="*/ 2008179 w 2507120"/>
              <a:gd name="connsiteY14" fmla="*/ 457209 h 1372873"/>
              <a:gd name="connsiteX15" fmla="*/ 1923513 w 2507120"/>
              <a:gd name="connsiteY15" fmla="*/ 711209 h 1372873"/>
              <a:gd name="connsiteX16" fmla="*/ 1550979 w 2507120"/>
              <a:gd name="connsiteY16" fmla="*/ 829742 h 1372873"/>
              <a:gd name="connsiteX17" fmla="*/ 1119179 w 2507120"/>
              <a:gd name="connsiteY17" fmla="*/ 931342 h 1372873"/>
              <a:gd name="connsiteX18" fmla="*/ 755113 w 2507120"/>
              <a:gd name="connsiteY18" fmla="*/ 1083742 h 1372873"/>
              <a:gd name="connsiteX19" fmla="*/ 594246 w 2507120"/>
              <a:gd name="connsiteY19" fmla="*/ 1109142 h 1372873"/>
              <a:gd name="connsiteX20" fmla="*/ 678913 w 2507120"/>
              <a:gd name="connsiteY20" fmla="*/ 1210742 h 1372873"/>
              <a:gd name="connsiteX21" fmla="*/ 822846 w 2507120"/>
              <a:gd name="connsiteY21" fmla="*/ 1227675 h 1372873"/>
              <a:gd name="connsiteX22" fmla="*/ 1241947 w 2507120"/>
              <a:gd name="connsiteY22" fmla="*/ 1236142 h 1372873"/>
              <a:gd name="connsiteX23" fmla="*/ 1250412 w 2507120"/>
              <a:gd name="connsiteY23" fmla="*/ 1282710 h 1372873"/>
              <a:gd name="connsiteX24" fmla="*/ 1280046 w 2507120"/>
              <a:gd name="connsiteY24" fmla="*/ 1367376 h 1372873"/>
              <a:gd name="connsiteX25" fmla="*/ 678913 w 2507120"/>
              <a:gd name="connsiteY25" fmla="*/ 1354675 h 1372873"/>
              <a:gd name="connsiteX26" fmla="*/ 496879 w 2507120"/>
              <a:gd name="connsiteY26" fmla="*/ 1274242 h 1372873"/>
              <a:gd name="connsiteX27" fmla="*/ 276746 w 2507120"/>
              <a:gd name="connsiteY27" fmla="*/ 1075275 h 1372873"/>
              <a:gd name="connsiteX28" fmla="*/ 1579 w 2507120"/>
              <a:gd name="connsiteY28" fmla="*/ 706975 h 1372873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6789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74209"/>
              <a:gd name="connsiteX1" fmla="*/ 166679 w 2507120"/>
              <a:gd name="connsiteY1" fmla="*/ 575743 h 1374209"/>
              <a:gd name="connsiteX2" fmla="*/ 221713 w 2507120"/>
              <a:gd name="connsiteY2" fmla="*/ 626542 h 1374209"/>
              <a:gd name="connsiteX3" fmla="*/ 391046 w 2507120"/>
              <a:gd name="connsiteY3" fmla="*/ 889009 h 1374209"/>
              <a:gd name="connsiteX4" fmla="*/ 518046 w 2507120"/>
              <a:gd name="connsiteY4" fmla="*/ 965209 h 1374209"/>
              <a:gd name="connsiteX5" fmla="*/ 763579 w 2507120"/>
              <a:gd name="connsiteY5" fmla="*/ 897475 h 1374209"/>
              <a:gd name="connsiteX6" fmla="*/ 1059913 w 2507120"/>
              <a:gd name="connsiteY6" fmla="*/ 778942 h 1374209"/>
              <a:gd name="connsiteX7" fmla="*/ 1263113 w 2507120"/>
              <a:gd name="connsiteY7" fmla="*/ 719675 h 1374209"/>
              <a:gd name="connsiteX8" fmla="*/ 1483246 w 2507120"/>
              <a:gd name="connsiteY8" fmla="*/ 677342 h 1374209"/>
              <a:gd name="connsiteX9" fmla="*/ 1779579 w 2507120"/>
              <a:gd name="connsiteY9" fmla="*/ 558809 h 1374209"/>
              <a:gd name="connsiteX10" fmla="*/ 2058979 w 2507120"/>
              <a:gd name="connsiteY10" fmla="*/ 194742 h 1374209"/>
              <a:gd name="connsiteX11" fmla="*/ 2465379 w 2507120"/>
              <a:gd name="connsiteY11" fmla="*/ 9 h 1374209"/>
              <a:gd name="connsiteX12" fmla="*/ 2473846 w 2507120"/>
              <a:gd name="connsiteY12" fmla="*/ 186275 h 1374209"/>
              <a:gd name="connsiteX13" fmla="*/ 2287579 w 2507120"/>
              <a:gd name="connsiteY13" fmla="*/ 211675 h 1374209"/>
              <a:gd name="connsiteX14" fmla="*/ 2008179 w 2507120"/>
              <a:gd name="connsiteY14" fmla="*/ 457209 h 1374209"/>
              <a:gd name="connsiteX15" fmla="*/ 1923513 w 2507120"/>
              <a:gd name="connsiteY15" fmla="*/ 711209 h 1374209"/>
              <a:gd name="connsiteX16" fmla="*/ 1550979 w 2507120"/>
              <a:gd name="connsiteY16" fmla="*/ 829742 h 1374209"/>
              <a:gd name="connsiteX17" fmla="*/ 1119179 w 2507120"/>
              <a:gd name="connsiteY17" fmla="*/ 931342 h 1374209"/>
              <a:gd name="connsiteX18" fmla="*/ 755113 w 2507120"/>
              <a:gd name="connsiteY18" fmla="*/ 1083742 h 1374209"/>
              <a:gd name="connsiteX19" fmla="*/ 594246 w 2507120"/>
              <a:gd name="connsiteY19" fmla="*/ 1109142 h 1374209"/>
              <a:gd name="connsiteX20" fmla="*/ 678913 w 2507120"/>
              <a:gd name="connsiteY20" fmla="*/ 1210742 h 1374209"/>
              <a:gd name="connsiteX21" fmla="*/ 822846 w 2507120"/>
              <a:gd name="connsiteY21" fmla="*/ 1227675 h 1374209"/>
              <a:gd name="connsiteX22" fmla="*/ 1241947 w 2507120"/>
              <a:gd name="connsiteY22" fmla="*/ 1236142 h 1374209"/>
              <a:gd name="connsiteX23" fmla="*/ 1250412 w 2507120"/>
              <a:gd name="connsiteY23" fmla="*/ 1282710 h 1374209"/>
              <a:gd name="connsiteX24" fmla="*/ 1280046 w 2507120"/>
              <a:gd name="connsiteY24" fmla="*/ 1367376 h 1374209"/>
              <a:gd name="connsiteX25" fmla="*/ 729713 w 2507120"/>
              <a:gd name="connsiteY25" fmla="*/ 1354675 h 1374209"/>
              <a:gd name="connsiteX26" fmla="*/ 475712 w 2507120"/>
              <a:gd name="connsiteY26" fmla="*/ 1240376 h 1374209"/>
              <a:gd name="connsiteX27" fmla="*/ 276746 w 2507120"/>
              <a:gd name="connsiteY27" fmla="*/ 1075275 h 1374209"/>
              <a:gd name="connsiteX28" fmla="*/ 1579 w 2507120"/>
              <a:gd name="connsiteY28" fmla="*/ 706975 h 1374209"/>
              <a:gd name="connsiteX0" fmla="*/ 1579 w 2507120"/>
              <a:gd name="connsiteY0" fmla="*/ 706975 h 1388170"/>
              <a:gd name="connsiteX1" fmla="*/ 166679 w 2507120"/>
              <a:gd name="connsiteY1" fmla="*/ 575743 h 1388170"/>
              <a:gd name="connsiteX2" fmla="*/ 221713 w 2507120"/>
              <a:gd name="connsiteY2" fmla="*/ 626542 h 1388170"/>
              <a:gd name="connsiteX3" fmla="*/ 391046 w 2507120"/>
              <a:gd name="connsiteY3" fmla="*/ 889009 h 1388170"/>
              <a:gd name="connsiteX4" fmla="*/ 518046 w 2507120"/>
              <a:gd name="connsiteY4" fmla="*/ 965209 h 1388170"/>
              <a:gd name="connsiteX5" fmla="*/ 763579 w 2507120"/>
              <a:gd name="connsiteY5" fmla="*/ 897475 h 1388170"/>
              <a:gd name="connsiteX6" fmla="*/ 1059913 w 2507120"/>
              <a:gd name="connsiteY6" fmla="*/ 778942 h 1388170"/>
              <a:gd name="connsiteX7" fmla="*/ 1263113 w 2507120"/>
              <a:gd name="connsiteY7" fmla="*/ 719675 h 1388170"/>
              <a:gd name="connsiteX8" fmla="*/ 1483246 w 2507120"/>
              <a:gd name="connsiteY8" fmla="*/ 677342 h 1388170"/>
              <a:gd name="connsiteX9" fmla="*/ 1779579 w 2507120"/>
              <a:gd name="connsiteY9" fmla="*/ 558809 h 1388170"/>
              <a:gd name="connsiteX10" fmla="*/ 2058979 w 2507120"/>
              <a:gd name="connsiteY10" fmla="*/ 194742 h 1388170"/>
              <a:gd name="connsiteX11" fmla="*/ 2465379 w 2507120"/>
              <a:gd name="connsiteY11" fmla="*/ 9 h 1388170"/>
              <a:gd name="connsiteX12" fmla="*/ 2473846 w 2507120"/>
              <a:gd name="connsiteY12" fmla="*/ 186275 h 1388170"/>
              <a:gd name="connsiteX13" fmla="*/ 2287579 w 2507120"/>
              <a:gd name="connsiteY13" fmla="*/ 211675 h 1388170"/>
              <a:gd name="connsiteX14" fmla="*/ 2008179 w 2507120"/>
              <a:gd name="connsiteY14" fmla="*/ 457209 h 1388170"/>
              <a:gd name="connsiteX15" fmla="*/ 1923513 w 2507120"/>
              <a:gd name="connsiteY15" fmla="*/ 711209 h 1388170"/>
              <a:gd name="connsiteX16" fmla="*/ 1550979 w 2507120"/>
              <a:gd name="connsiteY16" fmla="*/ 829742 h 1388170"/>
              <a:gd name="connsiteX17" fmla="*/ 1119179 w 2507120"/>
              <a:gd name="connsiteY17" fmla="*/ 931342 h 1388170"/>
              <a:gd name="connsiteX18" fmla="*/ 755113 w 2507120"/>
              <a:gd name="connsiteY18" fmla="*/ 1083742 h 1388170"/>
              <a:gd name="connsiteX19" fmla="*/ 594246 w 2507120"/>
              <a:gd name="connsiteY19" fmla="*/ 1109142 h 1388170"/>
              <a:gd name="connsiteX20" fmla="*/ 678913 w 2507120"/>
              <a:gd name="connsiteY20" fmla="*/ 1210742 h 1388170"/>
              <a:gd name="connsiteX21" fmla="*/ 822846 w 2507120"/>
              <a:gd name="connsiteY21" fmla="*/ 1227675 h 1388170"/>
              <a:gd name="connsiteX22" fmla="*/ 1241947 w 2507120"/>
              <a:gd name="connsiteY22" fmla="*/ 1236142 h 1388170"/>
              <a:gd name="connsiteX23" fmla="*/ 1250412 w 2507120"/>
              <a:gd name="connsiteY23" fmla="*/ 1282710 h 1388170"/>
              <a:gd name="connsiteX24" fmla="*/ 1165746 w 2507120"/>
              <a:gd name="connsiteY24" fmla="*/ 1384309 h 1388170"/>
              <a:gd name="connsiteX25" fmla="*/ 729713 w 2507120"/>
              <a:gd name="connsiteY25" fmla="*/ 1354675 h 1388170"/>
              <a:gd name="connsiteX26" fmla="*/ 475712 w 2507120"/>
              <a:gd name="connsiteY26" fmla="*/ 1240376 h 1388170"/>
              <a:gd name="connsiteX27" fmla="*/ 276746 w 2507120"/>
              <a:gd name="connsiteY27" fmla="*/ 1075275 h 1388170"/>
              <a:gd name="connsiteX28" fmla="*/ 1579 w 2507120"/>
              <a:gd name="connsiteY28" fmla="*/ 706975 h 1388170"/>
              <a:gd name="connsiteX0" fmla="*/ 1579 w 2507120"/>
              <a:gd name="connsiteY0" fmla="*/ 706975 h 1368699"/>
              <a:gd name="connsiteX1" fmla="*/ 166679 w 2507120"/>
              <a:gd name="connsiteY1" fmla="*/ 575743 h 1368699"/>
              <a:gd name="connsiteX2" fmla="*/ 221713 w 2507120"/>
              <a:gd name="connsiteY2" fmla="*/ 626542 h 1368699"/>
              <a:gd name="connsiteX3" fmla="*/ 391046 w 2507120"/>
              <a:gd name="connsiteY3" fmla="*/ 889009 h 1368699"/>
              <a:gd name="connsiteX4" fmla="*/ 518046 w 2507120"/>
              <a:gd name="connsiteY4" fmla="*/ 965209 h 1368699"/>
              <a:gd name="connsiteX5" fmla="*/ 763579 w 2507120"/>
              <a:gd name="connsiteY5" fmla="*/ 897475 h 1368699"/>
              <a:gd name="connsiteX6" fmla="*/ 1059913 w 2507120"/>
              <a:gd name="connsiteY6" fmla="*/ 778942 h 1368699"/>
              <a:gd name="connsiteX7" fmla="*/ 1263113 w 2507120"/>
              <a:gd name="connsiteY7" fmla="*/ 719675 h 1368699"/>
              <a:gd name="connsiteX8" fmla="*/ 1483246 w 2507120"/>
              <a:gd name="connsiteY8" fmla="*/ 677342 h 1368699"/>
              <a:gd name="connsiteX9" fmla="*/ 1779579 w 2507120"/>
              <a:gd name="connsiteY9" fmla="*/ 558809 h 1368699"/>
              <a:gd name="connsiteX10" fmla="*/ 2058979 w 2507120"/>
              <a:gd name="connsiteY10" fmla="*/ 194742 h 1368699"/>
              <a:gd name="connsiteX11" fmla="*/ 2465379 w 2507120"/>
              <a:gd name="connsiteY11" fmla="*/ 9 h 1368699"/>
              <a:gd name="connsiteX12" fmla="*/ 2473846 w 2507120"/>
              <a:gd name="connsiteY12" fmla="*/ 186275 h 1368699"/>
              <a:gd name="connsiteX13" fmla="*/ 2287579 w 2507120"/>
              <a:gd name="connsiteY13" fmla="*/ 211675 h 1368699"/>
              <a:gd name="connsiteX14" fmla="*/ 2008179 w 2507120"/>
              <a:gd name="connsiteY14" fmla="*/ 457209 h 1368699"/>
              <a:gd name="connsiteX15" fmla="*/ 1923513 w 2507120"/>
              <a:gd name="connsiteY15" fmla="*/ 711209 h 1368699"/>
              <a:gd name="connsiteX16" fmla="*/ 1550979 w 2507120"/>
              <a:gd name="connsiteY16" fmla="*/ 829742 h 1368699"/>
              <a:gd name="connsiteX17" fmla="*/ 1119179 w 2507120"/>
              <a:gd name="connsiteY17" fmla="*/ 931342 h 1368699"/>
              <a:gd name="connsiteX18" fmla="*/ 755113 w 2507120"/>
              <a:gd name="connsiteY18" fmla="*/ 1083742 h 1368699"/>
              <a:gd name="connsiteX19" fmla="*/ 594246 w 2507120"/>
              <a:gd name="connsiteY19" fmla="*/ 1109142 h 1368699"/>
              <a:gd name="connsiteX20" fmla="*/ 678913 w 2507120"/>
              <a:gd name="connsiteY20" fmla="*/ 1210742 h 1368699"/>
              <a:gd name="connsiteX21" fmla="*/ 822846 w 2507120"/>
              <a:gd name="connsiteY21" fmla="*/ 1227675 h 1368699"/>
              <a:gd name="connsiteX22" fmla="*/ 1241947 w 2507120"/>
              <a:gd name="connsiteY22" fmla="*/ 1236142 h 1368699"/>
              <a:gd name="connsiteX23" fmla="*/ 1250412 w 2507120"/>
              <a:gd name="connsiteY23" fmla="*/ 1282710 h 1368699"/>
              <a:gd name="connsiteX24" fmla="*/ 1174213 w 2507120"/>
              <a:gd name="connsiteY24" fmla="*/ 1358909 h 1368699"/>
              <a:gd name="connsiteX25" fmla="*/ 729713 w 2507120"/>
              <a:gd name="connsiteY25" fmla="*/ 1354675 h 1368699"/>
              <a:gd name="connsiteX26" fmla="*/ 475712 w 2507120"/>
              <a:gd name="connsiteY26" fmla="*/ 1240376 h 1368699"/>
              <a:gd name="connsiteX27" fmla="*/ 276746 w 2507120"/>
              <a:gd name="connsiteY27" fmla="*/ 1075275 h 1368699"/>
              <a:gd name="connsiteX28" fmla="*/ 1579 w 2507120"/>
              <a:gd name="connsiteY28" fmla="*/ 706975 h 1368699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1241947 w 2507120"/>
              <a:gd name="connsiteY22" fmla="*/ 1236142 h 1368170"/>
              <a:gd name="connsiteX23" fmla="*/ 1212312 w 2507120"/>
              <a:gd name="connsiteY23" fmla="*/ 1291177 h 1368170"/>
              <a:gd name="connsiteX24" fmla="*/ 1174213 w 2507120"/>
              <a:gd name="connsiteY24" fmla="*/ 1358909 h 1368170"/>
              <a:gd name="connsiteX25" fmla="*/ 729713 w 2507120"/>
              <a:gd name="connsiteY25" fmla="*/ 1354675 h 1368170"/>
              <a:gd name="connsiteX26" fmla="*/ 475712 w 2507120"/>
              <a:gd name="connsiteY26" fmla="*/ 1240376 h 1368170"/>
              <a:gd name="connsiteX27" fmla="*/ 276746 w 2507120"/>
              <a:gd name="connsiteY27" fmla="*/ 1075275 h 1368170"/>
              <a:gd name="connsiteX28" fmla="*/ 1579 w 2507120"/>
              <a:gd name="connsiteY28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36142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8170"/>
              <a:gd name="connsiteX1" fmla="*/ 166679 w 2507120"/>
              <a:gd name="connsiteY1" fmla="*/ 575743 h 1368170"/>
              <a:gd name="connsiteX2" fmla="*/ 221713 w 2507120"/>
              <a:gd name="connsiteY2" fmla="*/ 626542 h 1368170"/>
              <a:gd name="connsiteX3" fmla="*/ 391046 w 2507120"/>
              <a:gd name="connsiteY3" fmla="*/ 889009 h 1368170"/>
              <a:gd name="connsiteX4" fmla="*/ 518046 w 2507120"/>
              <a:gd name="connsiteY4" fmla="*/ 965209 h 1368170"/>
              <a:gd name="connsiteX5" fmla="*/ 763579 w 2507120"/>
              <a:gd name="connsiteY5" fmla="*/ 897475 h 1368170"/>
              <a:gd name="connsiteX6" fmla="*/ 1059913 w 2507120"/>
              <a:gd name="connsiteY6" fmla="*/ 778942 h 1368170"/>
              <a:gd name="connsiteX7" fmla="*/ 1263113 w 2507120"/>
              <a:gd name="connsiteY7" fmla="*/ 719675 h 1368170"/>
              <a:gd name="connsiteX8" fmla="*/ 1483246 w 2507120"/>
              <a:gd name="connsiteY8" fmla="*/ 677342 h 1368170"/>
              <a:gd name="connsiteX9" fmla="*/ 1779579 w 2507120"/>
              <a:gd name="connsiteY9" fmla="*/ 558809 h 1368170"/>
              <a:gd name="connsiteX10" fmla="*/ 2058979 w 2507120"/>
              <a:gd name="connsiteY10" fmla="*/ 194742 h 1368170"/>
              <a:gd name="connsiteX11" fmla="*/ 2465379 w 2507120"/>
              <a:gd name="connsiteY11" fmla="*/ 9 h 1368170"/>
              <a:gd name="connsiteX12" fmla="*/ 2473846 w 2507120"/>
              <a:gd name="connsiteY12" fmla="*/ 186275 h 1368170"/>
              <a:gd name="connsiteX13" fmla="*/ 2287579 w 2507120"/>
              <a:gd name="connsiteY13" fmla="*/ 211675 h 1368170"/>
              <a:gd name="connsiteX14" fmla="*/ 2008179 w 2507120"/>
              <a:gd name="connsiteY14" fmla="*/ 457209 h 1368170"/>
              <a:gd name="connsiteX15" fmla="*/ 1923513 w 2507120"/>
              <a:gd name="connsiteY15" fmla="*/ 711209 h 1368170"/>
              <a:gd name="connsiteX16" fmla="*/ 1550979 w 2507120"/>
              <a:gd name="connsiteY16" fmla="*/ 829742 h 1368170"/>
              <a:gd name="connsiteX17" fmla="*/ 1119179 w 2507120"/>
              <a:gd name="connsiteY17" fmla="*/ 931342 h 1368170"/>
              <a:gd name="connsiteX18" fmla="*/ 755113 w 2507120"/>
              <a:gd name="connsiteY18" fmla="*/ 1083742 h 1368170"/>
              <a:gd name="connsiteX19" fmla="*/ 594246 w 2507120"/>
              <a:gd name="connsiteY19" fmla="*/ 1109142 h 1368170"/>
              <a:gd name="connsiteX20" fmla="*/ 678913 w 2507120"/>
              <a:gd name="connsiteY20" fmla="*/ 1210742 h 1368170"/>
              <a:gd name="connsiteX21" fmla="*/ 822846 w 2507120"/>
              <a:gd name="connsiteY21" fmla="*/ 1227675 h 1368170"/>
              <a:gd name="connsiteX22" fmla="*/ 899045 w 2507120"/>
              <a:gd name="connsiteY22" fmla="*/ 1261544 h 1368170"/>
              <a:gd name="connsiteX23" fmla="*/ 1241947 w 2507120"/>
              <a:gd name="connsiteY23" fmla="*/ 1270008 h 1368170"/>
              <a:gd name="connsiteX24" fmla="*/ 1212312 w 2507120"/>
              <a:gd name="connsiteY24" fmla="*/ 1291177 h 1368170"/>
              <a:gd name="connsiteX25" fmla="*/ 1174213 w 2507120"/>
              <a:gd name="connsiteY25" fmla="*/ 1358909 h 1368170"/>
              <a:gd name="connsiteX26" fmla="*/ 729713 w 2507120"/>
              <a:gd name="connsiteY26" fmla="*/ 1354675 h 1368170"/>
              <a:gd name="connsiteX27" fmla="*/ 475712 w 2507120"/>
              <a:gd name="connsiteY27" fmla="*/ 1240376 h 1368170"/>
              <a:gd name="connsiteX28" fmla="*/ 276746 w 2507120"/>
              <a:gd name="connsiteY28" fmla="*/ 1075275 h 1368170"/>
              <a:gd name="connsiteX29" fmla="*/ 1579 w 2507120"/>
              <a:gd name="connsiteY29" fmla="*/ 706975 h 1368170"/>
              <a:gd name="connsiteX0" fmla="*/ 1579 w 2507120"/>
              <a:gd name="connsiteY0" fmla="*/ 706975 h 1367400"/>
              <a:gd name="connsiteX1" fmla="*/ 166679 w 2507120"/>
              <a:gd name="connsiteY1" fmla="*/ 575743 h 1367400"/>
              <a:gd name="connsiteX2" fmla="*/ 221713 w 2507120"/>
              <a:gd name="connsiteY2" fmla="*/ 626542 h 1367400"/>
              <a:gd name="connsiteX3" fmla="*/ 391046 w 2507120"/>
              <a:gd name="connsiteY3" fmla="*/ 889009 h 1367400"/>
              <a:gd name="connsiteX4" fmla="*/ 518046 w 2507120"/>
              <a:gd name="connsiteY4" fmla="*/ 965209 h 1367400"/>
              <a:gd name="connsiteX5" fmla="*/ 763579 w 2507120"/>
              <a:gd name="connsiteY5" fmla="*/ 897475 h 1367400"/>
              <a:gd name="connsiteX6" fmla="*/ 1059913 w 2507120"/>
              <a:gd name="connsiteY6" fmla="*/ 778942 h 1367400"/>
              <a:gd name="connsiteX7" fmla="*/ 1263113 w 2507120"/>
              <a:gd name="connsiteY7" fmla="*/ 719675 h 1367400"/>
              <a:gd name="connsiteX8" fmla="*/ 1483246 w 2507120"/>
              <a:gd name="connsiteY8" fmla="*/ 677342 h 1367400"/>
              <a:gd name="connsiteX9" fmla="*/ 1779579 w 2507120"/>
              <a:gd name="connsiteY9" fmla="*/ 558809 h 1367400"/>
              <a:gd name="connsiteX10" fmla="*/ 2058979 w 2507120"/>
              <a:gd name="connsiteY10" fmla="*/ 194742 h 1367400"/>
              <a:gd name="connsiteX11" fmla="*/ 2465379 w 2507120"/>
              <a:gd name="connsiteY11" fmla="*/ 9 h 1367400"/>
              <a:gd name="connsiteX12" fmla="*/ 2473846 w 2507120"/>
              <a:gd name="connsiteY12" fmla="*/ 186275 h 1367400"/>
              <a:gd name="connsiteX13" fmla="*/ 2287579 w 2507120"/>
              <a:gd name="connsiteY13" fmla="*/ 211675 h 1367400"/>
              <a:gd name="connsiteX14" fmla="*/ 2008179 w 2507120"/>
              <a:gd name="connsiteY14" fmla="*/ 457209 h 1367400"/>
              <a:gd name="connsiteX15" fmla="*/ 1923513 w 2507120"/>
              <a:gd name="connsiteY15" fmla="*/ 711209 h 1367400"/>
              <a:gd name="connsiteX16" fmla="*/ 1550979 w 2507120"/>
              <a:gd name="connsiteY16" fmla="*/ 829742 h 1367400"/>
              <a:gd name="connsiteX17" fmla="*/ 1119179 w 2507120"/>
              <a:gd name="connsiteY17" fmla="*/ 931342 h 1367400"/>
              <a:gd name="connsiteX18" fmla="*/ 755113 w 2507120"/>
              <a:gd name="connsiteY18" fmla="*/ 1083742 h 1367400"/>
              <a:gd name="connsiteX19" fmla="*/ 594246 w 2507120"/>
              <a:gd name="connsiteY19" fmla="*/ 1109142 h 1367400"/>
              <a:gd name="connsiteX20" fmla="*/ 678913 w 2507120"/>
              <a:gd name="connsiteY20" fmla="*/ 1210742 h 1367400"/>
              <a:gd name="connsiteX21" fmla="*/ 822846 w 2507120"/>
              <a:gd name="connsiteY21" fmla="*/ 1227675 h 1367400"/>
              <a:gd name="connsiteX22" fmla="*/ 899045 w 2507120"/>
              <a:gd name="connsiteY22" fmla="*/ 1261544 h 1367400"/>
              <a:gd name="connsiteX23" fmla="*/ 1241947 w 2507120"/>
              <a:gd name="connsiteY23" fmla="*/ 1270008 h 1367400"/>
              <a:gd name="connsiteX24" fmla="*/ 1216545 w 2507120"/>
              <a:gd name="connsiteY24" fmla="*/ 1303877 h 1367400"/>
              <a:gd name="connsiteX25" fmla="*/ 1174213 w 2507120"/>
              <a:gd name="connsiteY25" fmla="*/ 1358909 h 1367400"/>
              <a:gd name="connsiteX26" fmla="*/ 729713 w 2507120"/>
              <a:gd name="connsiteY26" fmla="*/ 1354675 h 1367400"/>
              <a:gd name="connsiteX27" fmla="*/ 475712 w 2507120"/>
              <a:gd name="connsiteY27" fmla="*/ 1240376 h 1367400"/>
              <a:gd name="connsiteX28" fmla="*/ 276746 w 2507120"/>
              <a:gd name="connsiteY28" fmla="*/ 1075275 h 1367400"/>
              <a:gd name="connsiteX29" fmla="*/ 1579 w 2507120"/>
              <a:gd name="connsiteY29" fmla="*/ 706975 h 1367400"/>
              <a:gd name="connsiteX0" fmla="*/ 1579 w 2507120"/>
              <a:gd name="connsiteY0" fmla="*/ 706975 h 1369513"/>
              <a:gd name="connsiteX1" fmla="*/ 166679 w 2507120"/>
              <a:gd name="connsiteY1" fmla="*/ 575743 h 1369513"/>
              <a:gd name="connsiteX2" fmla="*/ 221713 w 2507120"/>
              <a:gd name="connsiteY2" fmla="*/ 626542 h 1369513"/>
              <a:gd name="connsiteX3" fmla="*/ 391046 w 2507120"/>
              <a:gd name="connsiteY3" fmla="*/ 889009 h 1369513"/>
              <a:gd name="connsiteX4" fmla="*/ 518046 w 2507120"/>
              <a:gd name="connsiteY4" fmla="*/ 965209 h 1369513"/>
              <a:gd name="connsiteX5" fmla="*/ 763579 w 2507120"/>
              <a:gd name="connsiteY5" fmla="*/ 897475 h 1369513"/>
              <a:gd name="connsiteX6" fmla="*/ 1059913 w 2507120"/>
              <a:gd name="connsiteY6" fmla="*/ 778942 h 1369513"/>
              <a:gd name="connsiteX7" fmla="*/ 1263113 w 2507120"/>
              <a:gd name="connsiteY7" fmla="*/ 719675 h 1369513"/>
              <a:gd name="connsiteX8" fmla="*/ 1483246 w 2507120"/>
              <a:gd name="connsiteY8" fmla="*/ 677342 h 1369513"/>
              <a:gd name="connsiteX9" fmla="*/ 1779579 w 2507120"/>
              <a:gd name="connsiteY9" fmla="*/ 558809 h 1369513"/>
              <a:gd name="connsiteX10" fmla="*/ 2058979 w 2507120"/>
              <a:gd name="connsiteY10" fmla="*/ 194742 h 1369513"/>
              <a:gd name="connsiteX11" fmla="*/ 2465379 w 2507120"/>
              <a:gd name="connsiteY11" fmla="*/ 9 h 1369513"/>
              <a:gd name="connsiteX12" fmla="*/ 2473846 w 2507120"/>
              <a:gd name="connsiteY12" fmla="*/ 186275 h 1369513"/>
              <a:gd name="connsiteX13" fmla="*/ 2287579 w 2507120"/>
              <a:gd name="connsiteY13" fmla="*/ 211675 h 1369513"/>
              <a:gd name="connsiteX14" fmla="*/ 2008179 w 2507120"/>
              <a:gd name="connsiteY14" fmla="*/ 457209 h 1369513"/>
              <a:gd name="connsiteX15" fmla="*/ 1923513 w 2507120"/>
              <a:gd name="connsiteY15" fmla="*/ 711209 h 1369513"/>
              <a:gd name="connsiteX16" fmla="*/ 1550979 w 2507120"/>
              <a:gd name="connsiteY16" fmla="*/ 829742 h 1369513"/>
              <a:gd name="connsiteX17" fmla="*/ 1119179 w 2507120"/>
              <a:gd name="connsiteY17" fmla="*/ 931342 h 1369513"/>
              <a:gd name="connsiteX18" fmla="*/ 755113 w 2507120"/>
              <a:gd name="connsiteY18" fmla="*/ 1083742 h 1369513"/>
              <a:gd name="connsiteX19" fmla="*/ 594246 w 2507120"/>
              <a:gd name="connsiteY19" fmla="*/ 1109142 h 1369513"/>
              <a:gd name="connsiteX20" fmla="*/ 678913 w 2507120"/>
              <a:gd name="connsiteY20" fmla="*/ 1210742 h 1369513"/>
              <a:gd name="connsiteX21" fmla="*/ 822846 w 2507120"/>
              <a:gd name="connsiteY21" fmla="*/ 1227675 h 1369513"/>
              <a:gd name="connsiteX22" fmla="*/ 899045 w 2507120"/>
              <a:gd name="connsiteY22" fmla="*/ 1261544 h 1369513"/>
              <a:gd name="connsiteX23" fmla="*/ 1241947 w 2507120"/>
              <a:gd name="connsiteY23" fmla="*/ 1270008 h 1369513"/>
              <a:gd name="connsiteX24" fmla="*/ 1174213 w 2507120"/>
              <a:gd name="connsiteY24" fmla="*/ 1358909 h 1369513"/>
              <a:gd name="connsiteX25" fmla="*/ 729713 w 2507120"/>
              <a:gd name="connsiteY25" fmla="*/ 1354675 h 1369513"/>
              <a:gd name="connsiteX26" fmla="*/ 475712 w 2507120"/>
              <a:gd name="connsiteY26" fmla="*/ 1240376 h 1369513"/>
              <a:gd name="connsiteX27" fmla="*/ 276746 w 2507120"/>
              <a:gd name="connsiteY27" fmla="*/ 1075275 h 1369513"/>
              <a:gd name="connsiteX28" fmla="*/ 1579 w 2507120"/>
              <a:gd name="connsiteY28" fmla="*/ 706975 h 1369513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22846 w 2507120"/>
              <a:gd name="connsiteY21" fmla="*/ 12276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8913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94246 w 2507120"/>
              <a:gd name="connsiteY19" fmla="*/ 1109142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55113 w 2507120"/>
              <a:gd name="connsiteY18" fmla="*/ 1083742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19179 w 2507120"/>
              <a:gd name="connsiteY17" fmla="*/ 931342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50979 w 2507120"/>
              <a:gd name="connsiteY16" fmla="*/ 829742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923513 w 2507120"/>
              <a:gd name="connsiteY15" fmla="*/ 711209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483246 w 2507120"/>
              <a:gd name="connsiteY8" fmla="*/ 677342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89647 w 2507120"/>
              <a:gd name="connsiteY15" fmla="*/ 690042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521345 w 2507120"/>
              <a:gd name="connsiteY16" fmla="*/ 833976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06479 w 2507120"/>
              <a:gd name="connsiteY17" fmla="*/ 901709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42413 w 2507120"/>
              <a:gd name="connsiteY18" fmla="*/ 1041408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507120"/>
              <a:gd name="connsiteY0" fmla="*/ 706975 h 1370068"/>
              <a:gd name="connsiteX1" fmla="*/ 166679 w 2507120"/>
              <a:gd name="connsiteY1" fmla="*/ 575743 h 1370068"/>
              <a:gd name="connsiteX2" fmla="*/ 221713 w 2507120"/>
              <a:gd name="connsiteY2" fmla="*/ 626542 h 1370068"/>
              <a:gd name="connsiteX3" fmla="*/ 391046 w 2507120"/>
              <a:gd name="connsiteY3" fmla="*/ 889009 h 1370068"/>
              <a:gd name="connsiteX4" fmla="*/ 518046 w 2507120"/>
              <a:gd name="connsiteY4" fmla="*/ 965209 h 1370068"/>
              <a:gd name="connsiteX5" fmla="*/ 763579 w 2507120"/>
              <a:gd name="connsiteY5" fmla="*/ 897475 h 1370068"/>
              <a:gd name="connsiteX6" fmla="*/ 1059913 w 2507120"/>
              <a:gd name="connsiteY6" fmla="*/ 778942 h 1370068"/>
              <a:gd name="connsiteX7" fmla="*/ 1263113 w 2507120"/>
              <a:gd name="connsiteY7" fmla="*/ 719675 h 1370068"/>
              <a:gd name="connsiteX8" fmla="*/ 1567913 w 2507120"/>
              <a:gd name="connsiteY8" fmla="*/ 668875 h 1370068"/>
              <a:gd name="connsiteX9" fmla="*/ 1779579 w 2507120"/>
              <a:gd name="connsiteY9" fmla="*/ 558809 h 1370068"/>
              <a:gd name="connsiteX10" fmla="*/ 2058979 w 2507120"/>
              <a:gd name="connsiteY10" fmla="*/ 194742 h 1370068"/>
              <a:gd name="connsiteX11" fmla="*/ 2465379 w 2507120"/>
              <a:gd name="connsiteY11" fmla="*/ 9 h 1370068"/>
              <a:gd name="connsiteX12" fmla="*/ 2473846 w 2507120"/>
              <a:gd name="connsiteY12" fmla="*/ 186275 h 1370068"/>
              <a:gd name="connsiteX13" fmla="*/ 2287579 w 2507120"/>
              <a:gd name="connsiteY13" fmla="*/ 211675 h 1370068"/>
              <a:gd name="connsiteX14" fmla="*/ 2008179 w 2507120"/>
              <a:gd name="connsiteY14" fmla="*/ 457209 h 1370068"/>
              <a:gd name="connsiteX15" fmla="*/ 1864247 w 2507120"/>
              <a:gd name="connsiteY15" fmla="*/ 668875 h 1370068"/>
              <a:gd name="connsiteX16" fmla="*/ 1495945 w 2507120"/>
              <a:gd name="connsiteY16" fmla="*/ 804343 h 1370068"/>
              <a:gd name="connsiteX17" fmla="*/ 1110712 w 2507120"/>
              <a:gd name="connsiteY17" fmla="*/ 872075 h 1370068"/>
              <a:gd name="connsiteX18" fmla="*/ 759346 w 2507120"/>
              <a:gd name="connsiteY18" fmla="*/ 1020241 h 1370068"/>
              <a:gd name="connsiteX19" fmla="*/ 518046 w 2507120"/>
              <a:gd name="connsiteY19" fmla="*/ 1087975 h 1370068"/>
              <a:gd name="connsiteX20" fmla="*/ 674679 w 2507120"/>
              <a:gd name="connsiteY20" fmla="*/ 1210742 h 1370068"/>
              <a:gd name="connsiteX21" fmla="*/ 805912 w 2507120"/>
              <a:gd name="connsiteY21" fmla="*/ 1253075 h 1370068"/>
              <a:gd name="connsiteX22" fmla="*/ 899045 w 2507120"/>
              <a:gd name="connsiteY22" fmla="*/ 1261544 h 1370068"/>
              <a:gd name="connsiteX23" fmla="*/ 1199614 w 2507120"/>
              <a:gd name="connsiteY23" fmla="*/ 1261542 h 1370068"/>
              <a:gd name="connsiteX24" fmla="*/ 1174213 w 2507120"/>
              <a:gd name="connsiteY24" fmla="*/ 1358909 h 1370068"/>
              <a:gd name="connsiteX25" fmla="*/ 729713 w 2507120"/>
              <a:gd name="connsiteY25" fmla="*/ 1354675 h 1370068"/>
              <a:gd name="connsiteX26" fmla="*/ 475712 w 2507120"/>
              <a:gd name="connsiteY26" fmla="*/ 1240376 h 1370068"/>
              <a:gd name="connsiteX27" fmla="*/ 276746 w 2507120"/>
              <a:gd name="connsiteY27" fmla="*/ 1075275 h 1370068"/>
              <a:gd name="connsiteX28" fmla="*/ 1579 w 2507120"/>
              <a:gd name="connsiteY28" fmla="*/ 706975 h 1370068"/>
              <a:gd name="connsiteX0" fmla="*/ 1579 w 2499662"/>
              <a:gd name="connsiteY0" fmla="*/ 707701 h 1370794"/>
              <a:gd name="connsiteX1" fmla="*/ 166679 w 2499662"/>
              <a:gd name="connsiteY1" fmla="*/ 576469 h 1370794"/>
              <a:gd name="connsiteX2" fmla="*/ 221713 w 2499662"/>
              <a:gd name="connsiteY2" fmla="*/ 627268 h 1370794"/>
              <a:gd name="connsiteX3" fmla="*/ 391046 w 2499662"/>
              <a:gd name="connsiteY3" fmla="*/ 889735 h 1370794"/>
              <a:gd name="connsiteX4" fmla="*/ 518046 w 2499662"/>
              <a:gd name="connsiteY4" fmla="*/ 965935 h 1370794"/>
              <a:gd name="connsiteX5" fmla="*/ 763579 w 2499662"/>
              <a:gd name="connsiteY5" fmla="*/ 898201 h 1370794"/>
              <a:gd name="connsiteX6" fmla="*/ 1059913 w 2499662"/>
              <a:gd name="connsiteY6" fmla="*/ 779668 h 1370794"/>
              <a:gd name="connsiteX7" fmla="*/ 1263113 w 2499662"/>
              <a:gd name="connsiteY7" fmla="*/ 720401 h 1370794"/>
              <a:gd name="connsiteX8" fmla="*/ 1567913 w 2499662"/>
              <a:gd name="connsiteY8" fmla="*/ 669601 h 1370794"/>
              <a:gd name="connsiteX9" fmla="*/ 1779579 w 2499662"/>
              <a:gd name="connsiteY9" fmla="*/ 559535 h 1370794"/>
              <a:gd name="connsiteX10" fmla="*/ 2058979 w 2499662"/>
              <a:gd name="connsiteY10" fmla="*/ 195468 h 1370794"/>
              <a:gd name="connsiteX11" fmla="*/ 2465379 w 2499662"/>
              <a:gd name="connsiteY11" fmla="*/ 735 h 1370794"/>
              <a:gd name="connsiteX12" fmla="*/ 2456913 w 2499662"/>
              <a:gd name="connsiteY12" fmla="*/ 131968 h 1370794"/>
              <a:gd name="connsiteX13" fmla="*/ 2287579 w 2499662"/>
              <a:gd name="connsiteY13" fmla="*/ 212401 h 1370794"/>
              <a:gd name="connsiteX14" fmla="*/ 2008179 w 2499662"/>
              <a:gd name="connsiteY14" fmla="*/ 457935 h 1370794"/>
              <a:gd name="connsiteX15" fmla="*/ 1864247 w 2499662"/>
              <a:gd name="connsiteY15" fmla="*/ 669601 h 1370794"/>
              <a:gd name="connsiteX16" fmla="*/ 1495945 w 2499662"/>
              <a:gd name="connsiteY16" fmla="*/ 805069 h 1370794"/>
              <a:gd name="connsiteX17" fmla="*/ 1110712 w 2499662"/>
              <a:gd name="connsiteY17" fmla="*/ 872801 h 1370794"/>
              <a:gd name="connsiteX18" fmla="*/ 759346 w 2499662"/>
              <a:gd name="connsiteY18" fmla="*/ 1020967 h 1370794"/>
              <a:gd name="connsiteX19" fmla="*/ 518046 w 2499662"/>
              <a:gd name="connsiteY19" fmla="*/ 1088701 h 1370794"/>
              <a:gd name="connsiteX20" fmla="*/ 674679 w 2499662"/>
              <a:gd name="connsiteY20" fmla="*/ 1211468 h 1370794"/>
              <a:gd name="connsiteX21" fmla="*/ 805912 w 2499662"/>
              <a:gd name="connsiteY21" fmla="*/ 1253801 h 1370794"/>
              <a:gd name="connsiteX22" fmla="*/ 899045 w 2499662"/>
              <a:gd name="connsiteY22" fmla="*/ 1262270 h 1370794"/>
              <a:gd name="connsiteX23" fmla="*/ 1199614 w 2499662"/>
              <a:gd name="connsiteY23" fmla="*/ 1262268 h 1370794"/>
              <a:gd name="connsiteX24" fmla="*/ 1174213 w 2499662"/>
              <a:gd name="connsiteY24" fmla="*/ 1359635 h 1370794"/>
              <a:gd name="connsiteX25" fmla="*/ 729713 w 2499662"/>
              <a:gd name="connsiteY25" fmla="*/ 1355401 h 1370794"/>
              <a:gd name="connsiteX26" fmla="*/ 475712 w 2499662"/>
              <a:gd name="connsiteY26" fmla="*/ 1241102 h 1370794"/>
              <a:gd name="connsiteX27" fmla="*/ 276746 w 2499662"/>
              <a:gd name="connsiteY27" fmla="*/ 1076001 h 1370794"/>
              <a:gd name="connsiteX28" fmla="*/ 1579 w 2499662"/>
              <a:gd name="connsiteY28" fmla="*/ 707701 h 1370794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57894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69560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424027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501017"/>
              <a:gd name="connsiteY0" fmla="*/ 707660 h 1370753"/>
              <a:gd name="connsiteX1" fmla="*/ 166679 w 2501017"/>
              <a:gd name="connsiteY1" fmla="*/ 576428 h 1370753"/>
              <a:gd name="connsiteX2" fmla="*/ 221713 w 2501017"/>
              <a:gd name="connsiteY2" fmla="*/ 627227 h 1370753"/>
              <a:gd name="connsiteX3" fmla="*/ 391046 w 2501017"/>
              <a:gd name="connsiteY3" fmla="*/ 889694 h 1370753"/>
              <a:gd name="connsiteX4" fmla="*/ 518046 w 2501017"/>
              <a:gd name="connsiteY4" fmla="*/ 965894 h 1370753"/>
              <a:gd name="connsiteX5" fmla="*/ 763579 w 2501017"/>
              <a:gd name="connsiteY5" fmla="*/ 898160 h 1370753"/>
              <a:gd name="connsiteX6" fmla="*/ 1059913 w 2501017"/>
              <a:gd name="connsiteY6" fmla="*/ 779627 h 1370753"/>
              <a:gd name="connsiteX7" fmla="*/ 1263113 w 2501017"/>
              <a:gd name="connsiteY7" fmla="*/ 720360 h 1370753"/>
              <a:gd name="connsiteX8" fmla="*/ 1567913 w 2501017"/>
              <a:gd name="connsiteY8" fmla="*/ 669560 h 1370753"/>
              <a:gd name="connsiteX9" fmla="*/ 1779579 w 2501017"/>
              <a:gd name="connsiteY9" fmla="*/ 559494 h 1370753"/>
              <a:gd name="connsiteX10" fmla="*/ 2058979 w 2501017"/>
              <a:gd name="connsiteY10" fmla="*/ 195427 h 1370753"/>
              <a:gd name="connsiteX11" fmla="*/ 2465379 w 2501017"/>
              <a:gd name="connsiteY11" fmla="*/ 694 h 1370753"/>
              <a:gd name="connsiteX12" fmla="*/ 2456913 w 2501017"/>
              <a:gd name="connsiteY12" fmla="*/ 131927 h 1370753"/>
              <a:gd name="connsiteX13" fmla="*/ 2257945 w 2501017"/>
              <a:gd name="connsiteY13" fmla="*/ 170026 h 1370753"/>
              <a:gd name="connsiteX14" fmla="*/ 2008179 w 2501017"/>
              <a:gd name="connsiteY14" fmla="*/ 390160 h 1370753"/>
              <a:gd name="connsiteX15" fmla="*/ 1864247 w 2501017"/>
              <a:gd name="connsiteY15" fmla="*/ 652627 h 1370753"/>
              <a:gd name="connsiteX16" fmla="*/ 1495945 w 2501017"/>
              <a:gd name="connsiteY16" fmla="*/ 805028 h 1370753"/>
              <a:gd name="connsiteX17" fmla="*/ 1110712 w 2501017"/>
              <a:gd name="connsiteY17" fmla="*/ 872760 h 1370753"/>
              <a:gd name="connsiteX18" fmla="*/ 759346 w 2501017"/>
              <a:gd name="connsiteY18" fmla="*/ 1020926 h 1370753"/>
              <a:gd name="connsiteX19" fmla="*/ 518046 w 2501017"/>
              <a:gd name="connsiteY19" fmla="*/ 1088660 h 1370753"/>
              <a:gd name="connsiteX20" fmla="*/ 674679 w 2501017"/>
              <a:gd name="connsiteY20" fmla="*/ 1211427 h 1370753"/>
              <a:gd name="connsiteX21" fmla="*/ 805912 w 2501017"/>
              <a:gd name="connsiteY21" fmla="*/ 1253760 h 1370753"/>
              <a:gd name="connsiteX22" fmla="*/ 899045 w 2501017"/>
              <a:gd name="connsiteY22" fmla="*/ 1262229 h 1370753"/>
              <a:gd name="connsiteX23" fmla="*/ 1199614 w 2501017"/>
              <a:gd name="connsiteY23" fmla="*/ 1262227 h 1370753"/>
              <a:gd name="connsiteX24" fmla="*/ 1174213 w 2501017"/>
              <a:gd name="connsiteY24" fmla="*/ 1359594 h 1370753"/>
              <a:gd name="connsiteX25" fmla="*/ 729713 w 2501017"/>
              <a:gd name="connsiteY25" fmla="*/ 1355360 h 1370753"/>
              <a:gd name="connsiteX26" fmla="*/ 475712 w 2501017"/>
              <a:gd name="connsiteY26" fmla="*/ 1241061 h 1370753"/>
              <a:gd name="connsiteX27" fmla="*/ 276746 w 2501017"/>
              <a:gd name="connsiteY27" fmla="*/ 1075960 h 1370753"/>
              <a:gd name="connsiteX28" fmla="*/ 1579 w 2501017"/>
              <a:gd name="connsiteY28" fmla="*/ 707660 h 1370753"/>
              <a:gd name="connsiteX0" fmla="*/ 1579 w 2495828"/>
              <a:gd name="connsiteY0" fmla="*/ 707052 h 1370145"/>
              <a:gd name="connsiteX1" fmla="*/ 166679 w 2495828"/>
              <a:gd name="connsiteY1" fmla="*/ 575820 h 1370145"/>
              <a:gd name="connsiteX2" fmla="*/ 221713 w 2495828"/>
              <a:gd name="connsiteY2" fmla="*/ 626619 h 1370145"/>
              <a:gd name="connsiteX3" fmla="*/ 391046 w 2495828"/>
              <a:gd name="connsiteY3" fmla="*/ 889086 h 1370145"/>
              <a:gd name="connsiteX4" fmla="*/ 518046 w 2495828"/>
              <a:gd name="connsiteY4" fmla="*/ 965286 h 1370145"/>
              <a:gd name="connsiteX5" fmla="*/ 763579 w 2495828"/>
              <a:gd name="connsiteY5" fmla="*/ 897552 h 1370145"/>
              <a:gd name="connsiteX6" fmla="*/ 1059913 w 2495828"/>
              <a:gd name="connsiteY6" fmla="*/ 779019 h 1370145"/>
              <a:gd name="connsiteX7" fmla="*/ 1263113 w 2495828"/>
              <a:gd name="connsiteY7" fmla="*/ 719752 h 1370145"/>
              <a:gd name="connsiteX8" fmla="*/ 1567913 w 2495828"/>
              <a:gd name="connsiteY8" fmla="*/ 668952 h 1370145"/>
              <a:gd name="connsiteX9" fmla="*/ 1779579 w 2495828"/>
              <a:gd name="connsiteY9" fmla="*/ 558886 h 1370145"/>
              <a:gd name="connsiteX10" fmla="*/ 2130946 w 2495828"/>
              <a:gd name="connsiteY10" fmla="*/ 152486 h 1370145"/>
              <a:gd name="connsiteX11" fmla="*/ 2465379 w 2495828"/>
              <a:gd name="connsiteY11" fmla="*/ 86 h 1370145"/>
              <a:gd name="connsiteX12" fmla="*/ 2456913 w 2495828"/>
              <a:gd name="connsiteY12" fmla="*/ 131319 h 1370145"/>
              <a:gd name="connsiteX13" fmla="*/ 2257945 w 2495828"/>
              <a:gd name="connsiteY13" fmla="*/ 169418 h 1370145"/>
              <a:gd name="connsiteX14" fmla="*/ 2008179 w 2495828"/>
              <a:gd name="connsiteY14" fmla="*/ 389552 h 1370145"/>
              <a:gd name="connsiteX15" fmla="*/ 1864247 w 2495828"/>
              <a:gd name="connsiteY15" fmla="*/ 652019 h 1370145"/>
              <a:gd name="connsiteX16" fmla="*/ 1495945 w 2495828"/>
              <a:gd name="connsiteY16" fmla="*/ 804420 h 1370145"/>
              <a:gd name="connsiteX17" fmla="*/ 1110712 w 2495828"/>
              <a:gd name="connsiteY17" fmla="*/ 872152 h 1370145"/>
              <a:gd name="connsiteX18" fmla="*/ 759346 w 2495828"/>
              <a:gd name="connsiteY18" fmla="*/ 1020318 h 1370145"/>
              <a:gd name="connsiteX19" fmla="*/ 518046 w 2495828"/>
              <a:gd name="connsiteY19" fmla="*/ 1088052 h 1370145"/>
              <a:gd name="connsiteX20" fmla="*/ 674679 w 2495828"/>
              <a:gd name="connsiteY20" fmla="*/ 1210819 h 1370145"/>
              <a:gd name="connsiteX21" fmla="*/ 805912 w 2495828"/>
              <a:gd name="connsiteY21" fmla="*/ 1253152 h 1370145"/>
              <a:gd name="connsiteX22" fmla="*/ 899045 w 2495828"/>
              <a:gd name="connsiteY22" fmla="*/ 1261621 h 1370145"/>
              <a:gd name="connsiteX23" fmla="*/ 1199614 w 2495828"/>
              <a:gd name="connsiteY23" fmla="*/ 1261619 h 1370145"/>
              <a:gd name="connsiteX24" fmla="*/ 1174213 w 2495828"/>
              <a:gd name="connsiteY24" fmla="*/ 1358986 h 1370145"/>
              <a:gd name="connsiteX25" fmla="*/ 729713 w 2495828"/>
              <a:gd name="connsiteY25" fmla="*/ 1354752 h 1370145"/>
              <a:gd name="connsiteX26" fmla="*/ 475712 w 2495828"/>
              <a:gd name="connsiteY26" fmla="*/ 1240453 h 1370145"/>
              <a:gd name="connsiteX27" fmla="*/ 276746 w 2495828"/>
              <a:gd name="connsiteY27" fmla="*/ 1075352 h 1370145"/>
              <a:gd name="connsiteX28" fmla="*/ 1579 w 2495828"/>
              <a:gd name="connsiteY28" fmla="*/ 707052 h 1370145"/>
              <a:gd name="connsiteX0" fmla="*/ 1579 w 2499699"/>
              <a:gd name="connsiteY0" fmla="*/ 707277 h 1370370"/>
              <a:gd name="connsiteX1" fmla="*/ 166679 w 2499699"/>
              <a:gd name="connsiteY1" fmla="*/ 576045 h 1370370"/>
              <a:gd name="connsiteX2" fmla="*/ 221713 w 2499699"/>
              <a:gd name="connsiteY2" fmla="*/ 626844 h 1370370"/>
              <a:gd name="connsiteX3" fmla="*/ 391046 w 2499699"/>
              <a:gd name="connsiteY3" fmla="*/ 889311 h 1370370"/>
              <a:gd name="connsiteX4" fmla="*/ 518046 w 2499699"/>
              <a:gd name="connsiteY4" fmla="*/ 965511 h 1370370"/>
              <a:gd name="connsiteX5" fmla="*/ 763579 w 2499699"/>
              <a:gd name="connsiteY5" fmla="*/ 897777 h 1370370"/>
              <a:gd name="connsiteX6" fmla="*/ 1059913 w 2499699"/>
              <a:gd name="connsiteY6" fmla="*/ 779244 h 1370370"/>
              <a:gd name="connsiteX7" fmla="*/ 1263113 w 2499699"/>
              <a:gd name="connsiteY7" fmla="*/ 719977 h 1370370"/>
              <a:gd name="connsiteX8" fmla="*/ 1567913 w 2499699"/>
              <a:gd name="connsiteY8" fmla="*/ 669177 h 1370370"/>
              <a:gd name="connsiteX9" fmla="*/ 1779579 w 2499699"/>
              <a:gd name="connsiteY9" fmla="*/ 559111 h 1370370"/>
              <a:gd name="connsiteX10" fmla="*/ 2130946 w 2499699"/>
              <a:gd name="connsiteY10" fmla="*/ 152711 h 1370370"/>
              <a:gd name="connsiteX11" fmla="*/ 2465379 w 2499699"/>
              <a:gd name="connsiteY11" fmla="*/ 311 h 1370370"/>
              <a:gd name="connsiteX12" fmla="*/ 2465380 w 2499699"/>
              <a:gd name="connsiteY12" fmla="*/ 114611 h 1370370"/>
              <a:gd name="connsiteX13" fmla="*/ 2257945 w 2499699"/>
              <a:gd name="connsiteY13" fmla="*/ 169643 h 1370370"/>
              <a:gd name="connsiteX14" fmla="*/ 2008179 w 2499699"/>
              <a:gd name="connsiteY14" fmla="*/ 389777 h 1370370"/>
              <a:gd name="connsiteX15" fmla="*/ 1864247 w 2499699"/>
              <a:gd name="connsiteY15" fmla="*/ 652244 h 1370370"/>
              <a:gd name="connsiteX16" fmla="*/ 1495945 w 2499699"/>
              <a:gd name="connsiteY16" fmla="*/ 804645 h 1370370"/>
              <a:gd name="connsiteX17" fmla="*/ 1110712 w 2499699"/>
              <a:gd name="connsiteY17" fmla="*/ 872377 h 1370370"/>
              <a:gd name="connsiteX18" fmla="*/ 759346 w 2499699"/>
              <a:gd name="connsiteY18" fmla="*/ 1020543 h 1370370"/>
              <a:gd name="connsiteX19" fmla="*/ 518046 w 2499699"/>
              <a:gd name="connsiteY19" fmla="*/ 1088277 h 1370370"/>
              <a:gd name="connsiteX20" fmla="*/ 674679 w 2499699"/>
              <a:gd name="connsiteY20" fmla="*/ 1211044 h 1370370"/>
              <a:gd name="connsiteX21" fmla="*/ 805912 w 2499699"/>
              <a:gd name="connsiteY21" fmla="*/ 1253377 h 1370370"/>
              <a:gd name="connsiteX22" fmla="*/ 899045 w 2499699"/>
              <a:gd name="connsiteY22" fmla="*/ 1261846 h 1370370"/>
              <a:gd name="connsiteX23" fmla="*/ 1199614 w 2499699"/>
              <a:gd name="connsiteY23" fmla="*/ 1261844 h 1370370"/>
              <a:gd name="connsiteX24" fmla="*/ 1174213 w 2499699"/>
              <a:gd name="connsiteY24" fmla="*/ 1359211 h 1370370"/>
              <a:gd name="connsiteX25" fmla="*/ 729713 w 2499699"/>
              <a:gd name="connsiteY25" fmla="*/ 1354977 h 1370370"/>
              <a:gd name="connsiteX26" fmla="*/ 475712 w 2499699"/>
              <a:gd name="connsiteY26" fmla="*/ 1240678 h 1370370"/>
              <a:gd name="connsiteX27" fmla="*/ 276746 w 2499699"/>
              <a:gd name="connsiteY27" fmla="*/ 1075577 h 1370370"/>
              <a:gd name="connsiteX28" fmla="*/ 1579 w 2499699"/>
              <a:gd name="connsiteY28" fmla="*/ 707277 h 1370370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08179 w 2499699"/>
              <a:gd name="connsiteY14" fmla="*/ 390722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2130946 w 2499699"/>
              <a:gd name="connsiteY10" fmla="*/ 153656 h 1371315"/>
              <a:gd name="connsiteX11" fmla="*/ 2465379 w 2499699"/>
              <a:gd name="connsiteY11" fmla="*/ 1256 h 1371315"/>
              <a:gd name="connsiteX12" fmla="*/ 2465380 w 2499699"/>
              <a:gd name="connsiteY12" fmla="*/ 85922 h 1371315"/>
              <a:gd name="connsiteX13" fmla="*/ 2257945 w 2499699"/>
              <a:gd name="connsiteY13" fmla="*/ 170588 h 1371315"/>
              <a:gd name="connsiteX14" fmla="*/ 2025112 w 2499699"/>
              <a:gd name="connsiteY14" fmla="*/ 394956 h 1371315"/>
              <a:gd name="connsiteX15" fmla="*/ 1864247 w 2499699"/>
              <a:gd name="connsiteY15" fmla="*/ 653189 h 1371315"/>
              <a:gd name="connsiteX16" fmla="*/ 1495945 w 2499699"/>
              <a:gd name="connsiteY16" fmla="*/ 805590 h 1371315"/>
              <a:gd name="connsiteX17" fmla="*/ 1110712 w 2499699"/>
              <a:gd name="connsiteY17" fmla="*/ 873322 h 1371315"/>
              <a:gd name="connsiteX18" fmla="*/ 759346 w 2499699"/>
              <a:gd name="connsiteY18" fmla="*/ 1021488 h 1371315"/>
              <a:gd name="connsiteX19" fmla="*/ 518046 w 2499699"/>
              <a:gd name="connsiteY19" fmla="*/ 1089222 h 1371315"/>
              <a:gd name="connsiteX20" fmla="*/ 674679 w 2499699"/>
              <a:gd name="connsiteY20" fmla="*/ 1211989 h 1371315"/>
              <a:gd name="connsiteX21" fmla="*/ 805912 w 2499699"/>
              <a:gd name="connsiteY21" fmla="*/ 1254322 h 1371315"/>
              <a:gd name="connsiteX22" fmla="*/ 899045 w 2499699"/>
              <a:gd name="connsiteY22" fmla="*/ 1262791 h 1371315"/>
              <a:gd name="connsiteX23" fmla="*/ 1199614 w 2499699"/>
              <a:gd name="connsiteY23" fmla="*/ 1262789 h 1371315"/>
              <a:gd name="connsiteX24" fmla="*/ 1174213 w 2499699"/>
              <a:gd name="connsiteY24" fmla="*/ 1360156 h 1371315"/>
              <a:gd name="connsiteX25" fmla="*/ 729713 w 2499699"/>
              <a:gd name="connsiteY25" fmla="*/ 1355922 h 1371315"/>
              <a:gd name="connsiteX26" fmla="*/ 475712 w 2499699"/>
              <a:gd name="connsiteY26" fmla="*/ 1241623 h 1371315"/>
              <a:gd name="connsiteX27" fmla="*/ 276746 w 2499699"/>
              <a:gd name="connsiteY27" fmla="*/ 1076522 h 1371315"/>
              <a:gd name="connsiteX28" fmla="*/ 1579 w 2499699"/>
              <a:gd name="connsiteY28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79579 w 2499699"/>
              <a:gd name="connsiteY9" fmla="*/ 560056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67913 w 2499699"/>
              <a:gd name="connsiteY8" fmla="*/ 670122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63113 w 2499699"/>
              <a:gd name="connsiteY7" fmla="*/ 720922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9913 w 2499699"/>
              <a:gd name="connsiteY6" fmla="*/ 780189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29389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63256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336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214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733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76379 w 2499699"/>
              <a:gd name="connsiteY8" fmla="*/ 6912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746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518046 w 2499699"/>
              <a:gd name="connsiteY20" fmla="*/ 1089222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492646 w 2499699"/>
              <a:gd name="connsiteY20" fmla="*/ 1106156 h 1371315"/>
              <a:gd name="connsiteX21" fmla="*/ 661979 w 2499699"/>
              <a:gd name="connsiteY21" fmla="*/ 1211989 h 1371315"/>
              <a:gd name="connsiteX22" fmla="*/ 805912 w 2499699"/>
              <a:gd name="connsiteY22" fmla="*/ 1254322 h 1371315"/>
              <a:gd name="connsiteX23" fmla="*/ 899045 w 2499699"/>
              <a:gd name="connsiteY23" fmla="*/ 1262791 h 1371315"/>
              <a:gd name="connsiteX24" fmla="*/ 1199614 w 2499699"/>
              <a:gd name="connsiteY24" fmla="*/ 1262789 h 1371315"/>
              <a:gd name="connsiteX25" fmla="*/ 1174213 w 2499699"/>
              <a:gd name="connsiteY25" fmla="*/ 1360156 h 1371315"/>
              <a:gd name="connsiteX26" fmla="*/ 729713 w 2499699"/>
              <a:gd name="connsiteY26" fmla="*/ 1355922 h 1371315"/>
              <a:gd name="connsiteX27" fmla="*/ 475712 w 2499699"/>
              <a:gd name="connsiteY27" fmla="*/ 1241623 h 1371315"/>
              <a:gd name="connsiteX28" fmla="*/ 276746 w 2499699"/>
              <a:gd name="connsiteY28" fmla="*/ 1076522 h 1371315"/>
              <a:gd name="connsiteX29" fmla="*/ 1579 w 2499699"/>
              <a:gd name="connsiteY29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759346 w 2499699"/>
              <a:gd name="connsiteY19" fmla="*/ 10087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765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1315"/>
              <a:gd name="connsiteX1" fmla="*/ 166679 w 2499699"/>
              <a:gd name="connsiteY1" fmla="*/ 576990 h 1371315"/>
              <a:gd name="connsiteX2" fmla="*/ 221713 w 2499699"/>
              <a:gd name="connsiteY2" fmla="*/ 627789 h 1371315"/>
              <a:gd name="connsiteX3" fmla="*/ 391046 w 2499699"/>
              <a:gd name="connsiteY3" fmla="*/ 890256 h 1371315"/>
              <a:gd name="connsiteX4" fmla="*/ 518046 w 2499699"/>
              <a:gd name="connsiteY4" fmla="*/ 966456 h 1371315"/>
              <a:gd name="connsiteX5" fmla="*/ 763579 w 2499699"/>
              <a:gd name="connsiteY5" fmla="*/ 898722 h 1371315"/>
              <a:gd name="connsiteX6" fmla="*/ 1055680 w 2499699"/>
              <a:gd name="connsiteY6" fmla="*/ 801355 h 1371315"/>
              <a:gd name="connsiteX7" fmla="*/ 1254647 w 2499699"/>
              <a:gd name="connsiteY7" fmla="*/ 746323 h 1371315"/>
              <a:gd name="connsiteX8" fmla="*/ 1580613 w 2499699"/>
              <a:gd name="connsiteY8" fmla="*/ 678589 h 1371315"/>
              <a:gd name="connsiteX9" fmla="*/ 1796512 w 2499699"/>
              <a:gd name="connsiteY9" fmla="*/ 568522 h 1371315"/>
              <a:gd name="connsiteX10" fmla="*/ 1936212 w 2499699"/>
              <a:gd name="connsiteY10" fmla="*/ 352624 h 1371315"/>
              <a:gd name="connsiteX11" fmla="*/ 2130946 w 2499699"/>
              <a:gd name="connsiteY11" fmla="*/ 153656 h 1371315"/>
              <a:gd name="connsiteX12" fmla="*/ 2465379 w 2499699"/>
              <a:gd name="connsiteY12" fmla="*/ 1256 h 1371315"/>
              <a:gd name="connsiteX13" fmla="*/ 2465380 w 2499699"/>
              <a:gd name="connsiteY13" fmla="*/ 85922 h 1371315"/>
              <a:gd name="connsiteX14" fmla="*/ 2257945 w 2499699"/>
              <a:gd name="connsiteY14" fmla="*/ 170588 h 1371315"/>
              <a:gd name="connsiteX15" fmla="*/ 2025112 w 2499699"/>
              <a:gd name="connsiteY15" fmla="*/ 394956 h 1371315"/>
              <a:gd name="connsiteX16" fmla="*/ 1864247 w 2499699"/>
              <a:gd name="connsiteY16" fmla="*/ 653189 h 1371315"/>
              <a:gd name="connsiteX17" fmla="*/ 1495945 w 2499699"/>
              <a:gd name="connsiteY17" fmla="*/ 805590 h 1371315"/>
              <a:gd name="connsiteX18" fmla="*/ 1110712 w 2499699"/>
              <a:gd name="connsiteY18" fmla="*/ 886022 h 1371315"/>
              <a:gd name="connsiteX19" fmla="*/ 818613 w 2499699"/>
              <a:gd name="connsiteY19" fmla="*/ 983388 h 1371315"/>
              <a:gd name="connsiteX20" fmla="*/ 619645 w 2499699"/>
              <a:gd name="connsiteY20" fmla="*/ 1063824 h 1371315"/>
              <a:gd name="connsiteX21" fmla="*/ 492646 w 2499699"/>
              <a:gd name="connsiteY21" fmla="*/ 1106156 h 1371315"/>
              <a:gd name="connsiteX22" fmla="*/ 661979 w 2499699"/>
              <a:gd name="connsiteY22" fmla="*/ 1211989 h 1371315"/>
              <a:gd name="connsiteX23" fmla="*/ 805912 w 2499699"/>
              <a:gd name="connsiteY23" fmla="*/ 1254322 h 1371315"/>
              <a:gd name="connsiteX24" fmla="*/ 899045 w 2499699"/>
              <a:gd name="connsiteY24" fmla="*/ 1262791 h 1371315"/>
              <a:gd name="connsiteX25" fmla="*/ 1199614 w 2499699"/>
              <a:gd name="connsiteY25" fmla="*/ 1262789 h 1371315"/>
              <a:gd name="connsiteX26" fmla="*/ 1174213 w 2499699"/>
              <a:gd name="connsiteY26" fmla="*/ 1360156 h 1371315"/>
              <a:gd name="connsiteX27" fmla="*/ 729713 w 2499699"/>
              <a:gd name="connsiteY27" fmla="*/ 1355922 h 1371315"/>
              <a:gd name="connsiteX28" fmla="*/ 475712 w 2499699"/>
              <a:gd name="connsiteY28" fmla="*/ 1241623 h 1371315"/>
              <a:gd name="connsiteX29" fmla="*/ 276746 w 2499699"/>
              <a:gd name="connsiteY29" fmla="*/ 1076522 h 1371315"/>
              <a:gd name="connsiteX30" fmla="*/ 1579 w 2499699"/>
              <a:gd name="connsiteY30" fmla="*/ 708222 h 1371315"/>
              <a:gd name="connsiteX0" fmla="*/ 1579 w 2499699"/>
              <a:gd name="connsiteY0" fmla="*/ 708222 h 1373024"/>
              <a:gd name="connsiteX1" fmla="*/ 166679 w 2499699"/>
              <a:gd name="connsiteY1" fmla="*/ 576990 h 1373024"/>
              <a:gd name="connsiteX2" fmla="*/ 221713 w 2499699"/>
              <a:gd name="connsiteY2" fmla="*/ 627789 h 1373024"/>
              <a:gd name="connsiteX3" fmla="*/ 391046 w 2499699"/>
              <a:gd name="connsiteY3" fmla="*/ 890256 h 1373024"/>
              <a:gd name="connsiteX4" fmla="*/ 518046 w 2499699"/>
              <a:gd name="connsiteY4" fmla="*/ 966456 h 1373024"/>
              <a:gd name="connsiteX5" fmla="*/ 763579 w 2499699"/>
              <a:gd name="connsiteY5" fmla="*/ 898722 h 1373024"/>
              <a:gd name="connsiteX6" fmla="*/ 1055680 w 2499699"/>
              <a:gd name="connsiteY6" fmla="*/ 801355 h 1373024"/>
              <a:gd name="connsiteX7" fmla="*/ 1254647 w 2499699"/>
              <a:gd name="connsiteY7" fmla="*/ 746323 h 1373024"/>
              <a:gd name="connsiteX8" fmla="*/ 1580613 w 2499699"/>
              <a:gd name="connsiteY8" fmla="*/ 678589 h 1373024"/>
              <a:gd name="connsiteX9" fmla="*/ 1796512 w 2499699"/>
              <a:gd name="connsiteY9" fmla="*/ 568522 h 1373024"/>
              <a:gd name="connsiteX10" fmla="*/ 1936212 w 2499699"/>
              <a:gd name="connsiteY10" fmla="*/ 352624 h 1373024"/>
              <a:gd name="connsiteX11" fmla="*/ 2130946 w 2499699"/>
              <a:gd name="connsiteY11" fmla="*/ 153656 h 1373024"/>
              <a:gd name="connsiteX12" fmla="*/ 2465379 w 2499699"/>
              <a:gd name="connsiteY12" fmla="*/ 1256 h 1373024"/>
              <a:gd name="connsiteX13" fmla="*/ 2465380 w 2499699"/>
              <a:gd name="connsiteY13" fmla="*/ 85922 h 1373024"/>
              <a:gd name="connsiteX14" fmla="*/ 2257945 w 2499699"/>
              <a:gd name="connsiteY14" fmla="*/ 170588 h 1373024"/>
              <a:gd name="connsiteX15" fmla="*/ 2025112 w 2499699"/>
              <a:gd name="connsiteY15" fmla="*/ 394956 h 1373024"/>
              <a:gd name="connsiteX16" fmla="*/ 1864247 w 2499699"/>
              <a:gd name="connsiteY16" fmla="*/ 653189 h 1373024"/>
              <a:gd name="connsiteX17" fmla="*/ 1495945 w 2499699"/>
              <a:gd name="connsiteY17" fmla="*/ 805590 h 1373024"/>
              <a:gd name="connsiteX18" fmla="*/ 1110712 w 2499699"/>
              <a:gd name="connsiteY18" fmla="*/ 886022 h 1373024"/>
              <a:gd name="connsiteX19" fmla="*/ 818613 w 2499699"/>
              <a:gd name="connsiteY19" fmla="*/ 983388 h 1373024"/>
              <a:gd name="connsiteX20" fmla="*/ 619645 w 2499699"/>
              <a:gd name="connsiteY20" fmla="*/ 1063824 h 1373024"/>
              <a:gd name="connsiteX21" fmla="*/ 492646 w 2499699"/>
              <a:gd name="connsiteY21" fmla="*/ 1106156 h 1373024"/>
              <a:gd name="connsiteX22" fmla="*/ 661979 w 2499699"/>
              <a:gd name="connsiteY22" fmla="*/ 1211989 h 1373024"/>
              <a:gd name="connsiteX23" fmla="*/ 805912 w 2499699"/>
              <a:gd name="connsiteY23" fmla="*/ 1254322 h 1373024"/>
              <a:gd name="connsiteX24" fmla="*/ 899045 w 2499699"/>
              <a:gd name="connsiteY24" fmla="*/ 1262791 h 1373024"/>
              <a:gd name="connsiteX25" fmla="*/ 1212314 w 2499699"/>
              <a:gd name="connsiteY25" fmla="*/ 1237389 h 1373024"/>
              <a:gd name="connsiteX26" fmla="*/ 1174213 w 2499699"/>
              <a:gd name="connsiteY26" fmla="*/ 1360156 h 1373024"/>
              <a:gd name="connsiteX27" fmla="*/ 729713 w 2499699"/>
              <a:gd name="connsiteY27" fmla="*/ 1355922 h 1373024"/>
              <a:gd name="connsiteX28" fmla="*/ 475712 w 2499699"/>
              <a:gd name="connsiteY28" fmla="*/ 1241623 h 1373024"/>
              <a:gd name="connsiteX29" fmla="*/ 276746 w 2499699"/>
              <a:gd name="connsiteY29" fmla="*/ 1076522 h 1373024"/>
              <a:gd name="connsiteX30" fmla="*/ 1579 w 2499699"/>
              <a:gd name="connsiteY30" fmla="*/ 708222 h 1373024"/>
              <a:gd name="connsiteX0" fmla="*/ 1579 w 2499699"/>
              <a:gd name="connsiteY0" fmla="*/ 708222 h 1361981"/>
              <a:gd name="connsiteX1" fmla="*/ 166679 w 2499699"/>
              <a:gd name="connsiteY1" fmla="*/ 576990 h 1361981"/>
              <a:gd name="connsiteX2" fmla="*/ 221713 w 2499699"/>
              <a:gd name="connsiteY2" fmla="*/ 627789 h 1361981"/>
              <a:gd name="connsiteX3" fmla="*/ 391046 w 2499699"/>
              <a:gd name="connsiteY3" fmla="*/ 890256 h 1361981"/>
              <a:gd name="connsiteX4" fmla="*/ 518046 w 2499699"/>
              <a:gd name="connsiteY4" fmla="*/ 966456 h 1361981"/>
              <a:gd name="connsiteX5" fmla="*/ 763579 w 2499699"/>
              <a:gd name="connsiteY5" fmla="*/ 898722 h 1361981"/>
              <a:gd name="connsiteX6" fmla="*/ 1055680 w 2499699"/>
              <a:gd name="connsiteY6" fmla="*/ 801355 h 1361981"/>
              <a:gd name="connsiteX7" fmla="*/ 1254647 w 2499699"/>
              <a:gd name="connsiteY7" fmla="*/ 746323 h 1361981"/>
              <a:gd name="connsiteX8" fmla="*/ 1580613 w 2499699"/>
              <a:gd name="connsiteY8" fmla="*/ 678589 h 1361981"/>
              <a:gd name="connsiteX9" fmla="*/ 1796512 w 2499699"/>
              <a:gd name="connsiteY9" fmla="*/ 568522 h 1361981"/>
              <a:gd name="connsiteX10" fmla="*/ 1936212 w 2499699"/>
              <a:gd name="connsiteY10" fmla="*/ 352624 h 1361981"/>
              <a:gd name="connsiteX11" fmla="*/ 2130946 w 2499699"/>
              <a:gd name="connsiteY11" fmla="*/ 153656 h 1361981"/>
              <a:gd name="connsiteX12" fmla="*/ 2465379 w 2499699"/>
              <a:gd name="connsiteY12" fmla="*/ 1256 h 1361981"/>
              <a:gd name="connsiteX13" fmla="*/ 2465380 w 2499699"/>
              <a:gd name="connsiteY13" fmla="*/ 85922 h 1361981"/>
              <a:gd name="connsiteX14" fmla="*/ 2257945 w 2499699"/>
              <a:gd name="connsiteY14" fmla="*/ 170588 h 1361981"/>
              <a:gd name="connsiteX15" fmla="*/ 2025112 w 2499699"/>
              <a:gd name="connsiteY15" fmla="*/ 394956 h 1361981"/>
              <a:gd name="connsiteX16" fmla="*/ 1864247 w 2499699"/>
              <a:gd name="connsiteY16" fmla="*/ 653189 h 1361981"/>
              <a:gd name="connsiteX17" fmla="*/ 1495945 w 2499699"/>
              <a:gd name="connsiteY17" fmla="*/ 805590 h 1361981"/>
              <a:gd name="connsiteX18" fmla="*/ 1110712 w 2499699"/>
              <a:gd name="connsiteY18" fmla="*/ 886022 h 1361981"/>
              <a:gd name="connsiteX19" fmla="*/ 818613 w 2499699"/>
              <a:gd name="connsiteY19" fmla="*/ 983388 h 1361981"/>
              <a:gd name="connsiteX20" fmla="*/ 619645 w 2499699"/>
              <a:gd name="connsiteY20" fmla="*/ 1063824 h 1361981"/>
              <a:gd name="connsiteX21" fmla="*/ 492646 w 2499699"/>
              <a:gd name="connsiteY21" fmla="*/ 1106156 h 1361981"/>
              <a:gd name="connsiteX22" fmla="*/ 661979 w 2499699"/>
              <a:gd name="connsiteY22" fmla="*/ 1211989 h 1361981"/>
              <a:gd name="connsiteX23" fmla="*/ 805912 w 2499699"/>
              <a:gd name="connsiteY23" fmla="*/ 1254322 h 1361981"/>
              <a:gd name="connsiteX24" fmla="*/ 899045 w 2499699"/>
              <a:gd name="connsiteY24" fmla="*/ 1262791 h 1361981"/>
              <a:gd name="connsiteX25" fmla="*/ 1212314 w 2499699"/>
              <a:gd name="connsiteY25" fmla="*/ 1237389 h 1361981"/>
              <a:gd name="connsiteX26" fmla="*/ 1254646 w 2499699"/>
              <a:gd name="connsiteY26" fmla="*/ 1334756 h 1361981"/>
              <a:gd name="connsiteX27" fmla="*/ 729713 w 2499699"/>
              <a:gd name="connsiteY27" fmla="*/ 1355922 h 1361981"/>
              <a:gd name="connsiteX28" fmla="*/ 475712 w 2499699"/>
              <a:gd name="connsiteY28" fmla="*/ 1241623 h 1361981"/>
              <a:gd name="connsiteX29" fmla="*/ 276746 w 2499699"/>
              <a:gd name="connsiteY29" fmla="*/ 1076522 h 1361981"/>
              <a:gd name="connsiteX30" fmla="*/ 1579 w 2499699"/>
              <a:gd name="connsiteY30" fmla="*/ 708222 h 1361981"/>
              <a:gd name="connsiteX0" fmla="*/ 1579 w 2499699"/>
              <a:gd name="connsiteY0" fmla="*/ 708222 h 1364434"/>
              <a:gd name="connsiteX1" fmla="*/ 166679 w 2499699"/>
              <a:gd name="connsiteY1" fmla="*/ 576990 h 1364434"/>
              <a:gd name="connsiteX2" fmla="*/ 221713 w 2499699"/>
              <a:gd name="connsiteY2" fmla="*/ 627789 h 1364434"/>
              <a:gd name="connsiteX3" fmla="*/ 391046 w 2499699"/>
              <a:gd name="connsiteY3" fmla="*/ 890256 h 1364434"/>
              <a:gd name="connsiteX4" fmla="*/ 518046 w 2499699"/>
              <a:gd name="connsiteY4" fmla="*/ 966456 h 1364434"/>
              <a:gd name="connsiteX5" fmla="*/ 763579 w 2499699"/>
              <a:gd name="connsiteY5" fmla="*/ 898722 h 1364434"/>
              <a:gd name="connsiteX6" fmla="*/ 1055680 w 2499699"/>
              <a:gd name="connsiteY6" fmla="*/ 801355 h 1364434"/>
              <a:gd name="connsiteX7" fmla="*/ 1254647 w 2499699"/>
              <a:gd name="connsiteY7" fmla="*/ 746323 h 1364434"/>
              <a:gd name="connsiteX8" fmla="*/ 1580613 w 2499699"/>
              <a:gd name="connsiteY8" fmla="*/ 678589 h 1364434"/>
              <a:gd name="connsiteX9" fmla="*/ 1796512 w 2499699"/>
              <a:gd name="connsiteY9" fmla="*/ 568522 h 1364434"/>
              <a:gd name="connsiteX10" fmla="*/ 1936212 w 2499699"/>
              <a:gd name="connsiteY10" fmla="*/ 352624 h 1364434"/>
              <a:gd name="connsiteX11" fmla="*/ 2130946 w 2499699"/>
              <a:gd name="connsiteY11" fmla="*/ 153656 h 1364434"/>
              <a:gd name="connsiteX12" fmla="*/ 2465379 w 2499699"/>
              <a:gd name="connsiteY12" fmla="*/ 1256 h 1364434"/>
              <a:gd name="connsiteX13" fmla="*/ 2465380 w 2499699"/>
              <a:gd name="connsiteY13" fmla="*/ 85922 h 1364434"/>
              <a:gd name="connsiteX14" fmla="*/ 2257945 w 2499699"/>
              <a:gd name="connsiteY14" fmla="*/ 170588 h 1364434"/>
              <a:gd name="connsiteX15" fmla="*/ 2025112 w 2499699"/>
              <a:gd name="connsiteY15" fmla="*/ 394956 h 1364434"/>
              <a:gd name="connsiteX16" fmla="*/ 1864247 w 2499699"/>
              <a:gd name="connsiteY16" fmla="*/ 653189 h 1364434"/>
              <a:gd name="connsiteX17" fmla="*/ 1495945 w 2499699"/>
              <a:gd name="connsiteY17" fmla="*/ 805590 h 1364434"/>
              <a:gd name="connsiteX18" fmla="*/ 1110712 w 2499699"/>
              <a:gd name="connsiteY18" fmla="*/ 886022 h 1364434"/>
              <a:gd name="connsiteX19" fmla="*/ 818613 w 2499699"/>
              <a:gd name="connsiteY19" fmla="*/ 983388 h 1364434"/>
              <a:gd name="connsiteX20" fmla="*/ 619645 w 2499699"/>
              <a:gd name="connsiteY20" fmla="*/ 1063824 h 1364434"/>
              <a:gd name="connsiteX21" fmla="*/ 492646 w 2499699"/>
              <a:gd name="connsiteY21" fmla="*/ 1106156 h 1364434"/>
              <a:gd name="connsiteX22" fmla="*/ 661979 w 2499699"/>
              <a:gd name="connsiteY22" fmla="*/ 1211989 h 1364434"/>
              <a:gd name="connsiteX23" fmla="*/ 805912 w 2499699"/>
              <a:gd name="connsiteY23" fmla="*/ 1254322 h 1364434"/>
              <a:gd name="connsiteX24" fmla="*/ 899045 w 2499699"/>
              <a:gd name="connsiteY24" fmla="*/ 1262791 h 1364434"/>
              <a:gd name="connsiteX25" fmla="*/ 1377414 w 2499699"/>
              <a:gd name="connsiteY25" fmla="*/ 1165422 h 1364434"/>
              <a:gd name="connsiteX26" fmla="*/ 1254646 w 2499699"/>
              <a:gd name="connsiteY26" fmla="*/ 1334756 h 1364434"/>
              <a:gd name="connsiteX27" fmla="*/ 729713 w 2499699"/>
              <a:gd name="connsiteY27" fmla="*/ 1355922 h 1364434"/>
              <a:gd name="connsiteX28" fmla="*/ 475712 w 2499699"/>
              <a:gd name="connsiteY28" fmla="*/ 1241623 h 1364434"/>
              <a:gd name="connsiteX29" fmla="*/ 276746 w 2499699"/>
              <a:gd name="connsiteY29" fmla="*/ 1076522 h 1364434"/>
              <a:gd name="connsiteX30" fmla="*/ 1579 w 2499699"/>
              <a:gd name="connsiteY30" fmla="*/ 708222 h 1364434"/>
              <a:gd name="connsiteX0" fmla="*/ 1579 w 2499699"/>
              <a:gd name="connsiteY0" fmla="*/ 708222 h 1356629"/>
              <a:gd name="connsiteX1" fmla="*/ 166679 w 2499699"/>
              <a:gd name="connsiteY1" fmla="*/ 576990 h 1356629"/>
              <a:gd name="connsiteX2" fmla="*/ 221713 w 2499699"/>
              <a:gd name="connsiteY2" fmla="*/ 627789 h 1356629"/>
              <a:gd name="connsiteX3" fmla="*/ 391046 w 2499699"/>
              <a:gd name="connsiteY3" fmla="*/ 890256 h 1356629"/>
              <a:gd name="connsiteX4" fmla="*/ 518046 w 2499699"/>
              <a:gd name="connsiteY4" fmla="*/ 966456 h 1356629"/>
              <a:gd name="connsiteX5" fmla="*/ 763579 w 2499699"/>
              <a:gd name="connsiteY5" fmla="*/ 898722 h 1356629"/>
              <a:gd name="connsiteX6" fmla="*/ 1055680 w 2499699"/>
              <a:gd name="connsiteY6" fmla="*/ 801355 h 1356629"/>
              <a:gd name="connsiteX7" fmla="*/ 1254647 w 2499699"/>
              <a:gd name="connsiteY7" fmla="*/ 746323 h 1356629"/>
              <a:gd name="connsiteX8" fmla="*/ 1580613 w 2499699"/>
              <a:gd name="connsiteY8" fmla="*/ 678589 h 1356629"/>
              <a:gd name="connsiteX9" fmla="*/ 1796512 w 2499699"/>
              <a:gd name="connsiteY9" fmla="*/ 568522 h 1356629"/>
              <a:gd name="connsiteX10" fmla="*/ 1936212 w 2499699"/>
              <a:gd name="connsiteY10" fmla="*/ 352624 h 1356629"/>
              <a:gd name="connsiteX11" fmla="*/ 2130946 w 2499699"/>
              <a:gd name="connsiteY11" fmla="*/ 153656 h 1356629"/>
              <a:gd name="connsiteX12" fmla="*/ 2465379 w 2499699"/>
              <a:gd name="connsiteY12" fmla="*/ 1256 h 1356629"/>
              <a:gd name="connsiteX13" fmla="*/ 2465380 w 2499699"/>
              <a:gd name="connsiteY13" fmla="*/ 85922 h 1356629"/>
              <a:gd name="connsiteX14" fmla="*/ 2257945 w 2499699"/>
              <a:gd name="connsiteY14" fmla="*/ 170588 h 1356629"/>
              <a:gd name="connsiteX15" fmla="*/ 2025112 w 2499699"/>
              <a:gd name="connsiteY15" fmla="*/ 394956 h 1356629"/>
              <a:gd name="connsiteX16" fmla="*/ 1864247 w 2499699"/>
              <a:gd name="connsiteY16" fmla="*/ 653189 h 1356629"/>
              <a:gd name="connsiteX17" fmla="*/ 1495945 w 2499699"/>
              <a:gd name="connsiteY17" fmla="*/ 805590 h 1356629"/>
              <a:gd name="connsiteX18" fmla="*/ 1110712 w 2499699"/>
              <a:gd name="connsiteY18" fmla="*/ 886022 h 1356629"/>
              <a:gd name="connsiteX19" fmla="*/ 818613 w 2499699"/>
              <a:gd name="connsiteY19" fmla="*/ 983388 h 1356629"/>
              <a:gd name="connsiteX20" fmla="*/ 619645 w 2499699"/>
              <a:gd name="connsiteY20" fmla="*/ 1063824 h 1356629"/>
              <a:gd name="connsiteX21" fmla="*/ 492646 w 2499699"/>
              <a:gd name="connsiteY21" fmla="*/ 1106156 h 1356629"/>
              <a:gd name="connsiteX22" fmla="*/ 661979 w 2499699"/>
              <a:gd name="connsiteY22" fmla="*/ 1211989 h 1356629"/>
              <a:gd name="connsiteX23" fmla="*/ 805912 w 2499699"/>
              <a:gd name="connsiteY23" fmla="*/ 1254322 h 1356629"/>
              <a:gd name="connsiteX24" fmla="*/ 899045 w 2499699"/>
              <a:gd name="connsiteY24" fmla="*/ 1262791 h 1356629"/>
              <a:gd name="connsiteX25" fmla="*/ 1377414 w 2499699"/>
              <a:gd name="connsiteY25" fmla="*/ 1165422 h 1356629"/>
              <a:gd name="connsiteX26" fmla="*/ 1313913 w 2499699"/>
              <a:gd name="connsiteY26" fmla="*/ 1283956 h 1356629"/>
              <a:gd name="connsiteX27" fmla="*/ 729713 w 2499699"/>
              <a:gd name="connsiteY27" fmla="*/ 1355922 h 1356629"/>
              <a:gd name="connsiteX28" fmla="*/ 475712 w 2499699"/>
              <a:gd name="connsiteY28" fmla="*/ 1241623 h 1356629"/>
              <a:gd name="connsiteX29" fmla="*/ 276746 w 2499699"/>
              <a:gd name="connsiteY29" fmla="*/ 1076522 h 1356629"/>
              <a:gd name="connsiteX30" fmla="*/ 1579 w 2499699"/>
              <a:gd name="connsiteY30" fmla="*/ 708222 h 1356629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059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377414 w 2499699"/>
              <a:gd name="connsiteY25" fmla="*/ 1165422 h 1365012"/>
              <a:gd name="connsiteX26" fmla="*/ 1313913 w 2499699"/>
              <a:gd name="connsiteY26" fmla="*/ 1283956 h 1365012"/>
              <a:gd name="connsiteX27" fmla="*/ 856713 w 2499699"/>
              <a:gd name="connsiteY27" fmla="*/ 1364388 h 1365012"/>
              <a:gd name="connsiteX28" fmla="*/ 475712 w 2499699"/>
              <a:gd name="connsiteY28" fmla="*/ 1241623 h 1365012"/>
              <a:gd name="connsiteX29" fmla="*/ 276746 w 2499699"/>
              <a:gd name="connsiteY29" fmla="*/ 1076522 h 1365012"/>
              <a:gd name="connsiteX30" fmla="*/ 1579 w 2499699"/>
              <a:gd name="connsiteY30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996412 w 2499699"/>
              <a:gd name="connsiteY25" fmla="*/ 12585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12"/>
              <a:gd name="connsiteX1" fmla="*/ 166679 w 2499699"/>
              <a:gd name="connsiteY1" fmla="*/ 576990 h 1365012"/>
              <a:gd name="connsiteX2" fmla="*/ 221713 w 2499699"/>
              <a:gd name="connsiteY2" fmla="*/ 627789 h 1365012"/>
              <a:gd name="connsiteX3" fmla="*/ 391046 w 2499699"/>
              <a:gd name="connsiteY3" fmla="*/ 890256 h 1365012"/>
              <a:gd name="connsiteX4" fmla="*/ 518046 w 2499699"/>
              <a:gd name="connsiteY4" fmla="*/ 966456 h 1365012"/>
              <a:gd name="connsiteX5" fmla="*/ 763579 w 2499699"/>
              <a:gd name="connsiteY5" fmla="*/ 898722 h 1365012"/>
              <a:gd name="connsiteX6" fmla="*/ 1055680 w 2499699"/>
              <a:gd name="connsiteY6" fmla="*/ 801355 h 1365012"/>
              <a:gd name="connsiteX7" fmla="*/ 1254647 w 2499699"/>
              <a:gd name="connsiteY7" fmla="*/ 746323 h 1365012"/>
              <a:gd name="connsiteX8" fmla="*/ 1580613 w 2499699"/>
              <a:gd name="connsiteY8" fmla="*/ 678589 h 1365012"/>
              <a:gd name="connsiteX9" fmla="*/ 1796512 w 2499699"/>
              <a:gd name="connsiteY9" fmla="*/ 568522 h 1365012"/>
              <a:gd name="connsiteX10" fmla="*/ 1936212 w 2499699"/>
              <a:gd name="connsiteY10" fmla="*/ 352624 h 1365012"/>
              <a:gd name="connsiteX11" fmla="*/ 2130946 w 2499699"/>
              <a:gd name="connsiteY11" fmla="*/ 153656 h 1365012"/>
              <a:gd name="connsiteX12" fmla="*/ 2465379 w 2499699"/>
              <a:gd name="connsiteY12" fmla="*/ 1256 h 1365012"/>
              <a:gd name="connsiteX13" fmla="*/ 2465380 w 2499699"/>
              <a:gd name="connsiteY13" fmla="*/ 85922 h 1365012"/>
              <a:gd name="connsiteX14" fmla="*/ 2257945 w 2499699"/>
              <a:gd name="connsiteY14" fmla="*/ 170588 h 1365012"/>
              <a:gd name="connsiteX15" fmla="*/ 2025112 w 2499699"/>
              <a:gd name="connsiteY15" fmla="*/ 394956 h 1365012"/>
              <a:gd name="connsiteX16" fmla="*/ 1864247 w 2499699"/>
              <a:gd name="connsiteY16" fmla="*/ 653189 h 1365012"/>
              <a:gd name="connsiteX17" fmla="*/ 1495945 w 2499699"/>
              <a:gd name="connsiteY17" fmla="*/ 805590 h 1365012"/>
              <a:gd name="connsiteX18" fmla="*/ 1110712 w 2499699"/>
              <a:gd name="connsiteY18" fmla="*/ 886022 h 1365012"/>
              <a:gd name="connsiteX19" fmla="*/ 818613 w 2499699"/>
              <a:gd name="connsiteY19" fmla="*/ 983388 h 1365012"/>
              <a:gd name="connsiteX20" fmla="*/ 619645 w 2499699"/>
              <a:gd name="connsiteY20" fmla="*/ 1063824 h 1365012"/>
              <a:gd name="connsiteX21" fmla="*/ 492646 w 2499699"/>
              <a:gd name="connsiteY21" fmla="*/ 1106156 h 1365012"/>
              <a:gd name="connsiteX22" fmla="*/ 661979 w 2499699"/>
              <a:gd name="connsiteY22" fmla="*/ 1211989 h 1365012"/>
              <a:gd name="connsiteX23" fmla="*/ 805912 w 2499699"/>
              <a:gd name="connsiteY23" fmla="*/ 1254322 h 1365012"/>
              <a:gd name="connsiteX24" fmla="*/ 899045 w 2499699"/>
              <a:gd name="connsiteY24" fmla="*/ 1262791 h 1365012"/>
              <a:gd name="connsiteX25" fmla="*/ 1038745 w 2499699"/>
              <a:gd name="connsiteY25" fmla="*/ 1245857 h 1365012"/>
              <a:gd name="connsiteX26" fmla="*/ 1377414 w 2499699"/>
              <a:gd name="connsiteY26" fmla="*/ 1165422 h 1365012"/>
              <a:gd name="connsiteX27" fmla="*/ 1313913 w 2499699"/>
              <a:gd name="connsiteY27" fmla="*/ 1283956 h 1365012"/>
              <a:gd name="connsiteX28" fmla="*/ 856713 w 2499699"/>
              <a:gd name="connsiteY28" fmla="*/ 1364388 h 1365012"/>
              <a:gd name="connsiteX29" fmla="*/ 475712 w 2499699"/>
              <a:gd name="connsiteY29" fmla="*/ 1241623 h 1365012"/>
              <a:gd name="connsiteX30" fmla="*/ 276746 w 2499699"/>
              <a:gd name="connsiteY30" fmla="*/ 1076522 h 1365012"/>
              <a:gd name="connsiteX31" fmla="*/ 1579 w 2499699"/>
              <a:gd name="connsiteY31" fmla="*/ 708222 h 1365012"/>
              <a:gd name="connsiteX0" fmla="*/ 1579 w 2499699"/>
              <a:gd name="connsiteY0" fmla="*/ 708222 h 1365020"/>
              <a:gd name="connsiteX1" fmla="*/ 166679 w 2499699"/>
              <a:gd name="connsiteY1" fmla="*/ 576990 h 1365020"/>
              <a:gd name="connsiteX2" fmla="*/ 221713 w 2499699"/>
              <a:gd name="connsiteY2" fmla="*/ 627789 h 1365020"/>
              <a:gd name="connsiteX3" fmla="*/ 391046 w 2499699"/>
              <a:gd name="connsiteY3" fmla="*/ 890256 h 1365020"/>
              <a:gd name="connsiteX4" fmla="*/ 518046 w 2499699"/>
              <a:gd name="connsiteY4" fmla="*/ 966456 h 1365020"/>
              <a:gd name="connsiteX5" fmla="*/ 763579 w 2499699"/>
              <a:gd name="connsiteY5" fmla="*/ 898722 h 1365020"/>
              <a:gd name="connsiteX6" fmla="*/ 1055680 w 2499699"/>
              <a:gd name="connsiteY6" fmla="*/ 801355 h 1365020"/>
              <a:gd name="connsiteX7" fmla="*/ 1254647 w 2499699"/>
              <a:gd name="connsiteY7" fmla="*/ 746323 h 1365020"/>
              <a:gd name="connsiteX8" fmla="*/ 1580613 w 2499699"/>
              <a:gd name="connsiteY8" fmla="*/ 678589 h 1365020"/>
              <a:gd name="connsiteX9" fmla="*/ 1796512 w 2499699"/>
              <a:gd name="connsiteY9" fmla="*/ 568522 h 1365020"/>
              <a:gd name="connsiteX10" fmla="*/ 1936212 w 2499699"/>
              <a:gd name="connsiteY10" fmla="*/ 352624 h 1365020"/>
              <a:gd name="connsiteX11" fmla="*/ 2130946 w 2499699"/>
              <a:gd name="connsiteY11" fmla="*/ 153656 h 1365020"/>
              <a:gd name="connsiteX12" fmla="*/ 2465379 w 2499699"/>
              <a:gd name="connsiteY12" fmla="*/ 1256 h 1365020"/>
              <a:gd name="connsiteX13" fmla="*/ 2465380 w 2499699"/>
              <a:gd name="connsiteY13" fmla="*/ 85922 h 1365020"/>
              <a:gd name="connsiteX14" fmla="*/ 2257945 w 2499699"/>
              <a:gd name="connsiteY14" fmla="*/ 170588 h 1365020"/>
              <a:gd name="connsiteX15" fmla="*/ 2025112 w 2499699"/>
              <a:gd name="connsiteY15" fmla="*/ 394956 h 1365020"/>
              <a:gd name="connsiteX16" fmla="*/ 1864247 w 2499699"/>
              <a:gd name="connsiteY16" fmla="*/ 653189 h 1365020"/>
              <a:gd name="connsiteX17" fmla="*/ 1495945 w 2499699"/>
              <a:gd name="connsiteY17" fmla="*/ 805590 h 1365020"/>
              <a:gd name="connsiteX18" fmla="*/ 1110712 w 2499699"/>
              <a:gd name="connsiteY18" fmla="*/ 886022 h 1365020"/>
              <a:gd name="connsiteX19" fmla="*/ 818613 w 2499699"/>
              <a:gd name="connsiteY19" fmla="*/ 983388 h 1365020"/>
              <a:gd name="connsiteX20" fmla="*/ 619645 w 2499699"/>
              <a:gd name="connsiteY20" fmla="*/ 1063824 h 1365020"/>
              <a:gd name="connsiteX21" fmla="*/ 492646 w 2499699"/>
              <a:gd name="connsiteY21" fmla="*/ 1106156 h 1365020"/>
              <a:gd name="connsiteX22" fmla="*/ 661979 w 2499699"/>
              <a:gd name="connsiteY22" fmla="*/ 1211989 h 1365020"/>
              <a:gd name="connsiteX23" fmla="*/ 805912 w 2499699"/>
              <a:gd name="connsiteY23" fmla="*/ 1254322 h 1365020"/>
              <a:gd name="connsiteX24" fmla="*/ 899045 w 2499699"/>
              <a:gd name="connsiteY24" fmla="*/ 1262791 h 1365020"/>
              <a:gd name="connsiteX25" fmla="*/ 1038745 w 2499699"/>
              <a:gd name="connsiteY25" fmla="*/ 1245857 h 1365020"/>
              <a:gd name="connsiteX26" fmla="*/ 1377414 w 2499699"/>
              <a:gd name="connsiteY26" fmla="*/ 1161188 h 1365020"/>
              <a:gd name="connsiteX27" fmla="*/ 1313913 w 2499699"/>
              <a:gd name="connsiteY27" fmla="*/ 1283956 h 1365020"/>
              <a:gd name="connsiteX28" fmla="*/ 856713 w 2499699"/>
              <a:gd name="connsiteY28" fmla="*/ 1364388 h 1365020"/>
              <a:gd name="connsiteX29" fmla="*/ 475712 w 2499699"/>
              <a:gd name="connsiteY29" fmla="*/ 1241623 h 1365020"/>
              <a:gd name="connsiteX30" fmla="*/ 276746 w 2499699"/>
              <a:gd name="connsiteY30" fmla="*/ 1076522 h 1365020"/>
              <a:gd name="connsiteX31" fmla="*/ 1579 w 2499699"/>
              <a:gd name="connsiteY31" fmla="*/ 708222 h 1365020"/>
              <a:gd name="connsiteX0" fmla="*/ 1579 w 2499699"/>
              <a:gd name="connsiteY0" fmla="*/ 708222 h 1364718"/>
              <a:gd name="connsiteX1" fmla="*/ 166679 w 2499699"/>
              <a:gd name="connsiteY1" fmla="*/ 576990 h 1364718"/>
              <a:gd name="connsiteX2" fmla="*/ 221713 w 2499699"/>
              <a:gd name="connsiteY2" fmla="*/ 627789 h 1364718"/>
              <a:gd name="connsiteX3" fmla="*/ 391046 w 2499699"/>
              <a:gd name="connsiteY3" fmla="*/ 890256 h 1364718"/>
              <a:gd name="connsiteX4" fmla="*/ 518046 w 2499699"/>
              <a:gd name="connsiteY4" fmla="*/ 966456 h 1364718"/>
              <a:gd name="connsiteX5" fmla="*/ 763579 w 2499699"/>
              <a:gd name="connsiteY5" fmla="*/ 898722 h 1364718"/>
              <a:gd name="connsiteX6" fmla="*/ 1055680 w 2499699"/>
              <a:gd name="connsiteY6" fmla="*/ 801355 h 1364718"/>
              <a:gd name="connsiteX7" fmla="*/ 1254647 w 2499699"/>
              <a:gd name="connsiteY7" fmla="*/ 746323 h 1364718"/>
              <a:gd name="connsiteX8" fmla="*/ 1580613 w 2499699"/>
              <a:gd name="connsiteY8" fmla="*/ 678589 h 1364718"/>
              <a:gd name="connsiteX9" fmla="*/ 1796512 w 2499699"/>
              <a:gd name="connsiteY9" fmla="*/ 568522 h 1364718"/>
              <a:gd name="connsiteX10" fmla="*/ 1936212 w 2499699"/>
              <a:gd name="connsiteY10" fmla="*/ 352624 h 1364718"/>
              <a:gd name="connsiteX11" fmla="*/ 2130946 w 2499699"/>
              <a:gd name="connsiteY11" fmla="*/ 153656 h 1364718"/>
              <a:gd name="connsiteX12" fmla="*/ 2465379 w 2499699"/>
              <a:gd name="connsiteY12" fmla="*/ 1256 h 1364718"/>
              <a:gd name="connsiteX13" fmla="*/ 2465380 w 2499699"/>
              <a:gd name="connsiteY13" fmla="*/ 85922 h 1364718"/>
              <a:gd name="connsiteX14" fmla="*/ 2257945 w 2499699"/>
              <a:gd name="connsiteY14" fmla="*/ 170588 h 1364718"/>
              <a:gd name="connsiteX15" fmla="*/ 2025112 w 2499699"/>
              <a:gd name="connsiteY15" fmla="*/ 394956 h 1364718"/>
              <a:gd name="connsiteX16" fmla="*/ 1864247 w 2499699"/>
              <a:gd name="connsiteY16" fmla="*/ 653189 h 1364718"/>
              <a:gd name="connsiteX17" fmla="*/ 1495945 w 2499699"/>
              <a:gd name="connsiteY17" fmla="*/ 805590 h 1364718"/>
              <a:gd name="connsiteX18" fmla="*/ 1110712 w 2499699"/>
              <a:gd name="connsiteY18" fmla="*/ 886022 h 1364718"/>
              <a:gd name="connsiteX19" fmla="*/ 818613 w 2499699"/>
              <a:gd name="connsiteY19" fmla="*/ 983388 h 1364718"/>
              <a:gd name="connsiteX20" fmla="*/ 619645 w 2499699"/>
              <a:gd name="connsiteY20" fmla="*/ 1063824 h 1364718"/>
              <a:gd name="connsiteX21" fmla="*/ 492646 w 2499699"/>
              <a:gd name="connsiteY21" fmla="*/ 1106156 h 1364718"/>
              <a:gd name="connsiteX22" fmla="*/ 661979 w 2499699"/>
              <a:gd name="connsiteY22" fmla="*/ 1211989 h 1364718"/>
              <a:gd name="connsiteX23" fmla="*/ 805912 w 2499699"/>
              <a:gd name="connsiteY23" fmla="*/ 1254322 h 1364718"/>
              <a:gd name="connsiteX24" fmla="*/ 899045 w 2499699"/>
              <a:gd name="connsiteY24" fmla="*/ 1262791 h 1364718"/>
              <a:gd name="connsiteX25" fmla="*/ 1038745 w 2499699"/>
              <a:gd name="connsiteY25" fmla="*/ 1245857 h 1364718"/>
              <a:gd name="connsiteX26" fmla="*/ 1377414 w 2499699"/>
              <a:gd name="connsiteY26" fmla="*/ 1161188 h 1364718"/>
              <a:gd name="connsiteX27" fmla="*/ 1313913 w 2499699"/>
              <a:gd name="connsiteY27" fmla="*/ 1283956 h 1364718"/>
              <a:gd name="connsiteX28" fmla="*/ 856713 w 2499699"/>
              <a:gd name="connsiteY28" fmla="*/ 1364388 h 1364718"/>
              <a:gd name="connsiteX29" fmla="*/ 479946 w 2499699"/>
              <a:gd name="connsiteY29" fmla="*/ 1254323 h 1364718"/>
              <a:gd name="connsiteX30" fmla="*/ 276746 w 2499699"/>
              <a:gd name="connsiteY30" fmla="*/ 1076522 h 1364718"/>
              <a:gd name="connsiteX31" fmla="*/ 1579 w 2499699"/>
              <a:gd name="connsiteY31" fmla="*/ 708222 h 1364718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  <a:gd name="connsiteX0" fmla="*/ 1579 w 2511466"/>
              <a:gd name="connsiteY0" fmla="*/ 709289 h 1365785"/>
              <a:gd name="connsiteX1" fmla="*/ 166679 w 2511466"/>
              <a:gd name="connsiteY1" fmla="*/ 578057 h 1365785"/>
              <a:gd name="connsiteX2" fmla="*/ 221713 w 2511466"/>
              <a:gd name="connsiteY2" fmla="*/ 628856 h 1365785"/>
              <a:gd name="connsiteX3" fmla="*/ 391046 w 2511466"/>
              <a:gd name="connsiteY3" fmla="*/ 891323 h 1365785"/>
              <a:gd name="connsiteX4" fmla="*/ 518046 w 2511466"/>
              <a:gd name="connsiteY4" fmla="*/ 967523 h 1365785"/>
              <a:gd name="connsiteX5" fmla="*/ 763579 w 2511466"/>
              <a:gd name="connsiteY5" fmla="*/ 899789 h 1365785"/>
              <a:gd name="connsiteX6" fmla="*/ 1055680 w 2511466"/>
              <a:gd name="connsiteY6" fmla="*/ 802422 h 1365785"/>
              <a:gd name="connsiteX7" fmla="*/ 1254647 w 2511466"/>
              <a:gd name="connsiteY7" fmla="*/ 747390 h 1365785"/>
              <a:gd name="connsiteX8" fmla="*/ 1580613 w 2511466"/>
              <a:gd name="connsiteY8" fmla="*/ 679656 h 1365785"/>
              <a:gd name="connsiteX9" fmla="*/ 1796512 w 2511466"/>
              <a:gd name="connsiteY9" fmla="*/ 569589 h 1365785"/>
              <a:gd name="connsiteX10" fmla="*/ 1936212 w 2511466"/>
              <a:gd name="connsiteY10" fmla="*/ 353691 h 1365785"/>
              <a:gd name="connsiteX11" fmla="*/ 2130946 w 2511466"/>
              <a:gd name="connsiteY11" fmla="*/ 154723 h 1365785"/>
              <a:gd name="connsiteX12" fmla="*/ 2465379 w 2511466"/>
              <a:gd name="connsiteY12" fmla="*/ 2323 h 1365785"/>
              <a:gd name="connsiteX13" fmla="*/ 2486546 w 2511466"/>
              <a:gd name="connsiteY13" fmla="*/ 70055 h 1365785"/>
              <a:gd name="connsiteX14" fmla="*/ 2257945 w 2511466"/>
              <a:gd name="connsiteY14" fmla="*/ 171655 h 1365785"/>
              <a:gd name="connsiteX15" fmla="*/ 2025112 w 2511466"/>
              <a:gd name="connsiteY15" fmla="*/ 396023 h 1365785"/>
              <a:gd name="connsiteX16" fmla="*/ 1864247 w 2511466"/>
              <a:gd name="connsiteY16" fmla="*/ 654256 h 1365785"/>
              <a:gd name="connsiteX17" fmla="*/ 1495945 w 2511466"/>
              <a:gd name="connsiteY17" fmla="*/ 806657 h 1365785"/>
              <a:gd name="connsiteX18" fmla="*/ 1110712 w 2511466"/>
              <a:gd name="connsiteY18" fmla="*/ 887089 h 1365785"/>
              <a:gd name="connsiteX19" fmla="*/ 818613 w 2511466"/>
              <a:gd name="connsiteY19" fmla="*/ 984455 h 1365785"/>
              <a:gd name="connsiteX20" fmla="*/ 619645 w 2511466"/>
              <a:gd name="connsiteY20" fmla="*/ 1064891 h 1365785"/>
              <a:gd name="connsiteX21" fmla="*/ 492646 w 2511466"/>
              <a:gd name="connsiteY21" fmla="*/ 1107223 h 1365785"/>
              <a:gd name="connsiteX22" fmla="*/ 661979 w 2511466"/>
              <a:gd name="connsiteY22" fmla="*/ 1213056 h 1365785"/>
              <a:gd name="connsiteX23" fmla="*/ 805912 w 2511466"/>
              <a:gd name="connsiteY23" fmla="*/ 1255389 h 1365785"/>
              <a:gd name="connsiteX24" fmla="*/ 899045 w 2511466"/>
              <a:gd name="connsiteY24" fmla="*/ 1263858 h 1365785"/>
              <a:gd name="connsiteX25" fmla="*/ 1038745 w 2511466"/>
              <a:gd name="connsiteY25" fmla="*/ 1246924 h 1365785"/>
              <a:gd name="connsiteX26" fmla="*/ 1377414 w 2511466"/>
              <a:gd name="connsiteY26" fmla="*/ 1162255 h 1365785"/>
              <a:gd name="connsiteX27" fmla="*/ 1313913 w 2511466"/>
              <a:gd name="connsiteY27" fmla="*/ 1285023 h 1365785"/>
              <a:gd name="connsiteX28" fmla="*/ 856713 w 2511466"/>
              <a:gd name="connsiteY28" fmla="*/ 1365455 h 1365785"/>
              <a:gd name="connsiteX29" fmla="*/ 479946 w 2511466"/>
              <a:gd name="connsiteY29" fmla="*/ 1255390 h 1365785"/>
              <a:gd name="connsiteX30" fmla="*/ 276746 w 2511466"/>
              <a:gd name="connsiteY30" fmla="*/ 1077589 h 1365785"/>
              <a:gd name="connsiteX31" fmla="*/ 1579 w 2511466"/>
              <a:gd name="connsiteY31" fmla="*/ 709289 h 13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11466" h="1365785">
                <a:moveTo>
                  <a:pt x="1579" y="709289"/>
                </a:moveTo>
                <a:cubicBezTo>
                  <a:pt x="-16765" y="626034"/>
                  <a:pt x="129990" y="591462"/>
                  <a:pt x="166679" y="578057"/>
                </a:cubicBezTo>
                <a:cubicBezTo>
                  <a:pt x="203368" y="564652"/>
                  <a:pt x="184319" y="576645"/>
                  <a:pt x="221713" y="628856"/>
                </a:cubicBezTo>
                <a:cubicBezTo>
                  <a:pt x="259107" y="681067"/>
                  <a:pt x="341657" y="834879"/>
                  <a:pt x="391046" y="891323"/>
                </a:cubicBezTo>
                <a:cubicBezTo>
                  <a:pt x="440435" y="947767"/>
                  <a:pt x="455957" y="966112"/>
                  <a:pt x="518046" y="967523"/>
                </a:cubicBezTo>
                <a:cubicBezTo>
                  <a:pt x="580135" y="968934"/>
                  <a:pt x="673973" y="927306"/>
                  <a:pt x="763579" y="899789"/>
                </a:cubicBezTo>
                <a:cubicBezTo>
                  <a:pt x="853185" y="872272"/>
                  <a:pt x="973835" y="827822"/>
                  <a:pt x="1055680" y="802422"/>
                </a:cubicBezTo>
                <a:cubicBezTo>
                  <a:pt x="1137525" y="777022"/>
                  <a:pt x="1167158" y="767851"/>
                  <a:pt x="1254647" y="747390"/>
                </a:cubicBezTo>
                <a:cubicBezTo>
                  <a:pt x="1342136" y="726929"/>
                  <a:pt x="1490302" y="709290"/>
                  <a:pt x="1580613" y="679656"/>
                </a:cubicBezTo>
                <a:cubicBezTo>
                  <a:pt x="1670924" y="650023"/>
                  <a:pt x="1737246" y="623916"/>
                  <a:pt x="1796512" y="569589"/>
                </a:cubicBezTo>
                <a:cubicBezTo>
                  <a:pt x="1855778" y="515262"/>
                  <a:pt x="1877651" y="421424"/>
                  <a:pt x="1936212" y="353691"/>
                </a:cubicBezTo>
                <a:cubicBezTo>
                  <a:pt x="1994773" y="285958"/>
                  <a:pt x="2042752" y="213284"/>
                  <a:pt x="2130946" y="154723"/>
                </a:cubicBezTo>
                <a:cubicBezTo>
                  <a:pt x="2219140" y="96162"/>
                  <a:pt x="2406112" y="16434"/>
                  <a:pt x="2465379" y="2323"/>
                </a:cubicBezTo>
                <a:cubicBezTo>
                  <a:pt x="2524646" y="-11788"/>
                  <a:pt x="2521118" y="41833"/>
                  <a:pt x="2486546" y="70055"/>
                </a:cubicBezTo>
                <a:cubicBezTo>
                  <a:pt x="2451974" y="98277"/>
                  <a:pt x="2334851" y="117327"/>
                  <a:pt x="2257945" y="171655"/>
                </a:cubicBezTo>
                <a:cubicBezTo>
                  <a:pt x="2181039" y="225983"/>
                  <a:pt x="2090728" y="315590"/>
                  <a:pt x="2025112" y="396023"/>
                </a:cubicBezTo>
                <a:cubicBezTo>
                  <a:pt x="1959496" y="476456"/>
                  <a:pt x="1952442" y="585817"/>
                  <a:pt x="1864247" y="654256"/>
                </a:cubicBezTo>
                <a:cubicBezTo>
                  <a:pt x="1776053" y="722695"/>
                  <a:pt x="1621534" y="767852"/>
                  <a:pt x="1495945" y="806657"/>
                </a:cubicBezTo>
                <a:cubicBezTo>
                  <a:pt x="1370356" y="845462"/>
                  <a:pt x="1223601" y="857456"/>
                  <a:pt x="1110712" y="887089"/>
                </a:cubicBezTo>
                <a:cubicBezTo>
                  <a:pt x="997823" y="916722"/>
                  <a:pt x="900458" y="954821"/>
                  <a:pt x="818613" y="984455"/>
                </a:cubicBezTo>
                <a:cubicBezTo>
                  <a:pt x="736769" y="1014089"/>
                  <a:pt x="664095" y="1048663"/>
                  <a:pt x="619645" y="1064891"/>
                </a:cubicBezTo>
                <a:cubicBezTo>
                  <a:pt x="575195" y="1081119"/>
                  <a:pt x="485590" y="1082529"/>
                  <a:pt x="492646" y="1107223"/>
                </a:cubicBezTo>
                <a:cubicBezTo>
                  <a:pt x="499702" y="1131917"/>
                  <a:pt x="609768" y="1188362"/>
                  <a:pt x="661979" y="1213056"/>
                </a:cubicBezTo>
                <a:cubicBezTo>
                  <a:pt x="714190" y="1237750"/>
                  <a:pt x="766401" y="1246922"/>
                  <a:pt x="805912" y="1255389"/>
                </a:cubicBezTo>
                <a:cubicBezTo>
                  <a:pt x="845423" y="1263856"/>
                  <a:pt x="877878" y="1263152"/>
                  <a:pt x="899045" y="1263858"/>
                </a:cubicBezTo>
                <a:cubicBezTo>
                  <a:pt x="920212" y="1264564"/>
                  <a:pt x="959017" y="1263152"/>
                  <a:pt x="1038745" y="1246924"/>
                </a:cubicBezTo>
                <a:cubicBezTo>
                  <a:pt x="1118473" y="1230696"/>
                  <a:pt x="1331553" y="1155905"/>
                  <a:pt x="1377414" y="1162255"/>
                </a:cubicBezTo>
                <a:cubicBezTo>
                  <a:pt x="1423275" y="1168605"/>
                  <a:pt x="1400696" y="1251156"/>
                  <a:pt x="1313913" y="1285023"/>
                </a:cubicBezTo>
                <a:cubicBezTo>
                  <a:pt x="1227130" y="1318890"/>
                  <a:pt x="995707" y="1370394"/>
                  <a:pt x="856713" y="1365455"/>
                </a:cubicBezTo>
                <a:cubicBezTo>
                  <a:pt x="717719" y="1360516"/>
                  <a:pt x="550502" y="1286435"/>
                  <a:pt x="479946" y="1255390"/>
                </a:cubicBezTo>
                <a:cubicBezTo>
                  <a:pt x="417857" y="1211645"/>
                  <a:pt x="356474" y="1168606"/>
                  <a:pt x="276746" y="1077589"/>
                </a:cubicBezTo>
                <a:cubicBezTo>
                  <a:pt x="197018" y="986572"/>
                  <a:pt x="19923" y="792544"/>
                  <a:pt x="1579" y="709289"/>
                </a:cubicBezTo>
                <a:close/>
              </a:path>
            </a:pathLst>
          </a:custGeom>
          <a:gradFill flip="none" rotWithShape="1">
            <a:gsLst>
              <a:gs pos="10000">
                <a:srgbClr val="FF7C80"/>
              </a:gs>
              <a:gs pos="100000">
                <a:srgbClr val="C693B0"/>
              </a:gs>
              <a:gs pos="99000">
                <a:srgbClr val="A7A0C9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7E94FD-FA69-4613-9018-EFDE20EE5645}"/>
              </a:ext>
            </a:extLst>
          </p:cNvPr>
          <p:cNvSpPr/>
          <p:nvPr/>
        </p:nvSpPr>
        <p:spPr>
          <a:xfrm>
            <a:off x="2603602" y="1971784"/>
            <a:ext cx="2444146" cy="1421512"/>
          </a:xfrm>
          <a:custGeom>
            <a:avLst/>
            <a:gdLst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250346 w 2683712"/>
              <a:gd name="connsiteY8" fmla="*/ 989712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  <a:gd name="connsiteX0" fmla="*/ 43846 w 2683712"/>
              <a:gd name="connsiteY0" fmla="*/ 1332612 h 1611468"/>
              <a:gd name="connsiteX1" fmla="*/ 43846 w 2683712"/>
              <a:gd name="connsiteY1" fmla="*/ 265812 h 1611468"/>
              <a:gd name="connsiteX2" fmla="*/ 602646 w 2683712"/>
              <a:gd name="connsiteY2" fmla="*/ 11812 h 1611468"/>
              <a:gd name="connsiteX3" fmla="*/ 2571146 w 2683712"/>
              <a:gd name="connsiteY3" fmla="*/ 75312 h 1611468"/>
              <a:gd name="connsiteX4" fmla="*/ 2367946 w 2683712"/>
              <a:gd name="connsiteY4" fmla="*/ 367412 h 1611468"/>
              <a:gd name="connsiteX5" fmla="*/ 1745646 w 2683712"/>
              <a:gd name="connsiteY5" fmla="*/ 837312 h 1611468"/>
              <a:gd name="connsiteX6" fmla="*/ 1275746 w 2683712"/>
              <a:gd name="connsiteY6" fmla="*/ 977012 h 1611468"/>
              <a:gd name="connsiteX7" fmla="*/ 1174146 w 2683712"/>
              <a:gd name="connsiteY7" fmla="*/ 811912 h 1611468"/>
              <a:gd name="connsiteX8" fmla="*/ 1172255 w 2683712"/>
              <a:gd name="connsiteY8" fmla="*/ 1047300 h 1611468"/>
              <a:gd name="connsiteX9" fmla="*/ 691546 w 2683712"/>
              <a:gd name="connsiteY9" fmla="*/ 1358012 h 1611468"/>
              <a:gd name="connsiteX10" fmla="*/ 361346 w 2683712"/>
              <a:gd name="connsiteY10" fmla="*/ 1586612 h 1611468"/>
              <a:gd name="connsiteX11" fmla="*/ 107346 w 2683712"/>
              <a:gd name="connsiteY11" fmla="*/ 1573912 h 1611468"/>
              <a:gd name="connsiteX12" fmla="*/ 43846 w 2683712"/>
              <a:gd name="connsiteY12" fmla="*/ 1332612 h 161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3712" h="1611468">
                <a:moveTo>
                  <a:pt x="43846" y="1332612"/>
                </a:moveTo>
                <a:cubicBezTo>
                  <a:pt x="33263" y="1114596"/>
                  <a:pt x="-49287" y="485945"/>
                  <a:pt x="43846" y="265812"/>
                </a:cubicBezTo>
                <a:cubicBezTo>
                  <a:pt x="136979" y="45679"/>
                  <a:pt x="181429" y="43562"/>
                  <a:pt x="602646" y="11812"/>
                </a:cubicBezTo>
                <a:cubicBezTo>
                  <a:pt x="1023863" y="-19938"/>
                  <a:pt x="2276929" y="16045"/>
                  <a:pt x="2571146" y="75312"/>
                </a:cubicBezTo>
                <a:cubicBezTo>
                  <a:pt x="2865363" y="134579"/>
                  <a:pt x="2505529" y="240412"/>
                  <a:pt x="2367946" y="367412"/>
                </a:cubicBezTo>
                <a:cubicBezTo>
                  <a:pt x="2230363" y="494412"/>
                  <a:pt x="1927679" y="735712"/>
                  <a:pt x="1745646" y="837312"/>
                </a:cubicBezTo>
                <a:cubicBezTo>
                  <a:pt x="1563613" y="938912"/>
                  <a:pt x="1370996" y="981245"/>
                  <a:pt x="1275746" y="977012"/>
                </a:cubicBezTo>
                <a:cubicBezTo>
                  <a:pt x="1180496" y="972779"/>
                  <a:pt x="1191394" y="800197"/>
                  <a:pt x="1174146" y="811912"/>
                </a:cubicBezTo>
                <a:cubicBezTo>
                  <a:pt x="1156898" y="823627"/>
                  <a:pt x="1252688" y="956283"/>
                  <a:pt x="1172255" y="1047300"/>
                </a:cubicBezTo>
                <a:cubicBezTo>
                  <a:pt x="1091822" y="1138317"/>
                  <a:pt x="826698" y="1268127"/>
                  <a:pt x="691546" y="1358012"/>
                </a:cubicBezTo>
                <a:cubicBezTo>
                  <a:pt x="556395" y="1447897"/>
                  <a:pt x="458713" y="1550629"/>
                  <a:pt x="361346" y="1586612"/>
                </a:cubicBezTo>
                <a:cubicBezTo>
                  <a:pt x="263979" y="1622595"/>
                  <a:pt x="166613" y="1620479"/>
                  <a:pt x="107346" y="1573912"/>
                </a:cubicBezTo>
                <a:cubicBezTo>
                  <a:pt x="48079" y="1527345"/>
                  <a:pt x="54429" y="1550628"/>
                  <a:pt x="43846" y="1332612"/>
                </a:cubicBezTo>
                <a:close/>
              </a:path>
            </a:pathLst>
          </a:custGeom>
          <a:solidFill>
            <a:srgbClr val="BD53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538F90-2055-4291-867F-E536433CC0E2}"/>
              </a:ext>
            </a:extLst>
          </p:cNvPr>
          <p:cNvSpPr/>
          <p:nvPr/>
        </p:nvSpPr>
        <p:spPr>
          <a:xfrm>
            <a:off x="6285236" y="1551126"/>
            <a:ext cx="875457" cy="1292656"/>
          </a:xfrm>
          <a:custGeom>
            <a:avLst/>
            <a:gdLst>
              <a:gd name="connsiteX0" fmla="*/ 53626 w 910131"/>
              <a:gd name="connsiteY0" fmla="*/ 901423 h 1287711"/>
              <a:gd name="connsiteX1" fmla="*/ 161576 w 910131"/>
              <a:gd name="connsiteY1" fmla="*/ 704573 h 1287711"/>
              <a:gd name="connsiteX2" fmla="*/ 117126 w 910131"/>
              <a:gd name="connsiteY2" fmla="*/ 475973 h 1287711"/>
              <a:gd name="connsiteX3" fmla="*/ 66326 w 910131"/>
              <a:gd name="connsiteY3" fmla="*/ 164823 h 1287711"/>
              <a:gd name="connsiteX4" fmla="*/ 136176 w 910131"/>
              <a:gd name="connsiteY4" fmla="*/ 31473 h 1287711"/>
              <a:gd name="connsiteX5" fmla="*/ 358426 w 910131"/>
              <a:gd name="connsiteY5" fmla="*/ 6073 h 1287711"/>
              <a:gd name="connsiteX6" fmla="*/ 675926 w 910131"/>
              <a:gd name="connsiteY6" fmla="*/ 120373 h 1287711"/>
              <a:gd name="connsiteX7" fmla="*/ 898176 w 910131"/>
              <a:gd name="connsiteY7" fmla="*/ 622023 h 1287711"/>
              <a:gd name="connsiteX8" fmla="*/ 834676 w 910131"/>
              <a:gd name="connsiteY8" fmla="*/ 971273 h 1287711"/>
              <a:gd name="connsiteX9" fmla="*/ 453676 w 910131"/>
              <a:gd name="connsiteY9" fmla="*/ 1237973 h 1287711"/>
              <a:gd name="connsiteX10" fmla="*/ 59976 w 910131"/>
              <a:gd name="connsiteY10" fmla="*/ 1263373 h 1287711"/>
              <a:gd name="connsiteX11" fmla="*/ 2826 w 910131"/>
              <a:gd name="connsiteY11" fmla="*/ 971273 h 1287711"/>
              <a:gd name="connsiteX12" fmla="*/ 53626 w 910131"/>
              <a:gd name="connsiteY12" fmla="*/ 901423 h 1287711"/>
              <a:gd name="connsiteX0" fmla="*/ 53626 w 908735"/>
              <a:gd name="connsiteY0" fmla="*/ 907932 h 1294220"/>
              <a:gd name="connsiteX1" fmla="*/ 161576 w 908735"/>
              <a:gd name="connsiteY1" fmla="*/ 711082 h 1294220"/>
              <a:gd name="connsiteX2" fmla="*/ 117126 w 908735"/>
              <a:gd name="connsiteY2" fmla="*/ 482482 h 1294220"/>
              <a:gd name="connsiteX3" fmla="*/ 66326 w 908735"/>
              <a:gd name="connsiteY3" fmla="*/ 171332 h 1294220"/>
              <a:gd name="connsiteX4" fmla="*/ 136176 w 908735"/>
              <a:gd name="connsiteY4" fmla="*/ 37982 h 1294220"/>
              <a:gd name="connsiteX5" fmla="*/ 358426 w 908735"/>
              <a:gd name="connsiteY5" fmla="*/ 12582 h 1294220"/>
              <a:gd name="connsiteX6" fmla="*/ 694976 w 908735"/>
              <a:gd name="connsiteY6" fmla="*/ 215782 h 1294220"/>
              <a:gd name="connsiteX7" fmla="*/ 898176 w 908735"/>
              <a:gd name="connsiteY7" fmla="*/ 628532 h 1294220"/>
              <a:gd name="connsiteX8" fmla="*/ 834676 w 908735"/>
              <a:gd name="connsiteY8" fmla="*/ 977782 h 1294220"/>
              <a:gd name="connsiteX9" fmla="*/ 453676 w 908735"/>
              <a:gd name="connsiteY9" fmla="*/ 1244482 h 1294220"/>
              <a:gd name="connsiteX10" fmla="*/ 59976 w 908735"/>
              <a:gd name="connsiteY10" fmla="*/ 1269882 h 1294220"/>
              <a:gd name="connsiteX11" fmla="*/ 2826 w 908735"/>
              <a:gd name="connsiteY11" fmla="*/ 977782 h 1294220"/>
              <a:gd name="connsiteX12" fmla="*/ 53626 w 908735"/>
              <a:gd name="connsiteY12" fmla="*/ 907932 h 1294220"/>
              <a:gd name="connsiteX0" fmla="*/ 53626 w 885417"/>
              <a:gd name="connsiteY0" fmla="*/ 907932 h 1294220"/>
              <a:gd name="connsiteX1" fmla="*/ 161576 w 885417"/>
              <a:gd name="connsiteY1" fmla="*/ 711082 h 1294220"/>
              <a:gd name="connsiteX2" fmla="*/ 117126 w 885417"/>
              <a:gd name="connsiteY2" fmla="*/ 482482 h 1294220"/>
              <a:gd name="connsiteX3" fmla="*/ 66326 w 885417"/>
              <a:gd name="connsiteY3" fmla="*/ 171332 h 1294220"/>
              <a:gd name="connsiteX4" fmla="*/ 136176 w 885417"/>
              <a:gd name="connsiteY4" fmla="*/ 37982 h 1294220"/>
              <a:gd name="connsiteX5" fmla="*/ 358426 w 885417"/>
              <a:gd name="connsiteY5" fmla="*/ 12582 h 1294220"/>
              <a:gd name="connsiteX6" fmla="*/ 694976 w 885417"/>
              <a:gd name="connsiteY6" fmla="*/ 215782 h 1294220"/>
              <a:gd name="connsiteX7" fmla="*/ 866426 w 885417"/>
              <a:gd name="connsiteY7" fmla="*/ 647582 h 1294220"/>
              <a:gd name="connsiteX8" fmla="*/ 834676 w 885417"/>
              <a:gd name="connsiteY8" fmla="*/ 977782 h 1294220"/>
              <a:gd name="connsiteX9" fmla="*/ 453676 w 885417"/>
              <a:gd name="connsiteY9" fmla="*/ 1244482 h 1294220"/>
              <a:gd name="connsiteX10" fmla="*/ 59976 w 885417"/>
              <a:gd name="connsiteY10" fmla="*/ 1269882 h 1294220"/>
              <a:gd name="connsiteX11" fmla="*/ 2826 w 885417"/>
              <a:gd name="connsiteY11" fmla="*/ 977782 h 1294220"/>
              <a:gd name="connsiteX12" fmla="*/ 53626 w 885417"/>
              <a:gd name="connsiteY12" fmla="*/ 907932 h 1294220"/>
              <a:gd name="connsiteX0" fmla="*/ 53626 w 867501"/>
              <a:gd name="connsiteY0" fmla="*/ 907932 h 1294220"/>
              <a:gd name="connsiteX1" fmla="*/ 161576 w 867501"/>
              <a:gd name="connsiteY1" fmla="*/ 711082 h 1294220"/>
              <a:gd name="connsiteX2" fmla="*/ 117126 w 867501"/>
              <a:gd name="connsiteY2" fmla="*/ 482482 h 1294220"/>
              <a:gd name="connsiteX3" fmla="*/ 66326 w 867501"/>
              <a:gd name="connsiteY3" fmla="*/ 171332 h 1294220"/>
              <a:gd name="connsiteX4" fmla="*/ 136176 w 867501"/>
              <a:gd name="connsiteY4" fmla="*/ 37982 h 1294220"/>
              <a:gd name="connsiteX5" fmla="*/ 358426 w 867501"/>
              <a:gd name="connsiteY5" fmla="*/ 12582 h 1294220"/>
              <a:gd name="connsiteX6" fmla="*/ 694976 w 867501"/>
              <a:gd name="connsiteY6" fmla="*/ 215782 h 1294220"/>
              <a:gd name="connsiteX7" fmla="*/ 866426 w 867501"/>
              <a:gd name="connsiteY7" fmla="*/ 647582 h 1294220"/>
              <a:gd name="connsiteX8" fmla="*/ 752126 w 867501"/>
              <a:gd name="connsiteY8" fmla="*/ 977782 h 1294220"/>
              <a:gd name="connsiteX9" fmla="*/ 453676 w 867501"/>
              <a:gd name="connsiteY9" fmla="*/ 1244482 h 1294220"/>
              <a:gd name="connsiteX10" fmla="*/ 59976 w 867501"/>
              <a:gd name="connsiteY10" fmla="*/ 1269882 h 1294220"/>
              <a:gd name="connsiteX11" fmla="*/ 2826 w 867501"/>
              <a:gd name="connsiteY11" fmla="*/ 977782 h 1294220"/>
              <a:gd name="connsiteX12" fmla="*/ 53626 w 867501"/>
              <a:gd name="connsiteY12" fmla="*/ 907932 h 1294220"/>
              <a:gd name="connsiteX0" fmla="*/ 53626 w 867633"/>
              <a:gd name="connsiteY0" fmla="*/ 907932 h 1304824"/>
              <a:gd name="connsiteX1" fmla="*/ 161576 w 867633"/>
              <a:gd name="connsiteY1" fmla="*/ 711082 h 1304824"/>
              <a:gd name="connsiteX2" fmla="*/ 117126 w 867633"/>
              <a:gd name="connsiteY2" fmla="*/ 482482 h 1304824"/>
              <a:gd name="connsiteX3" fmla="*/ 66326 w 867633"/>
              <a:gd name="connsiteY3" fmla="*/ 171332 h 1304824"/>
              <a:gd name="connsiteX4" fmla="*/ 136176 w 867633"/>
              <a:gd name="connsiteY4" fmla="*/ 37982 h 1304824"/>
              <a:gd name="connsiteX5" fmla="*/ 358426 w 867633"/>
              <a:gd name="connsiteY5" fmla="*/ 12582 h 1304824"/>
              <a:gd name="connsiteX6" fmla="*/ 694976 w 867633"/>
              <a:gd name="connsiteY6" fmla="*/ 215782 h 1304824"/>
              <a:gd name="connsiteX7" fmla="*/ 866426 w 867633"/>
              <a:gd name="connsiteY7" fmla="*/ 647582 h 1304824"/>
              <a:gd name="connsiteX8" fmla="*/ 752126 w 867633"/>
              <a:gd name="connsiteY8" fmla="*/ 977782 h 1304824"/>
              <a:gd name="connsiteX9" fmla="*/ 409226 w 867633"/>
              <a:gd name="connsiteY9" fmla="*/ 1269882 h 1304824"/>
              <a:gd name="connsiteX10" fmla="*/ 59976 w 867633"/>
              <a:gd name="connsiteY10" fmla="*/ 1269882 h 1304824"/>
              <a:gd name="connsiteX11" fmla="*/ 2826 w 867633"/>
              <a:gd name="connsiteY11" fmla="*/ 977782 h 1304824"/>
              <a:gd name="connsiteX12" fmla="*/ 53626 w 867633"/>
              <a:gd name="connsiteY12" fmla="*/ 907932 h 1304824"/>
              <a:gd name="connsiteX0" fmla="*/ 95358 w 909365"/>
              <a:gd name="connsiteY0" fmla="*/ 907932 h 1304824"/>
              <a:gd name="connsiteX1" fmla="*/ 203308 w 909365"/>
              <a:gd name="connsiteY1" fmla="*/ 711082 h 1304824"/>
              <a:gd name="connsiteX2" fmla="*/ 158858 w 909365"/>
              <a:gd name="connsiteY2" fmla="*/ 482482 h 1304824"/>
              <a:gd name="connsiteX3" fmla="*/ 108058 w 909365"/>
              <a:gd name="connsiteY3" fmla="*/ 171332 h 1304824"/>
              <a:gd name="connsiteX4" fmla="*/ 177908 w 909365"/>
              <a:gd name="connsiteY4" fmla="*/ 37982 h 1304824"/>
              <a:gd name="connsiteX5" fmla="*/ 400158 w 909365"/>
              <a:gd name="connsiteY5" fmla="*/ 12582 h 1304824"/>
              <a:gd name="connsiteX6" fmla="*/ 736708 w 909365"/>
              <a:gd name="connsiteY6" fmla="*/ 215782 h 1304824"/>
              <a:gd name="connsiteX7" fmla="*/ 908158 w 909365"/>
              <a:gd name="connsiteY7" fmla="*/ 647582 h 1304824"/>
              <a:gd name="connsiteX8" fmla="*/ 793858 w 909365"/>
              <a:gd name="connsiteY8" fmla="*/ 977782 h 1304824"/>
              <a:gd name="connsiteX9" fmla="*/ 450958 w 909365"/>
              <a:gd name="connsiteY9" fmla="*/ 1269882 h 1304824"/>
              <a:gd name="connsiteX10" fmla="*/ 101708 w 909365"/>
              <a:gd name="connsiteY10" fmla="*/ 1269882 h 1304824"/>
              <a:gd name="connsiteX11" fmla="*/ 108 w 909365"/>
              <a:gd name="connsiteY11" fmla="*/ 1073032 h 1304824"/>
              <a:gd name="connsiteX12" fmla="*/ 95358 w 909365"/>
              <a:gd name="connsiteY12" fmla="*/ 907932 h 1304824"/>
              <a:gd name="connsiteX0" fmla="*/ 95358 w 872573"/>
              <a:gd name="connsiteY0" fmla="*/ 907932 h 1304824"/>
              <a:gd name="connsiteX1" fmla="*/ 203308 w 872573"/>
              <a:gd name="connsiteY1" fmla="*/ 711082 h 1304824"/>
              <a:gd name="connsiteX2" fmla="*/ 158858 w 872573"/>
              <a:gd name="connsiteY2" fmla="*/ 482482 h 1304824"/>
              <a:gd name="connsiteX3" fmla="*/ 108058 w 872573"/>
              <a:gd name="connsiteY3" fmla="*/ 171332 h 1304824"/>
              <a:gd name="connsiteX4" fmla="*/ 177908 w 872573"/>
              <a:gd name="connsiteY4" fmla="*/ 37982 h 1304824"/>
              <a:gd name="connsiteX5" fmla="*/ 400158 w 872573"/>
              <a:gd name="connsiteY5" fmla="*/ 12582 h 1304824"/>
              <a:gd name="connsiteX6" fmla="*/ 736708 w 872573"/>
              <a:gd name="connsiteY6" fmla="*/ 215782 h 1304824"/>
              <a:gd name="connsiteX7" fmla="*/ 870058 w 872573"/>
              <a:gd name="connsiteY7" fmla="*/ 653932 h 1304824"/>
              <a:gd name="connsiteX8" fmla="*/ 793858 w 872573"/>
              <a:gd name="connsiteY8" fmla="*/ 977782 h 1304824"/>
              <a:gd name="connsiteX9" fmla="*/ 450958 w 872573"/>
              <a:gd name="connsiteY9" fmla="*/ 1269882 h 1304824"/>
              <a:gd name="connsiteX10" fmla="*/ 101708 w 872573"/>
              <a:gd name="connsiteY10" fmla="*/ 1269882 h 1304824"/>
              <a:gd name="connsiteX11" fmla="*/ 108 w 872573"/>
              <a:gd name="connsiteY11" fmla="*/ 1073032 h 1304824"/>
              <a:gd name="connsiteX12" fmla="*/ 95358 w 872573"/>
              <a:gd name="connsiteY12" fmla="*/ 907932 h 1304824"/>
              <a:gd name="connsiteX0" fmla="*/ 95358 w 875347"/>
              <a:gd name="connsiteY0" fmla="*/ 909334 h 1306226"/>
              <a:gd name="connsiteX1" fmla="*/ 203308 w 875347"/>
              <a:gd name="connsiteY1" fmla="*/ 712484 h 1306226"/>
              <a:gd name="connsiteX2" fmla="*/ 158858 w 875347"/>
              <a:gd name="connsiteY2" fmla="*/ 483884 h 1306226"/>
              <a:gd name="connsiteX3" fmla="*/ 108058 w 875347"/>
              <a:gd name="connsiteY3" fmla="*/ 172734 h 1306226"/>
              <a:gd name="connsiteX4" fmla="*/ 177908 w 875347"/>
              <a:gd name="connsiteY4" fmla="*/ 39384 h 1306226"/>
              <a:gd name="connsiteX5" fmla="*/ 400158 w 875347"/>
              <a:gd name="connsiteY5" fmla="*/ 13984 h 1306226"/>
              <a:gd name="connsiteX6" fmla="*/ 692258 w 875347"/>
              <a:gd name="connsiteY6" fmla="*/ 236234 h 1306226"/>
              <a:gd name="connsiteX7" fmla="*/ 870058 w 875347"/>
              <a:gd name="connsiteY7" fmla="*/ 655334 h 1306226"/>
              <a:gd name="connsiteX8" fmla="*/ 793858 w 875347"/>
              <a:gd name="connsiteY8" fmla="*/ 979184 h 1306226"/>
              <a:gd name="connsiteX9" fmla="*/ 450958 w 875347"/>
              <a:gd name="connsiteY9" fmla="*/ 1271284 h 1306226"/>
              <a:gd name="connsiteX10" fmla="*/ 101708 w 875347"/>
              <a:gd name="connsiteY10" fmla="*/ 1271284 h 1306226"/>
              <a:gd name="connsiteX11" fmla="*/ 108 w 875347"/>
              <a:gd name="connsiteY11" fmla="*/ 1074434 h 1306226"/>
              <a:gd name="connsiteX12" fmla="*/ 95358 w 875347"/>
              <a:gd name="connsiteY12" fmla="*/ 909334 h 1306226"/>
              <a:gd name="connsiteX0" fmla="*/ 95358 w 875347"/>
              <a:gd name="connsiteY0" fmla="*/ 878656 h 1275548"/>
              <a:gd name="connsiteX1" fmla="*/ 203308 w 875347"/>
              <a:gd name="connsiteY1" fmla="*/ 681806 h 1275548"/>
              <a:gd name="connsiteX2" fmla="*/ 158858 w 875347"/>
              <a:gd name="connsiteY2" fmla="*/ 453206 h 1275548"/>
              <a:gd name="connsiteX3" fmla="*/ 108058 w 875347"/>
              <a:gd name="connsiteY3" fmla="*/ 142056 h 1275548"/>
              <a:gd name="connsiteX4" fmla="*/ 177908 w 875347"/>
              <a:gd name="connsiteY4" fmla="*/ 8706 h 1275548"/>
              <a:gd name="connsiteX5" fmla="*/ 400158 w 875347"/>
              <a:gd name="connsiteY5" fmla="*/ 34106 h 1275548"/>
              <a:gd name="connsiteX6" fmla="*/ 692258 w 875347"/>
              <a:gd name="connsiteY6" fmla="*/ 205556 h 1275548"/>
              <a:gd name="connsiteX7" fmla="*/ 870058 w 875347"/>
              <a:gd name="connsiteY7" fmla="*/ 624656 h 1275548"/>
              <a:gd name="connsiteX8" fmla="*/ 793858 w 875347"/>
              <a:gd name="connsiteY8" fmla="*/ 948506 h 1275548"/>
              <a:gd name="connsiteX9" fmla="*/ 450958 w 875347"/>
              <a:gd name="connsiteY9" fmla="*/ 1240606 h 1275548"/>
              <a:gd name="connsiteX10" fmla="*/ 101708 w 875347"/>
              <a:gd name="connsiteY10" fmla="*/ 1240606 h 1275548"/>
              <a:gd name="connsiteX11" fmla="*/ 108 w 875347"/>
              <a:gd name="connsiteY11" fmla="*/ 1043756 h 1275548"/>
              <a:gd name="connsiteX12" fmla="*/ 95358 w 875347"/>
              <a:gd name="connsiteY12" fmla="*/ 878656 h 1275548"/>
              <a:gd name="connsiteX0" fmla="*/ 95358 w 875347"/>
              <a:gd name="connsiteY0" fmla="*/ 894948 h 1291840"/>
              <a:gd name="connsiteX1" fmla="*/ 203308 w 875347"/>
              <a:gd name="connsiteY1" fmla="*/ 698098 h 1291840"/>
              <a:gd name="connsiteX2" fmla="*/ 158858 w 875347"/>
              <a:gd name="connsiteY2" fmla="*/ 469498 h 1291840"/>
              <a:gd name="connsiteX3" fmla="*/ 108058 w 875347"/>
              <a:gd name="connsiteY3" fmla="*/ 158348 h 1291840"/>
              <a:gd name="connsiteX4" fmla="*/ 177908 w 875347"/>
              <a:gd name="connsiteY4" fmla="*/ 24998 h 1291840"/>
              <a:gd name="connsiteX5" fmla="*/ 393808 w 875347"/>
              <a:gd name="connsiteY5" fmla="*/ 18648 h 1291840"/>
              <a:gd name="connsiteX6" fmla="*/ 692258 w 875347"/>
              <a:gd name="connsiteY6" fmla="*/ 221848 h 1291840"/>
              <a:gd name="connsiteX7" fmla="*/ 870058 w 875347"/>
              <a:gd name="connsiteY7" fmla="*/ 640948 h 1291840"/>
              <a:gd name="connsiteX8" fmla="*/ 793858 w 875347"/>
              <a:gd name="connsiteY8" fmla="*/ 964798 h 1291840"/>
              <a:gd name="connsiteX9" fmla="*/ 450958 w 875347"/>
              <a:gd name="connsiteY9" fmla="*/ 1256898 h 1291840"/>
              <a:gd name="connsiteX10" fmla="*/ 101708 w 875347"/>
              <a:gd name="connsiteY10" fmla="*/ 1256898 h 1291840"/>
              <a:gd name="connsiteX11" fmla="*/ 108 w 875347"/>
              <a:gd name="connsiteY11" fmla="*/ 1060048 h 1291840"/>
              <a:gd name="connsiteX12" fmla="*/ 95358 w 875347"/>
              <a:gd name="connsiteY12" fmla="*/ 894948 h 1291840"/>
              <a:gd name="connsiteX0" fmla="*/ 95358 w 875457"/>
              <a:gd name="connsiteY0" fmla="*/ 894948 h 1291840"/>
              <a:gd name="connsiteX1" fmla="*/ 203308 w 875457"/>
              <a:gd name="connsiteY1" fmla="*/ 698098 h 1291840"/>
              <a:gd name="connsiteX2" fmla="*/ 158858 w 875457"/>
              <a:gd name="connsiteY2" fmla="*/ 469498 h 1291840"/>
              <a:gd name="connsiteX3" fmla="*/ 108058 w 875457"/>
              <a:gd name="connsiteY3" fmla="*/ 158348 h 1291840"/>
              <a:gd name="connsiteX4" fmla="*/ 177908 w 875457"/>
              <a:gd name="connsiteY4" fmla="*/ 24998 h 1291840"/>
              <a:gd name="connsiteX5" fmla="*/ 393808 w 875457"/>
              <a:gd name="connsiteY5" fmla="*/ 18648 h 1291840"/>
              <a:gd name="connsiteX6" fmla="*/ 692258 w 875457"/>
              <a:gd name="connsiteY6" fmla="*/ 221848 h 1291840"/>
              <a:gd name="connsiteX7" fmla="*/ 870058 w 875457"/>
              <a:gd name="connsiteY7" fmla="*/ 640948 h 1291840"/>
              <a:gd name="connsiteX8" fmla="*/ 793858 w 875457"/>
              <a:gd name="connsiteY8" fmla="*/ 964798 h 1291840"/>
              <a:gd name="connsiteX9" fmla="*/ 444608 w 875457"/>
              <a:gd name="connsiteY9" fmla="*/ 1256898 h 1291840"/>
              <a:gd name="connsiteX10" fmla="*/ 101708 w 875457"/>
              <a:gd name="connsiteY10" fmla="*/ 1256898 h 1291840"/>
              <a:gd name="connsiteX11" fmla="*/ 108 w 875457"/>
              <a:gd name="connsiteY11" fmla="*/ 1060048 h 1291840"/>
              <a:gd name="connsiteX12" fmla="*/ 95358 w 875457"/>
              <a:gd name="connsiteY12" fmla="*/ 894948 h 1291840"/>
              <a:gd name="connsiteX0" fmla="*/ 95358 w 875457"/>
              <a:gd name="connsiteY0" fmla="*/ 894948 h 1292656"/>
              <a:gd name="connsiteX1" fmla="*/ 203308 w 875457"/>
              <a:gd name="connsiteY1" fmla="*/ 698098 h 1292656"/>
              <a:gd name="connsiteX2" fmla="*/ 158858 w 875457"/>
              <a:gd name="connsiteY2" fmla="*/ 469498 h 1292656"/>
              <a:gd name="connsiteX3" fmla="*/ 108058 w 875457"/>
              <a:gd name="connsiteY3" fmla="*/ 158348 h 1292656"/>
              <a:gd name="connsiteX4" fmla="*/ 177908 w 875457"/>
              <a:gd name="connsiteY4" fmla="*/ 24998 h 1292656"/>
              <a:gd name="connsiteX5" fmla="*/ 393808 w 875457"/>
              <a:gd name="connsiteY5" fmla="*/ 18648 h 1292656"/>
              <a:gd name="connsiteX6" fmla="*/ 692258 w 875457"/>
              <a:gd name="connsiteY6" fmla="*/ 221848 h 1292656"/>
              <a:gd name="connsiteX7" fmla="*/ 870058 w 875457"/>
              <a:gd name="connsiteY7" fmla="*/ 640948 h 1292656"/>
              <a:gd name="connsiteX8" fmla="*/ 793858 w 875457"/>
              <a:gd name="connsiteY8" fmla="*/ 952098 h 1292656"/>
              <a:gd name="connsiteX9" fmla="*/ 444608 w 875457"/>
              <a:gd name="connsiteY9" fmla="*/ 1256898 h 1292656"/>
              <a:gd name="connsiteX10" fmla="*/ 101708 w 875457"/>
              <a:gd name="connsiteY10" fmla="*/ 1256898 h 1292656"/>
              <a:gd name="connsiteX11" fmla="*/ 108 w 875457"/>
              <a:gd name="connsiteY11" fmla="*/ 1060048 h 1292656"/>
              <a:gd name="connsiteX12" fmla="*/ 95358 w 875457"/>
              <a:gd name="connsiteY12" fmla="*/ 894948 h 129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457" h="1292656">
                <a:moveTo>
                  <a:pt x="95358" y="894948"/>
                </a:moveTo>
                <a:cubicBezTo>
                  <a:pt x="129225" y="834623"/>
                  <a:pt x="192725" y="769006"/>
                  <a:pt x="203308" y="698098"/>
                </a:cubicBezTo>
                <a:cubicBezTo>
                  <a:pt x="213891" y="627190"/>
                  <a:pt x="174733" y="559456"/>
                  <a:pt x="158858" y="469498"/>
                </a:cubicBezTo>
                <a:cubicBezTo>
                  <a:pt x="142983" y="379540"/>
                  <a:pt x="104883" y="232431"/>
                  <a:pt x="108058" y="158348"/>
                </a:cubicBezTo>
                <a:cubicBezTo>
                  <a:pt x="111233" y="84265"/>
                  <a:pt x="130283" y="48281"/>
                  <a:pt x="177908" y="24998"/>
                </a:cubicBezTo>
                <a:cubicBezTo>
                  <a:pt x="225533" y="1715"/>
                  <a:pt x="308083" y="-14160"/>
                  <a:pt x="393808" y="18648"/>
                </a:cubicBezTo>
                <a:cubicBezTo>
                  <a:pt x="479533" y="51456"/>
                  <a:pt x="612883" y="118131"/>
                  <a:pt x="692258" y="221848"/>
                </a:cubicBezTo>
                <a:cubicBezTo>
                  <a:pt x="771633" y="325565"/>
                  <a:pt x="853125" y="519240"/>
                  <a:pt x="870058" y="640948"/>
                </a:cubicBezTo>
                <a:cubicBezTo>
                  <a:pt x="886991" y="762656"/>
                  <a:pt x="864766" y="849440"/>
                  <a:pt x="793858" y="952098"/>
                </a:cubicBezTo>
                <a:cubicBezTo>
                  <a:pt x="722950" y="1054756"/>
                  <a:pt x="559966" y="1206098"/>
                  <a:pt x="444608" y="1256898"/>
                </a:cubicBezTo>
                <a:cubicBezTo>
                  <a:pt x="329250" y="1307698"/>
                  <a:pt x="176850" y="1301348"/>
                  <a:pt x="101708" y="1256898"/>
                </a:cubicBezTo>
                <a:cubicBezTo>
                  <a:pt x="26566" y="1212448"/>
                  <a:pt x="-2009" y="1119315"/>
                  <a:pt x="108" y="1060048"/>
                </a:cubicBezTo>
                <a:cubicBezTo>
                  <a:pt x="2225" y="1000781"/>
                  <a:pt x="61491" y="955273"/>
                  <a:pt x="95358" y="894948"/>
                </a:cubicBezTo>
                <a:close/>
              </a:path>
            </a:pathLst>
          </a:custGeom>
          <a:solidFill>
            <a:srgbClr val="F94B1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1683" y="2045515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↓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/>
              <a:t>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44939" y="4261881"/>
            <a:ext cx="1366213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↓</a:t>
            </a:r>
            <a:r>
              <a:rPr lang="en-US" sz="1600" dirty="0"/>
              <a:t>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14045" cy="305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902B817-C0FB-4B47-9898-C714FD65CEAD}"/>
              </a:ext>
            </a:extLst>
          </p:cNvPr>
          <p:cNvSpPr txBox="1"/>
          <p:nvPr/>
        </p:nvSpPr>
        <p:spPr>
          <a:xfrm>
            <a:off x="7566359" y="2539180"/>
            <a:ext cx="641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RAAS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204C97-EE87-4D9D-BA23-3CD584D58A24}"/>
              </a:ext>
            </a:extLst>
          </p:cNvPr>
          <p:cNvCxnSpPr>
            <a:cxnSpLocks/>
            <a:stCxn id="119" idx="3"/>
            <a:endCxn id="123" idx="1"/>
          </p:cNvCxnSpPr>
          <p:nvPr/>
        </p:nvCxnSpPr>
        <p:spPr>
          <a:xfrm flipV="1">
            <a:off x="6604477" y="2708457"/>
            <a:ext cx="961882" cy="393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E632D61-39C8-4FF7-B0A9-AD3F284ABBB0}"/>
              </a:ext>
            </a:extLst>
          </p:cNvPr>
          <p:cNvSpPr txBox="1"/>
          <p:nvPr/>
        </p:nvSpPr>
        <p:spPr>
          <a:xfrm>
            <a:off x="7542968" y="2935286"/>
            <a:ext cx="561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ADH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51781C5-2363-49B5-95F5-D53BCD91A700}"/>
              </a:ext>
            </a:extLst>
          </p:cNvPr>
          <p:cNvCxnSpPr>
            <a:cxnSpLocks/>
            <a:stCxn id="130" idx="3"/>
            <a:endCxn id="192" idx="1"/>
          </p:cNvCxnSpPr>
          <p:nvPr/>
        </p:nvCxnSpPr>
        <p:spPr>
          <a:xfrm>
            <a:off x="8104807" y="3104563"/>
            <a:ext cx="6075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4A2E0C1-D6DE-4B9B-AB89-EE24D5B569AC}"/>
              </a:ext>
            </a:extLst>
          </p:cNvPr>
          <p:cNvSpPr txBox="1"/>
          <p:nvPr/>
        </p:nvSpPr>
        <p:spPr>
          <a:xfrm>
            <a:off x="9877816" y="2933061"/>
            <a:ext cx="709963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1650695-AC76-45D7-818E-255425DBD11B}"/>
              </a:ext>
            </a:extLst>
          </p:cNvPr>
          <p:cNvSpPr txBox="1"/>
          <p:nvPr/>
        </p:nvSpPr>
        <p:spPr>
          <a:xfrm>
            <a:off x="7230473" y="3306401"/>
            <a:ext cx="1429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sympathetic tone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477A87-A7B2-4274-8FDC-3519588A45D1}"/>
              </a:ext>
            </a:extLst>
          </p:cNvPr>
          <p:cNvSpPr txBox="1"/>
          <p:nvPr/>
        </p:nvSpPr>
        <p:spPr>
          <a:xfrm>
            <a:off x="8530658" y="2272619"/>
            <a:ext cx="1347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Aldosterone</a:t>
            </a:r>
          </a:p>
          <a:p>
            <a:pPr algn="ctr"/>
            <a:r>
              <a:rPr lang="en-US" sz="1600" dirty="0"/>
              <a:t>Angiotensin II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6C26D3D-196F-4DA2-A8E5-FD134AB4CD62}"/>
              </a:ext>
            </a:extLst>
          </p:cNvPr>
          <p:cNvSpPr/>
          <p:nvPr/>
        </p:nvSpPr>
        <p:spPr>
          <a:xfrm>
            <a:off x="4816859" y="1408669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9587B37-2719-4289-99BE-70514A01F336}"/>
              </a:ext>
            </a:extLst>
          </p:cNvPr>
          <p:cNvSpPr/>
          <p:nvPr/>
        </p:nvSpPr>
        <p:spPr>
          <a:xfrm>
            <a:off x="3916291" y="4412653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6F832C43-6649-40C4-8BD9-95BCAEBF6864}"/>
              </a:ext>
            </a:extLst>
          </p:cNvPr>
          <p:cNvSpPr/>
          <p:nvPr/>
        </p:nvSpPr>
        <p:spPr>
          <a:xfrm>
            <a:off x="5470697" y="3132311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C608230-6737-4AF3-A6EA-1DA6A38634E4}"/>
              </a:ext>
            </a:extLst>
          </p:cNvPr>
          <p:cNvCxnSpPr>
            <a:cxnSpLocks/>
            <a:stCxn id="119" idx="3"/>
            <a:endCxn id="130" idx="1"/>
          </p:cNvCxnSpPr>
          <p:nvPr/>
        </p:nvCxnSpPr>
        <p:spPr>
          <a:xfrm>
            <a:off x="6604477" y="3102338"/>
            <a:ext cx="938491" cy="2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CBFF88C-9EDD-42C0-AF55-29B9D9063555}"/>
              </a:ext>
            </a:extLst>
          </p:cNvPr>
          <p:cNvCxnSpPr>
            <a:cxnSpLocks/>
            <a:stCxn id="119" idx="3"/>
            <a:endCxn id="139" idx="1"/>
          </p:cNvCxnSpPr>
          <p:nvPr/>
        </p:nvCxnSpPr>
        <p:spPr>
          <a:xfrm>
            <a:off x="6604477" y="3102338"/>
            <a:ext cx="625996" cy="496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41A2ED9-93A8-4E95-950A-796A20DDD281}"/>
              </a:ext>
            </a:extLst>
          </p:cNvPr>
          <p:cNvCxnSpPr>
            <a:cxnSpLocks/>
            <a:stCxn id="123" idx="3"/>
            <a:endCxn id="151" idx="1"/>
          </p:cNvCxnSpPr>
          <p:nvPr/>
        </p:nvCxnSpPr>
        <p:spPr>
          <a:xfrm flipV="1">
            <a:off x="8208184" y="2565007"/>
            <a:ext cx="322474" cy="14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1FAA9C5E-86B8-4023-ABDD-B6FA8B8E0D23}"/>
              </a:ext>
            </a:extLst>
          </p:cNvPr>
          <p:cNvSpPr txBox="1"/>
          <p:nvPr/>
        </p:nvSpPr>
        <p:spPr>
          <a:xfrm>
            <a:off x="8712376" y="2935286"/>
            <a:ext cx="77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H</a:t>
            </a:r>
            <a:r>
              <a:rPr lang="en-US" sz="1600" baseline="-25000" dirty="0"/>
              <a:t>2</a:t>
            </a:r>
            <a:r>
              <a:rPr lang="en-US" sz="1600" dirty="0"/>
              <a:t>O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63E3ABF-106A-4C0E-B02B-F410326A2455}"/>
              </a:ext>
            </a:extLst>
          </p:cNvPr>
          <p:cNvCxnSpPr>
            <a:cxnSpLocks/>
            <a:stCxn id="192" idx="3"/>
            <a:endCxn id="135" idx="1"/>
          </p:cNvCxnSpPr>
          <p:nvPr/>
        </p:nvCxnSpPr>
        <p:spPr>
          <a:xfrm flipV="1">
            <a:off x="9488600" y="3102338"/>
            <a:ext cx="389216" cy="2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2B81D2F0-C95E-4A9F-BC76-331EB4294538}"/>
              </a:ext>
            </a:extLst>
          </p:cNvPr>
          <p:cNvCxnSpPr>
            <a:cxnSpLocks/>
            <a:stCxn id="139" idx="3"/>
            <a:endCxn id="235" idx="1"/>
          </p:cNvCxnSpPr>
          <p:nvPr/>
        </p:nvCxnSpPr>
        <p:spPr>
          <a:xfrm flipV="1">
            <a:off x="8659983" y="3598730"/>
            <a:ext cx="335735" cy="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850B7DBE-C6D1-4211-8123-77BBFCBDCA10}"/>
              </a:ext>
            </a:extLst>
          </p:cNvPr>
          <p:cNvSpPr txBox="1"/>
          <p:nvPr/>
        </p:nvSpPr>
        <p:spPr>
          <a:xfrm>
            <a:off x="8995718" y="3306342"/>
            <a:ext cx="11738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Renal </a:t>
            </a:r>
            <a:r>
              <a:rPr lang="en-US" sz="1600" dirty="0" err="1"/>
              <a:t>vaso</a:t>
            </a:r>
            <a:r>
              <a:rPr lang="en-US" sz="1600" dirty="0"/>
              <a:t>-constriction </a:t>
            </a: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E70FA65-C922-4685-B8F7-B7CD680968D3}"/>
              </a:ext>
            </a:extLst>
          </p:cNvPr>
          <p:cNvCxnSpPr>
            <a:cxnSpLocks/>
            <a:stCxn id="235" idx="3"/>
            <a:endCxn id="252" idx="1"/>
          </p:cNvCxnSpPr>
          <p:nvPr/>
        </p:nvCxnSpPr>
        <p:spPr>
          <a:xfrm>
            <a:off x="10169611" y="3598730"/>
            <a:ext cx="418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C5825C64-16F4-44BC-BAD8-BB950986D47F}"/>
              </a:ext>
            </a:extLst>
          </p:cNvPr>
          <p:cNvSpPr txBox="1"/>
          <p:nvPr/>
        </p:nvSpPr>
        <p:spPr>
          <a:xfrm>
            <a:off x="10587779" y="3429453"/>
            <a:ext cx="1347077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F3A04DFB-669F-42C1-B559-EA5069FF6F44}"/>
              </a:ext>
            </a:extLst>
          </p:cNvPr>
          <p:cNvSpPr/>
          <p:nvPr/>
        </p:nvSpPr>
        <p:spPr>
          <a:xfrm>
            <a:off x="7687962" y="3913319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2EACACFB-1882-4AA8-A82D-63CED76C458A}"/>
              </a:ext>
            </a:extLst>
          </p:cNvPr>
          <p:cNvSpPr/>
          <p:nvPr/>
        </p:nvSpPr>
        <p:spPr>
          <a:xfrm>
            <a:off x="1655715" y="3385533"/>
            <a:ext cx="271849" cy="27939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7EBBEA-69EB-4F30-8E83-011FC727B3D8}"/>
              </a:ext>
            </a:extLst>
          </p:cNvPr>
          <p:cNvSpPr txBox="1"/>
          <p:nvPr/>
        </p:nvSpPr>
        <p:spPr>
          <a:xfrm>
            <a:off x="487628" y="4798499"/>
            <a:ext cx="1130059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DEcompensated</a:t>
            </a:r>
            <a:r>
              <a:rPr lang="en-US" dirty="0"/>
              <a:t> cirrhosis, ↓ liver function leads to:</a:t>
            </a:r>
          </a:p>
          <a:p>
            <a:pPr marL="342900" indent="-342900">
              <a:buAutoNum type="arabicPeriod"/>
            </a:pPr>
            <a:r>
              <a:rPr lang="en-US" dirty="0"/>
              <a:t>↓ metabolism of vasodilatory substances which results in</a:t>
            </a:r>
          </a:p>
          <a:p>
            <a:pPr marL="342900" indent="-342900">
              <a:buAutoNum type="arabicPeriod"/>
            </a:pPr>
            <a:r>
              <a:rPr lang="en-US" dirty="0"/>
              <a:t>↓ vascular tone throughout the body including the splanchnic circulation </a:t>
            </a:r>
          </a:p>
          <a:p>
            <a:pPr marL="342900" indent="-342900">
              <a:buAutoNum type="arabicPeriod"/>
            </a:pPr>
            <a:r>
              <a:rPr lang="en-US" dirty="0"/>
              <a:t>Splanchnic vasodilation results in pooling of blood in the splanchnic circulation, resulting in ↓ EAV 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This ↓ EAV activates RAAS, ADH, and </a:t>
            </a:r>
            <a:r>
              <a:rPr lang="en-US" sz="1800" dirty="0"/>
              <a:t>↑ sympathetic tone leading to </a:t>
            </a:r>
            <a:r>
              <a:rPr lang="en-US" sz="1800" dirty="0">
                <a:solidFill>
                  <a:schemeClr val="accent2"/>
                </a:solidFill>
                <a:sym typeface="Wingdings" panose="05000000000000000000" pitchFamily="2" charset="2"/>
              </a:rPr>
              <a:t>hyponatremi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a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AKI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Cardiac output fails to compensate leading to a ↓ in BP leading to pre-renal AKI and </a:t>
            </a:r>
            <a:r>
              <a:rPr lang="en-US" dirty="0">
                <a:solidFill>
                  <a:schemeClr val="accent2"/>
                </a:solidFill>
              </a:rPr>
              <a:t>hypotension</a:t>
            </a:r>
          </a:p>
        </p:txBody>
      </p:sp>
      <p:sp>
        <p:nvSpPr>
          <p:cNvPr id="57" name="1">
            <a:extLst>
              <a:ext uri="{FF2B5EF4-FFF2-40B4-BE49-F238E27FC236}">
                <a16:creationId xmlns:a16="http://schemas.microsoft.com/office/drawing/2014/main" id="{24C9434B-20FA-4703-8379-CFD4329EFBA1}"/>
              </a:ext>
            </a:extLst>
          </p:cNvPr>
          <p:cNvSpPr/>
          <p:nvPr/>
        </p:nvSpPr>
        <p:spPr>
          <a:xfrm>
            <a:off x="537033" y="5128461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58" name="2">
            <a:extLst>
              <a:ext uri="{FF2B5EF4-FFF2-40B4-BE49-F238E27FC236}">
                <a16:creationId xmlns:a16="http://schemas.microsoft.com/office/drawing/2014/main" id="{41B7322A-7B28-4E01-8BB7-FF4ECCB4B855}"/>
              </a:ext>
            </a:extLst>
          </p:cNvPr>
          <p:cNvSpPr/>
          <p:nvPr/>
        </p:nvSpPr>
        <p:spPr>
          <a:xfrm>
            <a:off x="526875" y="5407854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59" name="3">
            <a:extLst>
              <a:ext uri="{FF2B5EF4-FFF2-40B4-BE49-F238E27FC236}">
                <a16:creationId xmlns:a16="http://schemas.microsoft.com/office/drawing/2014/main" id="{67B0E62B-3283-456A-8782-8C693D912A53}"/>
              </a:ext>
            </a:extLst>
          </p:cNvPr>
          <p:cNvSpPr/>
          <p:nvPr/>
        </p:nvSpPr>
        <p:spPr>
          <a:xfrm>
            <a:off x="526874" y="5687247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0" name="4">
            <a:extLst>
              <a:ext uri="{FF2B5EF4-FFF2-40B4-BE49-F238E27FC236}">
                <a16:creationId xmlns:a16="http://schemas.microsoft.com/office/drawing/2014/main" id="{E029D8CC-7206-43A2-B6FA-170E438F330F}"/>
              </a:ext>
            </a:extLst>
          </p:cNvPr>
          <p:cNvSpPr/>
          <p:nvPr/>
        </p:nvSpPr>
        <p:spPr>
          <a:xfrm>
            <a:off x="534768" y="5966640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1" name="5">
            <a:extLst>
              <a:ext uri="{FF2B5EF4-FFF2-40B4-BE49-F238E27FC236}">
                <a16:creationId xmlns:a16="http://schemas.microsoft.com/office/drawing/2014/main" id="{5D6DC3A5-9A01-4C96-A3E0-33B560A22888}"/>
              </a:ext>
            </a:extLst>
          </p:cNvPr>
          <p:cNvSpPr/>
          <p:nvPr/>
        </p:nvSpPr>
        <p:spPr>
          <a:xfrm>
            <a:off x="534768" y="6246018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62" name="TextBox 61">
            <a:hlinkClick r:id="rId3" action="ppaction://hlinksldjump"/>
            <a:extLst>
              <a:ext uri="{FF2B5EF4-FFF2-40B4-BE49-F238E27FC236}">
                <a16:creationId xmlns:a16="http://schemas.microsoft.com/office/drawing/2014/main" id="{8ECD463C-1DB9-4290-AE0D-D19E98188301}"/>
              </a:ext>
            </a:extLst>
          </p:cNvPr>
          <p:cNvSpPr txBox="1"/>
          <p:nvPr/>
        </p:nvSpPr>
        <p:spPr>
          <a:xfrm>
            <a:off x="408528" y="685144"/>
            <a:ext cx="1750224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Compensated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D9650A-A6ED-4C2E-8776-1E6FE86CBD9C}"/>
              </a:ext>
            </a:extLst>
          </p:cNvPr>
          <p:cNvSpPr txBox="1"/>
          <p:nvPr/>
        </p:nvSpPr>
        <p:spPr>
          <a:xfrm>
            <a:off x="408527" y="1212608"/>
            <a:ext cx="1941481" cy="408623"/>
          </a:xfrm>
          <a:prstGeom prst="round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DECOMPENSATED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C7CE8D-0F2D-4155-8041-3C6C315CE48E}"/>
              </a:ext>
            </a:extLst>
          </p:cNvPr>
          <p:cNvSpPr txBox="1"/>
          <p:nvPr/>
        </p:nvSpPr>
        <p:spPr>
          <a:xfrm>
            <a:off x="2728988" y="106913"/>
            <a:ext cx="673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Pathophysiology of Hepatorenal Syndrome </a:t>
            </a:r>
          </a:p>
        </p:txBody>
      </p:sp>
      <p:sp>
        <p:nvSpPr>
          <p:cNvPr id="65" name="Rectangle: Rounded Corners 6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17A5BC0-88BB-47C7-B78A-C4898D6F2FAA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66" name="Rectangle: Rounded Corners 65">
            <a:hlinkClick r:id="rId3" action="ppaction://hlinksldjump"/>
            <a:extLst>
              <a:ext uri="{FF2B5EF4-FFF2-40B4-BE49-F238E27FC236}">
                <a16:creationId xmlns:a16="http://schemas.microsoft.com/office/drawing/2014/main" id="{13995C13-E216-4EB6-A9A9-10BA6C957CA4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67" name="Rectangle: Rounded Corners 66">
            <a:hlinkClick r:id="rId4" action="ppaction://hlinksldjump"/>
            <a:extLst>
              <a:ext uri="{FF2B5EF4-FFF2-40B4-BE49-F238E27FC236}">
                <a16:creationId xmlns:a16="http://schemas.microsoft.com/office/drawing/2014/main" id="{5EF332F6-DB87-43E6-B592-35D5BDDF40FC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4772A7-9C2E-4B6E-83AB-6DEBDF6359D1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2758E6-7D8A-4997-B21A-775887B568C9}"/>
              </a:ext>
            </a:extLst>
          </p:cNvPr>
          <p:cNvGrpSpPr/>
          <p:nvPr/>
        </p:nvGrpSpPr>
        <p:grpSpPr>
          <a:xfrm>
            <a:off x="491524" y="4469120"/>
            <a:ext cx="1822732" cy="307777"/>
            <a:chOff x="10180680" y="4838277"/>
            <a:chExt cx="1822732" cy="307777"/>
          </a:xfrm>
        </p:grpSpPr>
        <p:pic>
          <p:nvPicPr>
            <p:cNvPr id="69" name="Graphic 68" descr="Cursor">
              <a:extLst>
                <a:ext uri="{FF2B5EF4-FFF2-40B4-BE49-F238E27FC236}">
                  <a16:creationId xmlns:a16="http://schemas.microsoft.com/office/drawing/2014/main" id="{893B0268-D7FF-452C-8882-4DAB8FBB6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162D183-8E31-41C6-A19C-76F903EE8215}"/>
                </a:ext>
              </a:extLst>
            </p:cNvPr>
            <p:cNvSpPr txBox="1"/>
            <p:nvPr/>
          </p:nvSpPr>
          <p:spPr>
            <a:xfrm>
              <a:off x="10303460" y="4838277"/>
              <a:ext cx="1699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  <p:sp>
        <p:nvSpPr>
          <p:cNvPr id="72" name="Rectangle 11">
            <a:extLst>
              <a:ext uri="{FF2B5EF4-FFF2-40B4-BE49-F238E27FC236}">
                <a16:creationId xmlns:a16="http://schemas.microsoft.com/office/drawing/2014/main" id="{2A050C13-E1BB-4A25-9609-6DD13FE7FF6D}"/>
              </a:ext>
            </a:extLst>
          </p:cNvPr>
          <p:cNvSpPr/>
          <p:nvPr/>
        </p:nvSpPr>
        <p:spPr>
          <a:xfrm>
            <a:off x="4324979" y="2132930"/>
            <a:ext cx="1445538" cy="1392960"/>
          </a:xfrm>
          <a:custGeom>
            <a:avLst/>
            <a:gdLst>
              <a:gd name="connsiteX0" fmla="*/ 0 w 1099029"/>
              <a:gd name="connsiteY0" fmla="*/ 0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0 h 1056075"/>
              <a:gd name="connsiteX0" fmla="*/ 0 w 1099029"/>
              <a:gd name="connsiteY0" fmla="*/ 134754 h 1056075"/>
              <a:gd name="connsiteX1" fmla="*/ 1099029 w 1099029"/>
              <a:gd name="connsiteY1" fmla="*/ 0 h 1056075"/>
              <a:gd name="connsiteX2" fmla="*/ 1099029 w 1099029"/>
              <a:gd name="connsiteY2" fmla="*/ 1056075 h 1056075"/>
              <a:gd name="connsiteX3" fmla="*/ 0 w 1099029"/>
              <a:gd name="connsiteY3" fmla="*/ 1056075 h 1056075"/>
              <a:gd name="connsiteX4" fmla="*/ 0 w 1099029"/>
              <a:gd name="connsiteY4" fmla="*/ 134754 h 1056075"/>
              <a:gd name="connsiteX0" fmla="*/ 0 w 1204907"/>
              <a:gd name="connsiteY0" fmla="*/ 134754 h 1056075"/>
              <a:gd name="connsiteX1" fmla="*/ 1099029 w 1204907"/>
              <a:gd name="connsiteY1" fmla="*/ 0 h 1056075"/>
              <a:gd name="connsiteX2" fmla="*/ 1204907 w 1204907"/>
              <a:gd name="connsiteY2" fmla="*/ 873195 h 1056075"/>
              <a:gd name="connsiteX3" fmla="*/ 0 w 1204907"/>
              <a:gd name="connsiteY3" fmla="*/ 1056075 h 1056075"/>
              <a:gd name="connsiteX4" fmla="*/ 0 w 1204907"/>
              <a:gd name="connsiteY4" fmla="*/ 134754 h 1056075"/>
              <a:gd name="connsiteX0" fmla="*/ 0 w 1118279"/>
              <a:gd name="connsiteY0" fmla="*/ 134754 h 1056075"/>
              <a:gd name="connsiteX1" fmla="*/ 1099029 w 1118279"/>
              <a:gd name="connsiteY1" fmla="*/ 0 h 1056075"/>
              <a:gd name="connsiteX2" fmla="*/ 1118279 w 1118279"/>
              <a:gd name="connsiteY2" fmla="*/ 950197 h 1056075"/>
              <a:gd name="connsiteX3" fmla="*/ 0 w 1118279"/>
              <a:gd name="connsiteY3" fmla="*/ 1056075 h 1056075"/>
              <a:gd name="connsiteX4" fmla="*/ 0 w 1118279"/>
              <a:gd name="connsiteY4" fmla="*/ 134754 h 1056075"/>
              <a:gd name="connsiteX0" fmla="*/ 0 w 1118279"/>
              <a:gd name="connsiteY0" fmla="*/ 500514 h 1421835"/>
              <a:gd name="connsiteX1" fmla="*/ 906524 w 1118279"/>
              <a:gd name="connsiteY1" fmla="*/ 0 h 1421835"/>
              <a:gd name="connsiteX2" fmla="*/ 1118279 w 1118279"/>
              <a:gd name="connsiteY2" fmla="*/ 1315957 h 1421835"/>
              <a:gd name="connsiteX3" fmla="*/ 0 w 1118279"/>
              <a:gd name="connsiteY3" fmla="*/ 1421835 h 1421835"/>
              <a:gd name="connsiteX4" fmla="*/ 0 w 1118279"/>
              <a:gd name="connsiteY4" fmla="*/ 500514 h 1421835"/>
              <a:gd name="connsiteX0" fmla="*/ 0 w 1166406"/>
              <a:gd name="connsiteY0" fmla="*/ 500514 h 1421835"/>
              <a:gd name="connsiteX1" fmla="*/ 906524 w 1166406"/>
              <a:gd name="connsiteY1" fmla="*/ 0 h 1421835"/>
              <a:gd name="connsiteX2" fmla="*/ 1166406 w 1166406"/>
              <a:gd name="connsiteY2" fmla="*/ 825068 h 1421835"/>
              <a:gd name="connsiteX3" fmla="*/ 0 w 1166406"/>
              <a:gd name="connsiteY3" fmla="*/ 1421835 h 1421835"/>
              <a:gd name="connsiteX4" fmla="*/ 0 w 1166406"/>
              <a:gd name="connsiteY4" fmla="*/ 500514 h 1421835"/>
              <a:gd name="connsiteX0" fmla="*/ 0 w 1166406"/>
              <a:gd name="connsiteY0" fmla="*/ 500514 h 1296707"/>
              <a:gd name="connsiteX1" fmla="*/ 906524 w 1166406"/>
              <a:gd name="connsiteY1" fmla="*/ 0 h 1296707"/>
              <a:gd name="connsiteX2" fmla="*/ 1166406 w 1166406"/>
              <a:gd name="connsiteY2" fmla="*/ 825068 h 1296707"/>
              <a:gd name="connsiteX3" fmla="*/ 202130 w 1166406"/>
              <a:gd name="connsiteY3" fmla="*/ 1296707 h 1296707"/>
              <a:gd name="connsiteX4" fmla="*/ 0 w 1166406"/>
              <a:gd name="connsiteY4" fmla="*/ 500514 h 1296707"/>
              <a:gd name="connsiteX0" fmla="*/ 0 w 1339660"/>
              <a:gd name="connsiteY0" fmla="*/ 635268 h 1296707"/>
              <a:gd name="connsiteX1" fmla="*/ 1079778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39660"/>
              <a:gd name="connsiteY0" fmla="*/ 635268 h 1296707"/>
              <a:gd name="connsiteX1" fmla="*/ 973900 w 1339660"/>
              <a:gd name="connsiteY1" fmla="*/ 0 h 1296707"/>
              <a:gd name="connsiteX2" fmla="*/ 1339660 w 1339660"/>
              <a:gd name="connsiteY2" fmla="*/ 825068 h 1296707"/>
              <a:gd name="connsiteX3" fmla="*/ 375384 w 1339660"/>
              <a:gd name="connsiteY3" fmla="*/ 1296707 h 1296707"/>
              <a:gd name="connsiteX4" fmla="*/ 0 w 1339660"/>
              <a:gd name="connsiteY4" fmla="*/ 635268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825068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296707"/>
              <a:gd name="connsiteX1" fmla="*/ 954649 w 1320409"/>
              <a:gd name="connsiteY1" fmla="*/ 0 h 1296707"/>
              <a:gd name="connsiteX2" fmla="*/ 1320409 w 1320409"/>
              <a:gd name="connsiteY2" fmla="*/ 796193 h 1296707"/>
              <a:gd name="connsiteX3" fmla="*/ 356133 w 1320409"/>
              <a:gd name="connsiteY3" fmla="*/ 1296707 h 1296707"/>
              <a:gd name="connsiteX4" fmla="*/ 0 w 1320409"/>
              <a:gd name="connsiteY4" fmla="*/ 462013 h 1296707"/>
              <a:gd name="connsiteX0" fmla="*/ 0 w 1320409"/>
              <a:gd name="connsiteY0" fmla="*/ 462013 h 1373710"/>
              <a:gd name="connsiteX1" fmla="*/ 954649 w 1320409"/>
              <a:gd name="connsiteY1" fmla="*/ 0 h 1373710"/>
              <a:gd name="connsiteX2" fmla="*/ 1320409 w 1320409"/>
              <a:gd name="connsiteY2" fmla="*/ 796193 h 1373710"/>
              <a:gd name="connsiteX3" fmla="*/ 394634 w 1320409"/>
              <a:gd name="connsiteY3" fmla="*/ 1373710 h 1373710"/>
              <a:gd name="connsiteX4" fmla="*/ 0 w 1320409"/>
              <a:gd name="connsiteY4" fmla="*/ 462013 h 1373710"/>
              <a:gd name="connsiteX0" fmla="*/ 0 w 1416662"/>
              <a:gd name="connsiteY0" fmla="*/ 587142 h 1373710"/>
              <a:gd name="connsiteX1" fmla="*/ 1050902 w 1416662"/>
              <a:gd name="connsiteY1" fmla="*/ 0 h 1373710"/>
              <a:gd name="connsiteX2" fmla="*/ 1416662 w 1416662"/>
              <a:gd name="connsiteY2" fmla="*/ 796193 h 1373710"/>
              <a:gd name="connsiteX3" fmla="*/ 490887 w 1416662"/>
              <a:gd name="connsiteY3" fmla="*/ 1373710 h 1373710"/>
              <a:gd name="connsiteX4" fmla="*/ 0 w 1416662"/>
              <a:gd name="connsiteY4" fmla="*/ 587142 h 1373710"/>
              <a:gd name="connsiteX0" fmla="*/ 0 w 1416662"/>
              <a:gd name="connsiteY0" fmla="*/ 577516 h 1364084"/>
              <a:gd name="connsiteX1" fmla="*/ 896898 w 1416662"/>
              <a:gd name="connsiteY1" fmla="*/ 0 h 1364084"/>
              <a:gd name="connsiteX2" fmla="*/ 1416662 w 1416662"/>
              <a:gd name="connsiteY2" fmla="*/ 786567 h 1364084"/>
              <a:gd name="connsiteX3" fmla="*/ 490887 w 1416662"/>
              <a:gd name="connsiteY3" fmla="*/ 1364084 h 1364084"/>
              <a:gd name="connsiteX4" fmla="*/ 0 w 1416662"/>
              <a:gd name="connsiteY4" fmla="*/ 577516 h 1364084"/>
              <a:gd name="connsiteX0" fmla="*/ 0 w 1445538"/>
              <a:gd name="connsiteY0" fmla="*/ 577516 h 1364084"/>
              <a:gd name="connsiteX1" fmla="*/ 896898 w 1445538"/>
              <a:gd name="connsiteY1" fmla="*/ 0 h 1364084"/>
              <a:gd name="connsiteX2" fmla="*/ 1445538 w 1445538"/>
              <a:gd name="connsiteY2" fmla="*/ 728816 h 1364084"/>
              <a:gd name="connsiteX3" fmla="*/ 490887 w 1445538"/>
              <a:gd name="connsiteY3" fmla="*/ 1364084 h 1364084"/>
              <a:gd name="connsiteX4" fmla="*/ 0 w 1445538"/>
              <a:gd name="connsiteY4" fmla="*/ 577516 h 1364084"/>
              <a:gd name="connsiteX0" fmla="*/ 0 w 1445538"/>
              <a:gd name="connsiteY0" fmla="*/ 606392 h 1392960"/>
              <a:gd name="connsiteX1" fmla="*/ 954650 w 1445538"/>
              <a:gd name="connsiteY1" fmla="*/ 0 h 1392960"/>
              <a:gd name="connsiteX2" fmla="*/ 1445538 w 1445538"/>
              <a:gd name="connsiteY2" fmla="*/ 757692 h 1392960"/>
              <a:gd name="connsiteX3" fmla="*/ 490887 w 1445538"/>
              <a:gd name="connsiteY3" fmla="*/ 1392960 h 1392960"/>
              <a:gd name="connsiteX4" fmla="*/ 0 w 1445538"/>
              <a:gd name="connsiteY4" fmla="*/ 606392 h 139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5538" h="1392960">
                <a:moveTo>
                  <a:pt x="0" y="606392"/>
                </a:moveTo>
                <a:lnTo>
                  <a:pt x="954650" y="0"/>
                </a:lnTo>
                <a:lnTo>
                  <a:pt x="1445538" y="757692"/>
                </a:lnTo>
                <a:lnTo>
                  <a:pt x="490887" y="1392960"/>
                </a:lnTo>
                <a:lnTo>
                  <a:pt x="0" y="60639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Splanchnic circulation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0F35937-4C31-43E7-9D8B-DBBC5764A9DF}"/>
              </a:ext>
            </a:extLst>
          </p:cNvPr>
          <p:cNvSpPr/>
          <p:nvPr/>
        </p:nvSpPr>
        <p:spPr>
          <a:xfrm>
            <a:off x="163812" y="4631635"/>
            <a:ext cx="253631" cy="657843"/>
          </a:xfrm>
          <a:custGeom>
            <a:avLst/>
            <a:gdLst>
              <a:gd name="connsiteX0" fmla="*/ 233753 w 253631"/>
              <a:gd name="connsiteY0" fmla="*/ 0 h 657843"/>
              <a:gd name="connsiteX1" fmla="*/ 15092 w 253631"/>
              <a:gd name="connsiteY1" fmla="*/ 188843 h 657843"/>
              <a:gd name="connsiteX2" fmla="*/ 44910 w 253631"/>
              <a:gd name="connsiteY2" fmla="*/ 586408 h 657843"/>
              <a:gd name="connsiteX3" fmla="*/ 253631 w 253631"/>
              <a:gd name="connsiteY3" fmla="*/ 655982 h 65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631" h="657843">
                <a:moveTo>
                  <a:pt x="233753" y="0"/>
                </a:moveTo>
                <a:cubicBezTo>
                  <a:pt x="140159" y="45554"/>
                  <a:pt x="46566" y="91108"/>
                  <a:pt x="15092" y="188843"/>
                </a:cubicBezTo>
                <a:cubicBezTo>
                  <a:pt x="-16382" y="286578"/>
                  <a:pt x="5154" y="508552"/>
                  <a:pt x="44910" y="586408"/>
                </a:cubicBezTo>
                <a:cubicBezTo>
                  <a:pt x="84666" y="664264"/>
                  <a:pt x="169148" y="660123"/>
                  <a:pt x="253631" y="655982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8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000" fill="hold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  <p:bldLst>
      <p:bldP spid="28" grpId="0"/>
      <p:bldP spid="42" grpId="0"/>
      <p:bldP spid="51" grpId="0"/>
      <p:bldP spid="54" grpId="0"/>
      <p:bldP spid="78" grpId="0" animBg="1"/>
      <p:bldP spid="95" grpId="1" animBg="1"/>
      <p:bldP spid="119" grpId="0"/>
      <p:bldP spid="123" grpId="0"/>
      <p:bldP spid="130" grpId="0"/>
      <p:bldP spid="135" grpId="0" animBg="1"/>
      <p:bldP spid="139" grpId="0"/>
      <p:bldP spid="151" grpId="0"/>
      <p:bldP spid="155" grpId="0" animBg="1"/>
      <p:bldP spid="156" grpId="0" animBg="1"/>
      <p:bldP spid="157" grpId="0" animBg="1"/>
      <p:bldP spid="192" grpId="0"/>
      <p:bldP spid="235" grpId="0"/>
      <p:bldP spid="252" grpId="0" animBg="1"/>
      <p:bldP spid="272" grpId="0" animBg="1"/>
      <p:bldP spid="277" grpId="0" animBg="1"/>
      <p:bldP spid="72" grpId="0" build="allAtOnce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7EAE7-BD8A-44A7-9112-B6F0619F7BCE}"/>
              </a:ext>
            </a:extLst>
          </p:cNvPr>
          <p:cNvSpPr txBox="1"/>
          <p:nvPr/>
        </p:nvSpPr>
        <p:spPr>
          <a:xfrm>
            <a:off x="2887948" y="89821"/>
            <a:ext cx="5506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Diagnosis of Hepatorenal Syndrome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76A385-3CB9-48D0-88CA-CF7D286E3B16}"/>
              </a:ext>
            </a:extLst>
          </p:cNvPr>
          <p:cNvGrpSpPr/>
          <p:nvPr/>
        </p:nvGrpSpPr>
        <p:grpSpPr>
          <a:xfrm>
            <a:off x="2603602" y="586999"/>
            <a:ext cx="4557091" cy="2939676"/>
            <a:chOff x="3203697" y="919883"/>
            <a:chExt cx="4557091" cy="293967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270154-1342-4AF6-862B-0B6F1F0B90AF}"/>
                </a:ext>
              </a:extLst>
            </p:cNvPr>
            <p:cNvSpPr/>
            <p:nvPr/>
          </p:nvSpPr>
          <p:spPr>
            <a:xfrm>
              <a:off x="4516386" y="919883"/>
              <a:ext cx="2797519" cy="2044514"/>
            </a:xfrm>
            <a:custGeom>
              <a:avLst/>
              <a:gdLst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73155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87205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06081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69712 w 3324754"/>
                <a:gd name="connsiteY15" fmla="*/ 1706132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03727"/>
                <a:gd name="connsiteY0" fmla="*/ 417534 h 2445138"/>
                <a:gd name="connsiteX1" fmla="*/ 388619 w 3303727"/>
                <a:gd name="connsiteY1" fmla="*/ 61399 h 2445138"/>
                <a:gd name="connsiteX2" fmla="*/ 1303019 w 3303727"/>
                <a:gd name="connsiteY2" fmla="*/ 51774 h 2445138"/>
                <a:gd name="connsiteX3" fmla="*/ 2034539 w 3303727"/>
                <a:gd name="connsiteY3" fmla="*/ 581163 h 2445138"/>
                <a:gd name="connsiteX4" fmla="*/ 2381049 w 3303727"/>
                <a:gd name="connsiteY4" fmla="*/ 1351185 h 2445138"/>
                <a:gd name="connsiteX5" fmla="*/ 2458051 w 3303727"/>
                <a:gd name="connsiteY5" fmla="*/ 1832448 h 2445138"/>
                <a:gd name="connsiteX6" fmla="*/ 2467676 w 3303727"/>
                <a:gd name="connsiteY6" fmla="*/ 2082705 h 2445138"/>
                <a:gd name="connsiteX7" fmla="*/ 2871937 w 3303727"/>
                <a:gd name="connsiteY7" fmla="*/ 1899825 h 2445138"/>
                <a:gd name="connsiteX8" fmla="*/ 3266573 w 3303727"/>
                <a:gd name="connsiteY8" fmla="*/ 1793947 h 2445138"/>
                <a:gd name="connsiteX9" fmla="*/ 3285824 w 3303727"/>
                <a:gd name="connsiteY9" fmla="*/ 1947951 h 2445138"/>
                <a:gd name="connsiteX10" fmla="*/ 3255277 w 3303727"/>
                <a:gd name="connsiteY10" fmla="*/ 2071892 h 2445138"/>
                <a:gd name="connsiteX11" fmla="*/ 2871937 w 3303727"/>
                <a:gd name="connsiteY11" fmla="*/ 2246334 h 2445138"/>
                <a:gd name="connsiteX12" fmla="*/ 2486927 w 3303727"/>
                <a:gd name="connsiteY12" fmla="*/ 2419589 h 2445138"/>
                <a:gd name="connsiteX13" fmla="*/ 2265546 w 3303727"/>
                <a:gd name="connsiteY13" fmla="*/ 2429214 h 2445138"/>
                <a:gd name="connsiteX14" fmla="*/ 2140417 w 3303727"/>
                <a:gd name="connsiteY14" fmla="*/ 2275210 h 2445138"/>
                <a:gd name="connsiteX15" fmla="*/ 2169712 w 3303727"/>
                <a:gd name="connsiteY15" fmla="*/ 1706132 h 2445138"/>
                <a:gd name="connsiteX16" fmla="*/ 2026166 w 3303727"/>
                <a:gd name="connsiteY16" fmla="*/ 1072448 h 2445138"/>
                <a:gd name="connsiteX17" fmla="*/ 1757076 w 3303727"/>
                <a:gd name="connsiteY17" fmla="*/ 659353 h 2445138"/>
                <a:gd name="connsiteX18" fmla="*/ 1419358 w 3303727"/>
                <a:gd name="connsiteY18" fmla="*/ 387867 h 2445138"/>
                <a:gd name="connsiteX19" fmla="*/ 889133 w 3303727"/>
                <a:gd name="connsiteY19" fmla="*/ 243092 h 2445138"/>
                <a:gd name="connsiteX20" fmla="*/ 494497 w 3303727"/>
                <a:gd name="connsiteY20" fmla="*/ 340532 h 2445138"/>
                <a:gd name="connsiteX21" fmla="*/ 321242 w 3303727"/>
                <a:gd name="connsiteY21" fmla="*/ 523412 h 2445138"/>
                <a:gd name="connsiteX22" fmla="*/ 253866 w 3303727"/>
                <a:gd name="connsiteY22" fmla="*/ 581163 h 2445138"/>
                <a:gd name="connsiteX23" fmla="*/ 32485 w 3303727"/>
                <a:gd name="connsiteY23" fmla="*/ 504161 h 2445138"/>
                <a:gd name="connsiteX24" fmla="*/ 42110 w 3303727"/>
                <a:gd name="connsiteY24" fmla="*/ 417534 h 2445138"/>
                <a:gd name="connsiteX0" fmla="*/ 42110 w 3303727"/>
                <a:gd name="connsiteY0" fmla="*/ 417534 h 2439272"/>
                <a:gd name="connsiteX1" fmla="*/ 388619 w 3303727"/>
                <a:gd name="connsiteY1" fmla="*/ 61399 h 2439272"/>
                <a:gd name="connsiteX2" fmla="*/ 1303019 w 3303727"/>
                <a:gd name="connsiteY2" fmla="*/ 51774 h 2439272"/>
                <a:gd name="connsiteX3" fmla="*/ 2034539 w 3303727"/>
                <a:gd name="connsiteY3" fmla="*/ 581163 h 2439272"/>
                <a:gd name="connsiteX4" fmla="*/ 2381049 w 3303727"/>
                <a:gd name="connsiteY4" fmla="*/ 1351185 h 2439272"/>
                <a:gd name="connsiteX5" fmla="*/ 2458051 w 3303727"/>
                <a:gd name="connsiteY5" fmla="*/ 1832448 h 2439272"/>
                <a:gd name="connsiteX6" fmla="*/ 2467676 w 3303727"/>
                <a:gd name="connsiteY6" fmla="*/ 2082705 h 2439272"/>
                <a:gd name="connsiteX7" fmla="*/ 2871937 w 3303727"/>
                <a:gd name="connsiteY7" fmla="*/ 1899825 h 2439272"/>
                <a:gd name="connsiteX8" fmla="*/ 3266573 w 3303727"/>
                <a:gd name="connsiteY8" fmla="*/ 1793947 h 2439272"/>
                <a:gd name="connsiteX9" fmla="*/ 3285824 w 3303727"/>
                <a:gd name="connsiteY9" fmla="*/ 1947951 h 2439272"/>
                <a:gd name="connsiteX10" fmla="*/ 3255277 w 3303727"/>
                <a:gd name="connsiteY10" fmla="*/ 2071892 h 2439272"/>
                <a:gd name="connsiteX11" fmla="*/ 2871937 w 3303727"/>
                <a:gd name="connsiteY11" fmla="*/ 2246334 h 2439272"/>
                <a:gd name="connsiteX12" fmla="*/ 2486927 w 3303727"/>
                <a:gd name="connsiteY12" fmla="*/ 2419589 h 2439272"/>
                <a:gd name="connsiteX13" fmla="*/ 2285631 w 3303727"/>
                <a:gd name="connsiteY13" fmla="*/ 2419194 h 2439272"/>
                <a:gd name="connsiteX14" fmla="*/ 2140417 w 3303727"/>
                <a:gd name="connsiteY14" fmla="*/ 2275210 h 2439272"/>
                <a:gd name="connsiteX15" fmla="*/ 2169712 w 3303727"/>
                <a:gd name="connsiteY15" fmla="*/ 1706132 h 2439272"/>
                <a:gd name="connsiteX16" fmla="*/ 2026166 w 3303727"/>
                <a:gd name="connsiteY16" fmla="*/ 1072448 h 2439272"/>
                <a:gd name="connsiteX17" fmla="*/ 1757076 w 3303727"/>
                <a:gd name="connsiteY17" fmla="*/ 659353 h 2439272"/>
                <a:gd name="connsiteX18" fmla="*/ 1419358 w 3303727"/>
                <a:gd name="connsiteY18" fmla="*/ 387867 h 2439272"/>
                <a:gd name="connsiteX19" fmla="*/ 889133 w 3303727"/>
                <a:gd name="connsiteY19" fmla="*/ 243092 h 2439272"/>
                <a:gd name="connsiteX20" fmla="*/ 494497 w 3303727"/>
                <a:gd name="connsiteY20" fmla="*/ 340532 h 2439272"/>
                <a:gd name="connsiteX21" fmla="*/ 321242 w 3303727"/>
                <a:gd name="connsiteY21" fmla="*/ 523412 h 2439272"/>
                <a:gd name="connsiteX22" fmla="*/ 253866 w 3303727"/>
                <a:gd name="connsiteY22" fmla="*/ 581163 h 2439272"/>
                <a:gd name="connsiteX23" fmla="*/ 32485 w 3303727"/>
                <a:gd name="connsiteY23" fmla="*/ 504161 h 2439272"/>
                <a:gd name="connsiteX24" fmla="*/ 42110 w 3303727"/>
                <a:gd name="connsiteY24" fmla="*/ 417534 h 2439272"/>
                <a:gd name="connsiteX0" fmla="*/ 42110 w 3303727"/>
                <a:gd name="connsiteY0" fmla="*/ 417534 h 2421842"/>
                <a:gd name="connsiteX1" fmla="*/ 388619 w 3303727"/>
                <a:gd name="connsiteY1" fmla="*/ 61399 h 2421842"/>
                <a:gd name="connsiteX2" fmla="*/ 1303019 w 3303727"/>
                <a:gd name="connsiteY2" fmla="*/ 51774 h 2421842"/>
                <a:gd name="connsiteX3" fmla="*/ 2034539 w 3303727"/>
                <a:gd name="connsiteY3" fmla="*/ 581163 h 2421842"/>
                <a:gd name="connsiteX4" fmla="*/ 2381049 w 3303727"/>
                <a:gd name="connsiteY4" fmla="*/ 1351185 h 2421842"/>
                <a:gd name="connsiteX5" fmla="*/ 2458051 w 3303727"/>
                <a:gd name="connsiteY5" fmla="*/ 1832448 h 2421842"/>
                <a:gd name="connsiteX6" fmla="*/ 2467676 w 3303727"/>
                <a:gd name="connsiteY6" fmla="*/ 2082705 h 2421842"/>
                <a:gd name="connsiteX7" fmla="*/ 2871937 w 3303727"/>
                <a:gd name="connsiteY7" fmla="*/ 1899825 h 2421842"/>
                <a:gd name="connsiteX8" fmla="*/ 3266573 w 3303727"/>
                <a:gd name="connsiteY8" fmla="*/ 1793947 h 2421842"/>
                <a:gd name="connsiteX9" fmla="*/ 3285824 w 3303727"/>
                <a:gd name="connsiteY9" fmla="*/ 1947951 h 2421842"/>
                <a:gd name="connsiteX10" fmla="*/ 3255277 w 3303727"/>
                <a:gd name="connsiteY10" fmla="*/ 2071892 h 2421842"/>
                <a:gd name="connsiteX11" fmla="*/ 2871937 w 3303727"/>
                <a:gd name="connsiteY11" fmla="*/ 2246334 h 2421842"/>
                <a:gd name="connsiteX12" fmla="*/ 2527097 w 3303727"/>
                <a:gd name="connsiteY12" fmla="*/ 2359463 h 2421842"/>
                <a:gd name="connsiteX13" fmla="*/ 2285631 w 3303727"/>
                <a:gd name="connsiteY13" fmla="*/ 2419194 h 2421842"/>
                <a:gd name="connsiteX14" fmla="*/ 2140417 w 3303727"/>
                <a:gd name="connsiteY14" fmla="*/ 2275210 h 2421842"/>
                <a:gd name="connsiteX15" fmla="*/ 2169712 w 3303727"/>
                <a:gd name="connsiteY15" fmla="*/ 1706132 h 2421842"/>
                <a:gd name="connsiteX16" fmla="*/ 2026166 w 3303727"/>
                <a:gd name="connsiteY16" fmla="*/ 1072448 h 2421842"/>
                <a:gd name="connsiteX17" fmla="*/ 1757076 w 3303727"/>
                <a:gd name="connsiteY17" fmla="*/ 659353 h 2421842"/>
                <a:gd name="connsiteX18" fmla="*/ 1419358 w 3303727"/>
                <a:gd name="connsiteY18" fmla="*/ 387867 h 2421842"/>
                <a:gd name="connsiteX19" fmla="*/ 889133 w 3303727"/>
                <a:gd name="connsiteY19" fmla="*/ 243092 h 2421842"/>
                <a:gd name="connsiteX20" fmla="*/ 494497 w 3303727"/>
                <a:gd name="connsiteY20" fmla="*/ 340532 h 2421842"/>
                <a:gd name="connsiteX21" fmla="*/ 321242 w 3303727"/>
                <a:gd name="connsiteY21" fmla="*/ 523412 h 2421842"/>
                <a:gd name="connsiteX22" fmla="*/ 253866 w 3303727"/>
                <a:gd name="connsiteY22" fmla="*/ 581163 h 2421842"/>
                <a:gd name="connsiteX23" fmla="*/ 32485 w 3303727"/>
                <a:gd name="connsiteY23" fmla="*/ 504161 h 2421842"/>
                <a:gd name="connsiteX24" fmla="*/ 42110 w 3303727"/>
                <a:gd name="connsiteY24" fmla="*/ 417534 h 2421842"/>
                <a:gd name="connsiteX0" fmla="*/ 42110 w 3303727"/>
                <a:gd name="connsiteY0" fmla="*/ 417534 h 2422465"/>
                <a:gd name="connsiteX1" fmla="*/ 388619 w 3303727"/>
                <a:gd name="connsiteY1" fmla="*/ 61399 h 2422465"/>
                <a:gd name="connsiteX2" fmla="*/ 1303019 w 3303727"/>
                <a:gd name="connsiteY2" fmla="*/ 51774 h 2422465"/>
                <a:gd name="connsiteX3" fmla="*/ 2034539 w 3303727"/>
                <a:gd name="connsiteY3" fmla="*/ 581163 h 2422465"/>
                <a:gd name="connsiteX4" fmla="*/ 2381049 w 3303727"/>
                <a:gd name="connsiteY4" fmla="*/ 1351185 h 2422465"/>
                <a:gd name="connsiteX5" fmla="*/ 2458051 w 3303727"/>
                <a:gd name="connsiteY5" fmla="*/ 1832448 h 2422465"/>
                <a:gd name="connsiteX6" fmla="*/ 2467676 w 3303727"/>
                <a:gd name="connsiteY6" fmla="*/ 2082705 h 2422465"/>
                <a:gd name="connsiteX7" fmla="*/ 2871937 w 3303727"/>
                <a:gd name="connsiteY7" fmla="*/ 1899825 h 2422465"/>
                <a:gd name="connsiteX8" fmla="*/ 3266573 w 3303727"/>
                <a:gd name="connsiteY8" fmla="*/ 1793947 h 2422465"/>
                <a:gd name="connsiteX9" fmla="*/ 3285824 w 3303727"/>
                <a:gd name="connsiteY9" fmla="*/ 1947951 h 2422465"/>
                <a:gd name="connsiteX10" fmla="*/ 3255277 w 3303727"/>
                <a:gd name="connsiteY10" fmla="*/ 2071892 h 2422465"/>
                <a:gd name="connsiteX11" fmla="*/ 2861896 w 3303727"/>
                <a:gd name="connsiteY11" fmla="*/ 2176187 h 2422465"/>
                <a:gd name="connsiteX12" fmla="*/ 2527097 w 3303727"/>
                <a:gd name="connsiteY12" fmla="*/ 2359463 h 2422465"/>
                <a:gd name="connsiteX13" fmla="*/ 2285631 w 3303727"/>
                <a:gd name="connsiteY13" fmla="*/ 2419194 h 2422465"/>
                <a:gd name="connsiteX14" fmla="*/ 2140417 w 3303727"/>
                <a:gd name="connsiteY14" fmla="*/ 2275210 h 2422465"/>
                <a:gd name="connsiteX15" fmla="*/ 2169712 w 3303727"/>
                <a:gd name="connsiteY15" fmla="*/ 1706132 h 2422465"/>
                <a:gd name="connsiteX16" fmla="*/ 2026166 w 3303727"/>
                <a:gd name="connsiteY16" fmla="*/ 1072448 h 2422465"/>
                <a:gd name="connsiteX17" fmla="*/ 1757076 w 3303727"/>
                <a:gd name="connsiteY17" fmla="*/ 659353 h 2422465"/>
                <a:gd name="connsiteX18" fmla="*/ 1419358 w 3303727"/>
                <a:gd name="connsiteY18" fmla="*/ 387867 h 2422465"/>
                <a:gd name="connsiteX19" fmla="*/ 889133 w 3303727"/>
                <a:gd name="connsiteY19" fmla="*/ 243092 h 2422465"/>
                <a:gd name="connsiteX20" fmla="*/ 494497 w 3303727"/>
                <a:gd name="connsiteY20" fmla="*/ 340532 h 2422465"/>
                <a:gd name="connsiteX21" fmla="*/ 321242 w 3303727"/>
                <a:gd name="connsiteY21" fmla="*/ 523412 h 2422465"/>
                <a:gd name="connsiteX22" fmla="*/ 253866 w 3303727"/>
                <a:gd name="connsiteY22" fmla="*/ 581163 h 2422465"/>
                <a:gd name="connsiteX23" fmla="*/ 32485 w 3303727"/>
                <a:gd name="connsiteY23" fmla="*/ 504161 h 2422465"/>
                <a:gd name="connsiteX24" fmla="*/ 42110 w 3303727"/>
                <a:gd name="connsiteY24" fmla="*/ 417534 h 2422465"/>
                <a:gd name="connsiteX0" fmla="*/ 42110 w 3303727"/>
                <a:gd name="connsiteY0" fmla="*/ 417534 h 2422464"/>
                <a:gd name="connsiteX1" fmla="*/ 388619 w 3303727"/>
                <a:gd name="connsiteY1" fmla="*/ 61399 h 2422464"/>
                <a:gd name="connsiteX2" fmla="*/ 1303019 w 3303727"/>
                <a:gd name="connsiteY2" fmla="*/ 51774 h 2422464"/>
                <a:gd name="connsiteX3" fmla="*/ 2034539 w 3303727"/>
                <a:gd name="connsiteY3" fmla="*/ 581163 h 2422464"/>
                <a:gd name="connsiteX4" fmla="*/ 2381049 w 3303727"/>
                <a:gd name="connsiteY4" fmla="*/ 1351185 h 2422464"/>
                <a:gd name="connsiteX5" fmla="*/ 2458051 w 3303727"/>
                <a:gd name="connsiteY5" fmla="*/ 1832448 h 2422464"/>
                <a:gd name="connsiteX6" fmla="*/ 2467676 w 3303727"/>
                <a:gd name="connsiteY6" fmla="*/ 2082705 h 2422464"/>
                <a:gd name="connsiteX7" fmla="*/ 2871937 w 3303727"/>
                <a:gd name="connsiteY7" fmla="*/ 1899825 h 2422464"/>
                <a:gd name="connsiteX8" fmla="*/ 3266573 w 3303727"/>
                <a:gd name="connsiteY8" fmla="*/ 1793947 h 2422464"/>
                <a:gd name="connsiteX9" fmla="*/ 3285824 w 3303727"/>
                <a:gd name="connsiteY9" fmla="*/ 1947951 h 2422464"/>
                <a:gd name="connsiteX10" fmla="*/ 3255277 w 3303727"/>
                <a:gd name="connsiteY10" fmla="*/ 2061870 h 2422464"/>
                <a:gd name="connsiteX11" fmla="*/ 2861896 w 3303727"/>
                <a:gd name="connsiteY11" fmla="*/ 2176187 h 2422464"/>
                <a:gd name="connsiteX12" fmla="*/ 2527097 w 3303727"/>
                <a:gd name="connsiteY12" fmla="*/ 2359463 h 2422464"/>
                <a:gd name="connsiteX13" fmla="*/ 2285631 w 3303727"/>
                <a:gd name="connsiteY13" fmla="*/ 2419194 h 2422464"/>
                <a:gd name="connsiteX14" fmla="*/ 2140417 w 3303727"/>
                <a:gd name="connsiteY14" fmla="*/ 2275210 h 2422464"/>
                <a:gd name="connsiteX15" fmla="*/ 2169712 w 3303727"/>
                <a:gd name="connsiteY15" fmla="*/ 1706132 h 2422464"/>
                <a:gd name="connsiteX16" fmla="*/ 2026166 w 3303727"/>
                <a:gd name="connsiteY16" fmla="*/ 1072448 h 2422464"/>
                <a:gd name="connsiteX17" fmla="*/ 1757076 w 3303727"/>
                <a:gd name="connsiteY17" fmla="*/ 659353 h 2422464"/>
                <a:gd name="connsiteX18" fmla="*/ 1419358 w 3303727"/>
                <a:gd name="connsiteY18" fmla="*/ 387867 h 2422464"/>
                <a:gd name="connsiteX19" fmla="*/ 889133 w 3303727"/>
                <a:gd name="connsiteY19" fmla="*/ 243092 h 2422464"/>
                <a:gd name="connsiteX20" fmla="*/ 494497 w 3303727"/>
                <a:gd name="connsiteY20" fmla="*/ 340532 h 2422464"/>
                <a:gd name="connsiteX21" fmla="*/ 321242 w 3303727"/>
                <a:gd name="connsiteY21" fmla="*/ 523412 h 2422464"/>
                <a:gd name="connsiteX22" fmla="*/ 253866 w 3303727"/>
                <a:gd name="connsiteY22" fmla="*/ 581163 h 2422464"/>
                <a:gd name="connsiteX23" fmla="*/ 32485 w 3303727"/>
                <a:gd name="connsiteY23" fmla="*/ 504161 h 2422464"/>
                <a:gd name="connsiteX24" fmla="*/ 42110 w 3303727"/>
                <a:gd name="connsiteY24" fmla="*/ 417534 h 2422464"/>
                <a:gd name="connsiteX0" fmla="*/ 42110 w 3303727"/>
                <a:gd name="connsiteY0" fmla="*/ 417534 h 2419500"/>
                <a:gd name="connsiteX1" fmla="*/ 388619 w 3303727"/>
                <a:gd name="connsiteY1" fmla="*/ 61399 h 2419500"/>
                <a:gd name="connsiteX2" fmla="*/ 1303019 w 3303727"/>
                <a:gd name="connsiteY2" fmla="*/ 51774 h 2419500"/>
                <a:gd name="connsiteX3" fmla="*/ 2034539 w 3303727"/>
                <a:gd name="connsiteY3" fmla="*/ 581163 h 2419500"/>
                <a:gd name="connsiteX4" fmla="*/ 2381049 w 3303727"/>
                <a:gd name="connsiteY4" fmla="*/ 1351185 h 2419500"/>
                <a:gd name="connsiteX5" fmla="*/ 2458051 w 3303727"/>
                <a:gd name="connsiteY5" fmla="*/ 1832448 h 2419500"/>
                <a:gd name="connsiteX6" fmla="*/ 2467676 w 3303727"/>
                <a:gd name="connsiteY6" fmla="*/ 2082705 h 2419500"/>
                <a:gd name="connsiteX7" fmla="*/ 2871937 w 3303727"/>
                <a:gd name="connsiteY7" fmla="*/ 1899825 h 2419500"/>
                <a:gd name="connsiteX8" fmla="*/ 3266573 w 3303727"/>
                <a:gd name="connsiteY8" fmla="*/ 1793947 h 2419500"/>
                <a:gd name="connsiteX9" fmla="*/ 3285824 w 3303727"/>
                <a:gd name="connsiteY9" fmla="*/ 1947951 h 2419500"/>
                <a:gd name="connsiteX10" fmla="*/ 3255277 w 3303727"/>
                <a:gd name="connsiteY10" fmla="*/ 2061870 h 2419500"/>
                <a:gd name="connsiteX11" fmla="*/ 2861896 w 3303727"/>
                <a:gd name="connsiteY11" fmla="*/ 2176187 h 2419500"/>
                <a:gd name="connsiteX12" fmla="*/ 2537140 w 3303727"/>
                <a:gd name="connsiteY12" fmla="*/ 2309357 h 2419500"/>
                <a:gd name="connsiteX13" fmla="*/ 2285631 w 3303727"/>
                <a:gd name="connsiteY13" fmla="*/ 2419194 h 2419500"/>
                <a:gd name="connsiteX14" fmla="*/ 2140417 w 3303727"/>
                <a:gd name="connsiteY14" fmla="*/ 2275210 h 2419500"/>
                <a:gd name="connsiteX15" fmla="*/ 2169712 w 3303727"/>
                <a:gd name="connsiteY15" fmla="*/ 1706132 h 2419500"/>
                <a:gd name="connsiteX16" fmla="*/ 2026166 w 3303727"/>
                <a:gd name="connsiteY16" fmla="*/ 1072448 h 2419500"/>
                <a:gd name="connsiteX17" fmla="*/ 1757076 w 3303727"/>
                <a:gd name="connsiteY17" fmla="*/ 659353 h 2419500"/>
                <a:gd name="connsiteX18" fmla="*/ 1419358 w 3303727"/>
                <a:gd name="connsiteY18" fmla="*/ 387867 h 2419500"/>
                <a:gd name="connsiteX19" fmla="*/ 889133 w 3303727"/>
                <a:gd name="connsiteY19" fmla="*/ 243092 h 2419500"/>
                <a:gd name="connsiteX20" fmla="*/ 494497 w 3303727"/>
                <a:gd name="connsiteY20" fmla="*/ 340532 h 2419500"/>
                <a:gd name="connsiteX21" fmla="*/ 321242 w 3303727"/>
                <a:gd name="connsiteY21" fmla="*/ 523412 h 2419500"/>
                <a:gd name="connsiteX22" fmla="*/ 253866 w 3303727"/>
                <a:gd name="connsiteY22" fmla="*/ 581163 h 2419500"/>
                <a:gd name="connsiteX23" fmla="*/ 32485 w 3303727"/>
                <a:gd name="connsiteY23" fmla="*/ 504161 h 2419500"/>
                <a:gd name="connsiteX24" fmla="*/ 42110 w 3303727"/>
                <a:gd name="connsiteY24" fmla="*/ 417534 h 2419500"/>
                <a:gd name="connsiteX0" fmla="*/ 42110 w 3303727"/>
                <a:gd name="connsiteY0" fmla="*/ 417534 h 2419536"/>
                <a:gd name="connsiteX1" fmla="*/ 388619 w 3303727"/>
                <a:gd name="connsiteY1" fmla="*/ 61399 h 2419536"/>
                <a:gd name="connsiteX2" fmla="*/ 1303019 w 3303727"/>
                <a:gd name="connsiteY2" fmla="*/ 51774 h 2419536"/>
                <a:gd name="connsiteX3" fmla="*/ 2034539 w 3303727"/>
                <a:gd name="connsiteY3" fmla="*/ 581163 h 2419536"/>
                <a:gd name="connsiteX4" fmla="*/ 2381049 w 3303727"/>
                <a:gd name="connsiteY4" fmla="*/ 1351185 h 2419536"/>
                <a:gd name="connsiteX5" fmla="*/ 2458051 w 3303727"/>
                <a:gd name="connsiteY5" fmla="*/ 1832448 h 2419536"/>
                <a:gd name="connsiteX6" fmla="*/ 2467676 w 3303727"/>
                <a:gd name="connsiteY6" fmla="*/ 2082705 h 2419536"/>
                <a:gd name="connsiteX7" fmla="*/ 2871937 w 3303727"/>
                <a:gd name="connsiteY7" fmla="*/ 1899825 h 2419536"/>
                <a:gd name="connsiteX8" fmla="*/ 3266573 w 3303727"/>
                <a:gd name="connsiteY8" fmla="*/ 1793947 h 2419536"/>
                <a:gd name="connsiteX9" fmla="*/ 3285824 w 3303727"/>
                <a:gd name="connsiteY9" fmla="*/ 1947951 h 2419536"/>
                <a:gd name="connsiteX10" fmla="*/ 3255277 w 3303727"/>
                <a:gd name="connsiteY10" fmla="*/ 2061870 h 2419536"/>
                <a:gd name="connsiteX11" fmla="*/ 2851852 w 3303727"/>
                <a:gd name="connsiteY11" fmla="*/ 2126082 h 2419536"/>
                <a:gd name="connsiteX12" fmla="*/ 2537140 w 3303727"/>
                <a:gd name="connsiteY12" fmla="*/ 2309357 h 2419536"/>
                <a:gd name="connsiteX13" fmla="*/ 2285631 w 3303727"/>
                <a:gd name="connsiteY13" fmla="*/ 2419194 h 2419536"/>
                <a:gd name="connsiteX14" fmla="*/ 2140417 w 3303727"/>
                <a:gd name="connsiteY14" fmla="*/ 2275210 h 2419536"/>
                <a:gd name="connsiteX15" fmla="*/ 2169712 w 3303727"/>
                <a:gd name="connsiteY15" fmla="*/ 1706132 h 2419536"/>
                <a:gd name="connsiteX16" fmla="*/ 2026166 w 3303727"/>
                <a:gd name="connsiteY16" fmla="*/ 1072448 h 2419536"/>
                <a:gd name="connsiteX17" fmla="*/ 1757076 w 3303727"/>
                <a:gd name="connsiteY17" fmla="*/ 659353 h 2419536"/>
                <a:gd name="connsiteX18" fmla="*/ 1419358 w 3303727"/>
                <a:gd name="connsiteY18" fmla="*/ 387867 h 2419536"/>
                <a:gd name="connsiteX19" fmla="*/ 889133 w 3303727"/>
                <a:gd name="connsiteY19" fmla="*/ 243092 h 2419536"/>
                <a:gd name="connsiteX20" fmla="*/ 494497 w 3303727"/>
                <a:gd name="connsiteY20" fmla="*/ 340532 h 2419536"/>
                <a:gd name="connsiteX21" fmla="*/ 321242 w 3303727"/>
                <a:gd name="connsiteY21" fmla="*/ 523412 h 2419536"/>
                <a:gd name="connsiteX22" fmla="*/ 253866 w 3303727"/>
                <a:gd name="connsiteY22" fmla="*/ 581163 h 2419536"/>
                <a:gd name="connsiteX23" fmla="*/ 32485 w 3303727"/>
                <a:gd name="connsiteY23" fmla="*/ 504161 h 2419536"/>
                <a:gd name="connsiteX24" fmla="*/ 42110 w 3303727"/>
                <a:gd name="connsiteY24" fmla="*/ 417534 h 2419536"/>
                <a:gd name="connsiteX0" fmla="*/ 42110 w 3303727"/>
                <a:gd name="connsiteY0" fmla="*/ 417534 h 2419535"/>
                <a:gd name="connsiteX1" fmla="*/ 388619 w 3303727"/>
                <a:gd name="connsiteY1" fmla="*/ 61399 h 2419535"/>
                <a:gd name="connsiteX2" fmla="*/ 1303019 w 3303727"/>
                <a:gd name="connsiteY2" fmla="*/ 51774 h 2419535"/>
                <a:gd name="connsiteX3" fmla="*/ 2034539 w 3303727"/>
                <a:gd name="connsiteY3" fmla="*/ 581163 h 2419535"/>
                <a:gd name="connsiteX4" fmla="*/ 2381049 w 3303727"/>
                <a:gd name="connsiteY4" fmla="*/ 1351185 h 2419535"/>
                <a:gd name="connsiteX5" fmla="*/ 2458051 w 3303727"/>
                <a:gd name="connsiteY5" fmla="*/ 1832448 h 2419535"/>
                <a:gd name="connsiteX6" fmla="*/ 2467676 w 3303727"/>
                <a:gd name="connsiteY6" fmla="*/ 2082705 h 2419535"/>
                <a:gd name="connsiteX7" fmla="*/ 2871937 w 3303727"/>
                <a:gd name="connsiteY7" fmla="*/ 1899825 h 2419535"/>
                <a:gd name="connsiteX8" fmla="*/ 3266573 w 3303727"/>
                <a:gd name="connsiteY8" fmla="*/ 1793947 h 2419535"/>
                <a:gd name="connsiteX9" fmla="*/ 3285824 w 3303727"/>
                <a:gd name="connsiteY9" fmla="*/ 1947951 h 2419535"/>
                <a:gd name="connsiteX10" fmla="*/ 3255277 w 3303727"/>
                <a:gd name="connsiteY10" fmla="*/ 1971681 h 2419535"/>
                <a:gd name="connsiteX11" fmla="*/ 2851852 w 3303727"/>
                <a:gd name="connsiteY11" fmla="*/ 2126082 h 2419535"/>
                <a:gd name="connsiteX12" fmla="*/ 2537140 w 3303727"/>
                <a:gd name="connsiteY12" fmla="*/ 2309357 h 2419535"/>
                <a:gd name="connsiteX13" fmla="*/ 2285631 w 3303727"/>
                <a:gd name="connsiteY13" fmla="*/ 2419194 h 2419535"/>
                <a:gd name="connsiteX14" fmla="*/ 2140417 w 3303727"/>
                <a:gd name="connsiteY14" fmla="*/ 2275210 h 2419535"/>
                <a:gd name="connsiteX15" fmla="*/ 2169712 w 3303727"/>
                <a:gd name="connsiteY15" fmla="*/ 1706132 h 2419535"/>
                <a:gd name="connsiteX16" fmla="*/ 2026166 w 3303727"/>
                <a:gd name="connsiteY16" fmla="*/ 1072448 h 2419535"/>
                <a:gd name="connsiteX17" fmla="*/ 1757076 w 3303727"/>
                <a:gd name="connsiteY17" fmla="*/ 659353 h 2419535"/>
                <a:gd name="connsiteX18" fmla="*/ 1419358 w 3303727"/>
                <a:gd name="connsiteY18" fmla="*/ 387867 h 2419535"/>
                <a:gd name="connsiteX19" fmla="*/ 889133 w 3303727"/>
                <a:gd name="connsiteY19" fmla="*/ 243092 h 2419535"/>
                <a:gd name="connsiteX20" fmla="*/ 494497 w 3303727"/>
                <a:gd name="connsiteY20" fmla="*/ 340532 h 2419535"/>
                <a:gd name="connsiteX21" fmla="*/ 321242 w 3303727"/>
                <a:gd name="connsiteY21" fmla="*/ 523412 h 2419535"/>
                <a:gd name="connsiteX22" fmla="*/ 253866 w 3303727"/>
                <a:gd name="connsiteY22" fmla="*/ 581163 h 2419535"/>
                <a:gd name="connsiteX23" fmla="*/ 32485 w 3303727"/>
                <a:gd name="connsiteY23" fmla="*/ 504161 h 2419535"/>
                <a:gd name="connsiteX24" fmla="*/ 42110 w 3303727"/>
                <a:gd name="connsiteY24" fmla="*/ 417534 h 2419535"/>
                <a:gd name="connsiteX0" fmla="*/ 42110 w 3303727"/>
                <a:gd name="connsiteY0" fmla="*/ 417534 h 2419600"/>
                <a:gd name="connsiteX1" fmla="*/ 388619 w 3303727"/>
                <a:gd name="connsiteY1" fmla="*/ 61399 h 2419600"/>
                <a:gd name="connsiteX2" fmla="*/ 1303019 w 3303727"/>
                <a:gd name="connsiteY2" fmla="*/ 51774 h 2419600"/>
                <a:gd name="connsiteX3" fmla="*/ 2034539 w 3303727"/>
                <a:gd name="connsiteY3" fmla="*/ 581163 h 2419600"/>
                <a:gd name="connsiteX4" fmla="*/ 2381049 w 3303727"/>
                <a:gd name="connsiteY4" fmla="*/ 1351185 h 2419600"/>
                <a:gd name="connsiteX5" fmla="*/ 2458051 w 3303727"/>
                <a:gd name="connsiteY5" fmla="*/ 1832448 h 2419600"/>
                <a:gd name="connsiteX6" fmla="*/ 2467676 w 3303727"/>
                <a:gd name="connsiteY6" fmla="*/ 2082705 h 2419600"/>
                <a:gd name="connsiteX7" fmla="*/ 2871937 w 3303727"/>
                <a:gd name="connsiteY7" fmla="*/ 1899825 h 2419600"/>
                <a:gd name="connsiteX8" fmla="*/ 3266573 w 3303727"/>
                <a:gd name="connsiteY8" fmla="*/ 1793947 h 2419600"/>
                <a:gd name="connsiteX9" fmla="*/ 3285824 w 3303727"/>
                <a:gd name="connsiteY9" fmla="*/ 1947951 h 2419600"/>
                <a:gd name="connsiteX10" fmla="*/ 3255277 w 3303727"/>
                <a:gd name="connsiteY10" fmla="*/ 1971681 h 2419600"/>
                <a:gd name="connsiteX11" fmla="*/ 2881981 w 3303727"/>
                <a:gd name="connsiteY11" fmla="*/ 2055935 h 2419600"/>
                <a:gd name="connsiteX12" fmla="*/ 2537140 w 3303727"/>
                <a:gd name="connsiteY12" fmla="*/ 2309357 h 2419600"/>
                <a:gd name="connsiteX13" fmla="*/ 2285631 w 3303727"/>
                <a:gd name="connsiteY13" fmla="*/ 2419194 h 2419600"/>
                <a:gd name="connsiteX14" fmla="*/ 2140417 w 3303727"/>
                <a:gd name="connsiteY14" fmla="*/ 2275210 h 2419600"/>
                <a:gd name="connsiteX15" fmla="*/ 2169712 w 3303727"/>
                <a:gd name="connsiteY15" fmla="*/ 1706132 h 2419600"/>
                <a:gd name="connsiteX16" fmla="*/ 2026166 w 3303727"/>
                <a:gd name="connsiteY16" fmla="*/ 1072448 h 2419600"/>
                <a:gd name="connsiteX17" fmla="*/ 1757076 w 3303727"/>
                <a:gd name="connsiteY17" fmla="*/ 659353 h 2419600"/>
                <a:gd name="connsiteX18" fmla="*/ 1419358 w 3303727"/>
                <a:gd name="connsiteY18" fmla="*/ 387867 h 2419600"/>
                <a:gd name="connsiteX19" fmla="*/ 889133 w 3303727"/>
                <a:gd name="connsiteY19" fmla="*/ 243092 h 2419600"/>
                <a:gd name="connsiteX20" fmla="*/ 494497 w 3303727"/>
                <a:gd name="connsiteY20" fmla="*/ 340532 h 2419600"/>
                <a:gd name="connsiteX21" fmla="*/ 321242 w 3303727"/>
                <a:gd name="connsiteY21" fmla="*/ 523412 h 2419600"/>
                <a:gd name="connsiteX22" fmla="*/ 253866 w 3303727"/>
                <a:gd name="connsiteY22" fmla="*/ 581163 h 2419600"/>
                <a:gd name="connsiteX23" fmla="*/ 32485 w 3303727"/>
                <a:gd name="connsiteY23" fmla="*/ 504161 h 2419600"/>
                <a:gd name="connsiteX24" fmla="*/ 42110 w 3303727"/>
                <a:gd name="connsiteY24" fmla="*/ 417534 h 2419600"/>
                <a:gd name="connsiteX0" fmla="*/ 42110 w 3303727"/>
                <a:gd name="connsiteY0" fmla="*/ 417534 h 2419596"/>
                <a:gd name="connsiteX1" fmla="*/ 388619 w 3303727"/>
                <a:gd name="connsiteY1" fmla="*/ 61399 h 2419596"/>
                <a:gd name="connsiteX2" fmla="*/ 1303019 w 3303727"/>
                <a:gd name="connsiteY2" fmla="*/ 51774 h 2419596"/>
                <a:gd name="connsiteX3" fmla="*/ 2034539 w 3303727"/>
                <a:gd name="connsiteY3" fmla="*/ 581163 h 2419596"/>
                <a:gd name="connsiteX4" fmla="*/ 2381049 w 3303727"/>
                <a:gd name="connsiteY4" fmla="*/ 1351185 h 2419596"/>
                <a:gd name="connsiteX5" fmla="*/ 2458051 w 3303727"/>
                <a:gd name="connsiteY5" fmla="*/ 1832448 h 2419596"/>
                <a:gd name="connsiteX6" fmla="*/ 2467676 w 3303727"/>
                <a:gd name="connsiteY6" fmla="*/ 2082705 h 2419596"/>
                <a:gd name="connsiteX7" fmla="*/ 2871937 w 3303727"/>
                <a:gd name="connsiteY7" fmla="*/ 1899825 h 2419596"/>
                <a:gd name="connsiteX8" fmla="*/ 3266573 w 3303727"/>
                <a:gd name="connsiteY8" fmla="*/ 1793947 h 2419596"/>
                <a:gd name="connsiteX9" fmla="*/ 3285824 w 3303727"/>
                <a:gd name="connsiteY9" fmla="*/ 1947951 h 2419596"/>
                <a:gd name="connsiteX10" fmla="*/ 3255277 w 3303727"/>
                <a:gd name="connsiteY10" fmla="*/ 1971681 h 2419596"/>
                <a:gd name="connsiteX11" fmla="*/ 2881981 w 3303727"/>
                <a:gd name="connsiteY11" fmla="*/ 2055935 h 2419596"/>
                <a:gd name="connsiteX12" fmla="*/ 2537140 w 3303727"/>
                <a:gd name="connsiteY12" fmla="*/ 2249231 h 2419596"/>
                <a:gd name="connsiteX13" fmla="*/ 2285631 w 3303727"/>
                <a:gd name="connsiteY13" fmla="*/ 2419194 h 2419596"/>
                <a:gd name="connsiteX14" fmla="*/ 2140417 w 3303727"/>
                <a:gd name="connsiteY14" fmla="*/ 2275210 h 2419596"/>
                <a:gd name="connsiteX15" fmla="*/ 2169712 w 3303727"/>
                <a:gd name="connsiteY15" fmla="*/ 1706132 h 2419596"/>
                <a:gd name="connsiteX16" fmla="*/ 2026166 w 3303727"/>
                <a:gd name="connsiteY16" fmla="*/ 1072448 h 2419596"/>
                <a:gd name="connsiteX17" fmla="*/ 1757076 w 3303727"/>
                <a:gd name="connsiteY17" fmla="*/ 659353 h 2419596"/>
                <a:gd name="connsiteX18" fmla="*/ 1419358 w 3303727"/>
                <a:gd name="connsiteY18" fmla="*/ 387867 h 2419596"/>
                <a:gd name="connsiteX19" fmla="*/ 889133 w 3303727"/>
                <a:gd name="connsiteY19" fmla="*/ 243092 h 2419596"/>
                <a:gd name="connsiteX20" fmla="*/ 494497 w 3303727"/>
                <a:gd name="connsiteY20" fmla="*/ 340532 h 2419596"/>
                <a:gd name="connsiteX21" fmla="*/ 321242 w 3303727"/>
                <a:gd name="connsiteY21" fmla="*/ 523412 h 2419596"/>
                <a:gd name="connsiteX22" fmla="*/ 253866 w 3303727"/>
                <a:gd name="connsiteY22" fmla="*/ 581163 h 2419596"/>
                <a:gd name="connsiteX23" fmla="*/ 32485 w 3303727"/>
                <a:gd name="connsiteY23" fmla="*/ 504161 h 2419596"/>
                <a:gd name="connsiteX24" fmla="*/ 42110 w 3303727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381049 w 3318282"/>
                <a:gd name="connsiteY4" fmla="*/ 1351185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401134 w 3318282"/>
                <a:gd name="connsiteY4" fmla="*/ 1250974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4738 h 2416800"/>
                <a:gd name="connsiteX1" fmla="*/ 388619 w 3318282"/>
                <a:gd name="connsiteY1" fmla="*/ 58603 h 2416800"/>
                <a:gd name="connsiteX2" fmla="*/ 1303019 w 3318282"/>
                <a:gd name="connsiteY2" fmla="*/ 48978 h 2416800"/>
                <a:gd name="connsiteX3" fmla="*/ 2034539 w 3318282"/>
                <a:gd name="connsiteY3" fmla="*/ 538283 h 2416800"/>
                <a:gd name="connsiteX4" fmla="*/ 2401134 w 3318282"/>
                <a:gd name="connsiteY4" fmla="*/ 1248178 h 2416800"/>
                <a:gd name="connsiteX5" fmla="*/ 2458051 w 3318282"/>
                <a:gd name="connsiteY5" fmla="*/ 1829652 h 2416800"/>
                <a:gd name="connsiteX6" fmla="*/ 2467676 w 3318282"/>
                <a:gd name="connsiteY6" fmla="*/ 2079909 h 2416800"/>
                <a:gd name="connsiteX7" fmla="*/ 2871937 w 3318282"/>
                <a:gd name="connsiteY7" fmla="*/ 1897029 h 2416800"/>
                <a:gd name="connsiteX8" fmla="*/ 3286658 w 3318282"/>
                <a:gd name="connsiteY8" fmla="*/ 1831236 h 2416800"/>
                <a:gd name="connsiteX9" fmla="*/ 3285824 w 3318282"/>
                <a:gd name="connsiteY9" fmla="*/ 1945155 h 2416800"/>
                <a:gd name="connsiteX10" fmla="*/ 3255277 w 3318282"/>
                <a:gd name="connsiteY10" fmla="*/ 1968885 h 2416800"/>
                <a:gd name="connsiteX11" fmla="*/ 2881981 w 3318282"/>
                <a:gd name="connsiteY11" fmla="*/ 2053139 h 2416800"/>
                <a:gd name="connsiteX12" fmla="*/ 2537140 w 3318282"/>
                <a:gd name="connsiteY12" fmla="*/ 2246435 h 2416800"/>
                <a:gd name="connsiteX13" fmla="*/ 2285631 w 3318282"/>
                <a:gd name="connsiteY13" fmla="*/ 2416398 h 2416800"/>
                <a:gd name="connsiteX14" fmla="*/ 2140417 w 3318282"/>
                <a:gd name="connsiteY14" fmla="*/ 2272414 h 2416800"/>
                <a:gd name="connsiteX15" fmla="*/ 2169712 w 3318282"/>
                <a:gd name="connsiteY15" fmla="*/ 1703336 h 2416800"/>
                <a:gd name="connsiteX16" fmla="*/ 2026166 w 3318282"/>
                <a:gd name="connsiteY16" fmla="*/ 1069652 h 2416800"/>
                <a:gd name="connsiteX17" fmla="*/ 1757076 w 3318282"/>
                <a:gd name="connsiteY17" fmla="*/ 656557 h 2416800"/>
                <a:gd name="connsiteX18" fmla="*/ 1419358 w 3318282"/>
                <a:gd name="connsiteY18" fmla="*/ 385071 h 2416800"/>
                <a:gd name="connsiteX19" fmla="*/ 889133 w 3318282"/>
                <a:gd name="connsiteY19" fmla="*/ 240296 h 2416800"/>
                <a:gd name="connsiteX20" fmla="*/ 494497 w 3318282"/>
                <a:gd name="connsiteY20" fmla="*/ 337736 h 2416800"/>
                <a:gd name="connsiteX21" fmla="*/ 321242 w 3318282"/>
                <a:gd name="connsiteY21" fmla="*/ 520616 h 2416800"/>
                <a:gd name="connsiteX22" fmla="*/ 253866 w 3318282"/>
                <a:gd name="connsiteY22" fmla="*/ 578367 h 2416800"/>
                <a:gd name="connsiteX23" fmla="*/ 32485 w 3318282"/>
                <a:gd name="connsiteY23" fmla="*/ 501365 h 2416800"/>
                <a:gd name="connsiteX24" fmla="*/ 42110 w 3318282"/>
                <a:gd name="connsiteY24" fmla="*/ 414738 h 2416800"/>
                <a:gd name="connsiteX0" fmla="*/ 42110 w 3318282"/>
                <a:gd name="connsiteY0" fmla="*/ 477780 h 2479842"/>
                <a:gd name="connsiteX1" fmla="*/ 388619 w 3318282"/>
                <a:gd name="connsiteY1" fmla="*/ 121645 h 2479842"/>
                <a:gd name="connsiteX2" fmla="*/ 843865 w 3318282"/>
                <a:gd name="connsiteY2" fmla="*/ 120 h 2479842"/>
                <a:gd name="connsiteX3" fmla="*/ 1303019 w 3318282"/>
                <a:gd name="connsiteY3" fmla="*/ 112020 h 2479842"/>
                <a:gd name="connsiteX4" fmla="*/ 2034539 w 3318282"/>
                <a:gd name="connsiteY4" fmla="*/ 601325 h 2479842"/>
                <a:gd name="connsiteX5" fmla="*/ 2401134 w 3318282"/>
                <a:gd name="connsiteY5" fmla="*/ 1311220 h 2479842"/>
                <a:gd name="connsiteX6" fmla="*/ 2458051 w 3318282"/>
                <a:gd name="connsiteY6" fmla="*/ 1892694 h 2479842"/>
                <a:gd name="connsiteX7" fmla="*/ 2467676 w 3318282"/>
                <a:gd name="connsiteY7" fmla="*/ 2142951 h 2479842"/>
                <a:gd name="connsiteX8" fmla="*/ 2871937 w 3318282"/>
                <a:gd name="connsiteY8" fmla="*/ 1960071 h 2479842"/>
                <a:gd name="connsiteX9" fmla="*/ 3286658 w 3318282"/>
                <a:gd name="connsiteY9" fmla="*/ 1894278 h 2479842"/>
                <a:gd name="connsiteX10" fmla="*/ 3285824 w 3318282"/>
                <a:gd name="connsiteY10" fmla="*/ 2008197 h 2479842"/>
                <a:gd name="connsiteX11" fmla="*/ 3255277 w 3318282"/>
                <a:gd name="connsiteY11" fmla="*/ 2031927 h 2479842"/>
                <a:gd name="connsiteX12" fmla="*/ 2881981 w 3318282"/>
                <a:gd name="connsiteY12" fmla="*/ 2116181 h 2479842"/>
                <a:gd name="connsiteX13" fmla="*/ 2537140 w 3318282"/>
                <a:gd name="connsiteY13" fmla="*/ 2309477 h 2479842"/>
                <a:gd name="connsiteX14" fmla="*/ 2285631 w 3318282"/>
                <a:gd name="connsiteY14" fmla="*/ 2479440 h 2479842"/>
                <a:gd name="connsiteX15" fmla="*/ 2140417 w 3318282"/>
                <a:gd name="connsiteY15" fmla="*/ 2335456 h 2479842"/>
                <a:gd name="connsiteX16" fmla="*/ 2169712 w 3318282"/>
                <a:gd name="connsiteY16" fmla="*/ 1766378 h 2479842"/>
                <a:gd name="connsiteX17" fmla="*/ 2026166 w 3318282"/>
                <a:gd name="connsiteY17" fmla="*/ 1132694 h 2479842"/>
                <a:gd name="connsiteX18" fmla="*/ 1757076 w 3318282"/>
                <a:gd name="connsiteY18" fmla="*/ 719599 h 2479842"/>
                <a:gd name="connsiteX19" fmla="*/ 1419358 w 3318282"/>
                <a:gd name="connsiteY19" fmla="*/ 448113 h 2479842"/>
                <a:gd name="connsiteX20" fmla="*/ 889133 w 3318282"/>
                <a:gd name="connsiteY20" fmla="*/ 303338 h 2479842"/>
                <a:gd name="connsiteX21" fmla="*/ 494497 w 3318282"/>
                <a:gd name="connsiteY21" fmla="*/ 400778 h 2479842"/>
                <a:gd name="connsiteX22" fmla="*/ 321242 w 3318282"/>
                <a:gd name="connsiteY22" fmla="*/ 583658 h 2479842"/>
                <a:gd name="connsiteX23" fmla="*/ 253866 w 3318282"/>
                <a:gd name="connsiteY23" fmla="*/ 641409 h 2479842"/>
                <a:gd name="connsiteX24" fmla="*/ 32485 w 3318282"/>
                <a:gd name="connsiteY24" fmla="*/ 564407 h 2479842"/>
                <a:gd name="connsiteX25" fmla="*/ 42110 w 3318282"/>
                <a:gd name="connsiteY25" fmla="*/ 477780 h 2479842"/>
                <a:gd name="connsiteX0" fmla="*/ 42110 w 3318282"/>
                <a:gd name="connsiteY0" fmla="*/ 477703 h 2479765"/>
                <a:gd name="connsiteX1" fmla="*/ 388619 w 3318282"/>
                <a:gd name="connsiteY1" fmla="*/ 121568 h 2479765"/>
                <a:gd name="connsiteX2" fmla="*/ 843865 w 3318282"/>
                <a:gd name="connsiteY2" fmla="*/ 43 h 2479765"/>
                <a:gd name="connsiteX3" fmla="*/ 1483789 w 3318282"/>
                <a:gd name="connsiteY3" fmla="*/ 142006 h 2479765"/>
                <a:gd name="connsiteX4" fmla="*/ 2034539 w 3318282"/>
                <a:gd name="connsiteY4" fmla="*/ 601248 h 2479765"/>
                <a:gd name="connsiteX5" fmla="*/ 2401134 w 3318282"/>
                <a:gd name="connsiteY5" fmla="*/ 1311143 h 2479765"/>
                <a:gd name="connsiteX6" fmla="*/ 2458051 w 3318282"/>
                <a:gd name="connsiteY6" fmla="*/ 1892617 h 2479765"/>
                <a:gd name="connsiteX7" fmla="*/ 2467676 w 3318282"/>
                <a:gd name="connsiteY7" fmla="*/ 2142874 h 2479765"/>
                <a:gd name="connsiteX8" fmla="*/ 2871937 w 3318282"/>
                <a:gd name="connsiteY8" fmla="*/ 1959994 h 2479765"/>
                <a:gd name="connsiteX9" fmla="*/ 3286658 w 3318282"/>
                <a:gd name="connsiteY9" fmla="*/ 1894201 h 2479765"/>
                <a:gd name="connsiteX10" fmla="*/ 3285824 w 3318282"/>
                <a:gd name="connsiteY10" fmla="*/ 2008120 h 2479765"/>
                <a:gd name="connsiteX11" fmla="*/ 3255277 w 3318282"/>
                <a:gd name="connsiteY11" fmla="*/ 2031850 h 2479765"/>
                <a:gd name="connsiteX12" fmla="*/ 2881981 w 3318282"/>
                <a:gd name="connsiteY12" fmla="*/ 2116104 h 2479765"/>
                <a:gd name="connsiteX13" fmla="*/ 2537140 w 3318282"/>
                <a:gd name="connsiteY13" fmla="*/ 2309400 h 2479765"/>
                <a:gd name="connsiteX14" fmla="*/ 2285631 w 3318282"/>
                <a:gd name="connsiteY14" fmla="*/ 2479363 h 2479765"/>
                <a:gd name="connsiteX15" fmla="*/ 2140417 w 3318282"/>
                <a:gd name="connsiteY15" fmla="*/ 2335379 h 2479765"/>
                <a:gd name="connsiteX16" fmla="*/ 2169712 w 3318282"/>
                <a:gd name="connsiteY16" fmla="*/ 1766301 h 2479765"/>
                <a:gd name="connsiteX17" fmla="*/ 2026166 w 3318282"/>
                <a:gd name="connsiteY17" fmla="*/ 1132617 h 2479765"/>
                <a:gd name="connsiteX18" fmla="*/ 1757076 w 3318282"/>
                <a:gd name="connsiteY18" fmla="*/ 719522 h 2479765"/>
                <a:gd name="connsiteX19" fmla="*/ 1419358 w 3318282"/>
                <a:gd name="connsiteY19" fmla="*/ 448036 h 2479765"/>
                <a:gd name="connsiteX20" fmla="*/ 889133 w 3318282"/>
                <a:gd name="connsiteY20" fmla="*/ 303261 h 2479765"/>
                <a:gd name="connsiteX21" fmla="*/ 494497 w 3318282"/>
                <a:gd name="connsiteY21" fmla="*/ 400701 h 2479765"/>
                <a:gd name="connsiteX22" fmla="*/ 321242 w 3318282"/>
                <a:gd name="connsiteY22" fmla="*/ 583581 h 2479765"/>
                <a:gd name="connsiteX23" fmla="*/ 253866 w 3318282"/>
                <a:gd name="connsiteY23" fmla="*/ 641332 h 2479765"/>
                <a:gd name="connsiteX24" fmla="*/ 32485 w 3318282"/>
                <a:gd name="connsiteY24" fmla="*/ 564330 h 2479765"/>
                <a:gd name="connsiteX25" fmla="*/ 42110 w 3318282"/>
                <a:gd name="connsiteY25" fmla="*/ 477703 h 2479765"/>
                <a:gd name="connsiteX0" fmla="*/ 41486 w 3317658"/>
                <a:gd name="connsiteY0" fmla="*/ 477703 h 2479765"/>
                <a:gd name="connsiteX1" fmla="*/ 377952 w 3317658"/>
                <a:gd name="connsiteY1" fmla="*/ 151631 h 2479765"/>
                <a:gd name="connsiteX2" fmla="*/ 843241 w 3317658"/>
                <a:gd name="connsiteY2" fmla="*/ 43 h 2479765"/>
                <a:gd name="connsiteX3" fmla="*/ 1483165 w 3317658"/>
                <a:gd name="connsiteY3" fmla="*/ 142006 h 2479765"/>
                <a:gd name="connsiteX4" fmla="*/ 2033915 w 3317658"/>
                <a:gd name="connsiteY4" fmla="*/ 601248 h 2479765"/>
                <a:gd name="connsiteX5" fmla="*/ 2400510 w 3317658"/>
                <a:gd name="connsiteY5" fmla="*/ 1311143 h 2479765"/>
                <a:gd name="connsiteX6" fmla="*/ 2457427 w 3317658"/>
                <a:gd name="connsiteY6" fmla="*/ 1892617 h 2479765"/>
                <a:gd name="connsiteX7" fmla="*/ 2467052 w 3317658"/>
                <a:gd name="connsiteY7" fmla="*/ 2142874 h 2479765"/>
                <a:gd name="connsiteX8" fmla="*/ 2871313 w 3317658"/>
                <a:gd name="connsiteY8" fmla="*/ 1959994 h 2479765"/>
                <a:gd name="connsiteX9" fmla="*/ 3286034 w 3317658"/>
                <a:gd name="connsiteY9" fmla="*/ 1894201 h 2479765"/>
                <a:gd name="connsiteX10" fmla="*/ 3285200 w 3317658"/>
                <a:gd name="connsiteY10" fmla="*/ 2008120 h 2479765"/>
                <a:gd name="connsiteX11" fmla="*/ 3254653 w 3317658"/>
                <a:gd name="connsiteY11" fmla="*/ 2031850 h 2479765"/>
                <a:gd name="connsiteX12" fmla="*/ 2881357 w 3317658"/>
                <a:gd name="connsiteY12" fmla="*/ 2116104 h 2479765"/>
                <a:gd name="connsiteX13" fmla="*/ 2536516 w 3317658"/>
                <a:gd name="connsiteY13" fmla="*/ 2309400 h 2479765"/>
                <a:gd name="connsiteX14" fmla="*/ 2285007 w 3317658"/>
                <a:gd name="connsiteY14" fmla="*/ 2479363 h 2479765"/>
                <a:gd name="connsiteX15" fmla="*/ 2139793 w 3317658"/>
                <a:gd name="connsiteY15" fmla="*/ 2335379 h 2479765"/>
                <a:gd name="connsiteX16" fmla="*/ 2169088 w 3317658"/>
                <a:gd name="connsiteY16" fmla="*/ 1766301 h 2479765"/>
                <a:gd name="connsiteX17" fmla="*/ 2025542 w 3317658"/>
                <a:gd name="connsiteY17" fmla="*/ 1132617 h 2479765"/>
                <a:gd name="connsiteX18" fmla="*/ 1756452 w 3317658"/>
                <a:gd name="connsiteY18" fmla="*/ 719522 h 2479765"/>
                <a:gd name="connsiteX19" fmla="*/ 1418734 w 3317658"/>
                <a:gd name="connsiteY19" fmla="*/ 448036 h 2479765"/>
                <a:gd name="connsiteX20" fmla="*/ 888509 w 3317658"/>
                <a:gd name="connsiteY20" fmla="*/ 303261 h 2479765"/>
                <a:gd name="connsiteX21" fmla="*/ 493873 w 3317658"/>
                <a:gd name="connsiteY21" fmla="*/ 400701 h 2479765"/>
                <a:gd name="connsiteX22" fmla="*/ 320618 w 3317658"/>
                <a:gd name="connsiteY22" fmla="*/ 583581 h 2479765"/>
                <a:gd name="connsiteX23" fmla="*/ 253242 w 3317658"/>
                <a:gd name="connsiteY23" fmla="*/ 641332 h 2479765"/>
                <a:gd name="connsiteX24" fmla="*/ 31861 w 3317658"/>
                <a:gd name="connsiteY24" fmla="*/ 564330 h 2479765"/>
                <a:gd name="connsiteX25" fmla="*/ 41486 w 3317658"/>
                <a:gd name="connsiteY25" fmla="*/ 477703 h 2479765"/>
                <a:gd name="connsiteX0" fmla="*/ 41486 w 3317658"/>
                <a:gd name="connsiteY0" fmla="*/ 467692 h 2469754"/>
                <a:gd name="connsiteX1" fmla="*/ 377952 w 3317658"/>
                <a:gd name="connsiteY1" fmla="*/ 141620 h 2469754"/>
                <a:gd name="connsiteX2" fmla="*/ 843241 w 3317658"/>
                <a:gd name="connsiteY2" fmla="*/ 53 h 2469754"/>
                <a:gd name="connsiteX3" fmla="*/ 1483165 w 3317658"/>
                <a:gd name="connsiteY3" fmla="*/ 131995 h 2469754"/>
                <a:gd name="connsiteX4" fmla="*/ 2033915 w 3317658"/>
                <a:gd name="connsiteY4" fmla="*/ 591237 h 2469754"/>
                <a:gd name="connsiteX5" fmla="*/ 2400510 w 3317658"/>
                <a:gd name="connsiteY5" fmla="*/ 1301132 h 2469754"/>
                <a:gd name="connsiteX6" fmla="*/ 2457427 w 3317658"/>
                <a:gd name="connsiteY6" fmla="*/ 1882606 h 2469754"/>
                <a:gd name="connsiteX7" fmla="*/ 2467052 w 3317658"/>
                <a:gd name="connsiteY7" fmla="*/ 2132863 h 2469754"/>
                <a:gd name="connsiteX8" fmla="*/ 2871313 w 3317658"/>
                <a:gd name="connsiteY8" fmla="*/ 1949983 h 2469754"/>
                <a:gd name="connsiteX9" fmla="*/ 3286034 w 3317658"/>
                <a:gd name="connsiteY9" fmla="*/ 1884190 h 2469754"/>
                <a:gd name="connsiteX10" fmla="*/ 3285200 w 3317658"/>
                <a:gd name="connsiteY10" fmla="*/ 1998109 h 2469754"/>
                <a:gd name="connsiteX11" fmla="*/ 3254653 w 3317658"/>
                <a:gd name="connsiteY11" fmla="*/ 2021839 h 2469754"/>
                <a:gd name="connsiteX12" fmla="*/ 2881357 w 3317658"/>
                <a:gd name="connsiteY12" fmla="*/ 2106093 h 2469754"/>
                <a:gd name="connsiteX13" fmla="*/ 2536516 w 3317658"/>
                <a:gd name="connsiteY13" fmla="*/ 2299389 h 2469754"/>
                <a:gd name="connsiteX14" fmla="*/ 2285007 w 3317658"/>
                <a:gd name="connsiteY14" fmla="*/ 2469352 h 2469754"/>
                <a:gd name="connsiteX15" fmla="*/ 2139793 w 3317658"/>
                <a:gd name="connsiteY15" fmla="*/ 2325368 h 2469754"/>
                <a:gd name="connsiteX16" fmla="*/ 2169088 w 3317658"/>
                <a:gd name="connsiteY16" fmla="*/ 1756290 h 2469754"/>
                <a:gd name="connsiteX17" fmla="*/ 2025542 w 3317658"/>
                <a:gd name="connsiteY17" fmla="*/ 1122606 h 2469754"/>
                <a:gd name="connsiteX18" fmla="*/ 1756452 w 3317658"/>
                <a:gd name="connsiteY18" fmla="*/ 709511 h 2469754"/>
                <a:gd name="connsiteX19" fmla="*/ 1418734 w 3317658"/>
                <a:gd name="connsiteY19" fmla="*/ 438025 h 2469754"/>
                <a:gd name="connsiteX20" fmla="*/ 888509 w 3317658"/>
                <a:gd name="connsiteY20" fmla="*/ 293250 h 2469754"/>
                <a:gd name="connsiteX21" fmla="*/ 493873 w 3317658"/>
                <a:gd name="connsiteY21" fmla="*/ 390690 h 2469754"/>
                <a:gd name="connsiteX22" fmla="*/ 320618 w 3317658"/>
                <a:gd name="connsiteY22" fmla="*/ 573570 h 2469754"/>
                <a:gd name="connsiteX23" fmla="*/ 253242 w 3317658"/>
                <a:gd name="connsiteY23" fmla="*/ 631321 h 2469754"/>
                <a:gd name="connsiteX24" fmla="*/ 31861 w 3317658"/>
                <a:gd name="connsiteY24" fmla="*/ 554319 h 2469754"/>
                <a:gd name="connsiteX25" fmla="*/ 41486 w 3317658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313820 w 3310860"/>
                <a:gd name="connsiteY22" fmla="*/ 573570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94847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40169 w 3310860"/>
                <a:gd name="connsiteY7" fmla="*/ 2127747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15063 w 3310860"/>
                <a:gd name="connsiteY7" fmla="*/ 2173796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74559 w 3310860"/>
                <a:gd name="connsiteY12" fmla="*/ 210609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69539 w 3310860"/>
                <a:gd name="connsiteY12" fmla="*/ 206516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20500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00415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55103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18295" h="2471040">
                  <a:moveTo>
                    <a:pt x="34688" y="467692"/>
                  </a:moveTo>
                  <a:cubicBezTo>
                    <a:pt x="92370" y="398909"/>
                    <a:pt x="237528" y="219560"/>
                    <a:pt x="371154" y="141620"/>
                  </a:cubicBezTo>
                  <a:cubicBezTo>
                    <a:pt x="504780" y="63680"/>
                    <a:pt x="684043" y="1657"/>
                    <a:pt x="836443" y="53"/>
                  </a:cubicBezTo>
                  <a:cubicBezTo>
                    <a:pt x="988843" y="-1551"/>
                    <a:pt x="1277921" y="33464"/>
                    <a:pt x="1476367" y="131995"/>
                  </a:cubicBezTo>
                  <a:cubicBezTo>
                    <a:pt x="1674813" y="230526"/>
                    <a:pt x="1880084" y="398939"/>
                    <a:pt x="2027117" y="591237"/>
                  </a:cubicBezTo>
                  <a:cubicBezTo>
                    <a:pt x="2174150" y="783535"/>
                    <a:pt x="2295510" y="1071407"/>
                    <a:pt x="2358563" y="1285783"/>
                  </a:cubicBezTo>
                  <a:cubicBezTo>
                    <a:pt x="2421616" y="1500159"/>
                    <a:pt x="2396019" y="1729488"/>
                    <a:pt x="2405436" y="1877490"/>
                  </a:cubicBezTo>
                  <a:cubicBezTo>
                    <a:pt x="2414853" y="2025492"/>
                    <a:pt x="2355288" y="2156597"/>
                    <a:pt x="2415063" y="2173796"/>
                  </a:cubicBezTo>
                  <a:cubicBezTo>
                    <a:pt x="2474838" y="2190995"/>
                    <a:pt x="2620058" y="2028950"/>
                    <a:pt x="2764087" y="1980682"/>
                  </a:cubicBezTo>
                  <a:cubicBezTo>
                    <a:pt x="2908116" y="1932414"/>
                    <a:pt x="3193517" y="1881286"/>
                    <a:pt x="3279236" y="1884190"/>
                  </a:cubicBezTo>
                  <a:cubicBezTo>
                    <a:pt x="3364955" y="1887094"/>
                    <a:pt x="3283632" y="1975168"/>
                    <a:pt x="3278402" y="1998109"/>
                  </a:cubicBezTo>
                  <a:cubicBezTo>
                    <a:pt x="3273172" y="2021050"/>
                    <a:pt x="3315999" y="2010663"/>
                    <a:pt x="3247855" y="2021839"/>
                  </a:cubicBezTo>
                  <a:cubicBezTo>
                    <a:pt x="3179711" y="2033015"/>
                    <a:pt x="2991739" y="2024874"/>
                    <a:pt x="2869539" y="2065163"/>
                  </a:cubicBezTo>
                  <a:cubicBezTo>
                    <a:pt x="2747339" y="2105452"/>
                    <a:pt x="2613209" y="2196209"/>
                    <a:pt x="2514654" y="2263574"/>
                  </a:cubicBezTo>
                  <a:cubicBezTo>
                    <a:pt x="2416099" y="2330939"/>
                    <a:pt x="2341819" y="2459053"/>
                    <a:pt x="2278209" y="2469352"/>
                  </a:cubicBezTo>
                  <a:cubicBezTo>
                    <a:pt x="2214599" y="2479651"/>
                    <a:pt x="2148130" y="2444212"/>
                    <a:pt x="2132995" y="2325368"/>
                  </a:cubicBezTo>
                  <a:cubicBezTo>
                    <a:pt x="2117860" y="2206524"/>
                    <a:pt x="2191375" y="1937990"/>
                    <a:pt x="2187398" y="1756290"/>
                  </a:cubicBezTo>
                  <a:cubicBezTo>
                    <a:pt x="2183421" y="1574590"/>
                    <a:pt x="2164513" y="1410483"/>
                    <a:pt x="2109130" y="1235167"/>
                  </a:cubicBezTo>
                  <a:cubicBezTo>
                    <a:pt x="2053747" y="1059851"/>
                    <a:pt x="1968791" y="850044"/>
                    <a:pt x="1855103" y="704396"/>
                  </a:cubicBezTo>
                  <a:cubicBezTo>
                    <a:pt x="1741415" y="558748"/>
                    <a:pt x="1585886" y="441741"/>
                    <a:pt x="1427002" y="361278"/>
                  </a:cubicBezTo>
                  <a:cubicBezTo>
                    <a:pt x="1268118" y="280815"/>
                    <a:pt x="1060962" y="227804"/>
                    <a:pt x="901797" y="221620"/>
                  </a:cubicBezTo>
                  <a:cubicBezTo>
                    <a:pt x="742632" y="215436"/>
                    <a:pt x="572518" y="280866"/>
                    <a:pt x="472011" y="324175"/>
                  </a:cubicBezTo>
                  <a:cubicBezTo>
                    <a:pt x="371504" y="367484"/>
                    <a:pt x="350578" y="435399"/>
                    <a:pt x="298756" y="481473"/>
                  </a:cubicBezTo>
                  <a:cubicBezTo>
                    <a:pt x="246934" y="527547"/>
                    <a:pt x="209206" y="603830"/>
                    <a:pt x="161080" y="600622"/>
                  </a:cubicBezTo>
                  <a:cubicBezTo>
                    <a:pt x="112954" y="597414"/>
                    <a:pt x="46128" y="576474"/>
                    <a:pt x="25063" y="554319"/>
                  </a:cubicBezTo>
                  <a:cubicBezTo>
                    <a:pt x="3998" y="532164"/>
                    <a:pt x="-22994" y="536475"/>
                    <a:pt x="34688" y="467692"/>
                  </a:cubicBezTo>
                  <a:close/>
                </a:path>
              </a:pathLst>
            </a:custGeom>
            <a:solidFill>
              <a:srgbClr val="FF797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D78F43-6198-4F25-BBC8-62A2B06327AB}"/>
                </a:ext>
              </a:extLst>
            </p:cNvPr>
            <p:cNvSpPr/>
            <p:nvPr/>
          </p:nvSpPr>
          <p:spPr>
            <a:xfrm>
              <a:off x="3881801" y="1727464"/>
              <a:ext cx="201622" cy="910166"/>
            </a:xfrm>
            <a:prstGeom prst="roundRect">
              <a:avLst/>
            </a:prstGeom>
            <a:gradFill flip="none" rotWithShape="1">
              <a:gsLst>
                <a:gs pos="87000">
                  <a:schemeClr val="accent1">
                    <a:lumMod val="40000"/>
                    <a:lumOff val="60000"/>
                  </a:schemeClr>
                </a:gs>
                <a:gs pos="100000">
                  <a:srgbClr val="C693B0"/>
                </a:gs>
                <a:gs pos="21000">
                  <a:schemeClr val="accent1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FDFB558-DA87-46C6-958A-616A9A9B48E2}"/>
                </a:ext>
              </a:extLst>
            </p:cNvPr>
            <p:cNvSpPr/>
            <p:nvPr/>
          </p:nvSpPr>
          <p:spPr>
            <a:xfrm>
              <a:off x="3862711" y="1373659"/>
              <a:ext cx="1180660" cy="804798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181332 w 2166035"/>
                <a:gd name="connsiteY0" fmla="*/ 314219 h 1165168"/>
                <a:gd name="connsiteX1" fmla="*/ 5234 w 2166035"/>
                <a:gd name="connsiteY1" fmla="*/ 641551 h 1165168"/>
                <a:gd name="connsiteX2" fmla="*/ 79732 w 2166035"/>
                <a:gd name="connsiteY2" fmla="*/ 911119 h 1165168"/>
                <a:gd name="connsiteX3" fmla="*/ 409932 w 2166035"/>
                <a:gd name="connsiteY3" fmla="*/ 898419 h 1165168"/>
                <a:gd name="connsiteX4" fmla="*/ 536932 w 2166035"/>
                <a:gd name="connsiteY4" fmla="*/ 771419 h 1165168"/>
                <a:gd name="connsiteX5" fmla="*/ 524232 w 2166035"/>
                <a:gd name="connsiteY5" fmla="*/ 936519 h 1165168"/>
                <a:gd name="connsiteX6" fmla="*/ 651232 w 2166035"/>
                <a:gd name="connsiteY6" fmla="*/ 1063519 h 1165168"/>
                <a:gd name="connsiteX7" fmla="*/ 1184632 w 2166035"/>
                <a:gd name="connsiteY7" fmla="*/ 1165119 h 1165168"/>
                <a:gd name="connsiteX8" fmla="*/ 1832332 w 2166035"/>
                <a:gd name="connsiteY8" fmla="*/ 1050819 h 1165168"/>
                <a:gd name="connsiteX9" fmla="*/ 2149832 w 2166035"/>
                <a:gd name="connsiteY9" fmla="*/ 949219 h 1165168"/>
                <a:gd name="connsiteX10" fmla="*/ 2073632 w 2166035"/>
                <a:gd name="connsiteY10" fmla="*/ 492019 h 1165168"/>
                <a:gd name="connsiteX11" fmla="*/ 1679932 w 2166035"/>
                <a:gd name="connsiteY11" fmla="*/ 161819 h 1165168"/>
                <a:gd name="connsiteX12" fmla="*/ 1324332 w 2166035"/>
                <a:gd name="connsiteY12" fmla="*/ 9419 h 1165168"/>
                <a:gd name="connsiteX13" fmla="*/ 1057632 w 2166035"/>
                <a:gd name="connsiteY13" fmla="*/ 47519 h 1165168"/>
                <a:gd name="connsiteX14" fmla="*/ 841732 w 2166035"/>
                <a:gd name="connsiteY14" fmla="*/ 301519 h 1165168"/>
                <a:gd name="connsiteX15" fmla="*/ 765532 w 2166035"/>
                <a:gd name="connsiteY15" fmla="*/ 339619 h 1165168"/>
                <a:gd name="connsiteX16" fmla="*/ 460732 w 2166035"/>
                <a:gd name="connsiteY16" fmla="*/ 199919 h 1165168"/>
                <a:gd name="connsiteX17" fmla="*/ 181332 w 2166035"/>
                <a:gd name="connsiteY17" fmla="*/ 314219 h 1165168"/>
                <a:gd name="connsiteX0" fmla="*/ 176201 w 2160904"/>
                <a:gd name="connsiteY0" fmla="*/ 314219 h 1165168"/>
                <a:gd name="connsiteX1" fmla="*/ 103 w 2160904"/>
                <a:gd name="connsiteY1" fmla="*/ 641551 h 1165168"/>
                <a:gd name="connsiteX2" fmla="*/ 199269 w 2160904"/>
                <a:gd name="connsiteY2" fmla="*/ 901287 h 1165168"/>
                <a:gd name="connsiteX3" fmla="*/ 404801 w 2160904"/>
                <a:gd name="connsiteY3" fmla="*/ 898419 h 1165168"/>
                <a:gd name="connsiteX4" fmla="*/ 531801 w 2160904"/>
                <a:gd name="connsiteY4" fmla="*/ 771419 h 1165168"/>
                <a:gd name="connsiteX5" fmla="*/ 519101 w 2160904"/>
                <a:gd name="connsiteY5" fmla="*/ 936519 h 1165168"/>
                <a:gd name="connsiteX6" fmla="*/ 646101 w 2160904"/>
                <a:gd name="connsiteY6" fmla="*/ 1063519 h 1165168"/>
                <a:gd name="connsiteX7" fmla="*/ 1179501 w 2160904"/>
                <a:gd name="connsiteY7" fmla="*/ 1165119 h 1165168"/>
                <a:gd name="connsiteX8" fmla="*/ 1827201 w 2160904"/>
                <a:gd name="connsiteY8" fmla="*/ 1050819 h 1165168"/>
                <a:gd name="connsiteX9" fmla="*/ 2144701 w 2160904"/>
                <a:gd name="connsiteY9" fmla="*/ 949219 h 1165168"/>
                <a:gd name="connsiteX10" fmla="*/ 2068501 w 2160904"/>
                <a:gd name="connsiteY10" fmla="*/ 492019 h 1165168"/>
                <a:gd name="connsiteX11" fmla="*/ 1674801 w 2160904"/>
                <a:gd name="connsiteY11" fmla="*/ 161819 h 1165168"/>
                <a:gd name="connsiteX12" fmla="*/ 1319201 w 2160904"/>
                <a:gd name="connsiteY12" fmla="*/ 9419 h 1165168"/>
                <a:gd name="connsiteX13" fmla="*/ 1052501 w 2160904"/>
                <a:gd name="connsiteY13" fmla="*/ 47519 h 1165168"/>
                <a:gd name="connsiteX14" fmla="*/ 836601 w 2160904"/>
                <a:gd name="connsiteY14" fmla="*/ 301519 h 1165168"/>
                <a:gd name="connsiteX15" fmla="*/ 760401 w 2160904"/>
                <a:gd name="connsiteY15" fmla="*/ 339619 h 1165168"/>
                <a:gd name="connsiteX16" fmla="*/ 455601 w 2160904"/>
                <a:gd name="connsiteY16" fmla="*/ 199919 h 1165168"/>
                <a:gd name="connsiteX17" fmla="*/ 176201 w 2160904"/>
                <a:gd name="connsiteY17" fmla="*/ 314219 h 1165168"/>
                <a:gd name="connsiteX0" fmla="*/ 165373 w 2150076"/>
                <a:gd name="connsiteY0" fmla="*/ 314219 h 1165168"/>
                <a:gd name="connsiteX1" fmla="*/ 114 w 2150076"/>
                <a:gd name="connsiteY1" fmla="*/ 602222 h 1165168"/>
                <a:gd name="connsiteX2" fmla="*/ 188441 w 2150076"/>
                <a:gd name="connsiteY2" fmla="*/ 901287 h 1165168"/>
                <a:gd name="connsiteX3" fmla="*/ 393973 w 2150076"/>
                <a:gd name="connsiteY3" fmla="*/ 898419 h 1165168"/>
                <a:gd name="connsiteX4" fmla="*/ 520973 w 2150076"/>
                <a:gd name="connsiteY4" fmla="*/ 771419 h 1165168"/>
                <a:gd name="connsiteX5" fmla="*/ 508273 w 2150076"/>
                <a:gd name="connsiteY5" fmla="*/ 936519 h 1165168"/>
                <a:gd name="connsiteX6" fmla="*/ 635273 w 2150076"/>
                <a:gd name="connsiteY6" fmla="*/ 1063519 h 1165168"/>
                <a:gd name="connsiteX7" fmla="*/ 1168673 w 2150076"/>
                <a:gd name="connsiteY7" fmla="*/ 1165119 h 1165168"/>
                <a:gd name="connsiteX8" fmla="*/ 1816373 w 2150076"/>
                <a:gd name="connsiteY8" fmla="*/ 1050819 h 1165168"/>
                <a:gd name="connsiteX9" fmla="*/ 2133873 w 2150076"/>
                <a:gd name="connsiteY9" fmla="*/ 949219 h 1165168"/>
                <a:gd name="connsiteX10" fmla="*/ 2057673 w 2150076"/>
                <a:gd name="connsiteY10" fmla="*/ 492019 h 1165168"/>
                <a:gd name="connsiteX11" fmla="*/ 1663973 w 2150076"/>
                <a:gd name="connsiteY11" fmla="*/ 161819 h 1165168"/>
                <a:gd name="connsiteX12" fmla="*/ 1308373 w 2150076"/>
                <a:gd name="connsiteY12" fmla="*/ 9419 h 1165168"/>
                <a:gd name="connsiteX13" fmla="*/ 1041673 w 2150076"/>
                <a:gd name="connsiteY13" fmla="*/ 47519 h 1165168"/>
                <a:gd name="connsiteX14" fmla="*/ 825773 w 2150076"/>
                <a:gd name="connsiteY14" fmla="*/ 301519 h 1165168"/>
                <a:gd name="connsiteX15" fmla="*/ 749573 w 2150076"/>
                <a:gd name="connsiteY15" fmla="*/ 339619 h 1165168"/>
                <a:gd name="connsiteX16" fmla="*/ 444773 w 2150076"/>
                <a:gd name="connsiteY16" fmla="*/ 199919 h 1165168"/>
                <a:gd name="connsiteX17" fmla="*/ 165373 w 2150076"/>
                <a:gd name="connsiteY17" fmla="*/ 314219 h 1165168"/>
                <a:gd name="connsiteX0" fmla="*/ 168842 w 2153545"/>
                <a:gd name="connsiteY0" fmla="*/ 314219 h 1165168"/>
                <a:gd name="connsiteX1" fmla="*/ 3583 w 2153545"/>
                <a:gd name="connsiteY1" fmla="*/ 602222 h 1165168"/>
                <a:gd name="connsiteX2" fmla="*/ 322000 w 2153545"/>
                <a:gd name="connsiteY2" fmla="*/ 901287 h 1165168"/>
                <a:gd name="connsiteX3" fmla="*/ 397442 w 2153545"/>
                <a:gd name="connsiteY3" fmla="*/ 898419 h 1165168"/>
                <a:gd name="connsiteX4" fmla="*/ 524442 w 2153545"/>
                <a:gd name="connsiteY4" fmla="*/ 771419 h 1165168"/>
                <a:gd name="connsiteX5" fmla="*/ 511742 w 2153545"/>
                <a:gd name="connsiteY5" fmla="*/ 936519 h 1165168"/>
                <a:gd name="connsiteX6" fmla="*/ 638742 w 2153545"/>
                <a:gd name="connsiteY6" fmla="*/ 1063519 h 1165168"/>
                <a:gd name="connsiteX7" fmla="*/ 1172142 w 2153545"/>
                <a:gd name="connsiteY7" fmla="*/ 1165119 h 1165168"/>
                <a:gd name="connsiteX8" fmla="*/ 1819842 w 2153545"/>
                <a:gd name="connsiteY8" fmla="*/ 1050819 h 1165168"/>
                <a:gd name="connsiteX9" fmla="*/ 2137342 w 2153545"/>
                <a:gd name="connsiteY9" fmla="*/ 949219 h 1165168"/>
                <a:gd name="connsiteX10" fmla="*/ 2061142 w 2153545"/>
                <a:gd name="connsiteY10" fmla="*/ 492019 h 1165168"/>
                <a:gd name="connsiteX11" fmla="*/ 1667442 w 2153545"/>
                <a:gd name="connsiteY11" fmla="*/ 161819 h 1165168"/>
                <a:gd name="connsiteX12" fmla="*/ 1311842 w 2153545"/>
                <a:gd name="connsiteY12" fmla="*/ 9419 h 1165168"/>
                <a:gd name="connsiteX13" fmla="*/ 1045142 w 2153545"/>
                <a:gd name="connsiteY13" fmla="*/ 47519 h 1165168"/>
                <a:gd name="connsiteX14" fmla="*/ 829242 w 2153545"/>
                <a:gd name="connsiteY14" fmla="*/ 301519 h 1165168"/>
                <a:gd name="connsiteX15" fmla="*/ 753042 w 2153545"/>
                <a:gd name="connsiteY15" fmla="*/ 339619 h 1165168"/>
                <a:gd name="connsiteX16" fmla="*/ 448242 w 2153545"/>
                <a:gd name="connsiteY16" fmla="*/ 199919 h 1165168"/>
                <a:gd name="connsiteX17" fmla="*/ 168842 w 2153545"/>
                <a:gd name="connsiteY17" fmla="*/ 314219 h 1165168"/>
                <a:gd name="connsiteX0" fmla="*/ 126737 w 2111440"/>
                <a:gd name="connsiteY0" fmla="*/ 314219 h 1165168"/>
                <a:gd name="connsiteX1" fmla="*/ 4841 w 2111440"/>
                <a:gd name="connsiteY1" fmla="*/ 597307 h 1165168"/>
                <a:gd name="connsiteX2" fmla="*/ 279895 w 2111440"/>
                <a:gd name="connsiteY2" fmla="*/ 901287 h 1165168"/>
                <a:gd name="connsiteX3" fmla="*/ 355337 w 2111440"/>
                <a:gd name="connsiteY3" fmla="*/ 898419 h 1165168"/>
                <a:gd name="connsiteX4" fmla="*/ 482337 w 2111440"/>
                <a:gd name="connsiteY4" fmla="*/ 771419 h 1165168"/>
                <a:gd name="connsiteX5" fmla="*/ 469637 w 2111440"/>
                <a:gd name="connsiteY5" fmla="*/ 936519 h 1165168"/>
                <a:gd name="connsiteX6" fmla="*/ 596637 w 2111440"/>
                <a:gd name="connsiteY6" fmla="*/ 1063519 h 1165168"/>
                <a:gd name="connsiteX7" fmla="*/ 1130037 w 2111440"/>
                <a:gd name="connsiteY7" fmla="*/ 1165119 h 1165168"/>
                <a:gd name="connsiteX8" fmla="*/ 1777737 w 2111440"/>
                <a:gd name="connsiteY8" fmla="*/ 1050819 h 1165168"/>
                <a:gd name="connsiteX9" fmla="*/ 2095237 w 2111440"/>
                <a:gd name="connsiteY9" fmla="*/ 949219 h 1165168"/>
                <a:gd name="connsiteX10" fmla="*/ 2019037 w 2111440"/>
                <a:gd name="connsiteY10" fmla="*/ 492019 h 1165168"/>
                <a:gd name="connsiteX11" fmla="*/ 1625337 w 2111440"/>
                <a:gd name="connsiteY11" fmla="*/ 161819 h 1165168"/>
                <a:gd name="connsiteX12" fmla="*/ 1269737 w 2111440"/>
                <a:gd name="connsiteY12" fmla="*/ 9419 h 1165168"/>
                <a:gd name="connsiteX13" fmla="*/ 1003037 w 2111440"/>
                <a:gd name="connsiteY13" fmla="*/ 47519 h 1165168"/>
                <a:gd name="connsiteX14" fmla="*/ 787137 w 2111440"/>
                <a:gd name="connsiteY14" fmla="*/ 301519 h 1165168"/>
                <a:gd name="connsiteX15" fmla="*/ 710937 w 2111440"/>
                <a:gd name="connsiteY15" fmla="*/ 339619 h 1165168"/>
                <a:gd name="connsiteX16" fmla="*/ 406137 w 2111440"/>
                <a:gd name="connsiteY16" fmla="*/ 199919 h 1165168"/>
                <a:gd name="connsiteX17" fmla="*/ 126737 w 2111440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50675 w 2106778"/>
                <a:gd name="connsiteY3" fmla="*/ 898419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61413 w 2106778"/>
                <a:gd name="connsiteY4" fmla="*/ 727174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06778" h="1165168">
                  <a:moveTo>
                    <a:pt x="122075" y="314219"/>
                  </a:moveTo>
                  <a:cubicBezTo>
                    <a:pt x="55192" y="380450"/>
                    <a:pt x="-3666" y="507656"/>
                    <a:pt x="179" y="597307"/>
                  </a:cubicBezTo>
                  <a:cubicBezTo>
                    <a:pt x="4024" y="686958"/>
                    <a:pt x="81307" y="800301"/>
                    <a:pt x="145143" y="852125"/>
                  </a:cubicBezTo>
                  <a:cubicBezTo>
                    <a:pt x="208980" y="903949"/>
                    <a:pt x="330486" y="929076"/>
                    <a:pt x="383198" y="908251"/>
                  </a:cubicBezTo>
                  <a:cubicBezTo>
                    <a:pt x="435910" y="887426"/>
                    <a:pt x="447784" y="722463"/>
                    <a:pt x="461413" y="727174"/>
                  </a:cubicBezTo>
                  <a:cubicBezTo>
                    <a:pt x="475042" y="731885"/>
                    <a:pt x="443215" y="880462"/>
                    <a:pt x="464975" y="936519"/>
                  </a:cubicBezTo>
                  <a:cubicBezTo>
                    <a:pt x="486735" y="992576"/>
                    <a:pt x="481908" y="1025419"/>
                    <a:pt x="591975" y="1063519"/>
                  </a:cubicBezTo>
                  <a:cubicBezTo>
                    <a:pt x="702042" y="1101619"/>
                    <a:pt x="928525" y="1167236"/>
                    <a:pt x="1125375" y="1165119"/>
                  </a:cubicBezTo>
                  <a:cubicBezTo>
                    <a:pt x="1322225" y="1163002"/>
                    <a:pt x="1612208" y="1086802"/>
                    <a:pt x="1773075" y="1050819"/>
                  </a:cubicBezTo>
                  <a:cubicBezTo>
                    <a:pt x="1933942" y="1014836"/>
                    <a:pt x="2050358" y="1042352"/>
                    <a:pt x="2090575" y="949219"/>
                  </a:cubicBezTo>
                  <a:cubicBezTo>
                    <a:pt x="2130792" y="856086"/>
                    <a:pt x="2092692" y="623252"/>
                    <a:pt x="2014375" y="492019"/>
                  </a:cubicBezTo>
                  <a:cubicBezTo>
                    <a:pt x="1936058" y="360786"/>
                    <a:pt x="1745558" y="242252"/>
                    <a:pt x="1620675" y="161819"/>
                  </a:cubicBezTo>
                  <a:cubicBezTo>
                    <a:pt x="1495792" y="81386"/>
                    <a:pt x="1368792" y="28469"/>
                    <a:pt x="1265075" y="9419"/>
                  </a:cubicBezTo>
                  <a:cubicBezTo>
                    <a:pt x="1161358" y="-9631"/>
                    <a:pt x="1078808" y="-1164"/>
                    <a:pt x="998375" y="47519"/>
                  </a:cubicBezTo>
                  <a:cubicBezTo>
                    <a:pt x="917942" y="96202"/>
                    <a:pt x="831158" y="252836"/>
                    <a:pt x="782475" y="301519"/>
                  </a:cubicBezTo>
                  <a:cubicBezTo>
                    <a:pt x="733792" y="350202"/>
                    <a:pt x="769775" y="356552"/>
                    <a:pt x="706275" y="339619"/>
                  </a:cubicBezTo>
                  <a:cubicBezTo>
                    <a:pt x="642775" y="322686"/>
                    <a:pt x="496725" y="204152"/>
                    <a:pt x="401475" y="199919"/>
                  </a:cubicBezTo>
                  <a:cubicBezTo>
                    <a:pt x="306225" y="195686"/>
                    <a:pt x="188958" y="247988"/>
                    <a:pt x="122075" y="314219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36C2371-5C6E-46CD-82CD-1C4072A8DAC8}"/>
                </a:ext>
              </a:extLst>
            </p:cNvPr>
            <p:cNvSpPr/>
            <p:nvPr/>
          </p:nvSpPr>
          <p:spPr>
            <a:xfrm rot="903973">
              <a:off x="3934530" y="1239305"/>
              <a:ext cx="1224692" cy="714547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34751 w 2191385"/>
                <a:gd name="connsiteY16" fmla="*/ 145341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60316 w 2191385"/>
                <a:gd name="connsiteY16" fmla="*/ 174738 h 1165168"/>
                <a:gd name="connsiteX17" fmla="*/ 206682 w 2191385"/>
                <a:gd name="connsiteY17" fmla="*/ 314219 h 1165168"/>
                <a:gd name="connsiteX0" fmla="*/ 206682 w 2191385"/>
                <a:gd name="connsiteY0" fmla="*/ 304810 h 1155759"/>
                <a:gd name="connsiteX1" fmla="*/ 3482 w 2191385"/>
                <a:gd name="connsiteY1" fmla="*/ 622310 h 1155759"/>
                <a:gd name="connsiteX2" fmla="*/ 105082 w 2191385"/>
                <a:gd name="connsiteY2" fmla="*/ 901710 h 1155759"/>
                <a:gd name="connsiteX3" fmla="*/ 435282 w 2191385"/>
                <a:gd name="connsiteY3" fmla="*/ 889010 h 1155759"/>
                <a:gd name="connsiteX4" fmla="*/ 562282 w 2191385"/>
                <a:gd name="connsiteY4" fmla="*/ 762010 h 1155759"/>
                <a:gd name="connsiteX5" fmla="*/ 549582 w 2191385"/>
                <a:gd name="connsiteY5" fmla="*/ 927110 h 1155759"/>
                <a:gd name="connsiteX6" fmla="*/ 676582 w 2191385"/>
                <a:gd name="connsiteY6" fmla="*/ 1054110 h 1155759"/>
                <a:gd name="connsiteX7" fmla="*/ 1209982 w 2191385"/>
                <a:gd name="connsiteY7" fmla="*/ 1155710 h 1155759"/>
                <a:gd name="connsiteX8" fmla="*/ 1857682 w 2191385"/>
                <a:gd name="connsiteY8" fmla="*/ 1041410 h 1155759"/>
                <a:gd name="connsiteX9" fmla="*/ 2175182 w 2191385"/>
                <a:gd name="connsiteY9" fmla="*/ 939810 h 1155759"/>
                <a:gd name="connsiteX10" fmla="*/ 2098982 w 2191385"/>
                <a:gd name="connsiteY10" fmla="*/ 482610 h 1155759"/>
                <a:gd name="connsiteX11" fmla="*/ 1705282 w 2191385"/>
                <a:gd name="connsiteY11" fmla="*/ 152410 h 1155759"/>
                <a:gd name="connsiteX12" fmla="*/ 1349682 w 2191385"/>
                <a:gd name="connsiteY12" fmla="*/ 10 h 1155759"/>
                <a:gd name="connsiteX13" fmla="*/ 1058820 w 2191385"/>
                <a:gd name="connsiteY13" fmla="*/ 145831 h 1155759"/>
                <a:gd name="connsiteX14" fmla="*/ 867082 w 2191385"/>
                <a:gd name="connsiteY14" fmla="*/ 292110 h 1155759"/>
                <a:gd name="connsiteX15" fmla="*/ 790882 w 2191385"/>
                <a:gd name="connsiteY15" fmla="*/ 330210 h 1155759"/>
                <a:gd name="connsiteX16" fmla="*/ 860316 w 2191385"/>
                <a:gd name="connsiteY16" fmla="*/ 165329 h 1155759"/>
                <a:gd name="connsiteX17" fmla="*/ 206682 w 2191385"/>
                <a:gd name="connsiteY17" fmla="*/ 304810 h 1155759"/>
                <a:gd name="connsiteX0" fmla="*/ 206682 w 2191385"/>
                <a:gd name="connsiteY0" fmla="*/ 177085 h 1028034"/>
                <a:gd name="connsiteX1" fmla="*/ 3482 w 2191385"/>
                <a:gd name="connsiteY1" fmla="*/ 494585 h 1028034"/>
                <a:gd name="connsiteX2" fmla="*/ 105082 w 2191385"/>
                <a:gd name="connsiteY2" fmla="*/ 773985 h 1028034"/>
                <a:gd name="connsiteX3" fmla="*/ 435282 w 2191385"/>
                <a:gd name="connsiteY3" fmla="*/ 761285 h 1028034"/>
                <a:gd name="connsiteX4" fmla="*/ 562282 w 2191385"/>
                <a:gd name="connsiteY4" fmla="*/ 634285 h 1028034"/>
                <a:gd name="connsiteX5" fmla="*/ 549582 w 2191385"/>
                <a:gd name="connsiteY5" fmla="*/ 799385 h 1028034"/>
                <a:gd name="connsiteX6" fmla="*/ 676582 w 2191385"/>
                <a:gd name="connsiteY6" fmla="*/ 926385 h 1028034"/>
                <a:gd name="connsiteX7" fmla="*/ 1209982 w 2191385"/>
                <a:gd name="connsiteY7" fmla="*/ 1027985 h 1028034"/>
                <a:gd name="connsiteX8" fmla="*/ 1857682 w 2191385"/>
                <a:gd name="connsiteY8" fmla="*/ 913685 h 1028034"/>
                <a:gd name="connsiteX9" fmla="*/ 2175182 w 2191385"/>
                <a:gd name="connsiteY9" fmla="*/ 812085 h 1028034"/>
                <a:gd name="connsiteX10" fmla="*/ 2098982 w 2191385"/>
                <a:gd name="connsiteY10" fmla="*/ 354885 h 1028034"/>
                <a:gd name="connsiteX11" fmla="*/ 1705282 w 2191385"/>
                <a:gd name="connsiteY11" fmla="*/ 24685 h 1028034"/>
                <a:gd name="connsiteX12" fmla="*/ 1377658 w 2191385"/>
                <a:gd name="connsiteY12" fmla="*/ 23280 h 1028034"/>
                <a:gd name="connsiteX13" fmla="*/ 1058820 w 2191385"/>
                <a:gd name="connsiteY13" fmla="*/ 18106 h 1028034"/>
                <a:gd name="connsiteX14" fmla="*/ 867082 w 2191385"/>
                <a:gd name="connsiteY14" fmla="*/ 164385 h 1028034"/>
                <a:gd name="connsiteX15" fmla="*/ 790882 w 2191385"/>
                <a:gd name="connsiteY15" fmla="*/ 202485 h 1028034"/>
                <a:gd name="connsiteX16" fmla="*/ 860316 w 2191385"/>
                <a:gd name="connsiteY16" fmla="*/ 37604 h 1028034"/>
                <a:gd name="connsiteX17" fmla="*/ 206682 w 2191385"/>
                <a:gd name="connsiteY17" fmla="*/ 177085 h 1028034"/>
                <a:gd name="connsiteX0" fmla="*/ 206682 w 2191979"/>
                <a:gd name="connsiteY0" fmla="*/ 170664 h 1021613"/>
                <a:gd name="connsiteX1" fmla="*/ 3482 w 2191979"/>
                <a:gd name="connsiteY1" fmla="*/ 488164 h 1021613"/>
                <a:gd name="connsiteX2" fmla="*/ 105082 w 2191979"/>
                <a:gd name="connsiteY2" fmla="*/ 767564 h 1021613"/>
                <a:gd name="connsiteX3" fmla="*/ 435282 w 2191979"/>
                <a:gd name="connsiteY3" fmla="*/ 754864 h 1021613"/>
                <a:gd name="connsiteX4" fmla="*/ 562282 w 2191979"/>
                <a:gd name="connsiteY4" fmla="*/ 627864 h 1021613"/>
                <a:gd name="connsiteX5" fmla="*/ 549582 w 2191979"/>
                <a:gd name="connsiteY5" fmla="*/ 792964 h 1021613"/>
                <a:gd name="connsiteX6" fmla="*/ 676582 w 2191979"/>
                <a:gd name="connsiteY6" fmla="*/ 919964 h 1021613"/>
                <a:gd name="connsiteX7" fmla="*/ 1209982 w 2191979"/>
                <a:gd name="connsiteY7" fmla="*/ 1021564 h 1021613"/>
                <a:gd name="connsiteX8" fmla="*/ 1857682 w 2191979"/>
                <a:gd name="connsiteY8" fmla="*/ 907264 h 1021613"/>
                <a:gd name="connsiteX9" fmla="*/ 2175182 w 2191979"/>
                <a:gd name="connsiteY9" fmla="*/ 805664 h 1021613"/>
                <a:gd name="connsiteX10" fmla="*/ 2098982 w 2191979"/>
                <a:gd name="connsiteY10" fmla="*/ 348464 h 1021613"/>
                <a:gd name="connsiteX11" fmla="*/ 1684142 w 2191979"/>
                <a:gd name="connsiteY11" fmla="*/ 79426 h 1021613"/>
                <a:gd name="connsiteX12" fmla="*/ 1377658 w 2191979"/>
                <a:gd name="connsiteY12" fmla="*/ 16859 h 1021613"/>
                <a:gd name="connsiteX13" fmla="*/ 1058820 w 2191979"/>
                <a:gd name="connsiteY13" fmla="*/ 11685 h 1021613"/>
                <a:gd name="connsiteX14" fmla="*/ 867082 w 2191979"/>
                <a:gd name="connsiteY14" fmla="*/ 157964 h 1021613"/>
                <a:gd name="connsiteX15" fmla="*/ 790882 w 2191979"/>
                <a:gd name="connsiteY15" fmla="*/ 196064 h 1021613"/>
                <a:gd name="connsiteX16" fmla="*/ 860316 w 2191979"/>
                <a:gd name="connsiteY16" fmla="*/ 31183 h 1021613"/>
                <a:gd name="connsiteX17" fmla="*/ 206682 w 2191979"/>
                <a:gd name="connsiteY17" fmla="*/ 170664 h 1021613"/>
                <a:gd name="connsiteX0" fmla="*/ 206682 w 2191979"/>
                <a:gd name="connsiteY0" fmla="*/ 169012 h 1019961"/>
                <a:gd name="connsiteX1" fmla="*/ 3482 w 2191979"/>
                <a:gd name="connsiteY1" fmla="*/ 486512 h 1019961"/>
                <a:gd name="connsiteX2" fmla="*/ 105082 w 2191979"/>
                <a:gd name="connsiteY2" fmla="*/ 765912 h 1019961"/>
                <a:gd name="connsiteX3" fmla="*/ 435282 w 2191979"/>
                <a:gd name="connsiteY3" fmla="*/ 753212 h 1019961"/>
                <a:gd name="connsiteX4" fmla="*/ 562282 w 2191979"/>
                <a:gd name="connsiteY4" fmla="*/ 626212 h 1019961"/>
                <a:gd name="connsiteX5" fmla="*/ 549582 w 2191979"/>
                <a:gd name="connsiteY5" fmla="*/ 791312 h 1019961"/>
                <a:gd name="connsiteX6" fmla="*/ 676582 w 2191979"/>
                <a:gd name="connsiteY6" fmla="*/ 918312 h 1019961"/>
                <a:gd name="connsiteX7" fmla="*/ 1209982 w 2191979"/>
                <a:gd name="connsiteY7" fmla="*/ 1019912 h 1019961"/>
                <a:gd name="connsiteX8" fmla="*/ 1857682 w 2191979"/>
                <a:gd name="connsiteY8" fmla="*/ 905612 h 1019961"/>
                <a:gd name="connsiteX9" fmla="*/ 2175182 w 2191979"/>
                <a:gd name="connsiteY9" fmla="*/ 804012 h 1019961"/>
                <a:gd name="connsiteX10" fmla="*/ 2098982 w 2191979"/>
                <a:gd name="connsiteY10" fmla="*/ 346812 h 1019961"/>
                <a:gd name="connsiteX11" fmla="*/ 1684142 w 2191979"/>
                <a:gd name="connsiteY11" fmla="*/ 77774 h 1019961"/>
                <a:gd name="connsiteX12" fmla="*/ 1377658 w 2191979"/>
                <a:gd name="connsiteY12" fmla="*/ 15207 h 1019961"/>
                <a:gd name="connsiteX13" fmla="*/ 1058820 w 2191979"/>
                <a:gd name="connsiteY13" fmla="*/ 10033 h 1019961"/>
                <a:gd name="connsiteX14" fmla="*/ 854804 w 2191979"/>
                <a:gd name="connsiteY14" fmla="*/ 133854 h 1019961"/>
                <a:gd name="connsiteX15" fmla="*/ 790882 w 2191979"/>
                <a:gd name="connsiteY15" fmla="*/ 194412 h 1019961"/>
                <a:gd name="connsiteX16" fmla="*/ 860316 w 2191979"/>
                <a:gd name="connsiteY16" fmla="*/ 29531 h 1019961"/>
                <a:gd name="connsiteX17" fmla="*/ 206682 w 2191979"/>
                <a:gd name="connsiteY17" fmla="*/ 169012 h 1019961"/>
                <a:gd name="connsiteX0" fmla="*/ 206682 w 2191979"/>
                <a:gd name="connsiteY0" fmla="*/ 167084 h 1018033"/>
                <a:gd name="connsiteX1" fmla="*/ 3482 w 2191979"/>
                <a:gd name="connsiteY1" fmla="*/ 484584 h 1018033"/>
                <a:gd name="connsiteX2" fmla="*/ 105082 w 2191979"/>
                <a:gd name="connsiteY2" fmla="*/ 763984 h 1018033"/>
                <a:gd name="connsiteX3" fmla="*/ 435282 w 2191979"/>
                <a:gd name="connsiteY3" fmla="*/ 751284 h 1018033"/>
                <a:gd name="connsiteX4" fmla="*/ 562282 w 2191979"/>
                <a:gd name="connsiteY4" fmla="*/ 624284 h 1018033"/>
                <a:gd name="connsiteX5" fmla="*/ 549582 w 2191979"/>
                <a:gd name="connsiteY5" fmla="*/ 789384 h 1018033"/>
                <a:gd name="connsiteX6" fmla="*/ 676582 w 2191979"/>
                <a:gd name="connsiteY6" fmla="*/ 916384 h 1018033"/>
                <a:gd name="connsiteX7" fmla="*/ 1209982 w 2191979"/>
                <a:gd name="connsiteY7" fmla="*/ 1017984 h 1018033"/>
                <a:gd name="connsiteX8" fmla="*/ 1857682 w 2191979"/>
                <a:gd name="connsiteY8" fmla="*/ 903684 h 1018033"/>
                <a:gd name="connsiteX9" fmla="*/ 2175182 w 2191979"/>
                <a:gd name="connsiteY9" fmla="*/ 802084 h 1018033"/>
                <a:gd name="connsiteX10" fmla="*/ 2098982 w 2191979"/>
                <a:gd name="connsiteY10" fmla="*/ 344884 h 1018033"/>
                <a:gd name="connsiteX11" fmla="*/ 1684142 w 2191979"/>
                <a:gd name="connsiteY11" fmla="*/ 75846 h 1018033"/>
                <a:gd name="connsiteX12" fmla="*/ 1377658 w 2191979"/>
                <a:gd name="connsiteY12" fmla="*/ 13279 h 1018033"/>
                <a:gd name="connsiteX13" fmla="*/ 1058820 w 2191979"/>
                <a:gd name="connsiteY13" fmla="*/ 8105 h 1018033"/>
                <a:gd name="connsiteX14" fmla="*/ 858228 w 2191979"/>
                <a:gd name="connsiteY14" fmla="*/ 105633 h 1018033"/>
                <a:gd name="connsiteX15" fmla="*/ 790882 w 2191979"/>
                <a:gd name="connsiteY15" fmla="*/ 192484 h 1018033"/>
                <a:gd name="connsiteX16" fmla="*/ 860316 w 2191979"/>
                <a:gd name="connsiteY16" fmla="*/ 27603 h 1018033"/>
                <a:gd name="connsiteX17" fmla="*/ 206682 w 2191979"/>
                <a:gd name="connsiteY17" fmla="*/ 167084 h 1018033"/>
                <a:gd name="connsiteX0" fmla="*/ 206682 w 2191979"/>
                <a:gd name="connsiteY0" fmla="*/ 178602 h 1029551"/>
                <a:gd name="connsiteX1" fmla="*/ 3482 w 2191979"/>
                <a:gd name="connsiteY1" fmla="*/ 496102 h 1029551"/>
                <a:gd name="connsiteX2" fmla="*/ 105082 w 2191979"/>
                <a:gd name="connsiteY2" fmla="*/ 775502 h 1029551"/>
                <a:gd name="connsiteX3" fmla="*/ 435282 w 2191979"/>
                <a:gd name="connsiteY3" fmla="*/ 762802 h 1029551"/>
                <a:gd name="connsiteX4" fmla="*/ 562282 w 2191979"/>
                <a:gd name="connsiteY4" fmla="*/ 635802 h 1029551"/>
                <a:gd name="connsiteX5" fmla="*/ 549582 w 2191979"/>
                <a:gd name="connsiteY5" fmla="*/ 800902 h 1029551"/>
                <a:gd name="connsiteX6" fmla="*/ 676582 w 2191979"/>
                <a:gd name="connsiteY6" fmla="*/ 927902 h 1029551"/>
                <a:gd name="connsiteX7" fmla="*/ 1209982 w 2191979"/>
                <a:gd name="connsiteY7" fmla="*/ 1029502 h 1029551"/>
                <a:gd name="connsiteX8" fmla="*/ 1857682 w 2191979"/>
                <a:gd name="connsiteY8" fmla="*/ 915202 h 1029551"/>
                <a:gd name="connsiteX9" fmla="*/ 2175182 w 2191979"/>
                <a:gd name="connsiteY9" fmla="*/ 813602 h 1029551"/>
                <a:gd name="connsiteX10" fmla="*/ 2098982 w 2191979"/>
                <a:gd name="connsiteY10" fmla="*/ 356402 h 1029551"/>
                <a:gd name="connsiteX11" fmla="*/ 1684142 w 2191979"/>
                <a:gd name="connsiteY11" fmla="*/ 87364 h 1029551"/>
                <a:gd name="connsiteX12" fmla="*/ 1377658 w 2191979"/>
                <a:gd name="connsiteY12" fmla="*/ 24797 h 1029551"/>
                <a:gd name="connsiteX13" fmla="*/ 1054594 w 2191979"/>
                <a:gd name="connsiteY13" fmla="*/ 5381 h 1029551"/>
                <a:gd name="connsiteX14" fmla="*/ 858228 w 2191979"/>
                <a:gd name="connsiteY14" fmla="*/ 117151 h 1029551"/>
                <a:gd name="connsiteX15" fmla="*/ 790882 w 2191979"/>
                <a:gd name="connsiteY15" fmla="*/ 204002 h 1029551"/>
                <a:gd name="connsiteX16" fmla="*/ 860316 w 2191979"/>
                <a:gd name="connsiteY16" fmla="*/ 39121 h 1029551"/>
                <a:gd name="connsiteX17" fmla="*/ 206682 w 2191979"/>
                <a:gd name="connsiteY17" fmla="*/ 178602 h 1029551"/>
                <a:gd name="connsiteX0" fmla="*/ 206682 w 2191979"/>
                <a:gd name="connsiteY0" fmla="*/ 183556 h 1034505"/>
                <a:gd name="connsiteX1" fmla="*/ 3482 w 2191979"/>
                <a:gd name="connsiteY1" fmla="*/ 501056 h 1034505"/>
                <a:gd name="connsiteX2" fmla="*/ 105082 w 2191979"/>
                <a:gd name="connsiteY2" fmla="*/ 780456 h 1034505"/>
                <a:gd name="connsiteX3" fmla="*/ 435282 w 2191979"/>
                <a:gd name="connsiteY3" fmla="*/ 767756 h 1034505"/>
                <a:gd name="connsiteX4" fmla="*/ 562282 w 2191979"/>
                <a:gd name="connsiteY4" fmla="*/ 640756 h 1034505"/>
                <a:gd name="connsiteX5" fmla="*/ 549582 w 2191979"/>
                <a:gd name="connsiteY5" fmla="*/ 805856 h 1034505"/>
                <a:gd name="connsiteX6" fmla="*/ 676582 w 2191979"/>
                <a:gd name="connsiteY6" fmla="*/ 932856 h 1034505"/>
                <a:gd name="connsiteX7" fmla="*/ 1209982 w 2191979"/>
                <a:gd name="connsiteY7" fmla="*/ 1034456 h 1034505"/>
                <a:gd name="connsiteX8" fmla="*/ 1857682 w 2191979"/>
                <a:gd name="connsiteY8" fmla="*/ 920156 h 1034505"/>
                <a:gd name="connsiteX9" fmla="*/ 2175182 w 2191979"/>
                <a:gd name="connsiteY9" fmla="*/ 818556 h 1034505"/>
                <a:gd name="connsiteX10" fmla="*/ 2098982 w 2191979"/>
                <a:gd name="connsiteY10" fmla="*/ 361356 h 1034505"/>
                <a:gd name="connsiteX11" fmla="*/ 1684142 w 2191979"/>
                <a:gd name="connsiteY11" fmla="*/ 92318 h 1034505"/>
                <a:gd name="connsiteX12" fmla="*/ 1378665 w 2191979"/>
                <a:gd name="connsiteY12" fmla="*/ 14232 h 1034505"/>
                <a:gd name="connsiteX13" fmla="*/ 1054594 w 2191979"/>
                <a:gd name="connsiteY13" fmla="*/ 10335 h 1034505"/>
                <a:gd name="connsiteX14" fmla="*/ 858228 w 2191979"/>
                <a:gd name="connsiteY14" fmla="*/ 122105 h 1034505"/>
                <a:gd name="connsiteX15" fmla="*/ 790882 w 2191979"/>
                <a:gd name="connsiteY15" fmla="*/ 208956 h 1034505"/>
                <a:gd name="connsiteX16" fmla="*/ 860316 w 2191979"/>
                <a:gd name="connsiteY16" fmla="*/ 44075 h 1034505"/>
                <a:gd name="connsiteX17" fmla="*/ 206682 w 2191979"/>
                <a:gd name="connsiteY17" fmla="*/ 183556 h 1034505"/>
                <a:gd name="connsiteX0" fmla="*/ 206682 w 2185348"/>
                <a:gd name="connsiteY0" fmla="*/ 183556 h 1034505"/>
                <a:gd name="connsiteX1" fmla="*/ 3482 w 2185348"/>
                <a:gd name="connsiteY1" fmla="*/ 501056 h 1034505"/>
                <a:gd name="connsiteX2" fmla="*/ 105082 w 2185348"/>
                <a:gd name="connsiteY2" fmla="*/ 780456 h 1034505"/>
                <a:gd name="connsiteX3" fmla="*/ 435282 w 2185348"/>
                <a:gd name="connsiteY3" fmla="*/ 767756 h 1034505"/>
                <a:gd name="connsiteX4" fmla="*/ 562282 w 2185348"/>
                <a:gd name="connsiteY4" fmla="*/ 640756 h 1034505"/>
                <a:gd name="connsiteX5" fmla="*/ 549582 w 2185348"/>
                <a:gd name="connsiteY5" fmla="*/ 805856 h 1034505"/>
                <a:gd name="connsiteX6" fmla="*/ 676582 w 2185348"/>
                <a:gd name="connsiteY6" fmla="*/ 932856 h 1034505"/>
                <a:gd name="connsiteX7" fmla="*/ 1209982 w 2185348"/>
                <a:gd name="connsiteY7" fmla="*/ 1034456 h 1034505"/>
                <a:gd name="connsiteX8" fmla="*/ 1857682 w 2185348"/>
                <a:gd name="connsiteY8" fmla="*/ 920156 h 1034505"/>
                <a:gd name="connsiteX9" fmla="*/ 2175182 w 2185348"/>
                <a:gd name="connsiteY9" fmla="*/ 818556 h 1034505"/>
                <a:gd name="connsiteX10" fmla="*/ 2067979 w 2185348"/>
                <a:gd name="connsiteY10" fmla="*/ 389290 h 1034505"/>
                <a:gd name="connsiteX11" fmla="*/ 1684142 w 2185348"/>
                <a:gd name="connsiteY11" fmla="*/ 92318 h 1034505"/>
                <a:gd name="connsiteX12" fmla="*/ 1378665 w 2185348"/>
                <a:gd name="connsiteY12" fmla="*/ 14232 h 1034505"/>
                <a:gd name="connsiteX13" fmla="*/ 1054594 w 2185348"/>
                <a:gd name="connsiteY13" fmla="*/ 10335 h 1034505"/>
                <a:gd name="connsiteX14" fmla="*/ 858228 w 2185348"/>
                <a:gd name="connsiteY14" fmla="*/ 122105 h 1034505"/>
                <a:gd name="connsiteX15" fmla="*/ 790882 w 2185348"/>
                <a:gd name="connsiteY15" fmla="*/ 208956 h 1034505"/>
                <a:gd name="connsiteX16" fmla="*/ 860316 w 2185348"/>
                <a:gd name="connsiteY16" fmla="*/ 44075 h 1034505"/>
                <a:gd name="connsiteX17" fmla="*/ 206682 w 2185348"/>
                <a:gd name="connsiteY17" fmla="*/ 183556 h 103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5348" h="1034505">
                  <a:moveTo>
                    <a:pt x="206682" y="183556"/>
                  </a:moveTo>
                  <a:cubicBezTo>
                    <a:pt x="63876" y="259720"/>
                    <a:pt x="20415" y="401573"/>
                    <a:pt x="3482" y="501056"/>
                  </a:cubicBezTo>
                  <a:cubicBezTo>
                    <a:pt x="-13451" y="600539"/>
                    <a:pt x="33115" y="736006"/>
                    <a:pt x="105082" y="780456"/>
                  </a:cubicBezTo>
                  <a:cubicBezTo>
                    <a:pt x="177049" y="824906"/>
                    <a:pt x="359082" y="791039"/>
                    <a:pt x="435282" y="767756"/>
                  </a:cubicBezTo>
                  <a:cubicBezTo>
                    <a:pt x="511482" y="744473"/>
                    <a:pt x="543232" y="634406"/>
                    <a:pt x="562282" y="640756"/>
                  </a:cubicBezTo>
                  <a:cubicBezTo>
                    <a:pt x="581332" y="647106"/>
                    <a:pt x="530532" y="757173"/>
                    <a:pt x="549582" y="805856"/>
                  </a:cubicBezTo>
                  <a:cubicBezTo>
                    <a:pt x="568632" y="854539"/>
                    <a:pt x="566515" y="894756"/>
                    <a:pt x="676582" y="932856"/>
                  </a:cubicBezTo>
                  <a:cubicBezTo>
                    <a:pt x="786649" y="970956"/>
                    <a:pt x="1013132" y="1036573"/>
                    <a:pt x="1209982" y="1034456"/>
                  </a:cubicBezTo>
                  <a:cubicBezTo>
                    <a:pt x="1406832" y="1032339"/>
                    <a:pt x="1696815" y="956139"/>
                    <a:pt x="1857682" y="920156"/>
                  </a:cubicBezTo>
                  <a:cubicBezTo>
                    <a:pt x="2018549" y="884173"/>
                    <a:pt x="2140133" y="907034"/>
                    <a:pt x="2175182" y="818556"/>
                  </a:cubicBezTo>
                  <a:cubicBezTo>
                    <a:pt x="2210231" y="730078"/>
                    <a:pt x="2149819" y="510330"/>
                    <a:pt x="2067979" y="389290"/>
                  </a:cubicBezTo>
                  <a:cubicBezTo>
                    <a:pt x="1986139" y="268250"/>
                    <a:pt x="1799028" y="154828"/>
                    <a:pt x="1684142" y="92318"/>
                  </a:cubicBezTo>
                  <a:cubicBezTo>
                    <a:pt x="1569256" y="29808"/>
                    <a:pt x="1483590" y="27896"/>
                    <a:pt x="1378665" y="14232"/>
                  </a:cubicBezTo>
                  <a:cubicBezTo>
                    <a:pt x="1273740" y="568"/>
                    <a:pt x="1141333" y="-7644"/>
                    <a:pt x="1054594" y="10335"/>
                  </a:cubicBezTo>
                  <a:cubicBezTo>
                    <a:pt x="967855" y="28314"/>
                    <a:pt x="902180" y="89002"/>
                    <a:pt x="858228" y="122105"/>
                  </a:cubicBezTo>
                  <a:cubicBezTo>
                    <a:pt x="814276" y="155209"/>
                    <a:pt x="854382" y="225889"/>
                    <a:pt x="790882" y="208956"/>
                  </a:cubicBezTo>
                  <a:cubicBezTo>
                    <a:pt x="727382" y="192023"/>
                    <a:pt x="955566" y="48308"/>
                    <a:pt x="860316" y="44075"/>
                  </a:cubicBezTo>
                  <a:cubicBezTo>
                    <a:pt x="765066" y="39842"/>
                    <a:pt x="349488" y="107393"/>
                    <a:pt x="206682" y="183556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AC9728D-AF26-49C9-916B-8AE50F2189F1}"/>
                </a:ext>
              </a:extLst>
            </p:cNvPr>
            <p:cNvSpPr/>
            <p:nvPr/>
          </p:nvSpPr>
          <p:spPr>
            <a:xfrm>
              <a:off x="4065515" y="2493774"/>
              <a:ext cx="2392584" cy="1365785"/>
            </a:xfrm>
            <a:custGeom>
              <a:avLst/>
              <a:gdLst>
                <a:gd name="connsiteX0" fmla="*/ 1474 w 2507015"/>
                <a:gd name="connsiteY0" fmla="*/ 668875 h 1374210"/>
                <a:gd name="connsiteX1" fmla="*/ 230074 w 2507015"/>
                <a:gd name="connsiteY1" fmla="*/ 533409 h 1374210"/>
                <a:gd name="connsiteX2" fmla="*/ 221608 w 2507015"/>
                <a:gd name="connsiteY2" fmla="*/ 626542 h 1374210"/>
                <a:gd name="connsiteX3" fmla="*/ 390941 w 2507015"/>
                <a:gd name="connsiteY3" fmla="*/ 889009 h 1374210"/>
                <a:gd name="connsiteX4" fmla="*/ 517941 w 2507015"/>
                <a:gd name="connsiteY4" fmla="*/ 965209 h 1374210"/>
                <a:gd name="connsiteX5" fmla="*/ 763474 w 2507015"/>
                <a:gd name="connsiteY5" fmla="*/ 897475 h 1374210"/>
                <a:gd name="connsiteX6" fmla="*/ 1059808 w 2507015"/>
                <a:gd name="connsiteY6" fmla="*/ 778942 h 1374210"/>
                <a:gd name="connsiteX7" fmla="*/ 1263008 w 2507015"/>
                <a:gd name="connsiteY7" fmla="*/ 719675 h 1374210"/>
                <a:gd name="connsiteX8" fmla="*/ 1483141 w 2507015"/>
                <a:gd name="connsiteY8" fmla="*/ 677342 h 1374210"/>
                <a:gd name="connsiteX9" fmla="*/ 1779474 w 2507015"/>
                <a:gd name="connsiteY9" fmla="*/ 558809 h 1374210"/>
                <a:gd name="connsiteX10" fmla="*/ 2058874 w 2507015"/>
                <a:gd name="connsiteY10" fmla="*/ 194742 h 1374210"/>
                <a:gd name="connsiteX11" fmla="*/ 2465274 w 2507015"/>
                <a:gd name="connsiteY11" fmla="*/ 9 h 1374210"/>
                <a:gd name="connsiteX12" fmla="*/ 2473741 w 2507015"/>
                <a:gd name="connsiteY12" fmla="*/ 186275 h 1374210"/>
                <a:gd name="connsiteX13" fmla="*/ 2287474 w 2507015"/>
                <a:gd name="connsiteY13" fmla="*/ 211675 h 1374210"/>
                <a:gd name="connsiteX14" fmla="*/ 2008074 w 2507015"/>
                <a:gd name="connsiteY14" fmla="*/ 457209 h 1374210"/>
                <a:gd name="connsiteX15" fmla="*/ 1923408 w 2507015"/>
                <a:gd name="connsiteY15" fmla="*/ 711209 h 1374210"/>
                <a:gd name="connsiteX16" fmla="*/ 1550874 w 2507015"/>
                <a:gd name="connsiteY16" fmla="*/ 829742 h 1374210"/>
                <a:gd name="connsiteX17" fmla="*/ 1119074 w 2507015"/>
                <a:gd name="connsiteY17" fmla="*/ 931342 h 1374210"/>
                <a:gd name="connsiteX18" fmla="*/ 755008 w 2507015"/>
                <a:gd name="connsiteY18" fmla="*/ 1083742 h 1374210"/>
                <a:gd name="connsiteX19" fmla="*/ 594141 w 2507015"/>
                <a:gd name="connsiteY19" fmla="*/ 1109142 h 1374210"/>
                <a:gd name="connsiteX20" fmla="*/ 678808 w 2507015"/>
                <a:gd name="connsiteY20" fmla="*/ 1210742 h 1374210"/>
                <a:gd name="connsiteX21" fmla="*/ 822741 w 2507015"/>
                <a:gd name="connsiteY21" fmla="*/ 1227675 h 1374210"/>
                <a:gd name="connsiteX22" fmla="*/ 831208 w 2507015"/>
                <a:gd name="connsiteY22" fmla="*/ 1278475 h 1374210"/>
                <a:gd name="connsiteX23" fmla="*/ 831208 w 2507015"/>
                <a:gd name="connsiteY23" fmla="*/ 1371609 h 1374210"/>
                <a:gd name="connsiteX24" fmla="*/ 628008 w 2507015"/>
                <a:gd name="connsiteY24" fmla="*/ 1337742 h 1374210"/>
                <a:gd name="connsiteX25" fmla="*/ 484074 w 2507015"/>
                <a:gd name="connsiteY25" fmla="*/ 1227675 h 1374210"/>
                <a:gd name="connsiteX26" fmla="*/ 357074 w 2507015"/>
                <a:gd name="connsiteY26" fmla="*/ 1049875 h 1374210"/>
                <a:gd name="connsiteX27" fmla="*/ 1474 w 2507015"/>
                <a:gd name="connsiteY27" fmla="*/ 668875 h 1374210"/>
                <a:gd name="connsiteX0" fmla="*/ 221 w 2505762"/>
                <a:gd name="connsiteY0" fmla="*/ 668875 h 1374210"/>
                <a:gd name="connsiteX1" fmla="*/ 228821 w 2505762"/>
                <a:gd name="connsiteY1" fmla="*/ 533409 h 1374210"/>
                <a:gd name="connsiteX2" fmla="*/ 220355 w 2505762"/>
                <a:gd name="connsiteY2" fmla="*/ 626542 h 1374210"/>
                <a:gd name="connsiteX3" fmla="*/ 389688 w 2505762"/>
                <a:gd name="connsiteY3" fmla="*/ 889009 h 1374210"/>
                <a:gd name="connsiteX4" fmla="*/ 516688 w 2505762"/>
                <a:gd name="connsiteY4" fmla="*/ 965209 h 1374210"/>
                <a:gd name="connsiteX5" fmla="*/ 762221 w 2505762"/>
                <a:gd name="connsiteY5" fmla="*/ 897475 h 1374210"/>
                <a:gd name="connsiteX6" fmla="*/ 1058555 w 2505762"/>
                <a:gd name="connsiteY6" fmla="*/ 778942 h 1374210"/>
                <a:gd name="connsiteX7" fmla="*/ 1261755 w 2505762"/>
                <a:gd name="connsiteY7" fmla="*/ 719675 h 1374210"/>
                <a:gd name="connsiteX8" fmla="*/ 1481888 w 2505762"/>
                <a:gd name="connsiteY8" fmla="*/ 677342 h 1374210"/>
                <a:gd name="connsiteX9" fmla="*/ 1778221 w 2505762"/>
                <a:gd name="connsiteY9" fmla="*/ 558809 h 1374210"/>
                <a:gd name="connsiteX10" fmla="*/ 2057621 w 2505762"/>
                <a:gd name="connsiteY10" fmla="*/ 194742 h 1374210"/>
                <a:gd name="connsiteX11" fmla="*/ 2464021 w 2505762"/>
                <a:gd name="connsiteY11" fmla="*/ 9 h 1374210"/>
                <a:gd name="connsiteX12" fmla="*/ 2472488 w 2505762"/>
                <a:gd name="connsiteY12" fmla="*/ 186275 h 1374210"/>
                <a:gd name="connsiteX13" fmla="*/ 2286221 w 2505762"/>
                <a:gd name="connsiteY13" fmla="*/ 211675 h 1374210"/>
                <a:gd name="connsiteX14" fmla="*/ 2006821 w 2505762"/>
                <a:gd name="connsiteY14" fmla="*/ 457209 h 1374210"/>
                <a:gd name="connsiteX15" fmla="*/ 1922155 w 2505762"/>
                <a:gd name="connsiteY15" fmla="*/ 711209 h 1374210"/>
                <a:gd name="connsiteX16" fmla="*/ 1549621 w 2505762"/>
                <a:gd name="connsiteY16" fmla="*/ 829742 h 1374210"/>
                <a:gd name="connsiteX17" fmla="*/ 1117821 w 2505762"/>
                <a:gd name="connsiteY17" fmla="*/ 931342 h 1374210"/>
                <a:gd name="connsiteX18" fmla="*/ 753755 w 2505762"/>
                <a:gd name="connsiteY18" fmla="*/ 1083742 h 1374210"/>
                <a:gd name="connsiteX19" fmla="*/ 592888 w 2505762"/>
                <a:gd name="connsiteY19" fmla="*/ 1109142 h 1374210"/>
                <a:gd name="connsiteX20" fmla="*/ 677555 w 2505762"/>
                <a:gd name="connsiteY20" fmla="*/ 1210742 h 1374210"/>
                <a:gd name="connsiteX21" fmla="*/ 821488 w 2505762"/>
                <a:gd name="connsiteY21" fmla="*/ 1227675 h 1374210"/>
                <a:gd name="connsiteX22" fmla="*/ 829955 w 2505762"/>
                <a:gd name="connsiteY22" fmla="*/ 1278475 h 1374210"/>
                <a:gd name="connsiteX23" fmla="*/ 829955 w 2505762"/>
                <a:gd name="connsiteY23" fmla="*/ 1371609 h 1374210"/>
                <a:gd name="connsiteX24" fmla="*/ 626755 w 2505762"/>
                <a:gd name="connsiteY24" fmla="*/ 1337742 h 1374210"/>
                <a:gd name="connsiteX25" fmla="*/ 482821 w 2505762"/>
                <a:gd name="connsiteY25" fmla="*/ 1227675 h 1374210"/>
                <a:gd name="connsiteX26" fmla="*/ 275388 w 2505762"/>
                <a:gd name="connsiteY26" fmla="*/ 1075275 h 1374210"/>
                <a:gd name="connsiteX27" fmla="*/ 221 w 2505762"/>
                <a:gd name="connsiteY27" fmla="*/ 668875 h 1374210"/>
                <a:gd name="connsiteX0" fmla="*/ 1579 w 2507120"/>
                <a:gd name="connsiteY0" fmla="*/ 6688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668875 h 1374210"/>
                <a:gd name="connsiteX0" fmla="*/ 1579 w 2507120"/>
                <a:gd name="connsiteY0" fmla="*/ 7069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706975 h 1374210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95"/>
                <a:gd name="connsiteX1" fmla="*/ 166679 w 2507120"/>
                <a:gd name="connsiteY1" fmla="*/ 575743 h 1373695"/>
                <a:gd name="connsiteX2" fmla="*/ 221713 w 2507120"/>
                <a:gd name="connsiteY2" fmla="*/ 626542 h 1373695"/>
                <a:gd name="connsiteX3" fmla="*/ 391046 w 2507120"/>
                <a:gd name="connsiteY3" fmla="*/ 889009 h 1373695"/>
                <a:gd name="connsiteX4" fmla="*/ 518046 w 2507120"/>
                <a:gd name="connsiteY4" fmla="*/ 965209 h 1373695"/>
                <a:gd name="connsiteX5" fmla="*/ 763579 w 2507120"/>
                <a:gd name="connsiteY5" fmla="*/ 897475 h 1373695"/>
                <a:gd name="connsiteX6" fmla="*/ 1059913 w 2507120"/>
                <a:gd name="connsiteY6" fmla="*/ 778942 h 1373695"/>
                <a:gd name="connsiteX7" fmla="*/ 1263113 w 2507120"/>
                <a:gd name="connsiteY7" fmla="*/ 719675 h 1373695"/>
                <a:gd name="connsiteX8" fmla="*/ 1483246 w 2507120"/>
                <a:gd name="connsiteY8" fmla="*/ 677342 h 1373695"/>
                <a:gd name="connsiteX9" fmla="*/ 1779579 w 2507120"/>
                <a:gd name="connsiteY9" fmla="*/ 558809 h 1373695"/>
                <a:gd name="connsiteX10" fmla="*/ 2058979 w 2507120"/>
                <a:gd name="connsiteY10" fmla="*/ 194742 h 1373695"/>
                <a:gd name="connsiteX11" fmla="*/ 2465379 w 2507120"/>
                <a:gd name="connsiteY11" fmla="*/ 9 h 1373695"/>
                <a:gd name="connsiteX12" fmla="*/ 2473846 w 2507120"/>
                <a:gd name="connsiteY12" fmla="*/ 186275 h 1373695"/>
                <a:gd name="connsiteX13" fmla="*/ 2287579 w 2507120"/>
                <a:gd name="connsiteY13" fmla="*/ 211675 h 1373695"/>
                <a:gd name="connsiteX14" fmla="*/ 2008179 w 2507120"/>
                <a:gd name="connsiteY14" fmla="*/ 457209 h 1373695"/>
                <a:gd name="connsiteX15" fmla="*/ 1923513 w 2507120"/>
                <a:gd name="connsiteY15" fmla="*/ 711209 h 1373695"/>
                <a:gd name="connsiteX16" fmla="*/ 1550979 w 2507120"/>
                <a:gd name="connsiteY16" fmla="*/ 829742 h 1373695"/>
                <a:gd name="connsiteX17" fmla="*/ 1119179 w 2507120"/>
                <a:gd name="connsiteY17" fmla="*/ 931342 h 1373695"/>
                <a:gd name="connsiteX18" fmla="*/ 755113 w 2507120"/>
                <a:gd name="connsiteY18" fmla="*/ 1083742 h 1373695"/>
                <a:gd name="connsiteX19" fmla="*/ 594246 w 2507120"/>
                <a:gd name="connsiteY19" fmla="*/ 1109142 h 1373695"/>
                <a:gd name="connsiteX20" fmla="*/ 678913 w 2507120"/>
                <a:gd name="connsiteY20" fmla="*/ 1210742 h 1373695"/>
                <a:gd name="connsiteX21" fmla="*/ 822846 w 2507120"/>
                <a:gd name="connsiteY21" fmla="*/ 1227675 h 1373695"/>
                <a:gd name="connsiteX22" fmla="*/ 831313 w 2507120"/>
                <a:gd name="connsiteY22" fmla="*/ 1278475 h 1373695"/>
                <a:gd name="connsiteX23" fmla="*/ 831313 w 2507120"/>
                <a:gd name="connsiteY23" fmla="*/ 1371609 h 1373695"/>
                <a:gd name="connsiteX24" fmla="*/ 628113 w 2507120"/>
                <a:gd name="connsiteY24" fmla="*/ 1337742 h 1373695"/>
                <a:gd name="connsiteX25" fmla="*/ 496879 w 2507120"/>
                <a:gd name="connsiteY25" fmla="*/ 1274242 h 1373695"/>
                <a:gd name="connsiteX26" fmla="*/ 276746 w 2507120"/>
                <a:gd name="connsiteY26" fmla="*/ 1075275 h 1373695"/>
                <a:gd name="connsiteX27" fmla="*/ 1579 w 2507120"/>
                <a:gd name="connsiteY27" fmla="*/ 706975 h 1373695"/>
                <a:gd name="connsiteX0" fmla="*/ 1579 w 2507120"/>
                <a:gd name="connsiteY0" fmla="*/ 706975 h 1369690"/>
                <a:gd name="connsiteX1" fmla="*/ 166679 w 2507120"/>
                <a:gd name="connsiteY1" fmla="*/ 575743 h 1369690"/>
                <a:gd name="connsiteX2" fmla="*/ 221713 w 2507120"/>
                <a:gd name="connsiteY2" fmla="*/ 626542 h 1369690"/>
                <a:gd name="connsiteX3" fmla="*/ 391046 w 2507120"/>
                <a:gd name="connsiteY3" fmla="*/ 889009 h 1369690"/>
                <a:gd name="connsiteX4" fmla="*/ 518046 w 2507120"/>
                <a:gd name="connsiteY4" fmla="*/ 965209 h 1369690"/>
                <a:gd name="connsiteX5" fmla="*/ 763579 w 2507120"/>
                <a:gd name="connsiteY5" fmla="*/ 897475 h 1369690"/>
                <a:gd name="connsiteX6" fmla="*/ 1059913 w 2507120"/>
                <a:gd name="connsiteY6" fmla="*/ 778942 h 1369690"/>
                <a:gd name="connsiteX7" fmla="*/ 1263113 w 2507120"/>
                <a:gd name="connsiteY7" fmla="*/ 719675 h 1369690"/>
                <a:gd name="connsiteX8" fmla="*/ 1483246 w 2507120"/>
                <a:gd name="connsiteY8" fmla="*/ 677342 h 1369690"/>
                <a:gd name="connsiteX9" fmla="*/ 1779579 w 2507120"/>
                <a:gd name="connsiteY9" fmla="*/ 558809 h 1369690"/>
                <a:gd name="connsiteX10" fmla="*/ 2058979 w 2507120"/>
                <a:gd name="connsiteY10" fmla="*/ 194742 h 1369690"/>
                <a:gd name="connsiteX11" fmla="*/ 2465379 w 2507120"/>
                <a:gd name="connsiteY11" fmla="*/ 9 h 1369690"/>
                <a:gd name="connsiteX12" fmla="*/ 2473846 w 2507120"/>
                <a:gd name="connsiteY12" fmla="*/ 186275 h 1369690"/>
                <a:gd name="connsiteX13" fmla="*/ 2287579 w 2507120"/>
                <a:gd name="connsiteY13" fmla="*/ 211675 h 1369690"/>
                <a:gd name="connsiteX14" fmla="*/ 2008179 w 2507120"/>
                <a:gd name="connsiteY14" fmla="*/ 457209 h 1369690"/>
                <a:gd name="connsiteX15" fmla="*/ 1923513 w 2507120"/>
                <a:gd name="connsiteY15" fmla="*/ 711209 h 1369690"/>
                <a:gd name="connsiteX16" fmla="*/ 1550979 w 2507120"/>
                <a:gd name="connsiteY16" fmla="*/ 829742 h 1369690"/>
                <a:gd name="connsiteX17" fmla="*/ 1119179 w 2507120"/>
                <a:gd name="connsiteY17" fmla="*/ 931342 h 1369690"/>
                <a:gd name="connsiteX18" fmla="*/ 755113 w 2507120"/>
                <a:gd name="connsiteY18" fmla="*/ 1083742 h 1369690"/>
                <a:gd name="connsiteX19" fmla="*/ 594246 w 2507120"/>
                <a:gd name="connsiteY19" fmla="*/ 1109142 h 1369690"/>
                <a:gd name="connsiteX20" fmla="*/ 678913 w 2507120"/>
                <a:gd name="connsiteY20" fmla="*/ 1210742 h 1369690"/>
                <a:gd name="connsiteX21" fmla="*/ 822846 w 2507120"/>
                <a:gd name="connsiteY21" fmla="*/ 1227675 h 1369690"/>
                <a:gd name="connsiteX22" fmla="*/ 831313 w 2507120"/>
                <a:gd name="connsiteY22" fmla="*/ 1278475 h 1369690"/>
                <a:gd name="connsiteX23" fmla="*/ 1280046 w 2507120"/>
                <a:gd name="connsiteY23" fmla="*/ 1367376 h 1369690"/>
                <a:gd name="connsiteX24" fmla="*/ 628113 w 2507120"/>
                <a:gd name="connsiteY24" fmla="*/ 1337742 h 1369690"/>
                <a:gd name="connsiteX25" fmla="*/ 496879 w 2507120"/>
                <a:gd name="connsiteY25" fmla="*/ 1274242 h 1369690"/>
                <a:gd name="connsiteX26" fmla="*/ 276746 w 2507120"/>
                <a:gd name="connsiteY26" fmla="*/ 1075275 h 1369690"/>
                <a:gd name="connsiteX27" fmla="*/ 1579 w 2507120"/>
                <a:gd name="connsiteY27" fmla="*/ 706975 h 1369690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831313 w 2507120"/>
                <a:gd name="connsiteY22" fmla="*/ 1278475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1241947 w 2507120"/>
                <a:gd name="connsiteY22" fmla="*/ 1236142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72873"/>
                <a:gd name="connsiteX1" fmla="*/ 166679 w 2507120"/>
                <a:gd name="connsiteY1" fmla="*/ 575743 h 1372873"/>
                <a:gd name="connsiteX2" fmla="*/ 221713 w 2507120"/>
                <a:gd name="connsiteY2" fmla="*/ 626542 h 1372873"/>
                <a:gd name="connsiteX3" fmla="*/ 391046 w 2507120"/>
                <a:gd name="connsiteY3" fmla="*/ 889009 h 1372873"/>
                <a:gd name="connsiteX4" fmla="*/ 518046 w 2507120"/>
                <a:gd name="connsiteY4" fmla="*/ 965209 h 1372873"/>
                <a:gd name="connsiteX5" fmla="*/ 763579 w 2507120"/>
                <a:gd name="connsiteY5" fmla="*/ 897475 h 1372873"/>
                <a:gd name="connsiteX6" fmla="*/ 1059913 w 2507120"/>
                <a:gd name="connsiteY6" fmla="*/ 778942 h 1372873"/>
                <a:gd name="connsiteX7" fmla="*/ 1263113 w 2507120"/>
                <a:gd name="connsiteY7" fmla="*/ 719675 h 1372873"/>
                <a:gd name="connsiteX8" fmla="*/ 1483246 w 2507120"/>
                <a:gd name="connsiteY8" fmla="*/ 677342 h 1372873"/>
                <a:gd name="connsiteX9" fmla="*/ 1779579 w 2507120"/>
                <a:gd name="connsiteY9" fmla="*/ 558809 h 1372873"/>
                <a:gd name="connsiteX10" fmla="*/ 2058979 w 2507120"/>
                <a:gd name="connsiteY10" fmla="*/ 194742 h 1372873"/>
                <a:gd name="connsiteX11" fmla="*/ 2465379 w 2507120"/>
                <a:gd name="connsiteY11" fmla="*/ 9 h 1372873"/>
                <a:gd name="connsiteX12" fmla="*/ 2473846 w 2507120"/>
                <a:gd name="connsiteY12" fmla="*/ 186275 h 1372873"/>
                <a:gd name="connsiteX13" fmla="*/ 2287579 w 2507120"/>
                <a:gd name="connsiteY13" fmla="*/ 211675 h 1372873"/>
                <a:gd name="connsiteX14" fmla="*/ 2008179 w 2507120"/>
                <a:gd name="connsiteY14" fmla="*/ 457209 h 1372873"/>
                <a:gd name="connsiteX15" fmla="*/ 1923513 w 2507120"/>
                <a:gd name="connsiteY15" fmla="*/ 711209 h 1372873"/>
                <a:gd name="connsiteX16" fmla="*/ 1550979 w 2507120"/>
                <a:gd name="connsiteY16" fmla="*/ 829742 h 1372873"/>
                <a:gd name="connsiteX17" fmla="*/ 1119179 w 2507120"/>
                <a:gd name="connsiteY17" fmla="*/ 931342 h 1372873"/>
                <a:gd name="connsiteX18" fmla="*/ 755113 w 2507120"/>
                <a:gd name="connsiteY18" fmla="*/ 1083742 h 1372873"/>
                <a:gd name="connsiteX19" fmla="*/ 594246 w 2507120"/>
                <a:gd name="connsiteY19" fmla="*/ 1109142 h 1372873"/>
                <a:gd name="connsiteX20" fmla="*/ 678913 w 2507120"/>
                <a:gd name="connsiteY20" fmla="*/ 1210742 h 1372873"/>
                <a:gd name="connsiteX21" fmla="*/ 822846 w 2507120"/>
                <a:gd name="connsiteY21" fmla="*/ 1227675 h 1372873"/>
                <a:gd name="connsiteX22" fmla="*/ 1241947 w 2507120"/>
                <a:gd name="connsiteY22" fmla="*/ 1236142 h 1372873"/>
                <a:gd name="connsiteX23" fmla="*/ 1250412 w 2507120"/>
                <a:gd name="connsiteY23" fmla="*/ 1282710 h 1372873"/>
                <a:gd name="connsiteX24" fmla="*/ 1280046 w 2507120"/>
                <a:gd name="connsiteY24" fmla="*/ 1367376 h 1372873"/>
                <a:gd name="connsiteX25" fmla="*/ 678913 w 2507120"/>
                <a:gd name="connsiteY25" fmla="*/ 1354675 h 1372873"/>
                <a:gd name="connsiteX26" fmla="*/ 496879 w 2507120"/>
                <a:gd name="connsiteY26" fmla="*/ 1274242 h 1372873"/>
                <a:gd name="connsiteX27" fmla="*/ 276746 w 2507120"/>
                <a:gd name="connsiteY27" fmla="*/ 1075275 h 1372873"/>
                <a:gd name="connsiteX28" fmla="*/ 1579 w 2507120"/>
                <a:gd name="connsiteY28" fmla="*/ 706975 h 1372873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6789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7297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88170"/>
                <a:gd name="connsiteX1" fmla="*/ 166679 w 2507120"/>
                <a:gd name="connsiteY1" fmla="*/ 575743 h 1388170"/>
                <a:gd name="connsiteX2" fmla="*/ 221713 w 2507120"/>
                <a:gd name="connsiteY2" fmla="*/ 626542 h 1388170"/>
                <a:gd name="connsiteX3" fmla="*/ 391046 w 2507120"/>
                <a:gd name="connsiteY3" fmla="*/ 889009 h 1388170"/>
                <a:gd name="connsiteX4" fmla="*/ 518046 w 2507120"/>
                <a:gd name="connsiteY4" fmla="*/ 965209 h 1388170"/>
                <a:gd name="connsiteX5" fmla="*/ 763579 w 2507120"/>
                <a:gd name="connsiteY5" fmla="*/ 897475 h 1388170"/>
                <a:gd name="connsiteX6" fmla="*/ 1059913 w 2507120"/>
                <a:gd name="connsiteY6" fmla="*/ 778942 h 1388170"/>
                <a:gd name="connsiteX7" fmla="*/ 1263113 w 2507120"/>
                <a:gd name="connsiteY7" fmla="*/ 719675 h 1388170"/>
                <a:gd name="connsiteX8" fmla="*/ 1483246 w 2507120"/>
                <a:gd name="connsiteY8" fmla="*/ 677342 h 1388170"/>
                <a:gd name="connsiteX9" fmla="*/ 1779579 w 2507120"/>
                <a:gd name="connsiteY9" fmla="*/ 558809 h 1388170"/>
                <a:gd name="connsiteX10" fmla="*/ 2058979 w 2507120"/>
                <a:gd name="connsiteY10" fmla="*/ 194742 h 1388170"/>
                <a:gd name="connsiteX11" fmla="*/ 2465379 w 2507120"/>
                <a:gd name="connsiteY11" fmla="*/ 9 h 1388170"/>
                <a:gd name="connsiteX12" fmla="*/ 2473846 w 2507120"/>
                <a:gd name="connsiteY12" fmla="*/ 186275 h 1388170"/>
                <a:gd name="connsiteX13" fmla="*/ 2287579 w 2507120"/>
                <a:gd name="connsiteY13" fmla="*/ 211675 h 1388170"/>
                <a:gd name="connsiteX14" fmla="*/ 2008179 w 2507120"/>
                <a:gd name="connsiteY14" fmla="*/ 457209 h 1388170"/>
                <a:gd name="connsiteX15" fmla="*/ 1923513 w 2507120"/>
                <a:gd name="connsiteY15" fmla="*/ 711209 h 1388170"/>
                <a:gd name="connsiteX16" fmla="*/ 1550979 w 2507120"/>
                <a:gd name="connsiteY16" fmla="*/ 829742 h 1388170"/>
                <a:gd name="connsiteX17" fmla="*/ 1119179 w 2507120"/>
                <a:gd name="connsiteY17" fmla="*/ 931342 h 1388170"/>
                <a:gd name="connsiteX18" fmla="*/ 755113 w 2507120"/>
                <a:gd name="connsiteY18" fmla="*/ 1083742 h 1388170"/>
                <a:gd name="connsiteX19" fmla="*/ 594246 w 2507120"/>
                <a:gd name="connsiteY19" fmla="*/ 1109142 h 1388170"/>
                <a:gd name="connsiteX20" fmla="*/ 678913 w 2507120"/>
                <a:gd name="connsiteY20" fmla="*/ 1210742 h 1388170"/>
                <a:gd name="connsiteX21" fmla="*/ 822846 w 2507120"/>
                <a:gd name="connsiteY21" fmla="*/ 1227675 h 1388170"/>
                <a:gd name="connsiteX22" fmla="*/ 1241947 w 2507120"/>
                <a:gd name="connsiteY22" fmla="*/ 1236142 h 1388170"/>
                <a:gd name="connsiteX23" fmla="*/ 1250412 w 2507120"/>
                <a:gd name="connsiteY23" fmla="*/ 1282710 h 1388170"/>
                <a:gd name="connsiteX24" fmla="*/ 1165746 w 2507120"/>
                <a:gd name="connsiteY24" fmla="*/ 1384309 h 1388170"/>
                <a:gd name="connsiteX25" fmla="*/ 729713 w 2507120"/>
                <a:gd name="connsiteY25" fmla="*/ 1354675 h 1388170"/>
                <a:gd name="connsiteX26" fmla="*/ 475712 w 2507120"/>
                <a:gd name="connsiteY26" fmla="*/ 1240376 h 1388170"/>
                <a:gd name="connsiteX27" fmla="*/ 276746 w 2507120"/>
                <a:gd name="connsiteY27" fmla="*/ 1075275 h 1388170"/>
                <a:gd name="connsiteX28" fmla="*/ 1579 w 2507120"/>
                <a:gd name="connsiteY28" fmla="*/ 706975 h 1388170"/>
                <a:gd name="connsiteX0" fmla="*/ 1579 w 2507120"/>
                <a:gd name="connsiteY0" fmla="*/ 706975 h 1368699"/>
                <a:gd name="connsiteX1" fmla="*/ 166679 w 2507120"/>
                <a:gd name="connsiteY1" fmla="*/ 575743 h 1368699"/>
                <a:gd name="connsiteX2" fmla="*/ 221713 w 2507120"/>
                <a:gd name="connsiteY2" fmla="*/ 626542 h 1368699"/>
                <a:gd name="connsiteX3" fmla="*/ 391046 w 2507120"/>
                <a:gd name="connsiteY3" fmla="*/ 889009 h 1368699"/>
                <a:gd name="connsiteX4" fmla="*/ 518046 w 2507120"/>
                <a:gd name="connsiteY4" fmla="*/ 965209 h 1368699"/>
                <a:gd name="connsiteX5" fmla="*/ 763579 w 2507120"/>
                <a:gd name="connsiteY5" fmla="*/ 897475 h 1368699"/>
                <a:gd name="connsiteX6" fmla="*/ 1059913 w 2507120"/>
                <a:gd name="connsiteY6" fmla="*/ 778942 h 1368699"/>
                <a:gd name="connsiteX7" fmla="*/ 1263113 w 2507120"/>
                <a:gd name="connsiteY7" fmla="*/ 719675 h 1368699"/>
                <a:gd name="connsiteX8" fmla="*/ 1483246 w 2507120"/>
                <a:gd name="connsiteY8" fmla="*/ 677342 h 1368699"/>
                <a:gd name="connsiteX9" fmla="*/ 1779579 w 2507120"/>
                <a:gd name="connsiteY9" fmla="*/ 558809 h 1368699"/>
                <a:gd name="connsiteX10" fmla="*/ 2058979 w 2507120"/>
                <a:gd name="connsiteY10" fmla="*/ 194742 h 1368699"/>
                <a:gd name="connsiteX11" fmla="*/ 2465379 w 2507120"/>
                <a:gd name="connsiteY11" fmla="*/ 9 h 1368699"/>
                <a:gd name="connsiteX12" fmla="*/ 2473846 w 2507120"/>
                <a:gd name="connsiteY12" fmla="*/ 186275 h 1368699"/>
                <a:gd name="connsiteX13" fmla="*/ 2287579 w 2507120"/>
                <a:gd name="connsiteY13" fmla="*/ 211675 h 1368699"/>
                <a:gd name="connsiteX14" fmla="*/ 2008179 w 2507120"/>
                <a:gd name="connsiteY14" fmla="*/ 457209 h 1368699"/>
                <a:gd name="connsiteX15" fmla="*/ 1923513 w 2507120"/>
                <a:gd name="connsiteY15" fmla="*/ 711209 h 1368699"/>
                <a:gd name="connsiteX16" fmla="*/ 1550979 w 2507120"/>
                <a:gd name="connsiteY16" fmla="*/ 829742 h 1368699"/>
                <a:gd name="connsiteX17" fmla="*/ 1119179 w 2507120"/>
                <a:gd name="connsiteY17" fmla="*/ 931342 h 1368699"/>
                <a:gd name="connsiteX18" fmla="*/ 755113 w 2507120"/>
                <a:gd name="connsiteY18" fmla="*/ 1083742 h 1368699"/>
                <a:gd name="connsiteX19" fmla="*/ 594246 w 2507120"/>
                <a:gd name="connsiteY19" fmla="*/ 1109142 h 1368699"/>
                <a:gd name="connsiteX20" fmla="*/ 678913 w 2507120"/>
                <a:gd name="connsiteY20" fmla="*/ 1210742 h 1368699"/>
                <a:gd name="connsiteX21" fmla="*/ 822846 w 2507120"/>
                <a:gd name="connsiteY21" fmla="*/ 1227675 h 1368699"/>
                <a:gd name="connsiteX22" fmla="*/ 1241947 w 2507120"/>
                <a:gd name="connsiteY22" fmla="*/ 1236142 h 1368699"/>
                <a:gd name="connsiteX23" fmla="*/ 1250412 w 2507120"/>
                <a:gd name="connsiteY23" fmla="*/ 1282710 h 1368699"/>
                <a:gd name="connsiteX24" fmla="*/ 1174213 w 2507120"/>
                <a:gd name="connsiteY24" fmla="*/ 1358909 h 1368699"/>
                <a:gd name="connsiteX25" fmla="*/ 729713 w 2507120"/>
                <a:gd name="connsiteY25" fmla="*/ 1354675 h 1368699"/>
                <a:gd name="connsiteX26" fmla="*/ 475712 w 2507120"/>
                <a:gd name="connsiteY26" fmla="*/ 1240376 h 1368699"/>
                <a:gd name="connsiteX27" fmla="*/ 276746 w 2507120"/>
                <a:gd name="connsiteY27" fmla="*/ 1075275 h 1368699"/>
                <a:gd name="connsiteX28" fmla="*/ 1579 w 2507120"/>
                <a:gd name="connsiteY28" fmla="*/ 706975 h 1368699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1241947 w 2507120"/>
                <a:gd name="connsiteY22" fmla="*/ 1236142 h 1368170"/>
                <a:gd name="connsiteX23" fmla="*/ 1212312 w 2507120"/>
                <a:gd name="connsiteY23" fmla="*/ 1291177 h 1368170"/>
                <a:gd name="connsiteX24" fmla="*/ 1174213 w 2507120"/>
                <a:gd name="connsiteY24" fmla="*/ 1358909 h 1368170"/>
                <a:gd name="connsiteX25" fmla="*/ 729713 w 2507120"/>
                <a:gd name="connsiteY25" fmla="*/ 1354675 h 1368170"/>
                <a:gd name="connsiteX26" fmla="*/ 475712 w 2507120"/>
                <a:gd name="connsiteY26" fmla="*/ 1240376 h 1368170"/>
                <a:gd name="connsiteX27" fmla="*/ 276746 w 2507120"/>
                <a:gd name="connsiteY27" fmla="*/ 1075275 h 1368170"/>
                <a:gd name="connsiteX28" fmla="*/ 1579 w 2507120"/>
                <a:gd name="connsiteY28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36142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70008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7400"/>
                <a:gd name="connsiteX1" fmla="*/ 166679 w 2507120"/>
                <a:gd name="connsiteY1" fmla="*/ 575743 h 1367400"/>
                <a:gd name="connsiteX2" fmla="*/ 221713 w 2507120"/>
                <a:gd name="connsiteY2" fmla="*/ 626542 h 1367400"/>
                <a:gd name="connsiteX3" fmla="*/ 391046 w 2507120"/>
                <a:gd name="connsiteY3" fmla="*/ 889009 h 1367400"/>
                <a:gd name="connsiteX4" fmla="*/ 518046 w 2507120"/>
                <a:gd name="connsiteY4" fmla="*/ 965209 h 1367400"/>
                <a:gd name="connsiteX5" fmla="*/ 763579 w 2507120"/>
                <a:gd name="connsiteY5" fmla="*/ 897475 h 1367400"/>
                <a:gd name="connsiteX6" fmla="*/ 1059913 w 2507120"/>
                <a:gd name="connsiteY6" fmla="*/ 778942 h 1367400"/>
                <a:gd name="connsiteX7" fmla="*/ 1263113 w 2507120"/>
                <a:gd name="connsiteY7" fmla="*/ 719675 h 1367400"/>
                <a:gd name="connsiteX8" fmla="*/ 1483246 w 2507120"/>
                <a:gd name="connsiteY8" fmla="*/ 677342 h 1367400"/>
                <a:gd name="connsiteX9" fmla="*/ 1779579 w 2507120"/>
                <a:gd name="connsiteY9" fmla="*/ 558809 h 1367400"/>
                <a:gd name="connsiteX10" fmla="*/ 2058979 w 2507120"/>
                <a:gd name="connsiteY10" fmla="*/ 194742 h 1367400"/>
                <a:gd name="connsiteX11" fmla="*/ 2465379 w 2507120"/>
                <a:gd name="connsiteY11" fmla="*/ 9 h 1367400"/>
                <a:gd name="connsiteX12" fmla="*/ 2473846 w 2507120"/>
                <a:gd name="connsiteY12" fmla="*/ 186275 h 1367400"/>
                <a:gd name="connsiteX13" fmla="*/ 2287579 w 2507120"/>
                <a:gd name="connsiteY13" fmla="*/ 211675 h 1367400"/>
                <a:gd name="connsiteX14" fmla="*/ 2008179 w 2507120"/>
                <a:gd name="connsiteY14" fmla="*/ 457209 h 1367400"/>
                <a:gd name="connsiteX15" fmla="*/ 1923513 w 2507120"/>
                <a:gd name="connsiteY15" fmla="*/ 711209 h 1367400"/>
                <a:gd name="connsiteX16" fmla="*/ 1550979 w 2507120"/>
                <a:gd name="connsiteY16" fmla="*/ 829742 h 1367400"/>
                <a:gd name="connsiteX17" fmla="*/ 1119179 w 2507120"/>
                <a:gd name="connsiteY17" fmla="*/ 931342 h 1367400"/>
                <a:gd name="connsiteX18" fmla="*/ 755113 w 2507120"/>
                <a:gd name="connsiteY18" fmla="*/ 1083742 h 1367400"/>
                <a:gd name="connsiteX19" fmla="*/ 594246 w 2507120"/>
                <a:gd name="connsiteY19" fmla="*/ 1109142 h 1367400"/>
                <a:gd name="connsiteX20" fmla="*/ 678913 w 2507120"/>
                <a:gd name="connsiteY20" fmla="*/ 1210742 h 1367400"/>
                <a:gd name="connsiteX21" fmla="*/ 822846 w 2507120"/>
                <a:gd name="connsiteY21" fmla="*/ 1227675 h 1367400"/>
                <a:gd name="connsiteX22" fmla="*/ 899045 w 2507120"/>
                <a:gd name="connsiteY22" fmla="*/ 1261544 h 1367400"/>
                <a:gd name="connsiteX23" fmla="*/ 1241947 w 2507120"/>
                <a:gd name="connsiteY23" fmla="*/ 1270008 h 1367400"/>
                <a:gd name="connsiteX24" fmla="*/ 1216545 w 2507120"/>
                <a:gd name="connsiteY24" fmla="*/ 1303877 h 1367400"/>
                <a:gd name="connsiteX25" fmla="*/ 1174213 w 2507120"/>
                <a:gd name="connsiteY25" fmla="*/ 1358909 h 1367400"/>
                <a:gd name="connsiteX26" fmla="*/ 729713 w 2507120"/>
                <a:gd name="connsiteY26" fmla="*/ 1354675 h 1367400"/>
                <a:gd name="connsiteX27" fmla="*/ 475712 w 2507120"/>
                <a:gd name="connsiteY27" fmla="*/ 1240376 h 1367400"/>
                <a:gd name="connsiteX28" fmla="*/ 276746 w 2507120"/>
                <a:gd name="connsiteY28" fmla="*/ 1075275 h 1367400"/>
                <a:gd name="connsiteX29" fmla="*/ 1579 w 2507120"/>
                <a:gd name="connsiteY29" fmla="*/ 706975 h 1367400"/>
                <a:gd name="connsiteX0" fmla="*/ 1579 w 2507120"/>
                <a:gd name="connsiteY0" fmla="*/ 706975 h 1369513"/>
                <a:gd name="connsiteX1" fmla="*/ 166679 w 2507120"/>
                <a:gd name="connsiteY1" fmla="*/ 575743 h 1369513"/>
                <a:gd name="connsiteX2" fmla="*/ 221713 w 2507120"/>
                <a:gd name="connsiteY2" fmla="*/ 626542 h 1369513"/>
                <a:gd name="connsiteX3" fmla="*/ 391046 w 2507120"/>
                <a:gd name="connsiteY3" fmla="*/ 889009 h 1369513"/>
                <a:gd name="connsiteX4" fmla="*/ 518046 w 2507120"/>
                <a:gd name="connsiteY4" fmla="*/ 965209 h 1369513"/>
                <a:gd name="connsiteX5" fmla="*/ 763579 w 2507120"/>
                <a:gd name="connsiteY5" fmla="*/ 897475 h 1369513"/>
                <a:gd name="connsiteX6" fmla="*/ 1059913 w 2507120"/>
                <a:gd name="connsiteY6" fmla="*/ 778942 h 1369513"/>
                <a:gd name="connsiteX7" fmla="*/ 1263113 w 2507120"/>
                <a:gd name="connsiteY7" fmla="*/ 719675 h 1369513"/>
                <a:gd name="connsiteX8" fmla="*/ 1483246 w 2507120"/>
                <a:gd name="connsiteY8" fmla="*/ 677342 h 1369513"/>
                <a:gd name="connsiteX9" fmla="*/ 1779579 w 2507120"/>
                <a:gd name="connsiteY9" fmla="*/ 558809 h 1369513"/>
                <a:gd name="connsiteX10" fmla="*/ 2058979 w 2507120"/>
                <a:gd name="connsiteY10" fmla="*/ 194742 h 1369513"/>
                <a:gd name="connsiteX11" fmla="*/ 2465379 w 2507120"/>
                <a:gd name="connsiteY11" fmla="*/ 9 h 1369513"/>
                <a:gd name="connsiteX12" fmla="*/ 2473846 w 2507120"/>
                <a:gd name="connsiteY12" fmla="*/ 186275 h 1369513"/>
                <a:gd name="connsiteX13" fmla="*/ 2287579 w 2507120"/>
                <a:gd name="connsiteY13" fmla="*/ 211675 h 1369513"/>
                <a:gd name="connsiteX14" fmla="*/ 2008179 w 2507120"/>
                <a:gd name="connsiteY14" fmla="*/ 457209 h 1369513"/>
                <a:gd name="connsiteX15" fmla="*/ 1923513 w 2507120"/>
                <a:gd name="connsiteY15" fmla="*/ 711209 h 1369513"/>
                <a:gd name="connsiteX16" fmla="*/ 1550979 w 2507120"/>
                <a:gd name="connsiteY16" fmla="*/ 829742 h 1369513"/>
                <a:gd name="connsiteX17" fmla="*/ 1119179 w 2507120"/>
                <a:gd name="connsiteY17" fmla="*/ 931342 h 1369513"/>
                <a:gd name="connsiteX18" fmla="*/ 755113 w 2507120"/>
                <a:gd name="connsiteY18" fmla="*/ 1083742 h 1369513"/>
                <a:gd name="connsiteX19" fmla="*/ 594246 w 2507120"/>
                <a:gd name="connsiteY19" fmla="*/ 1109142 h 1369513"/>
                <a:gd name="connsiteX20" fmla="*/ 678913 w 2507120"/>
                <a:gd name="connsiteY20" fmla="*/ 1210742 h 1369513"/>
                <a:gd name="connsiteX21" fmla="*/ 822846 w 2507120"/>
                <a:gd name="connsiteY21" fmla="*/ 1227675 h 1369513"/>
                <a:gd name="connsiteX22" fmla="*/ 899045 w 2507120"/>
                <a:gd name="connsiteY22" fmla="*/ 1261544 h 1369513"/>
                <a:gd name="connsiteX23" fmla="*/ 1241947 w 2507120"/>
                <a:gd name="connsiteY23" fmla="*/ 1270008 h 1369513"/>
                <a:gd name="connsiteX24" fmla="*/ 1174213 w 2507120"/>
                <a:gd name="connsiteY24" fmla="*/ 1358909 h 1369513"/>
                <a:gd name="connsiteX25" fmla="*/ 729713 w 2507120"/>
                <a:gd name="connsiteY25" fmla="*/ 1354675 h 1369513"/>
                <a:gd name="connsiteX26" fmla="*/ 475712 w 2507120"/>
                <a:gd name="connsiteY26" fmla="*/ 1240376 h 1369513"/>
                <a:gd name="connsiteX27" fmla="*/ 276746 w 2507120"/>
                <a:gd name="connsiteY27" fmla="*/ 1075275 h 1369513"/>
                <a:gd name="connsiteX28" fmla="*/ 1579 w 2507120"/>
                <a:gd name="connsiteY28" fmla="*/ 706975 h 1369513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22846 w 2507120"/>
                <a:gd name="connsiteY21" fmla="*/ 12276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59346 w 2507120"/>
                <a:gd name="connsiteY18" fmla="*/ 1020241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499662"/>
                <a:gd name="connsiteY0" fmla="*/ 707701 h 1370794"/>
                <a:gd name="connsiteX1" fmla="*/ 166679 w 2499662"/>
                <a:gd name="connsiteY1" fmla="*/ 576469 h 1370794"/>
                <a:gd name="connsiteX2" fmla="*/ 221713 w 2499662"/>
                <a:gd name="connsiteY2" fmla="*/ 627268 h 1370794"/>
                <a:gd name="connsiteX3" fmla="*/ 391046 w 2499662"/>
                <a:gd name="connsiteY3" fmla="*/ 889735 h 1370794"/>
                <a:gd name="connsiteX4" fmla="*/ 518046 w 2499662"/>
                <a:gd name="connsiteY4" fmla="*/ 965935 h 1370794"/>
                <a:gd name="connsiteX5" fmla="*/ 763579 w 2499662"/>
                <a:gd name="connsiteY5" fmla="*/ 898201 h 1370794"/>
                <a:gd name="connsiteX6" fmla="*/ 1059913 w 2499662"/>
                <a:gd name="connsiteY6" fmla="*/ 779668 h 1370794"/>
                <a:gd name="connsiteX7" fmla="*/ 1263113 w 2499662"/>
                <a:gd name="connsiteY7" fmla="*/ 720401 h 1370794"/>
                <a:gd name="connsiteX8" fmla="*/ 1567913 w 2499662"/>
                <a:gd name="connsiteY8" fmla="*/ 669601 h 1370794"/>
                <a:gd name="connsiteX9" fmla="*/ 1779579 w 2499662"/>
                <a:gd name="connsiteY9" fmla="*/ 559535 h 1370794"/>
                <a:gd name="connsiteX10" fmla="*/ 2058979 w 2499662"/>
                <a:gd name="connsiteY10" fmla="*/ 195468 h 1370794"/>
                <a:gd name="connsiteX11" fmla="*/ 2465379 w 2499662"/>
                <a:gd name="connsiteY11" fmla="*/ 735 h 1370794"/>
                <a:gd name="connsiteX12" fmla="*/ 2456913 w 2499662"/>
                <a:gd name="connsiteY12" fmla="*/ 131968 h 1370794"/>
                <a:gd name="connsiteX13" fmla="*/ 2287579 w 2499662"/>
                <a:gd name="connsiteY13" fmla="*/ 212401 h 1370794"/>
                <a:gd name="connsiteX14" fmla="*/ 2008179 w 2499662"/>
                <a:gd name="connsiteY14" fmla="*/ 457935 h 1370794"/>
                <a:gd name="connsiteX15" fmla="*/ 1864247 w 2499662"/>
                <a:gd name="connsiteY15" fmla="*/ 669601 h 1370794"/>
                <a:gd name="connsiteX16" fmla="*/ 1495945 w 2499662"/>
                <a:gd name="connsiteY16" fmla="*/ 805069 h 1370794"/>
                <a:gd name="connsiteX17" fmla="*/ 1110712 w 2499662"/>
                <a:gd name="connsiteY17" fmla="*/ 872801 h 1370794"/>
                <a:gd name="connsiteX18" fmla="*/ 759346 w 2499662"/>
                <a:gd name="connsiteY18" fmla="*/ 1020967 h 1370794"/>
                <a:gd name="connsiteX19" fmla="*/ 518046 w 2499662"/>
                <a:gd name="connsiteY19" fmla="*/ 1088701 h 1370794"/>
                <a:gd name="connsiteX20" fmla="*/ 674679 w 2499662"/>
                <a:gd name="connsiteY20" fmla="*/ 1211468 h 1370794"/>
                <a:gd name="connsiteX21" fmla="*/ 805912 w 2499662"/>
                <a:gd name="connsiteY21" fmla="*/ 1253801 h 1370794"/>
                <a:gd name="connsiteX22" fmla="*/ 899045 w 2499662"/>
                <a:gd name="connsiteY22" fmla="*/ 1262270 h 1370794"/>
                <a:gd name="connsiteX23" fmla="*/ 1199614 w 2499662"/>
                <a:gd name="connsiteY23" fmla="*/ 1262268 h 1370794"/>
                <a:gd name="connsiteX24" fmla="*/ 1174213 w 2499662"/>
                <a:gd name="connsiteY24" fmla="*/ 1359635 h 1370794"/>
                <a:gd name="connsiteX25" fmla="*/ 729713 w 2499662"/>
                <a:gd name="connsiteY25" fmla="*/ 1355401 h 1370794"/>
                <a:gd name="connsiteX26" fmla="*/ 475712 w 2499662"/>
                <a:gd name="connsiteY26" fmla="*/ 1241102 h 1370794"/>
                <a:gd name="connsiteX27" fmla="*/ 276746 w 2499662"/>
                <a:gd name="connsiteY27" fmla="*/ 1076001 h 1370794"/>
                <a:gd name="connsiteX28" fmla="*/ 1579 w 2499662"/>
                <a:gd name="connsiteY28" fmla="*/ 707701 h 1370794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57894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390160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495828"/>
                <a:gd name="connsiteY0" fmla="*/ 707052 h 1370145"/>
                <a:gd name="connsiteX1" fmla="*/ 166679 w 2495828"/>
                <a:gd name="connsiteY1" fmla="*/ 575820 h 1370145"/>
                <a:gd name="connsiteX2" fmla="*/ 221713 w 2495828"/>
                <a:gd name="connsiteY2" fmla="*/ 626619 h 1370145"/>
                <a:gd name="connsiteX3" fmla="*/ 391046 w 2495828"/>
                <a:gd name="connsiteY3" fmla="*/ 889086 h 1370145"/>
                <a:gd name="connsiteX4" fmla="*/ 518046 w 2495828"/>
                <a:gd name="connsiteY4" fmla="*/ 965286 h 1370145"/>
                <a:gd name="connsiteX5" fmla="*/ 763579 w 2495828"/>
                <a:gd name="connsiteY5" fmla="*/ 897552 h 1370145"/>
                <a:gd name="connsiteX6" fmla="*/ 1059913 w 2495828"/>
                <a:gd name="connsiteY6" fmla="*/ 779019 h 1370145"/>
                <a:gd name="connsiteX7" fmla="*/ 1263113 w 2495828"/>
                <a:gd name="connsiteY7" fmla="*/ 719752 h 1370145"/>
                <a:gd name="connsiteX8" fmla="*/ 1567913 w 2495828"/>
                <a:gd name="connsiteY8" fmla="*/ 668952 h 1370145"/>
                <a:gd name="connsiteX9" fmla="*/ 1779579 w 2495828"/>
                <a:gd name="connsiteY9" fmla="*/ 558886 h 1370145"/>
                <a:gd name="connsiteX10" fmla="*/ 2130946 w 2495828"/>
                <a:gd name="connsiteY10" fmla="*/ 152486 h 1370145"/>
                <a:gd name="connsiteX11" fmla="*/ 2465379 w 2495828"/>
                <a:gd name="connsiteY11" fmla="*/ 86 h 1370145"/>
                <a:gd name="connsiteX12" fmla="*/ 2456913 w 2495828"/>
                <a:gd name="connsiteY12" fmla="*/ 131319 h 1370145"/>
                <a:gd name="connsiteX13" fmla="*/ 2257945 w 2495828"/>
                <a:gd name="connsiteY13" fmla="*/ 169418 h 1370145"/>
                <a:gd name="connsiteX14" fmla="*/ 2008179 w 2495828"/>
                <a:gd name="connsiteY14" fmla="*/ 389552 h 1370145"/>
                <a:gd name="connsiteX15" fmla="*/ 1864247 w 2495828"/>
                <a:gd name="connsiteY15" fmla="*/ 652019 h 1370145"/>
                <a:gd name="connsiteX16" fmla="*/ 1495945 w 2495828"/>
                <a:gd name="connsiteY16" fmla="*/ 804420 h 1370145"/>
                <a:gd name="connsiteX17" fmla="*/ 1110712 w 2495828"/>
                <a:gd name="connsiteY17" fmla="*/ 872152 h 1370145"/>
                <a:gd name="connsiteX18" fmla="*/ 759346 w 2495828"/>
                <a:gd name="connsiteY18" fmla="*/ 1020318 h 1370145"/>
                <a:gd name="connsiteX19" fmla="*/ 518046 w 2495828"/>
                <a:gd name="connsiteY19" fmla="*/ 1088052 h 1370145"/>
                <a:gd name="connsiteX20" fmla="*/ 674679 w 2495828"/>
                <a:gd name="connsiteY20" fmla="*/ 1210819 h 1370145"/>
                <a:gd name="connsiteX21" fmla="*/ 805912 w 2495828"/>
                <a:gd name="connsiteY21" fmla="*/ 1253152 h 1370145"/>
                <a:gd name="connsiteX22" fmla="*/ 899045 w 2495828"/>
                <a:gd name="connsiteY22" fmla="*/ 1261621 h 1370145"/>
                <a:gd name="connsiteX23" fmla="*/ 1199614 w 2495828"/>
                <a:gd name="connsiteY23" fmla="*/ 1261619 h 1370145"/>
                <a:gd name="connsiteX24" fmla="*/ 1174213 w 2495828"/>
                <a:gd name="connsiteY24" fmla="*/ 1358986 h 1370145"/>
                <a:gd name="connsiteX25" fmla="*/ 729713 w 2495828"/>
                <a:gd name="connsiteY25" fmla="*/ 1354752 h 1370145"/>
                <a:gd name="connsiteX26" fmla="*/ 475712 w 2495828"/>
                <a:gd name="connsiteY26" fmla="*/ 1240453 h 1370145"/>
                <a:gd name="connsiteX27" fmla="*/ 276746 w 2495828"/>
                <a:gd name="connsiteY27" fmla="*/ 1075352 h 1370145"/>
                <a:gd name="connsiteX28" fmla="*/ 1579 w 2495828"/>
                <a:gd name="connsiteY28" fmla="*/ 707052 h 1370145"/>
                <a:gd name="connsiteX0" fmla="*/ 1579 w 2499699"/>
                <a:gd name="connsiteY0" fmla="*/ 707277 h 1370370"/>
                <a:gd name="connsiteX1" fmla="*/ 166679 w 2499699"/>
                <a:gd name="connsiteY1" fmla="*/ 576045 h 1370370"/>
                <a:gd name="connsiteX2" fmla="*/ 221713 w 2499699"/>
                <a:gd name="connsiteY2" fmla="*/ 626844 h 1370370"/>
                <a:gd name="connsiteX3" fmla="*/ 391046 w 2499699"/>
                <a:gd name="connsiteY3" fmla="*/ 889311 h 1370370"/>
                <a:gd name="connsiteX4" fmla="*/ 518046 w 2499699"/>
                <a:gd name="connsiteY4" fmla="*/ 965511 h 1370370"/>
                <a:gd name="connsiteX5" fmla="*/ 763579 w 2499699"/>
                <a:gd name="connsiteY5" fmla="*/ 897777 h 1370370"/>
                <a:gd name="connsiteX6" fmla="*/ 1059913 w 2499699"/>
                <a:gd name="connsiteY6" fmla="*/ 779244 h 1370370"/>
                <a:gd name="connsiteX7" fmla="*/ 1263113 w 2499699"/>
                <a:gd name="connsiteY7" fmla="*/ 719977 h 1370370"/>
                <a:gd name="connsiteX8" fmla="*/ 1567913 w 2499699"/>
                <a:gd name="connsiteY8" fmla="*/ 669177 h 1370370"/>
                <a:gd name="connsiteX9" fmla="*/ 1779579 w 2499699"/>
                <a:gd name="connsiteY9" fmla="*/ 559111 h 1370370"/>
                <a:gd name="connsiteX10" fmla="*/ 2130946 w 2499699"/>
                <a:gd name="connsiteY10" fmla="*/ 152711 h 1370370"/>
                <a:gd name="connsiteX11" fmla="*/ 2465379 w 2499699"/>
                <a:gd name="connsiteY11" fmla="*/ 311 h 1370370"/>
                <a:gd name="connsiteX12" fmla="*/ 2465380 w 2499699"/>
                <a:gd name="connsiteY12" fmla="*/ 114611 h 1370370"/>
                <a:gd name="connsiteX13" fmla="*/ 2257945 w 2499699"/>
                <a:gd name="connsiteY13" fmla="*/ 169643 h 1370370"/>
                <a:gd name="connsiteX14" fmla="*/ 2008179 w 2499699"/>
                <a:gd name="connsiteY14" fmla="*/ 389777 h 1370370"/>
                <a:gd name="connsiteX15" fmla="*/ 1864247 w 2499699"/>
                <a:gd name="connsiteY15" fmla="*/ 652244 h 1370370"/>
                <a:gd name="connsiteX16" fmla="*/ 1495945 w 2499699"/>
                <a:gd name="connsiteY16" fmla="*/ 804645 h 1370370"/>
                <a:gd name="connsiteX17" fmla="*/ 1110712 w 2499699"/>
                <a:gd name="connsiteY17" fmla="*/ 872377 h 1370370"/>
                <a:gd name="connsiteX18" fmla="*/ 759346 w 2499699"/>
                <a:gd name="connsiteY18" fmla="*/ 1020543 h 1370370"/>
                <a:gd name="connsiteX19" fmla="*/ 518046 w 2499699"/>
                <a:gd name="connsiteY19" fmla="*/ 1088277 h 1370370"/>
                <a:gd name="connsiteX20" fmla="*/ 674679 w 2499699"/>
                <a:gd name="connsiteY20" fmla="*/ 1211044 h 1370370"/>
                <a:gd name="connsiteX21" fmla="*/ 805912 w 2499699"/>
                <a:gd name="connsiteY21" fmla="*/ 1253377 h 1370370"/>
                <a:gd name="connsiteX22" fmla="*/ 899045 w 2499699"/>
                <a:gd name="connsiteY22" fmla="*/ 1261846 h 1370370"/>
                <a:gd name="connsiteX23" fmla="*/ 1199614 w 2499699"/>
                <a:gd name="connsiteY23" fmla="*/ 1261844 h 1370370"/>
                <a:gd name="connsiteX24" fmla="*/ 1174213 w 2499699"/>
                <a:gd name="connsiteY24" fmla="*/ 1359211 h 1370370"/>
                <a:gd name="connsiteX25" fmla="*/ 729713 w 2499699"/>
                <a:gd name="connsiteY25" fmla="*/ 1354977 h 1370370"/>
                <a:gd name="connsiteX26" fmla="*/ 475712 w 2499699"/>
                <a:gd name="connsiteY26" fmla="*/ 1240678 h 1370370"/>
                <a:gd name="connsiteX27" fmla="*/ 276746 w 2499699"/>
                <a:gd name="connsiteY27" fmla="*/ 1075577 h 1370370"/>
                <a:gd name="connsiteX28" fmla="*/ 1579 w 2499699"/>
                <a:gd name="connsiteY28" fmla="*/ 707277 h 1370370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08179 w 2499699"/>
                <a:gd name="connsiteY14" fmla="*/ 390722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25112 w 2499699"/>
                <a:gd name="connsiteY14" fmla="*/ 394956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63256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336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492646 w 2499699"/>
                <a:gd name="connsiteY20" fmla="*/ 1106156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3024"/>
                <a:gd name="connsiteX1" fmla="*/ 166679 w 2499699"/>
                <a:gd name="connsiteY1" fmla="*/ 576990 h 1373024"/>
                <a:gd name="connsiteX2" fmla="*/ 221713 w 2499699"/>
                <a:gd name="connsiteY2" fmla="*/ 627789 h 1373024"/>
                <a:gd name="connsiteX3" fmla="*/ 391046 w 2499699"/>
                <a:gd name="connsiteY3" fmla="*/ 890256 h 1373024"/>
                <a:gd name="connsiteX4" fmla="*/ 518046 w 2499699"/>
                <a:gd name="connsiteY4" fmla="*/ 966456 h 1373024"/>
                <a:gd name="connsiteX5" fmla="*/ 763579 w 2499699"/>
                <a:gd name="connsiteY5" fmla="*/ 898722 h 1373024"/>
                <a:gd name="connsiteX6" fmla="*/ 1055680 w 2499699"/>
                <a:gd name="connsiteY6" fmla="*/ 801355 h 1373024"/>
                <a:gd name="connsiteX7" fmla="*/ 1254647 w 2499699"/>
                <a:gd name="connsiteY7" fmla="*/ 746323 h 1373024"/>
                <a:gd name="connsiteX8" fmla="*/ 1580613 w 2499699"/>
                <a:gd name="connsiteY8" fmla="*/ 678589 h 1373024"/>
                <a:gd name="connsiteX9" fmla="*/ 1796512 w 2499699"/>
                <a:gd name="connsiteY9" fmla="*/ 568522 h 1373024"/>
                <a:gd name="connsiteX10" fmla="*/ 1936212 w 2499699"/>
                <a:gd name="connsiteY10" fmla="*/ 352624 h 1373024"/>
                <a:gd name="connsiteX11" fmla="*/ 2130946 w 2499699"/>
                <a:gd name="connsiteY11" fmla="*/ 153656 h 1373024"/>
                <a:gd name="connsiteX12" fmla="*/ 2465379 w 2499699"/>
                <a:gd name="connsiteY12" fmla="*/ 1256 h 1373024"/>
                <a:gd name="connsiteX13" fmla="*/ 2465380 w 2499699"/>
                <a:gd name="connsiteY13" fmla="*/ 85922 h 1373024"/>
                <a:gd name="connsiteX14" fmla="*/ 2257945 w 2499699"/>
                <a:gd name="connsiteY14" fmla="*/ 170588 h 1373024"/>
                <a:gd name="connsiteX15" fmla="*/ 2025112 w 2499699"/>
                <a:gd name="connsiteY15" fmla="*/ 394956 h 1373024"/>
                <a:gd name="connsiteX16" fmla="*/ 1864247 w 2499699"/>
                <a:gd name="connsiteY16" fmla="*/ 653189 h 1373024"/>
                <a:gd name="connsiteX17" fmla="*/ 1495945 w 2499699"/>
                <a:gd name="connsiteY17" fmla="*/ 805590 h 1373024"/>
                <a:gd name="connsiteX18" fmla="*/ 1110712 w 2499699"/>
                <a:gd name="connsiteY18" fmla="*/ 886022 h 1373024"/>
                <a:gd name="connsiteX19" fmla="*/ 818613 w 2499699"/>
                <a:gd name="connsiteY19" fmla="*/ 983388 h 1373024"/>
                <a:gd name="connsiteX20" fmla="*/ 619645 w 2499699"/>
                <a:gd name="connsiteY20" fmla="*/ 1063824 h 1373024"/>
                <a:gd name="connsiteX21" fmla="*/ 492646 w 2499699"/>
                <a:gd name="connsiteY21" fmla="*/ 1106156 h 1373024"/>
                <a:gd name="connsiteX22" fmla="*/ 661979 w 2499699"/>
                <a:gd name="connsiteY22" fmla="*/ 1211989 h 1373024"/>
                <a:gd name="connsiteX23" fmla="*/ 805912 w 2499699"/>
                <a:gd name="connsiteY23" fmla="*/ 1254322 h 1373024"/>
                <a:gd name="connsiteX24" fmla="*/ 899045 w 2499699"/>
                <a:gd name="connsiteY24" fmla="*/ 1262791 h 1373024"/>
                <a:gd name="connsiteX25" fmla="*/ 1212314 w 2499699"/>
                <a:gd name="connsiteY25" fmla="*/ 1237389 h 1373024"/>
                <a:gd name="connsiteX26" fmla="*/ 1174213 w 2499699"/>
                <a:gd name="connsiteY26" fmla="*/ 1360156 h 1373024"/>
                <a:gd name="connsiteX27" fmla="*/ 729713 w 2499699"/>
                <a:gd name="connsiteY27" fmla="*/ 1355922 h 1373024"/>
                <a:gd name="connsiteX28" fmla="*/ 475712 w 2499699"/>
                <a:gd name="connsiteY28" fmla="*/ 1241623 h 1373024"/>
                <a:gd name="connsiteX29" fmla="*/ 276746 w 2499699"/>
                <a:gd name="connsiteY29" fmla="*/ 1076522 h 1373024"/>
                <a:gd name="connsiteX30" fmla="*/ 1579 w 2499699"/>
                <a:gd name="connsiteY30" fmla="*/ 708222 h 1373024"/>
                <a:gd name="connsiteX0" fmla="*/ 1579 w 2499699"/>
                <a:gd name="connsiteY0" fmla="*/ 708222 h 1361981"/>
                <a:gd name="connsiteX1" fmla="*/ 166679 w 2499699"/>
                <a:gd name="connsiteY1" fmla="*/ 576990 h 1361981"/>
                <a:gd name="connsiteX2" fmla="*/ 221713 w 2499699"/>
                <a:gd name="connsiteY2" fmla="*/ 627789 h 1361981"/>
                <a:gd name="connsiteX3" fmla="*/ 391046 w 2499699"/>
                <a:gd name="connsiteY3" fmla="*/ 890256 h 1361981"/>
                <a:gd name="connsiteX4" fmla="*/ 518046 w 2499699"/>
                <a:gd name="connsiteY4" fmla="*/ 966456 h 1361981"/>
                <a:gd name="connsiteX5" fmla="*/ 763579 w 2499699"/>
                <a:gd name="connsiteY5" fmla="*/ 898722 h 1361981"/>
                <a:gd name="connsiteX6" fmla="*/ 1055680 w 2499699"/>
                <a:gd name="connsiteY6" fmla="*/ 801355 h 1361981"/>
                <a:gd name="connsiteX7" fmla="*/ 1254647 w 2499699"/>
                <a:gd name="connsiteY7" fmla="*/ 746323 h 1361981"/>
                <a:gd name="connsiteX8" fmla="*/ 1580613 w 2499699"/>
                <a:gd name="connsiteY8" fmla="*/ 678589 h 1361981"/>
                <a:gd name="connsiteX9" fmla="*/ 1796512 w 2499699"/>
                <a:gd name="connsiteY9" fmla="*/ 568522 h 1361981"/>
                <a:gd name="connsiteX10" fmla="*/ 1936212 w 2499699"/>
                <a:gd name="connsiteY10" fmla="*/ 352624 h 1361981"/>
                <a:gd name="connsiteX11" fmla="*/ 2130946 w 2499699"/>
                <a:gd name="connsiteY11" fmla="*/ 153656 h 1361981"/>
                <a:gd name="connsiteX12" fmla="*/ 2465379 w 2499699"/>
                <a:gd name="connsiteY12" fmla="*/ 1256 h 1361981"/>
                <a:gd name="connsiteX13" fmla="*/ 2465380 w 2499699"/>
                <a:gd name="connsiteY13" fmla="*/ 85922 h 1361981"/>
                <a:gd name="connsiteX14" fmla="*/ 2257945 w 2499699"/>
                <a:gd name="connsiteY14" fmla="*/ 170588 h 1361981"/>
                <a:gd name="connsiteX15" fmla="*/ 2025112 w 2499699"/>
                <a:gd name="connsiteY15" fmla="*/ 394956 h 1361981"/>
                <a:gd name="connsiteX16" fmla="*/ 1864247 w 2499699"/>
                <a:gd name="connsiteY16" fmla="*/ 653189 h 1361981"/>
                <a:gd name="connsiteX17" fmla="*/ 1495945 w 2499699"/>
                <a:gd name="connsiteY17" fmla="*/ 805590 h 1361981"/>
                <a:gd name="connsiteX18" fmla="*/ 1110712 w 2499699"/>
                <a:gd name="connsiteY18" fmla="*/ 886022 h 1361981"/>
                <a:gd name="connsiteX19" fmla="*/ 818613 w 2499699"/>
                <a:gd name="connsiteY19" fmla="*/ 983388 h 1361981"/>
                <a:gd name="connsiteX20" fmla="*/ 619645 w 2499699"/>
                <a:gd name="connsiteY20" fmla="*/ 1063824 h 1361981"/>
                <a:gd name="connsiteX21" fmla="*/ 492646 w 2499699"/>
                <a:gd name="connsiteY21" fmla="*/ 1106156 h 1361981"/>
                <a:gd name="connsiteX22" fmla="*/ 661979 w 2499699"/>
                <a:gd name="connsiteY22" fmla="*/ 1211989 h 1361981"/>
                <a:gd name="connsiteX23" fmla="*/ 805912 w 2499699"/>
                <a:gd name="connsiteY23" fmla="*/ 1254322 h 1361981"/>
                <a:gd name="connsiteX24" fmla="*/ 899045 w 2499699"/>
                <a:gd name="connsiteY24" fmla="*/ 1262791 h 1361981"/>
                <a:gd name="connsiteX25" fmla="*/ 1212314 w 2499699"/>
                <a:gd name="connsiteY25" fmla="*/ 1237389 h 1361981"/>
                <a:gd name="connsiteX26" fmla="*/ 1254646 w 2499699"/>
                <a:gd name="connsiteY26" fmla="*/ 1334756 h 1361981"/>
                <a:gd name="connsiteX27" fmla="*/ 729713 w 2499699"/>
                <a:gd name="connsiteY27" fmla="*/ 1355922 h 1361981"/>
                <a:gd name="connsiteX28" fmla="*/ 475712 w 2499699"/>
                <a:gd name="connsiteY28" fmla="*/ 1241623 h 1361981"/>
                <a:gd name="connsiteX29" fmla="*/ 276746 w 2499699"/>
                <a:gd name="connsiteY29" fmla="*/ 1076522 h 1361981"/>
                <a:gd name="connsiteX30" fmla="*/ 1579 w 2499699"/>
                <a:gd name="connsiteY30" fmla="*/ 708222 h 1361981"/>
                <a:gd name="connsiteX0" fmla="*/ 1579 w 2499699"/>
                <a:gd name="connsiteY0" fmla="*/ 708222 h 1364434"/>
                <a:gd name="connsiteX1" fmla="*/ 166679 w 2499699"/>
                <a:gd name="connsiteY1" fmla="*/ 576990 h 1364434"/>
                <a:gd name="connsiteX2" fmla="*/ 221713 w 2499699"/>
                <a:gd name="connsiteY2" fmla="*/ 627789 h 1364434"/>
                <a:gd name="connsiteX3" fmla="*/ 391046 w 2499699"/>
                <a:gd name="connsiteY3" fmla="*/ 890256 h 1364434"/>
                <a:gd name="connsiteX4" fmla="*/ 518046 w 2499699"/>
                <a:gd name="connsiteY4" fmla="*/ 966456 h 1364434"/>
                <a:gd name="connsiteX5" fmla="*/ 763579 w 2499699"/>
                <a:gd name="connsiteY5" fmla="*/ 898722 h 1364434"/>
                <a:gd name="connsiteX6" fmla="*/ 1055680 w 2499699"/>
                <a:gd name="connsiteY6" fmla="*/ 801355 h 1364434"/>
                <a:gd name="connsiteX7" fmla="*/ 1254647 w 2499699"/>
                <a:gd name="connsiteY7" fmla="*/ 746323 h 1364434"/>
                <a:gd name="connsiteX8" fmla="*/ 1580613 w 2499699"/>
                <a:gd name="connsiteY8" fmla="*/ 678589 h 1364434"/>
                <a:gd name="connsiteX9" fmla="*/ 1796512 w 2499699"/>
                <a:gd name="connsiteY9" fmla="*/ 568522 h 1364434"/>
                <a:gd name="connsiteX10" fmla="*/ 1936212 w 2499699"/>
                <a:gd name="connsiteY10" fmla="*/ 352624 h 1364434"/>
                <a:gd name="connsiteX11" fmla="*/ 2130946 w 2499699"/>
                <a:gd name="connsiteY11" fmla="*/ 153656 h 1364434"/>
                <a:gd name="connsiteX12" fmla="*/ 2465379 w 2499699"/>
                <a:gd name="connsiteY12" fmla="*/ 1256 h 1364434"/>
                <a:gd name="connsiteX13" fmla="*/ 2465380 w 2499699"/>
                <a:gd name="connsiteY13" fmla="*/ 85922 h 1364434"/>
                <a:gd name="connsiteX14" fmla="*/ 2257945 w 2499699"/>
                <a:gd name="connsiteY14" fmla="*/ 170588 h 1364434"/>
                <a:gd name="connsiteX15" fmla="*/ 2025112 w 2499699"/>
                <a:gd name="connsiteY15" fmla="*/ 394956 h 1364434"/>
                <a:gd name="connsiteX16" fmla="*/ 1864247 w 2499699"/>
                <a:gd name="connsiteY16" fmla="*/ 653189 h 1364434"/>
                <a:gd name="connsiteX17" fmla="*/ 1495945 w 2499699"/>
                <a:gd name="connsiteY17" fmla="*/ 805590 h 1364434"/>
                <a:gd name="connsiteX18" fmla="*/ 1110712 w 2499699"/>
                <a:gd name="connsiteY18" fmla="*/ 886022 h 1364434"/>
                <a:gd name="connsiteX19" fmla="*/ 818613 w 2499699"/>
                <a:gd name="connsiteY19" fmla="*/ 983388 h 1364434"/>
                <a:gd name="connsiteX20" fmla="*/ 619645 w 2499699"/>
                <a:gd name="connsiteY20" fmla="*/ 1063824 h 1364434"/>
                <a:gd name="connsiteX21" fmla="*/ 492646 w 2499699"/>
                <a:gd name="connsiteY21" fmla="*/ 1106156 h 1364434"/>
                <a:gd name="connsiteX22" fmla="*/ 661979 w 2499699"/>
                <a:gd name="connsiteY22" fmla="*/ 1211989 h 1364434"/>
                <a:gd name="connsiteX23" fmla="*/ 805912 w 2499699"/>
                <a:gd name="connsiteY23" fmla="*/ 1254322 h 1364434"/>
                <a:gd name="connsiteX24" fmla="*/ 899045 w 2499699"/>
                <a:gd name="connsiteY24" fmla="*/ 1262791 h 1364434"/>
                <a:gd name="connsiteX25" fmla="*/ 1377414 w 2499699"/>
                <a:gd name="connsiteY25" fmla="*/ 1165422 h 1364434"/>
                <a:gd name="connsiteX26" fmla="*/ 1254646 w 2499699"/>
                <a:gd name="connsiteY26" fmla="*/ 1334756 h 1364434"/>
                <a:gd name="connsiteX27" fmla="*/ 729713 w 2499699"/>
                <a:gd name="connsiteY27" fmla="*/ 1355922 h 1364434"/>
                <a:gd name="connsiteX28" fmla="*/ 475712 w 2499699"/>
                <a:gd name="connsiteY28" fmla="*/ 1241623 h 1364434"/>
                <a:gd name="connsiteX29" fmla="*/ 276746 w 2499699"/>
                <a:gd name="connsiteY29" fmla="*/ 1076522 h 1364434"/>
                <a:gd name="connsiteX30" fmla="*/ 1579 w 2499699"/>
                <a:gd name="connsiteY30" fmla="*/ 708222 h 1364434"/>
                <a:gd name="connsiteX0" fmla="*/ 1579 w 2499699"/>
                <a:gd name="connsiteY0" fmla="*/ 708222 h 1356629"/>
                <a:gd name="connsiteX1" fmla="*/ 166679 w 2499699"/>
                <a:gd name="connsiteY1" fmla="*/ 576990 h 1356629"/>
                <a:gd name="connsiteX2" fmla="*/ 221713 w 2499699"/>
                <a:gd name="connsiteY2" fmla="*/ 627789 h 1356629"/>
                <a:gd name="connsiteX3" fmla="*/ 391046 w 2499699"/>
                <a:gd name="connsiteY3" fmla="*/ 890256 h 1356629"/>
                <a:gd name="connsiteX4" fmla="*/ 518046 w 2499699"/>
                <a:gd name="connsiteY4" fmla="*/ 966456 h 1356629"/>
                <a:gd name="connsiteX5" fmla="*/ 763579 w 2499699"/>
                <a:gd name="connsiteY5" fmla="*/ 898722 h 1356629"/>
                <a:gd name="connsiteX6" fmla="*/ 1055680 w 2499699"/>
                <a:gd name="connsiteY6" fmla="*/ 801355 h 1356629"/>
                <a:gd name="connsiteX7" fmla="*/ 1254647 w 2499699"/>
                <a:gd name="connsiteY7" fmla="*/ 746323 h 1356629"/>
                <a:gd name="connsiteX8" fmla="*/ 1580613 w 2499699"/>
                <a:gd name="connsiteY8" fmla="*/ 678589 h 1356629"/>
                <a:gd name="connsiteX9" fmla="*/ 1796512 w 2499699"/>
                <a:gd name="connsiteY9" fmla="*/ 568522 h 1356629"/>
                <a:gd name="connsiteX10" fmla="*/ 1936212 w 2499699"/>
                <a:gd name="connsiteY10" fmla="*/ 352624 h 1356629"/>
                <a:gd name="connsiteX11" fmla="*/ 2130946 w 2499699"/>
                <a:gd name="connsiteY11" fmla="*/ 153656 h 1356629"/>
                <a:gd name="connsiteX12" fmla="*/ 2465379 w 2499699"/>
                <a:gd name="connsiteY12" fmla="*/ 1256 h 1356629"/>
                <a:gd name="connsiteX13" fmla="*/ 2465380 w 2499699"/>
                <a:gd name="connsiteY13" fmla="*/ 85922 h 1356629"/>
                <a:gd name="connsiteX14" fmla="*/ 2257945 w 2499699"/>
                <a:gd name="connsiteY14" fmla="*/ 170588 h 1356629"/>
                <a:gd name="connsiteX15" fmla="*/ 2025112 w 2499699"/>
                <a:gd name="connsiteY15" fmla="*/ 394956 h 1356629"/>
                <a:gd name="connsiteX16" fmla="*/ 1864247 w 2499699"/>
                <a:gd name="connsiteY16" fmla="*/ 653189 h 1356629"/>
                <a:gd name="connsiteX17" fmla="*/ 1495945 w 2499699"/>
                <a:gd name="connsiteY17" fmla="*/ 805590 h 1356629"/>
                <a:gd name="connsiteX18" fmla="*/ 1110712 w 2499699"/>
                <a:gd name="connsiteY18" fmla="*/ 886022 h 1356629"/>
                <a:gd name="connsiteX19" fmla="*/ 818613 w 2499699"/>
                <a:gd name="connsiteY19" fmla="*/ 983388 h 1356629"/>
                <a:gd name="connsiteX20" fmla="*/ 619645 w 2499699"/>
                <a:gd name="connsiteY20" fmla="*/ 1063824 h 1356629"/>
                <a:gd name="connsiteX21" fmla="*/ 492646 w 2499699"/>
                <a:gd name="connsiteY21" fmla="*/ 1106156 h 1356629"/>
                <a:gd name="connsiteX22" fmla="*/ 661979 w 2499699"/>
                <a:gd name="connsiteY22" fmla="*/ 1211989 h 1356629"/>
                <a:gd name="connsiteX23" fmla="*/ 805912 w 2499699"/>
                <a:gd name="connsiteY23" fmla="*/ 1254322 h 1356629"/>
                <a:gd name="connsiteX24" fmla="*/ 899045 w 2499699"/>
                <a:gd name="connsiteY24" fmla="*/ 1262791 h 1356629"/>
                <a:gd name="connsiteX25" fmla="*/ 1377414 w 2499699"/>
                <a:gd name="connsiteY25" fmla="*/ 1165422 h 1356629"/>
                <a:gd name="connsiteX26" fmla="*/ 1313913 w 2499699"/>
                <a:gd name="connsiteY26" fmla="*/ 1283956 h 1356629"/>
                <a:gd name="connsiteX27" fmla="*/ 729713 w 2499699"/>
                <a:gd name="connsiteY27" fmla="*/ 1355922 h 1356629"/>
                <a:gd name="connsiteX28" fmla="*/ 475712 w 2499699"/>
                <a:gd name="connsiteY28" fmla="*/ 1241623 h 1356629"/>
                <a:gd name="connsiteX29" fmla="*/ 276746 w 2499699"/>
                <a:gd name="connsiteY29" fmla="*/ 1076522 h 1356629"/>
                <a:gd name="connsiteX30" fmla="*/ 1579 w 2499699"/>
                <a:gd name="connsiteY30" fmla="*/ 708222 h 1356629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059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567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996412 w 2499699"/>
                <a:gd name="connsiteY25" fmla="*/ 12585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038745 w 2499699"/>
                <a:gd name="connsiteY25" fmla="*/ 12458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20"/>
                <a:gd name="connsiteX1" fmla="*/ 166679 w 2499699"/>
                <a:gd name="connsiteY1" fmla="*/ 576990 h 1365020"/>
                <a:gd name="connsiteX2" fmla="*/ 221713 w 2499699"/>
                <a:gd name="connsiteY2" fmla="*/ 627789 h 1365020"/>
                <a:gd name="connsiteX3" fmla="*/ 391046 w 2499699"/>
                <a:gd name="connsiteY3" fmla="*/ 890256 h 1365020"/>
                <a:gd name="connsiteX4" fmla="*/ 518046 w 2499699"/>
                <a:gd name="connsiteY4" fmla="*/ 966456 h 1365020"/>
                <a:gd name="connsiteX5" fmla="*/ 763579 w 2499699"/>
                <a:gd name="connsiteY5" fmla="*/ 898722 h 1365020"/>
                <a:gd name="connsiteX6" fmla="*/ 1055680 w 2499699"/>
                <a:gd name="connsiteY6" fmla="*/ 801355 h 1365020"/>
                <a:gd name="connsiteX7" fmla="*/ 1254647 w 2499699"/>
                <a:gd name="connsiteY7" fmla="*/ 746323 h 1365020"/>
                <a:gd name="connsiteX8" fmla="*/ 1580613 w 2499699"/>
                <a:gd name="connsiteY8" fmla="*/ 678589 h 1365020"/>
                <a:gd name="connsiteX9" fmla="*/ 1796512 w 2499699"/>
                <a:gd name="connsiteY9" fmla="*/ 568522 h 1365020"/>
                <a:gd name="connsiteX10" fmla="*/ 1936212 w 2499699"/>
                <a:gd name="connsiteY10" fmla="*/ 352624 h 1365020"/>
                <a:gd name="connsiteX11" fmla="*/ 2130946 w 2499699"/>
                <a:gd name="connsiteY11" fmla="*/ 153656 h 1365020"/>
                <a:gd name="connsiteX12" fmla="*/ 2465379 w 2499699"/>
                <a:gd name="connsiteY12" fmla="*/ 1256 h 1365020"/>
                <a:gd name="connsiteX13" fmla="*/ 2465380 w 2499699"/>
                <a:gd name="connsiteY13" fmla="*/ 85922 h 1365020"/>
                <a:gd name="connsiteX14" fmla="*/ 2257945 w 2499699"/>
                <a:gd name="connsiteY14" fmla="*/ 170588 h 1365020"/>
                <a:gd name="connsiteX15" fmla="*/ 2025112 w 2499699"/>
                <a:gd name="connsiteY15" fmla="*/ 394956 h 1365020"/>
                <a:gd name="connsiteX16" fmla="*/ 1864247 w 2499699"/>
                <a:gd name="connsiteY16" fmla="*/ 653189 h 1365020"/>
                <a:gd name="connsiteX17" fmla="*/ 1495945 w 2499699"/>
                <a:gd name="connsiteY17" fmla="*/ 805590 h 1365020"/>
                <a:gd name="connsiteX18" fmla="*/ 1110712 w 2499699"/>
                <a:gd name="connsiteY18" fmla="*/ 886022 h 1365020"/>
                <a:gd name="connsiteX19" fmla="*/ 818613 w 2499699"/>
                <a:gd name="connsiteY19" fmla="*/ 983388 h 1365020"/>
                <a:gd name="connsiteX20" fmla="*/ 619645 w 2499699"/>
                <a:gd name="connsiteY20" fmla="*/ 1063824 h 1365020"/>
                <a:gd name="connsiteX21" fmla="*/ 492646 w 2499699"/>
                <a:gd name="connsiteY21" fmla="*/ 1106156 h 1365020"/>
                <a:gd name="connsiteX22" fmla="*/ 661979 w 2499699"/>
                <a:gd name="connsiteY22" fmla="*/ 1211989 h 1365020"/>
                <a:gd name="connsiteX23" fmla="*/ 805912 w 2499699"/>
                <a:gd name="connsiteY23" fmla="*/ 1254322 h 1365020"/>
                <a:gd name="connsiteX24" fmla="*/ 899045 w 2499699"/>
                <a:gd name="connsiteY24" fmla="*/ 1262791 h 1365020"/>
                <a:gd name="connsiteX25" fmla="*/ 1038745 w 2499699"/>
                <a:gd name="connsiteY25" fmla="*/ 1245857 h 1365020"/>
                <a:gd name="connsiteX26" fmla="*/ 1377414 w 2499699"/>
                <a:gd name="connsiteY26" fmla="*/ 1161188 h 1365020"/>
                <a:gd name="connsiteX27" fmla="*/ 1313913 w 2499699"/>
                <a:gd name="connsiteY27" fmla="*/ 1283956 h 1365020"/>
                <a:gd name="connsiteX28" fmla="*/ 856713 w 2499699"/>
                <a:gd name="connsiteY28" fmla="*/ 1364388 h 1365020"/>
                <a:gd name="connsiteX29" fmla="*/ 475712 w 2499699"/>
                <a:gd name="connsiteY29" fmla="*/ 1241623 h 1365020"/>
                <a:gd name="connsiteX30" fmla="*/ 276746 w 2499699"/>
                <a:gd name="connsiteY30" fmla="*/ 1076522 h 1365020"/>
                <a:gd name="connsiteX31" fmla="*/ 1579 w 2499699"/>
                <a:gd name="connsiteY31" fmla="*/ 708222 h 1365020"/>
                <a:gd name="connsiteX0" fmla="*/ 1579 w 2499699"/>
                <a:gd name="connsiteY0" fmla="*/ 708222 h 1364718"/>
                <a:gd name="connsiteX1" fmla="*/ 166679 w 2499699"/>
                <a:gd name="connsiteY1" fmla="*/ 576990 h 1364718"/>
                <a:gd name="connsiteX2" fmla="*/ 221713 w 2499699"/>
                <a:gd name="connsiteY2" fmla="*/ 627789 h 1364718"/>
                <a:gd name="connsiteX3" fmla="*/ 391046 w 2499699"/>
                <a:gd name="connsiteY3" fmla="*/ 890256 h 1364718"/>
                <a:gd name="connsiteX4" fmla="*/ 518046 w 2499699"/>
                <a:gd name="connsiteY4" fmla="*/ 966456 h 1364718"/>
                <a:gd name="connsiteX5" fmla="*/ 763579 w 2499699"/>
                <a:gd name="connsiteY5" fmla="*/ 898722 h 1364718"/>
                <a:gd name="connsiteX6" fmla="*/ 1055680 w 2499699"/>
                <a:gd name="connsiteY6" fmla="*/ 801355 h 1364718"/>
                <a:gd name="connsiteX7" fmla="*/ 1254647 w 2499699"/>
                <a:gd name="connsiteY7" fmla="*/ 746323 h 1364718"/>
                <a:gd name="connsiteX8" fmla="*/ 1580613 w 2499699"/>
                <a:gd name="connsiteY8" fmla="*/ 678589 h 1364718"/>
                <a:gd name="connsiteX9" fmla="*/ 1796512 w 2499699"/>
                <a:gd name="connsiteY9" fmla="*/ 568522 h 1364718"/>
                <a:gd name="connsiteX10" fmla="*/ 1936212 w 2499699"/>
                <a:gd name="connsiteY10" fmla="*/ 352624 h 1364718"/>
                <a:gd name="connsiteX11" fmla="*/ 2130946 w 2499699"/>
                <a:gd name="connsiteY11" fmla="*/ 153656 h 1364718"/>
                <a:gd name="connsiteX12" fmla="*/ 2465379 w 2499699"/>
                <a:gd name="connsiteY12" fmla="*/ 1256 h 1364718"/>
                <a:gd name="connsiteX13" fmla="*/ 2465380 w 2499699"/>
                <a:gd name="connsiteY13" fmla="*/ 85922 h 1364718"/>
                <a:gd name="connsiteX14" fmla="*/ 2257945 w 2499699"/>
                <a:gd name="connsiteY14" fmla="*/ 170588 h 1364718"/>
                <a:gd name="connsiteX15" fmla="*/ 2025112 w 2499699"/>
                <a:gd name="connsiteY15" fmla="*/ 394956 h 1364718"/>
                <a:gd name="connsiteX16" fmla="*/ 1864247 w 2499699"/>
                <a:gd name="connsiteY16" fmla="*/ 653189 h 1364718"/>
                <a:gd name="connsiteX17" fmla="*/ 1495945 w 2499699"/>
                <a:gd name="connsiteY17" fmla="*/ 805590 h 1364718"/>
                <a:gd name="connsiteX18" fmla="*/ 1110712 w 2499699"/>
                <a:gd name="connsiteY18" fmla="*/ 886022 h 1364718"/>
                <a:gd name="connsiteX19" fmla="*/ 818613 w 2499699"/>
                <a:gd name="connsiteY19" fmla="*/ 983388 h 1364718"/>
                <a:gd name="connsiteX20" fmla="*/ 619645 w 2499699"/>
                <a:gd name="connsiteY20" fmla="*/ 1063824 h 1364718"/>
                <a:gd name="connsiteX21" fmla="*/ 492646 w 2499699"/>
                <a:gd name="connsiteY21" fmla="*/ 1106156 h 1364718"/>
                <a:gd name="connsiteX22" fmla="*/ 661979 w 2499699"/>
                <a:gd name="connsiteY22" fmla="*/ 1211989 h 1364718"/>
                <a:gd name="connsiteX23" fmla="*/ 805912 w 2499699"/>
                <a:gd name="connsiteY23" fmla="*/ 1254322 h 1364718"/>
                <a:gd name="connsiteX24" fmla="*/ 899045 w 2499699"/>
                <a:gd name="connsiteY24" fmla="*/ 1262791 h 1364718"/>
                <a:gd name="connsiteX25" fmla="*/ 1038745 w 2499699"/>
                <a:gd name="connsiteY25" fmla="*/ 1245857 h 1364718"/>
                <a:gd name="connsiteX26" fmla="*/ 1377414 w 2499699"/>
                <a:gd name="connsiteY26" fmla="*/ 1161188 h 1364718"/>
                <a:gd name="connsiteX27" fmla="*/ 1313913 w 2499699"/>
                <a:gd name="connsiteY27" fmla="*/ 1283956 h 1364718"/>
                <a:gd name="connsiteX28" fmla="*/ 856713 w 2499699"/>
                <a:gd name="connsiteY28" fmla="*/ 1364388 h 1364718"/>
                <a:gd name="connsiteX29" fmla="*/ 479946 w 2499699"/>
                <a:gd name="connsiteY29" fmla="*/ 1254323 h 1364718"/>
                <a:gd name="connsiteX30" fmla="*/ 276746 w 2499699"/>
                <a:gd name="connsiteY30" fmla="*/ 1076522 h 1364718"/>
                <a:gd name="connsiteX31" fmla="*/ 1579 w 2499699"/>
                <a:gd name="connsiteY31" fmla="*/ 708222 h 1364718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1466" h="1365785">
                  <a:moveTo>
                    <a:pt x="1579" y="709289"/>
                  </a:moveTo>
                  <a:cubicBezTo>
                    <a:pt x="-16765" y="626034"/>
                    <a:pt x="129990" y="591462"/>
                    <a:pt x="166679" y="578057"/>
                  </a:cubicBezTo>
                  <a:cubicBezTo>
                    <a:pt x="203368" y="564652"/>
                    <a:pt x="184319" y="576645"/>
                    <a:pt x="221713" y="628856"/>
                  </a:cubicBezTo>
                  <a:cubicBezTo>
                    <a:pt x="259107" y="681067"/>
                    <a:pt x="341657" y="834879"/>
                    <a:pt x="391046" y="891323"/>
                  </a:cubicBezTo>
                  <a:cubicBezTo>
                    <a:pt x="440435" y="947767"/>
                    <a:pt x="455957" y="966112"/>
                    <a:pt x="518046" y="967523"/>
                  </a:cubicBezTo>
                  <a:cubicBezTo>
                    <a:pt x="580135" y="968934"/>
                    <a:pt x="673973" y="927306"/>
                    <a:pt x="763579" y="899789"/>
                  </a:cubicBezTo>
                  <a:cubicBezTo>
                    <a:pt x="853185" y="872272"/>
                    <a:pt x="973835" y="827822"/>
                    <a:pt x="1055680" y="802422"/>
                  </a:cubicBezTo>
                  <a:cubicBezTo>
                    <a:pt x="1137525" y="777022"/>
                    <a:pt x="1167158" y="767851"/>
                    <a:pt x="1254647" y="747390"/>
                  </a:cubicBezTo>
                  <a:cubicBezTo>
                    <a:pt x="1342136" y="726929"/>
                    <a:pt x="1490302" y="709290"/>
                    <a:pt x="1580613" y="679656"/>
                  </a:cubicBezTo>
                  <a:cubicBezTo>
                    <a:pt x="1670924" y="650023"/>
                    <a:pt x="1737246" y="623916"/>
                    <a:pt x="1796512" y="569589"/>
                  </a:cubicBezTo>
                  <a:cubicBezTo>
                    <a:pt x="1855778" y="515262"/>
                    <a:pt x="1877651" y="421424"/>
                    <a:pt x="1936212" y="353691"/>
                  </a:cubicBezTo>
                  <a:cubicBezTo>
                    <a:pt x="1994773" y="285958"/>
                    <a:pt x="2042752" y="213284"/>
                    <a:pt x="2130946" y="154723"/>
                  </a:cubicBezTo>
                  <a:cubicBezTo>
                    <a:pt x="2219140" y="96162"/>
                    <a:pt x="2406112" y="16434"/>
                    <a:pt x="2465379" y="2323"/>
                  </a:cubicBezTo>
                  <a:cubicBezTo>
                    <a:pt x="2524646" y="-11788"/>
                    <a:pt x="2521118" y="41833"/>
                    <a:pt x="2486546" y="70055"/>
                  </a:cubicBezTo>
                  <a:cubicBezTo>
                    <a:pt x="2451974" y="98277"/>
                    <a:pt x="2334851" y="117327"/>
                    <a:pt x="2257945" y="171655"/>
                  </a:cubicBezTo>
                  <a:cubicBezTo>
                    <a:pt x="2181039" y="225983"/>
                    <a:pt x="2090728" y="315590"/>
                    <a:pt x="2025112" y="396023"/>
                  </a:cubicBezTo>
                  <a:cubicBezTo>
                    <a:pt x="1959496" y="476456"/>
                    <a:pt x="1952442" y="585817"/>
                    <a:pt x="1864247" y="654256"/>
                  </a:cubicBezTo>
                  <a:cubicBezTo>
                    <a:pt x="1776053" y="722695"/>
                    <a:pt x="1621534" y="767852"/>
                    <a:pt x="1495945" y="806657"/>
                  </a:cubicBezTo>
                  <a:cubicBezTo>
                    <a:pt x="1370356" y="845462"/>
                    <a:pt x="1223601" y="857456"/>
                    <a:pt x="1110712" y="887089"/>
                  </a:cubicBezTo>
                  <a:cubicBezTo>
                    <a:pt x="997823" y="916722"/>
                    <a:pt x="900458" y="954821"/>
                    <a:pt x="818613" y="984455"/>
                  </a:cubicBezTo>
                  <a:cubicBezTo>
                    <a:pt x="736769" y="1014089"/>
                    <a:pt x="664095" y="1048663"/>
                    <a:pt x="619645" y="1064891"/>
                  </a:cubicBezTo>
                  <a:cubicBezTo>
                    <a:pt x="575195" y="1081119"/>
                    <a:pt x="485590" y="1082529"/>
                    <a:pt x="492646" y="1107223"/>
                  </a:cubicBezTo>
                  <a:cubicBezTo>
                    <a:pt x="499702" y="1131917"/>
                    <a:pt x="609768" y="1188362"/>
                    <a:pt x="661979" y="1213056"/>
                  </a:cubicBezTo>
                  <a:cubicBezTo>
                    <a:pt x="714190" y="1237750"/>
                    <a:pt x="766401" y="1246922"/>
                    <a:pt x="805912" y="1255389"/>
                  </a:cubicBezTo>
                  <a:cubicBezTo>
                    <a:pt x="845423" y="1263856"/>
                    <a:pt x="877878" y="1263152"/>
                    <a:pt x="899045" y="1263858"/>
                  </a:cubicBezTo>
                  <a:cubicBezTo>
                    <a:pt x="920212" y="1264564"/>
                    <a:pt x="959017" y="1263152"/>
                    <a:pt x="1038745" y="1246924"/>
                  </a:cubicBezTo>
                  <a:cubicBezTo>
                    <a:pt x="1118473" y="1230696"/>
                    <a:pt x="1331553" y="1155905"/>
                    <a:pt x="1377414" y="1162255"/>
                  </a:cubicBezTo>
                  <a:cubicBezTo>
                    <a:pt x="1423275" y="1168605"/>
                    <a:pt x="1400696" y="1251156"/>
                    <a:pt x="1313913" y="1285023"/>
                  </a:cubicBezTo>
                  <a:cubicBezTo>
                    <a:pt x="1227130" y="1318890"/>
                    <a:pt x="995707" y="1370394"/>
                    <a:pt x="856713" y="1365455"/>
                  </a:cubicBezTo>
                  <a:cubicBezTo>
                    <a:pt x="717719" y="1360516"/>
                    <a:pt x="550502" y="1286435"/>
                    <a:pt x="479946" y="1255390"/>
                  </a:cubicBezTo>
                  <a:cubicBezTo>
                    <a:pt x="417857" y="1211645"/>
                    <a:pt x="356474" y="1168606"/>
                    <a:pt x="276746" y="1077589"/>
                  </a:cubicBezTo>
                  <a:cubicBezTo>
                    <a:pt x="197018" y="986572"/>
                    <a:pt x="19923" y="792544"/>
                    <a:pt x="1579" y="709289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7C80"/>
                </a:gs>
                <a:gs pos="100000">
                  <a:srgbClr val="C693B0"/>
                </a:gs>
                <a:gs pos="99000">
                  <a:srgbClr val="A7A0C9"/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17E94FD-FA69-4613-9018-EFDE20EE5645}"/>
                </a:ext>
              </a:extLst>
            </p:cNvPr>
            <p:cNvSpPr/>
            <p:nvPr/>
          </p:nvSpPr>
          <p:spPr>
            <a:xfrm>
              <a:off x="3203697" y="2304668"/>
              <a:ext cx="2444146" cy="1421512"/>
            </a:xfrm>
            <a:custGeom>
              <a:avLst/>
              <a:gdLst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250346 w 2683712"/>
                <a:gd name="connsiteY8" fmla="*/ 989712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172255 w 2683712"/>
                <a:gd name="connsiteY8" fmla="*/ 1047300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3712" h="1611468">
                  <a:moveTo>
                    <a:pt x="43846" y="1332612"/>
                  </a:moveTo>
                  <a:cubicBezTo>
                    <a:pt x="33263" y="1114596"/>
                    <a:pt x="-49287" y="485945"/>
                    <a:pt x="43846" y="265812"/>
                  </a:cubicBezTo>
                  <a:cubicBezTo>
                    <a:pt x="136979" y="45679"/>
                    <a:pt x="181429" y="43562"/>
                    <a:pt x="602646" y="11812"/>
                  </a:cubicBezTo>
                  <a:cubicBezTo>
                    <a:pt x="1023863" y="-19938"/>
                    <a:pt x="2276929" y="16045"/>
                    <a:pt x="2571146" y="75312"/>
                  </a:cubicBezTo>
                  <a:cubicBezTo>
                    <a:pt x="2865363" y="134579"/>
                    <a:pt x="2505529" y="240412"/>
                    <a:pt x="2367946" y="367412"/>
                  </a:cubicBezTo>
                  <a:cubicBezTo>
                    <a:pt x="2230363" y="494412"/>
                    <a:pt x="1927679" y="735712"/>
                    <a:pt x="1745646" y="837312"/>
                  </a:cubicBezTo>
                  <a:cubicBezTo>
                    <a:pt x="1563613" y="938912"/>
                    <a:pt x="1370996" y="981245"/>
                    <a:pt x="1275746" y="977012"/>
                  </a:cubicBezTo>
                  <a:cubicBezTo>
                    <a:pt x="1180496" y="972779"/>
                    <a:pt x="1191394" y="800197"/>
                    <a:pt x="1174146" y="811912"/>
                  </a:cubicBezTo>
                  <a:cubicBezTo>
                    <a:pt x="1156898" y="823627"/>
                    <a:pt x="1252688" y="956283"/>
                    <a:pt x="1172255" y="1047300"/>
                  </a:cubicBezTo>
                  <a:cubicBezTo>
                    <a:pt x="1091822" y="1138317"/>
                    <a:pt x="826698" y="1268127"/>
                    <a:pt x="691546" y="1358012"/>
                  </a:cubicBezTo>
                  <a:cubicBezTo>
                    <a:pt x="556395" y="1447897"/>
                    <a:pt x="458713" y="1550629"/>
                    <a:pt x="361346" y="1586612"/>
                  </a:cubicBezTo>
                  <a:cubicBezTo>
                    <a:pt x="263979" y="1622595"/>
                    <a:pt x="166613" y="1620479"/>
                    <a:pt x="107346" y="1573912"/>
                  </a:cubicBezTo>
                  <a:cubicBezTo>
                    <a:pt x="48079" y="1527345"/>
                    <a:pt x="54429" y="1550628"/>
                    <a:pt x="43846" y="1332612"/>
                  </a:cubicBezTo>
                  <a:close/>
                </a:path>
              </a:pathLst>
            </a:custGeom>
            <a:solidFill>
              <a:srgbClr val="BD53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538F90-2055-4291-867F-E536433CC0E2}"/>
                </a:ext>
              </a:extLst>
            </p:cNvPr>
            <p:cNvSpPr/>
            <p:nvPr/>
          </p:nvSpPr>
          <p:spPr>
            <a:xfrm>
              <a:off x="6885331" y="1884010"/>
              <a:ext cx="875457" cy="1292656"/>
            </a:xfrm>
            <a:custGeom>
              <a:avLst/>
              <a:gdLst>
                <a:gd name="connsiteX0" fmla="*/ 53626 w 910131"/>
                <a:gd name="connsiteY0" fmla="*/ 901423 h 1287711"/>
                <a:gd name="connsiteX1" fmla="*/ 161576 w 910131"/>
                <a:gd name="connsiteY1" fmla="*/ 704573 h 1287711"/>
                <a:gd name="connsiteX2" fmla="*/ 117126 w 910131"/>
                <a:gd name="connsiteY2" fmla="*/ 475973 h 1287711"/>
                <a:gd name="connsiteX3" fmla="*/ 66326 w 910131"/>
                <a:gd name="connsiteY3" fmla="*/ 164823 h 1287711"/>
                <a:gd name="connsiteX4" fmla="*/ 136176 w 910131"/>
                <a:gd name="connsiteY4" fmla="*/ 31473 h 1287711"/>
                <a:gd name="connsiteX5" fmla="*/ 358426 w 910131"/>
                <a:gd name="connsiteY5" fmla="*/ 6073 h 1287711"/>
                <a:gd name="connsiteX6" fmla="*/ 675926 w 910131"/>
                <a:gd name="connsiteY6" fmla="*/ 120373 h 1287711"/>
                <a:gd name="connsiteX7" fmla="*/ 898176 w 910131"/>
                <a:gd name="connsiteY7" fmla="*/ 622023 h 1287711"/>
                <a:gd name="connsiteX8" fmla="*/ 834676 w 910131"/>
                <a:gd name="connsiteY8" fmla="*/ 971273 h 1287711"/>
                <a:gd name="connsiteX9" fmla="*/ 453676 w 910131"/>
                <a:gd name="connsiteY9" fmla="*/ 1237973 h 1287711"/>
                <a:gd name="connsiteX10" fmla="*/ 59976 w 910131"/>
                <a:gd name="connsiteY10" fmla="*/ 1263373 h 1287711"/>
                <a:gd name="connsiteX11" fmla="*/ 2826 w 910131"/>
                <a:gd name="connsiteY11" fmla="*/ 971273 h 1287711"/>
                <a:gd name="connsiteX12" fmla="*/ 53626 w 910131"/>
                <a:gd name="connsiteY12" fmla="*/ 901423 h 1287711"/>
                <a:gd name="connsiteX0" fmla="*/ 53626 w 908735"/>
                <a:gd name="connsiteY0" fmla="*/ 907932 h 1294220"/>
                <a:gd name="connsiteX1" fmla="*/ 161576 w 908735"/>
                <a:gd name="connsiteY1" fmla="*/ 711082 h 1294220"/>
                <a:gd name="connsiteX2" fmla="*/ 117126 w 908735"/>
                <a:gd name="connsiteY2" fmla="*/ 482482 h 1294220"/>
                <a:gd name="connsiteX3" fmla="*/ 66326 w 908735"/>
                <a:gd name="connsiteY3" fmla="*/ 171332 h 1294220"/>
                <a:gd name="connsiteX4" fmla="*/ 136176 w 908735"/>
                <a:gd name="connsiteY4" fmla="*/ 37982 h 1294220"/>
                <a:gd name="connsiteX5" fmla="*/ 358426 w 908735"/>
                <a:gd name="connsiteY5" fmla="*/ 12582 h 1294220"/>
                <a:gd name="connsiteX6" fmla="*/ 694976 w 908735"/>
                <a:gd name="connsiteY6" fmla="*/ 215782 h 1294220"/>
                <a:gd name="connsiteX7" fmla="*/ 898176 w 908735"/>
                <a:gd name="connsiteY7" fmla="*/ 628532 h 1294220"/>
                <a:gd name="connsiteX8" fmla="*/ 834676 w 908735"/>
                <a:gd name="connsiteY8" fmla="*/ 977782 h 1294220"/>
                <a:gd name="connsiteX9" fmla="*/ 453676 w 908735"/>
                <a:gd name="connsiteY9" fmla="*/ 1244482 h 1294220"/>
                <a:gd name="connsiteX10" fmla="*/ 59976 w 908735"/>
                <a:gd name="connsiteY10" fmla="*/ 1269882 h 1294220"/>
                <a:gd name="connsiteX11" fmla="*/ 2826 w 908735"/>
                <a:gd name="connsiteY11" fmla="*/ 977782 h 1294220"/>
                <a:gd name="connsiteX12" fmla="*/ 53626 w 908735"/>
                <a:gd name="connsiteY12" fmla="*/ 907932 h 1294220"/>
                <a:gd name="connsiteX0" fmla="*/ 53626 w 885417"/>
                <a:gd name="connsiteY0" fmla="*/ 907932 h 1294220"/>
                <a:gd name="connsiteX1" fmla="*/ 161576 w 885417"/>
                <a:gd name="connsiteY1" fmla="*/ 711082 h 1294220"/>
                <a:gd name="connsiteX2" fmla="*/ 117126 w 885417"/>
                <a:gd name="connsiteY2" fmla="*/ 482482 h 1294220"/>
                <a:gd name="connsiteX3" fmla="*/ 66326 w 885417"/>
                <a:gd name="connsiteY3" fmla="*/ 171332 h 1294220"/>
                <a:gd name="connsiteX4" fmla="*/ 136176 w 885417"/>
                <a:gd name="connsiteY4" fmla="*/ 37982 h 1294220"/>
                <a:gd name="connsiteX5" fmla="*/ 358426 w 885417"/>
                <a:gd name="connsiteY5" fmla="*/ 12582 h 1294220"/>
                <a:gd name="connsiteX6" fmla="*/ 694976 w 885417"/>
                <a:gd name="connsiteY6" fmla="*/ 215782 h 1294220"/>
                <a:gd name="connsiteX7" fmla="*/ 866426 w 885417"/>
                <a:gd name="connsiteY7" fmla="*/ 647582 h 1294220"/>
                <a:gd name="connsiteX8" fmla="*/ 834676 w 885417"/>
                <a:gd name="connsiteY8" fmla="*/ 977782 h 1294220"/>
                <a:gd name="connsiteX9" fmla="*/ 453676 w 885417"/>
                <a:gd name="connsiteY9" fmla="*/ 1244482 h 1294220"/>
                <a:gd name="connsiteX10" fmla="*/ 59976 w 885417"/>
                <a:gd name="connsiteY10" fmla="*/ 1269882 h 1294220"/>
                <a:gd name="connsiteX11" fmla="*/ 2826 w 885417"/>
                <a:gd name="connsiteY11" fmla="*/ 977782 h 1294220"/>
                <a:gd name="connsiteX12" fmla="*/ 53626 w 885417"/>
                <a:gd name="connsiteY12" fmla="*/ 907932 h 1294220"/>
                <a:gd name="connsiteX0" fmla="*/ 53626 w 867501"/>
                <a:gd name="connsiteY0" fmla="*/ 907932 h 1294220"/>
                <a:gd name="connsiteX1" fmla="*/ 161576 w 867501"/>
                <a:gd name="connsiteY1" fmla="*/ 711082 h 1294220"/>
                <a:gd name="connsiteX2" fmla="*/ 117126 w 867501"/>
                <a:gd name="connsiteY2" fmla="*/ 482482 h 1294220"/>
                <a:gd name="connsiteX3" fmla="*/ 66326 w 867501"/>
                <a:gd name="connsiteY3" fmla="*/ 171332 h 1294220"/>
                <a:gd name="connsiteX4" fmla="*/ 136176 w 867501"/>
                <a:gd name="connsiteY4" fmla="*/ 37982 h 1294220"/>
                <a:gd name="connsiteX5" fmla="*/ 358426 w 867501"/>
                <a:gd name="connsiteY5" fmla="*/ 12582 h 1294220"/>
                <a:gd name="connsiteX6" fmla="*/ 694976 w 867501"/>
                <a:gd name="connsiteY6" fmla="*/ 215782 h 1294220"/>
                <a:gd name="connsiteX7" fmla="*/ 866426 w 867501"/>
                <a:gd name="connsiteY7" fmla="*/ 647582 h 1294220"/>
                <a:gd name="connsiteX8" fmla="*/ 752126 w 867501"/>
                <a:gd name="connsiteY8" fmla="*/ 977782 h 1294220"/>
                <a:gd name="connsiteX9" fmla="*/ 453676 w 867501"/>
                <a:gd name="connsiteY9" fmla="*/ 1244482 h 1294220"/>
                <a:gd name="connsiteX10" fmla="*/ 59976 w 867501"/>
                <a:gd name="connsiteY10" fmla="*/ 1269882 h 1294220"/>
                <a:gd name="connsiteX11" fmla="*/ 2826 w 867501"/>
                <a:gd name="connsiteY11" fmla="*/ 977782 h 1294220"/>
                <a:gd name="connsiteX12" fmla="*/ 53626 w 867501"/>
                <a:gd name="connsiteY12" fmla="*/ 907932 h 1294220"/>
                <a:gd name="connsiteX0" fmla="*/ 53626 w 867633"/>
                <a:gd name="connsiteY0" fmla="*/ 907932 h 1304824"/>
                <a:gd name="connsiteX1" fmla="*/ 161576 w 867633"/>
                <a:gd name="connsiteY1" fmla="*/ 711082 h 1304824"/>
                <a:gd name="connsiteX2" fmla="*/ 117126 w 867633"/>
                <a:gd name="connsiteY2" fmla="*/ 482482 h 1304824"/>
                <a:gd name="connsiteX3" fmla="*/ 66326 w 867633"/>
                <a:gd name="connsiteY3" fmla="*/ 171332 h 1304824"/>
                <a:gd name="connsiteX4" fmla="*/ 136176 w 867633"/>
                <a:gd name="connsiteY4" fmla="*/ 37982 h 1304824"/>
                <a:gd name="connsiteX5" fmla="*/ 358426 w 867633"/>
                <a:gd name="connsiteY5" fmla="*/ 12582 h 1304824"/>
                <a:gd name="connsiteX6" fmla="*/ 694976 w 867633"/>
                <a:gd name="connsiteY6" fmla="*/ 215782 h 1304824"/>
                <a:gd name="connsiteX7" fmla="*/ 866426 w 867633"/>
                <a:gd name="connsiteY7" fmla="*/ 647582 h 1304824"/>
                <a:gd name="connsiteX8" fmla="*/ 752126 w 867633"/>
                <a:gd name="connsiteY8" fmla="*/ 977782 h 1304824"/>
                <a:gd name="connsiteX9" fmla="*/ 409226 w 867633"/>
                <a:gd name="connsiteY9" fmla="*/ 1269882 h 1304824"/>
                <a:gd name="connsiteX10" fmla="*/ 59976 w 867633"/>
                <a:gd name="connsiteY10" fmla="*/ 1269882 h 1304824"/>
                <a:gd name="connsiteX11" fmla="*/ 2826 w 867633"/>
                <a:gd name="connsiteY11" fmla="*/ 977782 h 1304824"/>
                <a:gd name="connsiteX12" fmla="*/ 53626 w 867633"/>
                <a:gd name="connsiteY12" fmla="*/ 907932 h 1304824"/>
                <a:gd name="connsiteX0" fmla="*/ 95358 w 909365"/>
                <a:gd name="connsiteY0" fmla="*/ 907932 h 1304824"/>
                <a:gd name="connsiteX1" fmla="*/ 203308 w 909365"/>
                <a:gd name="connsiteY1" fmla="*/ 711082 h 1304824"/>
                <a:gd name="connsiteX2" fmla="*/ 158858 w 909365"/>
                <a:gd name="connsiteY2" fmla="*/ 482482 h 1304824"/>
                <a:gd name="connsiteX3" fmla="*/ 108058 w 909365"/>
                <a:gd name="connsiteY3" fmla="*/ 171332 h 1304824"/>
                <a:gd name="connsiteX4" fmla="*/ 177908 w 909365"/>
                <a:gd name="connsiteY4" fmla="*/ 37982 h 1304824"/>
                <a:gd name="connsiteX5" fmla="*/ 400158 w 909365"/>
                <a:gd name="connsiteY5" fmla="*/ 12582 h 1304824"/>
                <a:gd name="connsiteX6" fmla="*/ 736708 w 909365"/>
                <a:gd name="connsiteY6" fmla="*/ 215782 h 1304824"/>
                <a:gd name="connsiteX7" fmla="*/ 908158 w 909365"/>
                <a:gd name="connsiteY7" fmla="*/ 647582 h 1304824"/>
                <a:gd name="connsiteX8" fmla="*/ 793858 w 909365"/>
                <a:gd name="connsiteY8" fmla="*/ 977782 h 1304824"/>
                <a:gd name="connsiteX9" fmla="*/ 450958 w 909365"/>
                <a:gd name="connsiteY9" fmla="*/ 1269882 h 1304824"/>
                <a:gd name="connsiteX10" fmla="*/ 101708 w 909365"/>
                <a:gd name="connsiteY10" fmla="*/ 1269882 h 1304824"/>
                <a:gd name="connsiteX11" fmla="*/ 108 w 909365"/>
                <a:gd name="connsiteY11" fmla="*/ 1073032 h 1304824"/>
                <a:gd name="connsiteX12" fmla="*/ 95358 w 909365"/>
                <a:gd name="connsiteY12" fmla="*/ 907932 h 1304824"/>
                <a:gd name="connsiteX0" fmla="*/ 95358 w 872573"/>
                <a:gd name="connsiteY0" fmla="*/ 907932 h 1304824"/>
                <a:gd name="connsiteX1" fmla="*/ 203308 w 872573"/>
                <a:gd name="connsiteY1" fmla="*/ 711082 h 1304824"/>
                <a:gd name="connsiteX2" fmla="*/ 158858 w 872573"/>
                <a:gd name="connsiteY2" fmla="*/ 482482 h 1304824"/>
                <a:gd name="connsiteX3" fmla="*/ 108058 w 872573"/>
                <a:gd name="connsiteY3" fmla="*/ 171332 h 1304824"/>
                <a:gd name="connsiteX4" fmla="*/ 177908 w 872573"/>
                <a:gd name="connsiteY4" fmla="*/ 37982 h 1304824"/>
                <a:gd name="connsiteX5" fmla="*/ 400158 w 872573"/>
                <a:gd name="connsiteY5" fmla="*/ 12582 h 1304824"/>
                <a:gd name="connsiteX6" fmla="*/ 736708 w 872573"/>
                <a:gd name="connsiteY6" fmla="*/ 215782 h 1304824"/>
                <a:gd name="connsiteX7" fmla="*/ 870058 w 872573"/>
                <a:gd name="connsiteY7" fmla="*/ 653932 h 1304824"/>
                <a:gd name="connsiteX8" fmla="*/ 793858 w 872573"/>
                <a:gd name="connsiteY8" fmla="*/ 977782 h 1304824"/>
                <a:gd name="connsiteX9" fmla="*/ 450958 w 872573"/>
                <a:gd name="connsiteY9" fmla="*/ 1269882 h 1304824"/>
                <a:gd name="connsiteX10" fmla="*/ 101708 w 872573"/>
                <a:gd name="connsiteY10" fmla="*/ 1269882 h 1304824"/>
                <a:gd name="connsiteX11" fmla="*/ 108 w 872573"/>
                <a:gd name="connsiteY11" fmla="*/ 1073032 h 1304824"/>
                <a:gd name="connsiteX12" fmla="*/ 95358 w 872573"/>
                <a:gd name="connsiteY12" fmla="*/ 907932 h 1304824"/>
                <a:gd name="connsiteX0" fmla="*/ 95358 w 875347"/>
                <a:gd name="connsiteY0" fmla="*/ 909334 h 1306226"/>
                <a:gd name="connsiteX1" fmla="*/ 203308 w 875347"/>
                <a:gd name="connsiteY1" fmla="*/ 712484 h 1306226"/>
                <a:gd name="connsiteX2" fmla="*/ 158858 w 875347"/>
                <a:gd name="connsiteY2" fmla="*/ 483884 h 1306226"/>
                <a:gd name="connsiteX3" fmla="*/ 108058 w 875347"/>
                <a:gd name="connsiteY3" fmla="*/ 172734 h 1306226"/>
                <a:gd name="connsiteX4" fmla="*/ 177908 w 875347"/>
                <a:gd name="connsiteY4" fmla="*/ 39384 h 1306226"/>
                <a:gd name="connsiteX5" fmla="*/ 400158 w 875347"/>
                <a:gd name="connsiteY5" fmla="*/ 13984 h 1306226"/>
                <a:gd name="connsiteX6" fmla="*/ 692258 w 875347"/>
                <a:gd name="connsiteY6" fmla="*/ 236234 h 1306226"/>
                <a:gd name="connsiteX7" fmla="*/ 870058 w 875347"/>
                <a:gd name="connsiteY7" fmla="*/ 655334 h 1306226"/>
                <a:gd name="connsiteX8" fmla="*/ 793858 w 875347"/>
                <a:gd name="connsiteY8" fmla="*/ 979184 h 1306226"/>
                <a:gd name="connsiteX9" fmla="*/ 450958 w 875347"/>
                <a:gd name="connsiteY9" fmla="*/ 1271284 h 1306226"/>
                <a:gd name="connsiteX10" fmla="*/ 101708 w 875347"/>
                <a:gd name="connsiteY10" fmla="*/ 1271284 h 1306226"/>
                <a:gd name="connsiteX11" fmla="*/ 108 w 875347"/>
                <a:gd name="connsiteY11" fmla="*/ 1074434 h 1306226"/>
                <a:gd name="connsiteX12" fmla="*/ 95358 w 875347"/>
                <a:gd name="connsiteY12" fmla="*/ 909334 h 1306226"/>
                <a:gd name="connsiteX0" fmla="*/ 95358 w 875347"/>
                <a:gd name="connsiteY0" fmla="*/ 878656 h 1275548"/>
                <a:gd name="connsiteX1" fmla="*/ 203308 w 875347"/>
                <a:gd name="connsiteY1" fmla="*/ 681806 h 1275548"/>
                <a:gd name="connsiteX2" fmla="*/ 158858 w 875347"/>
                <a:gd name="connsiteY2" fmla="*/ 453206 h 1275548"/>
                <a:gd name="connsiteX3" fmla="*/ 108058 w 875347"/>
                <a:gd name="connsiteY3" fmla="*/ 142056 h 1275548"/>
                <a:gd name="connsiteX4" fmla="*/ 177908 w 875347"/>
                <a:gd name="connsiteY4" fmla="*/ 8706 h 1275548"/>
                <a:gd name="connsiteX5" fmla="*/ 400158 w 875347"/>
                <a:gd name="connsiteY5" fmla="*/ 34106 h 1275548"/>
                <a:gd name="connsiteX6" fmla="*/ 692258 w 875347"/>
                <a:gd name="connsiteY6" fmla="*/ 205556 h 1275548"/>
                <a:gd name="connsiteX7" fmla="*/ 870058 w 875347"/>
                <a:gd name="connsiteY7" fmla="*/ 624656 h 1275548"/>
                <a:gd name="connsiteX8" fmla="*/ 793858 w 875347"/>
                <a:gd name="connsiteY8" fmla="*/ 948506 h 1275548"/>
                <a:gd name="connsiteX9" fmla="*/ 450958 w 875347"/>
                <a:gd name="connsiteY9" fmla="*/ 1240606 h 1275548"/>
                <a:gd name="connsiteX10" fmla="*/ 101708 w 875347"/>
                <a:gd name="connsiteY10" fmla="*/ 1240606 h 1275548"/>
                <a:gd name="connsiteX11" fmla="*/ 108 w 875347"/>
                <a:gd name="connsiteY11" fmla="*/ 1043756 h 1275548"/>
                <a:gd name="connsiteX12" fmla="*/ 95358 w 875347"/>
                <a:gd name="connsiteY12" fmla="*/ 878656 h 1275548"/>
                <a:gd name="connsiteX0" fmla="*/ 95358 w 875347"/>
                <a:gd name="connsiteY0" fmla="*/ 894948 h 1291840"/>
                <a:gd name="connsiteX1" fmla="*/ 203308 w 875347"/>
                <a:gd name="connsiteY1" fmla="*/ 698098 h 1291840"/>
                <a:gd name="connsiteX2" fmla="*/ 158858 w 875347"/>
                <a:gd name="connsiteY2" fmla="*/ 469498 h 1291840"/>
                <a:gd name="connsiteX3" fmla="*/ 108058 w 875347"/>
                <a:gd name="connsiteY3" fmla="*/ 158348 h 1291840"/>
                <a:gd name="connsiteX4" fmla="*/ 177908 w 875347"/>
                <a:gd name="connsiteY4" fmla="*/ 24998 h 1291840"/>
                <a:gd name="connsiteX5" fmla="*/ 393808 w 875347"/>
                <a:gd name="connsiteY5" fmla="*/ 18648 h 1291840"/>
                <a:gd name="connsiteX6" fmla="*/ 692258 w 875347"/>
                <a:gd name="connsiteY6" fmla="*/ 221848 h 1291840"/>
                <a:gd name="connsiteX7" fmla="*/ 870058 w 875347"/>
                <a:gd name="connsiteY7" fmla="*/ 640948 h 1291840"/>
                <a:gd name="connsiteX8" fmla="*/ 793858 w 875347"/>
                <a:gd name="connsiteY8" fmla="*/ 964798 h 1291840"/>
                <a:gd name="connsiteX9" fmla="*/ 450958 w 875347"/>
                <a:gd name="connsiteY9" fmla="*/ 1256898 h 1291840"/>
                <a:gd name="connsiteX10" fmla="*/ 101708 w 875347"/>
                <a:gd name="connsiteY10" fmla="*/ 1256898 h 1291840"/>
                <a:gd name="connsiteX11" fmla="*/ 108 w 875347"/>
                <a:gd name="connsiteY11" fmla="*/ 1060048 h 1291840"/>
                <a:gd name="connsiteX12" fmla="*/ 95358 w 875347"/>
                <a:gd name="connsiteY12" fmla="*/ 894948 h 1291840"/>
                <a:gd name="connsiteX0" fmla="*/ 95358 w 875457"/>
                <a:gd name="connsiteY0" fmla="*/ 894948 h 1291840"/>
                <a:gd name="connsiteX1" fmla="*/ 203308 w 875457"/>
                <a:gd name="connsiteY1" fmla="*/ 698098 h 1291840"/>
                <a:gd name="connsiteX2" fmla="*/ 158858 w 875457"/>
                <a:gd name="connsiteY2" fmla="*/ 469498 h 1291840"/>
                <a:gd name="connsiteX3" fmla="*/ 108058 w 875457"/>
                <a:gd name="connsiteY3" fmla="*/ 158348 h 1291840"/>
                <a:gd name="connsiteX4" fmla="*/ 177908 w 875457"/>
                <a:gd name="connsiteY4" fmla="*/ 24998 h 1291840"/>
                <a:gd name="connsiteX5" fmla="*/ 393808 w 875457"/>
                <a:gd name="connsiteY5" fmla="*/ 18648 h 1291840"/>
                <a:gd name="connsiteX6" fmla="*/ 692258 w 875457"/>
                <a:gd name="connsiteY6" fmla="*/ 221848 h 1291840"/>
                <a:gd name="connsiteX7" fmla="*/ 870058 w 875457"/>
                <a:gd name="connsiteY7" fmla="*/ 640948 h 1291840"/>
                <a:gd name="connsiteX8" fmla="*/ 793858 w 875457"/>
                <a:gd name="connsiteY8" fmla="*/ 964798 h 1291840"/>
                <a:gd name="connsiteX9" fmla="*/ 444608 w 875457"/>
                <a:gd name="connsiteY9" fmla="*/ 1256898 h 1291840"/>
                <a:gd name="connsiteX10" fmla="*/ 101708 w 875457"/>
                <a:gd name="connsiteY10" fmla="*/ 1256898 h 1291840"/>
                <a:gd name="connsiteX11" fmla="*/ 108 w 875457"/>
                <a:gd name="connsiteY11" fmla="*/ 1060048 h 1291840"/>
                <a:gd name="connsiteX12" fmla="*/ 95358 w 875457"/>
                <a:gd name="connsiteY12" fmla="*/ 894948 h 1291840"/>
                <a:gd name="connsiteX0" fmla="*/ 95358 w 875457"/>
                <a:gd name="connsiteY0" fmla="*/ 894948 h 1292656"/>
                <a:gd name="connsiteX1" fmla="*/ 203308 w 875457"/>
                <a:gd name="connsiteY1" fmla="*/ 698098 h 1292656"/>
                <a:gd name="connsiteX2" fmla="*/ 158858 w 875457"/>
                <a:gd name="connsiteY2" fmla="*/ 469498 h 1292656"/>
                <a:gd name="connsiteX3" fmla="*/ 108058 w 875457"/>
                <a:gd name="connsiteY3" fmla="*/ 158348 h 1292656"/>
                <a:gd name="connsiteX4" fmla="*/ 177908 w 875457"/>
                <a:gd name="connsiteY4" fmla="*/ 24998 h 1292656"/>
                <a:gd name="connsiteX5" fmla="*/ 393808 w 875457"/>
                <a:gd name="connsiteY5" fmla="*/ 18648 h 1292656"/>
                <a:gd name="connsiteX6" fmla="*/ 692258 w 875457"/>
                <a:gd name="connsiteY6" fmla="*/ 221848 h 1292656"/>
                <a:gd name="connsiteX7" fmla="*/ 870058 w 875457"/>
                <a:gd name="connsiteY7" fmla="*/ 640948 h 1292656"/>
                <a:gd name="connsiteX8" fmla="*/ 793858 w 875457"/>
                <a:gd name="connsiteY8" fmla="*/ 952098 h 1292656"/>
                <a:gd name="connsiteX9" fmla="*/ 444608 w 875457"/>
                <a:gd name="connsiteY9" fmla="*/ 1256898 h 1292656"/>
                <a:gd name="connsiteX10" fmla="*/ 101708 w 875457"/>
                <a:gd name="connsiteY10" fmla="*/ 1256898 h 1292656"/>
                <a:gd name="connsiteX11" fmla="*/ 108 w 875457"/>
                <a:gd name="connsiteY11" fmla="*/ 1060048 h 1292656"/>
                <a:gd name="connsiteX12" fmla="*/ 95358 w 875457"/>
                <a:gd name="connsiteY12" fmla="*/ 894948 h 129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457" h="1292656">
                  <a:moveTo>
                    <a:pt x="95358" y="894948"/>
                  </a:moveTo>
                  <a:cubicBezTo>
                    <a:pt x="129225" y="834623"/>
                    <a:pt x="192725" y="769006"/>
                    <a:pt x="203308" y="698098"/>
                  </a:cubicBezTo>
                  <a:cubicBezTo>
                    <a:pt x="213891" y="627190"/>
                    <a:pt x="174733" y="559456"/>
                    <a:pt x="158858" y="469498"/>
                  </a:cubicBezTo>
                  <a:cubicBezTo>
                    <a:pt x="142983" y="379540"/>
                    <a:pt x="104883" y="232431"/>
                    <a:pt x="108058" y="158348"/>
                  </a:cubicBezTo>
                  <a:cubicBezTo>
                    <a:pt x="111233" y="84265"/>
                    <a:pt x="130283" y="48281"/>
                    <a:pt x="177908" y="24998"/>
                  </a:cubicBezTo>
                  <a:cubicBezTo>
                    <a:pt x="225533" y="1715"/>
                    <a:pt x="308083" y="-14160"/>
                    <a:pt x="393808" y="18648"/>
                  </a:cubicBezTo>
                  <a:cubicBezTo>
                    <a:pt x="479533" y="51456"/>
                    <a:pt x="612883" y="118131"/>
                    <a:pt x="692258" y="221848"/>
                  </a:cubicBezTo>
                  <a:cubicBezTo>
                    <a:pt x="771633" y="325565"/>
                    <a:pt x="853125" y="519240"/>
                    <a:pt x="870058" y="640948"/>
                  </a:cubicBezTo>
                  <a:cubicBezTo>
                    <a:pt x="886991" y="762656"/>
                    <a:pt x="864766" y="849440"/>
                    <a:pt x="793858" y="952098"/>
                  </a:cubicBezTo>
                  <a:cubicBezTo>
                    <a:pt x="722950" y="1054756"/>
                    <a:pt x="559966" y="1206098"/>
                    <a:pt x="444608" y="1256898"/>
                  </a:cubicBezTo>
                  <a:cubicBezTo>
                    <a:pt x="329250" y="1307698"/>
                    <a:pt x="176850" y="1301348"/>
                    <a:pt x="101708" y="1256898"/>
                  </a:cubicBezTo>
                  <a:cubicBezTo>
                    <a:pt x="26566" y="1212448"/>
                    <a:pt x="-2009" y="1119315"/>
                    <a:pt x="108" y="1060048"/>
                  </a:cubicBezTo>
                  <a:cubicBezTo>
                    <a:pt x="2225" y="1000781"/>
                    <a:pt x="61491" y="955273"/>
                    <a:pt x="95358" y="894948"/>
                  </a:cubicBezTo>
                  <a:close/>
                </a:path>
              </a:pathLst>
            </a:custGeom>
            <a:solidFill>
              <a:srgbClr val="F94B1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4B3BA-D954-4BA3-A909-BCED9AC9532F}"/>
                </a:ext>
              </a:extLst>
            </p:cNvPr>
            <p:cNvSpPr/>
            <p:nvPr/>
          </p:nvSpPr>
          <p:spPr>
            <a:xfrm>
              <a:off x="4925074" y="2465814"/>
              <a:ext cx="1445538" cy="1392960"/>
            </a:xfrm>
            <a:custGeom>
              <a:avLst/>
              <a:gdLst>
                <a:gd name="connsiteX0" fmla="*/ 0 w 1099029"/>
                <a:gd name="connsiteY0" fmla="*/ 0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0 h 1056075"/>
                <a:gd name="connsiteX0" fmla="*/ 0 w 1099029"/>
                <a:gd name="connsiteY0" fmla="*/ 134754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134754 h 1056075"/>
                <a:gd name="connsiteX0" fmla="*/ 0 w 1204907"/>
                <a:gd name="connsiteY0" fmla="*/ 134754 h 1056075"/>
                <a:gd name="connsiteX1" fmla="*/ 1099029 w 1204907"/>
                <a:gd name="connsiteY1" fmla="*/ 0 h 1056075"/>
                <a:gd name="connsiteX2" fmla="*/ 1204907 w 1204907"/>
                <a:gd name="connsiteY2" fmla="*/ 873195 h 1056075"/>
                <a:gd name="connsiteX3" fmla="*/ 0 w 1204907"/>
                <a:gd name="connsiteY3" fmla="*/ 1056075 h 1056075"/>
                <a:gd name="connsiteX4" fmla="*/ 0 w 1204907"/>
                <a:gd name="connsiteY4" fmla="*/ 134754 h 1056075"/>
                <a:gd name="connsiteX0" fmla="*/ 0 w 1118279"/>
                <a:gd name="connsiteY0" fmla="*/ 134754 h 1056075"/>
                <a:gd name="connsiteX1" fmla="*/ 1099029 w 1118279"/>
                <a:gd name="connsiteY1" fmla="*/ 0 h 1056075"/>
                <a:gd name="connsiteX2" fmla="*/ 1118279 w 1118279"/>
                <a:gd name="connsiteY2" fmla="*/ 950197 h 1056075"/>
                <a:gd name="connsiteX3" fmla="*/ 0 w 1118279"/>
                <a:gd name="connsiteY3" fmla="*/ 1056075 h 1056075"/>
                <a:gd name="connsiteX4" fmla="*/ 0 w 1118279"/>
                <a:gd name="connsiteY4" fmla="*/ 134754 h 1056075"/>
                <a:gd name="connsiteX0" fmla="*/ 0 w 1118279"/>
                <a:gd name="connsiteY0" fmla="*/ 500514 h 1421835"/>
                <a:gd name="connsiteX1" fmla="*/ 906524 w 1118279"/>
                <a:gd name="connsiteY1" fmla="*/ 0 h 1421835"/>
                <a:gd name="connsiteX2" fmla="*/ 1118279 w 1118279"/>
                <a:gd name="connsiteY2" fmla="*/ 1315957 h 1421835"/>
                <a:gd name="connsiteX3" fmla="*/ 0 w 1118279"/>
                <a:gd name="connsiteY3" fmla="*/ 1421835 h 1421835"/>
                <a:gd name="connsiteX4" fmla="*/ 0 w 1118279"/>
                <a:gd name="connsiteY4" fmla="*/ 500514 h 1421835"/>
                <a:gd name="connsiteX0" fmla="*/ 0 w 1166406"/>
                <a:gd name="connsiteY0" fmla="*/ 500514 h 1421835"/>
                <a:gd name="connsiteX1" fmla="*/ 906524 w 1166406"/>
                <a:gd name="connsiteY1" fmla="*/ 0 h 1421835"/>
                <a:gd name="connsiteX2" fmla="*/ 1166406 w 1166406"/>
                <a:gd name="connsiteY2" fmla="*/ 825068 h 1421835"/>
                <a:gd name="connsiteX3" fmla="*/ 0 w 1166406"/>
                <a:gd name="connsiteY3" fmla="*/ 1421835 h 1421835"/>
                <a:gd name="connsiteX4" fmla="*/ 0 w 1166406"/>
                <a:gd name="connsiteY4" fmla="*/ 500514 h 1421835"/>
                <a:gd name="connsiteX0" fmla="*/ 0 w 1166406"/>
                <a:gd name="connsiteY0" fmla="*/ 500514 h 1296707"/>
                <a:gd name="connsiteX1" fmla="*/ 906524 w 1166406"/>
                <a:gd name="connsiteY1" fmla="*/ 0 h 1296707"/>
                <a:gd name="connsiteX2" fmla="*/ 1166406 w 1166406"/>
                <a:gd name="connsiteY2" fmla="*/ 825068 h 1296707"/>
                <a:gd name="connsiteX3" fmla="*/ 202130 w 1166406"/>
                <a:gd name="connsiteY3" fmla="*/ 1296707 h 1296707"/>
                <a:gd name="connsiteX4" fmla="*/ 0 w 1166406"/>
                <a:gd name="connsiteY4" fmla="*/ 500514 h 1296707"/>
                <a:gd name="connsiteX0" fmla="*/ 0 w 1339660"/>
                <a:gd name="connsiteY0" fmla="*/ 635268 h 1296707"/>
                <a:gd name="connsiteX1" fmla="*/ 1079778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39660"/>
                <a:gd name="connsiteY0" fmla="*/ 635268 h 1296707"/>
                <a:gd name="connsiteX1" fmla="*/ 973900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825068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796193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373710"/>
                <a:gd name="connsiteX1" fmla="*/ 954649 w 1320409"/>
                <a:gd name="connsiteY1" fmla="*/ 0 h 1373710"/>
                <a:gd name="connsiteX2" fmla="*/ 1320409 w 1320409"/>
                <a:gd name="connsiteY2" fmla="*/ 796193 h 1373710"/>
                <a:gd name="connsiteX3" fmla="*/ 394634 w 1320409"/>
                <a:gd name="connsiteY3" fmla="*/ 1373710 h 1373710"/>
                <a:gd name="connsiteX4" fmla="*/ 0 w 1320409"/>
                <a:gd name="connsiteY4" fmla="*/ 462013 h 1373710"/>
                <a:gd name="connsiteX0" fmla="*/ 0 w 1416662"/>
                <a:gd name="connsiteY0" fmla="*/ 587142 h 1373710"/>
                <a:gd name="connsiteX1" fmla="*/ 1050902 w 1416662"/>
                <a:gd name="connsiteY1" fmla="*/ 0 h 1373710"/>
                <a:gd name="connsiteX2" fmla="*/ 1416662 w 1416662"/>
                <a:gd name="connsiteY2" fmla="*/ 796193 h 1373710"/>
                <a:gd name="connsiteX3" fmla="*/ 490887 w 1416662"/>
                <a:gd name="connsiteY3" fmla="*/ 1373710 h 1373710"/>
                <a:gd name="connsiteX4" fmla="*/ 0 w 1416662"/>
                <a:gd name="connsiteY4" fmla="*/ 587142 h 1373710"/>
                <a:gd name="connsiteX0" fmla="*/ 0 w 1416662"/>
                <a:gd name="connsiteY0" fmla="*/ 577516 h 1364084"/>
                <a:gd name="connsiteX1" fmla="*/ 896898 w 1416662"/>
                <a:gd name="connsiteY1" fmla="*/ 0 h 1364084"/>
                <a:gd name="connsiteX2" fmla="*/ 1416662 w 1416662"/>
                <a:gd name="connsiteY2" fmla="*/ 786567 h 1364084"/>
                <a:gd name="connsiteX3" fmla="*/ 490887 w 1416662"/>
                <a:gd name="connsiteY3" fmla="*/ 1364084 h 1364084"/>
                <a:gd name="connsiteX4" fmla="*/ 0 w 1416662"/>
                <a:gd name="connsiteY4" fmla="*/ 577516 h 1364084"/>
                <a:gd name="connsiteX0" fmla="*/ 0 w 1445538"/>
                <a:gd name="connsiteY0" fmla="*/ 577516 h 1364084"/>
                <a:gd name="connsiteX1" fmla="*/ 896898 w 1445538"/>
                <a:gd name="connsiteY1" fmla="*/ 0 h 1364084"/>
                <a:gd name="connsiteX2" fmla="*/ 1445538 w 1445538"/>
                <a:gd name="connsiteY2" fmla="*/ 728816 h 1364084"/>
                <a:gd name="connsiteX3" fmla="*/ 490887 w 1445538"/>
                <a:gd name="connsiteY3" fmla="*/ 1364084 h 1364084"/>
                <a:gd name="connsiteX4" fmla="*/ 0 w 1445538"/>
                <a:gd name="connsiteY4" fmla="*/ 577516 h 1364084"/>
                <a:gd name="connsiteX0" fmla="*/ 0 w 1445538"/>
                <a:gd name="connsiteY0" fmla="*/ 606392 h 1392960"/>
                <a:gd name="connsiteX1" fmla="*/ 954650 w 1445538"/>
                <a:gd name="connsiteY1" fmla="*/ 0 h 1392960"/>
                <a:gd name="connsiteX2" fmla="*/ 1445538 w 1445538"/>
                <a:gd name="connsiteY2" fmla="*/ 757692 h 1392960"/>
                <a:gd name="connsiteX3" fmla="*/ 490887 w 1445538"/>
                <a:gd name="connsiteY3" fmla="*/ 1392960 h 1392960"/>
                <a:gd name="connsiteX4" fmla="*/ 0 w 1445538"/>
                <a:gd name="connsiteY4" fmla="*/ 606392 h 139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5538" h="1392960">
                  <a:moveTo>
                    <a:pt x="0" y="606392"/>
                  </a:moveTo>
                  <a:lnTo>
                    <a:pt x="954650" y="0"/>
                  </a:lnTo>
                  <a:lnTo>
                    <a:pt x="1445538" y="757692"/>
                  </a:lnTo>
                  <a:lnTo>
                    <a:pt x="490887" y="1392960"/>
                  </a:lnTo>
                  <a:lnTo>
                    <a:pt x="0" y="606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Splanchnic circulation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1683" y="2054068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A8467-EC09-4CD5-B633-46AA7AA91A3D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NO</a:t>
            </a:r>
          </a:p>
          <a:p>
            <a:pPr algn="ctr"/>
            <a:r>
              <a:rPr lang="en-US" sz="1600" dirty="0"/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71540" y="4241768"/>
            <a:ext cx="1366213" cy="3385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40646" cy="285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902B817-C0FB-4B47-9898-C714FD65CEAD}"/>
              </a:ext>
            </a:extLst>
          </p:cNvPr>
          <p:cNvSpPr txBox="1"/>
          <p:nvPr/>
        </p:nvSpPr>
        <p:spPr>
          <a:xfrm>
            <a:off x="7566359" y="2539180"/>
            <a:ext cx="641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RAAS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204C97-EE87-4D9D-BA23-3CD584D58A24}"/>
              </a:ext>
            </a:extLst>
          </p:cNvPr>
          <p:cNvCxnSpPr>
            <a:cxnSpLocks/>
            <a:stCxn id="119" idx="3"/>
            <a:endCxn id="123" idx="1"/>
          </p:cNvCxnSpPr>
          <p:nvPr/>
        </p:nvCxnSpPr>
        <p:spPr>
          <a:xfrm flipV="1">
            <a:off x="6604477" y="2708457"/>
            <a:ext cx="961882" cy="3938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E632D61-39C8-4FF7-B0A9-AD3F284ABBB0}"/>
              </a:ext>
            </a:extLst>
          </p:cNvPr>
          <p:cNvSpPr txBox="1"/>
          <p:nvPr/>
        </p:nvSpPr>
        <p:spPr>
          <a:xfrm>
            <a:off x="7542968" y="2935286"/>
            <a:ext cx="561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ADH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51781C5-2363-49B5-95F5-D53BCD91A700}"/>
              </a:ext>
            </a:extLst>
          </p:cNvPr>
          <p:cNvCxnSpPr>
            <a:cxnSpLocks/>
            <a:stCxn id="130" idx="3"/>
            <a:endCxn id="192" idx="1"/>
          </p:cNvCxnSpPr>
          <p:nvPr/>
        </p:nvCxnSpPr>
        <p:spPr>
          <a:xfrm>
            <a:off x="8104807" y="3104563"/>
            <a:ext cx="6075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4A2E0C1-D6DE-4B9B-AB89-EE24D5B569AC}"/>
              </a:ext>
            </a:extLst>
          </p:cNvPr>
          <p:cNvSpPr txBox="1"/>
          <p:nvPr/>
        </p:nvSpPr>
        <p:spPr>
          <a:xfrm>
            <a:off x="9877816" y="2933061"/>
            <a:ext cx="709963" cy="3385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1650695-AC76-45D7-818E-255425DBD11B}"/>
              </a:ext>
            </a:extLst>
          </p:cNvPr>
          <p:cNvSpPr txBox="1"/>
          <p:nvPr/>
        </p:nvSpPr>
        <p:spPr>
          <a:xfrm>
            <a:off x="7230473" y="3306401"/>
            <a:ext cx="1429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sympathetic tone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477A87-A7B2-4274-8FDC-3519588A45D1}"/>
              </a:ext>
            </a:extLst>
          </p:cNvPr>
          <p:cNvSpPr txBox="1"/>
          <p:nvPr/>
        </p:nvSpPr>
        <p:spPr>
          <a:xfrm>
            <a:off x="8530658" y="2272619"/>
            <a:ext cx="1347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Aldosterone</a:t>
            </a:r>
          </a:p>
          <a:p>
            <a:pPr algn="ctr"/>
            <a:r>
              <a:rPr lang="en-US" sz="1600" dirty="0"/>
              <a:t>Angiotensin II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1D50A68-9010-4C53-A22B-B2ED0C5C4081}"/>
              </a:ext>
            </a:extLst>
          </p:cNvPr>
          <p:cNvSpPr txBox="1"/>
          <p:nvPr/>
        </p:nvSpPr>
        <p:spPr>
          <a:xfrm>
            <a:off x="408528" y="685144"/>
            <a:ext cx="189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DE</a:t>
            </a:r>
            <a:r>
              <a:rPr lang="en-US" dirty="0"/>
              <a:t>Compensated cirrhosis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C608230-6737-4AF3-A6EA-1DA6A38634E4}"/>
              </a:ext>
            </a:extLst>
          </p:cNvPr>
          <p:cNvCxnSpPr>
            <a:cxnSpLocks/>
            <a:stCxn id="119" idx="3"/>
            <a:endCxn id="130" idx="1"/>
          </p:cNvCxnSpPr>
          <p:nvPr/>
        </p:nvCxnSpPr>
        <p:spPr>
          <a:xfrm>
            <a:off x="6604477" y="3102338"/>
            <a:ext cx="938491" cy="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CBFF88C-9EDD-42C0-AF55-29B9D9063555}"/>
              </a:ext>
            </a:extLst>
          </p:cNvPr>
          <p:cNvCxnSpPr>
            <a:cxnSpLocks/>
            <a:stCxn id="119" idx="3"/>
            <a:endCxn id="139" idx="1"/>
          </p:cNvCxnSpPr>
          <p:nvPr/>
        </p:nvCxnSpPr>
        <p:spPr>
          <a:xfrm>
            <a:off x="6604477" y="3102338"/>
            <a:ext cx="625996" cy="496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41A2ED9-93A8-4E95-950A-796A20DDD281}"/>
              </a:ext>
            </a:extLst>
          </p:cNvPr>
          <p:cNvCxnSpPr>
            <a:cxnSpLocks/>
            <a:stCxn id="123" idx="3"/>
            <a:endCxn id="151" idx="1"/>
          </p:cNvCxnSpPr>
          <p:nvPr/>
        </p:nvCxnSpPr>
        <p:spPr>
          <a:xfrm flipV="1">
            <a:off x="8208184" y="2565007"/>
            <a:ext cx="322474" cy="143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1FAA9C5E-86B8-4023-ABDD-B6FA8B8E0D23}"/>
              </a:ext>
            </a:extLst>
          </p:cNvPr>
          <p:cNvSpPr txBox="1"/>
          <p:nvPr/>
        </p:nvSpPr>
        <p:spPr>
          <a:xfrm>
            <a:off x="8712376" y="2935286"/>
            <a:ext cx="77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H</a:t>
            </a:r>
            <a:r>
              <a:rPr lang="en-US" sz="1600" baseline="-25000" dirty="0"/>
              <a:t>2</a:t>
            </a:r>
            <a:r>
              <a:rPr lang="en-US" sz="1600" dirty="0"/>
              <a:t>O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63E3ABF-106A-4C0E-B02B-F410326A2455}"/>
              </a:ext>
            </a:extLst>
          </p:cNvPr>
          <p:cNvCxnSpPr>
            <a:cxnSpLocks/>
            <a:stCxn id="192" idx="3"/>
            <a:endCxn id="135" idx="1"/>
          </p:cNvCxnSpPr>
          <p:nvPr/>
        </p:nvCxnSpPr>
        <p:spPr>
          <a:xfrm flipV="1">
            <a:off x="9488600" y="3102338"/>
            <a:ext cx="389216" cy="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2B81D2F0-C95E-4A9F-BC76-331EB4294538}"/>
              </a:ext>
            </a:extLst>
          </p:cNvPr>
          <p:cNvCxnSpPr>
            <a:cxnSpLocks/>
            <a:stCxn id="139" idx="3"/>
            <a:endCxn id="235" idx="1"/>
          </p:cNvCxnSpPr>
          <p:nvPr/>
        </p:nvCxnSpPr>
        <p:spPr>
          <a:xfrm flipV="1">
            <a:off x="8659983" y="3598730"/>
            <a:ext cx="335735" cy="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850B7DBE-C6D1-4211-8123-77BBFCBDCA10}"/>
              </a:ext>
            </a:extLst>
          </p:cNvPr>
          <p:cNvSpPr txBox="1"/>
          <p:nvPr/>
        </p:nvSpPr>
        <p:spPr>
          <a:xfrm>
            <a:off x="8995718" y="3306342"/>
            <a:ext cx="11738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Renal </a:t>
            </a:r>
            <a:r>
              <a:rPr lang="en-US" sz="1600" dirty="0" err="1"/>
              <a:t>vaso</a:t>
            </a:r>
            <a:r>
              <a:rPr lang="en-US" sz="1600" dirty="0"/>
              <a:t>-constriction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5825C64-16F4-44BC-BAD8-BB950986D47F}"/>
              </a:ext>
            </a:extLst>
          </p:cNvPr>
          <p:cNvSpPr txBox="1"/>
          <p:nvPr/>
        </p:nvSpPr>
        <p:spPr>
          <a:xfrm>
            <a:off x="10587779" y="3429453"/>
            <a:ext cx="1347077" cy="3385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3AC85-452D-456A-A539-E2879D443D0B}"/>
              </a:ext>
            </a:extLst>
          </p:cNvPr>
          <p:cNvSpPr txBox="1"/>
          <p:nvPr/>
        </p:nvSpPr>
        <p:spPr>
          <a:xfrm>
            <a:off x="1381375" y="4774177"/>
            <a:ext cx="173042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0351678-5320-4DC4-82E4-944E3C848E62}"/>
              </a:ext>
            </a:extLst>
          </p:cNvPr>
          <p:cNvGrpSpPr/>
          <p:nvPr/>
        </p:nvGrpSpPr>
        <p:grpSpPr>
          <a:xfrm>
            <a:off x="6208402" y="5004224"/>
            <a:ext cx="4863884" cy="584775"/>
            <a:chOff x="6208402" y="5004224"/>
            <a:chExt cx="4863884" cy="584775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9348DC-01C0-4B92-9E43-60FFD809F683}"/>
                </a:ext>
              </a:extLst>
            </p:cNvPr>
            <p:cNvSpPr txBox="1"/>
            <p:nvPr/>
          </p:nvSpPr>
          <p:spPr>
            <a:xfrm>
              <a:off x="6208402" y="5004224"/>
              <a:ext cx="21583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↑ Cr &gt; 2.5 or </a:t>
              </a:r>
            </a:p>
            <a:p>
              <a:pPr algn="ctr"/>
              <a:r>
                <a:rPr lang="en-US" sz="1600" dirty="0"/>
                <a:t>↓ GFR &lt; 20 mL/</a:t>
              </a:r>
              <a:r>
                <a:rPr lang="en-US" sz="1600" dirty="0" err="1"/>
                <a:t>hr</a:t>
              </a:r>
              <a:endParaRPr lang="en-US" sz="16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8D46F6-1605-4BB4-88D5-F450F090AC83}"/>
                </a:ext>
              </a:extLst>
            </p:cNvPr>
            <p:cNvSpPr txBox="1"/>
            <p:nvPr/>
          </p:nvSpPr>
          <p:spPr>
            <a:xfrm>
              <a:off x="8411575" y="5143509"/>
              <a:ext cx="1152550" cy="340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&lt;2 weeks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0A67293-DAED-48D4-9C45-12EB0A90EBA6}"/>
                </a:ext>
              </a:extLst>
            </p:cNvPr>
            <p:cNvSpPr txBox="1"/>
            <p:nvPr/>
          </p:nvSpPr>
          <p:spPr>
            <a:xfrm>
              <a:off x="9470026" y="5142047"/>
              <a:ext cx="1602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~ 2 </a:t>
              </a:r>
              <a:r>
                <a:rPr lang="en-US" sz="1600" dirty="0" err="1"/>
                <a:t>wk</a:t>
              </a:r>
              <a:r>
                <a:rPr lang="en-US" sz="1600" dirty="0"/>
                <a:t> survival</a:t>
              </a:r>
            </a:p>
          </p:txBody>
        </p:sp>
      </p:grpSp>
      <p:sp>
        <p:nvSpPr>
          <p:cNvPr id="94" name="HRS">
            <a:extLst>
              <a:ext uri="{FF2B5EF4-FFF2-40B4-BE49-F238E27FC236}">
                <a16:creationId xmlns:a16="http://schemas.microsoft.com/office/drawing/2014/main" id="{F06CE4C6-1A70-4C12-8EB2-2B252F822082}"/>
              </a:ext>
            </a:extLst>
          </p:cNvPr>
          <p:cNvSpPr txBox="1"/>
          <p:nvPr/>
        </p:nvSpPr>
        <p:spPr>
          <a:xfrm>
            <a:off x="4259606" y="5542193"/>
            <a:ext cx="717231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HRS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545B7D-D747-4429-AB20-B34165A1B929}"/>
              </a:ext>
            </a:extLst>
          </p:cNvPr>
          <p:cNvGrpSpPr/>
          <p:nvPr/>
        </p:nvGrpSpPr>
        <p:grpSpPr>
          <a:xfrm>
            <a:off x="196028" y="5356064"/>
            <a:ext cx="4065210" cy="830997"/>
            <a:chOff x="196028" y="5356064"/>
            <a:chExt cx="4065210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E51F7A-4552-4360-8E04-B9CE5EB244CD}"/>
                </a:ext>
              </a:extLst>
            </p:cNvPr>
            <p:cNvSpPr txBox="1"/>
            <p:nvPr/>
          </p:nvSpPr>
          <p:spPr>
            <a:xfrm>
              <a:off x="196028" y="5479176"/>
              <a:ext cx="967932" cy="584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Pre-renal AKI 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195E6D-0D3F-46D9-BA5C-0690E021699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688" y="5771561"/>
              <a:ext cx="2949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87767D8-173A-453E-A135-5A0691F32D83}"/>
                </a:ext>
              </a:extLst>
            </p:cNvPr>
            <p:cNvSpPr txBox="1"/>
            <p:nvPr/>
          </p:nvSpPr>
          <p:spPr>
            <a:xfrm>
              <a:off x="1321108" y="5356064"/>
              <a:ext cx="1777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Albumin challenge </a:t>
              </a:r>
            </a:p>
            <a:p>
              <a:pPr algn="ctr"/>
              <a:r>
                <a:rPr lang="en-US" sz="1600" dirty="0"/>
                <a:t>(1 g/kg x 48 h)</a:t>
              </a:r>
            </a:p>
            <a:p>
              <a:pPr algn="ctr"/>
              <a:r>
                <a:rPr lang="en-US" sz="1600" dirty="0"/>
                <a:t>STOP diuretics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FC81A0-B92B-4172-9317-2A5A3378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603" y="5761074"/>
              <a:ext cx="270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33760C-BC25-444B-97CF-E6EBB4E31B98}"/>
                </a:ext>
              </a:extLst>
            </p:cNvPr>
            <p:cNvSpPr txBox="1"/>
            <p:nvPr/>
          </p:nvSpPr>
          <p:spPr>
            <a:xfrm>
              <a:off x="3259507" y="5483026"/>
              <a:ext cx="72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No ∆ in Cr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C529F9-89EA-4260-ABA9-14F92089CEAA}"/>
                </a:ext>
              </a:extLst>
            </p:cNvPr>
            <p:cNvSpPr txBox="1"/>
            <p:nvPr/>
          </p:nvSpPr>
          <p:spPr>
            <a:xfrm>
              <a:off x="3900243" y="5586895"/>
              <a:ext cx="36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5DD696-734A-4581-9023-697074AA08EE}"/>
              </a:ext>
            </a:extLst>
          </p:cNvPr>
          <p:cNvGrpSpPr/>
          <p:nvPr/>
        </p:nvGrpSpPr>
        <p:grpSpPr>
          <a:xfrm>
            <a:off x="4976837" y="5099781"/>
            <a:ext cx="1132491" cy="1247340"/>
            <a:chOff x="4976837" y="5099781"/>
            <a:chExt cx="1132491" cy="124734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B79525-040F-4BEE-979D-83C1A9309A89}"/>
                </a:ext>
              </a:extLst>
            </p:cNvPr>
            <p:cNvSpPr txBox="1"/>
            <p:nvPr/>
          </p:nvSpPr>
          <p:spPr>
            <a:xfrm>
              <a:off x="5242452" y="5099781"/>
              <a:ext cx="853548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C00AA8-9967-44FE-8E12-65F2DA10B78A}"/>
                </a:ext>
              </a:extLst>
            </p:cNvPr>
            <p:cNvSpPr txBox="1"/>
            <p:nvPr/>
          </p:nvSpPr>
          <p:spPr>
            <a:xfrm>
              <a:off x="5255780" y="5977789"/>
              <a:ext cx="85354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2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C88D43D-6813-4F9B-8100-22FE14DCA0E0}"/>
                </a:ext>
              </a:extLst>
            </p:cNvPr>
            <p:cNvCxnSpPr>
              <a:cxnSpLocks/>
              <a:stCxn id="94" idx="3"/>
              <a:endCxn id="17" idx="1"/>
            </p:cNvCxnSpPr>
            <p:nvPr/>
          </p:nvCxnSpPr>
          <p:spPr>
            <a:xfrm flipV="1">
              <a:off x="4976837" y="5284447"/>
              <a:ext cx="265615" cy="4620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C98B78-49CD-4D42-B26B-CD431AECBC40}"/>
                </a:ext>
              </a:extLst>
            </p:cNvPr>
            <p:cNvCxnSpPr>
              <a:cxnSpLocks/>
              <a:stCxn id="94" idx="3"/>
              <a:endCxn id="59" idx="1"/>
            </p:cNvCxnSpPr>
            <p:nvPr/>
          </p:nvCxnSpPr>
          <p:spPr>
            <a:xfrm>
              <a:off x="4976837" y="5746505"/>
              <a:ext cx="278943" cy="4159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9DA543-0B76-4849-88DE-3C6E3037DDDA}"/>
              </a:ext>
            </a:extLst>
          </p:cNvPr>
          <p:cNvGrpSpPr/>
          <p:nvPr/>
        </p:nvGrpSpPr>
        <p:grpSpPr>
          <a:xfrm>
            <a:off x="6180216" y="5967008"/>
            <a:ext cx="5048555" cy="364723"/>
            <a:chOff x="6180216" y="5967008"/>
            <a:chExt cx="5048555" cy="364723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B42406D-1F10-4FB9-B0BF-614C450AA877}"/>
                </a:ext>
              </a:extLst>
            </p:cNvPr>
            <p:cNvSpPr txBox="1"/>
            <p:nvPr/>
          </p:nvSpPr>
          <p:spPr>
            <a:xfrm>
              <a:off x="9528618" y="5967008"/>
              <a:ext cx="17001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~4-6 </a:t>
              </a:r>
              <a:r>
                <a:rPr lang="en-US" sz="1600" dirty="0" err="1"/>
                <a:t>mos</a:t>
              </a:r>
              <a:r>
                <a:rPr lang="en-US" sz="1600" dirty="0"/>
                <a:t> survival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63C653B-D84B-4EB4-8EF8-4DC543E29575}"/>
                </a:ext>
              </a:extLst>
            </p:cNvPr>
            <p:cNvSpPr txBox="1"/>
            <p:nvPr/>
          </p:nvSpPr>
          <p:spPr>
            <a:xfrm>
              <a:off x="6180216" y="5993177"/>
              <a:ext cx="2231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Slow ↑ in Cr to 1.5 – 2.5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645B577-0A88-490A-9987-25860361FD6F}"/>
                </a:ext>
              </a:extLst>
            </p:cNvPr>
            <p:cNvSpPr txBox="1"/>
            <p:nvPr/>
          </p:nvSpPr>
          <p:spPr>
            <a:xfrm>
              <a:off x="8472894" y="5976910"/>
              <a:ext cx="994405" cy="340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&lt;2 weeks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D27EBB2B-704C-4C4D-BA49-F9778969B39D}"/>
              </a:ext>
            </a:extLst>
          </p:cNvPr>
          <p:cNvSpPr txBox="1"/>
          <p:nvPr/>
        </p:nvSpPr>
        <p:spPr>
          <a:xfrm>
            <a:off x="8414158" y="4843877"/>
            <a:ext cx="1152550" cy="340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ONSET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35D4CB-2665-400D-AEDE-39FD5551B14A}"/>
              </a:ext>
            </a:extLst>
          </p:cNvPr>
          <p:cNvSpPr txBox="1"/>
          <p:nvPr/>
        </p:nvSpPr>
        <p:spPr>
          <a:xfrm>
            <a:off x="9618564" y="4844809"/>
            <a:ext cx="1347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PROGNOSIS</a:t>
            </a:r>
          </a:p>
        </p:txBody>
      </p:sp>
      <p:pic>
        <p:nvPicPr>
          <p:cNvPr id="109" name="Graphic 108" descr="Cursor">
            <a:extLst>
              <a:ext uri="{FF2B5EF4-FFF2-40B4-BE49-F238E27FC236}">
                <a16:creationId xmlns:a16="http://schemas.microsoft.com/office/drawing/2014/main" id="{F7144C63-6172-4934-9580-446885B8E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804" y="5813119"/>
            <a:ext cx="260293" cy="260293"/>
          </a:xfrm>
          <a:prstGeom prst="rect">
            <a:avLst/>
          </a:prstGeom>
        </p:spPr>
      </p:pic>
      <p:sp>
        <p:nvSpPr>
          <p:cNvPr id="93" name="treatment">
            <a:hlinkClick r:id="rId5" action="ppaction://hlinksldjump"/>
            <a:extLst>
              <a:ext uri="{FF2B5EF4-FFF2-40B4-BE49-F238E27FC236}">
                <a16:creationId xmlns:a16="http://schemas.microsoft.com/office/drawing/2014/main" id="{69616F3F-6893-4911-B249-BEDCD59CC171}"/>
              </a:ext>
            </a:extLst>
          </p:cNvPr>
          <p:cNvSpPr txBox="1"/>
          <p:nvPr/>
        </p:nvSpPr>
        <p:spPr>
          <a:xfrm>
            <a:off x="9178253" y="4189310"/>
            <a:ext cx="1592061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TREATMENT</a:t>
            </a:r>
          </a:p>
        </p:txBody>
      </p:sp>
      <p:pic>
        <p:nvPicPr>
          <p:cNvPr id="96" name="Graphic 95" descr="Cursor">
            <a:extLst>
              <a:ext uri="{FF2B5EF4-FFF2-40B4-BE49-F238E27FC236}">
                <a16:creationId xmlns:a16="http://schemas.microsoft.com/office/drawing/2014/main" id="{A9C91223-59AD-48A7-A861-FABC0A685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5298" y="4465601"/>
            <a:ext cx="260293" cy="260293"/>
          </a:xfrm>
          <a:prstGeom prst="rect">
            <a:avLst/>
          </a:prstGeom>
        </p:spPr>
      </p:pic>
      <p:sp>
        <p:nvSpPr>
          <p:cNvPr id="77" name="Rectangle: Rounded Corners 7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6EEB94A-D75D-413E-9EEE-755EBCBAED48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79" name="Rectangle: Rounded Corners 78">
            <a:hlinkClick r:id="rId6" action="ppaction://hlinksldjump"/>
            <a:extLst>
              <a:ext uri="{FF2B5EF4-FFF2-40B4-BE49-F238E27FC236}">
                <a16:creationId xmlns:a16="http://schemas.microsoft.com/office/drawing/2014/main" id="{F81AD2E1-A914-45BE-BD2E-18CF7803DDB7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6C0E355-9713-4EF2-9DBF-6FB7B93079B9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</p:spTree>
    <p:extLst>
      <p:ext uri="{BB962C8B-B14F-4D97-AF65-F5344CB8AC3E}">
        <p14:creationId xmlns:p14="http://schemas.microsoft.com/office/powerpoint/2010/main" val="68659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91" grpId="0"/>
      <p:bldP spid="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B76A385-3CB9-48D0-88CA-CF7D286E3B16}"/>
              </a:ext>
            </a:extLst>
          </p:cNvPr>
          <p:cNvGrpSpPr/>
          <p:nvPr/>
        </p:nvGrpSpPr>
        <p:grpSpPr>
          <a:xfrm>
            <a:off x="2603602" y="586999"/>
            <a:ext cx="4557091" cy="2939676"/>
            <a:chOff x="3203697" y="919883"/>
            <a:chExt cx="4557091" cy="293967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270154-1342-4AF6-862B-0B6F1F0B90AF}"/>
                </a:ext>
              </a:extLst>
            </p:cNvPr>
            <p:cNvSpPr/>
            <p:nvPr/>
          </p:nvSpPr>
          <p:spPr>
            <a:xfrm>
              <a:off x="4516386" y="919883"/>
              <a:ext cx="2797519" cy="2044514"/>
            </a:xfrm>
            <a:custGeom>
              <a:avLst/>
              <a:gdLst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73155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399272 w 3324754"/>
                <a:gd name="connsiteY18" fmla="*/ 407909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16906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87205 w 3324754"/>
                <a:gd name="connsiteY17" fmla="*/ 629290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1996038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06081 w 3324754"/>
                <a:gd name="connsiteY16" fmla="*/ 1062427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59668 w 3324754"/>
                <a:gd name="connsiteY15" fmla="*/ 1736195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24754"/>
                <a:gd name="connsiteY0" fmla="*/ 417534 h 2445138"/>
                <a:gd name="connsiteX1" fmla="*/ 388619 w 3324754"/>
                <a:gd name="connsiteY1" fmla="*/ 61399 h 2445138"/>
                <a:gd name="connsiteX2" fmla="*/ 1303019 w 3324754"/>
                <a:gd name="connsiteY2" fmla="*/ 51774 h 2445138"/>
                <a:gd name="connsiteX3" fmla="*/ 2034539 w 3324754"/>
                <a:gd name="connsiteY3" fmla="*/ 581163 h 2445138"/>
                <a:gd name="connsiteX4" fmla="*/ 2381049 w 3324754"/>
                <a:gd name="connsiteY4" fmla="*/ 1351185 h 2445138"/>
                <a:gd name="connsiteX5" fmla="*/ 2458051 w 3324754"/>
                <a:gd name="connsiteY5" fmla="*/ 1832448 h 2445138"/>
                <a:gd name="connsiteX6" fmla="*/ 2467676 w 3324754"/>
                <a:gd name="connsiteY6" fmla="*/ 2082705 h 2445138"/>
                <a:gd name="connsiteX7" fmla="*/ 2871937 w 3324754"/>
                <a:gd name="connsiteY7" fmla="*/ 1899825 h 2445138"/>
                <a:gd name="connsiteX8" fmla="*/ 3266573 w 3324754"/>
                <a:gd name="connsiteY8" fmla="*/ 1793947 h 2445138"/>
                <a:gd name="connsiteX9" fmla="*/ 3285824 w 3324754"/>
                <a:gd name="connsiteY9" fmla="*/ 1947951 h 2445138"/>
                <a:gd name="connsiteX10" fmla="*/ 3295449 w 3324754"/>
                <a:gd name="connsiteY10" fmla="*/ 2101955 h 2445138"/>
                <a:gd name="connsiteX11" fmla="*/ 2871937 w 3324754"/>
                <a:gd name="connsiteY11" fmla="*/ 2246334 h 2445138"/>
                <a:gd name="connsiteX12" fmla="*/ 2486927 w 3324754"/>
                <a:gd name="connsiteY12" fmla="*/ 2419589 h 2445138"/>
                <a:gd name="connsiteX13" fmla="*/ 2265546 w 3324754"/>
                <a:gd name="connsiteY13" fmla="*/ 2429214 h 2445138"/>
                <a:gd name="connsiteX14" fmla="*/ 2140417 w 3324754"/>
                <a:gd name="connsiteY14" fmla="*/ 2275210 h 2445138"/>
                <a:gd name="connsiteX15" fmla="*/ 2169712 w 3324754"/>
                <a:gd name="connsiteY15" fmla="*/ 1706132 h 2445138"/>
                <a:gd name="connsiteX16" fmla="*/ 2026166 w 3324754"/>
                <a:gd name="connsiteY16" fmla="*/ 1072448 h 2445138"/>
                <a:gd name="connsiteX17" fmla="*/ 1757076 w 3324754"/>
                <a:gd name="connsiteY17" fmla="*/ 659353 h 2445138"/>
                <a:gd name="connsiteX18" fmla="*/ 1419358 w 3324754"/>
                <a:gd name="connsiteY18" fmla="*/ 387867 h 2445138"/>
                <a:gd name="connsiteX19" fmla="*/ 889133 w 3324754"/>
                <a:gd name="connsiteY19" fmla="*/ 243092 h 2445138"/>
                <a:gd name="connsiteX20" fmla="*/ 494497 w 3324754"/>
                <a:gd name="connsiteY20" fmla="*/ 340532 h 2445138"/>
                <a:gd name="connsiteX21" fmla="*/ 321242 w 3324754"/>
                <a:gd name="connsiteY21" fmla="*/ 523412 h 2445138"/>
                <a:gd name="connsiteX22" fmla="*/ 253866 w 3324754"/>
                <a:gd name="connsiteY22" fmla="*/ 581163 h 2445138"/>
                <a:gd name="connsiteX23" fmla="*/ 32485 w 3324754"/>
                <a:gd name="connsiteY23" fmla="*/ 504161 h 2445138"/>
                <a:gd name="connsiteX24" fmla="*/ 42110 w 3324754"/>
                <a:gd name="connsiteY24" fmla="*/ 417534 h 2445138"/>
                <a:gd name="connsiteX0" fmla="*/ 42110 w 3303727"/>
                <a:gd name="connsiteY0" fmla="*/ 417534 h 2445138"/>
                <a:gd name="connsiteX1" fmla="*/ 388619 w 3303727"/>
                <a:gd name="connsiteY1" fmla="*/ 61399 h 2445138"/>
                <a:gd name="connsiteX2" fmla="*/ 1303019 w 3303727"/>
                <a:gd name="connsiteY2" fmla="*/ 51774 h 2445138"/>
                <a:gd name="connsiteX3" fmla="*/ 2034539 w 3303727"/>
                <a:gd name="connsiteY3" fmla="*/ 581163 h 2445138"/>
                <a:gd name="connsiteX4" fmla="*/ 2381049 w 3303727"/>
                <a:gd name="connsiteY4" fmla="*/ 1351185 h 2445138"/>
                <a:gd name="connsiteX5" fmla="*/ 2458051 w 3303727"/>
                <a:gd name="connsiteY5" fmla="*/ 1832448 h 2445138"/>
                <a:gd name="connsiteX6" fmla="*/ 2467676 w 3303727"/>
                <a:gd name="connsiteY6" fmla="*/ 2082705 h 2445138"/>
                <a:gd name="connsiteX7" fmla="*/ 2871937 w 3303727"/>
                <a:gd name="connsiteY7" fmla="*/ 1899825 h 2445138"/>
                <a:gd name="connsiteX8" fmla="*/ 3266573 w 3303727"/>
                <a:gd name="connsiteY8" fmla="*/ 1793947 h 2445138"/>
                <a:gd name="connsiteX9" fmla="*/ 3285824 w 3303727"/>
                <a:gd name="connsiteY9" fmla="*/ 1947951 h 2445138"/>
                <a:gd name="connsiteX10" fmla="*/ 3255277 w 3303727"/>
                <a:gd name="connsiteY10" fmla="*/ 2071892 h 2445138"/>
                <a:gd name="connsiteX11" fmla="*/ 2871937 w 3303727"/>
                <a:gd name="connsiteY11" fmla="*/ 2246334 h 2445138"/>
                <a:gd name="connsiteX12" fmla="*/ 2486927 w 3303727"/>
                <a:gd name="connsiteY12" fmla="*/ 2419589 h 2445138"/>
                <a:gd name="connsiteX13" fmla="*/ 2265546 w 3303727"/>
                <a:gd name="connsiteY13" fmla="*/ 2429214 h 2445138"/>
                <a:gd name="connsiteX14" fmla="*/ 2140417 w 3303727"/>
                <a:gd name="connsiteY14" fmla="*/ 2275210 h 2445138"/>
                <a:gd name="connsiteX15" fmla="*/ 2169712 w 3303727"/>
                <a:gd name="connsiteY15" fmla="*/ 1706132 h 2445138"/>
                <a:gd name="connsiteX16" fmla="*/ 2026166 w 3303727"/>
                <a:gd name="connsiteY16" fmla="*/ 1072448 h 2445138"/>
                <a:gd name="connsiteX17" fmla="*/ 1757076 w 3303727"/>
                <a:gd name="connsiteY17" fmla="*/ 659353 h 2445138"/>
                <a:gd name="connsiteX18" fmla="*/ 1419358 w 3303727"/>
                <a:gd name="connsiteY18" fmla="*/ 387867 h 2445138"/>
                <a:gd name="connsiteX19" fmla="*/ 889133 w 3303727"/>
                <a:gd name="connsiteY19" fmla="*/ 243092 h 2445138"/>
                <a:gd name="connsiteX20" fmla="*/ 494497 w 3303727"/>
                <a:gd name="connsiteY20" fmla="*/ 340532 h 2445138"/>
                <a:gd name="connsiteX21" fmla="*/ 321242 w 3303727"/>
                <a:gd name="connsiteY21" fmla="*/ 523412 h 2445138"/>
                <a:gd name="connsiteX22" fmla="*/ 253866 w 3303727"/>
                <a:gd name="connsiteY22" fmla="*/ 581163 h 2445138"/>
                <a:gd name="connsiteX23" fmla="*/ 32485 w 3303727"/>
                <a:gd name="connsiteY23" fmla="*/ 504161 h 2445138"/>
                <a:gd name="connsiteX24" fmla="*/ 42110 w 3303727"/>
                <a:gd name="connsiteY24" fmla="*/ 417534 h 2445138"/>
                <a:gd name="connsiteX0" fmla="*/ 42110 w 3303727"/>
                <a:gd name="connsiteY0" fmla="*/ 417534 h 2439272"/>
                <a:gd name="connsiteX1" fmla="*/ 388619 w 3303727"/>
                <a:gd name="connsiteY1" fmla="*/ 61399 h 2439272"/>
                <a:gd name="connsiteX2" fmla="*/ 1303019 w 3303727"/>
                <a:gd name="connsiteY2" fmla="*/ 51774 h 2439272"/>
                <a:gd name="connsiteX3" fmla="*/ 2034539 w 3303727"/>
                <a:gd name="connsiteY3" fmla="*/ 581163 h 2439272"/>
                <a:gd name="connsiteX4" fmla="*/ 2381049 w 3303727"/>
                <a:gd name="connsiteY4" fmla="*/ 1351185 h 2439272"/>
                <a:gd name="connsiteX5" fmla="*/ 2458051 w 3303727"/>
                <a:gd name="connsiteY5" fmla="*/ 1832448 h 2439272"/>
                <a:gd name="connsiteX6" fmla="*/ 2467676 w 3303727"/>
                <a:gd name="connsiteY6" fmla="*/ 2082705 h 2439272"/>
                <a:gd name="connsiteX7" fmla="*/ 2871937 w 3303727"/>
                <a:gd name="connsiteY7" fmla="*/ 1899825 h 2439272"/>
                <a:gd name="connsiteX8" fmla="*/ 3266573 w 3303727"/>
                <a:gd name="connsiteY8" fmla="*/ 1793947 h 2439272"/>
                <a:gd name="connsiteX9" fmla="*/ 3285824 w 3303727"/>
                <a:gd name="connsiteY9" fmla="*/ 1947951 h 2439272"/>
                <a:gd name="connsiteX10" fmla="*/ 3255277 w 3303727"/>
                <a:gd name="connsiteY10" fmla="*/ 2071892 h 2439272"/>
                <a:gd name="connsiteX11" fmla="*/ 2871937 w 3303727"/>
                <a:gd name="connsiteY11" fmla="*/ 2246334 h 2439272"/>
                <a:gd name="connsiteX12" fmla="*/ 2486927 w 3303727"/>
                <a:gd name="connsiteY12" fmla="*/ 2419589 h 2439272"/>
                <a:gd name="connsiteX13" fmla="*/ 2285631 w 3303727"/>
                <a:gd name="connsiteY13" fmla="*/ 2419194 h 2439272"/>
                <a:gd name="connsiteX14" fmla="*/ 2140417 w 3303727"/>
                <a:gd name="connsiteY14" fmla="*/ 2275210 h 2439272"/>
                <a:gd name="connsiteX15" fmla="*/ 2169712 w 3303727"/>
                <a:gd name="connsiteY15" fmla="*/ 1706132 h 2439272"/>
                <a:gd name="connsiteX16" fmla="*/ 2026166 w 3303727"/>
                <a:gd name="connsiteY16" fmla="*/ 1072448 h 2439272"/>
                <a:gd name="connsiteX17" fmla="*/ 1757076 w 3303727"/>
                <a:gd name="connsiteY17" fmla="*/ 659353 h 2439272"/>
                <a:gd name="connsiteX18" fmla="*/ 1419358 w 3303727"/>
                <a:gd name="connsiteY18" fmla="*/ 387867 h 2439272"/>
                <a:gd name="connsiteX19" fmla="*/ 889133 w 3303727"/>
                <a:gd name="connsiteY19" fmla="*/ 243092 h 2439272"/>
                <a:gd name="connsiteX20" fmla="*/ 494497 w 3303727"/>
                <a:gd name="connsiteY20" fmla="*/ 340532 h 2439272"/>
                <a:gd name="connsiteX21" fmla="*/ 321242 w 3303727"/>
                <a:gd name="connsiteY21" fmla="*/ 523412 h 2439272"/>
                <a:gd name="connsiteX22" fmla="*/ 253866 w 3303727"/>
                <a:gd name="connsiteY22" fmla="*/ 581163 h 2439272"/>
                <a:gd name="connsiteX23" fmla="*/ 32485 w 3303727"/>
                <a:gd name="connsiteY23" fmla="*/ 504161 h 2439272"/>
                <a:gd name="connsiteX24" fmla="*/ 42110 w 3303727"/>
                <a:gd name="connsiteY24" fmla="*/ 417534 h 2439272"/>
                <a:gd name="connsiteX0" fmla="*/ 42110 w 3303727"/>
                <a:gd name="connsiteY0" fmla="*/ 417534 h 2421842"/>
                <a:gd name="connsiteX1" fmla="*/ 388619 w 3303727"/>
                <a:gd name="connsiteY1" fmla="*/ 61399 h 2421842"/>
                <a:gd name="connsiteX2" fmla="*/ 1303019 w 3303727"/>
                <a:gd name="connsiteY2" fmla="*/ 51774 h 2421842"/>
                <a:gd name="connsiteX3" fmla="*/ 2034539 w 3303727"/>
                <a:gd name="connsiteY3" fmla="*/ 581163 h 2421842"/>
                <a:gd name="connsiteX4" fmla="*/ 2381049 w 3303727"/>
                <a:gd name="connsiteY4" fmla="*/ 1351185 h 2421842"/>
                <a:gd name="connsiteX5" fmla="*/ 2458051 w 3303727"/>
                <a:gd name="connsiteY5" fmla="*/ 1832448 h 2421842"/>
                <a:gd name="connsiteX6" fmla="*/ 2467676 w 3303727"/>
                <a:gd name="connsiteY6" fmla="*/ 2082705 h 2421842"/>
                <a:gd name="connsiteX7" fmla="*/ 2871937 w 3303727"/>
                <a:gd name="connsiteY7" fmla="*/ 1899825 h 2421842"/>
                <a:gd name="connsiteX8" fmla="*/ 3266573 w 3303727"/>
                <a:gd name="connsiteY8" fmla="*/ 1793947 h 2421842"/>
                <a:gd name="connsiteX9" fmla="*/ 3285824 w 3303727"/>
                <a:gd name="connsiteY9" fmla="*/ 1947951 h 2421842"/>
                <a:gd name="connsiteX10" fmla="*/ 3255277 w 3303727"/>
                <a:gd name="connsiteY10" fmla="*/ 2071892 h 2421842"/>
                <a:gd name="connsiteX11" fmla="*/ 2871937 w 3303727"/>
                <a:gd name="connsiteY11" fmla="*/ 2246334 h 2421842"/>
                <a:gd name="connsiteX12" fmla="*/ 2527097 w 3303727"/>
                <a:gd name="connsiteY12" fmla="*/ 2359463 h 2421842"/>
                <a:gd name="connsiteX13" fmla="*/ 2285631 w 3303727"/>
                <a:gd name="connsiteY13" fmla="*/ 2419194 h 2421842"/>
                <a:gd name="connsiteX14" fmla="*/ 2140417 w 3303727"/>
                <a:gd name="connsiteY14" fmla="*/ 2275210 h 2421842"/>
                <a:gd name="connsiteX15" fmla="*/ 2169712 w 3303727"/>
                <a:gd name="connsiteY15" fmla="*/ 1706132 h 2421842"/>
                <a:gd name="connsiteX16" fmla="*/ 2026166 w 3303727"/>
                <a:gd name="connsiteY16" fmla="*/ 1072448 h 2421842"/>
                <a:gd name="connsiteX17" fmla="*/ 1757076 w 3303727"/>
                <a:gd name="connsiteY17" fmla="*/ 659353 h 2421842"/>
                <a:gd name="connsiteX18" fmla="*/ 1419358 w 3303727"/>
                <a:gd name="connsiteY18" fmla="*/ 387867 h 2421842"/>
                <a:gd name="connsiteX19" fmla="*/ 889133 w 3303727"/>
                <a:gd name="connsiteY19" fmla="*/ 243092 h 2421842"/>
                <a:gd name="connsiteX20" fmla="*/ 494497 w 3303727"/>
                <a:gd name="connsiteY20" fmla="*/ 340532 h 2421842"/>
                <a:gd name="connsiteX21" fmla="*/ 321242 w 3303727"/>
                <a:gd name="connsiteY21" fmla="*/ 523412 h 2421842"/>
                <a:gd name="connsiteX22" fmla="*/ 253866 w 3303727"/>
                <a:gd name="connsiteY22" fmla="*/ 581163 h 2421842"/>
                <a:gd name="connsiteX23" fmla="*/ 32485 w 3303727"/>
                <a:gd name="connsiteY23" fmla="*/ 504161 h 2421842"/>
                <a:gd name="connsiteX24" fmla="*/ 42110 w 3303727"/>
                <a:gd name="connsiteY24" fmla="*/ 417534 h 2421842"/>
                <a:gd name="connsiteX0" fmla="*/ 42110 w 3303727"/>
                <a:gd name="connsiteY0" fmla="*/ 417534 h 2422465"/>
                <a:gd name="connsiteX1" fmla="*/ 388619 w 3303727"/>
                <a:gd name="connsiteY1" fmla="*/ 61399 h 2422465"/>
                <a:gd name="connsiteX2" fmla="*/ 1303019 w 3303727"/>
                <a:gd name="connsiteY2" fmla="*/ 51774 h 2422465"/>
                <a:gd name="connsiteX3" fmla="*/ 2034539 w 3303727"/>
                <a:gd name="connsiteY3" fmla="*/ 581163 h 2422465"/>
                <a:gd name="connsiteX4" fmla="*/ 2381049 w 3303727"/>
                <a:gd name="connsiteY4" fmla="*/ 1351185 h 2422465"/>
                <a:gd name="connsiteX5" fmla="*/ 2458051 w 3303727"/>
                <a:gd name="connsiteY5" fmla="*/ 1832448 h 2422465"/>
                <a:gd name="connsiteX6" fmla="*/ 2467676 w 3303727"/>
                <a:gd name="connsiteY6" fmla="*/ 2082705 h 2422465"/>
                <a:gd name="connsiteX7" fmla="*/ 2871937 w 3303727"/>
                <a:gd name="connsiteY7" fmla="*/ 1899825 h 2422465"/>
                <a:gd name="connsiteX8" fmla="*/ 3266573 w 3303727"/>
                <a:gd name="connsiteY8" fmla="*/ 1793947 h 2422465"/>
                <a:gd name="connsiteX9" fmla="*/ 3285824 w 3303727"/>
                <a:gd name="connsiteY9" fmla="*/ 1947951 h 2422465"/>
                <a:gd name="connsiteX10" fmla="*/ 3255277 w 3303727"/>
                <a:gd name="connsiteY10" fmla="*/ 2071892 h 2422465"/>
                <a:gd name="connsiteX11" fmla="*/ 2861896 w 3303727"/>
                <a:gd name="connsiteY11" fmla="*/ 2176187 h 2422465"/>
                <a:gd name="connsiteX12" fmla="*/ 2527097 w 3303727"/>
                <a:gd name="connsiteY12" fmla="*/ 2359463 h 2422465"/>
                <a:gd name="connsiteX13" fmla="*/ 2285631 w 3303727"/>
                <a:gd name="connsiteY13" fmla="*/ 2419194 h 2422465"/>
                <a:gd name="connsiteX14" fmla="*/ 2140417 w 3303727"/>
                <a:gd name="connsiteY14" fmla="*/ 2275210 h 2422465"/>
                <a:gd name="connsiteX15" fmla="*/ 2169712 w 3303727"/>
                <a:gd name="connsiteY15" fmla="*/ 1706132 h 2422465"/>
                <a:gd name="connsiteX16" fmla="*/ 2026166 w 3303727"/>
                <a:gd name="connsiteY16" fmla="*/ 1072448 h 2422465"/>
                <a:gd name="connsiteX17" fmla="*/ 1757076 w 3303727"/>
                <a:gd name="connsiteY17" fmla="*/ 659353 h 2422465"/>
                <a:gd name="connsiteX18" fmla="*/ 1419358 w 3303727"/>
                <a:gd name="connsiteY18" fmla="*/ 387867 h 2422465"/>
                <a:gd name="connsiteX19" fmla="*/ 889133 w 3303727"/>
                <a:gd name="connsiteY19" fmla="*/ 243092 h 2422465"/>
                <a:gd name="connsiteX20" fmla="*/ 494497 w 3303727"/>
                <a:gd name="connsiteY20" fmla="*/ 340532 h 2422465"/>
                <a:gd name="connsiteX21" fmla="*/ 321242 w 3303727"/>
                <a:gd name="connsiteY21" fmla="*/ 523412 h 2422465"/>
                <a:gd name="connsiteX22" fmla="*/ 253866 w 3303727"/>
                <a:gd name="connsiteY22" fmla="*/ 581163 h 2422465"/>
                <a:gd name="connsiteX23" fmla="*/ 32485 w 3303727"/>
                <a:gd name="connsiteY23" fmla="*/ 504161 h 2422465"/>
                <a:gd name="connsiteX24" fmla="*/ 42110 w 3303727"/>
                <a:gd name="connsiteY24" fmla="*/ 417534 h 2422465"/>
                <a:gd name="connsiteX0" fmla="*/ 42110 w 3303727"/>
                <a:gd name="connsiteY0" fmla="*/ 417534 h 2422464"/>
                <a:gd name="connsiteX1" fmla="*/ 388619 w 3303727"/>
                <a:gd name="connsiteY1" fmla="*/ 61399 h 2422464"/>
                <a:gd name="connsiteX2" fmla="*/ 1303019 w 3303727"/>
                <a:gd name="connsiteY2" fmla="*/ 51774 h 2422464"/>
                <a:gd name="connsiteX3" fmla="*/ 2034539 w 3303727"/>
                <a:gd name="connsiteY3" fmla="*/ 581163 h 2422464"/>
                <a:gd name="connsiteX4" fmla="*/ 2381049 w 3303727"/>
                <a:gd name="connsiteY4" fmla="*/ 1351185 h 2422464"/>
                <a:gd name="connsiteX5" fmla="*/ 2458051 w 3303727"/>
                <a:gd name="connsiteY5" fmla="*/ 1832448 h 2422464"/>
                <a:gd name="connsiteX6" fmla="*/ 2467676 w 3303727"/>
                <a:gd name="connsiteY6" fmla="*/ 2082705 h 2422464"/>
                <a:gd name="connsiteX7" fmla="*/ 2871937 w 3303727"/>
                <a:gd name="connsiteY7" fmla="*/ 1899825 h 2422464"/>
                <a:gd name="connsiteX8" fmla="*/ 3266573 w 3303727"/>
                <a:gd name="connsiteY8" fmla="*/ 1793947 h 2422464"/>
                <a:gd name="connsiteX9" fmla="*/ 3285824 w 3303727"/>
                <a:gd name="connsiteY9" fmla="*/ 1947951 h 2422464"/>
                <a:gd name="connsiteX10" fmla="*/ 3255277 w 3303727"/>
                <a:gd name="connsiteY10" fmla="*/ 2061870 h 2422464"/>
                <a:gd name="connsiteX11" fmla="*/ 2861896 w 3303727"/>
                <a:gd name="connsiteY11" fmla="*/ 2176187 h 2422464"/>
                <a:gd name="connsiteX12" fmla="*/ 2527097 w 3303727"/>
                <a:gd name="connsiteY12" fmla="*/ 2359463 h 2422464"/>
                <a:gd name="connsiteX13" fmla="*/ 2285631 w 3303727"/>
                <a:gd name="connsiteY13" fmla="*/ 2419194 h 2422464"/>
                <a:gd name="connsiteX14" fmla="*/ 2140417 w 3303727"/>
                <a:gd name="connsiteY14" fmla="*/ 2275210 h 2422464"/>
                <a:gd name="connsiteX15" fmla="*/ 2169712 w 3303727"/>
                <a:gd name="connsiteY15" fmla="*/ 1706132 h 2422464"/>
                <a:gd name="connsiteX16" fmla="*/ 2026166 w 3303727"/>
                <a:gd name="connsiteY16" fmla="*/ 1072448 h 2422464"/>
                <a:gd name="connsiteX17" fmla="*/ 1757076 w 3303727"/>
                <a:gd name="connsiteY17" fmla="*/ 659353 h 2422464"/>
                <a:gd name="connsiteX18" fmla="*/ 1419358 w 3303727"/>
                <a:gd name="connsiteY18" fmla="*/ 387867 h 2422464"/>
                <a:gd name="connsiteX19" fmla="*/ 889133 w 3303727"/>
                <a:gd name="connsiteY19" fmla="*/ 243092 h 2422464"/>
                <a:gd name="connsiteX20" fmla="*/ 494497 w 3303727"/>
                <a:gd name="connsiteY20" fmla="*/ 340532 h 2422464"/>
                <a:gd name="connsiteX21" fmla="*/ 321242 w 3303727"/>
                <a:gd name="connsiteY21" fmla="*/ 523412 h 2422464"/>
                <a:gd name="connsiteX22" fmla="*/ 253866 w 3303727"/>
                <a:gd name="connsiteY22" fmla="*/ 581163 h 2422464"/>
                <a:gd name="connsiteX23" fmla="*/ 32485 w 3303727"/>
                <a:gd name="connsiteY23" fmla="*/ 504161 h 2422464"/>
                <a:gd name="connsiteX24" fmla="*/ 42110 w 3303727"/>
                <a:gd name="connsiteY24" fmla="*/ 417534 h 2422464"/>
                <a:gd name="connsiteX0" fmla="*/ 42110 w 3303727"/>
                <a:gd name="connsiteY0" fmla="*/ 417534 h 2419500"/>
                <a:gd name="connsiteX1" fmla="*/ 388619 w 3303727"/>
                <a:gd name="connsiteY1" fmla="*/ 61399 h 2419500"/>
                <a:gd name="connsiteX2" fmla="*/ 1303019 w 3303727"/>
                <a:gd name="connsiteY2" fmla="*/ 51774 h 2419500"/>
                <a:gd name="connsiteX3" fmla="*/ 2034539 w 3303727"/>
                <a:gd name="connsiteY3" fmla="*/ 581163 h 2419500"/>
                <a:gd name="connsiteX4" fmla="*/ 2381049 w 3303727"/>
                <a:gd name="connsiteY4" fmla="*/ 1351185 h 2419500"/>
                <a:gd name="connsiteX5" fmla="*/ 2458051 w 3303727"/>
                <a:gd name="connsiteY5" fmla="*/ 1832448 h 2419500"/>
                <a:gd name="connsiteX6" fmla="*/ 2467676 w 3303727"/>
                <a:gd name="connsiteY6" fmla="*/ 2082705 h 2419500"/>
                <a:gd name="connsiteX7" fmla="*/ 2871937 w 3303727"/>
                <a:gd name="connsiteY7" fmla="*/ 1899825 h 2419500"/>
                <a:gd name="connsiteX8" fmla="*/ 3266573 w 3303727"/>
                <a:gd name="connsiteY8" fmla="*/ 1793947 h 2419500"/>
                <a:gd name="connsiteX9" fmla="*/ 3285824 w 3303727"/>
                <a:gd name="connsiteY9" fmla="*/ 1947951 h 2419500"/>
                <a:gd name="connsiteX10" fmla="*/ 3255277 w 3303727"/>
                <a:gd name="connsiteY10" fmla="*/ 2061870 h 2419500"/>
                <a:gd name="connsiteX11" fmla="*/ 2861896 w 3303727"/>
                <a:gd name="connsiteY11" fmla="*/ 2176187 h 2419500"/>
                <a:gd name="connsiteX12" fmla="*/ 2537140 w 3303727"/>
                <a:gd name="connsiteY12" fmla="*/ 2309357 h 2419500"/>
                <a:gd name="connsiteX13" fmla="*/ 2285631 w 3303727"/>
                <a:gd name="connsiteY13" fmla="*/ 2419194 h 2419500"/>
                <a:gd name="connsiteX14" fmla="*/ 2140417 w 3303727"/>
                <a:gd name="connsiteY14" fmla="*/ 2275210 h 2419500"/>
                <a:gd name="connsiteX15" fmla="*/ 2169712 w 3303727"/>
                <a:gd name="connsiteY15" fmla="*/ 1706132 h 2419500"/>
                <a:gd name="connsiteX16" fmla="*/ 2026166 w 3303727"/>
                <a:gd name="connsiteY16" fmla="*/ 1072448 h 2419500"/>
                <a:gd name="connsiteX17" fmla="*/ 1757076 w 3303727"/>
                <a:gd name="connsiteY17" fmla="*/ 659353 h 2419500"/>
                <a:gd name="connsiteX18" fmla="*/ 1419358 w 3303727"/>
                <a:gd name="connsiteY18" fmla="*/ 387867 h 2419500"/>
                <a:gd name="connsiteX19" fmla="*/ 889133 w 3303727"/>
                <a:gd name="connsiteY19" fmla="*/ 243092 h 2419500"/>
                <a:gd name="connsiteX20" fmla="*/ 494497 w 3303727"/>
                <a:gd name="connsiteY20" fmla="*/ 340532 h 2419500"/>
                <a:gd name="connsiteX21" fmla="*/ 321242 w 3303727"/>
                <a:gd name="connsiteY21" fmla="*/ 523412 h 2419500"/>
                <a:gd name="connsiteX22" fmla="*/ 253866 w 3303727"/>
                <a:gd name="connsiteY22" fmla="*/ 581163 h 2419500"/>
                <a:gd name="connsiteX23" fmla="*/ 32485 w 3303727"/>
                <a:gd name="connsiteY23" fmla="*/ 504161 h 2419500"/>
                <a:gd name="connsiteX24" fmla="*/ 42110 w 3303727"/>
                <a:gd name="connsiteY24" fmla="*/ 417534 h 2419500"/>
                <a:gd name="connsiteX0" fmla="*/ 42110 w 3303727"/>
                <a:gd name="connsiteY0" fmla="*/ 417534 h 2419536"/>
                <a:gd name="connsiteX1" fmla="*/ 388619 w 3303727"/>
                <a:gd name="connsiteY1" fmla="*/ 61399 h 2419536"/>
                <a:gd name="connsiteX2" fmla="*/ 1303019 w 3303727"/>
                <a:gd name="connsiteY2" fmla="*/ 51774 h 2419536"/>
                <a:gd name="connsiteX3" fmla="*/ 2034539 w 3303727"/>
                <a:gd name="connsiteY3" fmla="*/ 581163 h 2419536"/>
                <a:gd name="connsiteX4" fmla="*/ 2381049 w 3303727"/>
                <a:gd name="connsiteY4" fmla="*/ 1351185 h 2419536"/>
                <a:gd name="connsiteX5" fmla="*/ 2458051 w 3303727"/>
                <a:gd name="connsiteY5" fmla="*/ 1832448 h 2419536"/>
                <a:gd name="connsiteX6" fmla="*/ 2467676 w 3303727"/>
                <a:gd name="connsiteY6" fmla="*/ 2082705 h 2419536"/>
                <a:gd name="connsiteX7" fmla="*/ 2871937 w 3303727"/>
                <a:gd name="connsiteY7" fmla="*/ 1899825 h 2419536"/>
                <a:gd name="connsiteX8" fmla="*/ 3266573 w 3303727"/>
                <a:gd name="connsiteY8" fmla="*/ 1793947 h 2419536"/>
                <a:gd name="connsiteX9" fmla="*/ 3285824 w 3303727"/>
                <a:gd name="connsiteY9" fmla="*/ 1947951 h 2419536"/>
                <a:gd name="connsiteX10" fmla="*/ 3255277 w 3303727"/>
                <a:gd name="connsiteY10" fmla="*/ 2061870 h 2419536"/>
                <a:gd name="connsiteX11" fmla="*/ 2851852 w 3303727"/>
                <a:gd name="connsiteY11" fmla="*/ 2126082 h 2419536"/>
                <a:gd name="connsiteX12" fmla="*/ 2537140 w 3303727"/>
                <a:gd name="connsiteY12" fmla="*/ 2309357 h 2419536"/>
                <a:gd name="connsiteX13" fmla="*/ 2285631 w 3303727"/>
                <a:gd name="connsiteY13" fmla="*/ 2419194 h 2419536"/>
                <a:gd name="connsiteX14" fmla="*/ 2140417 w 3303727"/>
                <a:gd name="connsiteY14" fmla="*/ 2275210 h 2419536"/>
                <a:gd name="connsiteX15" fmla="*/ 2169712 w 3303727"/>
                <a:gd name="connsiteY15" fmla="*/ 1706132 h 2419536"/>
                <a:gd name="connsiteX16" fmla="*/ 2026166 w 3303727"/>
                <a:gd name="connsiteY16" fmla="*/ 1072448 h 2419536"/>
                <a:gd name="connsiteX17" fmla="*/ 1757076 w 3303727"/>
                <a:gd name="connsiteY17" fmla="*/ 659353 h 2419536"/>
                <a:gd name="connsiteX18" fmla="*/ 1419358 w 3303727"/>
                <a:gd name="connsiteY18" fmla="*/ 387867 h 2419536"/>
                <a:gd name="connsiteX19" fmla="*/ 889133 w 3303727"/>
                <a:gd name="connsiteY19" fmla="*/ 243092 h 2419536"/>
                <a:gd name="connsiteX20" fmla="*/ 494497 w 3303727"/>
                <a:gd name="connsiteY20" fmla="*/ 340532 h 2419536"/>
                <a:gd name="connsiteX21" fmla="*/ 321242 w 3303727"/>
                <a:gd name="connsiteY21" fmla="*/ 523412 h 2419536"/>
                <a:gd name="connsiteX22" fmla="*/ 253866 w 3303727"/>
                <a:gd name="connsiteY22" fmla="*/ 581163 h 2419536"/>
                <a:gd name="connsiteX23" fmla="*/ 32485 w 3303727"/>
                <a:gd name="connsiteY23" fmla="*/ 504161 h 2419536"/>
                <a:gd name="connsiteX24" fmla="*/ 42110 w 3303727"/>
                <a:gd name="connsiteY24" fmla="*/ 417534 h 2419536"/>
                <a:gd name="connsiteX0" fmla="*/ 42110 w 3303727"/>
                <a:gd name="connsiteY0" fmla="*/ 417534 h 2419535"/>
                <a:gd name="connsiteX1" fmla="*/ 388619 w 3303727"/>
                <a:gd name="connsiteY1" fmla="*/ 61399 h 2419535"/>
                <a:gd name="connsiteX2" fmla="*/ 1303019 w 3303727"/>
                <a:gd name="connsiteY2" fmla="*/ 51774 h 2419535"/>
                <a:gd name="connsiteX3" fmla="*/ 2034539 w 3303727"/>
                <a:gd name="connsiteY3" fmla="*/ 581163 h 2419535"/>
                <a:gd name="connsiteX4" fmla="*/ 2381049 w 3303727"/>
                <a:gd name="connsiteY4" fmla="*/ 1351185 h 2419535"/>
                <a:gd name="connsiteX5" fmla="*/ 2458051 w 3303727"/>
                <a:gd name="connsiteY5" fmla="*/ 1832448 h 2419535"/>
                <a:gd name="connsiteX6" fmla="*/ 2467676 w 3303727"/>
                <a:gd name="connsiteY6" fmla="*/ 2082705 h 2419535"/>
                <a:gd name="connsiteX7" fmla="*/ 2871937 w 3303727"/>
                <a:gd name="connsiteY7" fmla="*/ 1899825 h 2419535"/>
                <a:gd name="connsiteX8" fmla="*/ 3266573 w 3303727"/>
                <a:gd name="connsiteY8" fmla="*/ 1793947 h 2419535"/>
                <a:gd name="connsiteX9" fmla="*/ 3285824 w 3303727"/>
                <a:gd name="connsiteY9" fmla="*/ 1947951 h 2419535"/>
                <a:gd name="connsiteX10" fmla="*/ 3255277 w 3303727"/>
                <a:gd name="connsiteY10" fmla="*/ 1971681 h 2419535"/>
                <a:gd name="connsiteX11" fmla="*/ 2851852 w 3303727"/>
                <a:gd name="connsiteY11" fmla="*/ 2126082 h 2419535"/>
                <a:gd name="connsiteX12" fmla="*/ 2537140 w 3303727"/>
                <a:gd name="connsiteY12" fmla="*/ 2309357 h 2419535"/>
                <a:gd name="connsiteX13" fmla="*/ 2285631 w 3303727"/>
                <a:gd name="connsiteY13" fmla="*/ 2419194 h 2419535"/>
                <a:gd name="connsiteX14" fmla="*/ 2140417 w 3303727"/>
                <a:gd name="connsiteY14" fmla="*/ 2275210 h 2419535"/>
                <a:gd name="connsiteX15" fmla="*/ 2169712 w 3303727"/>
                <a:gd name="connsiteY15" fmla="*/ 1706132 h 2419535"/>
                <a:gd name="connsiteX16" fmla="*/ 2026166 w 3303727"/>
                <a:gd name="connsiteY16" fmla="*/ 1072448 h 2419535"/>
                <a:gd name="connsiteX17" fmla="*/ 1757076 w 3303727"/>
                <a:gd name="connsiteY17" fmla="*/ 659353 h 2419535"/>
                <a:gd name="connsiteX18" fmla="*/ 1419358 w 3303727"/>
                <a:gd name="connsiteY18" fmla="*/ 387867 h 2419535"/>
                <a:gd name="connsiteX19" fmla="*/ 889133 w 3303727"/>
                <a:gd name="connsiteY19" fmla="*/ 243092 h 2419535"/>
                <a:gd name="connsiteX20" fmla="*/ 494497 w 3303727"/>
                <a:gd name="connsiteY20" fmla="*/ 340532 h 2419535"/>
                <a:gd name="connsiteX21" fmla="*/ 321242 w 3303727"/>
                <a:gd name="connsiteY21" fmla="*/ 523412 h 2419535"/>
                <a:gd name="connsiteX22" fmla="*/ 253866 w 3303727"/>
                <a:gd name="connsiteY22" fmla="*/ 581163 h 2419535"/>
                <a:gd name="connsiteX23" fmla="*/ 32485 w 3303727"/>
                <a:gd name="connsiteY23" fmla="*/ 504161 h 2419535"/>
                <a:gd name="connsiteX24" fmla="*/ 42110 w 3303727"/>
                <a:gd name="connsiteY24" fmla="*/ 417534 h 2419535"/>
                <a:gd name="connsiteX0" fmla="*/ 42110 w 3303727"/>
                <a:gd name="connsiteY0" fmla="*/ 417534 h 2419600"/>
                <a:gd name="connsiteX1" fmla="*/ 388619 w 3303727"/>
                <a:gd name="connsiteY1" fmla="*/ 61399 h 2419600"/>
                <a:gd name="connsiteX2" fmla="*/ 1303019 w 3303727"/>
                <a:gd name="connsiteY2" fmla="*/ 51774 h 2419600"/>
                <a:gd name="connsiteX3" fmla="*/ 2034539 w 3303727"/>
                <a:gd name="connsiteY3" fmla="*/ 581163 h 2419600"/>
                <a:gd name="connsiteX4" fmla="*/ 2381049 w 3303727"/>
                <a:gd name="connsiteY4" fmla="*/ 1351185 h 2419600"/>
                <a:gd name="connsiteX5" fmla="*/ 2458051 w 3303727"/>
                <a:gd name="connsiteY5" fmla="*/ 1832448 h 2419600"/>
                <a:gd name="connsiteX6" fmla="*/ 2467676 w 3303727"/>
                <a:gd name="connsiteY6" fmla="*/ 2082705 h 2419600"/>
                <a:gd name="connsiteX7" fmla="*/ 2871937 w 3303727"/>
                <a:gd name="connsiteY7" fmla="*/ 1899825 h 2419600"/>
                <a:gd name="connsiteX8" fmla="*/ 3266573 w 3303727"/>
                <a:gd name="connsiteY8" fmla="*/ 1793947 h 2419600"/>
                <a:gd name="connsiteX9" fmla="*/ 3285824 w 3303727"/>
                <a:gd name="connsiteY9" fmla="*/ 1947951 h 2419600"/>
                <a:gd name="connsiteX10" fmla="*/ 3255277 w 3303727"/>
                <a:gd name="connsiteY10" fmla="*/ 1971681 h 2419600"/>
                <a:gd name="connsiteX11" fmla="*/ 2881981 w 3303727"/>
                <a:gd name="connsiteY11" fmla="*/ 2055935 h 2419600"/>
                <a:gd name="connsiteX12" fmla="*/ 2537140 w 3303727"/>
                <a:gd name="connsiteY12" fmla="*/ 2309357 h 2419600"/>
                <a:gd name="connsiteX13" fmla="*/ 2285631 w 3303727"/>
                <a:gd name="connsiteY13" fmla="*/ 2419194 h 2419600"/>
                <a:gd name="connsiteX14" fmla="*/ 2140417 w 3303727"/>
                <a:gd name="connsiteY14" fmla="*/ 2275210 h 2419600"/>
                <a:gd name="connsiteX15" fmla="*/ 2169712 w 3303727"/>
                <a:gd name="connsiteY15" fmla="*/ 1706132 h 2419600"/>
                <a:gd name="connsiteX16" fmla="*/ 2026166 w 3303727"/>
                <a:gd name="connsiteY16" fmla="*/ 1072448 h 2419600"/>
                <a:gd name="connsiteX17" fmla="*/ 1757076 w 3303727"/>
                <a:gd name="connsiteY17" fmla="*/ 659353 h 2419600"/>
                <a:gd name="connsiteX18" fmla="*/ 1419358 w 3303727"/>
                <a:gd name="connsiteY18" fmla="*/ 387867 h 2419600"/>
                <a:gd name="connsiteX19" fmla="*/ 889133 w 3303727"/>
                <a:gd name="connsiteY19" fmla="*/ 243092 h 2419600"/>
                <a:gd name="connsiteX20" fmla="*/ 494497 w 3303727"/>
                <a:gd name="connsiteY20" fmla="*/ 340532 h 2419600"/>
                <a:gd name="connsiteX21" fmla="*/ 321242 w 3303727"/>
                <a:gd name="connsiteY21" fmla="*/ 523412 h 2419600"/>
                <a:gd name="connsiteX22" fmla="*/ 253866 w 3303727"/>
                <a:gd name="connsiteY22" fmla="*/ 581163 h 2419600"/>
                <a:gd name="connsiteX23" fmla="*/ 32485 w 3303727"/>
                <a:gd name="connsiteY23" fmla="*/ 504161 h 2419600"/>
                <a:gd name="connsiteX24" fmla="*/ 42110 w 3303727"/>
                <a:gd name="connsiteY24" fmla="*/ 417534 h 2419600"/>
                <a:gd name="connsiteX0" fmla="*/ 42110 w 3303727"/>
                <a:gd name="connsiteY0" fmla="*/ 417534 h 2419596"/>
                <a:gd name="connsiteX1" fmla="*/ 388619 w 3303727"/>
                <a:gd name="connsiteY1" fmla="*/ 61399 h 2419596"/>
                <a:gd name="connsiteX2" fmla="*/ 1303019 w 3303727"/>
                <a:gd name="connsiteY2" fmla="*/ 51774 h 2419596"/>
                <a:gd name="connsiteX3" fmla="*/ 2034539 w 3303727"/>
                <a:gd name="connsiteY3" fmla="*/ 581163 h 2419596"/>
                <a:gd name="connsiteX4" fmla="*/ 2381049 w 3303727"/>
                <a:gd name="connsiteY4" fmla="*/ 1351185 h 2419596"/>
                <a:gd name="connsiteX5" fmla="*/ 2458051 w 3303727"/>
                <a:gd name="connsiteY5" fmla="*/ 1832448 h 2419596"/>
                <a:gd name="connsiteX6" fmla="*/ 2467676 w 3303727"/>
                <a:gd name="connsiteY6" fmla="*/ 2082705 h 2419596"/>
                <a:gd name="connsiteX7" fmla="*/ 2871937 w 3303727"/>
                <a:gd name="connsiteY7" fmla="*/ 1899825 h 2419596"/>
                <a:gd name="connsiteX8" fmla="*/ 3266573 w 3303727"/>
                <a:gd name="connsiteY8" fmla="*/ 1793947 h 2419596"/>
                <a:gd name="connsiteX9" fmla="*/ 3285824 w 3303727"/>
                <a:gd name="connsiteY9" fmla="*/ 1947951 h 2419596"/>
                <a:gd name="connsiteX10" fmla="*/ 3255277 w 3303727"/>
                <a:gd name="connsiteY10" fmla="*/ 1971681 h 2419596"/>
                <a:gd name="connsiteX11" fmla="*/ 2881981 w 3303727"/>
                <a:gd name="connsiteY11" fmla="*/ 2055935 h 2419596"/>
                <a:gd name="connsiteX12" fmla="*/ 2537140 w 3303727"/>
                <a:gd name="connsiteY12" fmla="*/ 2249231 h 2419596"/>
                <a:gd name="connsiteX13" fmla="*/ 2285631 w 3303727"/>
                <a:gd name="connsiteY13" fmla="*/ 2419194 h 2419596"/>
                <a:gd name="connsiteX14" fmla="*/ 2140417 w 3303727"/>
                <a:gd name="connsiteY14" fmla="*/ 2275210 h 2419596"/>
                <a:gd name="connsiteX15" fmla="*/ 2169712 w 3303727"/>
                <a:gd name="connsiteY15" fmla="*/ 1706132 h 2419596"/>
                <a:gd name="connsiteX16" fmla="*/ 2026166 w 3303727"/>
                <a:gd name="connsiteY16" fmla="*/ 1072448 h 2419596"/>
                <a:gd name="connsiteX17" fmla="*/ 1757076 w 3303727"/>
                <a:gd name="connsiteY17" fmla="*/ 659353 h 2419596"/>
                <a:gd name="connsiteX18" fmla="*/ 1419358 w 3303727"/>
                <a:gd name="connsiteY18" fmla="*/ 387867 h 2419596"/>
                <a:gd name="connsiteX19" fmla="*/ 889133 w 3303727"/>
                <a:gd name="connsiteY19" fmla="*/ 243092 h 2419596"/>
                <a:gd name="connsiteX20" fmla="*/ 494497 w 3303727"/>
                <a:gd name="connsiteY20" fmla="*/ 340532 h 2419596"/>
                <a:gd name="connsiteX21" fmla="*/ 321242 w 3303727"/>
                <a:gd name="connsiteY21" fmla="*/ 523412 h 2419596"/>
                <a:gd name="connsiteX22" fmla="*/ 253866 w 3303727"/>
                <a:gd name="connsiteY22" fmla="*/ 581163 h 2419596"/>
                <a:gd name="connsiteX23" fmla="*/ 32485 w 3303727"/>
                <a:gd name="connsiteY23" fmla="*/ 504161 h 2419596"/>
                <a:gd name="connsiteX24" fmla="*/ 42110 w 3303727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381049 w 3318282"/>
                <a:gd name="connsiteY4" fmla="*/ 1351185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7534 h 2419596"/>
                <a:gd name="connsiteX1" fmla="*/ 388619 w 3318282"/>
                <a:gd name="connsiteY1" fmla="*/ 61399 h 2419596"/>
                <a:gd name="connsiteX2" fmla="*/ 1303019 w 3318282"/>
                <a:gd name="connsiteY2" fmla="*/ 51774 h 2419596"/>
                <a:gd name="connsiteX3" fmla="*/ 2034539 w 3318282"/>
                <a:gd name="connsiteY3" fmla="*/ 581163 h 2419596"/>
                <a:gd name="connsiteX4" fmla="*/ 2401134 w 3318282"/>
                <a:gd name="connsiteY4" fmla="*/ 1250974 h 2419596"/>
                <a:gd name="connsiteX5" fmla="*/ 2458051 w 3318282"/>
                <a:gd name="connsiteY5" fmla="*/ 1832448 h 2419596"/>
                <a:gd name="connsiteX6" fmla="*/ 2467676 w 3318282"/>
                <a:gd name="connsiteY6" fmla="*/ 2082705 h 2419596"/>
                <a:gd name="connsiteX7" fmla="*/ 2871937 w 3318282"/>
                <a:gd name="connsiteY7" fmla="*/ 1899825 h 2419596"/>
                <a:gd name="connsiteX8" fmla="*/ 3286658 w 3318282"/>
                <a:gd name="connsiteY8" fmla="*/ 1834032 h 2419596"/>
                <a:gd name="connsiteX9" fmla="*/ 3285824 w 3318282"/>
                <a:gd name="connsiteY9" fmla="*/ 1947951 h 2419596"/>
                <a:gd name="connsiteX10" fmla="*/ 3255277 w 3318282"/>
                <a:gd name="connsiteY10" fmla="*/ 1971681 h 2419596"/>
                <a:gd name="connsiteX11" fmla="*/ 2881981 w 3318282"/>
                <a:gd name="connsiteY11" fmla="*/ 2055935 h 2419596"/>
                <a:gd name="connsiteX12" fmla="*/ 2537140 w 3318282"/>
                <a:gd name="connsiteY12" fmla="*/ 2249231 h 2419596"/>
                <a:gd name="connsiteX13" fmla="*/ 2285631 w 3318282"/>
                <a:gd name="connsiteY13" fmla="*/ 2419194 h 2419596"/>
                <a:gd name="connsiteX14" fmla="*/ 2140417 w 3318282"/>
                <a:gd name="connsiteY14" fmla="*/ 2275210 h 2419596"/>
                <a:gd name="connsiteX15" fmla="*/ 2169712 w 3318282"/>
                <a:gd name="connsiteY15" fmla="*/ 1706132 h 2419596"/>
                <a:gd name="connsiteX16" fmla="*/ 2026166 w 3318282"/>
                <a:gd name="connsiteY16" fmla="*/ 1072448 h 2419596"/>
                <a:gd name="connsiteX17" fmla="*/ 1757076 w 3318282"/>
                <a:gd name="connsiteY17" fmla="*/ 659353 h 2419596"/>
                <a:gd name="connsiteX18" fmla="*/ 1419358 w 3318282"/>
                <a:gd name="connsiteY18" fmla="*/ 387867 h 2419596"/>
                <a:gd name="connsiteX19" fmla="*/ 889133 w 3318282"/>
                <a:gd name="connsiteY19" fmla="*/ 243092 h 2419596"/>
                <a:gd name="connsiteX20" fmla="*/ 494497 w 3318282"/>
                <a:gd name="connsiteY20" fmla="*/ 340532 h 2419596"/>
                <a:gd name="connsiteX21" fmla="*/ 321242 w 3318282"/>
                <a:gd name="connsiteY21" fmla="*/ 523412 h 2419596"/>
                <a:gd name="connsiteX22" fmla="*/ 253866 w 3318282"/>
                <a:gd name="connsiteY22" fmla="*/ 581163 h 2419596"/>
                <a:gd name="connsiteX23" fmla="*/ 32485 w 3318282"/>
                <a:gd name="connsiteY23" fmla="*/ 504161 h 2419596"/>
                <a:gd name="connsiteX24" fmla="*/ 42110 w 3318282"/>
                <a:gd name="connsiteY24" fmla="*/ 417534 h 2419596"/>
                <a:gd name="connsiteX0" fmla="*/ 42110 w 3318282"/>
                <a:gd name="connsiteY0" fmla="*/ 414738 h 2416800"/>
                <a:gd name="connsiteX1" fmla="*/ 388619 w 3318282"/>
                <a:gd name="connsiteY1" fmla="*/ 58603 h 2416800"/>
                <a:gd name="connsiteX2" fmla="*/ 1303019 w 3318282"/>
                <a:gd name="connsiteY2" fmla="*/ 48978 h 2416800"/>
                <a:gd name="connsiteX3" fmla="*/ 2034539 w 3318282"/>
                <a:gd name="connsiteY3" fmla="*/ 538283 h 2416800"/>
                <a:gd name="connsiteX4" fmla="*/ 2401134 w 3318282"/>
                <a:gd name="connsiteY4" fmla="*/ 1248178 h 2416800"/>
                <a:gd name="connsiteX5" fmla="*/ 2458051 w 3318282"/>
                <a:gd name="connsiteY5" fmla="*/ 1829652 h 2416800"/>
                <a:gd name="connsiteX6" fmla="*/ 2467676 w 3318282"/>
                <a:gd name="connsiteY6" fmla="*/ 2079909 h 2416800"/>
                <a:gd name="connsiteX7" fmla="*/ 2871937 w 3318282"/>
                <a:gd name="connsiteY7" fmla="*/ 1897029 h 2416800"/>
                <a:gd name="connsiteX8" fmla="*/ 3286658 w 3318282"/>
                <a:gd name="connsiteY8" fmla="*/ 1831236 h 2416800"/>
                <a:gd name="connsiteX9" fmla="*/ 3285824 w 3318282"/>
                <a:gd name="connsiteY9" fmla="*/ 1945155 h 2416800"/>
                <a:gd name="connsiteX10" fmla="*/ 3255277 w 3318282"/>
                <a:gd name="connsiteY10" fmla="*/ 1968885 h 2416800"/>
                <a:gd name="connsiteX11" fmla="*/ 2881981 w 3318282"/>
                <a:gd name="connsiteY11" fmla="*/ 2053139 h 2416800"/>
                <a:gd name="connsiteX12" fmla="*/ 2537140 w 3318282"/>
                <a:gd name="connsiteY12" fmla="*/ 2246435 h 2416800"/>
                <a:gd name="connsiteX13" fmla="*/ 2285631 w 3318282"/>
                <a:gd name="connsiteY13" fmla="*/ 2416398 h 2416800"/>
                <a:gd name="connsiteX14" fmla="*/ 2140417 w 3318282"/>
                <a:gd name="connsiteY14" fmla="*/ 2272414 h 2416800"/>
                <a:gd name="connsiteX15" fmla="*/ 2169712 w 3318282"/>
                <a:gd name="connsiteY15" fmla="*/ 1703336 h 2416800"/>
                <a:gd name="connsiteX16" fmla="*/ 2026166 w 3318282"/>
                <a:gd name="connsiteY16" fmla="*/ 1069652 h 2416800"/>
                <a:gd name="connsiteX17" fmla="*/ 1757076 w 3318282"/>
                <a:gd name="connsiteY17" fmla="*/ 656557 h 2416800"/>
                <a:gd name="connsiteX18" fmla="*/ 1419358 w 3318282"/>
                <a:gd name="connsiteY18" fmla="*/ 385071 h 2416800"/>
                <a:gd name="connsiteX19" fmla="*/ 889133 w 3318282"/>
                <a:gd name="connsiteY19" fmla="*/ 240296 h 2416800"/>
                <a:gd name="connsiteX20" fmla="*/ 494497 w 3318282"/>
                <a:gd name="connsiteY20" fmla="*/ 337736 h 2416800"/>
                <a:gd name="connsiteX21" fmla="*/ 321242 w 3318282"/>
                <a:gd name="connsiteY21" fmla="*/ 520616 h 2416800"/>
                <a:gd name="connsiteX22" fmla="*/ 253866 w 3318282"/>
                <a:gd name="connsiteY22" fmla="*/ 578367 h 2416800"/>
                <a:gd name="connsiteX23" fmla="*/ 32485 w 3318282"/>
                <a:gd name="connsiteY23" fmla="*/ 501365 h 2416800"/>
                <a:gd name="connsiteX24" fmla="*/ 42110 w 3318282"/>
                <a:gd name="connsiteY24" fmla="*/ 414738 h 2416800"/>
                <a:gd name="connsiteX0" fmla="*/ 42110 w 3318282"/>
                <a:gd name="connsiteY0" fmla="*/ 477780 h 2479842"/>
                <a:gd name="connsiteX1" fmla="*/ 388619 w 3318282"/>
                <a:gd name="connsiteY1" fmla="*/ 121645 h 2479842"/>
                <a:gd name="connsiteX2" fmla="*/ 843865 w 3318282"/>
                <a:gd name="connsiteY2" fmla="*/ 120 h 2479842"/>
                <a:gd name="connsiteX3" fmla="*/ 1303019 w 3318282"/>
                <a:gd name="connsiteY3" fmla="*/ 112020 h 2479842"/>
                <a:gd name="connsiteX4" fmla="*/ 2034539 w 3318282"/>
                <a:gd name="connsiteY4" fmla="*/ 601325 h 2479842"/>
                <a:gd name="connsiteX5" fmla="*/ 2401134 w 3318282"/>
                <a:gd name="connsiteY5" fmla="*/ 1311220 h 2479842"/>
                <a:gd name="connsiteX6" fmla="*/ 2458051 w 3318282"/>
                <a:gd name="connsiteY6" fmla="*/ 1892694 h 2479842"/>
                <a:gd name="connsiteX7" fmla="*/ 2467676 w 3318282"/>
                <a:gd name="connsiteY7" fmla="*/ 2142951 h 2479842"/>
                <a:gd name="connsiteX8" fmla="*/ 2871937 w 3318282"/>
                <a:gd name="connsiteY8" fmla="*/ 1960071 h 2479842"/>
                <a:gd name="connsiteX9" fmla="*/ 3286658 w 3318282"/>
                <a:gd name="connsiteY9" fmla="*/ 1894278 h 2479842"/>
                <a:gd name="connsiteX10" fmla="*/ 3285824 w 3318282"/>
                <a:gd name="connsiteY10" fmla="*/ 2008197 h 2479842"/>
                <a:gd name="connsiteX11" fmla="*/ 3255277 w 3318282"/>
                <a:gd name="connsiteY11" fmla="*/ 2031927 h 2479842"/>
                <a:gd name="connsiteX12" fmla="*/ 2881981 w 3318282"/>
                <a:gd name="connsiteY12" fmla="*/ 2116181 h 2479842"/>
                <a:gd name="connsiteX13" fmla="*/ 2537140 w 3318282"/>
                <a:gd name="connsiteY13" fmla="*/ 2309477 h 2479842"/>
                <a:gd name="connsiteX14" fmla="*/ 2285631 w 3318282"/>
                <a:gd name="connsiteY14" fmla="*/ 2479440 h 2479842"/>
                <a:gd name="connsiteX15" fmla="*/ 2140417 w 3318282"/>
                <a:gd name="connsiteY15" fmla="*/ 2335456 h 2479842"/>
                <a:gd name="connsiteX16" fmla="*/ 2169712 w 3318282"/>
                <a:gd name="connsiteY16" fmla="*/ 1766378 h 2479842"/>
                <a:gd name="connsiteX17" fmla="*/ 2026166 w 3318282"/>
                <a:gd name="connsiteY17" fmla="*/ 1132694 h 2479842"/>
                <a:gd name="connsiteX18" fmla="*/ 1757076 w 3318282"/>
                <a:gd name="connsiteY18" fmla="*/ 719599 h 2479842"/>
                <a:gd name="connsiteX19" fmla="*/ 1419358 w 3318282"/>
                <a:gd name="connsiteY19" fmla="*/ 448113 h 2479842"/>
                <a:gd name="connsiteX20" fmla="*/ 889133 w 3318282"/>
                <a:gd name="connsiteY20" fmla="*/ 303338 h 2479842"/>
                <a:gd name="connsiteX21" fmla="*/ 494497 w 3318282"/>
                <a:gd name="connsiteY21" fmla="*/ 400778 h 2479842"/>
                <a:gd name="connsiteX22" fmla="*/ 321242 w 3318282"/>
                <a:gd name="connsiteY22" fmla="*/ 583658 h 2479842"/>
                <a:gd name="connsiteX23" fmla="*/ 253866 w 3318282"/>
                <a:gd name="connsiteY23" fmla="*/ 641409 h 2479842"/>
                <a:gd name="connsiteX24" fmla="*/ 32485 w 3318282"/>
                <a:gd name="connsiteY24" fmla="*/ 564407 h 2479842"/>
                <a:gd name="connsiteX25" fmla="*/ 42110 w 3318282"/>
                <a:gd name="connsiteY25" fmla="*/ 477780 h 2479842"/>
                <a:gd name="connsiteX0" fmla="*/ 42110 w 3318282"/>
                <a:gd name="connsiteY0" fmla="*/ 477703 h 2479765"/>
                <a:gd name="connsiteX1" fmla="*/ 388619 w 3318282"/>
                <a:gd name="connsiteY1" fmla="*/ 121568 h 2479765"/>
                <a:gd name="connsiteX2" fmla="*/ 843865 w 3318282"/>
                <a:gd name="connsiteY2" fmla="*/ 43 h 2479765"/>
                <a:gd name="connsiteX3" fmla="*/ 1483789 w 3318282"/>
                <a:gd name="connsiteY3" fmla="*/ 142006 h 2479765"/>
                <a:gd name="connsiteX4" fmla="*/ 2034539 w 3318282"/>
                <a:gd name="connsiteY4" fmla="*/ 601248 h 2479765"/>
                <a:gd name="connsiteX5" fmla="*/ 2401134 w 3318282"/>
                <a:gd name="connsiteY5" fmla="*/ 1311143 h 2479765"/>
                <a:gd name="connsiteX6" fmla="*/ 2458051 w 3318282"/>
                <a:gd name="connsiteY6" fmla="*/ 1892617 h 2479765"/>
                <a:gd name="connsiteX7" fmla="*/ 2467676 w 3318282"/>
                <a:gd name="connsiteY7" fmla="*/ 2142874 h 2479765"/>
                <a:gd name="connsiteX8" fmla="*/ 2871937 w 3318282"/>
                <a:gd name="connsiteY8" fmla="*/ 1959994 h 2479765"/>
                <a:gd name="connsiteX9" fmla="*/ 3286658 w 3318282"/>
                <a:gd name="connsiteY9" fmla="*/ 1894201 h 2479765"/>
                <a:gd name="connsiteX10" fmla="*/ 3285824 w 3318282"/>
                <a:gd name="connsiteY10" fmla="*/ 2008120 h 2479765"/>
                <a:gd name="connsiteX11" fmla="*/ 3255277 w 3318282"/>
                <a:gd name="connsiteY11" fmla="*/ 2031850 h 2479765"/>
                <a:gd name="connsiteX12" fmla="*/ 2881981 w 3318282"/>
                <a:gd name="connsiteY12" fmla="*/ 2116104 h 2479765"/>
                <a:gd name="connsiteX13" fmla="*/ 2537140 w 3318282"/>
                <a:gd name="connsiteY13" fmla="*/ 2309400 h 2479765"/>
                <a:gd name="connsiteX14" fmla="*/ 2285631 w 3318282"/>
                <a:gd name="connsiteY14" fmla="*/ 2479363 h 2479765"/>
                <a:gd name="connsiteX15" fmla="*/ 2140417 w 3318282"/>
                <a:gd name="connsiteY15" fmla="*/ 2335379 h 2479765"/>
                <a:gd name="connsiteX16" fmla="*/ 2169712 w 3318282"/>
                <a:gd name="connsiteY16" fmla="*/ 1766301 h 2479765"/>
                <a:gd name="connsiteX17" fmla="*/ 2026166 w 3318282"/>
                <a:gd name="connsiteY17" fmla="*/ 1132617 h 2479765"/>
                <a:gd name="connsiteX18" fmla="*/ 1757076 w 3318282"/>
                <a:gd name="connsiteY18" fmla="*/ 719522 h 2479765"/>
                <a:gd name="connsiteX19" fmla="*/ 1419358 w 3318282"/>
                <a:gd name="connsiteY19" fmla="*/ 448036 h 2479765"/>
                <a:gd name="connsiteX20" fmla="*/ 889133 w 3318282"/>
                <a:gd name="connsiteY20" fmla="*/ 303261 h 2479765"/>
                <a:gd name="connsiteX21" fmla="*/ 494497 w 3318282"/>
                <a:gd name="connsiteY21" fmla="*/ 400701 h 2479765"/>
                <a:gd name="connsiteX22" fmla="*/ 321242 w 3318282"/>
                <a:gd name="connsiteY22" fmla="*/ 583581 h 2479765"/>
                <a:gd name="connsiteX23" fmla="*/ 253866 w 3318282"/>
                <a:gd name="connsiteY23" fmla="*/ 641332 h 2479765"/>
                <a:gd name="connsiteX24" fmla="*/ 32485 w 3318282"/>
                <a:gd name="connsiteY24" fmla="*/ 564330 h 2479765"/>
                <a:gd name="connsiteX25" fmla="*/ 42110 w 3318282"/>
                <a:gd name="connsiteY25" fmla="*/ 477703 h 2479765"/>
                <a:gd name="connsiteX0" fmla="*/ 41486 w 3317658"/>
                <a:gd name="connsiteY0" fmla="*/ 477703 h 2479765"/>
                <a:gd name="connsiteX1" fmla="*/ 377952 w 3317658"/>
                <a:gd name="connsiteY1" fmla="*/ 151631 h 2479765"/>
                <a:gd name="connsiteX2" fmla="*/ 843241 w 3317658"/>
                <a:gd name="connsiteY2" fmla="*/ 43 h 2479765"/>
                <a:gd name="connsiteX3" fmla="*/ 1483165 w 3317658"/>
                <a:gd name="connsiteY3" fmla="*/ 142006 h 2479765"/>
                <a:gd name="connsiteX4" fmla="*/ 2033915 w 3317658"/>
                <a:gd name="connsiteY4" fmla="*/ 601248 h 2479765"/>
                <a:gd name="connsiteX5" fmla="*/ 2400510 w 3317658"/>
                <a:gd name="connsiteY5" fmla="*/ 1311143 h 2479765"/>
                <a:gd name="connsiteX6" fmla="*/ 2457427 w 3317658"/>
                <a:gd name="connsiteY6" fmla="*/ 1892617 h 2479765"/>
                <a:gd name="connsiteX7" fmla="*/ 2467052 w 3317658"/>
                <a:gd name="connsiteY7" fmla="*/ 2142874 h 2479765"/>
                <a:gd name="connsiteX8" fmla="*/ 2871313 w 3317658"/>
                <a:gd name="connsiteY8" fmla="*/ 1959994 h 2479765"/>
                <a:gd name="connsiteX9" fmla="*/ 3286034 w 3317658"/>
                <a:gd name="connsiteY9" fmla="*/ 1894201 h 2479765"/>
                <a:gd name="connsiteX10" fmla="*/ 3285200 w 3317658"/>
                <a:gd name="connsiteY10" fmla="*/ 2008120 h 2479765"/>
                <a:gd name="connsiteX11" fmla="*/ 3254653 w 3317658"/>
                <a:gd name="connsiteY11" fmla="*/ 2031850 h 2479765"/>
                <a:gd name="connsiteX12" fmla="*/ 2881357 w 3317658"/>
                <a:gd name="connsiteY12" fmla="*/ 2116104 h 2479765"/>
                <a:gd name="connsiteX13" fmla="*/ 2536516 w 3317658"/>
                <a:gd name="connsiteY13" fmla="*/ 2309400 h 2479765"/>
                <a:gd name="connsiteX14" fmla="*/ 2285007 w 3317658"/>
                <a:gd name="connsiteY14" fmla="*/ 2479363 h 2479765"/>
                <a:gd name="connsiteX15" fmla="*/ 2139793 w 3317658"/>
                <a:gd name="connsiteY15" fmla="*/ 2335379 h 2479765"/>
                <a:gd name="connsiteX16" fmla="*/ 2169088 w 3317658"/>
                <a:gd name="connsiteY16" fmla="*/ 1766301 h 2479765"/>
                <a:gd name="connsiteX17" fmla="*/ 2025542 w 3317658"/>
                <a:gd name="connsiteY17" fmla="*/ 1132617 h 2479765"/>
                <a:gd name="connsiteX18" fmla="*/ 1756452 w 3317658"/>
                <a:gd name="connsiteY18" fmla="*/ 719522 h 2479765"/>
                <a:gd name="connsiteX19" fmla="*/ 1418734 w 3317658"/>
                <a:gd name="connsiteY19" fmla="*/ 448036 h 2479765"/>
                <a:gd name="connsiteX20" fmla="*/ 888509 w 3317658"/>
                <a:gd name="connsiteY20" fmla="*/ 303261 h 2479765"/>
                <a:gd name="connsiteX21" fmla="*/ 493873 w 3317658"/>
                <a:gd name="connsiteY21" fmla="*/ 400701 h 2479765"/>
                <a:gd name="connsiteX22" fmla="*/ 320618 w 3317658"/>
                <a:gd name="connsiteY22" fmla="*/ 583581 h 2479765"/>
                <a:gd name="connsiteX23" fmla="*/ 253242 w 3317658"/>
                <a:gd name="connsiteY23" fmla="*/ 641332 h 2479765"/>
                <a:gd name="connsiteX24" fmla="*/ 31861 w 3317658"/>
                <a:gd name="connsiteY24" fmla="*/ 564330 h 2479765"/>
                <a:gd name="connsiteX25" fmla="*/ 41486 w 3317658"/>
                <a:gd name="connsiteY25" fmla="*/ 477703 h 2479765"/>
                <a:gd name="connsiteX0" fmla="*/ 41486 w 3317658"/>
                <a:gd name="connsiteY0" fmla="*/ 467692 h 2469754"/>
                <a:gd name="connsiteX1" fmla="*/ 377952 w 3317658"/>
                <a:gd name="connsiteY1" fmla="*/ 141620 h 2469754"/>
                <a:gd name="connsiteX2" fmla="*/ 843241 w 3317658"/>
                <a:gd name="connsiteY2" fmla="*/ 53 h 2469754"/>
                <a:gd name="connsiteX3" fmla="*/ 1483165 w 3317658"/>
                <a:gd name="connsiteY3" fmla="*/ 131995 h 2469754"/>
                <a:gd name="connsiteX4" fmla="*/ 2033915 w 3317658"/>
                <a:gd name="connsiteY4" fmla="*/ 591237 h 2469754"/>
                <a:gd name="connsiteX5" fmla="*/ 2400510 w 3317658"/>
                <a:gd name="connsiteY5" fmla="*/ 1301132 h 2469754"/>
                <a:gd name="connsiteX6" fmla="*/ 2457427 w 3317658"/>
                <a:gd name="connsiteY6" fmla="*/ 1882606 h 2469754"/>
                <a:gd name="connsiteX7" fmla="*/ 2467052 w 3317658"/>
                <a:gd name="connsiteY7" fmla="*/ 2132863 h 2469754"/>
                <a:gd name="connsiteX8" fmla="*/ 2871313 w 3317658"/>
                <a:gd name="connsiteY8" fmla="*/ 1949983 h 2469754"/>
                <a:gd name="connsiteX9" fmla="*/ 3286034 w 3317658"/>
                <a:gd name="connsiteY9" fmla="*/ 1884190 h 2469754"/>
                <a:gd name="connsiteX10" fmla="*/ 3285200 w 3317658"/>
                <a:gd name="connsiteY10" fmla="*/ 1998109 h 2469754"/>
                <a:gd name="connsiteX11" fmla="*/ 3254653 w 3317658"/>
                <a:gd name="connsiteY11" fmla="*/ 2021839 h 2469754"/>
                <a:gd name="connsiteX12" fmla="*/ 2881357 w 3317658"/>
                <a:gd name="connsiteY12" fmla="*/ 2106093 h 2469754"/>
                <a:gd name="connsiteX13" fmla="*/ 2536516 w 3317658"/>
                <a:gd name="connsiteY13" fmla="*/ 2299389 h 2469754"/>
                <a:gd name="connsiteX14" fmla="*/ 2285007 w 3317658"/>
                <a:gd name="connsiteY14" fmla="*/ 2469352 h 2469754"/>
                <a:gd name="connsiteX15" fmla="*/ 2139793 w 3317658"/>
                <a:gd name="connsiteY15" fmla="*/ 2325368 h 2469754"/>
                <a:gd name="connsiteX16" fmla="*/ 2169088 w 3317658"/>
                <a:gd name="connsiteY16" fmla="*/ 1756290 h 2469754"/>
                <a:gd name="connsiteX17" fmla="*/ 2025542 w 3317658"/>
                <a:gd name="connsiteY17" fmla="*/ 1122606 h 2469754"/>
                <a:gd name="connsiteX18" fmla="*/ 1756452 w 3317658"/>
                <a:gd name="connsiteY18" fmla="*/ 709511 h 2469754"/>
                <a:gd name="connsiteX19" fmla="*/ 1418734 w 3317658"/>
                <a:gd name="connsiteY19" fmla="*/ 438025 h 2469754"/>
                <a:gd name="connsiteX20" fmla="*/ 888509 w 3317658"/>
                <a:gd name="connsiteY20" fmla="*/ 293250 h 2469754"/>
                <a:gd name="connsiteX21" fmla="*/ 493873 w 3317658"/>
                <a:gd name="connsiteY21" fmla="*/ 390690 h 2469754"/>
                <a:gd name="connsiteX22" fmla="*/ 320618 w 3317658"/>
                <a:gd name="connsiteY22" fmla="*/ 573570 h 2469754"/>
                <a:gd name="connsiteX23" fmla="*/ 253242 w 3317658"/>
                <a:gd name="connsiteY23" fmla="*/ 631321 h 2469754"/>
                <a:gd name="connsiteX24" fmla="*/ 31861 w 3317658"/>
                <a:gd name="connsiteY24" fmla="*/ 554319 h 2469754"/>
                <a:gd name="connsiteX25" fmla="*/ 41486 w 3317658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313820 w 3310860"/>
                <a:gd name="connsiteY22" fmla="*/ 573570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87075 w 3310860"/>
                <a:gd name="connsiteY21" fmla="*/ 390690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881711 w 3310860"/>
                <a:gd name="connsiteY20" fmla="*/ 29325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97118 w 3310860"/>
                <a:gd name="connsiteY21" fmla="*/ 349758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1936 w 3310860"/>
                <a:gd name="connsiteY19" fmla="*/ 438025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49654 w 3310860"/>
                <a:gd name="connsiteY18" fmla="*/ 709511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794847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18744 w 3310860"/>
                <a:gd name="connsiteY17" fmla="*/ 1122606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62290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50629 w 3310860"/>
                <a:gd name="connsiteY6" fmla="*/ 188260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93712 w 3310860"/>
                <a:gd name="connsiteY5" fmla="*/ 130113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35564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60254 w 3310860"/>
                <a:gd name="connsiteY7" fmla="*/ 2132863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40169 w 3310860"/>
                <a:gd name="connsiteY7" fmla="*/ 2127747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69754"/>
                <a:gd name="connsiteX1" fmla="*/ 371154 w 3310860"/>
                <a:gd name="connsiteY1" fmla="*/ 141620 h 2469754"/>
                <a:gd name="connsiteX2" fmla="*/ 836443 w 3310860"/>
                <a:gd name="connsiteY2" fmla="*/ 53 h 2469754"/>
                <a:gd name="connsiteX3" fmla="*/ 1476367 w 3310860"/>
                <a:gd name="connsiteY3" fmla="*/ 131995 h 2469754"/>
                <a:gd name="connsiteX4" fmla="*/ 2027117 w 3310860"/>
                <a:gd name="connsiteY4" fmla="*/ 591237 h 2469754"/>
                <a:gd name="connsiteX5" fmla="*/ 2373627 w 3310860"/>
                <a:gd name="connsiteY5" fmla="*/ 1316482 h 2469754"/>
                <a:gd name="connsiteX6" fmla="*/ 2420500 w 3310860"/>
                <a:gd name="connsiteY6" fmla="*/ 1897956 h 2469754"/>
                <a:gd name="connsiteX7" fmla="*/ 2415063 w 3310860"/>
                <a:gd name="connsiteY7" fmla="*/ 2173796 h 2469754"/>
                <a:gd name="connsiteX8" fmla="*/ 2864515 w 3310860"/>
                <a:gd name="connsiteY8" fmla="*/ 1949983 h 2469754"/>
                <a:gd name="connsiteX9" fmla="*/ 3279236 w 3310860"/>
                <a:gd name="connsiteY9" fmla="*/ 1884190 h 2469754"/>
                <a:gd name="connsiteX10" fmla="*/ 3278402 w 3310860"/>
                <a:gd name="connsiteY10" fmla="*/ 1998109 h 2469754"/>
                <a:gd name="connsiteX11" fmla="*/ 3247855 w 3310860"/>
                <a:gd name="connsiteY11" fmla="*/ 2021839 h 2469754"/>
                <a:gd name="connsiteX12" fmla="*/ 2874559 w 3310860"/>
                <a:gd name="connsiteY12" fmla="*/ 2106093 h 2469754"/>
                <a:gd name="connsiteX13" fmla="*/ 2529718 w 3310860"/>
                <a:gd name="connsiteY13" fmla="*/ 2299389 h 2469754"/>
                <a:gd name="connsiteX14" fmla="*/ 2278209 w 3310860"/>
                <a:gd name="connsiteY14" fmla="*/ 2469352 h 2469754"/>
                <a:gd name="connsiteX15" fmla="*/ 2132995 w 3310860"/>
                <a:gd name="connsiteY15" fmla="*/ 2325368 h 2469754"/>
                <a:gd name="connsiteX16" fmla="*/ 2172334 w 3310860"/>
                <a:gd name="connsiteY16" fmla="*/ 1756290 h 2469754"/>
                <a:gd name="connsiteX17" fmla="*/ 2058915 w 3310860"/>
                <a:gd name="connsiteY17" fmla="*/ 1102139 h 2469754"/>
                <a:gd name="connsiteX18" fmla="*/ 1835018 w 3310860"/>
                <a:gd name="connsiteY18" fmla="*/ 714628 h 2469754"/>
                <a:gd name="connsiteX19" fmla="*/ 1416959 w 3310860"/>
                <a:gd name="connsiteY19" fmla="*/ 376628 h 2469754"/>
                <a:gd name="connsiteX20" fmla="*/ 901797 w 3310860"/>
                <a:gd name="connsiteY20" fmla="*/ 221620 h 2469754"/>
                <a:gd name="connsiteX21" fmla="*/ 472011 w 3310860"/>
                <a:gd name="connsiteY21" fmla="*/ 324175 h 2469754"/>
                <a:gd name="connsiteX22" fmla="*/ 298756 w 3310860"/>
                <a:gd name="connsiteY22" fmla="*/ 481473 h 2469754"/>
                <a:gd name="connsiteX23" fmla="*/ 161080 w 3310860"/>
                <a:gd name="connsiteY23" fmla="*/ 600622 h 2469754"/>
                <a:gd name="connsiteX24" fmla="*/ 25063 w 3310860"/>
                <a:gd name="connsiteY24" fmla="*/ 554319 h 2469754"/>
                <a:gd name="connsiteX25" fmla="*/ 34688 w 3310860"/>
                <a:gd name="connsiteY25" fmla="*/ 467692 h 2469754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74559 w 3310860"/>
                <a:gd name="connsiteY12" fmla="*/ 210609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0860"/>
                <a:gd name="connsiteY0" fmla="*/ 467692 h 2471040"/>
                <a:gd name="connsiteX1" fmla="*/ 371154 w 3310860"/>
                <a:gd name="connsiteY1" fmla="*/ 141620 h 2471040"/>
                <a:gd name="connsiteX2" fmla="*/ 836443 w 3310860"/>
                <a:gd name="connsiteY2" fmla="*/ 53 h 2471040"/>
                <a:gd name="connsiteX3" fmla="*/ 1476367 w 3310860"/>
                <a:gd name="connsiteY3" fmla="*/ 131995 h 2471040"/>
                <a:gd name="connsiteX4" fmla="*/ 2027117 w 3310860"/>
                <a:gd name="connsiteY4" fmla="*/ 591237 h 2471040"/>
                <a:gd name="connsiteX5" fmla="*/ 2373627 w 3310860"/>
                <a:gd name="connsiteY5" fmla="*/ 1316482 h 2471040"/>
                <a:gd name="connsiteX6" fmla="*/ 2420500 w 3310860"/>
                <a:gd name="connsiteY6" fmla="*/ 1897956 h 2471040"/>
                <a:gd name="connsiteX7" fmla="*/ 2415063 w 3310860"/>
                <a:gd name="connsiteY7" fmla="*/ 2173796 h 2471040"/>
                <a:gd name="connsiteX8" fmla="*/ 2864515 w 3310860"/>
                <a:gd name="connsiteY8" fmla="*/ 1949983 h 2471040"/>
                <a:gd name="connsiteX9" fmla="*/ 3279236 w 3310860"/>
                <a:gd name="connsiteY9" fmla="*/ 1884190 h 2471040"/>
                <a:gd name="connsiteX10" fmla="*/ 3278402 w 3310860"/>
                <a:gd name="connsiteY10" fmla="*/ 1998109 h 2471040"/>
                <a:gd name="connsiteX11" fmla="*/ 3247855 w 3310860"/>
                <a:gd name="connsiteY11" fmla="*/ 2021839 h 2471040"/>
                <a:gd name="connsiteX12" fmla="*/ 2869539 w 3310860"/>
                <a:gd name="connsiteY12" fmla="*/ 2065163 h 2471040"/>
                <a:gd name="connsiteX13" fmla="*/ 2514654 w 3310860"/>
                <a:gd name="connsiteY13" fmla="*/ 2263574 h 2471040"/>
                <a:gd name="connsiteX14" fmla="*/ 2278209 w 3310860"/>
                <a:gd name="connsiteY14" fmla="*/ 2469352 h 2471040"/>
                <a:gd name="connsiteX15" fmla="*/ 2132995 w 3310860"/>
                <a:gd name="connsiteY15" fmla="*/ 2325368 h 2471040"/>
                <a:gd name="connsiteX16" fmla="*/ 2172334 w 3310860"/>
                <a:gd name="connsiteY16" fmla="*/ 1756290 h 2471040"/>
                <a:gd name="connsiteX17" fmla="*/ 2058915 w 3310860"/>
                <a:gd name="connsiteY17" fmla="*/ 1102139 h 2471040"/>
                <a:gd name="connsiteX18" fmla="*/ 1835018 w 3310860"/>
                <a:gd name="connsiteY18" fmla="*/ 714628 h 2471040"/>
                <a:gd name="connsiteX19" fmla="*/ 1416959 w 3310860"/>
                <a:gd name="connsiteY19" fmla="*/ 376628 h 2471040"/>
                <a:gd name="connsiteX20" fmla="*/ 901797 w 3310860"/>
                <a:gd name="connsiteY20" fmla="*/ 221620 h 2471040"/>
                <a:gd name="connsiteX21" fmla="*/ 472011 w 3310860"/>
                <a:gd name="connsiteY21" fmla="*/ 324175 h 2471040"/>
                <a:gd name="connsiteX22" fmla="*/ 298756 w 3310860"/>
                <a:gd name="connsiteY22" fmla="*/ 481473 h 2471040"/>
                <a:gd name="connsiteX23" fmla="*/ 161080 w 3310860"/>
                <a:gd name="connsiteY23" fmla="*/ 600622 h 2471040"/>
                <a:gd name="connsiteX24" fmla="*/ 25063 w 3310860"/>
                <a:gd name="connsiteY24" fmla="*/ 554319 h 2471040"/>
                <a:gd name="connsiteX25" fmla="*/ 34688 w 3310860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20500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00415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73627 w 3318295"/>
                <a:gd name="connsiteY5" fmla="*/ 1316482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72334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058915 w 3318295"/>
                <a:gd name="connsiteY17" fmla="*/ 1102139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15479 w 3318295"/>
                <a:gd name="connsiteY6" fmla="*/ 1897956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16959 w 3318295"/>
                <a:gd name="connsiteY19" fmla="*/ 37662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14628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35018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  <a:gd name="connsiteX0" fmla="*/ 34688 w 3318295"/>
                <a:gd name="connsiteY0" fmla="*/ 467692 h 2471040"/>
                <a:gd name="connsiteX1" fmla="*/ 371154 w 3318295"/>
                <a:gd name="connsiteY1" fmla="*/ 141620 h 2471040"/>
                <a:gd name="connsiteX2" fmla="*/ 836443 w 3318295"/>
                <a:gd name="connsiteY2" fmla="*/ 53 h 2471040"/>
                <a:gd name="connsiteX3" fmla="*/ 1476367 w 3318295"/>
                <a:gd name="connsiteY3" fmla="*/ 131995 h 2471040"/>
                <a:gd name="connsiteX4" fmla="*/ 2027117 w 3318295"/>
                <a:gd name="connsiteY4" fmla="*/ 591237 h 2471040"/>
                <a:gd name="connsiteX5" fmla="*/ 2358563 w 3318295"/>
                <a:gd name="connsiteY5" fmla="*/ 1285783 h 2471040"/>
                <a:gd name="connsiteX6" fmla="*/ 2405436 w 3318295"/>
                <a:gd name="connsiteY6" fmla="*/ 1877490 h 2471040"/>
                <a:gd name="connsiteX7" fmla="*/ 2415063 w 3318295"/>
                <a:gd name="connsiteY7" fmla="*/ 2173796 h 2471040"/>
                <a:gd name="connsiteX8" fmla="*/ 2764087 w 3318295"/>
                <a:gd name="connsiteY8" fmla="*/ 1980682 h 2471040"/>
                <a:gd name="connsiteX9" fmla="*/ 3279236 w 3318295"/>
                <a:gd name="connsiteY9" fmla="*/ 1884190 h 2471040"/>
                <a:gd name="connsiteX10" fmla="*/ 3278402 w 3318295"/>
                <a:gd name="connsiteY10" fmla="*/ 1998109 h 2471040"/>
                <a:gd name="connsiteX11" fmla="*/ 3247855 w 3318295"/>
                <a:gd name="connsiteY11" fmla="*/ 2021839 h 2471040"/>
                <a:gd name="connsiteX12" fmla="*/ 2869539 w 3318295"/>
                <a:gd name="connsiteY12" fmla="*/ 2065163 h 2471040"/>
                <a:gd name="connsiteX13" fmla="*/ 2514654 w 3318295"/>
                <a:gd name="connsiteY13" fmla="*/ 2263574 h 2471040"/>
                <a:gd name="connsiteX14" fmla="*/ 2278209 w 3318295"/>
                <a:gd name="connsiteY14" fmla="*/ 2469352 h 2471040"/>
                <a:gd name="connsiteX15" fmla="*/ 2132995 w 3318295"/>
                <a:gd name="connsiteY15" fmla="*/ 2325368 h 2471040"/>
                <a:gd name="connsiteX16" fmla="*/ 2187398 w 3318295"/>
                <a:gd name="connsiteY16" fmla="*/ 1756290 h 2471040"/>
                <a:gd name="connsiteX17" fmla="*/ 2109130 w 3318295"/>
                <a:gd name="connsiteY17" fmla="*/ 1235167 h 2471040"/>
                <a:gd name="connsiteX18" fmla="*/ 1855103 w 3318295"/>
                <a:gd name="connsiteY18" fmla="*/ 704396 h 2471040"/>
                <a:gd name="connsiteX19" fmla="*/ 1427002 w 3318295"/>
                <a:gd name="connsiteY19" fmla="*/ 361278 h 2471040"/>
                <a:gd name="connsiteX20" fmla="*/ 901797 w 3318295"/>
                <a:gd name="connsiteY20" fmla="*/ 221620 h 2471040"/>
                <a:gd name="connsiteX21" fmla="*/ 472011 w 3318295"/>
                <a:gd name="connsiteY21" fmla="*/ 324175 h 2471040"/>
                <a:gd name="connsiteX22" fmla="*/ 298756 w 3318295"/>
                <a:gd name="connsiteY22" fmla="*/ 481473 h 2471040"/>
                <a:gd name="connsiteX23" fmla="*/ 161080 w 3318295"/>
                <a:gd name="connsiteY23" fmla="*/ 600622 h 2471040"/>
                <a:gd name="connsiteX24" fmla="*/ 25063 w 3318295"/>
                <a:gd name="connsiteY24" fmla="*/ 554319 h 2471040"/>
                <a:gd name="connsiteX25" fmla="*/ 34688 w 3318295"/>
                <a:gd name="connsiteY25" fmla="*/ 467692 h 24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18295" h="2471040">
                  <a:moveTo>
                    <a:pt x="34688" y="467692"/>
                  </a:moveTo>
                  <a:cubicBezTo>
                    <a:pt x="92370" y="398909"/>
                    <a:pt x="237528" y="219560"/>
                    <a:pt x="371154" y="141620"/>
                  </a:cubicBezTo>
                  <a:cubicBezTo>
                    <a:pt x="504780" y="63680"/>
                    <a:pt x="684043" y="1657"/>
                    <a:pt x="836443" y="53"/>
                  </a:cubicBezTo>
                  <a:cubicBezTo>
                    <a:pt x="988843" y="-1551"/>
                    <a:pt x="1277921" y="33464"/>
                    <a:pt x="1476367" y="131995"/>
                  </a:cubicBezTo>
                  <a:cubicBezTo>
                    <a:pt x="1674813" y="230526"/>
                    <a:pt x="1880084" y="398939"/>
                    <a:pt x="2027117" y="591237"/>
                  </a:cubicBezTo>
                  <a:cubicBezTo>
                    <a:pt x="2174150" y="783535"/>
                    <a:pt x="2295510" y="1071407"/>
                    <a:pt x="2358563" y="1285783"/>
                  </a:cubicBezTo>
                  <a:cubicBezTo>
                    <a:pt x="2421616" y="1500159"/>
                    <a:pt x="2396019" y="1729488"/>
                    <a:pt x="2405436" y="1877490"/>
                  </a:cubicBezTo>
                  <a:cubicBezTo>
                    <a:pt x="2414853" y="2025492"/>
                    <a:pt x="2355288" y="2156597"/>
                    <a:pt x="2415063" y="2173796"/>
                  </a:cubicBezTo>
                  <a:cubicBezTo>
                    <a:pt x="2474838" y="2190995"/>
                    <a:pt x="2620058" y="2028950"/>
                    <a:pt x="2764087" y="1980682"/>
                  </a:cubicBezTo>
                  <a:cubicBezTo>
                    <a:pt x="2908116" y="1932414"/>
                    <a:pt x="3193517" y="1881286"/>
                    <a:pt x="3279236" y="1884190"/>
                  </a:cubicBezTo>
                  <a:cubicBezTo>
                    <a:pt x="3364955" y="1887094"/>
                    <a:pt x="3283632" y="1975168"/>
                    <a:pt x="3278402" y="1998109"/>
                  </a:cubicBezTo>
                  <a:cubicBezTo>
                    <a:pt x="3273172" y="2021050"/>
                    <a:pt x="3315999" y="2010663"/>
                    <a:pt x="3247855" y="2021839"/>
                  </a:cubicBezTo>
                  <a:cubicBezTo>
                    <a:pt x="3179711" y="2033015"/>
                    <a:pt x="2991739" y="2024874"/>
                    <a:pt x="2869539" y="2065163"/>
                  </a:cubicBezTo>
                  <a:cubicBezTo>
                    <a:pt x="2747339" y="2105452"/>
                    <a:pt x="2613209" y="2196209"/>
                    <a:pt x="2514654" y="2263574"/>
                  </a:cubicBezTo>
                  <a:cubicBezTo>
                    <a:pt x="2416099" y="2330939"/>
                    <a:pt x="2341819" y="2459053"/>
                    <a:pt x="2278209" y="2469352"/>
                  </a:cubicBezTo>
                  <a:cubicBezTo>
                    <a:pt x="2214599" y="2479651"/>
                    <a:pt x="2148130" y="2444212"/>
                    <a:pt x="2132995" y="2325368"/>
                  </a:cubicBezTo>
                  <a:cubicBezTo>
                    <a:pt x="2117860" y="2206524"/>
                    <a:pt x="2191375" y="1937990"/>
                    <a:pt x="2187398" y="1756290"/>
                  </a:cubicBezTo>
                  <a:cubicBezTo>
                    <a:pt x="2183421" y="1574590"/>
                    <a:pt x="2164513" y="1410483"/>
                    <a:pt x="2109130" y="1235167"/>
                  </a:cubicBezTo>
                  <a:cubicBezTo>
                    <a:pt x="2053747" y="1059851"/>
                    <a:pt x="1968791" y="850044"/>
                    <a:pt x="1855103" y="704396"/>
                  </a:cubicBezTo>
                  <a:cubicBezTo>
                    <a:pt x="1741415" y="558748"/>
                    <a:pt x="1585886" y="441741"/>
                    <a:pt x="1427002" y="361278"/>
                  </a:cubicBezTo>
                  <a:cubicBezTo>
                    <a:pt x="1268118" y="280815"/>
                    <a:pt x="1060962" y="227804"/>
                    <a:pt x="901797" y="221620"/>
                  </a:cubicBezTo>
                  <a:cubicBezTo>
                    <a:pt x="742632" y="215436"/>
                    <a:pt x="572518" y="280866"/>
                    <a:pt x="472011" y="324175"/>
                  </a:cubicBezTo>
                  <a:cubicBezTo>
                    <a:pt x="371504" y="367484"/>
                    <a:pt x="350578" y="435399"/>
                    <a:pt x="298756" y="481473"/>
                  </a:cubicBezTo>
                  <a:cubicBezTo>
                    <a:pt x="246934" y="527547"/>
                    <a:pt x="209206" y="603830"/>
                    <a:pt x="161080" y="600622"/>
                  </a:cubicBezTo>
                  <a:cubicBezTo>
                    <a:pt x="112954" y="597414"/>
                    <a:pt x="46128" y="576474"/>
                    <a:pt x="25063" y="554319"/>
                  </a:cubicBezTo>
                  <a:cubicBezTo>
                    <a:pt x="3998" y="532164"/>
                    <a:pt x="-22994" y="536475"/>
                    <a:pt x="34688" y="467692"/>
                  </a:cubicBezTo>
                  <a:close/>
                </a:path>
              </a:pathLst>
            </a:custGeom>
            <a:solidFill>
              <a:srgbClr val="FF797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D78F43-6198-4F25-BBC8-62A2B06327AB}"/>
                </a:ext>
              </a:extLst>
            </p:cNvPr>
            <p:cNvSpPr/>
            <p:nvPr/>
          </p:nvSpPr>
          <p:spPr>
            <a:xfrm>
              <a:off x="3881801" y="1727464"/>
              <a:ext cx="201622" cy="910166"/>
            </a:xfrm>
            <a:prstGeom prst="roundRect">
              <a:avLst/>
            </a:prstGeom>
            <a:gradFill flip="none" rotWithShape="1">
              <a:gsLst>
                <a:gs pos="87000">
                  <a:schemeClr val="accent1">
                    <a:lumMod val="40000"/>
                    <a:lumOff val="60000"/>
                  </a:schemeClr>
                </a:gs>
                <a:gs pos="100000">
                  <a:srgbClr val="C693B0"/>
                </a:gs>
                <a:gs pos="21000">
                  <a:schemeClr val="accent1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FDFB558-DA87-46C6-958A-616A9A9B48E2}"/>
                </a:ext>
              </a:extLst>
            </p:cNvPr>
            <p:cNvSpPr/>
            <p:nvPr/>
          </p:nvSpPr>
          <p:spPr>
            <a:xfrm>
              <a:off x="3862711" y="1373659"/>
              <a:ext cx="1180660" cy="804798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181332 w 2166035"/>
                <a:gd name="connsiteY0" fmla="*/ 314219 h 1165168"/>
                <a:gd name="connsiteX1" fmla="*/ 5234 w 2166035"/>
                <a:gd name="connsiteY1" fmla="*/ 641551 h 1165168"/>
                <a:gd name="connsiteX2" fmla="*/ 79732 w 2166035"/>
                <a:gd name="connsiteY2" fmla="*/ 911119 h 1165168"/>
                <a:gd name="connsiteX3" fmla="*/ 409932 w 2166035"/>
                <a:gd name="connsiteY3" fmla="*/ 898419 h 1165168"/>
                <a:gd name="connsiteX4" fmla="*/ 536932 w 2166035"/>
                <a:gd name="connsiteY4" fmla="*/ 771419 h 1165168"/>
                <a:gd name="connsiteX5" fmla="*/ 524232 w 2166035"/>
                <a:gd name="connsiteY5" fmla="*/ 936519 h 1165168"/>
                <a:gd name="connsiteX6" fmla="*/ 651232 w 2166035"/>
                <a:gd name="connsiteY6" fmla="*/ 1063519 h 1165168"/>
                <a:gd name="connsiteX7" fmla="*/ 1184632 w 2166035"/>
                <a:gd name="connsiteY7" fmla="*/ 1165119 h 1165168"/>
                <a:gd name="connsiteX8" fmla="*/ 1832332 w 2166035"/>
                <a:gd name="connsiteY8" fmla="*/ 1050819 h 1165168"/>
                <a:gd name="connsiteX9" fmla="*/ 2149832 w 2166035"/>
                <a:gd name="connsiteY9" fmla="*/ 949219 h 1165168"/>
                <a:gd name="connsiteX10" fmla="*/ 2073632 w 2166035"/>
                <a:gd name="connsiteY10" fmla="*/ 492019 h 1165168"/>
                <a:gd name="connsiteX11" fmla="*/ 1679932 w 2166035"/>
                <a:gd name="connsiteY11" fmla="*/ 161819 h 1165168"/>
                <a:gd name="connsiteX12" fmla="*/ 1324332 w 2166035"/>
                <a:gd name="connsiteY12" fmla="*/ 9419 h 1165168"/>
                <a:gd name="connsiteX13" fmla="*/ 1057632 w 2166035"/>
                <a:gd name="connsiteY13" fmla="*/ 47519 h 1165168"/>
                <a:gd name="connsiteX14" fmla="*/ 841732 w 2166035"/>
                <a:gd name="connsiteY14" fmla="*/ 301519 h 1165168"/>
                <a:gd name="connsiteX15" fmla="*/ 765532 w 2166035"/>
                <a:gd name="connsiteY15" fmla="*/ 339619 h 1165168"/>
                <a:gd name="connsiteX16" fmla="*/ 460732 w 2166035"/>
                <a:gd name="connsiteY16" fmla="*/ 199919 h 1165168"/>
                <a:gd name="connsiteX17" fmla="*/ 181332 w 2166035"/>
                <a:gd name="connsiteY17" fmla="*/ 314219 h 1165168"/>
                <a:gd name="connsiteX0" fmla="*/ 176201 w 2160904"/>
                <a:gd name="connsiteY0" fmla="*/ 314219 h 1165168"/>
                <a:gd name="connsiteX1" fmla="*/ 103 w 2160904"/>
                <a:gd name="connsiteY1" fmla="*/ 641551 h 1165168"/>
                <a:gd name="connsiteX2" fmla="*/ 199269 w 2160904"/>
                <a:gd name="connsiteY2" fmla="*/ 901287 h 1165168"/>
                <a:gd name="connsiteX3" fmla="*/ 404801 w 2160904"/>
                <a:gd name="connsiteY3" fmla="*/ 898419 h 1165168"/>
                <a:gd name="connsiteX4" fmla="*/ 531801 w 2160904"/>
                <a:gd name="connsiteY4" fmla="*/ 771419 h 1165168"/>
                <a:gd name="connsiteX5" fmla="*/ 519101 w 2160904"/>
                <a:gd name="connsiteY5" fmla="*/ 936519 h 1165168"/>
                <a:gd name="connsiteX6" fmla="*/ 646101 w 2160904"/>
                <a:gd name="connsiteY6" fmla="*/ 1063519 h 1165168"/>
                <a:gd name="connsiteX7" fmla="*/ 1179501 w 2160904"/>
                <a:gd name="connsiteY7" fmla="*/ 1165119 h 1165168"/>
                <a:gd name="connsiteX8" fmla="*/ 1827201 w 2160904"/>
                <a:gd name="connsiteY8" fmla="*/ 1050819 h 1165168"/>
                <a:gd name="connsiteX9" fmla="*/ 2144701 w 2160904"/>
                <a:gd name="connsiteY9" fmla="*/ 949219 h 1165168"/>
                <a:gd name="connsiteX10" fmla="*/ 2068501 w 2160904"/>
                <a:gd name="connsiteY10" fmla="*/ 492019 h 1165168"/>
                <a:gd name="connsiteX11" fmla="*/ 1674801 w 2160904"/>
                <a:gd name="connsiteY11" fmla="*/ 161819 h 1165168"/>
                <a:gd name="connsiteX12" fmla="*/ 1319201 w 2160904"/>
                <a:gd name="connsiteY12" fmla="*/ 9419 h 1165168"/>
                <a:gd name="connsiteX13" fmla="*/ 1052501 w 2160904"/>
                <a:gd name="connsiteY13" fmla="*/ 47519 h 1165168"/>
                <a:gd name="connsiteX14" fmla="*/ 836601 w 2160904"/>
                <a:gd name="connsiteY14" fmla="*/ 301519 h 1165168"/>
                <a:gd name="connsiteX15" fmla="*/ 760401 w 2160904"/>
                <a:gd name="connsiteY15" fmla="*/ 339619 h 1165168"/>
                <a:gd name="connsiteX16" fmla="*/ 455601 w 2160904"/>
                <a:gd name="connsiteY16" fmla="*/ 199919 h 1165168"/>
                <a:gd name="connsiteX17" fmla="*/ 176201 w 2160904"/>
                <a:gd name="connsiteY17" fmla="*/ 314219 h 1165168"/>
                <a:gd name="connsiteX0" fmla="*/ 165373 w 2150076"/>
                <a:gd name="connsiteY0" fmla="*/ 314219 h 1165168"/>
                <a:gd name="connsiteX1" fmla="*/ 114 w 2150076"/>
                <a:gd name="connsiteY1" fmla="*/ 602222 h 1165168"/>
                <a:gd name="connsiteX2" fmla="*/ 188441 w 2150076"/>
                <a:gd name="connsiteY2" fmla="*/ 901287 h 1165168"/>
                <a:gd name="connsiteX3" fmla="*/ 393973 w 2150076"/>
                <a:gd name="connsiteY3" fmla="*/ 898419 h 1165168"/>
                <a:gd name="connsiteX4" fmla="*/ 520973 w 2150076"/>
                <a:gd name="connsiteY4" fmla="*/ 771419 h 1165168"/>
                <a:gd name="connsiteX5" fmla="*/ 508273 w 2150076"/>
                <a:gd name="connsiteY5" fmla="*/ 936519 h 1165168"/>
                <a:gd name="connsiteX6" fmla="*/ 635273 w 2150076"/>
                <a:gd name="connsiteY6" fmla="*/ 1063519 h 1165168"/>
                <a:gd name="connsiteX7" fmla="*/ 1168673 w 2150076"/>
                <a:gd name="connsiteY7" fmla="*/ 1165119 h 1165168"/>
                <a:gd name="connsiteX8" fmla="*/ 1816373 w 2150076"/>
                <a:gd name="connsiteY8" fmla="*/ 1050819 h 1165168"/>
                <a:gd name="connsiteX9" fmla="*/ 2133873 w 2150076"/>
                <a:gd name="connsiteY9" fmla="*/ 949219 h 1165168"/>
                <a:gd name="connsiteX10" fmla="*/ 2057673 w 2150076"/>
                <a:gd name="connsiteY10" fmla="*/ 492019 h 1165168"/>
                <a:gd name="connsiteX11" fmla="*/ 1663973 w 2150076"/>
                <a:gd name="connsiteY11" fmla="*/ 161819 h 1165168"/>
                <a:gd name="connsiteX12" fmla="*/ 1308373 w 2150076"/>
                <a:gd name="connsiteY12" fmla="*/ 9419 h 1165168"/>
                <a:gd name="connsiteX13" fmla="*/ 1041673 w 2150076"/>
                <a:gd name="connsiteY13" fmla="*/ 47519 h 1165168"/>
                <a:gd name="connsiteX14" fmla="*/ 825773 w 2150076"/>
                <a:gd name="connsiteY14" fmla="*/ 301519 h 1165168"/>
                <a:gd name="connsiteX15" fmla="*/ 749573 w 2150076"/>
                <a:gd name="connsiteY15" fmla="*/ 339619 h 1165168"/>
                <a:gd name="connsiteX16" fmla="*/ 444773 w 2150076"/>
                <a:gd name="connsiteY16" fmla="*/ 199919 h 1165168"/>
                <a:gd name="connsiteX17" fmla="*/ 165373 w 2150076"/>
                <a:gd name="connsiteY17" fmla="*/ 314219 h 1165168"/>
                <a:gd name="connsiteX0" fmla="*/ 168842 w 2153545"/>
                <a:gd name="connsiteY0" fmla="*/ 314219 h 1165168"/>
                <a:gd name="connsiteX1" fmla="*/ 3583 w 2153545"/>
                <a:gd name="connsiteY1" fmla="*/ 602222 h 1165168"/>
                <a:gd name="connsiteX2" fmla="*/ 322000 w 2153545"/>
                <a:gd name="connsiteY2" fmla="*/ 901287 h 1165168"/>
                <a:gd name="connsiteX3" fmla="*/ 397442 w 2153545"/>
                <a:gd name="connsiteY3" fmla="*/ 898419 h 1165168"/>
                <a:gd name="connsiteX4" fmla="*/ 524442 w 2153545"/>
                <a:gd name="connsiteY4" fmla="*/ 771419 h 1165168"/>
                <a:gd name="connsiteX5" fmla="*/ 511742 w 2153545"/>
                <a:gd name="connsiteY5" fmla="*/ 936519 h 1165168"/>
                <a:gd name="connsiteX6" fmla="*/ 638742 w 2153545"/>
                <a:gd name="connsiteY6" fmla="*/ 1063519 h 1165168"/>
                <a:gd name="connsiteX7" fmla="*/ 1172142 w 2153545"/>
                <a:gd name="connsiteY7" fmla="*/ 1165119 h 1165168"/>
                <a:gd name="connsiteX8" fmla="*/ 1819842 w 2153545"/>
                <a:gd name="connsiteY8" fmla="*/ 1050819 h 1165168"/>
                <a:gd name="connsiteX9" fmla="*/ 2137342 w 2153545"/>
                <a:gd name="connsiteY9" fmla="*/ 949219 h 1165168"/>
                <a:gd name="connsiteX10" fmla="*/ 2061142 w 2153545"/>
                <a:gd name="connsiteY10" fmla="*/ 492019 h 1165168"/>
                <a:gd name="connsiteX11" fmla="*/ 1667442 w 2153545"/>
                <a:gd name="connsiteY11" fmla="*/ 161819 h 1165168"/>
                <a:gd name="connsiteX12" fmla="*/ 1311842 w 2153545"/>
                <a:gd name="connsiteY12" fmla="*/ 9419 h 1165168"/>
                <a:gd name="connsiteX13" fmla="*/ 1045142 w 2153545"/>
                <a:gd name="connsiteY13" fmla="*/ 47519 h 1165168"/>
                <a:gd name="connsiteX14" fmla="*/ 829242 w 2153545"/>
                <a:gd name="connsiteY14" fmla="*/ 301519 h 1165168"/>
                <a:gd name="connsiteX15" fmla="*/ 753042 w 2153545"/>
                <a:gd name="connsiteY15" fmla="*/ 339619 h 1165168"/>
                <a:gd name="connsiteX16" fmla="*/ 448242 w 2153545"/>
                <a:gd name="connsiteY16" fmla="*/ 199919 h 1165168"/>
                <a:gd name="connsiteX17" fmla="*/ 168842 w 2153545"/>
                <a:gd name="connsiteY17" fmla="*/ 314219 h 1165168"/>
                <a:gd name="connsiteX0" fmla="*/ 126737 w 2111440"/>
                <a:gd name="connsiteY0" fmla="*/ 314219 h 1165168"/>
                <a:gd name="connsiteX1" fmla="*/ 4841 w 2111440"/>
                <a:gd name="connsiteY1" fmla="*/ 597307 h 1165168"/>
                <a:gd name="connsiteX2" fmla="*/ 279895 w 2111440"/>
                <a:gd name="connsiteY2" fmla="*/ 901287 h 1165168"/>
                <a:gd name="connsiteX3" fmla="*/ 355337 w 2111440"/>
                <a:gd name="connsiteY3" fmla="*/ 898419 h 1165168"/>
                <a:gd name="connsiteX4" fmla="*/ 482337 w 2111440"/>
                <a:gd name="connsiteY4" fmla="*/ 771419 h 1165168"/>
                <a:gd name="connsiteX5" fmla="*/ 469637 w 2111440"/>
                <a:gd name="connsiteY5" fmla="*/ 936519 h 1165168"/>
                <a:gd name="connsiteX6" fmla="*/ 596637 w 2111440"/>
                <a:gd name="connsiteY6" fmla="*/ 1063519 h 1165168"/>
                <a:gd name="connsiteX7" fmla="*/ 1130037 w 2111440"/>
                <a:gd name="connsiteY7" fmla="*/ 1165119 h 1165168"/>
                <a:gd name="connsiteX8" fmla="*/ 1777737 w 2111440"/>
                <a:gd name="connsiteY8" fmla="*/ 1050819 h 1165168"/>
                <a:gd name="connsiteX9" fmla="*/ 2095237 w 2111440"/>
                <a:gd name="connsiteY9" fmla="*/ 949219 h 1165168"/>
                <a:gd name="connsiteX10" fmla="*/ 2019037 w 2111440"/>
                <a:gd name="connsiteY10" fmla="*/ 492019 h 1165168"/>
                <a:gd name="connsiteX11" fmla="*/ 1625337 w 2111440"/>
                <a:gd name="connsiteY11" fmla="*/ 161819 h 1165168"/>
                <a:gd name="connsiteX12" fmla="*/ 1269737 w 2111440"/>
                <a:gd name="connsiteY12" fmla="*/ 9419 h 1165168"/>
                <a:gd name="connsiteX13" fmla="*/ 1003037 w 2111440"/>
                <a:gd name="connsiteY13" fmla="*/ 47519 h 1165168"/>
                <a:gd name="connsiteX14" fmla="*/ 787137 w 2111440"/>
                <a:gd name="connsiteY14" fmla="*/ 301519 h 1165168"/>
                <a:gd name="connsiteX15" fmla="*/ 710937 w 2111440"/>
                <a:gd name="connsiteY15" fmla="*/ 339619 h 1165168"/>
                <a:gd name="connsiteX16" fmla="*/ 406137 w 2111440"/>
                <a:gd name="connsiteY16" fmla="*/ 199919 h 1165168"/>
                <a:gd name="connsiteX17" fmla="*/ 126737 w 2111440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50675 w 2106778"/>
                <a:gd name="connsiteY3" fmla="*/ 898419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77675 w 2106778"/>
                <a:gd name="connsiteY4" fmla="*/ 771419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  <a:gd name="connsiteX0" fmla="*/ 122075 w 2106778"/>
                <a:gd name="connsiteY0" fmla="*/ 314219 h 1165168"/>
                <a:gd name="connsiteX1" fmla="*/ 179 w 2106778"/>
                <a:gd name="connsiteY1" fmla="*/ 597307 h 1165168"/>
                <a:gd name="connsiteX2" fmla="*/ 145143 w 2106778"/>
                <a:gd name="connsiteY2" fmla="*/ 852125 h 1165168"/>
                <a:gd name="connsiteX3" fmla="*/ 383198 w 2106778"/>
                <a:gd name="connsiteY3" fmla="*/ 908251 h 1165168"/>
                <a:gd name="connsiteX4" fmla="*/ 461413 w 2106778"/>
                <a:gd name="connsiteY4" fmla="*/ 727174 h 1165168"/>
                <a:gd name="connsiteX5" fmla="*/ 464975 w 2106778"/>
                <a:gd name="connsiteY5" fmla="*/ 936519 h 1165168"/>
                <a:gd name="connsiteX6" fmla="*/ 591975 w 2106778"/>
                <a:gd name="connsiteY6" fmla="*/ 1063519 h 1165168"/>
                <a:gd name="connsiteX7" fmla="*/ 1125375 w 2106778"/>
                <a:gd name="connsiteY7" fmla="*/ 1165119 h 1165168"/>
                <a:gd name="connsiteX8" fmla="*/ 1773075 w 2106778"/>
                <a:gd name="connsiteY8" fmla="*/ 1050819 h 1165168"/>
                <a:gd name="connsiteX9" fmla="*/ 2090575 w 2106778"/>
                <a:gd name="connsiteY9" fmla="*/ 949219 h 1165168"/>
                <a:gd name="connsiteX10" fmla="*/ 2014375 w 2106778"/>
                <a:gd name="connsiteY10" fmla="*/ 492019 h 1165168"/>
                <a:gd name="connsiteX11" fmla="*/ 1620675 w 2106778"/>
                <a:gd name="connsiteY11" fmla="*/ 161819 h 1165168"/>
                <a:gd name="connsiteX12" fmla="*/ 1265075 w 2106778"/>
                <a:gd name="connsiteY12" fmla="*/ 9419 h 1165168"/>
                <a:gd name="connsiteX13" fmla="*/ 998375 w 2106778"/>
                <a:gd name="connsiteY13" fmla="*/ 47519 h 1165168"/>
                <a:gd name="connsiteX14" fmla="*/ 782475 w 2106778"/>
                <a:gd name="connsiteY14" fmla="*/ 301519 h 1165168"/>
                <a:gd name="connsiteX15" fmla="*/ 706275 w 2106778"/>
                <a:gd name="connsiteY15" fmla="*/ 339619 h 1165168"/>
                <a:gd name="connsiteX16" fmla="*/ 401475 w 2106778"/>
                <a:gd name="connsiteY16" fmla="*/ 199919 h 1165168"/>
                <a:gd name="connsiteX17" fmla="*/ 122075 w 2106778"/>
                <a:gd name="connsiteY17" fmla="*/ 314219 h 1165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06778" h="1165168">
                  <a:moveTo>
                    <a:pt x="122075" y="314219"/>
                  </a:moveTo>
                  <a:cubicBezTo>
                    <a:pt x="55192" y="380450"/>
                    <a:pt x="-3666" y="507656"/>
                    <a:pt x="179" y="597307"/>
                  </a:cubicBezTo>
                  <a:cubicBezTo>
                    <a:pt x="4024" y="686958"/>
                    <a:pt x="81307" y="800301"/>
                    <a:pt x="145143" y="852125"/>
                  </a:cubicBezTo>
                  <a:cubicBezTo>
                    <a:pt x="208980" y="903949"/>
                    <a:pt x="330486" y="929076"/>
                    <a:pt x="383198" y="908251"/>
                  </a:cubicBezTo>
                  <a:cubicBezTo>
                    <a:pt x="435910" y="887426"/>
                    <a:pt x="447784" y="722463"/>
                    <a:pt x="461413" y="727174"/>
                  </a:cubicBezTo>
                  <a:cubicBezTo>
                    <a:pt x="475042" y="731885"/>
                    <a:pt x="443215" y="880462"/>
                    <a:pt x="464975" y="936519"/>
                  </a:cubicBezTo>
                  <a:cubicBezTo>
                    <a:pt x="486735" y="992576"/>
                    <a:pt x="481908" y="1025419"/>
                    <a:pt x="591975" y="1063519"/>
                  </a:cubicBezTo>
                  <a:cubicBezTo>
                    <a:pt x="702042" y="1101619"/>
                    <a:pt x="928525" y="1167236"/>
                    <a:pt x="1125375" y="1165119"/>
                  </a:cubicBezTo>
                  <a:cubicBezTo>
                    <a:pt x="1322225" y="1163002"/>
                    <a:pt x="1612208" y="1086802"/>
                    <a:pt x="1773075" y="1050819"/>
                  </a:cubicBezTo>
                  <a:cubicBezTo>
                    <a:pt x="1933942" y="1014836"/>
                    <a:pt x="2050358" y="1042352"/>
                    <a:pt x="2090575" y="949219"/>
                  </a:cubicBezTo>
                  <a:cubicBezTo>
                    <a:pt x="2130792" y="856086"/>
                    <a:pt x="2092692" y="623252"/>
                    <a:pt x="2014375" y="492019"/>
                  </a:cubicBezTo>
                  <a:cubicBezTo>
                    <a:pt x="1936058" y="360786"/>
                    <a:pt x="1745558" y="242252"/>
                    <a:pt x="1620675" y="161819"/>
                  </a:cubicBezTo>
                  <a:cubicBezTo>
                    <a:pt x="1495792" y="81386"/>
                    <a:pt x="1368792" y="28469"/>
                    <a:pt x="1265075" y="9419"/>
                  </a:cubicBezTo>
                  <a:cubicBezTo>
                    <a:pt x="1161358" y="-9631"/>
                    <a:pt x="1078808" y="-1164"/>
                    <a:pt x="998375" y="47519"/>
                  </a:cubicBezTo>
                  <a:cubicBezTo>
                    <a:pt x="917942" y="96202"/>
                    <a:pt x="831158" y="252836"/>
                    <a:pt x="782475" y="301519"/>
                  </a:cubicBezTo>
                  <a:cubicBezTo>
                    <a:pt x="733792" y="350202"/>
                    <a:pt x="769775" y="356552"/>
                    <a:pt x="706275" y="339619"/>
                  </a:cubicBezTo>
                  <a:cubicBezTo>
                    <a:pt x="642775" y="322686"/>
                    <a:pt x="496725" y="204152"/>
                    <a:pt x="401475" y="199919"/>
                  </a:cubicBezTo>
                  <a:cubicBezTo>
                    <a:pt x="306225" y="195686"/>
                    <a:pt x="188958" y="247988"/>
                    <a:pt x="122075" y="314219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36C2371-5C6E-46CD-82CD-1C4072A8DAC8}"/>
                </a:ext>
              </a:extLst>
            </p:cNvPr>
            <p:cNvSpPr/>
            <p:nvPr/>
          </p:nvSpPr>
          <p:spPr>
            <a:xfrm rot="903973">
              <a:off x="3934530" y="1239305"/>
              <a:ext cx="1224692" cy="714547"/>
            </a:xfrm>
            <a:custGeom>
              <a:avLst/>
              <a:gdLst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486082 w 2191385"/>
                <a:gd name="connsiteY16" fmla="*/ 199919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34751 w 2191385"/>
                <a:gd name="connsiteY16" fmla="*/ 145341 h 1165168"/>
                <a:gd name="connsiteX17" fmla="*/ 206682 w 2191385"/>
                <a:gd name="connsiteY17" fmla="*/ 314219 h 1165168"/>
                <a:gd name="connsiteX0" fmla="*/ 206682 w 2191385"/>
                <a:gd name="connsiteY0" fmla="*/ 314219 h 1165168"/>
                <a:gd name="connsiteX1" fmla="*/ 3482 w 2191385"/>
                <a:gd name="connsiteY1" fmla="*/ 631719 h 1165168"/>
                <a:gd name="connsiteX2" fmla="*/ 105082 w 2191385"/>
                <a:gd name="connsiteY2" fmla="*/ 911119 h 1165168"/>
                <a:gd name="connsiteX3" fmla="*/ 435282 w 2191385"/>
                <a:gd name="connsiteY3" fmla="*/ 898419 h 1165168"/>
                <a:gd name="connsiteX4" fmla="*/ 562282 w 2191385"/>
                <a:gd name="connsiteY4" fmla="*/ 771419 h 1165168"/>
                <a:gd name="connsiteX5" fmla="*/ 549582 w 2191385"/>
                <a:gd name="connsiteY5" fmla="*/ 936519 h 1165168"/>
                <a:gd name="connsiteX6" fmla="*/ 676582 w 2191385"/>
                <a:gd name="connsiteY6" fmla="*/ 1063519 h 1165168"/>
                <a:gd name="connsiteX7" fmla="*/ 1209982 w 2191385"/>
                <a:gd name="connsiteY7" fmla="*/ 1165119 h 1165168"/>
                <a:gd name="connsiteX8" fmla="*/ 1857682 w 2191385"/>
                <a:gd name="connsiteY8" fmla="*/ 1050819 h 1165168"/>
                <a:gd name="connsiteX9" fmla="*/ 2175182 w 2191385"/>
                <a:gd name="connsiteY9" fmla="*/ 949219 h 1165168"/>
                <a:gd name="connsiteX10" fmla="*/ 2098982 w 2191385"/>
                <a:gd name="connsiteY10" fmla="*/ 492019 h 1165168"/>
                <a:gd name="connsiteX11" fmla="*/ 1705282 w 2191385"/>
                <a:gd name="connsiteY11" fmla="*/ 161819 h 1165168"/>
                <a:gd name="connsiteX12" fmla="*/ 1349682 w 2191385"/>
                <a:gd name="connsiteY12" fmla="*/ 9419 h 1165168"/>
                <a:gd name="connsiteX13" fmla="*/ 1082982 w 2191385"/>
                <a:gd name="connsiteY13" fmla="*/ 47519 h 1165168"/>
                <a:gd name="connsiteX14" fmla="*/ 867082 w 2191385"/>
                <a:gd name="connsiteY14" fmla="*/ 301519 h 1165168"/>
                <a:gd name="connsiteX15" fmla="*/ 790882 w 2191385"/>
                <a:gd name="connsiteY15" fmla="*/ 339619 h 1165168"/>
                <a:gd name="connsiteX16" fmla="*/ 860316 w 2191385"/>
                <a:gd name="connsiteY16" fmla="*/ 174738 h 1165168"/>
                <a:gd name="connsiteX17" fmla="*/ 206682 w 2191385"/>
                <a:gd name="connsiteY17" fmla="*/ 314219 h 1165168"/>
                <a:gd name="connsiteX0" fmla="*/ 206682 w 2191385"/>
                <a:gd name="connsiteY0" fmla="*/ 304810 h 1155759"/>
                <a:gd name="connsiteX1" fmla="*/ 3482 w 2191385"/>
                <a:gd name="connsiteY1" fmla="*/ 622310 h 1155759"/>
                <a:gd name="connsiteX2" fmla="*/ 105082 w 2191385"/>
                <a:gd name="connsiteY2" fmla="*/ 901710 h 1155759"/>
                <a:gd name="connsiteX3" fmla="*/ 435282 w 2191385"/>
                <a:gd name="connsiteY3" fmla="*/ 889010 h 1155759"/>
                <a:gd name="connsiteX4" fmla="*/ 562282 w 2191385"/>
                <a:gd name="connsiteY4" fmla="*/ 762010 h 1155759"/>
                <a:gd name="connsiteX5" fmla="*/ 549582 w 2191385"/>
                <a:gd name="connsiteY5" fmla="*/ 927110 h 1155759"/>
                <a:gd name="connsiteX6" fmla="*/ 676582 w 2191385"/>
                <a:gd name="connsiteY6" fmla="*/ 1054110 h 1155759"/>
                <a:gd name="connsiteX7" fmla="*/ 1209982 w 2191385"/>
                <a:gd name="connsiteY7" fmla="*/ 1155710 h 1155759"/>
                <a:gd name="connsiteX8" fmla="*/ 1857682 w 2191385"/>
                <a:gd name="connsiteY8" fmla="*/ 1041410 h 1155759"/>
                <a:gd name="connsiteX9" fmla="*/ 2175182 w 2191385"/>
                <a:gd name="connsiteY9" fmla="*/ 939810 h 1155759"/>
                <a:gd name="connsiteX10" fmla="*/ 2098982 w 2191385"/>
                <a:gd name="connsiteY10" fmla="*/ 482610 h 1155759"/>
                <a:gd name="connsiteX11" fmla="*/ 1705282 w 2191385"/>
                <a:gd name="connsiteY11" fmla="*/ 152410 h 1155759"/>
                <a:gd name="connsiteX12" fmla="*/ 1349682 w 2191385"/>
                <a:gd name="connsiteY12" fmla="*/ 10 h 1155759"/>
                <a:gd name="connsiteX13" fmla="*/ 1058820 w 2191385"/>
                <a:gd name="connsiteY13" fmla="*/ 145831 h 1155759"/>
                <a:gd name="connsiteX14" fmla="*/ 867082 w 2191385"/>
                <a:gd name="connsiteY14" fmla="*/ 292110 h 1155759"/>
                <a:gd name="connsiteX15" fmla="*/ 790882 w 2191385"/>
                <a:gd name="connsiteY15" fmla="*/ 330210 h 1155759"/>
                <a:gd name="connsiteX16" fmla="*/ 860316 w 2191385"/>
                <a:gd name="connsiteY16" fmla="*/ 165329 h 1155759"/>
                <a:gd name="connsiteX17" fmla="*/ 206682 w 2191385"/>
                <a:gd name="connsiteY17" fmla="*/ 304810 h 1155759"/>
                <a:gd name="connsiteX0" fmla="*/ 206682 w 2191385"/>
                <a:gd name="connsiteY0" fmla="*/ 177085 h 1028034"/>
                <a:gd name="connsiteX1" fmla="*/ 3482 w 2191385"/>
                <a:gd name="connsiteY1" fmla="*/ 494585 h 1028034"/>
                <a:gd name="connsiteX2" fmla="*/ 105082 w 2191385"/>
                <a:gd name="connsiteY2" fmla="*/ 773985 h 1028034"/>
                <a:gd name="connsiteX3" fmla="*/ 435282 w 2191385"/>
                <a:gd name="connsiteY3" fmla="*/ 761285 h 1028034"/>
                <a:gd name="connsiteX4" fmla="*/ 562282 w 2191385"/>
                <a:gd name="connsiteY4" fmla="*/ 634285 h 1028034"/>
                <a:gd name="connsiteX5" fmla="*/ 549582 w 2191385"/>
                <a:gd name="connsiteY5" fmla="*/ 799385 h 1028034"/>
                <a:gd name="connsiteX6" fmla="*/ 676582 w 2191385"/>
                <a:gd name="connsiteY6" fmla="*/ 926385 h 1028034"/>
                <a:gd name="connsiteX7" fmla="*/ 1209982 w 2191385"/>
                <a:gd name="connsiteY7" fmla="*/ 1027985 h 1028034"/>
                <a:gd name="connsiteX8" fmla="*/ 1857682 w 2191385"/>
                <a:gd name="connsiteY8" fmla="*/ 913685 h 1028034"/>
                <a:gd name="connsiteX9" fmla="*/ 2175182 w 2191385"/>
                <a:gd name="connsiteY9" fmla="*/ 812085 h 1028034"/>
                <a:gd name="connsiteX10" fmla="*/ 2098982 w 2191385"/>
                <a:gd name="connsiteY10" fmla="*/ 354885 h 1028034"/>
                <a:gd name="connsiteX11" fmla="*/ 1705282 w 2191385"/>
                <a:gd name="connsiteY11" fmla="*/ 24685 h 1028034"/>
                <a:gd name="connsiteX12" fmla="*/ 1377658 w 2191385"/>
                <a:gd name="connsiteY12" fmla="*/ 23280 h 1028034"/>
                <a:gd name="connsiteX13" fmla="*/ 1058820 w 2191385"/>
                <a:gd name="connsiteY13" fmla="*/ 18106 h 1028034"/>
                <a:gd name="connsiteX14" fmla="*/ 867082 w 2191385"/>
                <a:gd name="connsiteY14" fmla="*/ 164385 h 1028034"/>
                <a:gd name="connsiteX15" fmla="*/ 790882 w 2191385"/>
                <a:gd name="connsiteY15" fmla="*/ 202485 h 1028034"/>
                <a:gd name="connsiteX16" fmla="*/ 860316 w 2191385"/>
                <a:gd name="connsiteY16" fmla="*/ 37604 h 1028034"/>
                <a:gd name="connsiteX17" fmla="*/ 206682 w 2191385"/>
                <a:gd name="connsiteY17" fmla="*/ 177085 h 1028034"/>
                <a:gd name="connsiteX0" fmla="*/ 206682 w 2191979"/>
                <a:gd name="connsiteY0" fmla="*/ 170664 h 1021613"/>
                <a:gd name="connsiteX1" fmla="*/ 3482 w 2191979"/>
                <a:gd name="connsiteY1" fmla="*/ 488164 h 1021613"/>
                <a:gd name="connsiteX2" fmla="*/ 105082 w 2191979"/>
                <a:gd name="connsiteY2" fmla="*/ 767564 h 1021613"/>
                <a:gd name="connsiteX3" fmla="*/ 435282 w 2191979"/>
                <a:gd name="connsiteY3" fmla="*/ 754864 h 1021613"/>
                <a:gd name="connsiteX4" fmla="*/ 562282 w 2191979"/>
                <a:gd name="connsiteY4" fmla="*/ 627864 h 1021613"/>
                <a:gd name="connsiteX5" fmla="*/ 549582 w 2191979"/>
                <a:gd name="connsiteY5" fmla="*/ 792964 h 1021613"/>
                <a:gd name="connsiteX6" fmla="*/ 676582 w 2191979"/>
                <a:gd name="connsiteY6" fmla="*/ 919964 h 1021613"/>
                <a:gd name="connsiteX7" fmla="*/ 1209982 w 2191979"/>
                <a:gd name="connsiteY7" fmla="*/ 1021564 h 1021613"/>
                <a:gd name="connsiteX8" fmla="*/ 1857682 w 2191979"/>
                <a:gd name="connsiteY8" fmla="*/ 907264 h 1021613"/>
                <a:gd name="connsiteX9" fmla="*/ 2175182 w 2191979"/>
                <a:gd name="connsiteY9" fmla="*/ 805664 h 1021613"/>
                <a:gd name="connsiteX10" fmla="*/ 2098982 w 2191979"/>
                <a:gd name="connsiteY10" fmla="*/ 348464 h 1021613"/>
                <a:gd name="connsiteX11" fmla="*/ 1684142 w 2191979"/>
                <a:gd name="connsiteY11" fmla="*/ 79426 h 1021613"/>
                <a:gd name="connsiteX12" fmla="*/ 1377658 w 2191979"/>
                <a:gd name="connsiteY12" fmla="*/ 16859 h 1021613"/>
                <a:gd name="connsiteX13" fmla="*/ 1058820 w 2191979"/>
                <a:gd name="connsiteY13" fmla="*/ 11685 h 1021613"/>
                <a:gd name="connsiteX14" fmla="*/ 867082 w 2191979"/>
                <a:gd name="connsiteY14" fmla="*/ 157964 h 1021613"/>
                <a:gd name="connsiteX15" fmla="*/ 790882 w 2191979"/>
                <a:gd name="connsiteY15" fmla="*/ 196064 h 1021613"/>
                <a:gd name="connsiteX16" fmla="*/ 860316 w 2191979"/>
                <a:gd name="connsiteY16" fmla="*/ 31183 h 1021613"/>
                <a:gd name="connsiteX17" fmla="*/ 206682 w 2191979"/>
                <a:gd name="connsiteY17" fmla="*/ 170664 h 1021613"/>
                <a:gd name="connsiteX0" fmla="*/ 206682 w 2191979"/>
                <a:gd name="connsiteY0" fmla="*/ 169012 h 1019961"/>
                <a:gd name="connsiteX1" fmla="*/ 3482 w 2191979"/>
                <a:gd name="connsiteY1" fmla="*/ 486512 h 1019961"/>
                <a:gd name="connsiteX2" fmla="*/ 105082 w 2191979"/>
                <a:gd name="connsiteY2" fmla="*/ 765912 h 1019961"/>
                <a:gd name="connsiteX3" fmla="*/ 435282 w 2191979"/>
                <a:gd name="connsiteY3" fmla="*/ 753212 h 1019961"/>
                <a:gd name="connsiteX4" fmla="*/ 562282 w 2191979"/>
                <a:gd name="connsiteY4" fmla="*/ 626212 h 1019961"/>
                <a:gd name="connsiteX5" fmla="*/ 549582 w 2191979"/>
                <a:gd name="connsiteY5" fmla="*/ 791312 h 1019961"/>
                <a:gd name="connsiteX6" fmla="*/ 676582 w 2191979"/>
                <a:gd name="connsiteY6" fmla="*/ 918312 h 1019961"/>
                <a:gd name="connsiteX7" fmla="*/ 1209982 w 2191979"/>
                <a:gd name="connsiteY7" fmla="*/ 1019912 h 1019961"/>
                <a:gd name="connsiteX8" fmla="*/ 1857682 w 2191979"/>
                <a:gd name="connsiteY8" fmla="*/ 905612 h 1019961"/>
                <a:gd name="connsiteX9" fmla="*/ 2175182 w 2191979"/>
                <a:gd name="connsiteY9" fmla="*/ 804012 h 1019961"/>
                <a:gd name="connsiteX10" fmla="*/ 2098982 w 2191979"/>
                <a:gd name="connsiteY10" fmla="*/ 346812 h 1019961"/>
                <a:gd name="connsiteX11" fmla="*/ 1684142 w 2191979"/>
                <a:gd name="connsiteY11" fmla="*/ 77774 h 1019961"/>
                <a:gd name="connsiteX12" fmla="*/ 1377658 w 2191979"/>
                <a:gd name="connsiteY12" fmla="*/ 15207 h 1019961"/>
                <a:gd name="connsiteX13" fmla="*/ 1058820 w 2191979"/>
                <a:gd name="connsiteY13" fmla="*/ 10033 h 1019961"/>
                <a:gd name="connsiteX14" fmla="*/ 854804 w 2191979"/>
                <a:gd name="connsiteY14" fmla="*/ 133854 h 1019961"/>
                <a:gd name="connsiteX15" fmla="*/ 790882 w 2191979"/>
                <a:gd name="connsiteY15" fmla="*/ 194412 h 1019961"/>
                <a:gd name="connsiteX16" fmla="*/ 860316 w 2191979"/>
                <a:gd name="connsiteY16" fmla="*/ 29531 h 1019961"/>
                <a:gd name="connsiteX17" fmla="*/ 206682 w 2191979"/>
                <a:gd name="connsiteY17" fmla="*/ 169012 h 1019961"/>
                <a:gd name="connsiteX0" fmla="*/ 206682 w 2191979"/>
                <a:gd name="connsiteY0" fmla="*/ 167084 h 1018033"/>
                <a:gd name="connsiteX1" fmla="*/ 3482 w 2191979"/>
                <a:gd name="connsiteY1" fmla="*/ 484584 h 1018033"/>
                <a:gd name="connsiteX2" fmla="*/ 105082 w 2191979"/>
                <a:gd name="connsiteY2" fmla="*/ 763984 h 1018033"/>
                <a:gd name="connsiteX3" fmla="*/ 435282 w 2191979"/>
                <a:gd name="connsiteY3" fmla="*/ 751284 h 1018033"/>
                <a:gd name="connsiteX4" fmla="*/ 562282 w 2191979"/>
                <a:gd name="connsiteY4" fmla="*/ 624284 h 1018033"/>
                <a:gd name="connsiteX5" fmla="*/ 549582 w 2191979"/>
                <a:gd name="connsiteY5" fmla="*/ 789384 h 1018033"/>
                <a:gd name="connsiteX6" fmla="*/ 676582 w 2191979"/>
                <a:gd name="connsiteY6" fmla="*/ 916384 h 1018033"/>
                <a:gd name="connsiteX7" fmla="*/ 1209982 w 2191979"/>
                <a:gd name="connsiteY7" fmla="*/ 1017984 h 1018033"/>
                <a:gd name="connsiteX8" fmla="*/ 1857682 w 2191979"/>
                <a:gd name="connsiteY8" fmla="*/ 903684 h 1018033"/>
                <a:gd name="connsiteX9" fmla="*/ 2175182 w 2191979"/>
                <a:gd name="connsiteY9" fmla="*/ 802084 h 1018033"/>
                <a:gd name="connsiteX10" fmla="*/ 2098982 w 2191979"/>
                <a:gd name="connsiteY10" fmla="*/ 344884 h 1018033"/>
                <a:gd name="connsiteX11" fmla="*/ 1684142 w 2191979"/>
                <a:gd name="connsiteY11" fmla="*/ 75846 h 1018033"/>
                <a:gd name="connsiteX12" fmla="*/ 1377658 w 2191979"/>
                <a:gd name="connsiteY12" fmla="*/ 13279 h 1018033"/>
                <a:gd name="connsiteX13" fmla="*/ 1058820 w 2191979"/>
                <a:gd name="connsiteY13" fmla="*/ 8105 h 1018033"/>
                <a:gd name="connsiteX14" fmla="*/ 858228 w 2191979"/>
                <a:gd name="connsiteY14" fmla="*/ 105633 h 1018033"/>
                <a:gd name="connsiteX15" fmla="*/ 790882 w 2191979"/>
                <a:gd name="connsiteY15" fmla="*/ 192484 h 1018033"/>
                <a:gd name="connsiteX16" fmla="*/ 860316 w 2191979"/>
                <a:gd name="connsiteY16" fmla="*/ 27603 h 1018033"/>
                <a:gd name="connsiteX17" fmla="*/ 206682 w 2191979"/>
                <a:gd name="connsiteY17" fmla="*/ 167084 h 1018033"/>
                <a:gd name="connsiteX0" fmla="*/ 206682 w 2191979"/>
                <a:gd name="connsiteY0" fmla="*/ 178602 h 1029551"/>
                <a:gd name="connsiteX1" fmla="*/ 3482 w 2191979"/>
                <a:gd name="connsiteY1" fmla="*/ 496102 h 1029551"/>
                <a:gd name="connsiteX2" fmla="*/ 105082 w 2191979"/>
                <a:gd name="connsiteY2" fmla="*/ 775502 h 1029551"/>
                <a:gd name="connsiteX3" fmla="*/ 435282 w 2191979"/>
                <a:gd name="connsiteY3" fmla="*/ 762802 h 1029551"/>
                <a:gd name="connsiteX4" fmla="*/ 562282 w 2191979"/>
                <a:gd name="connsiteY4" fmla="*/ 635802 h 1029551"/>
                <a:gd name="connsiteX5" fmla="*/ 549582 w 2191979"/>
                <a:gd name="connsiteY5" fmla="*/ 800902 h 1029551"/>
                <a:gd name="connsiteX6" fmla="*/ 676582 w 2191979"/>
                <a:gd name="connsiteY6" fmla="*/ 927902 h 1029551"/>
                <a:gd name="connsiteX7" fmla="*/ 1209982 w 2191979"/>
                <a:gd name="connsiteY7" fmla="*/ 1029502 h 1029551"/>
                <a:gd name="connsiteX8" fmla="*/ 1857682 w 2191979"/>
                <a:gd name="connsiteY8" fmla="*/ 915202 h 1029551"/>
                <a:gd name="connsiteX9" fmla="*/ 2175182 w 2191979"/>
                <a:gd name="connsiteY9" fmla="*/ 813602 h 1029551"/>
                <a:gd name="connsiteX10" fmla="*/ 2098982 w 2191979"/>
                <a:gd name="connsiteY10" fmla="*/ 356402 h 1029551"/>
                <a:gd name="connsiteX11" fmla="*/ 1684142 w 2191979"/>
                <a:gd name="connsiteY11" fmla="*/ 87364 h 1029551"/>
                <a:gd name="connsiteX12" fmla="*/ 1377658 w 2191979"/>
                <a:gd name="connsiteY12" fmla="*/ 24797 h 1029551"/>
                <a:gd name="connsiteX13" fmla="*/ 1054594 w 2191979"/>
                <a:gd name="connsiteY13" fmla="*/ 5381 h 1029551"/>
                <a:gd name="connsiteX14" fmla="*/ 858228 w 2191979"/>
                <a:gd name="connsiteY14" fmla="*/ 117151 h 1029551"/>
                <a:gd name="connsiteX15" fmla="*/ 790882 w 2191979"/>
                <a:gd name="connsiteY15" fmla="*/ 204002 h 1029551"/>
                <a:gd name="connsiteX16" fmla="*/ 860316 w 2191979"/>
                <a:gd name="connsiteY16" fmla="*/ 39121 h 1029551"/>
                <a:gd name="connsiteX17" fmla="*/ 206682 w 2191979"/>
                <a:gd name="connsiteY17" fmla="*/ 178602 h 1029551"/>
                <a:gd name="connsiteX0" fmla="*/ 206682 w 2191979"/>
                <a:gd name="connsiteY0" fmla="*/ 183556 h 1034505"/>
                <a:gd name="connsiteX1" fmla="*/ 3482 w 2191979"/>
                <a:gd name="connsiteY1" fmla="*/ 501056 h 1034505"/>
                <a:gd name="connsiteX2" fmla="*/ 105082 w 2191979"/>
                <a:gd name="connsiteY2" fmla="*/ 780456 h 1034505"/>
                <a:gd name="connsiteX3" fmla="*/ 435282 w 2191979"/>
                <a:gd name="connsiteY3" fmla="*/ 767756 h 1034505"/>
                <a:gd name="connsiteX4" fmla="*/ 562282 w 2191979"/>
                <a:gd name="connsiteY4" fmla="*/ 640756 h 1034505"/>
                <a:gd name="connsiteX5" fmla="*/ 549582 w 2191979"/>
                <a:gd name="connsiteY5" fmla="*/ 805856 h 1034505"/>
                <a:gd name="connsiteX6" fmla="*/ 676582 w 2191979"/>
                <a:gd name="connsiteY6" fmla="*/ 932856 h 1034505"/>
                <a:gd name="connsiteX7" fmla="*/ 1209982 w 2191979"/>
                <a:gd name="connsiteY7" fmla="*/ 1034456 h 1034505"/>
                <a:gd name="connsiteX8" fmla="*/ 1857682 w 2191979"/>
                <a:gd name="connsiteY8" fmla="*/ 920156 h 1034505"/>
                <a:gd name="connsiteX9" fmla="*/ 2175182 w 2191979"/>
                <a:gd name="connsiteY9" fmla="*/ 818556 h 1034505"/>
                <a:gd name="connsiteX10" fmla="*/ 2098982 w 2191979"/>
                <a:gd name="connsiteY10" fmla="*/ 361356 h 1034505"/>
                <a:gd name="connsiteX11" fmla="*/ 1684142 w 2191979"/>
                <a:gd name="connsiteY11" fmla="*/ 92318 h 1034505"/>
                <a:gd name="connsiteX12" fmla="*/ 1378665 w 2191979"/>
                <a:gd name="connsiteY12" fmla="*/ 14232 h 1034505"/>
                <a:gd name="connsiteX13" fmla="*/ 1054594 w 2191979"/>
                <a:gd name="connsiteY13" fmla="*/ 10335 h 1034505"/>
                <a:gd name="connsiteX14" fmla="*/ 858228 w 2191979"/>
                <a:gd name="connsiteY14" fmla="*/ 122105 h 1034505"/>
                <a:gd name="connsiteX15" fmla="*/ 790882 w 2191979"/>
                <a:gd name="connsiteY15" fmla="*/ 208956 h 1034505"/>
                <a:gd name="connsiteX16" fmla="*/ 860316 w 2191979"/>
                <a:gd name="connsiteY16" fmla="*/ 44075 h 1034505"/>
                <a:gd name="connsiteX17" fmla="*/ 206682 w 2191979"/>
                <a:gd name="connsiteY17" fmla="*/ 183556 h 1034505"/>
                <a:gd name="connsiteX0" fmla="*/ 206682 w 2185348"/>
                <a:gd name="connsiteY0" fmla="*/ 183556 h 1034505"/>
                <a:gd name="connsiteX1" fmla="*/ 3482 w 2185348"/>
                <a:gd name="connsiteY1" fmla="*/ 501056 h 1034505"/>
                <a:gd name="connsiteX2" fmla="*/ 105082 w 2185348"/>
                <a:gd name="connsiteY2" fmla="*/ 780456 h 1034505"/>
                <a:gd name="connsiteX3" fmla="*/ 435282 w 2185348"/>
                <a:gd name="connsiteY3" fmla="*/ 767756 h 1034505"/>
                <a:gd name="connsiteX4" fmla="*/ 562282 w 2185348"/>
                <a:gd name="connsiteY4" fmla="*/ 640756 h 1034505"/>
                <a:gd name="connsiteX5" fmla="*/ 549582 w 2185348"/>
                <a:gd name="connsiteY5" fmla="*/ 805856 h 1034505"/>
                <a:gd name="connsiteX6" fmla="*/ 676582 w 2185348"/>
                <a:gd name="connsiteY6" fmla="*/ 932856 h 1034505"/>
                <a:gd name="connsiteX7" fmla="*/ 1209982 w 2185348"/>
                <a:gd name="connsiteY7" fmla="*/ 1034456 h 1034505"/>
                <a:gd name="connsiteX8" fmla="*/ 1857682 w 2185348"/>
                <a:gd name="connsiteY8" fmla="*/ 920156 h 1034505"/>
                <a:gd name="connsiteX9" fmla="*/ 2175182 w 2185348"/>
                <a:gd name="connsiteY9" fmla="*/ 818556 h 1034505"/>
                <a:gd name="connsiteX10" fmla="*/ 2067979 w 2185348"/>
                <a:gd name="connsiteY10" fmla="*/ 389290 h 1034505"/>
                <a:gd name="connsiteX11" fmla="*/ 1684142 w 2185348"/>
                <a:gd name="connsiteY11" fmla="*/ 92318 h 1034505"/>
                <a:gd name="connsiteX12" fmla="*/ 1378665 w 2185348"/>
                <a:gd name="connsiteY12" fmla="*/ 14232 h 1034505"/>
                <a:gd name="connsiteX13" fmla="*/ 1054594 w 2185348"/>
                <a:gd name="connsiteY13" fmla="*/ 10335 h 1034505"/>
                <a:gd name="connsiteX14" fmla="*/ 858228 w 2185348"/>
                <a:gd name="connsiteY14" fmla="*/ 122105 h 1034505"/>
                <a:gd name="connsiteX15" fmla="*/ 790882 w 2185348"/>
                <a:gd name="connsiteY15" fmla="*/ 208956 h 1034505"/>
                <a:gd name="connsiteX16" fmla="*/ 860316 w 2185348"/>
                <a:gd name="connsiteY16" fmla="*/ 44075 h 1034505"/>
                <a:gd name="connsiteX17" fmla="*/ 206682 w 2185348"/>
                <a:gd name="connsiteY17" fmla="*/ 183556 h 103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5348" h="1034505">
                  <a:moveTo>
                    <a:pt x="206682" y="183556"/>
                  </a:moveTo>
                  <a:cubicBezTo>
                    <a:pt x="63876" y="259720"/>
                    <a:pt x="20415" y="401573"/>
                    <a:pt x="3482" y="501056"/>
                  </a:cubicBezTo>
                  <a:cubicBezTo>
                    <a:pt x="-13451" y="600539"/>
                    <a:pt x="33115" y="736006"/>
                    <a:pt x="105082" y="780456"/>
                  </a:cubicBezTo>
                  <a:cubicBezTo>
                    <a:pt x="177049" y="824906"/>
                    <a:pt x="359082" y="791039"/>
                    <a:pt x="435282" y="767756"/>
                  </a:cubicBezTo>
                  <a:cubicBezTo>
                    <a:pt x="511482" y="744473"/>
                    <a:pt x="543232" y="634406"/>
                    <a:pt x="562282" y="640756"/>
                  </a:cubicBezTo>
                  <a:cubicBezTo>
                    <a:pt x="581332" y="647106"/>
                    <a:pt x="530532" y="757173"/>
                    <a:pt x="549582" y="805856"/>
                  </a:cubicBezTo>
                  <a:cubicBezTo>
                    <a:pt x="568632" y="854539"/>
                    <a:pt x="566515" y="894756"/>
                    <a:pt x="676582" y="932856"/>
                  </a:cubicBezTo>
                  <a:cubicBezTo>
                    <a:pt x="786649" y="970956"/>
                    <a:pt x="1013132" y="1036573"/>
                    <a:pt x="1209982" y="1034456"/>
                  </a:cubicBezTo>
                  <a:cubicBezTo>
                    <a:pt x="1406832" y="1032339"/>
                    <a:pt x="1696815" y="956139"/>
                    <a:pt x="1857682" y="920156"/>
                  </a:cubicBezTo>
                  <a:cubicBezTo>
                    <a:pt x="2018549" y="884173"/>
                    <a:pt x="2140133" y="907034"/>
                    <a:pt x="2175182" y="818556"/>
                  </a:cubicBezTo>
                  <a:cubicBezTo>
                    <a:pt x="2210231" y="730078"/>
                    <a:pt x="2149819" y="510330"/>
                    <a:pt x="2067979" y="389290"/>
                  </a:cubicBezTo>
                  <a:cubicBezTo>
                    <a:pt x="1986139" y="268250"/>
                    <a:pt x="1799028" y="154828"/>
                    <a:pt x="1684142" y="92318"/>
                  </a:cubicBezTo>
                  <a:cubicBezTo>
                    <a:pt x="1569256" y="29808"/>
                    <a:pt x="1483590" y="27896"/>
                    <a:pt x="1378665" y="14232"/>
                  </a:cubicBezTo>
                  <a:cubicBezTo>
                    <a:pt x="1273740" y="568"/>
                    <a:pt x="1141333" y="-7644"/>
                    <a:pt x="1054594" y="10335"/>
                  </a:cubicBezTo>
                  <a:cubicBezTo>
                    <a:pt x="967855" y="28314"/>
                    <a:pt x="902180" y="89002"/>
                    <a:pt x="858228" y="122105"/>
                  </a:cubicBezTo>
                  <a:cubicBezTo>
                    <a:pt x="814276" y="155209"/>
                    <a:pt x="854382" y="225889"/>
                    <a:pt x="790882" y="208956"/>
                  </a:cubicBezTo>
                  <a:cubicBezTo>
                    <a:pt x="727382" y="192023"/>
                    <a:pt x="955566" y="48308"/>
                    <a:pt x="860316" y="44075"/>
                  </a:cubicBezTo>
                  <a:cubicBezTo>
                    <a:pt x="765066" y="39842"/>
                    <a:pt x="349488" y="107393"/>
                    <a:pt x="206682" y="183556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AC9728D-AF26-49C9-916B-8AE50F2189F1}"/>
                </a:ext>
              </a:extLst>
            </p:cNvPr>
            <p:cNvSpPr/>
            <p:nvPr/>
          </p:nvSpPr>
          <p:spPr>
            <a:xfrm>
              <a:off x="4065515" y="2493774"/>
              <a:ext cx="2392584" cy="1365785"/>
            </a:xfrm>
            <a:custGeom>
              <a:avLst/>
              <a:gdLst>
                <a:gd name="connsiteX0" fmla="*/ 1474 w 2507015"/>
                <a:gd name="connsiteY0" fmla="*/ 668875 h 1374210"/>
                <a:gd name="connsiteX1" fmla="*/ 230074 w 2507015"/>
                <a:gd name="connsiteY1" fmla="*/ 533409 h 1374210"/>
                <a:gd name="connsiteX2" fmla="*/ 221608 w 2507015"/>
                <a:gd name="connsiteY2" fmla="*/ 626542 h 1374210"/>
                <a:gd name="connsiteX3" fmla="*/ 390941 w 2507015"/>
                <a:gd name="connsiteY3" fmla="*/ 889009 h 1374210"/>
                <a:gd name="connsiteX4" fmla="*/ 517941 w 2507015"/>
                <a:gd name="connsiteY4" fmla="*/ 965209 h 1374210"/>
                <a:gd name="connsiteX5" fmla="*/ 763474 w 2507015"/>
                <a:gd name="connsiteY5" fmla="*/ 897475 h 1374210"/>
                <a:gd name="connsiteX6" fmla="*/ 1059808 w 2507015"/>
                <a:gd name="connsiteY6" fmla="*/ 778942 h 1374210"/>
                <a:gd name="connsiteX7" fmla="*/ 1263008 w 2507015"/>
                <a:gd name="connsiteY7" fmla="*/ 719675 h 1374210"/>
                <a:gd name="connsiteX8" fmla="*/ 1483141 w 2507015"/>
                <a:gd name="connsiteY8" fmla="*/ 677342 h 1374210"/>
                <a:gd name="connsiteX9" fmla="*/ 1779474 w 2507015"/>
                <a:gd name="connsiteY9" fmla="*/ 558809 h 1374210"/>
                <a:gd name="connsiteX10" fmla="*/ 2058874 w 2507015"/>
                <a:gd name="connsiteY10" fmla="*/ 194742 h 1374210"/>
                <a:gd name="connsiteX11" fmla="*/ 2465274 w 2507015"/>
                <a:gd name="connsiteY11" fmla="*/ 9 h 1374210"/>
                <a:gd name="connsiteX12" fmla="*/ 2473741 w 2507015"/>
                <a:gd name="connsiteY12" fmla="*/ 186275 h 1374210"/>
                <a:gd name="connsiteX13" fmla="*/ 2287474 w 2507015"/>
                <a:gd name="connsiteY13" fmla="*/ 211675 h 1374210"/>
                <a:gd name="connsiteX14" fmla="*/ 2008074 w 2507015"/>
                <a:gd name="connsiteY14" fmla="*/ 457209 h 1374210"/>
                <a:gd name="connsiteX15" fmla="*/ 1923408 w 2507015"/>
                <a:gd name="connsiteY15" fmla="*/ 711209 h 1374210"/>
                <a:gd name="connsiteX16" fmla="*/ 1550874 w 2507015"/>
                <a:gd name="connsiteY16" fmla="*/ 829742 h 1374210"/>
                <a:gd name="connsiteX17" fmla="*/ 1119074 w 2507015"/>
                <a:gd name="connsiteY17" fmla="*/ 931342 h 1374210"/>
                <a:gd name="connsiteX18" fmla="*/ 755008 w 2507015"/>
                <a:gd name="connsiteY18" fmla="*/ 1083742 h 1374210"/>
                <a:gd name="connsiteX19" fmla="*/ 594141 w 2507015"/>
                <a:gd name="connsiteY19" fmla="*/ 1109142 h 1374210"/>
                <a:gd name="connsiteX20" fmla="*/ 678808 w 2507015"/>
                <a:gd name="connsiteY20" fmla="*/ 1210742 h 1374210"/>
                <a:gd name="connsiteX21" fmla="*/ 822741 w 2507015"/>
                <a:gd name="connsiteY21" fmla="*/ 1227675 h 1374210"/>
                <a:gd name="connsiteX22" fmla="*/ 831208 w 2507015"/>
                <a:gd name="connsiteY22" fmla="*/ 1278475 h 1374210"/>
                <a:gd name="connsiteX23" fmla="*/ 831208 w 2507015"/>
                <a:gd name="connsiteY23" fmla="*/ 1371609 h 1374210"/>
                <a:gd name="connsiteX24" fmla="*/ 628008 w 2507015"/>
                <a:gd name="connsiteY24" fmla="*/ 1337742 h 1374210"/>
                <a:gd name="connsiteX25" fmla="*/ 484074 w 2507015"/>
                <a:gd name="connsiteY25" fmla="*/ 1227675 h 1374210"/>
                <a:gd name="connsiteX26" fmla="*/ 357074 w 2507015"/>
                <a:gd name="connsiteY26" fmla="*/ 1049875 h 1374210"/>
                <a:gd name="connsiteX27" fmla="*/ 1474 w 2507015"/>
                <a:gd name="connsiteY27" fmla="*/ 668875 h 1374210"/>
                <a:gd name="connsiteX0" fmla="*/ 221 w 2505762"/>
                <a:gd name="connsiteY0" fmla="*/ 668875 h 1374210"/>
                <a:gd name="connsiteX1" fmla="*/ 228821 w 2505762"/>
                <a:gd name="connsiteY1" fmla="*/ 533409 h 1374210"/>
                <a:gd name="connsiteX2" fmla="*/ 220355 w 2505762"/>
                <a:gd name="connsiteY2" fmla="*/ 626542 h 1374210"/>
                <a:gd name="connsiteX3" fmla="*/ 389688 w 2505762"/>
                <a:gd name="connsiteY3" fmla="*/ 889009 h 1374210"/>
                <a:gd name="connsiteX4" fmla="*/ 516688 w 2505762"/>
                <a:gd name="connsiteY4" fmla="*/ 965209 h 1374210"/>
                <a:gd name="connsiteX5" fmla="*/ 762221 w 2505762"/>
                <a:gd name="connsiteY5" fmla="*/ 897475 h 1374210"/>
                <a:gd name="connsiteX6" fmla="*/ 1058555 w 2505762"/>
                <a:gd name="connsiteY6" fmla="*/ 778942 h 1374210"/>
                <a:gd name="connsiteX7" fmla="*/ 1261755 w 2505762"/>
                <a:gd name="connsiteY7" fmla="*/ 719675 h 1374210"/>
                <a:gd name="connsiteX8" fmla="*/ 1481888 w 2505762"/>
                <a:gd name="connsiteY8" fmla="*/ 677342 h 1374210"/>
                <a:gd name="connsiteX9" fmla="*/ 1778221 w 2505762"/>
                <a:gd name="connsiteY9" fmla="*/ 558809 h 1374210"/>
                <a:gd name="connsiteX10" fmla="*/ 2057621 w 2505762"/>
                <a:gd name="connsiteY10" fmla="*/ 194742 h 1374210"/>
                <a:gd name="connsiteX11" fmla="*/ 2464021 w 2505762"/>
                <a:gd name="connsiteY11" fmla="*/ 9 h 1374210"/>
                <a:gd name="connsiteX12" fmla="*/ 2472488 w 2505762"/>
                <a:gd name="connsiteY12" fmla="*/ 186275 h 1374210"/>
                <a:gd name="connsiteX13" fmla="*/ 2286221 w 2505762"/>
                <a:gd name="connsiteY13" fmla="*/ 211675 h 1374210"/>
                <a:gd name="connsiteX14" fmla="*/ 2006821 w 2505762"/>
                <a:gd name="connsiteY14" fmla="*/ 457209 h 1374210"/>
                <a:gd name="connsiteX15" fmla="*/ 1922155 w 2505762"/>
                <a:gd name="connsiteY15" fmla="*/ 711209 h 1374210"/>
                <a:gd name="connsiteX16" fmla="*/ 1549621 w 2505762"/>
                <a:gd name="connsiteY16" fmla="*/ 829742 h 1374210"/>
                <a:gd name="connsiteX17" fmla="*/ 1117821 w 2505762"/>
                <a:gd name="connsiteY17" fmla="*/ 931342 h 1374210"/>
                <a:gd name="connsiteX18" fmla="*/ 753755 w 2505762"/>
                <a:gd name="connsiteY18" fmla="*/ 1083742 h 1374210"/>
                <a:gd name="connsiteX19" fmla="*/ 592888 w 2505762"/>
                <a:gd name="connsiteY19" fmla="*/ 1109142 h 1374210"/>
                <a:gd name="connsiteX20" fmla="*/ 677555 w 2505762"/>
                <a:gd name="connsiteY20" fmla="*/ 1210742 h 1374210"/>
                <a:gd name="connsiteX21" fmla="*/ 821488 w 2505762"/>
                <a:gd name="connsiteY21" fmla="*/ 1227675 h 1374210"/>
                <a:gd name="connsiteX22" fmla="*/ 829955 w 2505762"/>
                <a:gd name="connsiteY22" fmla="*/ 1278475 h 1374210"/>
                <a:gd name="connsiteX23" fmla="*/ 829955 w 2505762"/>
                <a:gd name="connsiteY23" fmla="*/ 1371609 h 1374210"/>
                <a:gd name="connsiteX24" fmla="*/ 626755 w 2505762"/>
                <a:gd name="connsiteY24" fmla="*/ 1337742 h 1374210"/>
                <a:gd name="connsiteX25" fmla="*/ 482821 w 2505762"/>
                <a:gd name="connsiteY25" fmla="*/ 1227675 h 1374210"/>
                <a:gd name="connsiteX26" fmla="*/ 275388 w 2505762"/>
                <a:gd name="connsiteY26" fmla="*/ 1075275 h 1374210"/>
                <a:gd name="connsiteX27" fmla="*/ 221 w 2505762"/>
                <a:gd name="connsiteY27" fmla="*/ 668875 h 1374210"/>
                <a:gd name="connsiteX0" fmla="*/ 1579 w 2507120"/>
                <a:gd name="connsiteY0" fmla="*/ 6688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668875 h 1374210"/>
                <a:gd name="connsiteX0" fmla="*/ 1579 w 2507120"/>
                <a:gd name="connsiteY0" fmla="*/ 706975 h 1374210"/>
                <a:gd name="connsiteX1" fmla="*/ 166679 w 2507120"/>
                <a:gd name="connsiteY1" fmla="*/ 575743 h 1374210"/>
                <a:gd name="connsiteX2" fmla="*/ 221713 w 2507120"/>
                <a:gd name="connsiteY2" fmla="*/ 626542 h 1374210"/>
                <a:gd name="connsiteX3" fmla="*/ 391046 w 2507120"/>
                <a:gd name="connsiteY3" fmla="*/ 889009 h 1374210"/>
                <a:gd name="connsiteX4" fmla="*/ 518046 w 2507120"/>
                <a:gd name="connsiteY4" fmla="*/ 965209 h 1374210"/>
                <a:gd name="connsiteX5" fmla="*/ 763579 w 2507120"/>
                <a:gd name="connsiteY5" fmla="*/ 897475 h 1374210"/>
                <a:gd name="connsiteX6" fmla="*/ 1059913 w 2507120"/>
                <a:gd name="connsiteY6" fmla="*/ 778942 h 1374210"/>
                <a:gd name="connsiteX7" fmla="*/ 1263113 w 2507120"/>
                <a:gd name="connsiteY7" fmla="*/ 719675 h 1374210"/>
                <a:gd name="connsiteX8" fmla="*/ 1483246 w 2507120"/>
                <a:gd name="connsiteY8" fmla="*/ 677342 h 1374210"/>
                <a:gd name="connsiteX9" fmla="*/ 1779579 w 2507120"/>
                <a:gd name="connsiteY9" fmla="*/ 558809 h 1374210"/>
                <a:gd name="connsiteX10" fmla="*/ 2058979 w 2507120"/>
                <a:gd name="connsiteY10" fmla="*/ 194742 h 1374210"/>
                <a:gd name="connsiteX11" fmla="*/ 2465379 w 2507120"/>
                <a:gd name="connsiteY11" fmla="*/ 9 h 1374210"/>
                <a:gd name="connsiteX12" fmla="*/ 2473846 w 2507120"/>
                <a:gd name="connsiteY12" fmla="*/ 186275 h 1374210"/>
                <a:gd name="connsiteX13" fmla="*/ 2287579 w 2507120"/>
                <a:gd name="connsiteY13" fmla="*/ 211675 h 1374210"/>
                <a:gd name="connsiteX14" fmla="*/ 2008179 w 2507120"/>
                <a:gd name="connsiteY14" fmla="*/ 457209 h 1374210"/>
                <a:gd name="connsiteX15" fmla="*/ 1923513 w 2507120"/>
                <a:gd name="connsiteY15" fmla="*/ 711209 h 1374210"/>
                <a:gd name="connsiteX16" fmla="*/ 1550979 w 2507120"/>
                <a:gd name="connsiteY16" fmla="*/ 829742 h 1374210"/>
                <a:gd name="connsiteX17" fmla="*/ 1119179 w 2507120"/>
                <a:gd name="connsiteY17" fmla="*/ 931342 h 1374210"/>
                <a:gd name="connsiteX18" fmla="*/ 755113 w 2507120"/>
                <a:gd name="connsiteY18" fmla="*/ 1083742 h 1374210"/>
                <a:gd name="connsiteX19" fmla="*/ 594246 w 2507120"/>
                <a:gd name="connsiteY19" fmla="*/ 1109142 h 1374210"/>
                <a:gd name="connsiteX20" fmla="*/ 678913 w 2507120"/>
                <a:gd name="connsiteY20" fmla="*/ 1210742 h 1374210"/>
                <a:gd name="connsiteX21" fmla="*/ 822846 w 2507120"/>
                <a:gd name="connsiteY21" fmla="*/ 1227675 h 1374210"/>
                <a:gd name="connsiteX22" fmla="*/ 831313 w 2507120"/>
                <a:gd name="connsiteY22" fmla="*/ 1278475 h 1374210"/>
                <a:gd name="connsiteX23" fmla="*/ 831313 w 2507120"/>
                <a:gd name="connsiteY23" fmla="*/ 1371609 h 1374210"/>
                <a:gd name="connsiteX24" fmla="*/ 628113 w 2507120"/>
                <a:gd name="connsiteY24" fmla="*/ 1337742 h 1374210"/>
                <a:gd name="connsiteX25" fmla="*/ 484179 w 2507120"/>
                <a:gd name="connsiteY25" fmla="*/ 1227675 h 1374210"/>
                <a:gd name="connsiteX26" fmla="*/ 276746 w 2507120"/>
                <a:gd name="connsiteY26" fmla="*/ 1075275 h 1374210"/>
                <a:gd name="connsiteX27" fmla="*/ 1579 w 2507120"/>
                <a:gd name="connsiteY27" fmla="*/ 706975 h 1374210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57"/>
                <a:gd name="connsiteX1" fmla="*/ 166679 w 2507120"/>
                <a:gd name="connsiteY1" fmla="*/ 575743 h 1373657"/>
                <a:gd name="connsiteX2" fmla="*/ 221713 w 2507120"/>
                <a:gd name="connsiteY2" fmla="*/ 626542 h 1373657"/>
                <a:gd name="connsiteX3" fmla="*/ 391046 w 2507120"/>
                <a:gd name="connsiteY3" fmla="*/ 889009 h 1373657"/>
                <a:gd name="connsiteX4" fmla="*/ 518046 w 2507120"/>
                <a:gd name="connsiteY4" fmla="*/ 965209 h 1373657"/>
                <a:gd name="connsiteX5" fmla="*/ 763579 w 2507120"/>
                <a:gd name="connsiteY5" fmla="*/ 897475 h 1373657"/>
                <a:gd name="connsiteX6" fmla="*/ 1059913 w 2507120"/>
                <a:gd name="connsiteY6" fmla="*/ 778942 h 1373657"/>
                <a:gd name="connsiteX7" fmla="*/ 1263113 w 2507120"/>
                <a:gd name="connsiteY7" fmla="*/ 719675 h 1373657"/>
                <a:gd name="connsiteX8" fmla="*/ 1483246 w 2507120"/>
                <a:gd name="connsiteY8" fmla="*/ 677342 h 1373657"/>
                <a:gd name="connsiteX9" fmla="*/ 1779579 w 2507120"/>
                <a:gd name="connsiteY9" fmla="*/ 558809 h 1373657"/>
                <a:gd name="connsiteX10" fmla="*/ 2058979 w 2507120"/>
                <a:gd name="connsiteY10" fmla="*/ 194742 h 1373657"/>
                <a:gd name="connsiteX11" fmla="*/ 2465379 w 2507120"/>
                <a:gd name="connsiteY11" fmla="*/ 9 h 1373657"/>
                <a:gd name="connsiteX12" fmla="*/ 2473846 w 2507120"/>
                <a:gd name="connsiteY12" fmla="*/ 186275 h 1373657"/>
                <a:gd name="connsiteX13" fmla="*/ 2287579 w 2507120"/>
                <a:gd name="connsiteY13" fmla="*/ 211675 h 1373657"/>
                <a:gd name="connsiteX14" fmla="*/ 2008179 w 2507120"/>
                <a:gd name="connsiteY14" fmla="*/ 457209 h 1373657"/>
                <a:gd name="connsiteX15" fmla="*/ 1923513 w 2507120"/>
                <a:gd name="connsiteY15" fmla="*/ 711209 h 1373657"/>
                <a:gd name="connsiteX16" fmla="*/ 1550979 w 2507120"/>
                <a:gd name="connsiteY16" fmla="*/ 829742 h 1373657"/>
                <a:gd name="connsiteX17" fmla="*/ 1119179 w 2507120"/>
                <a:gd name="connsiteY17" fmla="*/ 931342 h 1373657"/>
                <a:gd name="connsiteX18" fmla="*/ 755113 w 2507120"/>
                <a:gd name="connsiteY18" fmla="*/ 1083742 h 1373657"/>
                <a:gd name="connsiteX19" fmla="*/ 594246 w 2507120"/>
                <a:gd name="connsiteY19" fmla="*/ 1109142 h 1373657"/>
                <a:gd name="connsiteX20" fmla="*/ 678913 w 2507120"/>
                <a:gd name="connsiteY20" fmla="*/ 1210742 h 1373657"/>
                <a:gd name="connsiteX21" fmla="*/ 822846 w 2507120"/>
                <a:gd name="connsiteY21" fmla="*/ 1227675 h 1373657"/>
                <a:gd name="connsiteX22" fmla="*/ 831313 w 2507120"/>
                <a:gd name="connsiteY22" fmla="*/ 1278475 h 1373657"/>
                <a:gd name="connsiteX23" fmla="*/ 831313 w 2507120"/>
                <a:gd name="connsiteY23" fmla="*/ 1371609 h 1373657"/>
                <a:gd name="connsiteX24" fmla="*/ 628113 w 2507120"/>
                <a:gd name="connsiteY24" fmla="*/ 1337742 h 1373657"/>
                <a:gd name="connsiteX25" fmla="*/ 471479 w 2507120"/>
                <a:gd name="connsiteY25" fmla="*/ 1278475 h 1373657"/>
                <a:gd name="connsiteX26" fmla="*/ 276746 w 2507120"/>
                <a:gd name="connsiteY26" fmla="*/ 1075275 h 1373657"/>
                <a:gd name="connsiteX27" fmla="*/ 1579 w 2507120"/>
                <a:gd name="connsiteY27" fmla="*/ 706975 h 1373657"/>
                <a:gd name="connsiteX0" fmla="*/ 1579 w 2507120"/>
                <a:gd name="connsiteY0" fmla="*/ 706975 h 1373695"/>
                <a:gd name="connsiteX1" fmla="*/ 166679 w 2507120"/>
                <a:gd name="connsiteY1" fmla="*/ 575743 h 1373695"/>
                <a:gd name="connsiteX2" fmla="*/ 221713 w 2507120"/>
                <a:gd name="connsiteY2" fmla="*/ 626542 h 1373695"/>
                <a:gd name="connsiteX3" fmla="*/ 391046 w 2507120"/>
                <a:gd name="connsiteY3" fmla="*/ 889009 h 1373695"/>
                <a:gd name="connsiteX4" fmla="*/ 518046 w 2507120"/>
                <a:gd name="connsiteY4" fmla="*/ 965209 h 1373695"/>
                <a:gd name="connsiteX5" fmla="*/ 763579 w 2507120"/>
                <a:gd name="connsiteY5" fmla="*/ 897475 h 1373695"/>
                <a:gd name="connsiteX6" fmla="*/ 1059913 w 2507120"/>
                <a:gd name="connsiteY6" fmla="*/ 778942 h 1373695"/>
                <a:gd name="connsiteX7" fmla="*/ 1263113 w 2507120"/>
                <a:gd name="connsiteY7" fmla="*/ 719675 h 1373695"/>
                <a:gd name="connsiteX8" fmla="*/ 1483246 w 2507120"/>
                <a:gd name="connsiteY8" fmla="*/ 677342 h 1373695"/>
                <a:gd name="connsiteX9" fmla="*/ 1779579 w 2507120"/>
                <a:gd name="connsiteY9" fmla="*/ 558809 h 1373695"/>
                <a:gd name="connsiteX10" fmla="*/ 2058979 w 2507120"/>
                <a:gd name="connsiteY10" fmla="*/ 194742 h 1373695"/>
                <a:gd name="connsiteX11" fmla="*/ 2465379 w 2507120"/>
                <a:gd name="connsiteY11" fmla="*/ 9 h 1373695"/>
                <a:gd name="connsiteX12" fmla="*/ 2473846 w 2507120"/>
                <a:gd name="connsiteY12" fmla="*/ 186275 h 1373695"/>
                <a:gd name="connsiteX13" fmla="*/ 2287579 w 2507120"/>
                <a:gd name="connsiteY13" fmla="*/ 211675 h 1373695"/>
                <a:gd name="connsiteX14" fmla="*/ 2008179 w 2507120"/>
                <a:gd name="connsiteY14" fmla="*/ 457209 h 1373695"/>
                <a:gd name="connsiteX15" fmla="*/ 1923513 w 2507120"/>
                <a:gd name="connsiteY15" fmla="*/ 711209 h 1373695"/>
                <a:gd name="connsiteX16" fmla="*/ 1550979 w 2507120"/>
                <a:gd name="connsiteY16" fmla="*/ 829742 h 1373695"/>
                <a:gd name="connsiteX17" fmla="*/ 1119179 w 2507120"/>
                <a:gd name="connsiteY17" fmla="*/ 931342 h 1373695"/>
                <a:gd name="connsiteX18" fmla="*/ 755113 w 2507120"/>
                <a:gd name="connsiteY18" fmla="*/ 1083742 h 1373695"/>
                <a:gd name="connsiteX19" fmla="*/ 594246 w 2507120"/>
                <a:gd name="connsiteY19" fmla="*/ 1109142 h 1373695"/>
                <a:gd name="connsiteX20" fmla="*/ 678913 w 2507120"/>
                <a:gd name="connsiteY20" fmla="*/ 1210742 h 1373695"/>
                <a:gd name="connsiteX21" fmla="*/ 822846 w 2507120"/>
                <a:gd name="connsiteY21" fmla="*/ 1227675 h 1373695"/>
                <a:gd name="connsiteX22" fmla="*/ 831313 w 2507120"/>
                <a:gd name="connsiteY22" fmla="*/ 1278475 h 1373695"/>
                <a:gd name="connsiteX23" fmla="*/ 831313 w 2507120"/>
                <a:gd name="connsiteY23" fmla="*/ 1371609 h 1373695"/>
                <a:gd name="connsiteX24" fmla="*/ 628113 w 2507120"/>
                <a:gd name="connsiteY24" fmla="*/ 1337742 h 1373695"/>
                <a:gd name="connsiteX25" fmla="*/ 496879 w 2507120"/>
                <a:gd name="connsiteY25" fmla="*/ 1274242 h 1373695"/>
                <a:gd name="connsiteX26" fmla="*/ 276746 w 2507120"/>
                <a:gd name="connsiteY26" fmla="*/ 1075275 h 1373695"/>
                <a:gd name="connsiteX27" fmla="*/ 1579 w 2507120"/>
                <a:gd name="connsiteY27" fmla="*/ 706975 h 1373695"/>
                <a:gd name="connsiteX0" fmla="*/ 1579 w 2507120"/>
                <a:gd name="connsiteY0" fmla="*/ 706975 h 1369690"/>
                <a:gd name="connsiteX1" fmla="*/ 166679 w 2507120"/>
                <a:gd name="connsiteY1" fmla="*/ 575743 h 1369690"/>
                <a:gd name="connsiteX2" fmla="*/ 221713 w 2507120"/>
                <a:gd name="connsiteY2" fmla="*/ 626542 h 1369690"/>
                <a:gd name="connsiteX3" fmla="*/ 391046 w 2507120"/>
                <a:gd name="connsiteY3" fmla="*/ 889009 h 1369690"/>
                <a:gd name="connsiteX4" fmla="*/ 518046 w 2507120"/>
                <a:gd name="connsiteY4" fmla="*/ 965209 h 1369690"/>
                <a:gd name="connsiteX5" fmla="*/ 763579 w 2507120"/>
                <a:gd name="connsiteY5" fmla="*/ 897475 h 1369690"/>
                <a:gd name="connsiteX6" fmla="*/ 1059913 w 2507120"/>
                <a:gd name="connsiteY6" fmla="*/ 778942 h 1369690"/>
                <a:gd name="connsiteX7" fmla="*/ 1263113 w 2507120"/>
                <a:gd name="connsiteY7" fmla="*/ 719675 h 1369690"/>
                <a:gd name="connsiteX8" fmla="*/ 1483246 w 2507120"/>
                <a:gd name="connsiteY8" fmla="*/ 677342 h 1369690"/>
                <a:gd name="connsiteX9" fmla="*/ 1779579 w 2507120"/>
                <a:gd name="connsiteY9" fmla="*/ 558809 h 1369690"/>
                <a:gd name="connsiteX10" fmla="*/ 2058979 w 2507120"/>
                <a:gd name="connsiteY10" fmla="*/ 194742 h 1369690"/>
                <a:gd name="connsiteX11" fmla="*/ 2465379 w 2507120"/>
                <a:gd name="connsiteY11" fmla="*/ 9 h 1369690"/>
                <a:gd name="connsiteX12" fmla="*/ 2473846 w 2507120"/>
                <a:gd name="connsiteY12" fmla="*/ 186275 h 1369690"/>
                <a:gd name="connsiteX13" fmla="*/ 2287579 w 2507120"/>
                <a:gd name="connsiteY13" fmla="*/ 211675 h 1369690"/>
                <a:gd name="connsiteX14" fmla="*/ 2008179 w 2507120"/>
                <a:gd name="connsiteY14" fmla="*/ 457209 h 1369690"/>
                <a:gd name="connsiteX15" fmla="*/ 1923513 w 2507120"/>
                <a:gd name="connsiteY15" fmla="*/ 711209 h 1369690"/>
                <a:gd name="connsiteX16" fmla="*/ 1550979 w 2507120"/>
                <a:gd name="connsiteY16" fmla="*/ 829742 h 1369690"/>
                <a:gd name="connsiteX17" fmla="*/ 1119179 w 2507120"/>
                <a:gd name="connsiteY17" fmla="*/ 931342 h 1369690"/>
                <a:gd name="connsiteX18" fmla="*/ 755113 w 2507120"/>
                <a:gd name="connsiteY18" fmla="*/ 1083742 h 1369690"/>
                <a:gd name="connsiteX19" fmla="*/ 594246 w 2507120"/>
                <a:gd name="connsiteY19" fmla="*/ 1109142 h 1369690"/>
                <a:gd name="connsiteX20" fmla="*/ 678913 w 2507120"/>
                <a:gd name="connsiteY20" fmla="*/ 1210742 h 1369690"/>
                <a:gd name="connsiteX21" fmla="*/ 822846 w 2507120"/>
                <a:gd name="connsiteY21" fmla="*/ 1227675 h 1369690"/>
                <a:gd name="connsiteX22" fmla="*/ 831313 w 2507120"/>
                <a:gd name="connsiteY22" fmla="*/ 1278475 h 1369690"/>
                <a:gd name="connsiteX23" fmla="*/ 1280046 w 2507120"/>
                <a:gd name="connsiteY23" fmla="*/ 1367376 h 1369690"/>
                <a:gd name="connsiteX24" fmla="*/ 628113 w 2507120"/>
                <a:gd name="connsiteY24" fmla="*/ 1337742 h 1369690"/>
                <a:gd name="connsiteX25" fmla="*/ 496879 w 2507120"/>
                <a:gd name="connsiteY25" fmla="*/ 1274242 h 1369690"/>
                <a:gd name="connsiteX26" fmla="*/ 276746 w 2507120"/>
                <a:gd name="connsiteY26" fmla="*/ 1075275 h 1369690"/>
                <a:gd name="connsiteX27" fmla="*/ 1579 w 2507120"/>
                <a:gd name="connsiteY27" fmla="*/ 706975 h 1369690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831313 w 2507120"/>
                <a:gd name="connsiteY22" fmla="*/ 1278475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69451"/>
                <a:gd name="connsiteX1" fmla="*/ 166679 w 2507120"/>
                <a:gd name="connsiteY1" fmla="*/ 575743 h 1369451"/>
                <a:gd name="connsiteX2" fmla="*/ 221713 w 2507120"/>
                <a:gd name="connsiteY2" fmla="*/ 626542 h 1369451"/>
                <a:gd name="connsiteX3" fmla="*/ 391046 w 2507120"/>
                <a:gd name="connsiteY3" fmla="*/ 889009 h 1369451"/>
                <a:gd name="connsiteX4" fmla="*/ 518046 w 2507120"/>
                <a:gd name="connsiteY4" fmla="*/ 965209 h 1369451"/>
                <a:gd name="connsiteX5" fmla="*/ 763579 w 2507120"/>
                <a:gd name="connsiteY5" fmla="*/ 897475 h 1369451"/>
                <a:gd name="connsiteX6" fmla="*/ 1059913 w 2507120"/>
                <a:gd name="connsiteY6" fmla="*/ 778942 h 1369451"/>
                <a:gd name="connsiteX7" fmla="*/ 1263113 w 2507120"/>
                <a:gd name="connsiteY7" fmla="*/ 719675 h 1369451"/>
                <a:gd name="connsiteX8" fmla="*/ 1483246 w 2507120"/>
                <a:gd name="connsiteY8" fmla="*/ 677342 h 1369451"/>
                <a:gd name="connsiteX9" fmla="*/ 1779579 w 2507120"/>
                <a:gd name="connsiteY9" fmla="*/ 558809 h 1369451"/>
                <a:gd name="connsiteX10" fmla="*/ 2058979 w 2507120"/>
                <a:gd name="connsiteY10" fmla="*/ 194742 h 1369451"/>
                <a:gd name="connsiteX11" fmla="*/ 2465379 w 2507120"/>
                <a:gd name="connsiteY11" fmla="*/ 9 h 1369451"/>
                <a:gd name="connsiteX12" fmla="*/ 2473846 w 2507120"/>
                <a:gd name="connsiteY12" fmla="*/ 186275 h 1369451"/>
                <a:gd name="connsiteX13" fmla="*/ 2287579 w 2507120"/>
                <a:gd name="connsiteY13" fmla="*/ 211675 h 1369451"/>
                <a:gd name="connsiteX14" fmla="*/ 2008179 w 2507120"/>
                <a:gd name="connsiteY14" fmla="*/ 457209 h 1369451"/>
                <a:gd name="connsiteX15" fmla="*/ 1923513 w 2507120"/>
                <a:gd name="connsiteY15" fmla="*/ 711209 h 1369451"/>
                <a:gd name="connsiteX16" fmla="*/ 1550979 w 2507120"/>
                <a:gd name="connsiteY16" fmla="*/ 829742 h 1369451"/>
                <a:gd name="connsiteX17" fmla="*/ 1119179 w 2507120"/>
                <a:gd name="connsiteY17" fmla="*/ 931342 h 1369451"/>
                <a:gd name="connsiteX18" fmla="*/ 755113 w 2507120"/>
                <a:gd name="connsiteY18" fmla="*/ 1083742 h 1369451"/>
                <a:gd name="connsiteX19" fmla="*/ 594246 w 2507120"/>
                <a:gd name="connsiteY19" fmla="*/ 1109142 h 1369451"/>
                <a:gd name="connsiteX20" fmla="*/ 678913 w 2507120"/>
                <a:gd name="connsiteY20" fmla="*/ 1210742 h 1369451"/>
                <a:gd name="connsiteX21" fmla="*/ 822846 w 2507120"/>
                <a:gd name="connsiteY21" fmla="*/ 1227675 h 1369451"/>
                <a:gd name="connsiteX22" fmla="*/ 1241947 w 2507120"/>
                <a:gd name="connsiteY22" fmla="*/ 1236142 h 1369451"/>
                <a:gd name="connsiteX23" fmla="*/ 1250412 w 2507120"/>
                <a:gd name="connsiteY23" fmla="*/ 1282710 h 1369451"/>
                <a:gd name="connsiteX24" fmla="*/ 1280046 w 2507120"/>
                <a:gd name="connsiteY24" fmla="*/ 1367376 h 1369451"/>
                <a:gd name="connsiteX25" fmla="*/ 628113 w 2507120"/>
                <a:gd name="connsiteY25" fmla="*/ 1337742 h 1369451"/>
                <a:gd name="connsiteX26" fmla="*/ 496879 w 2507120"/>
                <a:gd name="connsiteY26" fmla="*/ 1274242 h 1369451"/>
                <a:gd name="connsiteX27" fmla="*/ 276746 w 2507120"/>
                <a:gd name="connsiteY27" fmla="*/ 1075275 h 1369451"/>
                <a:gd name="connsiteX28" fmla="*/ 1579 w 2507120"/>
                <a:gd name="connsiteY28" fmla="*/ 706975 h 1369451"/>
                <a:gd name="connsiteX0" fmla="*/ 1579 w 2507120"/>
                <a:gd name="connsiteY0" fmla="*/ 706975 h 1372873"/>
                <a:gd name="connsiteX1" fmla="*/ 166679 w 2507120"/>
                <a:gd name="connsiteY1" fmla="*/ 575743 h 1372873"/>
                <a:gd name="connsiteX2" fmla="*/ 221713 w 2507120"/>
                <a:gd name="connsiteY2" fmla="*/ 626542 h 1372873"/>
                <a:gd name="connsiteX3" fmla="*/ 391046 w 2507120"/>
                <a:gd name="connsiteY3" fmla="*/ 889009 h 1372873"/>
                <a:gd name="connsiteX4" fmla="*/ 518046 w 2507120"/>
                <a:gd name="connsiteY4" fmla="*/ 965209 h 1372873"/>
                <a:gd name="connsiteX5" fmla="*/ 763579 w 2507120"/>
                <a:gd name="connsiteY5" fmla="*/ 897475 h 1372873"/>
                <a:gd name="connsiteX6" fmla="*/ 1059913 w 2507120"/>
                <a:gd name="connsiteY6" fmla="*/ 778942 h 1372873"/>
                <a:gd name="connsiteX7" fmla="*/ 1263113 w 2507120"/>
                <a:gd name="connsiteY7" fmla="*/ 719675 h 1372873"/>
                <a:gd name="connsiteX8" fmla="*/ 1483246 w 2507120"/>
                <a:gd name="connsiteY8" fmla="*/ 677342 h 1372873"/>
                <a:gd name="connsiteX9" fmla="*/ 1779579 w 2507120"/>
                <a:gd name="connsiteY9" fmla="*/ 558809 h 1372873"/>
                <a:gd name="connsiteX10" fmla="*/ 2058979 w 2507120"/>
                <a:gd name="connsiteY10" fmla="*/ 194742 h 1372873"/>
                <a:gd name="connsiteX11" fmla="*/ 2465379 w 2507120"/>
                <a:gd name="connsiteY11" fmla="*/ 9 h 1372873"/>
                <a:gd name="connsiteX12" fmla="*/ 2473846 w 2507120"/>
                <a:gd name="connsiteY12" fmla="*/ 186275 h 1372873"/>
                <a:gd name="connsiteX13" fmla="*/ 2287579 w 2507120"/>
                <a:gd name="connsiteY13" fmla="*/ 211675 h 1372873"/>
                <a:gd name="connsiteX14" fmla="*/ 2008179 w 2507120"/>
                <a:gd name="connsiteY14" fmla="*/ 457209 h 1372873"/>
                <a:gd name="connsiteX15" fmla="*/ 1923513 w 2507120"/>
                <a:gd name="connsiteY15" fmla="*/ 711209 h 1372873"/>
                <a:gd name="connsiteX16" fmla="*/ 1550979 w 2507120"/>
                <a:gd name="connsiteY16" fmla="*/ 829742 h 1372873"/>
                <a:gd name="connsiteX17" fmla="*/ 1119179 w 2507120"/>
                <a:gd name="connsiteY17" fmla="*/ 931342 h 1372873"/>
                <a:gd name="connsiteX18" fmla="*/ 755113 w 2507120"/>
                <a:gd name="connsiteY18" fmla="*/ 1083742 h 1372873"/>
                <a:gd name="connsiteX19" fmla="*/ 594246 w 2507120"/>
                <a:gd name="connsiteY19" fmla="*/ 1109142 h 1372873"/>
                <a:gd name="connsiteX20" fmla="*/ 678913 w 2507120"/>
                <a:gd name="connsiteY20" fmla="*/ 1210742 h 1372873"/>
                <a:gd name="connsiteX21" fmla="*/ 822846 w 2507120"/>
                <a:gd name="connsiteY21" fmla="*/ 1227675 h 1372873"/>
                <a:gd name="connsiteX22" fmla="*/ 1241947 w 2507120"/>
                <a:gd name="connsiteY22" fmla="*/ 1236142 h 1372873"/>
                <a:gd name="connsiteX23" fmla="*/ 1250412 w 2507120"/>
                <a:gd name="connsiteY23" fmla="*/ 1282710 h 1372873"/>
                <a:gd name="connsiteX24" fmla="*/ 1280046 w 2507120"/>
                <a:gd name="connsiteY24" fmla="*/ 1367376 h 1372873"/>
                <a:gd name="connsiteX25" fmla="*/ 678913 w 2507120"/>
                <a:gd name="connsiteY25" fmla="*/ 1354675 h 1372873"/>
                <a:gd name="connsiteX26" fmla="*/ 496879 w 2507120"/>
                <a:gd name="connsiteY26" fmla="*/ 1274242 h 1372873"/>
                <a:gd name="connsiteX27" fmla="*/ 276746 w 2507120"/>
                <a:gd name="connsiteY27" fmla="*/ 1075275 h 1372873"/>
                <a:gd name="connsiteX28" fmla="*/ 1579 w 2507120"/>
                <a:gd name="connsiteY28" fmla="*/ 706975 h 1372873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6789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74209"/>
                <a:gd name="connsiteX1" fmla="*/ 166679 w 2507120"/>
                <a:gd name="connsiteY1" fmla="*/ 575743 h 1374209"/>
                <a:gd name="connsiteX2" fmla="*/ 221713 w 2507120"/>
                <a:gd name="connsiteY2" fmla="*/ 626542 h 1374209"/>
                <a:gd name="connsiteX3" fmla="*/ 391046 w 2507120"/>
                <a:gd name="connsiteY3" fmla="*/ 889009 h 1374209"/>
                <a:gd name="connsiteX4" fmla="*/ 518046 w 2507120"/>
                <a:gd name="connsiteY4" fmla="*/ 965209 h 1374209"/>
                <a:gd name="connsiteX5" fmla="*/ 763579 w 2507120"/>
                <a:gd name="connsiteY5" fmla="*/ 897475 h 1374209"/>
                <a:gd name="connsiteX6" fmla="*/ 1059913 w 2507120"/>
                <a:gd name="connsiteY6" fmla="*/ 778942 h 1374209"/>
                <a:gd name="connsiteX7" fmla="*/ 1263113 w 2507120"/>
                <a:gd name="connsiteY7" fmla="*/ 719675 h 1374209"/>
                <a:gd name="connsiteX8" fmla="*/ 1483246 w 2507120"/>
                <a:gd name="connsiteY8" fmla="*/ 677342 h 1374209"/>
                <a:gd name="connsiteX9" fmla="*/ 1779579 w 2507120"/>
                <a:gd name="connsiteY9" fmla="*/ 558809 h 1374209"/>
                <a:gd name="connsiteX10" fmla="*/ 2058979 w 2507120"/>
                <a:gd name="connsiteY10" fmla="*/ 194742 h 1374209"/>
                <a:gd name="connsiteX11" fmla="*/ 2465379 w 2507120"/>
                <a:gd name="connsiteY11" fmla="*/ 9 h 1374209"/>
                <a:gd name="connsiteX12" fmla="*/ 2473846 w 2507120"/>
                <a:gd name="connsiteY12" fmla="*/ 186275 h 1374209"/>
                <a:gd name="connsiteX13" fmla="*/ 2287579 w 2507120"/>
                <a:gd name="connsiteY13" fmla="*/ 211675 h 1374209"/>
                <a:gd name="connsiteX14" fmla="*/ 2008179 w 2507120"/>
                <a:gd name="connsiteY14" fmla="*/ 457209 h 1374209"/>
                <a:gd name="connsiteX15" fmla="*/ 1923513 w 2507120"/>
                <a:gd name="connsiteY15" fmla="*/ 711209 h 1374209"/>
                <a:gd name="connsiteX16" fmla="*/ 1550979 w 2507120"/>
                <a:gd name="connsiteY16" fmla="*/ 829742 h 1374209"/>
                <a:gd name="connsiteX17" fmla="*/ 1119179 w 2507120"/>
                <a:gd name="connsiteY17" fmla="*/ 931342 h 1374209"/>
                <a:gd name="connsiteX18" fmla="*/ 755113 w 2507120"/>
                <a:gd name="connsiteY18" fmla="*/ 1083742 h 1374209"/>
                <a:gd name="connsiteX19" fmla="*/ 594246 w 2507120"/>
                <a:gd name="connsiteY19" fmla="*/ 1109142 h 1374209"/>
                <a:gd name="connsiteX20" fmla="*/ 678913 w 2507120"/>
                <a:gd name="connsiteY20" fmla="*/ 1210742 h 1374209"/>
                <a:gd name="connsiteX21" fmla="*/ 822846 w 2507120"/>
                <a:gd name="connsiteY21" fmla="*/ 1227675 h 1374209"/>
                <a:gd name="connsiteX22" fmla="*/ 1241947 w 2507120"/>
                <a:gd name="connsiteY22" fmla="*/ 1236142 h 1374209"/>
                <a:gd name="connsiteX23" fmla="*/ 1250412 w 2507120"/>
                <a:gd name="connsiteY23" fmla="*/ 1282710 h 1374209"/>
                <a:gd name="connsiteX24" fmla="*/ 1280046 w 2507120"/>
                <a:gd name="connsiteY24" fmla="*/ 1367376 h 1374209"/>
                <a:gd name="connsiteX25" fmla="*/ 729713 w 2507120"/>
                <a:gd name="connsiteY25" fmla="*/ 1354675 h 1374209"/>
                <a:gd name="connsiteX26" fmla="*/ 475712 w 2507120"/>
                <a:gd name="connsiteY26" fmla="*/ 1240376 h 1374209"/>
                <a:gd name="connsiteX27" fmla="*/ 276746 w 2507120"/>
                <a:gd name="connsiteY27" fmla="*/ 1075275 h 1374209"/>
                <a:gd name="connsiteX28" fmla="*/ 1579 w 2507120"/>
                <a:gd name="connsiteY28" fmla="*/ 706975 h 1374209"/>
                <a:gd name="connsiteX0" fmla="*/ 1579 w 2507120"/>
                <a:gd name="connsiteY0" fmla="*/ 706975 h 1388170"/>
                <a:gd name="connsiteX1" fmla="*/ 166679 w 2507120"/>
                <a:gd name="connsiteY1" fmla="*/ 575743 h 1388170"/>
                <a:gd name="connsiteX2" fmla="*/ 221713 w 2507120"/>
                <a:gd name="connsiteY2" fmla="*/ 626542 h 1388170"/>
                <a:gd name="connsiteX3" fmla="*/ 391046 w 2507120"/>
                <a:gd name="connsiteY3" fmla="*/ 889009 h 1388170"/>
                <a:gd name="connsiteX4" fmla="*/ 518046 w 2507120"/>
                <a:gd name="connsiteY4" fmla="*/ 965209 h 1388170"/>
                <a:gd name="connsiteX5" fmla="*/ 763579 w 2507120"/>
                <a:gd name="connsiteY5" fmla="*/ 897475 h 1388170"/>
                <a:gd name="connsiteX6" fmla="*/ 1059913 w 2507120"/>
                <a:gd name="connsiteY6" fmla="*/ 778942 h 1388170"/>
                <a:gd name="connsiteX7" fmla="*/ 1263113 w 2507120"/>
                <a:gd name="connsiteY7" fmla="*/ 719675 h 1388170"/>
                <a:gd name="connsiteX8" fmla="*/ 1483246 w 2507120"/>
                <a:gd name="connsiteY8" fmla="*/ 677342 h 1388170"/>
                <a:gd name="connsiteX9" fmla="*/ 1779579 w 2507120"/>
                <a:gd name="connsiteY9" fmla="*/ 558809 h 1388170"/>
                <a:gd name="connsiteX10" fmla="*/ 2058979 w 2507120"/>
                <a:gd name="connsiteY10" fmla="*/ 194742 h 1388170"/>
                <a:gd name="connsiteX11" fmla="*/ 2465379 w 2507120"/>
                <a:gd name="connsiteY11" fmla="*/ 9 h 1388170"/>
                <a:gd name="connsiteX12" fmla="*/ 2473846 w 2507120"/>
                <a:gd name="connsiteY12" fmla="*/ 186275 h 1388170"/>
                <a:gd name="connsiteX13" fmla="*/ 2287579 w 2507120"/>
                <a:gd name="connsiteY13" fmla="*/ 211675 h 1388170"/>
                <a:gd name="connsiteX14" fmla="*/ 2008179 w 2507120"/>
                <a:gd name="connsiteY14" fmla="*/ 457209 h 1388170"/>
                <a:gd name="connsiteX15" fmla="*/ 1923513 w 2507120"/>
                <a:gd name="connsiteY15" fmla="*/ 711209 h 1388170"/>
                <a:gd name="connsiteX16" fmla="*/ 1550979 w 2507120"/>
                <a:gd name="connsiteY16" fmla="*/ 829742 h 1388170"/>
                <a:gd name="connsiteX17" fmla="*/ 1119179 w 2507120"/>
                <a:gd name="connsiteY17" fmla="*/ 931342 h 1388170"/>
                <a:gd name="connsiteX18" fmla="*/ 755113 w 2507120"/>
                <a:gd name="connsiteY18" fmla="*/ 1083742 h 1388170"/>
                <a:gd name="connsiteX19" fmla="*/ 594246 w 2507120"/>
                <a:gd name="connsiteY19" fmla="*/ 1109142 h 1388170"/>
                <a:gd name="connsiteX20" fmla="*/ 678913 w 2507120"/>
                <a:gd name="connsiteY20" fmla="*/ 1210742 h 1388170"/>
                <a:gd name="connsiteX21" fmla="*/ 822846 w 2507120"/>
                <a:gd name="connsiteY21" fmla="*/ 1227675 h 1388170"/>
                <a:gd name="connsiteX22" fmla="*/ 1241947 w 2507120"/>
                <a:gd name="connsiteY22" fmla="*/ 1236142 h 1388170"/>
                <a:gd name="connsiteX23" fmla="*/ 1250412 w 2507120"/>
                <a:gd name="connsiteY23" fmla="*/ 1282710 h 1388170"/>
                <a:gd name="connsiteX24" fmla="*/ 1165746 w 2507120"/>
                <a:gd name="connsiteY24" fmla="*/ 1384309 h 1388170"/>
                <a:gd name="connsiteX25" fmla="*/ 729713 w 2507120"/>
                <a:gd name="connsiteY25" fmla="*/ 1354675 h 1388170"/>
                <a:gd name="connsiteX26" fmla="*/ 475712 w 2507120"/>
                <a:gd name="connsiteY26" fmla="*/ 1240376 h 1388170"/>
                <a:gd name="connsiteX27" fmla="*/ 276746 w 2507120"/>
                <a:gd name="connsiteY27" fmla="*/ 1075275 h 1388170"/>
                <a:gd name="connsiteX28" fmla="*/ 1579 w 2507120"/>
                <a:gd name="connsiteY28" fmla="*/ 706975 h 1388170"/>
                <a:gd name="connsiteX0" fmla="*/ 1579 w 2507120"/>
                <a:gd name="connsiteY0" fmla="*/ 706975 h 1368699"/>
                <a:gd name="connsiteX1" fmla="*/ 166679 w 2507120"/>
                <a:gd name="connsiteY1" fmla="*/ 575743 h 1368699"/>
                <a:gd name="connsiteX2" fmla="*/ 221713 w 2507120"/>
                <a:gd name="connsiteY2" fmla="*/ 626542 h 1368699"/>
                <a:gd name="connsiteX3" fmla="*/ 391046 w 2507120"/>
                <a:gd name="connsiteY3" fmla="*/ 889009 h 1368699"/>
                <a:gd name="connsiteX4" fmla="*/ 518046 w 2507120"/>
                <a:gd name="connsiteY4" fmla="*/ 965209 h 1368699"/>
                <a:gd name="connsiteX5" fmla="*/ 763579 w 2507120"/>
                <a:gd name="connsiteY5" fmla="*/ 897475 h 1368699"/>
                <a:gd name="connsiteX6" fmla="*/ 1059913 w 2507120"/>
                <a:gd name="connsiteY6" fmla="*/ 778942 h 1368699"/>
                <a:gd name="connsiteX7" fmla="*/ 1263113 w 2507120"/>
                <a:gd name="connsiteY7" fmla="*/ 719675 h 1368699"/>
                <a:gd name="connsiteX8" fmla="*/ 1483246 w 2507120"/>
                <a:gd name="connsiteY8" fmla="*/ 677342 h 1368699"/>
                <a:gd name="connsiteX9" fmla="*/ 1779579 w 2507120"/>
                <a:gd name="connsiteY9" fmla="*/ 558809 h 1368699"/>
                <a:gd name="connsiteX10" fmla="*/ 2058979 w 2507120"/>
                <a:gd name="connsiteY10" fmla="*/ 194742 h 1368699"/>
                <a:gd name="connsiteX11" fmla="*/ 2465379 w 2507120"/>
                <a:gd name="connsiteY11" fmla="*/ 9 h 1368699"/>
                <a:gd name="connsiteX12" fmla="*/ 2473846 w 2507120"/>
                <a:gd name="connsiteY12" fmla="*/ 186275 h 1368699"/>
                <a:gd name="connsiteX13" fmla="*/ 2287579 w 2507120"/>
                <a:gd name="connsiteY13" fmla="*/ 211675 h 1368699"/>
                <a:gd name="connsiteX14" fmla="*/ 2008179 w 2507120"/>
                <a:gd name="connsiteY14" fmla="*/ 457209 h 1368699"/>
                <a:gd name="connsiteX15" fmla="*/ 1923513 w 2507120"/>
                <a:gd name="connsiteY15" fmla="*/ 711209 h 1368699"/>
                <a:gd name="connsiteX16" fmla="*/ 1550979 w 2507120"/>
                <a:gd name="connsiteY16" fmla="*/ 829742 h 1368699"/>
                <a:gd name="connsiteX17" fmla="*/ 1119179 w 2507120"/>
                <a:gd name="connsiteY17" fmla="*/ 931342 h 1368699"/>
                <a:gd name="connsiteX18" fmla="*/ 755113 w 2507120"/>
                <a:gd name="connsiteY18" fmla="*/ 1083742 h 1368699"/>
                <a:gd name="connsiteX19" fmla="*/ 594246 w 2507120"/>
                <a:gd name="connsiteY19" fmla="*/ 1109142 h 1368699"/>
                <a:gd name="connsiteX20" fmla="*/ 678913 w 2507120"/>
                <a:gd name="connsiteY20" fmla="*/ 1210742 h 1368699"/>
                <a:gd name="connsiteX21" fmla="*/ 822846 w 2507120"/>
                <a:gd name="connsiteY21" fmla="*/ 1227675 h 1368699"/>
                <a:gd name="connsiteX22" fmla="*/ 1241947 w 2507120"/>
                <a:gd name="connsiteY22" fmla="*/ 1236142 h 1368699"/>
                <a:gd name="connsiteX23" fmla="*/ 1250412 w 2507120"/>
                <a:gd name="connsiteY23" fmla="*/ 1282710 h 1368699"/>
                <a:gd name="connsiteX24" fmla="*/ 1174213 w 2507120"/>
                <a:gd name="connsiteY24" fmla="*/ 1358909 h 1368699"/>
                <a:gd name="connsiteX25" fmla="*/ 729713 w 2507120"/>
                <a:gd name="connsiteY25" fmla="*/ 1354675 h 1368699"/>
                <a:gd name="connsiteX26" fmla="*/ 475712 w 2507120"/>
                <a:gd name="connsiteY26" fmla="*/ 1240376 h 1368699"/>
                <a:gd name="connsiteX27" fmla="*/ 276746 w 2507120"/>
                <a:gd name="connsiteY27" fmla="*/ 1075275 h 1368699"/>
                <a:gd name="connsiteX28" fmla="*/ 1579 w 2507120"/>
                <a:gd name="connsiteY28" fmla="*/ 706975 h 1368699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1241947 w 2507120"/>
                <a:gd name="connsiteY22" fmla="*/ 1236142 h 1368170"/>
                <a:gd name="connsiteX23" fmla="*/ 1212312 w 2507120"/>
                <a:gd name="connsiteY23" fmla="*/ 1291177 h 1368170"/>
                <a:gd name="connsiteX24" fmla="*/ 1174213 w 2507120"/>
                <a:gd name="connsiteY24" fmla="*/ 1358909 h 1368170"/>
                <a:gd name="connsiteX25" fmla="*/ 729713 w 2507120"/>
                <a:gd name="connsiteY25" fmla="*/ 1354675 h 1368170"/>
                <a:gd name="connsiteX26" fmla="*/ 475712 w 2507120"/>
                <a:gd name="connsiteY26" fmla="*/ 1240376 h 1368170"/>
                <a:gd name="connsiteX27" fmla="*/ 276746 w 2507120"/>
                <a:gd name="connsiteY27" fmla="*/ 1075275 h 1368170"/>
                <a:gd name="connsiteX28" fmla="*/ 1579 w 2507120"/>
                <a:gd name="connsiteY28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36142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8170"/>
                <a:gd name="connsiteX1" fmla="*/ 166679 w 2507120"/>
                <a:gd name="connsiteY1" fmla="*/ 575743 h 1368170"/>
                <a:gd name="connsiteX2" fmla="*/ 221713 w 2507120"/>
                <a:gd name="connsiteY2" fmla="*/ 626542 h 1368170"/>
                <a:gd name="connsiteX3" fmla="*/ 391046 w 2507120"/>
                <a:gd name="connsiteY3" fmla="*/ 889009 h 1368170"/>
                <a:gd name="connsiteX4" fmla="*/ 518046 w 2507120"/>
                <a:gd name="connsiteY4" fmla="*/ 965209 h 1368170"/>
                <a:gd name="connsiteX5" fmla="*/ 763579 w 2507120"/>
                <a:gd name="connsiteY5" fmla="*/ 897475 h 1368170"/>
                <a:gd name="connsiteX6" fmla="*/ 1059913 w 2507120"/>
                <a:gd name="connsiteY6" fmla="*/ 778942 h 1368170"/>
                <a:gd name="connsiteX7" fmla="*/ 1263113 w 2507120"/>
                <a:gd name="connsiteY7" fmla="*/ 719675 h 1368170"/>
                <a:gd name="connsiteX8" fmla="*/ 1483246 w 2507120"/>
                <a:gd name="connsiteY8" fmla="*/ 677342 h 1368170"/>
                <a:gd name="connsiteX9" fmla="*/ 1779579 w 2507120"/>
                <a:gd name="connsiteY9" fmla="*/ 558809 h 1368170"/>
                <a:gd name="connsiteX10" fmla="*/ 2058979 w 2507120"/>
                <a:gd name="connsiteY10" fmla="*/ 194742 h 1368170"/>
                <a:gd name="connsiteX11" fmla="*/ 2465379 w 2507120"/>
                <a:gd name="connsiteY11" fmla="*/ 9 h 1368170"/>
                <a:gd name="connsiteX12" fmla="*/ 2473846 w 2507120"/>
                <a:gd name="connsiteY12" fmla="*/ 186275 h 1368170"/>
                <a:gd name="connsiteX13" fmla="*/ 2287579 w 2507120"/>
                <a:gd name="connsiteY13" fmla="*/ 211675 h 1368170"/>
                <a:gd name="connsiteX14" fmla="*/ 2008179 w 2507120"/>
                <a:gd name="connsiteY14" fmla="*/ 457209 h 1368170"/>
                <a:gd name="connsiteX15" fmla="*/ 1923513 w 2507120"/>
                <a:gd name="connsiteY15" fmla="*/ 711209 h 1368170"/>
                <a:gd name="connsiteX16" fmla="*/ 1550979 w 2507120"/>
                <a:gd name="connsiteY16" fmla="*/ 829742 h 1368170"/>
                <a:gd name="connsiteX17" fmla="*/ 1119179 w 2507120"/>
                <a:gd name="connsiteY17" fmla="*/ 931342 h 1368170"/>
                <a:gd name="connsiteX18" fmla="*/ 755113 w 2507120"/>
                <a:gd name="connsiteY18" fmla="*/ 1083742 h 1368170"/>
                <a:gd name="connsiteX19" fmla="*/ 594246 w 2507120"/>
                <a:gd name="connsiteY19" fmla="*/ 1109142 h 1368170"/>
                <a:gd name="connsiteX20" fmla="*/ 678913 w 2507120"/>
                <a:gd name="connsiteY20" fmla="*/ 1210742 h 1368170"/>
                <a:gd name="connsiteX21" fmla="*/ 822846 w 2507120"/>
                <a:gd name="connsiteY21" fmla="*/ 1227675 h 1368170"/>
                <a:gd name="connsiteX22" fmla="*/ 899045 w 2507120"/>
                <a:gd name="connsiteY22" fmla="*/ 1261544 h 1368170"/>
                <a:gd name="connsiteX23" fmla="*/ 1241947 w 2507120"/>
                <a:gd name="connsiteY23" fmla="*/ 1270008 h 1368170"/>
                <a:gd name="connsiteX24" fmla="*/ 1212312 w 2507120"/>
                <a:gd name="connsiteY24" fmla="*/ 1291177 h 1368170"/>
                <a:gd name="connsiteX25" fmla="*/ 1174213 w 2507120"/>
                <a:gd name="connsiteY25" fmla="*/ 1358909 h 1368170"/>
                <a:gd name="connsiteX26" fmla="*/ 729713 w 2507120"/>
                <a:gd name="connsiteY26" fmla="*/ 1354675 h 1368170"/>
                <a:gd name="connsiteX27" fmla="*/ 475712 w 2507120"/>
                <a:gd name="connsiteY27" fmla="*/ 1240376 h 1368170"/>
                <a:gd name="connsiteX28" fmla="*/ 276746 w 2507120"/>
                <a:gd name="connsiteY28" fmla="*/ 1075275 h 1368170"/>
                <a:gd name="connsiteX29" fmla="*/ 1579 w 2507120"/>
                <a:gd name="connsiteY29" fmla="*/ 706975 h 1368170"/>
                <a:gd name="connsiteX0" fmla="*/ 1579 w 2507120"/>
                <a:gd name="connsiteY0" fmla="*/ 706975 h 1367400"/>
                <a:gd name="connsiteX1" fmla="*/ 166679 w 2507120"/>
                <a:gd name="connsiteY1" fmla="*/ 575743 h 1367400"/>
                <a:gd name="connsiteX2" fmla="*/ 221713 w 2507120"/>
                <a:gd name="connsiteY2" fmla="*/ 626542 h 1367400"/>
                <a:gd name="connsiteX3" fmla="*/ 391046 w 2507120"/>
                <a:gd name="connsiteY3" fmla="*/ 889009 h 1367400"/>
                <a:gd name="connsiteX4" fmla="*/ 518046 w 2507120"/>
                <a:gd name="connsiteY4" fmla="*/ 965209 h 1367400"/>
                <a:gd name="connsiteX5" fmla="*/ 763579 w 2507120"/>
                <a:gd name="connsiteY5" fmla="*/ 897475 h 1367400"/>
                <a:gd name="connsiteX6" fmla="*/ 1059913 w 2507120"/>
                <a:gd name="connsiteY6" fmla="*/ 778942 h 1367400"/>
                <a:gd name="connsiteX7" fmla="*/ 1263113 w 2507120"/>
                <a:gd name="connsiteY7" fmla="*/ 719675 h 1367400"/>
                <a:gd name="connsiteX8" fmla="*/ 1483246 w 2507120"/>
                <a:gd name="connsiteY8" fmla="*/ 677342 h 1367400"/>
                <a:gd name="connsiteX9" fmla="*/ 1779579 w 2507120"/>
                <a:gd name="connsiteY9" fmla="*/ 558809 h 1367400"/>
                <a:gd name="connsiteX10" fmla="*/ 2058979 w 2507120"/>
                <a:gd name="connsiteY10" fmla="*/ 194742 h 1367400"/>
                <a:gd name="connsiteX11" fmla="*/ 2465379 w 2507120"/>
                <a:gd name="connsiteY11" fmla="*/ 9 h 1367400"/>
                <a:gd name="connsiteX12" fmla="*/ 2473846 w 2507120"/>
                <a:gd name="connsiteY12" fmla="*/ 186275 h 1367400"/>
                <a:gd name="connsiteX13" fmla="*/ 2287579 w 2507120"/>
                <a:gd name="connsiteY13" fmla="*/ 211675 h 1367400"/>
                <a:gd name="connsiteX14" fmla="*/ 2008179 w 2507120"/>
                <a:gd name="connsiteY14" fmla="*/ 457209 h 1367400"/>
                <a:gd name="connsiteX15" fmla="*/ 1923513 w 2507120"/>
                <a:gd name="connsiteY15" fmla="*/ 711209 h 1367400"/>
                <a:gd name="connsiteX16" fmla="*/ 1550979 w 2507120"/>
                <a:gd name="connsiteY16" fmla="*/ 829742 h 1367400"/>
                <a:gd name="connsiteX17" fmla="*/ 1119179 w 2507120"/>
                <a:gd name="connsiteY17" fmla="*/ 931342 h 1367400"/>
                <a:gd name="connsiteX18" fmla="*/ 755113 w 2507120"/>
                <a:gd name="connsiteY18" fmla="*/ 1083742 h 1367400"/>
                <a:gd name="connsiteX19" fmla="*/ 594246 w 2507120"/>
                <a:gd name="connsiteY19" fmla="*/ 1109142 h 1367400"/>
                <a:gd name="connsiteX20" fmla="*/ 678913 w 2507120"/>
                <a:gd name="connsiteY20" fmla="*/ 1210742 h 1367400"/>
                <a:gd name="connsiteX21" fmla="*/ 822846 w 2507120"/>
                <a:gd name="connsiteY21" fmla="*/ 1227675 h 1367400"/>
                <a:gd name="connsiteX22" fmla="*/ 899045 w 2507120"/>
                <a:gd name="connsiteY22" fmla="*/ 1261544 h 1367400"/>
                <a:gd name="connsiteX23" fmla="*/ 1241947 w 2507120"/>
                <a:gd name="connsiteY23" fmla="*/ 1270008 h 1367400"/>
                <a:gd name="connsiteX24" fmla="*/ 1216545 w 2507120"/>
                <a:gd name="connsiteY24" fmla="*/ 1303877 h 1367400"/>
                <a:gd name="connsiteX25" fmla="*/ 1174213 w 2507120"/>
                <a:gd name="connsiteY25" fmla="*/ 1358909 h 1367400"/>
                <a:gd name="connsiteX26" fmla="*/ 729713 w 2507120"/>
                <a:gd name="connsiteY26" fmla="*/ 1354675 h 1367400"/>
                <a:gd name="connsiteX27" fmla="*/ 475712 w 2507120"/>
                <a:gd name="connsiteY27" fmla="*/ 1240376 h 1367400"/>
                <a:gd name="connsiteX28" fmla="*/ 276746 w 2507120"/>
                <a:gd name="connsiteY28" fmla="*/ 1075275 h 1367400"/>
                <a:gd name="connsiteX29" fmla="*/ 1579 w 2507120"/>
                <a:gd name="connsiteY29" fmla="*/ 706975 h 1367400"/>
                <a:gd name="connsiteX0" fmla="*/ 1579 w 2507120"/>
                <a:gd name="connsiteY0" fmla="*/ 706975 h 1369513"/>
                <a:gd name="connsiteX1" fmla="*/ 166679 w 2507120"/>
                <a:gd name="connsiteY1" fmla="*/ 575743 h 1369513"/>
                <a:gd name="connsiteX2" fmla="*/ 221713 w 2507120"/>
                <a:gd name="connsiteY2" fmla="*/ 626542 h 1369513"/>
                <a:gd name="connsiteX3" fmla="*/ 391046 w 2507120"/>
                <a:gd name="connsiteY3" fmla="*/ 889009 h 1369513"/>
                <a:gd name="connsiteX4" fmla="*/ 518046 w 2507120"/>
                <a:gd name="connsiteY4" fmla="*/ 965209 h 1369513"/>
                <a:gd name="connsiteX5" fmla="*/ 763579 w 2507120"/>
                <a:gd name="connsiteY5" fmla="*/ 897475 h 1369513"/>
                <a:gd name="connsiteX6" fmla="*/ 1059913 w 2507120"/>
                <a:gd name="connsiteY6" fmla="*/ 778942 h 1369513"/>
                <a:gd name="connsiteX7" fmla="*/ 1263113 w 2507120"/>
                <a:gd name="connsiteY7" fmla="*/ 719675 h 1369513"/>
                <a:gd name="connsiteX8" fmla="*/ 1483246 w 2507120"/>
                <a:gd name="connsiteY8" fmla="*/ 677342 h 1369513"/>
                <a:gd name="connsiteX9" fmla="*/ 1779579 w 2507120"/>
                <a:gd name="connsiteY9" fmla="*/ 558809 h 1369513"/>
                <a:gd name="connsiteX10" fmla="*/ 2058979 w 2507120"/>
                <a:gd name="connsiteY10" fmla="*/ 194742 h 1369513"/>
                <a:gd name="connsiteX11" fmla="*/ 2465379 w 2507120"/>
                <a:gd name="connsiteY11" fmla="*/ 9 h 1369513"/>
                <a:gd name="connsiteX12" fmla="*/ 2473846 w 2507120"/>
                <a:gd name="connsiteY12" fmla="*/ 186275 h 1369513"/>
                <a:gd name="connsiteX13" fmla="*/ 2287579 w 2507120"/>
                <a:gd name="connsiteY13" fmla="*/ 211675 h 1369513"/>
                <a:gd name="connsiteX14" fmla="*/ 2008179 w 2507120"/>
                <a:gd name="connsiteY14" fmla="*/ 457209 h 1369513"/>
                <a:gd name="connsiteX15" fmla="*/ 1923513 w 2507120"/>
                <a:gd name="connsiteY15" fmla="*/ 711209 h 1369513"/>
                <a:gd name="connsiteX16" fmla="*/ 1550979 w 2507120"/>
                <a:gd name="connsiteY16" fmla="*/ 829742 h 1369513"/>
                <a:gd name="connsiteX17" fmla="*/ 1119179 w 2507120"/>
                <a:gd name="connsiteY17" fmla="*/ 931342 h 1369513"/>
                <a:gd name="connsiteX18" fmla="*/ 755113 w 2507120"/>
                <a:gd name="connsiteY18" fmla="*/ 1083742 h 1369513"/>
                <a:gd name="connsiteX19" fmla="*/ 594246 w 2507120"/>
                <a:gd name="connsiteY19" fmla="*/ 1109142 h 1369513"/>
                <a:gd name="connsiteX20" fmla="*/ 678913 w 2507120"/>
                <a:gd name="connsiteY20" fmla="*/ 1210742 h 1369513"/>
                <a:gd name="connsiteX21" fmla="*/ 822846 w 2507120"/>
                <a:gd name="connsiteY21" fmla="*/ 1227675 h 1369513"/>
                <a:gd name="connsiteX22" fmla="*/ 899045 w 2507120"/>
                <a:gd name="connsiteY22" fmla="*/ 1261544 h 1369513"/>
                <a:gd name="connsiteX23" fmla="*/ 1241947 w 2507120"/>
                <a:gd name="connsiteY23" fmla="*/ 1270008 h 1369513"/>
                <a:gd name="connsiteX24" fmla="*/ 1174213 w 2507120"/>
                <a:gd name="connsiteY24" fmla="*/ 1358909 h 1369513"/>
                <a:gd name="connsiteX25" fmla="*/ 729713 w 2507120"/>
                <a:gd name="connsiteY25" fmla="*/ 1354675 h 1369513"/>
                <a:gd name="connsiteX26" fmla="*/ 475712 w 2507120"/>
                <a:gd name="connsiteY26" fmla="*/ 1240376 h 1369513"/>
                <a:gd name="connsiteX27" fmla="*/ 276746 w 2507120"/>
                <a:gd name="connsiteY27" fmla="*/ 1075275 h 1369513"/>
                <a:gd name="connsiteX28" fmla="*/ 1579 w 2507120"/>
                <a:gd name="connsiteY28" fmla="*/ 706975 h 1369513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22846 w 2507120"/>
                <a:gd name="connsiteY21" fmla="*/ 12276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8913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94246 w 2507120"/>
                <a:gd name="connsiteY19" fmla="*/ 1109142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55113 w 2507120"/>
                <a:gd name="connsiteY18" fmla="*/ 1083742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19179 w 2507120"/>
                <a:gd name="connsiteY17" fmla="*/ 931342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50979 w 2507120"/>
                <a:gd name="connsiteY16" fmla="*/ 829742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923513 w 2507120"/>
                <a:gd name="connsiteY15" fmla="*/ 711209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483246 w 2507120"/>
                <a:gd name="connsiteY8" fmla="*/ 677342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89647 w 2507120"/>
                <a:gd name="connsiteY15" fmla="*/ 690042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521345 w 2507120"/>
                <a:gd name="connsiteY16" fmla="*/ 833976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06479 w 2507120"/>
                <a:gd name="connsiteY17" fmla="*/ 901709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42413 w 2507120"/>
                <a:gd name="connsiteY18" fmla="*/ 1041408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507120"/>
                <a:gd name="connsiteY0" fmla="*/ 706975 h 1370068"/>
                <a:gd name="connsiteX1" fmla="*/ 166679 w 2507120"/>
                <a:gd name="connsiteY1" fmla="*/ 575743 h 1370068"/>
                <a:gd name="connsiteX2" fmla="*/ 221713 w 2507120"/>
                <a:gd name="connsiteY2" fmla="*/ 626542 h 1370068"/>
                <a:gd name="connsiteX3" fmla="*/ 391046 w 2507120"/>
                <a:gd name="connsiteY3" fmla="*/ 889009 h 1370068"/>
                <a:gd name="connsiteX4" fmla="*/ 518046 w 2507120"/>
                <a:gd name="connsiteY4" fmla="*/ 965209 h 1370068"/>
                <a:gd name="connsiteX5" fmla="*/ 763579 w 2507120"/>
                <a:gd name="connsiteY5" fmla="*/ 897475 h 1370068"/>
                <a:gd name="connsiteX6" fmla="*/ 1059913 w 2507120"/>
                <a:gd name="connsiteY6" fmla="*/ 778942 h 1370068"/>
                <a:gd name="connsiteX7" fmla="*/ 1263113 w 2507120"/>
                <a:gd name="connsiteY7" fmla="*/ 719675 h 1370068"/>
                <a:gd name="connsiteX8" fmla="*/ 1567913 w 2507120"/>
                <a:gd name="connsiteY8" fmla="*/ 668875 h 1370068"/>
                <a:gd name="connsiteX9" fmla="*/ 1779579 w 2507120"/>
                <a:gd name="connsiteY9" fmla="*/ 558809 h 1370068"/>
                <a:gd name="connsiteX10" fmla="*/ 2058979 w 2507120"/>
                <a:gd name="connsiteY10" fmla="*/ 194742 h 1370068"/>
                <a:gd name="connsiteX11" fmla="*/ 2465379 w 2507120"/>
                <a:gd name="connsiteY11" fmla="*/ 9 h 1370068"/>
                <a:gd name="connsiteX12" fmla="*/ 2473846 w 2507120"/>
                <a:gd name="connsiteY12" fmla="*/ 186275 h 1370068"/>
                <a:gd name="connsiteX13" fmla="*/ 2287579 w 2507120"/>
                <a:gd name="connsiteY13" fmla="*/ 211675 h 1370068"/>
                <a:gd name="connsiteX14" fmla="*/ 2008179 w 2507120"/>
                <a:gd name="connsiteY14" fmla="*/ 457209 h 1370068"/>
                <a:gd name="connsiteX15" fmla="*/ 1864247 w 2507120"/>
                <a:gd name="connsiteY15" fmla="*/ 668875 h 1370068"/>
                <a:gd name="connsiteX16" fmla="*/ 1495945 w 2507120"/>
                <a:gd name="connsiteY16" fmla="*/ 804343 h 1370068"/>
                <a:gd name="connsiteX17" fmla="*/ 1110712 w 2507120"/>
                <a:gd name="connsiteY17" fmla="*/ 872075 h 1370068"/>
                <a:gd name="connsiteX18" fmla="*/ 759346 w 2507120"/>
                <a:gd name="connsiteY18" fmla="*/ 1020241 h 1370068"/>
                <a:gd name="connsiteX19" fmla="*/ 518046 w 2507120"/>
                <a:gd name="connsiteY19" fmla="*/ 1087975 h 1370068"/>
                <a:gd name="connsiteX20" fmla="*/ 674679 w 2507120"/>
                <a:gd name="connsiteY20" fmla="*/ 1210742 h 1370068"/>
                <a:gd name="connsiteX21" fmla="*/ 805912 w 2507120"/>
                <a:gd name="connsiteY21" fmla="*/ 1253075 h 1370068"/>
                <a:gd name="connsiteX22" fmla="*/ 899045 w 2507120"/>
                <a:gd name="connsiteY22" fmla="*/ 1261544 h 1370068"/>
                <a:gd name="connsiteX23" fmla="*/ 1199614 w 2507120"/>
                <a:gd name="connsiteY23" fmla="*/ 1261542 h 1370068"/>
                <a:gd name="connsiteX24" fmla="*/ 1174213 w 2507120"/>
                <a:gd name="connsiteY24" fmla="*/ 1358909 h 1370068"/>
                <a:gd name="connsiteX25" fmla="*/ 729713 w 2507120"/>
                <a:gd name="connsiteY25" fmla="*/ 1354675 h 1370068"/>
                <a:gd name="connsiteX26" fmla="*/ 475712 w 2507120"/>
                <a:gd name="connsiteY26" fmla="*/ 1240376 h 1370068"/>
                <a:gd name="connsiteX27" fmla="*/ 276746 w 2507120"/>
                <a:gd name="connsiteY27" fmla="*/ 1075275 h 1370068"/>
                <a:gd name="connsiteX28" fmla="*/ 1579 w 2507120"/>
                <a:gd name="connsiteY28" fmla="*/ 706975 h 1370068"/>
                <a:gd name="connsiteX0" fmla="*/ 1579 w 2499662"/>
                <a:gd name="connsiteY0" fmla="*/ 707701 h 1370794"/>
                <a:gd name="connsiteX1" fmla="*/ 166679 w 2499662"/>
                <a:gd name="connsiteY1" fmla="*/ 576469 h 1370794"/>
                <a:gd name="connsiteX2" fmla="*/ 221713 w 2499662"/>
                <a:gd name="connsiteY2" fmla="*/ 627268 h 1370794"/>
                <a:gd name="connsiteX3" fmla="*/ 391046 w 2499662"/>
                <a:gd name="connsiteY3" fmla="*/ 889735 h 1370794"/>
                <a:gd name="connsiteX4" fmla="*/ 518046 w 2499662"/>
                <a:gd name="connsiteY4" fmla="*/ 965935 h 1370794"/>
                <a:gd name="connsiteX5" fmla="*/ 763579 w 2499662"/>
                <a:gd name="connsiteY5" fmla="*/ 898201 h 1370794"/>
                <a:gd name="connsiteX6" fmla="*/ 1059913 w 2499662"/>
                <a:gd name="connsiteY6" fmla="*/ 779668 h 1370794"/>
                <a:gd name="connsiteX7" fmla="*/ 1263113 w 2499662"/>
                <a:gd name="connsiteY7" fmla="*/ 720401 h 1370794"/>
                <a:gd name="connsiteX8" fmla="*/ 1567913 w 2499662"/>
                <a:gd name="connsiteY8" fmla="*/ 669601 h 1370794"/>
                <a:gd name="connsiteX9" fmla="*/ 1779579 w 2499662"/>
                <a:gd name="connsiteY9" fmla="*/ 559535 h 1370794"/>
                <a:gd name="connsiteX10" fmla="*/ 2058979 w 2499662"/>
                <a:gd name="connsiteY10" fmla="*/ 195468 h 1370794"/>
                <a:gd name="connsiteX11" fmla="*/ 2465379 w 2499662"/>
                <a:gd name="connsiteY11" fmla="*/ 735 h 1370794"/>
                <a:gd name="connsiteX12" fmla="*/ 2456913 w 2499662"/>
                <a:gd name="connsiteY12" fmla="*/ 131968 h 1370794"/>
                <a:gd name="connsiteX13" fmla="*/ 2287579 w 2499662"/>
                <a:gd name="connsiteY13" fmla="*/ 212401 h 1370794"/>
                <a:gd name="connsiteX14" fmla="*/ 2008179 w 2499662"/>
                <a:gd name="connsiteY14" fmla="*/ 457935 h 1370794"/>
                <a:gd name="connsiteX15" fmla="*/ 1864247 w 2499662"/>
                <a:gd name="connsiteY15" fmla="*/ 669601 h 1370794"/>
                <a:gd name="connsiteX16" fmla="*/ 1495945 w 2499662"/>
                <a:gd name="connsiteY16" fmla="*/ 805069 h 1370794"/>
                <a:gd name="connsiteX17" fmla="*/ 1110712 w 2499662"/>
                <a:gd name="connsiteY17" fmla="*/ 872801 h 1370794"/>
                <a:gd name="connsiteX18" fmla="*/ 759346 w 2499662"/>
                <a:gd name="connsiteY18" fmla="*/ 1020967 h 1370794"/>
                <a:gd name="connsiteX19" fmla="*/ 518046 w 2499662"/>
                <a:gd name="connsiteY19" fmla="*/ 1088701 h 1370794"/>
                <a:gd name="connsiteX20" fmla="*/ 674679 w 2499662"/>
                <a:gd name="connsiteY20" fmla="*/ 1211468 h 1370794"/>
                <a:gd name="connsiteX21" fmla="*/ 805912 w 2499662"/>
                <a:gd name="connsiteY21" fmla="*/ 1253801 h 1370794"/>
                <a:gd name="connsiteX22" fmla="*/ 899045 w 2499662"/>
                <a:gd name="connsiteY22" fmla="*/ 1262270 h 1370794"/>
                <a:gd name="connsiteX23" fmla="*/ 1199614 w 2499662"/>
                <a:gd name="connsiteY23" fmla="*/ 1262268 h 1370794"/>
                <a:gd name="connsiteX24" fmla="*/ 1174213 w 2499662"/>
                <a:gd name="connsiteY24" fmla="*/ 1359635 h 1370794"/>
                <a:gd name="connsiteX25" fmla="*/ 729713 w 2499662"/>
                <a:gd name="connsiteY25" fmla="*/ 1355401 h 1370794"/>
                <a:gd name="connsiteX26" fmla="*/ 475712 w 2499662"/>
                <a:gd name="connsiteY26" fmla="*/ 1241102 h 1370794"/>
                <a:gd name="connsiteX27" fmla="*/ 276746 w 2499662"/>
                <a:gd name="connsiteY27" fmla="*/ 1076001 h 1370794"/>
                <a:gd name="connsiteX28" fmla="*/ 1579 w 2499662"/>
                <a:gd name="connsiteY28" fmla="*/ 707701 h 1370794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57894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69560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424027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501017"/>
                <a:gd name="connsiteY0" fmla="*/ 707660 h 1370753"/>
                <a:gd name="connsiteX1" fmla="*/ 166679 w 2501017"/>
                <a:gd name="connsiteY1" fmla="*/ 576428 h 1370753"/>
                <a:gd name="connsiteX2" fmla="*/ 221713 w 2501017"/>
                <a:gd name="connsiteY2" fmla="*/ 627227 h 1370753"/>
                <a:gd name="connsiteX3" fmla="*/ 391046 w 2501017"/>
                <a:gd name="connsiteY3" fmla="*/ 889694 h 1370753"/>
                <a:gd name="connsiteX4" fmla="*/ 518046 w 2501017"/>
                <a:gd name="connsiteY4" fmla="*/ 965894 h 1370753"/>
                <a:gd name="connsiteX5" fmla="*/ 763579 w 2501017"/>
                <a:gd name="connsiteY5" fmla="*/ 898160 h 1370753"/>
                <a:gd name="connsiteX6" fmla="*/ 1059913 w 2501017"/>
                <a:gd name="connsiteY6" fmla="*/ 779627 h 1370753"/>
                <a:gd name="connsiteX7" fmla="*/ 1263113 w 2501017"/>
                <a:gd name="connsiteY7" fmla="*/ 720360 h 1370753"/>
                <a:gd name="connsiteX8" fmla="*/ 1567913 w 2501017"/>
                <a:gd name="connsiteY8" fmla="*/ 669560 h 1370753"/>
                <a:gd name="connsiteX9" fmla="*/ 1779579 w 2501017"/>
                <a:gd name="connsiteY9" fmla="*/ 559494 h 1370753"/>
                <a:gd name="connsiteX10" fmla="*/ 2058979 w 2501017"/>
                <a:gd name="connsiteY10" fmla="*/ 195427 h 1370753"/>
                <a:gd name="connsiteX11" fmla="*/ 2465379 w 2501017"/>
                <a:gd name="connsiteY11" fmla="*/ 694 h 1370753"/>
                <a:gd name="connsiteX12" fmla="*/ 2456913 w 2501017"/>
                <a:gd name="connsiteY12" fmla="*/ 131927 h 1370753"/>
                <a:gd name="connsiteX13" fmla="*/ 2257945 w 2501017"/>
                <a:gd name="connsiteY13" fmla="*/ 170026 h 1370753"/>
                <a:gd name="connsiteX14" fmla="*/ 2008179 w 2501017"/>
                <a:gd name="connsiteY14" fmla="*/ 390160 h 1370753"/>
                <a:gd name="connsiteX15" fmla="*/ 1864247 w 2501017"/>
                <a:gd name="connsiteY15" fmla="*/ 652627 h 1370753"/>
                <a:gd name="connsiteX16" fmla="*/ 1495945 w 2501017"/>
                <a:gd name="connsiteY16" fmla="*/ 805028 h 1370753"/>
                <a:gd name="connsiteX17" fmla="*/ 1110712 w 2501017"/>
                <a:gd name="connsiteY17" fmla="*/ 872760 h 1370753"/>
                <a:gd name="connsiteX18" fmla="*/ 759346 w 2501017"/>
                <a:gd name="connsiteY18" fmla="*/ 1020926 h 1370753"/>
                <a:gd name="connsiteX19" fmla="*/ 518046 w 2501017"/>
                <a:gd name="connsiteY19" fmla="*/ 1088660 h 1370753"/>
                <a:gd name="connsiteX20" fmla="*/ 674679 w 2501017"/>
                <a:gd name="connsiteY20" fmla="*/ 1211427 h 1370753"/>
                <a:gd name="connsiteX21" fmla="*/ 805912 w 2501017"/>
                <a:gd name="connsiteY21" fmla="*/ 1253760 h 1370753"/>
                <a:gd name="connsiteX22" fmla="*/ 899045 w 2501017"/>
                <a:gd name="connsiteY22" fmla="*/ 1262229 h 1370753"/>
                <a:gd name="connsiteX23" fmla="*/ 1199614 w 2501017"/>
                <a:gd name="connsiteY23" fmla="*/ 1262227 h 1370753"/>
                <a:gd name="connsiteX24" fmla="*/ 1174213 w 2501017"/>
                <a:gd name="connsiteY24" fmla="*/ 1359594 h 1370753"/>
                <a:gd name="connsiteX25" fmla="*/ 729713 w 2501017"/>
                <a:gd name="connsiteY25" fmla="*/ 1355360 h 1370753"/>
                <a:gd name="connsiteX26" fmla="*/ 475712 w 2501017"/>
                <a:gd name="connsiteY26" fmla="*/ 1241061 h 1370753"/>
                <a:gd name="connsiteX27" fmla="*/ 276746 w 2501017"/>
                <a:gd name="connsiteY27" fmla="*/ 1075960 h 1370753"/>
                <a:gd name="connsiteX28" fmla="*/ 1579 w 2501017"/>
                <a:gd name="connsiteY28" fmla="*/ 707660 h 1370753"/>
                <a:gd name="connsiteX0" fmla="*/ 1579 w 2495828"/>
                <a:gd name="connsiteY0" fmla="*/ 707052 h 1370145"/>
                <a:gd name="connsiteX1" fmla="*/ 166679 w 2495828"/>
                <a:gd name="connsiteY1" fmla="*/ 575820 h 1370145"/>
                <a:gd name="connsiteX2" fmla="*/ 221713 w 2495828"/>
                <a:gd name="connsiteY2" fmla="*/ 626619 h 1370145"/>
                <a:gd name="connsiteX3" fmla="*/ 391046 w 2495828"/>
                <a:gd name="connsiteY3" fmla="*/ 889086 h 1370145"/>
                <a:gd name="connsiteX4" fmla="*/ 518046 w 2495828"/>
                <a:gd name="connsiteY4" fmla="*/ 965286 h 1370145"/>
                <a:gd name="connsiteX5" fmla="*/ 763579 w 2495828"/>
                <a:gd name="connsiteY5" fmla="*/ 897552 h 1370145"/>
                <a:gd name="connsiteX6" fmla="*/ 1059913 w 2495828"/>
                <a:gd name="connsiteY6" fmla="*/ 779019 h 1370145"/>
                <a:gd name="connsiteX7" fmla="*/ 1263113 w 2495828"/>
                <a:gd name="connsiteY7" fmla="*/ 719752 h 1370145"/>
                <a:gd name="connsiteX8" fmla="*/ 1567913 w 2495828"/>
                <a:gd name="connsiteY8" fmla="*/ 668952 h 1370145"/>
                <a:gd name="connsiteX9" fmla="*/ 1779579 w 2495828"/>
                <a:gd name="connsiteY9" fmla="*/ 558886 h 1370145"/>
                <a:gd name="connsiteX10" fmla="*/ 2130946 w 2495828"/>
                <a:gd name="connsiteY10" fmla="*/ 152486 h 1370145"/>
                <a:gd name="connsiteX11" fmla="*/ 2465379 w 2495828"/>
                <a:gd name="connsiteY11" fmla="*/ 86 h 1370145"/>
                <a:gd name="connsiteX12" fmla="*/ 2456913 w 2495828"/>
                <a:gd name="connsiteY12" fmla="*/ 131319 h 1370145"/>
                <a:gd name="connsiteX13" fmla="*/ 2257945 w 2495828"/>
                <a:gd name="connsiteY13" fmla="*/ 169418 h 1370145"/>
                <a:gd name="connsiteX14" fmla="*/ 2008179 w 2495828"/>
                <a:gd name="connsiteY14" fmla="*/ 389552 h 1370145"/>
                <a:gd name="connsiteX15" fmla="*/ 1864247 w 2495828"/>
                <a:gd name="connsiteY15" fmla="*/ 652019 h 1370145"/>
                <a:gd name="connsiteX16" fmla="*/ 1495945 w 2495828"/>
                <a:gd name="connsiteY16" fmla="*/ 804420 h 1370145"/>
                <a:gd name="connsiteX17" fmla="*/ 1110712 w 2495828"/>
                <a:gd name="connsiteY17" fmla="*/ 872152 h 1370145"/>
                <a:gd name="connsiteX18" fmla="*/ 759346 w 2495828"/>
                <a:gd name="connsiteY18" fmla="*/ 1020318 h 1370145"/>
                <a:gd name="connsiteX19" fmla="*/ 518046 w 2495828"/>
                <a:gd name="connsiteY19" fmla="*/ 1088052 h 1370145"/>
                <a:gd name="connsiteX20" fmla="*/ 674679 w 2495828"/>
                <a:gd name="connsiteY20" fmla="*/ 1210819 h 1370145"/>
                <a:gd name="connsiteX21" fmla="*/ 805912 w 2495828"/>
                <a:gd name="connsiteY21" fmla="*/ 1253152 h 1370145"/>
                <a:gd name="connsiteX22" fmla="*/ 899045 w 2495828"/>
                <a:gd name="connsiteY22" fmla="*/ 1261621 h 1370145"/>
                <a:gd name="connsiteX23" fmla="*/ 1199614 w 2495828"/>
                <a:gd name="connsiteY23" fmla="*/ 1261619 h 1370145"/>
                <a:gd name="connsiteX24" fmla="*/ 1174213 w 2495828"/>
                <a:gd name="connsiteY24" fmla="*/ 1358986 h 1370145"/>
                <a:gd name="connsiteX25" fmla="*/ 729713 w 2495828"/>
                <a:gd name="connsiteY25" fmla="*/ 1354752 h 1370145"/>
                <a:gd name="connsiteX26" fmla="*/ 475712 w 2495828"/>
                <a:gd name="connsiteY26" fmla="*/ 1240453 h 1370145"/>
                <a:gd name="connsiteX27" fmla="*/ 276746 w 2495828"/>
                <a:gd name="connsiteY27" fmla="*/ 1075352 h 1370145"/>
                <a:gd name="connsiteX28" fmla="*/ 1579 w 2495828"/>
                <a:gd name="connsiteY28" fmla="*/ 707052 h 1370145"/>
                <a:gd name="connsiteX0" fmla="*/ 1579 w 2499699"/>
                <a:gd name="connsiteY0" fmla="*/ 707277 h 1370370"/>
                <a:gd name="connsiteX1" fmla="*/ 166679 w 2499699"/>
                <a:gd name="connsiteY1" fmla="*/ 576045 h 1370370"/>
                <a:gd name="connsiteX2" fmla="*/ 221713 w 2499699"/>
                <a:gd name="connsiteY2" fmla="*/ 626844 h 1370370"/>
                <a:gd name="connsiteX3" fmla="*/ 391046 w 2499699"/>
                <a:gd name="connsiteY3" fmla="*/ 889311 h 1370370"/>
                <a:gd name="connsiteX4" fmla="*/ 518046 w 2499699"/>
                <a:gd name="connsiteY4" fmla="*/ 965511 h 1370370"/>
                <a:gd name="connsiteX5" fmla="*/ 763579 w 2499699"/>
                <a:gd name="connsiteY5" fmla="*/ 897777 h 1370370"/>
                <a:gd name="connsiteX6" fmla="*/ 1059913 w 2499699"/>
                <a:gd name="connsiteY6" fmla="*/ 779244 h 1370370"/>
                <a:gd name="connsiteX7" fmla="*/ 1263113 w 2499699"/>
                <a:gd name="connsiteY7" fmla="*/ 719977 h 1370370"/>
                <a:gd name="connsiteX8" fmla="*/ 1567913 w 2499699"/>
                <a:gd name="connsiteY8" fmla="*/ 669177 h 1370370"/>
                <a:gd name="connsiteX9" fmla="*/ 1779579 w 2499699"/>
                <a:gd name="connsiteY9" fmla="*/ 559111 h 1370370"/>
                <a:gd name="connsiteX10" fmla="*/ 2130946 w 2499699"/>
                <a:gd name="connsiteY10" fmla="*/ 152711 h 1370370"/>
                <a:gd name="connsiteX11" fmla="*/ 2465379 w 2499699"/>
                <a:gd name="connsiteY11" fmla="*/ 311 h 1370370"/>
                <a:gd name="connsiteX12" fmla="*/ 2465380 w 2499699"/>
                <a:gd name="connsiteY12" fmla="*/ 114611 h 1370370"/>
                <a:gd name="connsiteX13" fmla="*/ 2257945 w 2499699"/>
                <a:gd name="connsiteY13" fmla="*/ 169643 h 1370370"/>
                <a:gd name="connsiteX14" fmla="*/ 2008179 w 2499699"/>
                <a:gd name="connsiteY14" fmla="*/ 389777 h 1370370"/>
                <a:gd name="connsiteX15" fmla="*/ 1864247 w 2499699"/>
                <a:gd name="connsiteY15" fmla="*/ 652244 h 1370370"/>
                <a:gd name="connsiteX16" fmla="*/ 1495945 w 2499699"/>
                <a:gd name="connsiteY16" fmla="*/ 804645 h 1370370"/>
                <a:gd name="connsiteX17" fmla="*/ 1110712 w 2499699"/>
                <a:gd name="connsiteY17" fmla="*/ 872377 h 1370370"/>
                <a:gd name="connsiteX18" fmla="*/ 759346 w 2499699"/>
                <a:gd name="connsiteY18" fmla="*/ 1020543 h 1370370"/>
                <a:gd name="connsiteX19" fmla="*/ 518046 w 2499699"/>
                <a:gd name="connsiteY19" fmla="*/ 1088277 h 1370370"/>
                <a:gd name="connsiteX20" fmla="*/ 674679 w 2499699"/>
                <a:gd name="connsiteY20" fmla="*/ 1211044 h 1370370"/>
                <a:gd name="connsiteX21" fmla="*/ 805912 w 2499699"/>
                <a:gd name="connsiteY21" fmla="*/ 1253377 h 1370370"/>
                <a:gd name="connsiteX22" fmla="*/ 899045 w 2499699"/>
                <a:gd name="connsiteY22" fmla="*/ 1261846 h 1370370"/>
                <a:gd name="connsiteX23" fmla="*/ 1199614 w 2499699"/>
                <a:gd name="connsiteY23" fmla="*/ 1261844 h 1370370"/>
                <a:gd name="connsiteX24" fmla="*/ 1174213 w 2499699"/>
                <a:gd name="connsiteY24" fmla="*/ 1359211 h 1370370"/>
                <a:gd name="connsiteX25" fmla="*/ 729713 w 2499699"/>
                <a:gd name="connsiteY25" fmla="*/ 1354977 h 1370370"/>
                <a:gd name="connsiteX26" fmla="*/ 475712 w 2499699"/>
                <a:gd name="connsiteY26" fmla="*/ 1240678 h 1370370"/>
                <a:gd name="connsiteX27" fmla="*/ 276746 w 2499699"/>
                <a:gd name="connsiteY27" fmla="*/ 1075577 h 1370370"/>
                <a:gd name="connsiteX28" fmla="*/ 1579 w 2499699"/>
                <a:gd name="connsiteY28" fmla="*/ 707277 h 1370370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08179 w 2499699"/>
                <a:gd name="connsiteY14" fmla="*/ 390722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2130946 w 2499699"/>
                <a:gd name="connsiteY10" fmla="*/ 153656 h 1371315"/>
                <a:gd name="connsiteX11" fmla="*/ 2465379 w 2499699"/>
                <a:gd name="connsiteY11" fmla="*/ 1256 h 1371315"/>
                <a:gd name="connsiteX12" fmla="*/ 2465380 w 2499699"/>
                <a:gd name="connsiteY12" fmla="*/ 85922 h 1371315"/>
                <a:gd name="connsiteX13" fmla="*/ 2257945 w 2499699"/>
                <a:gd name="connsiteY13" fmla="*/ 170588 h 1371315"/>
                <a:gd name="connsiteX14" fmla="*/ 2025112 w 2499699"/>
                <a:gd name="connsiteY14" fmla="*/ 394956 h 1371315"/>
                <a:gd name="connsiteX15" fmla="*/ 1864247 w 2499699"/>
                <a:gd name="connsiteY15" fmla="*/ 653189 h 1371315"/>
                <a:gd name="connsiteX16" fmla="*/ 1495945 w 2499699"/>
                <a:gd name="connsiteY16" fmla="*/ 805590 h 1371315"/>
                <a:gd name="connsiteX17" fmla="*/ 1110712 w 2499699"/>
                <a:gd name="connsiteY17" fmla="*/ 873322 h 1371315"/>
                <a:gd name="connsiteX18" fmla="*/ 759346 w 2499699"/>
                <a:gd name="connsiteY18" fmla="*/ 1021488 h 1371315"/>
                <a:gd name="connsiteX19" fmla="*/ 518046 w 2499699"/>
                <a:gd name="connsiteY19" fmla="*/ 1089222 h 1371315"/>
                <a:gd name="connsiteX20" fmla="*/ 674679 w 2499699"/>
                <a:gd name="connsiteY20" fmla="*/ 1211989 h 1371315"/>
                <a:gd name="connsiteX21" fmla="*/ 805912 w 2499699"/>
                <a:gd name="connsiteY21" fmla="*/ 1254322 h 1371315"/>
                <a:gd name="connsiteX22" fmla="*/ 899045 w 2499699"/>
                <a:gd name="connsiteY22" fmla="*/ 1262791 h 1371315"/>
                <a:gd name="connsiteX23" fmla="*/ 1199614 w 2499699"/>
                <a:gd name="connsiteY23" fmla="*/ 1262789 h 1371315"/>
                <a:gd name="connsiteX24" fmla="*/ 1174213 w 2499699"/>
                <a:gd name="connsiteY24" fmla="*/ 1360156 h 1371315"/>
                <a:gd name="connsiteX25" fmla="*/ 729713 w 2499699"/>
                <a:gd name="connsiteY25" fmla="*/ 1355922 h 1371315"/>
                <a:gd name="connsiteX26" fmla="*/ 475712 w 2499699"/>
                <a:gd name="connsiteY26" fmla="*/ 1241623 h 1371315"/>
                <a:gd name="connsiteX27" fmla="*/ 276746 w 2499699"/>
                <a:gd name="connsiteY27" fmla="*/ 1076522 h 1371315"/>
                <a:gd name="connsiteX28" fmla="*/ 1579 w 2499699"/>
                <a:gd name="connsiteY28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79579 w 2499699"/>
                <a:gd name="connsiteY9" fmla="*/ 560056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67913 w 2499699"/>
                <a:gd name="connsiteY8" fmla="*/ 670122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63113 w 2499699"/>
                <a:gd name="connsiteY7" fmla="*/ 720922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9913 w 2499699"/>
                <a:gd name="connsiteY6" fmla="*/ 780189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29389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63256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336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214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733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76379 w 2499699"/>
                <a:gd name="connsiteY8" fmla="*/ 6912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746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518046 w 2499699"/>
                <a:gd name="connsiteY20" fmla="*/ 1089222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492646 w 2499699"/>
                <a:gd name="connsiteY20" fmla="*/ 1106156 h 1371315"/>
                <a:gd name="connsiteX21" fmla="*/ 661979 w 2499699"/>
                <a:gd name="connsiteY21" fmla="*/ 1211989 h 1371315"/>
                <a:gd name="connsiteX22" fmla="*/ 805912 w 2499699"/>
                <a:gd name="connsiteY22" fmla="*/ 1254322 h 1371315"/>
                <a:gd name="connsiteX23" fmla="*/ 899045 w 2499699"/>
                <a:gd name="connsiteY23" fmla="*/ 1262791 h 1371315"/>
                <a:gd name="connsiteX24" fmla="*/ 1199614 w 2499699"/>
                <a:gd name="connsiteY24" fmla="*/ 1262789 h 1371315"/>
                <a:gd name="connsiteX25" fmla="*/ 1174213 w 2499699"/>
                <a:gd name="connsiteY25" fmla="*/ 1360156 h 1371315"/>
                <a:gd name="connsiteX26" fmla="*/ 729713 w 2499699"/>
                <a:gd name="connsiteY26" fmla="*/ 1355922 h 1371315"/>
                <a:gd name="connsiteX27" fmla="*/ 475712 w 2499699"/>
                <a:gd name="connsiteY27" fmla="*/ 1241623 h 1371315"/>
                <a:gd name="connsiteX28" fmla="*/ 276746 w 2499699"/>
                <a:gd name="connsiteY28" fmla="*/ 1076522 h 1371315"/>
                <a:gd name="connsiteX29" fmla="*/ 1579 w 2499699"/>
                <a:gd name="connsiteY29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759346 w 2499699"/>
                <a:gd name="connsiteY19" fmla="*/ 10087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765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1315"/>
                <a:gd name="connsiteX1" fmla="*/ 166679 w 2499699"/>
                <a:gd name="connsiteY1" fmla="*/ 576990 h 1371315"/>
                <a:gd name="connsiteX2" fmla="*/ 221713 w 2499699"/>
                <a:gd name="connsiteY2" fmla="*/ 627789 h 1371315"/>
                <a:gd name="connsiteX3" fmla="*/ 391046 w 2499699"/>
                <a:gd name="connsiteY3" fmla="*/ 890256 h 1371315"/>
                <a:gd name="connsiteX4" fmla="*/ 518046 w 2499699"/>
                <a:gd name="connsiteY4" fmla="*/ 966456 h 1371315"/>
                <a:gd name="connsiteX5" fmla="*/ 763579 w 2499699"/>
                <a:gd name="connsiteY5" fmla="*/ 898722 h 1371315"/>
                <a:gd name="connsiteX6" fmla="*/ 1055680 w 2499699"/>
                <a:gd name="connsiteY6" fmla="*/ 801355 h 1371315"/>
                <a:gd name="connsiteX7" fmla="*/ 1254647 w 2499699"/>
                <a:gd name="connsiteY7" fmla="*/ 746323 h 1371315"/>
                <a:gd name="connsiteX8" fmla="*/ 1580613 w 2499699"/>
                <a:gd name="connsiteY8" fmla="*/ 678589 h 1371315"/>
                <a:gd name="connsiteX9" fmla="*/ 1796512 w 2499699"/>
                <a:gd name="connsiteY9" fmla="*/ 568522 h 1371315"/>
                <a:gd name="connsiteX10" fmla="*/ 1936212 w 2499699"/>
                <a:gd name="connsiteY10" fmla="*/ 352624 h 1371315"/>
                <a:gd name="connsiteX11" fmla="*/ 2130946 w 2499699"/>
                <a:gd name="connsiteY11" fmla="*/ 153656 h 1371315"/>
                <a:gd name="connsiteX12" fmla="*/ 2465379 w 2499699"/>
                <a:gd name="connsiteY12" fmla="*/ 1256 h 1371315"/>
                <a:gd name="connsiteX13" fmla="*/ 2465380 w 2499699"/>
                <a:gd name="connsiteY13" fmla="*/ 85922 h 1371315"/>
                <a:gd name="connsiteX14" fmla="*/ 2257945 w 2499699"/>
                <a:gd name="connsiteY14" fmla="*/ 170588 h 1371315"/>
                <a:gd name="connsiteX15" fmla="*/ 2025112 w 2499699"/>
                <a:gd name="connsiteY15" fmla="*/ 394956 h 1371315"/>
                <a:gd name="connsiteX16" fmla="*/ 1864247 w 2499699"/>
                <a:gd name="connsiteY16" fmla="*/ 653189 h 1371315"/>
                <a:gd name="connsiteX17" fmla="*/ 1495945 w 2499699"/>
                <a:gd name="connsiteY17" fmla="*/ 805590 h 1371315"/>
                <a:gd name="connsiteX18" fmla="*/ 1110712 w 2499699"/>
                <a:gd name="connsiteY18" fmla="*/ 886022 h 1371315"/>
                <a:gd name="connsiteX19" fmla="*/ 818613 w 2499699"/>
                <a:gd name="connsiteY19" fmla="*/ 983388 h 1371315"/>
                <a:gd name="connsiteX20" fmla="*/ 619645 w 2499699"/>
                <a:gd name="connsiteY20" fmla="*/ 1063824 h 1371315"/>
                <a:gd name="connsiteX21" fmla="*/ 492646 w 2499699"/>
                <a:gd name="connsiteY21" fmla="*/ 1106156 h 1371315"/>
                <a:gd name="connsiteX22" fmla="*/ 661979 w 2499699"/>
                <a:gd name="connsiteY22" fmla="*/ 1211989 h 1371315"/>
                <a:gd name="connsiteX23" fmla="*/ 805912 w 2499699"/>
                <a:gd name="connsiteY23" fmla="*/ 1254322 h 1371315"/>
                <a:gd name="connsiteX24" fmla="*/ 899045 w 2499699"/>
                <a:gd name="connsiteY24" fmla="*/ 1262791 h 1371315"/>
                <a:gd name="connsiteX25" fmla="*/ 1199614 w 2499699"/>
                <a:gd name="connsiteY25" fmla="*/ 1262789 h 1371315"/>
                <a:gd name="connsiteX26" fmla="*/ 1174213 w 2499699"/>
                <a:gd name="connsiteY26" fmla="*/ 1360156 h 1371315"/>
                <a:gd name="connsiteX27" fmla="*/ 729713 w 2499699"/>
                <a:gd name="connsiteY27" fmla="*/ 1355922 h 1371315"/>
                <a:gd name="connsiteX28" fmla="*/ 475712 w 2499699"/>
                <a:gd name="connsiteY28" fmla="*/ 1241623 h 1371315"/>
                <a:gd name="connsiteX29" fmla="*/ 276746 w 2499699"/>
                <a:gd name="connsiteY29" fmla="*/ 1076522 h 1371315"/>
                <a:gd name="connsiteX30" fmla="*/ 1579 w 2499699"/>
                <a:gd name="connsiteY30" fmla="*/ 708222 h 1371315"/>
                <a:gd name="connsiteX0" fmla="*/ 1579 w 2499699"/>
                <a:gd name="connsiteY0" fmla="*/ 708222 h 1373024"/>
                <a:gd name="connsiteX1" fmla="*/ 166679 w 2499699"/>
                <a:gd name="connsiteY1" fmla="*/ 576990 h 1373024"/>
                <a:gd name="connsiteX2" fmla="*/ 221713 w 2499699"/>
                <a:gd name="connsiteY2" fmla="*/ 627789 h 1373024"/>
                <a:gd name="connsiteX3" fmla="*/ 391046 w 2499699"/>
                <a:gd name="connsiteY3" fmla="*/ 890256 h 1373024"/>
                <a:gd name="connsiteX4" fmla="*/ 518046 w 2499699"/>
                <a:gd name="connsiteY4" fmla="*/ 966456 h 1373024"/>
                <a:gd name="connsiteX5" fmla="*/ 763579 w 2499699"/>
                <a:gd name="connsiteY5" fmla="*/ 898722 h 1373024"/>
                <a:gd name="connsiteX6" fmla="*/ 1055680 w 2499699"/>
                <a:gd name="connsiteY6" fmla="*/ 801355 h 1373024"/>
                <a:gd name="connsiteX7" fmla="*/ 1254647 w 2499699"/>
                <a:gd name="connsiteY7" fmla="*/ 746323 h 1373024"/>
                <a:gd name="connsiteX8" fmla="*/ 1580613 w 2499699"/>
                <a:gd name="connsiteY8" fmla="*/ 678589 h 1373024"/>
                <a:gd name="connsiteX9" fmla="*/ 1796512 w 2499699"/>
                <a:gd name="connsiteY9" fmla="*/ 568522 h 1373024"/>
                <a:gd name="connsiteX10" fmla="*/ 1936212 w 2499699"/>
                <a:gd name="connsiteY10" fmla="*/ 352624 h 1373024"/>
                <a:gd name="connsiteX11" fmla="*/ 2130946 w 2499699"/>
                <a:gd name="connsiteY11" fmla="*/ 153656 h 1373024"/>
                <a:gd name="connsiteX12" fmla="*/ 2465379 w 2499699"/>
                <a:gd name="connsiteY12" fmla="*/ 1256 h 1373024"/>
                <a:gd name="connsiteX13" fmla="*/ 2465380 w 2499699"/>
                <a:gd name="connsiteY13" fmla="*/ 85922 h 1373024"/>
                <a:gd name="connsiteX14" fmla="*/ 2257945 w 2499699"/>
                <a:gd name="connsiteY14" fmla="*/ 170588 h 1373024"/>
                <a:gd name="connsiteX15" fmla="*/ 2025112 w 2499699"/>
                <a:gd name="connsiteY15" fmla="*/ 394956 h 1373024"/>
                <a:gd name="connsiteX16" fmla="*/ 1864247 w 2499699"/>
                <a:gd name="connsiteY16" fmla="*/ 653189 h 1373024"/>
                <a:gd name="connsiteX17" fmla="*/ 1495945 w 2499699"/>
                <a:gd name="connsiteY17" fmla="*/ 805590 h 1373024"/>
                <a:gd name="connsiteX18" fmla="*/ 1110712 w 2499699"/>
                <a:gd name="connsiteY18" fmla="*/ 886022 h 1373024"/>
                <a:gd name="connsiteX19" fmla="*/ 818613 w 2499699"/>
                <a:gd name="connsiteY19" fmla="*/ 983388 h 1373024"/>
                <a:gd name="connsiteX20" fmla="*/ 619645 w 2499699"/>
                <a:gd name="connsiteY20" fmla="*/ 1063824 h 1373024"/>
                <a:gd name="connsiteX21" fmla="*/ 492646 w 2499699"/>
                <a:gd name="connsiteY21" fmla="*/ 1106156 h 1373024"/>
                <a:gd name="connsiteX22" fmla="*/ 661979 w 2499699"/>
                <a:gd name="connsiteY22" fmla="*/ 1211989 h 1373024"/>
                <a:gd name="connsiteX23" fmla="*/ 805912 w 2499699"/>
                <a:gd name="connsiteY23" fmla="*/ 1254322 h 1373024"/>
                <a:gd name="connsiteX24" fmla="*/ 899045 w 2499699"/>
                <a:gd name="connsiteY24" fmla="*/ 1262791 h 1373024"/>
                <a:gd name="connsiteX25" fmla="*/ 1212314 w 2499699"/>
                <a:gd name="connsiteY25" fmla="*/ 1237389 h 1373024"/>
                <a:gd name="connsiteX26" fmla="*/ 1174213 w 2499699"/>
                <a:gd name="connsiteY26" fmla="*/ 1360156 h 1373024"/>
                <a:gd name="connsiteX27" fmla="*/ 729713 w 2499699"/>
                <a:gd name="connsiteY27" fmla="*/ 1355922 h 1373024"/>
                <a:gd name="connsiteX28" fmla="*/ 475712 w 2499699"/>
                <a:gd name="connsiteY28" fmla="*/ 1241623 h 1373024"/>
                <a:gd name="connsiteX29" fmla="*/ 276746 w 2499699"/>
                <a:gd name="connsiteY29" fmla="*/ 1076522 h 1373024"/>
                <a:gd name="connsiteX30" fmla="*/ 1579 w 2499699"/>
                <a:gd name="connsiteY30" fmla="*/ 708222 h 1373024"/>
                <a:gd name="connsiteX0" fmla="*/ 1579 w 2499699"/>
                <a:gd name="connsiteY0" fmla="*/ 708222 h 1361981"/>
                <a:gd name="connsiteX1" fmla="*/ 166679 w 2499699"/>
                <a:gd name="connsiteY1" fmla="*/ 576990 h 1361981"/>
                <a:gd name="connsiteX2" fmla="*/ 221713 w 2499699"/>
                <a:gd name="connsiteY2" fmla="*/ 627789 h 1361981"/>
                <a:gd name="connsiteX3" fmla="*/ 391046 w 2499699"/>
                <a:gd name="connsiteY3" fmla="*/ 890256 h 1361981"/>
                <a:gd name="connsiteX4" fmla="*/ 518046 w 2499699"/>
                <a:gd name="connsiteY4" fmla="*/ 966456 h 1361981"/>
                <a:gd name="connsiteX5" fmla="*/ 763579 w 2499699"/>
                <a:gd name="connsiteY5" fmla="*/ 898722 h 1361981"/>
                <a:gd name="connsiteX6" fmla="*/ 1055680 w 2499699"/>
                <a:gd name="connsiteY6" fmla="*/ 801355 h 1361981"/>
                <a:gd name="connsiteX7" fmla="*/ 1254647 w 2499699"/>
                <a:gd name="connsiteY7" fmla="*/ 746323 h 1361981"/>
                <a:gd name="connsiteX8" fmla="*/ 1580613 w 2499699"/>
                <a:gd name="connsiteY8" fmla="*/ 678589 h 1361981"/>
                <a:gd name="connsiteX9" fmla="*/ 1796512 w 2499699"/>
                <a:gd name="connsiteY9" fmla="*/ 568522 h 1361981"/>
                <a:gd name="connsiteX10" fmla="*/ 1936212 w 2499699"/>
                <a:gd name="connsiteY10" fmla="*/ 352624 h 1361981"/>
                <a:gd name="connsiteX11" fmla="*/ 2130946 w 2499699"/>
                <a:gd name="connsiteY11" fmla="*/ 153656 h 1361981"/>
                <a:gd name="connsiteX12" fmla="*/ 2465379 w 2499699"/>
                <a:gd name="connsiteY12" fmla="*/ 1256 h 1361981"/>
                <a:gd name="connsiteX13" fmla="*/ 2465380 w 2499699"/>
                <a:gd name="connsiteY13" fmla="*/ 85922 h 1361981"/>
                <a:gd name="connsiteX14" fmla="*/ 2257945 w 2499699"/>
                <a:gd name="connsiteY14" fmla="*/ 170588 h 1361981"/>
                <a:gd name="connsiteX15" fmla="*/ 2025112 w 2499699"/>
                <a:gd name="connsiteY15" fmla="*/ 394956 h 1361981"/>
                <a:gd name="connsiteX16" fmla="*/ 1864247 w 2499699"/>
                <a:gd name="connsiteY16" fmla="*/ 653189 h 1361981"/>
                <a:gd name="connsiteX17" fmla="*/ 1495945 w 2499699"/>
                <a:gd name="connsiteY17" fmla="*/ 805590 h 1361981"/>
                <a:gd name="connsiteX18" fmla="*/ 1110712 w 2499699"/>
                <a:gd name="connsiteY18" fmla="*/ 886022 h 1361981"/>
                <a:gd name="connsiteX19" fmla="*/ 818613 w 2499699"/>
                <a:gd name="connsiteY19" fmla="*/ 983388 h 1361981"/>
                <a:gd name="connsiteX20" fmla="*/ 619645 w 2499699"/>
                <a:gd name="connsiteY20" fmla="*/ 1063824 h 1361981"/>
                <a:gd name="connsiteX21" fmla="*/ 492646 w 2499699"/>
                <a:gd name="connsiteY21" fmla="*/ 1106156 h 1361981"/>
                <a:gd name="connsiteX22" fmla="*/ 661979 w 2499699"/>
                <a:gd name="connsiteY22" fmla="*/ 1211989 h 1361981"/>
                <a:gd name="connsiteX23" fmla="*/ 805912 w 2499699"/>
                <a:gd name="connsiteY23" fmla="*/ 1254322 h 1361981"/>
                <a:gd name="connsiteX24" fmla="*/ 899045 w 2499699"/>
                <a:gd name="connsiteY24" fmla="*/ 1262791 h 1361981"/>
                <a:gd name="connsiteX25" fmla="*/ 1212314 w 2499699"/>
                <a:gd name="connsiteY25" fmla="*/ 1237389 h 1361981"/>
                <a:gd name="connsiteX26" fmla="*/ 1254646 w 2499699"/>
                <a:gd name="connsiteY26" fmla="*/ 1334756 h 1361981"/>
                <a:gd name="connsiteX27" fmla="*/ 729713 w 2499699"/>
                <a:gd name="connsiteY27" fmla="*/ 1355922 h 1361981"/>
                <a:gd name="connsiteX28" fmla="*/ 475712 w 2499699"/>
                <a:gd name="connsiteY28" fmla="*/ 1241623 h 1361981"/>
                <a:gd name="connsiteX29" fmla="*/ 276746 w 2499699"/>
                <a:gd name="connsiteY29" fmla="*/ 1076522 h 1361981"/>
                <a:gd name="connsiteX30" fmla="*/ 1579 w 2499699"/>
                <a:gd name="connsiteY30" fmla="*/ 708222 h 1361981"/>
                <a:gd name="connsiteX0" fmla="*/ 1579 w 2499699"/>
                <a:gd name="connsiteY0" fmla="*/ 708222 h 1364434"/>
                <a:gd name="connsiteX1" fmla="*/ 166679 w 2499699"/>
                <a:gd name="connsiteY1" fmla="*/ 576990 h 1364434"/>
                <a:gd name="connsiteX2" fmla="*/ 221713 w 2499699"/>
                <a:gd name="connsiteY2" fmla="*/ 627789 h 1364434"/>
                <a:gd name="connsiteX3" fmla="*/ 391046 w 2499699"/>
                <a:gd name="connsiteY3" fmla="*/ 890256 h 1364434"/>
                <a:gd name="connsiteX4" fmla="*/ 518046 w 2499699"/>
                <a:gd name="connsiteY4" fmla="*/ 966456 h 1364434"/>
                <a:gd name="connsiteX5" fmla="*/ 763579 w 2499699"/>
                <a:gd name="connsiteY5" fmla="*/ 898722 h 1364434"/>
                <a:gd name="connsiteX6" fmla="*/ 1055680 w 2499699"/>
                <a:gd name="connsiteY6" fmla="*/ 801355 h 1364434"/>
                <a:gd name="connsiteX7" fmla="*/ 1254647 w 2499699"/>
                <a:gd name="connsiteY7" fmla="*/ 746323 h 1364434"/>
                <a:gd name="connsiteX8" fmla="*/ 1580613 w 2499699"/>
                <a:gd name="connsiteY8" fmla="*/ 678589 h 1364434"/>
                <a:gd name="connsiteX9" fmla="*/ 1796512 w 2499699"/>
                <a:gd name="connsiteY9" fmla="*/ 568522 h 1364434"/>
                <a:gd name="connsiteX10" fmla="*/ 1936212 w 2499699"/>
                <a:gd name="connsiteY10" fmla="*/ 352624 h 1364434"/>
                <a:gd name="connsiteX11" fmla="*/ 2130946 w 2499699"/>
                <a:gd name="connsiteY11" fmla="*/ 153656 h 1364434"/>
                <a:gd name="connsiteX12" fmla="*/ 2465379 w 2499699"/>
                <a:gd name="connsiteY12" fmla="*/ 1256 h 1364434"/>
                <a:gd name="connsiteX13" fmla="*/ 2465380 w 2499699"/>
                <a:gd name="connsiteY13" fmla="*/ 85922 h 1364434"/>
                <a:gd name="connsiteX14" fmla="*/ 2257945 w 2499699"/>
                <a:gd name="connsiteY14" fmla="*/ 170588 h 1364434"/>
                <a:gd name="connsiteX15" fmla="*/ 2025112 w 2499699"/>
                <a:gd name="connsiteY15" fmla="*/ 394956 h 1364434"/>
                <a:gd name="connsiteX16" fmla="*/ 1864247 w 2499699"/>
                <a:gd name="connsiteY16" fmla="*/ 653189 h 1364434"/>
                <a:gd name="connsiteX17" fmla="*/ 1495945 w 2499699"/>
                <a:gd name="connsiteY17" fmla="*/ 805590 h 1364434"/>
                <a:gd name="connsiteX18" fmla="*/ 1110712 w 2499699"/>
                <a:gd name="connsiteY18" fmla="*/ 886022 h 1364434"/>
                <a:gd name="connsiteX19" fmla="*/ 818613 w 2499699"/>
                <a:gd name="connsiteY19" fmla="*/ 983388 h 1364434"/>
                <a:gd name="connsiteX20" fmla="*/ 619645 w 2499699"/>
                <a:gd name="connsiteY20" fmla="*/ 1063824 h 1364434"/>
                <a:gd name="connsiteX21" fmla="*/ 492646 w 2499699"/>
                <a:gd name="connsiteY21" fmla="*/ 1106156 h 1364434"/>
                <a:gd name="connsiteX22" fmla="*/ 661979 w 2499699"/>
                <a:gd name="connsiteY22" fmla="*/ 1211989 h 1364434"/>
                <a:gd name="connsiteX23" fmla="*/ 805912 w 2499699"/>
                <a:gd name="connsiteY23" fmla="*/ 1254322 h 1364434"/>
                <a:gd name="connsiteX24" fmla="*/ 899045 w 2499699"/>
                <a:gd name="connsiteY24" fmla="*/ 1262791 h 1364434"/>
                <a:gd name="connsiteX25" fmla="*/ 1377414 w 2499699"/>
                <a:gd name="connsiteY25" fmla="*/ 1165422 h 1364434"/>
                <a:gd name="connsiteX26" fmla="*/ 1254646 w 2499699"/>
                <a:gd name="connsiteY26" fmla="*/ 1334756 h 1364434"/>
                <a:gd name="connsiteX27" fmla="*/ 729713 w 2499699"/>
                <a:gd name="connsiteY27" fmla="*/ 1355922 h 1364434"/>
                <a:gd name="connsiteX28" fmla="*/ 475712 w 2499699"/>
                <a:gd name="connsiteY28" fmla="*/ 1241623 h 1364434"/>
                <a:gd name="connsiteX29" fmla="*/ 276746 w 2499699"/>
                <a:gd name="connsiteY29" fmla="*/ 1076522 h 1364434"/>
                <a:gd name="connsiteX30" fmla="*/ 1579 w 2499699"/>
                <a:gd name="connsiteY30" fmla="*/ 708222 h 1364434"/>
                <a:gd name="connsiteX0" fmla="*/ 1579 w 2499699"/>
                <a:gd name="connsiteY0" fmla="*/ 708222 h 1356629"/>
                <a:gd name="connsiteX1" fmla="*/ 166679 w 2499699"/>
                <a:gd name="connsiteY1" fmla="*/ 576990 h 1356629"/>
                <a:gd name="connsiteX2" fmla="*/ 221713 w 2499699"/>
                <a:gd name="connsiteY2" fmla="*/ 627789 h 1356629"/>
                <a:gd name="connsiteX3" fmla="*/ 391046 w 2499699"/>
                <a:gd name="connsiteY3" fmla="*/ 890256 h 1356629"/>
                <a:gd name="connsiteX4" fmla="*/ 518046 w 2499699"/>
                <a:gd name="connsiteY4" fmla="*/ 966456 h 1356629"/>
                <a:gd name="connsiteX5" fmla="*/ 763579 w 2499699"/>
                <a:gd name="connsiteY5" fmla="*/ 898722 h 1356629"/>
                <a:gd name="connsiteX6" fmla="*/ 1055680 w 2499699"/>
                <a:gd name="connsiteY6" fmla="*/ 801355 h 1356629"/>
                <a:gd name="connsiteX7" fmla="*/ 1254647 w 2499699"/>
                <a:gd name="connsiteY7" fmla="*/ 746323 h 1356629"/>
                <a:gd name="connsiteX8" fmla="*/ 1580613 w 2499699"/>
                <a:gd name="connsiteY8" fmla="*/ 678589 h 1356629"/>
                <a:gd name="connsiteX9" fmla="*/ 1796512 w 2499699"/>
                <a:gd name="connsiteY9" fmla="*/ 568522 h 1356629"/>
                <a:gd name="connsiteX10" fmla="*/ 1936212 w 2499699"/>
                <a:gd name="connsiteY10" fmla="*/ 352624 h 1356629"/>
                <a:gd name="connsiteX11" fmla="*/ 2130946 w 2499699"/>
                <a:gd name="connsiteY11" fmla="*/ 153656 h 1356629"/>
                <a:gd name="connsiteX12" fmla="*/ 2465379 w 2499699"/>
                <a:gd name="connsiteY12" fmla="*/ 1256 h 1356629"/>
                <a:gd name="connsiteX13" fmla="*/ 2465380 w 2499699"/>
                <a:gd name="connsiteY13" fmla="*/ 85922 h 1356629"/>
                <a:gd name="connsiteX14" fmla="*/ 2257945 w 2499699"/>
                <a:gd name="connsiteY14" fmla="*/ 170588 h 1356629"/>
                <a:gd name="connsiteX15" fmla="*/ 2025112 w 2499699"/>
                <a:gd name="connsiteY15" fmla="*/ 394956 h 1356629"/>
                <a:gd name="connsiteX16" fmla="*/ 1864247 w 2499699"/>
                <a:gd name="connsiteY16" fmla="*/ 653189 h 1356629"/>
                <a:gd name="connsiteX17" fmla="*/ 1495945 w 2499699"/>
                <a:gd name="connsiteY17" fmla="*/ 805590 h 1356629"/>
                <a:gd name="connsiteX18" fmla="*/ 1110712 w 2499699"/>
                <a:gd name="connsiteY18" fmla="*/ 886022 h 1356629"/>
                <a:gd name="connsiteX19" fmla="*/ 818613 w 2499699"/>
                <a:gd name="connsiteY19" fmla="*/ 983388 h 1356629"/>
                <a:gd name="connsiteX20" fmla="*/ 619645 w 2499699"/>
                <a:gd name="connsiteY20" fmla="*/ 1063824 h 1356629"/>
                <a:gd name="connsiteX21" fmla="*/ 492646 w 2499699"/>
                <a:gd name="connsiteY21" fmla="*/ 1106156 h 1356629"/>
                <a:gd name="connsiteX22" fmla="*/ 661979 w 2499699"/>
                <a:gd name="connsiteY22" fmla="*/ 1211989 h 1356629"/>
                <a:gd name="connsiteX23" fmla="*/ 805912 w 2499699"/>
                <a:gd name="connsiteY23" fmla="*/ 1254322 h 1356629"/>
                <a:gd name="connsiteX24" fmla="*/ 899045 w 2499699"/>
                <a:gd name="connsiteY24" fmla="*/ 1262791 h 1356629"/>
                <a:gd name="connsiteX25" fmla="*/ 1377414 w 2499699"/>
                <a:gd name="connsiteY25" fmla="*/ 1165422 h 1356629"/>
                <a:gd name="connsiteX26" fmla="*/ 1313913 w 2499699"/>
                <a:gd name="connsiteY26" fmla="*/ 1283956 h 1356629"/>
                <a:gd name="connsiteX27" fmla="*/ 729713 w 2499699"/>
                <a:gd name="connsiteY27" fmla="*/ 1355922 h 1356629"/>
                <a:gd name="connsiteX28" fmla="*/ 475712 w 2499699"/>
                <a:gd name="connsiteY28" fmla="*/ 1241623 h 1356629"/>
                <a:gd name="connsiteX29" fmla="*/ 276746 w 2499699"/>
                <a:gd name="connsiteY29" fmla="*/ 1076522 h 1356629"/>
                <a:gd name="connsiteX30" fmla="*/ 1579 w 2499699"/>
                <a:gd name="connsiteY30" fmla="*/ 708222 h 1356629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059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377414 w 2499699"/>
                <a:gd name="connsiteY25" fmla="*/ 1165422 h 1365012"/>
                <a:gd name="connsiteX26" fmla="*/ 1313913 w 2499699"/>
                <a:gd name="connsiteY26" fmla="*/ 1283956 h 1365012"/>
                <a:gd name="connsiteX27" fmla="*/ 856713 w 2499699"/>
                <a:gd name="connsiteY27" fmla="*/ 1364388 h 1365012"/>
                <a:gd name="connsiteX28" fmla="*/ 475712 w 2499699"/>
                <a:gd name="connsiteY28" fmla="*/ 1241623 h 1365012"/>
                <a:gd name="connsiteX29" fmla="*/ 276746 w 2499699"/>
                <a:gd name="connsiteY29" fmla="*/ 1076522 h 1365012"/>
                <a:gd name="connsiteX30" fmla="*/ 1579 w 2499699"/>
                <a:gd name="connsiteY30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996412 w 2499699"/>
                <a:gd name="connsiteY25" fmla="*/ 12585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12"/>
                <a:gd name="connsiteX1" fmla="*/ 166679 w 2499699"/>
                <a:gd name="connsiteY1" fmla="*/ 576990 h 1365012"/>
                <a:gd name="connsiteX2" fmla="*/ 221713 w 2499699"/>
                <a:gd name="connsiteY2" fmla="*/ 627789 h 1365012"/>
                <a:gd name="connsiteX3" fmla="*/ 391046 w 2499699"/>
                <a:gd name="connsiteY3" fmla="*/ 890256 h 1365012"/>
                <a:gd name="connsiteX4" fmla="*/ 518046 w 2499699"/>
                <a:gd name="connsiteY4" fmla="*/ 966456 h 1365012"/>
                <a:gd name="connsiteX5" fmla="*/ 763579 w 2499699"/>
                <a:gd name="connsiteY5" fmla="*/ 898722 h 1365012"/>
                <a:gd name="connsiteX6" fmla="*/ 1055680 w 2499699"/>
                <a:gd name="connsiteY6" fmla="*/ 801355 h 1365012"/>
                <a:gd name="connsiteX7" fmla="*/ 1254647 w 2499699"/>
                <a:gd name="connsiteY7" fmla="*/ 746323 h 1365012"/>
                <a:gd name="connsiteX8" fmla="*/ 1580613 w 2499699"/>
                <a:gd name="connsiteY8" fmla="*/ 678589 h 1365012"/>
                <a:gd name="connsiteX9" fmla="*/ 1796512 w 2499699"/>
                <a:gd name="connsiteY9" fmla="*/ 568522 h 1365012"/>
                <a:gd name="connsiteX10" fmla="*/ 1936212 w 2499699"/>
                <a:gd name="connsiteY10" fmla="*/ 352624 h 1365012"/>
                <a:gd name="connsiteX11" fmla="*/ 2130946 w 2499699"/>
                <a:gd name="connsiteY11" fmla="*/ 153656 h 1365012"/>
                <a:gd name="connsiteX12" fmla="*/ 2465379 w 2499699"/>
                <a:gd name="connsiteY12" fmla="*/ 1256 h 1365012"/>
                <a:gd name="connsiteX13" fmla="*/ 2465380 w 2499699"/>
                <a:gd name="connsiteY13" fmla="*/ 85922 h 1365012"/>
                <a:gd name="connsiteX14" fmla="*/ 2257945 w 2499699"/>
                <a:gd name="connsiteY14" fmla="*/ 170588 h 1365012"/>
                <a:gd name="connsiteX15" fmla="*/ 2025112 w 2499699"/>
                <a:gd name="connsiteY15" fmla="*/ 394956 h 1365012"/>
                <a:gd name="connsiteX16" fmla="*/ 1864247 w 2499699"/>
                <a:gd name="connsiteY16" fmla="*/ 653189 h 1365012"/>
                <a:gd name="connsiteX17" fmla="*/ 1495945 w 2499699"/>
                <a:gd name="connsiteY17" fmla="*/ 805590 h 1365012"/>
                <a:gd name="connsiteX18" fmla="*/ 1110712 w 2499699"/>
                <a:gd name="connsiteY18" fmla="*/ 886022 h 1365012"/>
                <a:gd name="connsiteX19" fmla="*/ 818613 w 2499699"/>
                <a:gd name="connsiteY19" fmla="*/ 983388 h 1365012"/>
                <a:gd name="connsiteX20" fmla="*/ 619645 w 2499699"/>
                <a:gd name="connsiteY20" fmla="*/ 1063824 h 1365012"/>
                <a:gd name="connsiteX21" fmla="*/ 492646 w 2499699"/>
                <a:gd name="connsiteY21" fmla="*/ 1106156 h 1365012"/>
                <a:gd name="connsiteX22" fmla="*/ 661979 w 2499699"/>
                <a:gd name="connsiteY22" fmla="*/ 1211989 h 1365012"/>
                <a:gd name="connsiteX23" fmla="*/ 805912 w 2499699"/>
                <a:gd name="connsiteY23" fmla="*/ 1254322 h 1365012"/>
                <a:gd name="connsiteX24" fmla="*/ 899045 w 2499699"/>
                <a:gd name="connsiteY24" fmla="*/ 1262791 h 1365012"/>
                <a:gd name="connsiteX25" fmla="*/ 1038745 w 2499699"/>
                <a:gd name="connsiteY25" fmla="*/ 1245857 h 1365012"/>
                <a:gd name="connsiteX26" fmla="*/ 1377414 w 2499699"/>
                <a:gd name="connsiteY26" fmla="*/ 1165422 h 1365012"/>
                <a:gd name="connsiteX27" fmla="*/ 1313913 w 2499699"/>
                <a:gd name="connsiteY27" fmla="*/ 1283956 h 1365012"/>
                <a:gd name="connsiteX28" fmla="*/ 856713 w 2499699"/>
                <a:gd name="connsiteY28" fmla="*/ 1364388 h 1365012"/>
                <a:gd name="connsiteX29" fmla="*/ 475712 w 2499699"/>
                <a:gd name="connsiteY29" fmla="*/ 1241623 h 1365012"/>
                <a:gd name="connsiteX30" fmla="*/ 276746 w 2499699"/>
                <a:gd name="connsiteY30" fmla="*/ 1076522 h 1365012"/>
                <a:gd name="connsiteX31" fmla="*/ 1579 w 2499699"/>
                <a:gd name="connsiteY31" fmla="*/ 708222 h 1365012"/>
                <a:gd name="connsiteX0" fmla="*/ 1579 w 2499699"/>
                <a:gd name="connsiteY0" fmla="*/ 708222 h 1365020"/>
                <a:gd name="connsiteX1" fmla="*/ 166679 w 2499699"/>
                <a:gd name="connsiteY1" fmla="*/ 576990 h 1365020"/>
                <a:gd name="connsiteX2" fmla="*/ 221713 w 2499699"/>
                <a:gd name="connsiteY2" fmla="*/ 627789 h 1365020"/>
                <a:gd name="connsiteX3" fmla="*/ 391046 w 2499699"/>
                <a:gd name="connsiteY3" fmla="*/ 890256 h 1365020"/>
                <a:gd name="connsiteX4" fmla="*/ 518046 w 2499699"/>
                <a:gd name="connsiteY4" fmla="*/ 966456 h 1365020"/>
                <a:gd name="connsiteX5" fmla="*/ 763579 w 2499699"/>
                <a:gd name="connsiteY5" fmla="*/ 898722 h 1365020"/>
                <a:gd name="connsiteX6" fmla="*/ 1055680 w 2499699"/>
                <a:gd name="connsiteY6" fmla="*/ 801355 h 1365020"/>
                <a:gd name="connsiteX7" fmla="*/ 1254647 w 2499699"/>
                <a:gd name="connsiteY7" fmla="*/ 746323 h 1365020"/>
                <a:gd name="connsiteX8" fmla="*/ 1580613 w 2499699"/>
                <a:gd name="connsiteY8" fmla="*/ 678589 h 1365020"/>
                <a:gd name="connsiteX9" fmla="*/ 1796512 w 2499699"/>
                <a:gd name="connsiteY9" fmla="*/ 568522 h 1365020"/>
                <a:gd name="connsiteX10" fmla="*/ 1936212 w 2499699"/>
                <a:gd name="connsiteY10" fmla="*/ 352624 h 1365020"/>
                <a:gd name="connsiteX11" fmla="*/ 2130946 w 2499699"/>
                <a:gd name="connsiteY11" fmla="*/ 153656 h 1365020"/>
                <a:gd name="connsiteX12" fmla="*/ 2465379 w 2499699"/>
                <a:gd name="connsiteY12" fmla="*/ 1256 h 1365020"/>
                <a:gd name="connsiteX13" fmla="*/ 2465380 w 2499699"/>
                <a:gd name="connsiteY13" fmla="*/ 85922 h 1365020"/>
                <a:gd name="connsiteX14" fmla="*/ 2257945 w 2499699"/>
                <a:gd name="connsiteY14" fmla="*/ 170588 h 1365020"/>
                <a:gd name="connsiteX15" fmla="*/ 2025112 w 2499699"/>
                <a:gd name="connsiteY15" fmla="*/ 394956 h 1365020"/>
                <a:gd name="connsiteX16" fmla="*/ 1864247 w 2499699"/>
                <a:gd name="connsiteY16" fmla="*/ 653189 h 1365020"/>
                <a:gd name="connsiteX17" fmla="*/ 1495945 w 2499699"/>
                <a:gd name="connsiteY17" fmla="*/ 805590 h 1365020"/>
                <a:gd name="connsiteX18" fmla="*/ 1110712 w 2499699"/>
                <a:gd name="connsiteY18" fmla="*/ 886022 h 1365020"/>
                <a:gd name="connsiteX19" fmla="*/ 818613 w 2499699"/>
                <a:gd name="connsiteY19" fmla="*/ 983388 h 1365020"/>
                <a:gd name="connsiteX20" fmla="*/ 619645 w 2499699"/>
                <a:gd name="connsiteY20" fmla="*/ 1063824 h 1365020"/>
                <a:gd name="connsiteX21" fmla="*/ 492646 w 2499699"/>
                <a:gd name="connsiteY21" fmla="*/ 1106156 h 1365020"/>
                <a:gd name="connsiteX22" fmla="*/ 661979 w 2499699"/>
                <a:gd name="connsiteY22" fmla="*/ 1211989 h 1365020"/>
                <a:gd name="connsiteX23" fmla="*/ 805912 w 2499699"/>
                <a:gd name="connsiteY23" fmla="*/ 1254322 h 1365020"/>
                <a:gd name="connsiteX24" fmla="*/ 899045 w 2499699"/>
                <a:gd name="connsiteY24" fmla="*/ 1262791 h 1365020"/>
                <a:gd name="connsiteX25" fmla="*/ 1038745 w 2499699"/>
                <a:gd name="connsiteY25" fmla="*/ 1245857 h 1365020"/>
                <a:gd name="connsiteX26" fmla="*/ 1377414 w 2499699"/>
                <a:gd name="connsiteY26" fmla="*/ 1161188 h 1365020"/>
                <a:gd name="connsiteX27" fmla="*/ 1313913 w 2499699"/>
                <a:gd name="connsiteY27" fmla="*/ 1283956 h 1365020"/>
                <a:gd name="connsiteX28" fmla="*/ 856713 w 2499699"/>
                <a:gd name="connsiteY28" fmla="*/ 1364388 h 1365020"/>
                <a:gd name="connsiteX29" fmla="*/ 475712 w 2499699"/>
                <a:gd name="connsiteY29" fmla="*/ 1241623 h 1365020"/>
                <a:gd name="connsiteX30" fmla="*/ 276746 w 2499699"/>
                <a:gd name="connsiteY30" fmla="*/ 1076522 h 1365020"/>
                <a:gd name="connsiteX31" fmla="*/ 1579 w 2499699"/>
                <a:gd name="connsiteY31" fmla="*/ 708222 h 1365020"/>
                <a:gd name="connsiteX0" fmla="*/ 1579 w 2499699"/>
                <a:gd name="connsiteY0" fmla="*/ 708222 h 1364718"/>
                <a:gd name="connsiteX1" fmla="*/ 166679 w 2499699"/>
                <a:gd name="connsiteY1" fmla="*/ 576990 h 1364718"/>
                <a:gd name="connsiteX2" fmla="*/ 221713 w 2499699"/>
                <a:gd name="connsiteY2" fmla="*/ 627789 h 1364718"/>
                <a:gd name="connsiteX3" fmla="*/ 391046 w 2499699"/>
                <a:gd name="connsiteY3" fmla="*/ 890256 h 1364718"/>
                <a:gd name="connsiteX4" fmla="*/ 518046 w 2499699"/>
                <a:gd name="connsiteY4" fmla="*/ 966456 h 1364718"/>
                <a:gd name="connsiteX5" fmla="*/ 763579 w 2499699"/>
                <a:gd name="connsiteY5" fmla="*/ 898722 h 1364718"/>
                <a:gd name="connsiteX6" fmla="*/ 1055680 w 2499699"/>
                <a:gd name="connsiteY6" fmla="*/ 801355 h 1364718"/>
                <a:gd name="connsiteX7" fmla="*/ 1254647 w 2499699"/>
                <a:gd name="connsiteY7" fmla="*/ 746323 h 1364718"/>
                <a:gd name="connsiteX8" fmla="*/ 1580613 w 2499699"/>
                <a:gd name="connsiteY8" fmla="*/ 678589 h 1364718"/>
                <a:gd name="connsiteX9" fmla="*/ 1796512 w 2499699"/>
                <a:gd name="connsiteY9" fmla="*/ 568522 h 1364718"/>
                <a:gd name="connsiteX10" fmla="*/ 1936212 w 2499699"/>
                <a:gd name="connsiteY10" fmla="*/ 352624 h 1364718"/>
                <a:gd name="connsiteX11" fmla="*/ 2130946 w 2499699"/>
                <a:gd name="connsiteY11" fmla="*/ 153656 h 1364718"/>
                <a:gd name="connsiteX12" fmla="*/ 2465379 w 2499699"/>
                <a:gd name="connsiteY12" fmla="*/ 1256 h 1364718"/>
                <a:gd name="connsiteX13" fmla="*/ 2465380 w 2499699"/>
                <a:gd name="connsiteY13" fmla="*/ 85922 h 1364718"/>
                <a:gd name="connsiteX14" fmla="*/ 2257945 w 2499699"/>
                <a:gd name="connsiteY14" fmla="*/ 170588 h 1364718"/>
                <a:gd name="connsiteX15" fmla="*/ 2025112 w 2499699"/>
                <a:gd name="connsiteY15" fmla="*/ 394956 h 1364718"/>
                <a:gd name="connsiteX16" fmla="*/ 1864247 w 2499699"/>
                <a:gd name="connsiteY16" fmla="*/ 653189 h 1364718"/>
                <a:gd name="connsiteX17" fmla="*/ 1495945 w 2499699"/>
                <a:gd name="connsiteY17" fmla="*/ 805590 h 1364718"/>
                <a:gd name="connsiteX18" fmla="*/ 1110712 w 2499699"/>
                <a:gd name="connsiteY18" fmla="*/ 886022 h 1364718"/>
                <a:gd name="connsiteX19" fmla="*/ 818613 w 2499699"/>
                <a:gd name="connsiteY19" fmla="*/ 983388 h 1364718"/>
                <a:gd name="connsiteX20" fmla="*/ 619645 w 2499699"/>
                <a:gd name="connsiteY20" fmla="*/ 1063824 h 1364718"/>
                <a:gd name="connsiteX21" fmla="*/ 492646 w 2499699"/>
                <a:gd name="connsiteY21" fmla="*/ 1106156 h 1364718"/>
                <a:gd name="connsiteX22" fmla="*/ 661979 w 2499699"/>
                <a:gd name="connsiteY22" fmla="*/ 1211989 h 1364718"/>
                <a:gd name="connsiteX23" fmla="*/ 805912 w 2499699"/>
                <a:gd name="connsiteY23" fmla="*/ 1254322 h 1364718"/>
                <a:gd name="connsiteX24" fmla="*/ 899045 w 2499699"/>
                <a:gd name="connsiteY24" fmla="*/ 1262791 h 1364718"/>
                <a:gd name="connsiteX25" fmla="*/ 1038745 w 2499699"/>
                <a:gd name="connsiteY25" fmla="*/ 1245857 h 1364718"/>
                <a:gd name="connsiteX26" fmla="*/ 1377414 w 2499699"/>
                <a:gd name="connsiteY26" fmla="*/ 1161188 h 1364718"/>
                <a:gd name="connsiteX27" fmla="*/ 1313913 w 2499699"/>
                <a:gd name="connsiteY27" fmla="*/ 1283956 h 1364718"/>
                <a:gd name="connsiteX28" fmla="*/ 856713 w 2499699"/>
                <a:gd name="connsiteY28" fmla="*/ 1364388 h 1364718"/>
                <a:gd name="connsiteX29" fmla="*/ 479946 w 2499699"/>
                <a:gd name="connsiteY29" fmla="*/ 1254323 h 1364718"/>
                <a:gd name="connsiteX30" fmla="*/ 276746 w 2499699"/>
                <a:gd name="connsiteY30" fmla="*/ 1076522 h 1364718"/>
                <a:gd name="connsiteX31" fmla="*/ 1579 w 2499699"/>
                <a:gd name="connsiteY31" fmla="*/ 708222 h 1364718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  <a:gd name="connsiteX0" fmla="*/ 1579 w 2511466"/>
                <a:gd name="connsiteY0" fmla="*/ 709289 h 1365785"/>
                <a:gd name="connsiteX1" fmla="*/ 166679 w 2511466"/>
                <a:gd name="connsiteY1" fmla="*/ 578057 h 1365785"/>
                <a:gd name="connsiteX2" fmla="*/ 221713 w 2511466"/>
                <a:gd name="connsiteY2" fmla="*/ 628856 h 1365785"/>
                <a:gd name="connsiteX3" fmla="*/ 391046 w 2511466"/>
                <a:gd name="connsiteY3" fmla="*/ 891323 h 1365785"/>
                <a:gd name="connsiteX4" fmla="*/ 518046 w 2511466"/>
                <a:gd name="connsiteY4" fmla="*/ 967523 h 1365785"/>
                <a:gd name="connsiteX5" fmla="*/ 763579 w 2511466"/>
                <a:gd name="connsiteY5" fmla="*/ 899789 h 1365785"/>
                <a:gd name="connsiteX6" fmla="*/ 1055680 w 2511466"/>
                <a:gd name="connsiteY6" fmla="*/ 802422 h 1365785"/>
                <a:gd name="connsiteX7" fmla="*/ 1254647 w 2511466"/>
                <a:gd name="connsiteY7" fmla="*/ 747390 h 1365785"/>
                <a:gd name="connsiteX8" fmla="*/ 1580613 w 2511466"/>
                <a:gd name="connsiteY8" fmla="*/ 679656 h 1365785"/>
                <a:gd name="connsiteX9" fmla="*/ 1796512 w 2511466"/>
                <a:gd name="connsiteY9" fmla="*/ 569589 h 1365785"/>
                <a:gd name="connsiteX10" fmla="*/ 1936212 w 2511466"/>
                <a:gd name="connsiteY10" fmla="*/ 353691 h 1365785"/>
                <a:gd name="connsiteX11" fmla="*/ 2130946 w 2511466"/>
                <a:gd name="connsiteY11" fmla="*/ 154723 h 1365785"/>
                <a:gd name="connsiteX12" fmla="*/ 2465379 w 2511466"/>
                <a:gd name="connsiteY12" fmla="*/ 2323 h 1365785"/>
                <a:gd name="connsiteX13" fmla="*/ 2486546 w 2511466"/>
                <a:gd name="connsiteY13" fmla="*/ 70055 h 1365785"/>
                <a:gd name="connsiteX14" fmla="*/ 2257945 w 2511466"/>
                <a:gd name="connsiteY14" fmla="*/ 171655 h 1365785"/>
                <a:gd name="connsiteX15" fmla="*/ 2025112 w 2511466"/>
                <a:gd name="connsiteY15" fmla="*/ 396023 h 1365785"/>
                <a:gd name="connsiteX16" fmla="*/ 1864247 w 2511466"/>
                <a:gd name="connsiteY16" fmla="*/ 654256 h 1365785"/>
                <a:gd name="connsiteX17" fmla="*/ 1495945 w 2511466"/>
                <a:gd name="connsiteY17" fmla="*/ 806657 h 1365785"/>
                <a:gd name="connsiteX18" fmla="*/ 1110712 w 2511466"/>
                <a:gd name="connsiteY18" fmla="*/ 887089 h 1365785"/>
                <a:gd name="connsiteX19" fmla="*/ 818613 w 2511466"/>
                <a:gd name="connsiteY19" fmla="*/ 984455 h 1365785"/>
                <a:gd name="connsiteX20" fmla="*/ 619645 w 2511466"/>
                <a:gd name="connsiteY20" fmla="*/ 1064891 h 1365785"/>
                <a:gd name="connsiteX21" fmla="*/ 492646 w 2511466"/>
                <a:gd name="connsiteY21" fmla="*/ 1107223 h 1365785"/>
                <a:gd name="connsiteX22" fmla="*/ 661979 w 2511466"/>
                <a:gd name="connsiteY22" fmla="*/ 1213056 h 1365785"/>
                <a:gd name="connsiteX23" fmla="*/ 805912 w 2511466"/>
                <a:gd name="connsiteY23" fmla="*/ 1255389 h 1365785"/>
                <a:gd name="connsiteX24" fmla="*/ 899045 w 2511466"/>
                <a:gd name="connsiteY24" fmla="*/ 1263858 h 1365785"/>
                <a:gd name="connsiteX25" fmla="*/ 1038745 w 2511466"/>
                <a:gd name="connsiteY25" fmla="*/ 1246924 h 1365785"/>
                <a:gd name="connsiteX26" fmla="*/ 1377414 w 2511466"/>
                <a:gd name="connsiteY26" fmla="*/ 1162255 h 1365785"/>
                <a:gd name="connsiteX27" fmla="*/ 1313913 w 2511466"/>
                <a:gd name="connsiteY27" fmla="*/ 1285023 h 1365785"/>
                <a:gd name="connsiteX28" fmla="*/ 856713 w 2511466"/>
                <a:gd name="connsiteY28" fmla="*/ 1365455 h 1365785"/>
                <a:gd name="connsiteX29" fmla="*/ 479946 w 2511466"/>
                <a:gd name="connsiteY29" fmla="*/ 1255390 h 1365785"/>
                <a:gd name="connsiteX30" fmla="*/ 276746 w 2511466"/>
                <a:gd name="connsiteY30" fmla="*/ 1077589 h 1365785"/>
                <a:gd name="connsiteX31" fmla="*/ 1579 w 2511466"/>
                <a:gd name="connsiteY31" fmla="*/ 709289 h 1365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1466" h="1365785">
                  <a:moveTo>
                    <a:pt x="1579" y="709289"/>
                  </a:moveTo>
                  <a:cubicBezTo>
                    <a:pt x="-16765" y="626034"/>
                    <a:pt x="129990" y="591462"/>
                    <a:pt x="166679" y="578057"/>
                  </a:cubicBezTo>
                  <a:cubicBezTo>
                    <a:pt x="203368" y="564652"/>
                    <a:pt x="184319" y="576645"/>
                    <a:pt x="221713" y="628856"/>
                  </a:cubicBezTo>
                  <a:cubicBezTo>
                    <a:pt x="259107" y="681067"/>
                    <a:pt x="341657" y="834879"/>
                    <a:pt x="391046" y="891323"/>
                  </a:cubicBezTo>
                  <a:cubicBezTo>
                    <a:pt x="440435" y="947767"/>
                    <a:pt x="455957" y="966112"/>
                    <a:pt x="518046" y="967523"/>
                  </a:cubicBezTo>
                  <a:cubicBezTo>
                    <a:pt x="580135" y="968934"/>
                    <a:pt x="673973" y="927306"/>
                    <a:pt x="763579" y="899789"/>
                  </a:cubicBezTo>
                  <a:cubicBezTo>
                    <a:pt x="853185" y="872272"/>
                    <a:pt x="973835" y="827822"/>
                    <a:pt x="1055680" y="802422"/>
                  </a:cubicBezTo>
                  <a:cubicBezTo>
                    <a:pt x="1137525" y="777022"/>
                    <a:pt x="1167158" y="767851"/>
                    <a:pt x="1254647" y="747390"/>
                  </a:cubicBezTo>
                  <a:cubicBezTo>
                    <a:pt x="1342136" y="726929"/>
                    <a:pt x="1490302" y="709290"/>
                    <a:pt x="1580613" y="679656"/>
                  </a:cubicBezTo>
                  <a:cubicBezTo>
                    <a:pt x="1670924" y="650023"/>
                    <a:pt x="1737246" y="623916"/>
                    <a:pt x="1796512" y="569589"/>
                  </a:cubicBezTo>
                  <a:cubicBezTo>
                    <a:pt x="1855778" y="515262"/>
                    <a:pt x="1877651" y="421424"/>
                    <a:pt x="1936212" y="353691"/>
                  </a:cubicBezTo>
                  <a:cubicBezTo>
                    <a:pt x="1994773" y="285958"/>
                    <a:pt x="2042752" y="213284"/>
                    <a:pt x="2130946" y="154723"/>
                  </a:cubicBezTo>
                  <a:cubicBezTo>
                    <a:pt x="2219140" y="96162"/>
                    <a:pt x="2406112" y="16434"/>
                    <a:pt x="2465379" y="2323"/>
                  </a:cubicBezTo>
                  <a:cubicBezTo>
                    <a:pt x="2524646" y="-11788"/>
                    <a:pt x="2521118" y="41833"/>
                    <a:pt x="2486546" y="70055"/>
                  </a:cubicBezTo>
                  <a:cubicBezTo>
                    <a:pt x="2451974" y="98277"/>
                    <a:pt x="2334851" y="117327"/>
                    <a:pt x="2257945" y="171655"/>
                  </a:cubicBezTo>
                  <a:cubicBezTo>
                    <a:pt x="2181039" y="225983"/>
                    <a:pt x="2090728" y="315590"/>
                    <a:pt x="2025112" y="396023"/>
                  </a:cubicBezTo>
                  <a:cubicBezTo>
                    <a:pt x="1959496" y="476456"/>
                    <a:pt x="1952442" y="585817"/>
                    <a:pt x="1864247" y="654256"/>
                  </a:cubicBezTo>
                  <a:cubicBezTo>
                    <a:pt x="1776053" y="722695"/>
                    <a:pt x="1621534" y="767852"/>
                    <a:pt x="1495945" y="806657"/>
                  </a:cubicBezTo>
                  <a:cubicBezTo>
                    <a:pt x="1370356" y="845462"/>
                    <a:pt x="1223601" y="857456"/>
                    <a:pt x="1110712" y="887089"/>
                  </a:cubicBezTo>
                  <a:cubicBezTo>
                    <a:pt x="997823" y="916722"/>
                    <a:pt x="900458" y="954821"/>
                    <a:pt x="818613" y="984455"/>
                  </a:cubicBezTo>
                  <a:cubicBezTo>
                    <a:pt x="736769" y="1014089"/>
                    <a:pt x="664095" y="1048663"/>
                    <a:pt x="619645" y="1064891"/>
                  </a:cubicBezTo>
                  <a:cubicBezTo>
                    <a:pt x="575195" y="1081119"/>
                    <a:pt x="485590" y="1082529"/>
                    <a:pt x="492646" y="1107223"/>
                  </a:cubicBezTo>
                  <a:cubicBezTo>
                    <a:pt x="499702" y="1131917"/>
                    <a:pt x="609768" y="1188362"/>
                    <a:pt x="661979" y="1213056"/>
                  </a:cubicBezTo>
                  <a:cubicBezTo>
                    <a:pt x="714190" y="1237750"/>
                    <a:pt x="766401" y="1246922"/>
                    <a:pt x="805912" y="1255389"/>
                  </a:cubicBezTo>
                  <a:cubicBezTo>
                    <a:pt x="845423" y="1263856"/>
                    <a:pt x="877878" y="1263152"/>
                    <a:pt x="899045" y="1263858"/>
                  </a:cubicBezTo>
                  <a:cubicBezTo>
                    <a:pt x="920212" y="1264564"/>
                    <a:pt x="959017" y="1263152"/>
                    <a:pt x="1038745" y="1246924"/>
                  </a:cubicBezTo>
                  <a:cubicBezTo>
                    <a:pt x="1118473" y="1230696"/>
                    <a:pt x="1331553" y="1155905"/>
                    <a:pt x="1377414" y="1162255"/>
                  </a:cubicBezTo>
                  <a:cubicBezTo>
                    <a:pt x="1423275" y="1168605"/>
                    <a:pt x="1400696" y="1251156"/>
                    <a:pt x="1313913" y="1285023"/>
                  </a:cubicBezTo>
                  <a:cubicBezTo>
                    <a:pt x="1227130" y="1318890"/>
                    <a:pt x="995707" y="1370394"/>
                    <a:pt x="856713" y="1365455"/>
                  </a:cubicBezTo>
                  <a:cubicBezTo>
                    <a:pt x="717719" y="1360516"/>
                    <a:pt x="550502" y="1286435"/>
                    <a:pt x="479946" y="1255390"/>
                  </a:cubicBezTo>
                  <a:cubicBezTo>
                    <a:pt x="417857" y="1211645"/>
                    <a:pt x="356474" y="1168606"/>
                    <a:pt x="276746" y="1077589"/>
                  </a:cubicBezTo>
                  <a:cubicBezTo>
                    <a:pt x="197018" y="986572"/>
                    <a:pt x="19923" y="792544"/>
                    <a:pt x="1579" y="709289"/>
                  </a:cubicBezTo>
                  <a:close/>
                </a:path>
              </a:pathLst>
            </a:custGeom>
            <a:gradFill flip="none" rotWithShape="1">
              <a:gsLst>
                <a:gs pos="10000">
                  <a:srgbClr val="FF7C80"/>
                </a:gs>
                <a:gs pos="100000">
                  <a:srgbClr val="C693B0"/>
                </a:gs>
                <a:gs pos="99000">
                  <a:srgbClr val="A7A0C9"/>
                </a:gs>
              </a:gsLst>
              <a:lin ang="108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17E94FD-FA69-4613-9018-EFDE20EE5645}"/>
                </a:ext>
              </a:extLst>
            </p:cNvPr>
            <p:cNvSpPr/>
            <p:nvPr/>
          </p:nvSpPr>
          <p:spPr>
            <a:xfrm>
              <a:off x="3203697" y="2304668"/>
              <a:ext cx="2444146" cy="1421512"/>
            </a:xfrm>
            <a:custGeom>
              <a:avLst/>
              <a:gdLst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250346 w 2683712"/>
                <a:gd name="connsiteY8" fmla="*/ 989712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  <a:gd name="connsiteX0" fmla="*/ 43846 w 2683712"/>
                <a:gd name="connsiteY0" fmla="*/ 1332612 h 1611468"/>
                <a:gd name="connsiteX1" fmla="*/ 43846 w 2683712"/>
                <a:gd name="connsiteY1" fmla="*/ 265812 h 1611468"/>
                <a:gd name="connsiteX2" fmla="*/ 602646 w 2683712"/>
                <a:gd name="connsiteY2" fmla="*/ 11812 h 1611468"/>
                <a:gd name="connsiteX3" fmla="*/ 2571146 w 2683712"/>
                <a:gd name="connsiteY3" fmla="*/ 75312 h 1611468"/>
                <a:gd name="connsiteX4" fmla="*/ 2367946 w 2683712"/>
                <a:gd name="connsiteY4" fmla="*/ 367412 h 1611468"/>
                <a:gd name="connsiteX5" fmla="*/ 1745646 w 2683712"/>
                <a:gd name="connsiteY5" fmla="*/ 837312 h 1611468"/>
                <a:gd name="connsiteX6" fmla="*/ 1275746 w 2683712"/>
                <a:gd name="connsiteY6" fmla="*/ 977012 h 1611468"/>
                <a:gd name="connsiteX7" fmla="*/ 1174146 w 2683712"/>
                <a:gd name="connsiteY7" fmla="*/ 811912 h 1611468"/>
                <a:gd name="connsiteX8" fmla="*/ 1172255 w 2683712"/>
                <a:gd name="connsiteY8" fmla="*/ 1047300 h 1611468"/>
                <a:gd name="connsiteX9" fmla="*/ 691546 w 2683712"/>
                <a:gd name="connsiteY9" fmla="*/ 1358012 h 1611468"/>
                <a:gd name="connsiteX10" fmla="*/ 361346 w 2683712"/>
                <a:gd name="connsiteY10" fmla="*/ 1586612 h 1611468"/>
                <a:gd name="connsiteX11" fmla="*/ 107346 w 2683712"/>
                <a:gd name="connsiteY11" fmla="*/ 1573912 h 1611468"/>
                <a:gd name="connsiteX12" fmla="*/ 43846 w 2683712"/>
                <a:gd name="connsiteY12" fmla="*/ 1332612 h 161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3712" h="1611468">
                  <a:moveTo>
                    <a:pt x="43846" y="1332612"/>
                  </a:moveTo>
                  <a:cubicBezTo>
                    <a:pt x="33263" y="1114596"/>
                    <a:pt x="-49287" y="485945"/>
                    <a:pt x="43846" y="265812"/>
                  </a:cubicBezTo>
                  <a:cubicBezTo>
                    <a:pt x="136979" y="45679"/>
                    <a:pt x="181429" y="43562"/>
                    <a:pt x="602646" y="11812"/>
                  </a:cubicBezTo>
                  <a:cubicBezTo>
                    <a:pt x="1023863" y="-19938"/>
                    <a:pt x="2276929" y="16045"/>
                    <a:pt x="2571146" y="75312"/>
                  </a:cubicBezTo>
                  <a:cubicBezTo>
                    <a:pt x="2865363" y="134579"/>
                    <a:pt x="2505529" y="240412"/>
                    <a:pt x="2367946" y="367412"/>
                  </a:cubicBezTo>
                  <a:cubicBezTo>
                    <a:pt x="2230363" y="494412"/>
                    <a:pt x="1927679" y="735712"/>
                    <a:pt x="1745646" y="837312"/>
                  </a:cubicBezTo>
                  <a:cubicBezTo>
                    <a:pt x="1563613" y="938912"/>
                    <a:pt x="1370996" y="981245"/>
                    <a:pt x="1275746" y="977012"/>
                  </a:cubicBezTo>
                  <a:cubicBezTo>
                    <a:pt x="1180496" y="972779"/>
                    <a:pt x="1191394" y="800197"/>
                    <a:pt x="1174146" y="811912"/>
                  </a:cubicBezTo>
                  <a:cubicBezTo>
                    <a:pt x="1156898" y="823627"/>
                    <a:pt x="1252688" y="956283"/>
                    <a:pt x="1172255" y="1047300"/>
                  </a:cubicBezTo>
                  <a:cubicBezTo>
                    <a:pt x="1091822" y="1138317"/>
                    <a:pt x="826698" y="1268127"/>
                    <a:pt x="691546" y="1358012"/>
                  </a:cubicBezTo>
                  <a:cubicBezTo>
                    <a:pt x="556395" y="1447897"/>
                    <a:pt x="458713" y="1550629"/>
                    <a:pt x="361346" y="1586612"/>
                  </a:cubicBezTo>
                  <a:cubicBezTo>
                    <a:pt x="263979" y="1622595"/>
                    <a:pt x="166613" y="1620479"/>
                    <a:pt x="107346" y="1573912"/>
                  </a:cubicBezTo>
                  <a:cubicBezTo>
                    <a:pt x="48079" y="1527345"/>
                    <a:pt x="54429" y="1550628"/>
                    <a:pt x="43846" y="1332612"/>
                  </a:cubicBezTo>
                  <a:close/>
                </a:path>
              </a:pathLst>
            </a:custGeom>
            <a:solidFill>
              <a:srgbClr val="BD53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538F90-2055-4291-867F-E536433CC0E2}"/>
                </a:ext>
              </a:extLst>
            </p:cNvPr>
            <p:cNvSpPr/>
            <p:nvPr/>
          </p:nvSpPr>
          <p:spPr>
            <a:xfrm>
              <a:off x="6885331" y="1884010"/>
              <a:ext cx="875457" cy="1292656"/>
            </a:xfrm>
            <a:custGeom>
              <a:avLst/>
              <a:gdLst>
                <a:gd name="connsiteX0" fmla="*/ 53626 w 910131"/>
                <a:gd name="connsiteY0" fmla="*/ 901423 h 1287711"/>
                <a:gd name="connsiteX1" fmla="*/ 161576 w 910131"/>
                <a:gd name="connsiteY1" fmla="*/ 704573 h 1287711"/>
                <a:gd name="connsiteX2" fmla="*/ 117126 w 910131"/>
                <a:gd name="connsiteY2" fmla="*/ 475973 h 1287711"/>
                <a:gd name="connsiteX3" fmla="*/ 66326 w 910131"/>
                <a:gd name="connsiteY3" fmla="*/ 164823 h 1287711"/>
                <a:gd name="connsiteX4" fmla="*/ 136176 w 910131"/>
                <a:gd name="connsiteY4" fmla="*/ 31473 h 1287711"/>
                <a:gd name="connsiteX5" fmla="*/ 358426 w 910131"/>
                <a:gd name="connsiteY5" fmla="*/ 6073 h 1287711"/>
                <a:gd name="connsiteX6" fmla="*/ 675926 w 910131"/>
                <a:gd name="connsiteY6" fmla="*/ 120373 h 1287711"/>
                <a:gd name="connsiteX7" fmla="*/ 898176 w 910131"/>
                <a:gd name="connsiteY7" fmla="*/ 622023 h 1287711"/>
                <a:gd name="connsiteX8" fmla="*/ 834676 w 910131"/>
                <a:gd name="connsiteY8" fmla="*/ 971273 h 1287711"/>
                <a:gd name="connsiteX9" fmla="*/ 453676 w 910131"/>
                <a:gd name="connsiteY9" fmla="*/ 1237973 h 1287711"/>
                <a:gd name="connsiteX10" fmla="*/ 59976 w 910131"/>
                <a:gd name="connsiteY10" fmla="*/ 1263373 h 1287711"/>
                <a:gd name="connsiteX11" fmla="*/ 2826 w 910131"/>
                <a:gd name="connsiteY11" fmla="*/ 971273 h 1287711"/>
                <a:gd name="connsiteX12" fmla="*/ 53626 w 910131"/>
                <a:gd name="connsiteY12" fmla="*/ 901423 h 1287711"/>
                <a:gd name="connsiteX0" fmla="*/ 53626 w 908735"/>
                <a:gd name="connsiteY0" fmla="*/ 907932 h 1294220"/>
                <a:gd name="connsiteX1" fmla="*/ 161576 w 908735"/>
                <a:gd name="connsiteY1" fmla="*/ 711082 h 1294220"/>
                <a:gd name="connsiteX2" fmla="*/ 117126 w 908735"/>
                <a:gd name="connsiteY2" fmla="*/ 482482 h 1294220"/>
                <a:gd name="connsiteX3" fmla="*/ 66326 w 908735"/>
                <a:gd name="connsiteY3" fmla="*/ 171332 h 1294220"/>
                <a:gd name="connsiteX4" fmla="*/ 136176 w 908735"/>
                <a:gd name="connsiteY4" fmla="*/ 37982 h 1294220"/>
                <a:gd name="connsiteX5" fmla="*/ 358426 w 908735"/>
                <a:gd name="connsiteY5" fmla="*/ 12582 h 1294220"/>
                <a:gd name="connsiteX6" fmla="*/ 694976 w 908735"/>
                <a:gd name="connsiteY6" fmla="*/ 215782 h 1294220"/>
                <a:gd name="connsiteX7" fmla="*/ 898176 w 908735"/>
                <a:gd name="connsiteY7" fmla="*/ 628532 h 1294220"/>
                <a:gd name="connsiteX8" fmla="*/ 834676 w 908735"/>
                <a:gd name="connsiteY8" fmla="*/ 977782 h 1294220"/>
                <a:gd name="connsiteX9" fmla="*/ 453676 w 908735"/>
                <a:gd name="connsiteY9" fmla="*/ 1244482 h 1294220"/>
                <a:gd name="connsiteX10" fmla="*/ 59976 w 908735"/>
                <a:gd name="connsiteY10" fmla="*/ 1269882 h 1294220"/>
                <a:gd name="connsiteX11" fmla="*/ 2826 w 908735"/>
                <a:gd name="connsiteY11" fmla="*/ 977782 h 1294220"/>
                <a:gd name="connsiteX12" fmla="*/ 53626 w 908735"/>
                <a:gd name="connsiteY12" fmla="*/ 907932 h 1294220"/>
                <a:gd name="connsiteX0" fmla="*/ 53626 w 885417"/>
                <a:gd name="connsiteY0" fmla="*/ 907932 h 1294220"/>
                <a:gd name="connsiteX1" fmla="*/ 161576 w 885417"/>
                <a:gd name="connsiteY1" fmla="*/ 711082 h 1294220"/>
                <a:gd name="connsiteX2" fmla="*/ 117126 w 885417"/>
                <a:gd name="connsiteY2" fmla="*/ 482482 h 1294220"/>
                <a:gd name="connsiteX3" fmla="*/ 66326 w 885417"/>
                <a:gd name="connsiteY3" fmla="*/ 171332 h 1294220"/>
                <a:gd name="connsiteX4" fmla="*/ 136176 w 885417"/>
                <a:gd name="connsiteY4" fmla="*/ 37982 h 1294220"/>
                <a:gd name="connsiteX5" fmla="*/ 358426 w 885417"/>
                <a:gd name="connsiteY5" fmla="*/ 12582 h 1294220"/>
                <a:gd name="connsiteX6" fmla="*/ 694976 w 885417"/>
                <a:gd name="connsiteY6" fmla="*/ 215782 h 1294220"/>
                <a:gd name="connsiteX7" fmla="*/ 866426 w 885417"/>
                <a:gd name="connsiteY7" fmla="*/ 647582 h 1294220"/>
                <a:gd name="connsiteX8" fmla="*/ 834676 w 885417"/>
                <a:gd name="connsiteY8" fmla="*/ 977782 h 1294220"/>
                <a:gd name="connsiteX9" fmla="*/ 453676 w 885417"/>
                <a:gd name="connsiteY9" fmla="*/ 1244482 h 1294220"/>
                <a:gd name="connsiteX10" fmla="*/ 59976 w 885417"/>
                <a:gd name="connsiteY10" fmla="*/ 1269882 h 1294220"/>
                <a:gd name="connsiteX11" fmla="*/ 2826 w 885417"/>
                <a:gd name="connsiteY11" fmla="*/ 977782 h 1294220"/>
                <a:gd name="connsiteX12" fmla="*/ 53626 w 885417"/>
                <a:gd name="connsiteY12" fmla="*/ 907932 h 1294220"/>
                <a:gd name="connsiteX0" fmla="*/ 53626 w 867501"/>
                <a:gd name="connsiteY0" fmla="*/ 907932 h 1294220"/>
                <a:gd name="connsiteX1" fmla="*/ 161576 w 867501"/>
                <a:gd name="connsiteY1" fmla="*/ 711082 h 1294220"/>
                <a:gd name="connsiteX2" fmla="*/ 117126 w 867501"/>
                <a:gd name="connsiteY2" fmla="*/ 482482 h 1294220"/>
                <a:gd name="connsiteX3" fmla="*/ 66326 w 867501"/>
                <a:gd name="connsiteY3" fmla="*/ 171332 h 1294220"/>
                <a:gd name="connsiteX4" fmla="*/ 136176 w 867501"/>
                <a:gd name="connsiteY4" fmla="*/ 37982 h 1294220"/>
                <a:gd name="connsiteX5" fmla="*/ 358426 w 867501"/>
                <a:gd name="connsiteY5" fmla="*/ 12582 h 1294220"/>
                <a:gd name="connsiteX6" fmla="*/ 694976 w 867501"/>
                <a:gd name="connsiteY6" fmla="*/ 215782 h 1294220"/>
                <a:gd name="connsiteX7" fmla="*/ 866426 w 867501"/>
                <a:gd name="connsiteY7" fmla="*/ 647582 h 1294220"/>
                <a:gd name="connsiteX8" fmla="*/ 752126 w 867501"/>
                <a:gd name="connsiteY8" fmla="*/ 977782 h 1294220"/>
                <a:gd name="connsiteX9" fmla="*/ 453676 w 867501"/>
                <a:gd name="connsiteY9" fmla="*/ 1244482 h 1294220"/>
                <a:gd name="connsiteX10" fmla="*/ 59976 w 867501"/>
                <a:gd name="connsiteY10" fmla="*/ 1269882 h 1294220"/>
                <a:gd name="connsiteX11" fmla="*/ 2826 w 867501"/>
                <a:gd name="connsiteY11" fmla="*/ 977782 h 1294220"/>
                <a:gd name="connsiteX12" fmla="*/ 53626 w 867501"/>
                <a:gd name="connsiteY12" fmla="*/ 907932 h 1294220"/>
                <a:gd name="connsiteX0" fmla="*/ 53626 w 867633"/>
                <a:gd name="connsiteY0" fmla="*/ 907932 h 1304824"/>
                <a:gd name="connsiteX1" fmla="*/ 161576 w 867633"/>
                <a:gd name="connsiteY1" fmla="*/ 711082 h 1304824"/>
                <a:gd name="connsiteX2" fmla="*/ 117126 w 867633"/>
                <a:gd name="connsiteY2" fmla="*/ 482482 h 1304824"/>
                <a:gd name="connsiteX3" fmla="*/ 66326 w 867633"/>
                <a:gd name="connsiteY3" fmla="*/ 171332 h 1304824"/>
                <a:gd name="connsiteX4" fmla="*/ 136176 w 867633"/>
                <a:gd name="connsiteY4" fmla="*/ 37982 h 1304824"/>
                <a:gd name="connsiteX5" fmla="*/ 358426 w 867633"/>
                <a:gd name="connsiteY5" fmla="*/ 12582 h 1304824"/>
                <a:gd name="connsiteX6" fmla="*/ 694976 w 867633"/>
                <a:gd name="connsiteY6" fmla="*/ 215782 h 1304824"/>
                <a:gd name="connsiteX7" fmla="*/ 866426 w 867633"/>
                <a:gd name="connsiteY7" fmla="*/ 647582 h 1304824"/>
                <a:gd name="connsiteX8" fmla="*/ 752126 w 867633"/>
                <a:gd name="connsiteY8" fmla="*/ 977782 h 1304824"/>
                <a:gd name="connsiteX9" fmla="*/ 409226 w 867633"/>
                <a:gd name="connsiteY9" fmla="*/ 1269882 h 1304824"/>
                <a:gd name="connsiteX10" fmla="*/ 59976 w 867633"/>
                <a:gd name="connsiteY10" fmla="*/ 1269882 h 1304824"/>
                <a:gd name="connsiteX11" fmla="*/ 2826 w 867633"/>
                <a:gd name="connsiteY11" fmla="*/ 977782 h 1304824"/>
                <a:gd name="connsiteX12" fmla="*/ 53626 w 867633"/>
                <a:gd name="connsiteY12" fmla="*/ 907932 h 1304824"/>
                <a:gd name="connsiteX0" fmla="*/ 95358 w 909365"/>
                <a:gd name="connsiteY0" fmla="*/ 907932 h 1304824"/>
                <a:gd name="connsiteX1" fmla="*/ 203308 w 909365"/>
                <a:gd name="connsiteY1" fmla="*/ 711082 h 1304824"/>
                <a:gd name="connsiteX2" fmla="*/ 158858 w 909365"/>
                <a:gd name="connsiteY2" fmla="*/ 482482 h 1304824"/>
                <a:gd name="connsiteX3" fmla="*/ 108058 w 909365"/>
                <a:gd name="connsiteY3" fmla="*/ 171332 h 1304824"/>
                <a:gd name="connsiteX4" fmla="*/ 177908 w 909365"/>
                <a:gd name="connsiteY4" fmla="*/ 37982 h 1304824"/>
                <a:gd name="connsiteX5" fmla="*/ 400158 w 909365"/>
                <a:gd name="connsiteY5" fmla="*/ 12582 h 1304824"/>
                <a:gd name="connsiteX6" fmla="*/ 736708 w 909365"/>
                <a:gd name="connsiteY6" fmla="*/ 215782 h 1304824"/>
                <a:gd name="connsiteX7" fmla="*/ 908158 w 909365"/>
                <a:gd name="connsiteY7" fmla="*/ 647582 h 1304824"/>
                <a:gd name="connsiteX8" fmla="*/ 793858 w 909365"/>
                <a:gd name="connsiteY8" fmla="*/ 977782 h 1304824"/>
                <a:gd name="connsiteX9" fmla="*/ 450958 w 909365"/>
                <a:gd name="connsiteY9" fmla="*/ 1269882 h 1304824"/>
                <a:gd name="connsiteX10" fmla="*/ 101708 w 909365"/>
                <a:gd name="connsiteY10" fmla="*/ 1269882 h 1304824"/>
                <a:gd name="connsiteX11" fmla="*/ 108 w 909365"/>
                <a:gd name="connsiteY11" fmla="*/ 1073032 h 1304824"/>
                <a:gd name="connsiteX12" fmla="*/ 95358 w 909365"/>
                <a:gd name="connsiteY12" fmla="*/ 907932 h 1304824"/>
                <a:gd name="connsiteX0" fmla="*/ 95358 w 872573"/>
                <a:gd name="connsiteY0" fmla="*/ 907932 h 1304824"/>
                <a:gd name="connsiteX1" fmla="*/ 203308 w 872573"/>
                <a:gd name="connsiteY1" fmla="*/ 711082 h 1304824"/>
                <a:gd name="connsiteX2" fmla="*/ 158858 w 872573"/>
                <a:gd name="connsiteY2" fmla="*/ 482482 h 1304824"/>
                <a:gd name="connsiteX3" fmla="*/ 108058 w 872573"/>
                <a:gd name="connsiteY3" fmla="*/ 171332 h 1304824"/>
                <a:gd name="connsiteX4" fmla="*/ 177908 w 872573"/>
                <a:gd name="connsiteY4" fmla="*/ 37982 h 1304824"/>
                <a:gd name="connsiteX5" fmla="*/ 400158 w 872573"/>
                <a:gd name="connsiteY5" fmla="*/ 12582 h 1304824"/>
                <a:gd name="connsiteX6" fmla="*/ 736708 w 872573"/>
                <a:gd name="connsiteY6" fmla="*/ 215782 h 1304824"/>
                <a:gd name="connsiteX7" fmla="*/ 870058 w 872573"/>
                <a:gd name="connsiteY7" fmla="*/ 653932 h 1304824"/>
                <a:gd name="connsiteX8" fmla="*/ 793858 w 872573"/>
                <a:gd name="connsiteY8" fmla="*/ 977782 h 1304824"/>
                <a:gd name="connsiteX9" fmla="*/ 450958 w 872573"/>
                <a:gd name="connsiteY9" fmla="*/ 1269882 h 1304824"/>
                <a:gd name="connsiteX10" fmla="*/ 101708 w 872573"/>
                <a:gd name="connsiteY10" fmla="*/ 1269882 h 1304824"/>
                <a:gd name="connsiteX11" fmla="*/ 108 w 872573"/>
                <a:gd name="connsiteY11" fmla="*/ 1073032 h 1304824"/>
                <a:gd name="connsiteX12" fmla="*/ 95358 w 872573"/>
                <a:gd name="connsiteY12" fmla="*/ 907932 h 1304824"/>
                <a:gd name="connsiteX0" fmla="*/ 95358 w 875347"/>
                <a:gd name="connsiteY0" fmla="*/ 909334 h 1306226"/>
                <a:gd name="connsiteX1" fmla="*/ 203308 w 875347"/>
                <a:gd name="connsiteY1" fmla="*/ 712484 h 1306226"/>
                <a:gd name="connsiteX2" fmla="*/ 158858 w 875347"/>
                <a:gd name="connsiteY2" fmla="*/ 483884 h 1306226"/>
                <a:gd name="connsiteX3" fmla="*/ 108058 w 875347"/>
                <a:gd name="connsiteY3" fmla="*/ 172734 h 1306226"/>
                <a:gd name="connsiteX4" fmla="*/ 177908 w 875347"/>
                <a:gd name="connsiteY4" fmla="*/ 39384 h 1306226"/>
                <a:gd name="connsiteX5" fmla="*/ 400158 w 875347"/>
                <a:gd name="connsiteY5" fmla="*/ 13984 h 1306226"/>
                <a:gd name="connsiteX6" fmla="*/ 692258 w 875347"/>
                <a:gd name="connsiteY6" fmla="*/ 236234 h 1306226"/>
                <a:gd name="connsiteX7" fmla="*/ 870058 w 875347"/>
                <a:gd name="connsiteY7" fmla="*/ 655334 h 1306226"/>
                <a:gd name="connsiteX8" fmla="*/ 793858 w 875347"/>
                <a:gd name="connsiteY8" fmla="*/ 979184 h 1306226"/>
                <a:gd name="connsiteX9" fmla="*/ 450958 w 875347"/>
                <a:gd name="connsiteY9" fmla="*/ 1271284 h 1306226"/>
                <a:gd name="connsiteX10" fmla="*/ 101708 w 875347"/>
                <a:gd name="connsiteY10" fmla="*/ 1271284 h 1306226"/>
                <a:gd name="connsiteX11" fmla="*/ 108 w 875347"/>
                <a:gd name="connsiteY11" fmla="*/ 1074434 h 1306226"/>
                <a:gd name="connsiteX12" fmla="*/ 95358 w 875347"/>
                <a:gd name="connsiteY12" fmla="*/ 909334 h 1306226"/>
                <a:gd name="connsiteX0" fmla="*/ 95358 w 875347"/>
                <a:gd name="connsiteY0" fmla="*/ 878656 h 1275548"/>
                <a:gd name="connsiteX1" fmla="*/ 203308 w 875347"/>
                <a:gd name="connsiteY1" fmla="*/ 681806 h 1275548"/>
                <a:gd name="connsiteX2" fmla="*/ 158858 w 875347"/>
                <a:gd name="connsiteY2" fmla="*/ 453206 h 1275548"/>
                <a:gd name="connsiteX3" fmla="*/ 108058 w 875347"/>
                <a:gd name="connsiteY3" fmla="*/ 142056 h 1275548"/>
                <a:gd name="connsiteX4" fmla="*/ 177908 w 875347"/>
                <a:gd name="connsiteY4" fmla="*/ 8706 h 1275548"/>
                <a:gd name="connsiteX5" fmla="*/ 400158 w 875347"/>
                <a:gd name="connsiteY5" fmla="*/ 34106 h 1275548"/>
                <a:gd name="connsiteX6" fmla="*/ 692258 w 875347"/>
                <a:gd name="connsiteY6" fmla="*/ 205556 h 1275548"/>
                <a:gd name="connsiteX7" fmla="*/ 870058 w 875347"/>
                <a:gd name="connsiteY7" fmla="*/ 624656 h 1275548"/>
                <a:gd name="connsiteX8" fmla="*/ 793858 w 875347"/>
                <a:gd name="connsiteY8" fmla="*/ 948506 h 1275548"/>
                <a:gd name="connsiteX9" fmla="*/ 450958 w 875347"/>
                <a:gd name="connsiteY9" fmla="*/ 1240606 h 1275548"/>
                <a:gd name="connsiteX10" fmla="*/ 101708 w 875347"/>
                <a:gd name="connsiteY10" fmla="*/ 1240606 h 1275548"/>
                <a:gd name="connsiteX11" fmla="*/ 108 w 875347"/>
                <a:gd name="connsiteY11" fmla="*/ 1043756 h 1275548"/>
                <a:gd name="connsiteX12" fmla="*/ 95358 w 875347"/>
                <a:gd name="connsiteY12" fmla="*/ 878656 h 1275548"/>
                <a:gd name="connsiteX0" fmla="*/ 95358 w 875347"/>
                <a:gd name="connsiteY0" fmla="*/ 894948 h 1291840"/>
                <a:gd name="connsiteX1" fmla="*/ 203308 w 875347"/>
                <a:gd name="connsiteY1" fmla="*/ 698098 h 1291840"/>
                <a:gd name="connsiteX2" fmla="*/ 158858 w 875347"/>
                <a:gd name="connsiteY2" fmla="*/ 469498 h 1291840"/>
                <a:gd name="connsiteX3" fmla="*/ 108058 w 875347"/>
                <a:gd name="connsiteY3" fmla="*/ 158348 h 1291840"/>
                <a:gd name="connsiteX4" fmla="*/ 177908 w 875347"/>
                <a:gd name="connsiteY4" fmla="*/ 24998 h 1291840"/>
                <a:gd name="connsiteX5" fmla="*/ 393808 w 875347"/>
                <a:gd name="connsiteY5" fmla="*/ 18648 h 1291840"/>
                <a:gd name="connsiteX6" fmla="*/ 692258 w 875347"/>
                <a:gd name="connsiteY6" fmla="*/ 221848 h 1291840"/>
                <a:gd name="connsiteX7" fmla="*/ 870058 w 875347"/>
                <a:gd name="connsiteY7" fmla="*/ 640948 h 1291840"/>
                <a:gd name="connsiteX8" fmla="*/ 793858 w 875347"/>
                <a:gd name="connsiteY8" fmla="*/ 964798 h 1291840"/>
                <a:gd name="connsiteX9" fmla="*/ 450958 w 875347"/>
                <a:gd name="connsiteY9" fmla="*/ 1256898 h 1291840"/>
                <a:gd name="connsiteX10" fmla="*/ 101708 w 875347"/>
                <a:gd name="connsiteY10" fmla="*/ 1256898 h 1291840"/>
                <a:gd name="connsiteX11" fmla="*/ 108 w 875347"/>
                <a:gd name="connsiteY11" fmla="*/ 1060048 h 1291840"/>
                <a:gd name="connsiteX12" fmla="*/ 95358 w 875347"/>
                <a:gd name="connsiteY12" fmla="*/ 894948 h 1291840"/>
                <a:gd name="connsiteX0" fmla="*/ 95358 w 875457"/>
                <a:gd name="connsiteY0" fmla="*/ 894948 h 1291840"/>
                <a:gd name="connsiteX1" fmla="*/ 203308 w 875457"/>
                <a:gd name="connsiteY1" fmla="*/ 698098 h 1291840"/>
                <a:gd name="connsiteX2" fmla="*/ 158858 w 875457"/>
                <a:gd name="connsiteY2" fmla="*/ 469498 h 1291840"/>
                <a:gd name="connsiteX3" fmla="*/ 108058 w 875457"/>
                <a:gd name="connsiteY3" fmla="*/ 158348 h 1291840"/>
                <a:gd name="connsiteX4" fmla="*/ 177908 w 875457"/>
                <a:gd name="connsiteY4" fmla="*/ 24998 h 1291840"/>
                <a:gd name="connsiteX5" fmla="*/ 393808 w 875457"/>
                <a:gd name="connsiteY5" fmla="*/ 18648 h 1291840"/>
                <a:gd name="connsiteX6" fmla="*/ 692258 w 875457"/>
                <a:gd name="connsiteY6" fmla="*/ 221848 h 1291840"/>
                <a:gd name="connsiteX7" fmla="*/ 870058 w 875457"/>
                <a:gd name="connsiteY7" fmla="*/ 640948 h 1291840"/>
                <a:gd name="connsiteX8" fmla="*/ 793858 w 875457"/>
                <a:gd name="connsiteY8" fmla="*/ 964798 h 1291840"/>
                <a:gd name="connsiteX9" fmla="*/ 444608 w 875457"/>
                <a:gd name="connsiteY9" fmla="*/ 1256898 h 1291840"/>
                <a:gd name="connsiteX10" fmla="*/ 101708 w 875457"/>
                <a:gd name="connsiteY10" fmla="*/ 1256898 h 1291840"/>
                <a:gd name="connsiteX11" fmla="*/ 108 w 875457"/>
                <a:gd name="connsiteY11" fmla="*/ 1060048 h 1291840"/>
                <a:gd name="connsiteX12" fmla="*/ 95358 w 875457"/>
                <a:gd name="connsiteY12" fmla="*/ 894948 h 1291840"/>
                <a:gd name="connsiteX0" fmla="*/ 95358 w 875457"/>
                <a:gd name="connsiteY0" fmla="*/ 894948 h 1292656"/>
                <a:gd name="connsiteX1" fmla="*/ 203308 w 875457"/>
                <a:gd name="connsiteY1" fmla="*/ 698098 h 1292656"/>
                <a:gd name="connsiteX2" fmla="*/ 158858 w 875457"/>
                <a:gd name="connsiteY2" fmla="*/ 469498 h 1292656"/>
                <a:gd name="connsiteX3" fmla="*/ 108058 w 875457"/>
                <a:gd name="connsiteY3" fmla="*/ 158348 h 1292656"/>
                <a:gd name="connsiteX4" fmla="*/ 177908 w 875457"/>
                <a:gd name="connsiteY4" fmla="*/ 24998 h 1292656"/>
                <a:gd name="connsiteX5" fmla="*/ 393808 w 875457"/>
                <a:gd name="connsiteY5" fmla="*/ 18648 h 1292656"/>
                <a:gd name="connsiteX6" fmla="*/ 692258 w 875457"/>
                <a:gd name="connsiteY6" fmla="*/ 221848 h 1292656"/>
                <a:gd name="connsiteX7" fmla="*/ 870058 w 875457"/>
                <a:gd name="connsiteY7" fmla="*/ 640948 h 1292656"/>
                <a:gd name="connsiteX8" fmla="*/ 793858 w 875457"/>
                <a:gd name="connsiteY8" fmla="*/ 952098 h 1292656"/>
                <a:gd name="connsiteX9" fmla="*/ 444608 w 875457"/>
                <a:gd name="connsiteY9" fmla="*/ 1256898 h 1292656"/>
                <a:gd name="connsiteX10" fmla="*/ 101708 w 875457"/>
                <a:gd name="connsiteY10" fmla="*/ 1256898 h 1292656"/>
                <a:gd name="connsiteX11" fmla="*/ 108 w 875457"/>
                <a:gd name="connsiteY11" fmla="*/ 1060048 h 1292656"/>
                <a:gd name="connsiteX12" fmla="*/ 95358 w 875457"/>
                <a:gd name="connsiteY12" fmla="*/ 894948 h 129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457" h="1292656">
                  <a:moveTo>
                    <a:pt x="95358" y="894948"/>
                  </a:moveTo>
                  <a:cubicBezTo>
                    <a:pt x="129225" y="834623"/>
                    <a:pt x="192725" y="769006"/>
                    <a:pt x="203308" y="698098"/>
                  </a:cubicBezTo>
                  <a:cubicBezTo>
                    <a:pt x="213891" y="627190"/>
                    <a:pt x="174733" y="559456"/>
                    <a:pt x="158858" y="469498"/>
                  </a:cubicBezTo>
                  <a:cubicBezTo>
                    <a:pt x="142983" y="379540"/>
                    <a:pt x="104883" y="232431"/>
                    <a:pt x="108058" y="158348"/>
                  </a:cubicBezTo>
                  <a:cubicBezTo>
                    <a:pt x="111233" y="84265"/>
                    <a:pt x="130283" y="48281"/>
                    <a:pt x="177908" y="24998"/>
                  </a:cubicBezTo>
                  <a:cubicBezTo>
                    <a:pt x="225533" y="1715"/>
                    <a:pt x="308083" y="-14160"/>
                    <a:pt x="393808" y="18648"/>
                  </a:cubicBezTo>
                  <a:cubicBezTo>
                    <a:pt x="479533" y="51456"/>
                    <a:pt x="612883" y="118131"/>
                    <a:pt x="692258" y="221848"/>
                  </a:cubicBezTo>
                  <a:cubicBezTo>
                    <a:pt x="771633" y="325565"/>
                    <a:pt x="853125" y="519240"/>
                    <a:pt x="870058" y="640948"/>
                  </a:cubicBezTo>
                  <a:cubicBezTo>
                    <a:pt x="886991" y="762656"/>
                    <a:pt x="864766" y="849440"/>
                    <a:pt x="793858" y="952098"/>
                  </a:cubicBezTo>
                  <a:cubicBezTo>
                    <a:pt x="722950" y="1054756"/>
                    <a:pt x="559966" y="1206098"/>
                    <a:pt x="444608" y="1256898"/>
                  </a:cubicBezTo>
                  <a:cubicBezTo>
                    <a:pt x="329250" y="1307698"/>
                    <a:pt x="176850" y="1301348"/>
                    <a:pt x="101708" y="1256898"/>
                  </a:cubicBezTo>
                  <a:cubicBezTo>
                    <a:pt x="26566" y="1212448"/>
                    <a:pt x="-2009" y="1119315"/>
                    <a:pt x="108" y="1060048"/>
                  </a:cubicBezTo>
                  <a:cubicBezTo>
                    <a:pt x="2225" y="1000781"/>
                    <a:pt x="61491" y="955273"/>
                    <a:pt x="95358" y="894948"/>
                  </a:cubicBezTo>
                  <a:close/>
                </a:path>
              </a:pathLst>
            </a:custGeom>
            <a:solidFill>
              <a:srgbClr val="F94B1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A4B3BA-D954-4BA3-A909-BCED9AC9532F}"/>
                </a:ext>
              </a:extLst>
            </p:cNvPr>
            <p:cNvSpPr/>
            <p:nvPr/>
          </p:nvSpPr>
          <p:spPr>
            <a:xfrm>
              <a:off x="4925074" y="2465814"/>
              <a:ext cx="1445538" cy="1392960"/>
            </a:xfrm>
            <a:custGeom>
              <a:avLst/>
              <a:gdLst>
                <a:gd name="connsiteX0" fmla="*/ 0 w 1099029"/>
                <a:gd name="connsiteY0" fmla="*/ 0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0 h 1056075"/>
                <a:gd name="connsiteX0" fmla="*/ 0 w 1099029"/>
                <a:gd name="connsiteY0" fmla="*/ 134754 h 1056075"/>
                <a:gd name="connsiteX1" fmla="*/ 1099029 w 1099029"/>
                <a:gd name="connsiteY1" fmla="*/ 0 h 1056075"/>
                <a:gd name="connsiteX2" fmla="*/ 1099029 w 1099029"/>
                <a:gd name="connsiteY2" fmla="*/ 1056075 h 1056075"/>
                <a:gd name="connsiteX3" fmla="*/ 0 w 1099029"/>
                <a:gd name="connsiteY3" fmla="*/ 1056075 h 1056075"/>
                <a:gd name="connsiteX4" fmla="*/ 0 w 1099029"/>
                <a:gd name="connsiteY4" fmla="*/ 134754 h 1056075"/>
                <a:gd name="connsiteX0" fmla="*/ 0 w 1204907"/>
                <a:gd name="connsiteY0" fmla="*/ 134754 h 1056075"/>
                <a:gd name="connsiteX1" fmla="*/ 1099029 w 1204907"/>
                <a:gd name="connsiteY1" fmla="*/ 0 h 1056075"/>
                <a:gd name="connsiteX2" fmla="*/ 1204907 w 1204907"/>
                <a:gd name="connsiteY2" fmla="*/ 873195 h 1056075"/>
                <a:gd name="connsiteX3" fmla="*/ 0 w 1204907"/>
                <a:gd name="connsiteY3" fmla="*/ 1056075 h 1056075"/>
                <a:gd name="connsiteX4" fmla="*/ 0 w 1204907"/>
                <a:gd name="connsiteY4" fmla="*/ 134754 h 1056075"/>
                <a:gd name="connsiteX0" fmla="*/ 0 w 1118279"/>
                <a:gd name="connsiteY0" fmla="*/ 134754 h 1056075"/>
                <a:gd name="connsiteX1" fmla="*/ 1099029 w 1118279"/>
                <a:gd name="connsiteY1" fmla="*/ 0 h 1056075"/>
                <a:gd name="connsiteX2" fmla="*/ 1118279 w 1118279"/>
                <a:gd name="connsiteY2" fmla="*/ 950197 h 1056075"/>
                <a:gd name="connsiteX3" fmla="*/ 0 w 1118279"/>
                <a:gd name="connsiteY3" fmla="*/ 1056075 h 1056075"/>
                <a:gd name="connsiteX4" fmla="*/ 0 w 1118279"/>
                <a:gd name="connsiteY4" fmla="*/ 134754 h 1056075"/>
                <a:gd name="connsiteX0" fmla="*/ 0 w 1118279"/>
                <a:gd name="connsiteY0" fmla="*/ 500514 h 1421835"/>
                <a:gd name="connsiteX1" fmla="*/ 906524 w 1118279"/>
                <a:gd name="connsiteY1" fmla="*/ 0 h 1421835"/>
                <a:gd name="connsiteX2" fmla="*/ 1118279 w 1118279"/>
                <a:gd name="connsiteY2" fmla="*/ 1315957 h 1421835"/>
                <a:gd name="connsiteX3" fmla="*/ 0 w 1118279"/>
                <a:gd name="connsiteY3" fmla="*/ 1421835 h 1421835"/>
                <a:gd name="connsiteX4" fmla="*/ 0 w 1118279"/>
                <a:gd name="connsiteY4" fmla="*/ 500514 h 1421835"/>
                <a:gd name="connsiteX0" fmla="*/ 0 w 1166406"/>
                <a:gd name="connsiteY0" fmla="*/ 500514 h 1421835"/>
                <a:gd name="connsiteX1" fmla="*/ 906524 w 1166406"/>
                <a:gd name="connsiteY1" fmla="*/ 0 h 1421835"/>
                <a:gd name="connsiteX2" fmla="*/ 1166406 w 1166406"/>
                <a:gd name="connsiteY2" fmla="*/ 825068 h 1421835"/>
                <a:gd name="connsiteX3" fmla="*/ 0 w 1166406"/>
                <a:gd name="connsiteY3" fmla="*/ 1421835 h 1421835"/>
                <a:gd name="connsiteX4" fmla="*/ 0 w 1166406"/>
                <a:gd name="connsiteY4" fmla="*/ 500514 h 1421835"/>
                <a:gd name="connsiteX0" fmla="*/ 0 w 1166406"/>
                <a:gd name="connsiteY0" fmla="*/ 500514 h 1296707"/>
                <a:gd name="connsiteX1" fmla="*/ 906524 w 1166406"/>
                <a:gd name="connsiteY1" fmla="*/ 0 h 1296707"/>
                <a:gd name="connsiteX2" fmla="*/ 1166406 w 1166406"/>
                <a:gd name="connsiteY2" fmla="*/ 825068 h 1296707"/>
                <a:gd name="connsiteX3" fmla="*/ 202130 w 1166406"/>
                <a:gd name="connsiteY3" fmla="*/ 1296707 h 1296707"/>
                <a:gd name="connsiteX4" fmla="*/ 0 w 1166406"/>
                <a:gd name="connsiteY4" fmla="*/ 500514 h 1296707"/>
                <a:gd name="connsiteX0" fmla="*/ 0 w 1339660"/>
                <a:gd name="connsiteY0" fmla="*/ 635268 h 1296707"/>
                <a:gd name="connsiteX1" fmla="*/ 1079778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39660"/>
                <a:gd name="connsiteY0" fmla="*/ 635268 h 1296707"/>
                <a:gd name="connsiteX1" fmla="*/ 973900 w 1339660"/>
                <a:gd name="connsiteY1" fmla="*/ 0 h 1296707"/>
                <a:gd name="connsiteX2" fmla="*/ 1339660 w 1339660"/>
                <a:gd name="connsiteY2" fmla="*/ 825068 h 1296707"/>
                <a:gd name="connsiteX3" fmla="*/ 375384 w 1339660"/>
                <a:gd name="connsiteY3" fmla="*/ 1296707 h 1296707"/>
                <a:gd name="connsiteX4" fmla="*/ 0 w 1339660"/>
                <a:gd name="connsiteY4" fmla="*/ 635268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825068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296707"/>
                <a:gd name="connsiteX1" fmla="*/ 954649 w 1320409"/>
                <a:gd name="connsiteY1" fmla="*/ 0 h 1296707"/>
                <a:gd name="connsiteX2" fmla="*/ 1320409 w 1320409"/>
                <a:gd name="connsiteY2" fmla="*/ 796193 h 1296707"/>
                <a:gd name="connsiteX3" fmla="*/ 356133 w 1320409"/>
                <a:gd name="connsiteY3" fmla="*/ 1296707 h 1296707"/>
                <a:gd name="connsiteX4" fmla="*/ 0 w 1320409"/>
                <a:gd name="connsiteY4" fmla="*/ 462013 h 1296707"/>
                <a:gd name="connsiteX0" fmla="*/ 0 w 1320409"/>
                <a:gd name="connsiteY0" fmla="*/ 462013 h 1373710"/>
                <a:gd name="connsiteX1" fmla="*/ 954649 w 1320409"/>
                <a:gd name="connsiteY1" fmla="*/ 0 h 1373710"/>
                <a:gd name="connsiteX2" fmla="*/ 1320409 w 1320409"/>
                <a:gd name="connsiteY2" fmla="*/ 796193 h 1373710"/>
                <a:gd name="connsiteX3" fmla="*/ 394634 w 1320409"/>
                <a:gd name="connsiteY3" fmla="*/ 1373710 h 1373710"/>
                <a:gd name="connsiteX4" fmla="*/ 0 w 1320409"/>
                <a:gd name="connsiteY4" fmla="*/ 462013 h 1373710"/>
                <a:gd name="connsiteX0" fmla="*/ 0 w 1416662"/>
                <a:gd name="connsiteY0" fmla="*/ 587142 h 1373710"/>
                <a:gd name="connsiteX1" fmla="*/ 1050902 w 1416662"/>
                <a:gd name="connsiteY1" fmla="*/ 0 h 1373710"/>
                <a:gd name="connsiteX2" fmla="*/ 1416662 w 1416662"/>
                <a:gd name="connsiteY2" fmla="*/ 796193 h 1373710"/>
                <a:gd name="connsiteX3" fmla="*/ 490887 w 1416662"/>
                <a:gd name="connsiteY3" fmla="*/ 1373710 h 1373710"/>
                <a:gd name="connsiteX4" fmla="*/ 0 w 1416662"/>
                <a:gd name="connsiteY4" fmla="*/ 587142 h 1373710"/>
                <a:gd name="connsiteX0" fmla="*/ 0 w 1416662"/>
                <a:gd name="connsiteY0" fmla="*/ 577516 h 1364084"/>
                <a:gd name="connsiteX1" fmla="*/ 896898 w 1416662"/>
                <a:gd name="connsiteY1" fmla="*/ 0 h 1364084"/>
                <a:gd name="connsiteX2" fmla="*/ 1416662 w 1416662"/>
                <a:gd name="connsiteY2" fmla="*/ 786567 h 1364084"/>
                <a:gd name="connsiteX3" fmla="*/ 490887 w 1416662"/>
                <a:gd name="connsiteY3" fmla="*/ 1364084 h 1364084"/>
                <a:gd name="connsiteX4" fmla="*/ 0 w 1416662"/>
                <a:gd name="connsiteY4" fmla="*/ 577516 h 1364084"/>
                <a:gd name="connsiteX0" fmla="*/ 0 w 1445538"/>
                <a:gd name="connsiteY0" fmla="*/ 577516 h 1364084"/>
                <a:gd name="connsiteX1" fmla="*/ 896898 w 1445538"/>
                <a:gd name="connsiteY1" fmla="*/ 0 h 1364084"/>
                <a:gd name="connsiteX2" fmla="*/ 1445538 w 1445538"/>
                <a:gd name="connsiteY2" fmla="*/ 728816 h 1364084"/>
                <a:gd name="connsiteX3" fmla="*/ 490887 w 1445538"/>
                <a:gd name="connsiteY3" fmla="*/ 1364084 h 1364084"/>
                <a:gd name="connsiteX4" fmla="*/ 0 w 1445538"/>
                <a:gd name="connsiteY4" fmla="*/ 577516 h 1364084"/>
                <a:gd name="connsiteX0" fmla="*/ 0 w 1445538"/>
                <a:gd name="connsiteY0" fmla="*/ 606392 h 1392960"/>
                <a:gd name="connsiteX1" fmla="*/ 954650 w 1445538"/>
                <a:gd name="connsiteY1" fmla="*/ 0 h 1392960"/>
                <a:gd name="connsiteX2" fmla="*/ 1445538 w 1445538"/>
                <a:gd name="connsiteY2" fmla="*/ 757692 h 1392960"/>
                <a:gd name="connsiteX3" fmla="*/ 490887 w 1445538"/>
                <a:gd name="connsiteY3" fmla="*/ 1392960 h 1392960"/>
                <a:gd name="connsiteX4" fmla="*/ 0 w 1445538"/>
                <a:gd name="connsiteY4" fmla="*/ 606392 h 139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5538" h="1392960">
                  <a:moveTo>
                    <a:pt x="0" y="606392"/>
                  </a:moveTo>
                  <a:lnTo>
                    <a:pt x="954650" y="0"/>
                  </a:lnTo>
                  <a:lnTo>
                    <a:pt x="1445538" y="757692"/>
                  </a:lnTo>
                  <a:lnTo>
                    <a:pt x="490887" y="1392960"/>
                  </a:lnTo>
                  <a:lnTo>
                    <a:pt x="0" y="606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Splanchnic circulation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5C0FFD-1DC9-4551-B623-350F61C32137}"/>
              </a:ext>
            </a:extLst>
          </p:cNvPr>
          <p:cNvSpPr txBox="1"/>
          <p:nvPr/>
        </p:nvSpPr>
        <p:spPr>
          <a:xfrm>
            <a:off x="3111799" y="2297249"/>
            <a:ext cx="77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C5E66-B7CF-437E-8B3C-B74B9D5E23E5}"/>
              </a:ext>
            </a:extLst>
          </p:cNvPr>
          <p:cNvSpPr txBox="1"/>
          <p:nvPr/>
        </p:nvSpPr>
        <p:spPr>
          <a:xfrm>
            <a:off x="6410214" y="2044270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Kidney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66DD3-CB31-4578-9248-413F33780F9C}"/>
              </a:ext>
            </a:extLst>
          </p:cNvPr>
          <p:cNvSpPr txBox="1"/>
          <p:nvPr/>
        </p:nvSpPr>
        <p:spPr>
          <a:xfrm>
            <a:off x="2911741" y="3339982"/>
            <a:ext cx="10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Portal vein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E9BBC-07AA-4ED7-A13E-B8E2899A6D01}"/>
              </a:ext>
            </a:extLst>
          </p:cNvPr>
          <p:cNvSpPr txBox="1"/>
          <p:nvPr/>
        </p:nvSpPr>
        <p:spPr>
          <a:xfrm>
            <a:off x="2798233" y="1632454"/>
            <a:ext cx="575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IVC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4DD716-E285-4A95-BE1E-3A7A60D222EF}"/>
              </a:ext>
            </a:extLst>
          </p:cNvPr>
          <p:cNvSpPr txBox="1"/>
          <p:nvPr/>
        </p:nvSpPr>
        <p:spPr>
          <a:xfrm>
            <a:off x="4941870" y="1632454"/>
            <a:ext cx="88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F3A52E-778E-474A-A7C7-6B0D0296FF42}"/>
              </a:ext>
            </a:extLst>
          </p:cNvPr>
          <p:cNvSpPr txBox="1"/>
          <p:nvPr/>
        </p:nvSpPr>
        <p:spPr>
          <a:xfrm>
            <a:off x="2124446" y="3845673"/>
            <a:ext cx="110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↑ NO</a:t>
            </a:r>
          </a:p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Cytokines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840A93-A283-4887-BAA6-75864923791E}"/>
              </a:ext>
            </a:extLst>
          </p:cNvPr>
          <p:cNvSpPr txBox="1"/>
          <p:nvPr/>
        </p:nvSpPr>
        <p:spPr>
          <a:xfrm>
            <a:off x="4736267" y="3525890"/>
            <a:ext cx="156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Splanchnic vasodilation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C38A8-21F3-4990-8E5D-5BEB21893F47}"/>
              </a:ext>
            </a:extLst>
          </p:cNvPr>
          <p:cNvSpPr txBox="1"/>
          <p:nvPr/>
        </p:nvSpPr>
        <p:spPr>
          <a:xfrm>
            <a:off x="4339275" y="1014294"/>
            <a:ext cx="1136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↓ CO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F41C2F-48FE-4BEE-9A43-6BC447347506}"/>
              </a:ext>
            </a:extLst>
          </p:cNvPr>
          <p:cNvCxnSpPr>
            <a:cxnSpLocks/>
            <a:stCxn id="28" idx="3"/>
            <a:endCxn id="54" idx="1"/>
          </p:cNvCxnSpPr>
          <p:nvPr/>
        </p:nvCxnSpPr>
        <p:spPr>
          <a:xfrm flipV="1">
            <a:off x="3232486" y="4125582"/>
            <a:ext cx="305228" cy="12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393B6C-67BB-474C-88F0-C095FCC1AE09}"/>
              </a:ext>
            </a:extLst>
          </p:cNvPr>
          <p:cNvSpPr txBox="1"/>
          <p:nvPr/>
        </p:nvSpPr>
        <p:spPr>
          <a:xfrm>
            <a:off x="3537714" y="3833194"/>
            <a:ext cx="1093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vascular tone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01E0D4-2CAA-4B2B-AD15-387FD457B7B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4630894" y="4033606"/>
            <a:ext cx="305228" cy="9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A182FC5-93DA-4E37-A8A2-8B92954E1E3F}"/>
              </a:ext>
            </a:extLst>
          </p:cNvPr>
          <p:cNvSpPr/>
          <p:nvPr/>
        </p:nvSpPr>
        <p:spPr>
          <a:xfrm>
            <a:off x="2038101" y="2743200"/>
            <a:ext cx="729813" cy="1309816"/>
          </a:xfrm>
          <a:custGeom>
            <a:avLst/>
            <a:gdLst>
              <a:gd name="connsiteX0" fmla="*/ 729813 w 729813"/>
              <a:gd name="connsiteY0" fmla="*/ 0 h 1309816"/>
              <a:gd name="connsiteX1" fmla="*/ 161402 w 729813"/>
              <a:gd name="connsiteY1" fmla="*/ 444843 h 1309816"/>
              <a:gd name="connsiteX2" fmla="*/ 764 w 729813"/>
              <a:gd name="connsiteY2" fmla="*/ 988541 h 1309816"/>
              <a:gd name="connsiteX3" fmla="*/ 111975 w 729813"/>
              <a:gd name="connsiteY3" fmla="*/ 1309816 h 130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813" h="1309816">
                <a:moveTo>
                  <a:pt x="729813" y="0"/>
                </a:moveTo>
                <a:cubicBezTo>
                  <a:pt x="506361" y="140043"/>
                  <a:pt x="282910" y="280086"/>
                  <a:pt x="161402" y="444843"/>
                </a:cubicBezTo>
                <a:cubicBezTo>
                  <a:pt x="39894" y="609600"/>
                  <a:pt x="9002" y="844379"/>
                  <a:pt x="764" y="988541"/>
                </a:cubicBezTo>
                <a:cubicBezTo>
                  <a:pt x="-7474" y="1132703"/>
                  <a:pt x="52250" y="1221259"/>
                  <a:pt x="111975" y="1309816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F5C437-EC96-4771-9BA1-F7161D25A12F}"/>
              </a:ext>
            </a:extLst>
          </p:cNvPr>
          <p:cNvSpPr txBox="1"/>
          <p:nvPr/>
        </p:nvSpPr>
        <p:spPr>
          <a:xfrm>
            <a:off x="5171540" y="4241768"/>
            <a:ext cx="136621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Hypotension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C30187-BFC2-40F1-B01B-2433BAE3DC9C}"/>
              </a:ext>
            </a:extLst>
          </p:cNvPr>
          <p:cNvSpPr txBox="1"/>
          <p:nvPr/>
        </p:nvSpPr>
        <p:spPr>
          <a:xfrm>
            <a:off x="1507524" y="3647759"/>
            <a:ext cx="271849" cy="3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1E2EE83-E475-4A06-A342-EABBB737633F}"/>
              </a:ext>
            </a:extLst>
          </p:cNvPr>
          <p:cNvSpPr txBox="1"/>
          <p:nvPr/>
        </p:nvSpPr>
        <p:spPr>
          <a:xfrm>
            <a:off x="1421253" y="2089060"/>
            <a:ext cx="116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↓↓ liver function/ metabolism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74AB1AC-31B3-492E-AECC-CE554FBD3FA6}"/>
              </a:ext>
            </a:extLst>
          </p:cNvPr>
          <p:cNvCxnSpPr>
            <a:cxnSpLocks/>
            <a:stCxn id="54" idx="3"/>
            <a:endCxn id="95" idx="1"/>
          </p:cNvCxnSpPr>
          <p:nvPr/>
        </p:nvCxnSpPr>
        <p:spPr>
          <a:xfrm>
            <a:off x="4630894" y="4125582"/>
            <a:ext cx="540646" cy="285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5724E49-D09F-4142-946C-B0B6FE727BD6}"/>
              </a:ext>
            </a:extLst>
          </p:cNvPr>
          <p:cNvCxnSpPr>
            <a:cxnSpLocks/>
          </p:cNvCxnSpPr>
          <p:nvPr/>
        </p:nvCxnSpPr>
        <p:spPr>
          <a:xfrm flipV="1">
            <a:off x="5705958" y="3306401"/>
            <a:ext cx="297378" cy="22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D6B76B-E0C3-4B0C-A39D-5C8956E9DAD9}"/>
              </a:ext>
            </a:extLst>
          </p:cNvPr>
          <p:cNvSpPr txBox="1"/>
          <p:nvPr/>
        </p:nvSpPr>
        <p:spPr>
          <a:xfrm>
            <a:off x="5682554" y="2933061"/>
            <a:ext cx="92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↓ EAV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902B817-C0FB-4B47-9898-C714FD65CEAD}"/>
              </a:ext>
            </a:extLst>
          </p:cNvPr>
          <p:cNvSpPr txBox="1"/>
          <p:nvPr/>
        </p:nvSpPr>
        <p:spPr>
          <a:xfrm>
            <a:off x="7566359" y="2539180"/>
            <a:ext cx="641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RAAS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E204C97-EE87-4D9D-BA23-3CD584D58A24}"/>
              </a:ext>
            </a:extLst>
          </p:cNvPr>
          <p:cNvCxnSpPr>
            <a:cxnSpLocks/>
            <a:stCxn id="119" idx="3"/>
            <a:endCxn id="123" idx="1"/>
          </p:cNvCxnSpPr>
          <p:nvPr/>
        </p:nvCxnSpPr>
        <p:spPr>
          <a:xfrm flipV="1">
            <a:off x="6604477" y="2708457"/>
            <a:ext cx="961882" cy="393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E632D61-39C8-4FF7-B0A9-AD3F284ABBB0}"/>
              </a:ext>
            </a:extLst>
          </p:cNvPr>
          <p:cNvSpPr txBox="1"/>
          <p:nvPr/>
        </p:nvSpPr>
        <p:spPr>
          <a:xfrm>
            <a:off x="7542968" y="2935286"/>
            <a:ext cx="561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ADH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51781C5-2363-49B5-95F5-D53BCD91A700}"/>
              </a:ext>
            </a:extLst>
          </p:cNvPr>
          <p:cNvCxnSpPr>
            <a:cxnSpLocks/>
            <a:stCxn id="130" idx="3"/>
            <a:endCxn id="192" idx="1"/>
          </p:cNvCxnSpPr>
          <p:nvPr/>
        </p:nvCxnSpPr>
        <p:spPr>
          <a:xfrm>
            <a:off x="8104807" y="3104563"/>
            <a:ext cx="6075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4A2E0C1-D6DE-4B9B-AB89-EE24D5B569AC}"/>
              </a:ext>
            </a:extLst>
          </p:cNvPr>
          <p:cNvSpPr txBox="1"/>
          <p:nvPr/>
        </p:nvSpPr>
        <p:spPr>
          <a:xfrm>
            <a:off x="9877816" y="2933061"/>
            <a:ext cx="70996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↓ Na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1650695-AC76-45D7-818E-255425DBD11B}"/>
              </a:ext>
            </a:extLst>
          </p:cNvPr>
          <p:cNvSpPr txBox="1"/>
          <p:nvPr/>
        </p:nvSpPr>
        <p:spPr>
          <a:xfrm>
            <a:off x="7230473" y="3306401"/>
            <a:ext cx="1429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↑ sympathetic tone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477A87-A7B2-4274-8FDC-3519588A45D1}"/>
              </a:ext>
            </a:extLst>
          </p:cNvPr>
          <p:cNvSpPr txBox="1"/>
          <p:nvPr/>
        </p:nvSpPr>
        <p:spPr>
          <a:xfrm>
            <a:off x="8530658" y="2272619"/>
            <a:ext cx="1347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Aldosterone</a:t>
            </a:r>
          </a:p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Angiotensin II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1D50A68-9010-4C53-A22B-B2ED0C5C4081}"/>
              </a:ext>
            </a:extLst>
          </p:cNvPr>
          <p:cNvSpPr txBox="1"/>
          <p:nvPr/>
        </p:nvSpPr>
        <p:spPr>
          <a:xfrm>
            <a:off x="408528" y="685144"/>
            <a:ext cx="189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DE</a:t>
            </a:r>
            <a:r>
              <a:rPr lang="en-US" dirty="0"/>
              <a:t>Compensated cirrhosis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C608230-6737-4AF3-A6EA-1DA6A38634E4}"/>
              </a:ext>
            </a:extLst>
          </p:cNvPr>
          <p:cNvCxnSpPr>
            <a:cxnSpLocks/>
            <a:stCxn id="119" idx="3"/>
            <a:endCxn id="130" idx="1"/>
          </p:cNvCxnSpPr>
          <p:nvPr/>
        </p:nvCxnSpPr>
        <p:spPr>
          <a:xfrm>
            <a:off x="6604477" y="3102338"/>
            <a:ext cx="938491" cy="2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CBFF88C-9EDD-42C0-AF55-29B9D9063555}"/>
              </a:ext>
            </a:extLst>
          </p:cNvPr>
          <p:cNvCxnSpPr>
            <a:cxnSpLocks/>
            <a:stCxn id="119" idx="3"/>
            <a:endCxn id="139" idx="1"/>
          </p:cNvCxnSpPr>
          <p:nvPr/>
        </p:nvCxnSpPr>
        <p:spPr>
          <a:xfrm>
            <a:off x="6604477" y="3102338"/>
            <a:ext cx="625996" cy="496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941A2ED9-93A8-4E95-950A-796A20DDD281}"/>
              </a:ext>
            </a:extLst>
          </p:cNvPr>
          <p:cNvCxnSpPr>
            <a:cxnSpLocks/>
            <a:stCxn id="123" idx="3"/>
            <a:endCxn id="151" idx="1"/>
          </p:cNvCxnSpPr>
          <p:nvPr/>
        </p:nvCxnSpPr>
        <p:spPr>
          <a:xfrm flipV="1">
            <a:off x="8208184" y="2565007"/>
            <a:ext cx="322474" cy="14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1FAA9C5E-86B8-4023-ABDD-B6FA8B8E0D23}"/>
              </a:ext>
            </a:extLst>
          </p:cNvPr>
          <p:cNvSpPr txBox="1"/>
          <p:nvPr/>
        </p:nvSpPr>
        <p:spPr>
          <a:xfrm>
            <a:off x="8712376" y="2935286"/>
            <a:ext cx="77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↑ H</a:t>
            </a:r>
            <a:r>
              <a:rPr lang="en-US" sz="1600" baseline="-25000" dirty="0">
                <a:solidFill>
                  <a:schemeClr val="bg2">
                    <a:lumMod val="75000"/>
                  </a:schemeClr>
                </a:solidFill>
              </a:rPr>
              <a:t>2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O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63E3ABF-106A-4C0E-B02B-F410326A2455}"/>
              </a:ext>
            </a:extLst>
          </p:cNvPr>
          <p:cNvCxnSpPr>
            <a:cxnSpLocks/>
            <a:stCxn id="192" idx="3"/>
            <a:endCxn id="135" idx="1"/>
          </p:cNvCxnSpPr>
          <p:nvPr/>
        </p:nvCxnSpPr>
        <p:spPr>
          <a:xfrm flipV="1">
            <a:off x="9488600" y="3102338"/>
            <a:ext cx="389216" cy="2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2B81D2F0-C95E-4A9F-BC76-331EB4294538}"/>
              </a:ext>
            </a:extLst>
          </p:cNvPr>
          <p:cNvCxnSpPr>
            <a:cxnSpLocks/>
            <a:stCxn id="139" idx="3"/>
            <a:endCxn id="235" idx="1"/>
          </p:cNvCxnSpPr>
          <p:nvPr/>
        </p:nvCxnSpPr>
        <p:spPr>
          <a:xfrm flipV="1">
            <a:off x="8659983" y="3598730"/>
            <a:ext cx="335735" cy="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850B7DBE-C6D1-4211-8123-77BBFCBDCA10}"/>
              </a:ext>
            </a:extLst>
          </p:cNvPr>
          <p:cNvSpPr txBox="1"/>
          <p:nvPr/>
        </p:nvSpPr>
        <p:spPr>
          <a:xfrm>
            <a:off x="8995718" y="3306342"/>
            <a:ext cx="11738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Renal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</a:rPr>
              <a:t>vaso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-constriction </a:t>
            </a: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E70FA65-C922-4685-B8F7-B7CD680968D3}"/>
              </a:ext>
            </a:extLst>
          </p:cNvPr>
          <p:cNvCxnSpPr>
            <a:cxnSpLocks/>
            <a:stCxn id="235" idx="3"/>
            <a:endCxn id="252" idx="1"/>
          </p:cNvCxnSpPr>
          <p:nvPr/>
        </p:nvCxnSpPr>
        <p:spPr>
          <a:xfrm>
            <a:off x="10169611" y="3598730"/>
            <a:ext cx="418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C5825C64-16F4-44BC-BAD8-BB950986D47F}"/>
              </a:ext>
            </a:extLst>
          </p:cNvPr>
          <p:cNvSpPr txBox="1"/>
          <p:nvPr/>
        </p:nvSpPr>
        <p:spPr>
          <a:xfrm>
            <a:off x="10587779" y="3429453"/>
            <a:ext cx="1347077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Pre-renal AKI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3AC85-452D-456A-A539-E2879D443D0B}"/>
              </a:ext>
            </a:extLst>
          </p:cNvPr>
          <p:cNvSpPr txBox="1"/>
          <p:nvPr/>
        </p:nvSpPr>
        <p:spPr>
          <a:xfrm>
            <a:off x="1381375" y="4774177"/>
            <a:ext cx="173042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9348DC-01C0-4B92-9E43-60FFD809F683}"/>
              </a:ext>
            </a:extLst>
          </p:cNvPr>
          <p:cNvSpPr txBox="1"/>
          <p:nvPr/>
        </p:nvSpPr>
        <p:spPr>
          <a:xfrm>
            <a:off x="6208402" y="5004224"/>
            <a:ext cx="2158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Cr &gt; 2.5 or </a:t>
            </a:r>
          </a:p>
          <a:p>
            <a:pPr algn="ctr"/>
            <a:r>
              <a:rPr lang="en-US" sz="1600" dirty="0"/>
              <a:t>↓ GFR &lt; 20 mL/</a:t>
            </a:r>
            <a:r>
              <a:rPr lang="en-US" sz="1600" dirty="0" err="1"/>
              <a:t>hr</a:t>
            </a:r>
            <a:endParaRPr lang="en-US" sz="1600" dirty="0"/>
          </a:p>
        </p:txBody>
      </p:sp>
      <p:sp>
        <p:nvSpPr>
          <p:cNvPr id="74" name="Rectangle: Rounded Corners 7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382FDCC-AA89-4E50-8F3D-B322E51DF35C}"/>
              </a:ext>
            </a:extLst>
          </p:cNvPr>
          <p:cNvSpPr/>
          <p:nvPr/>
        </p:nvSpPr>
        <p:spPr>
          <a:xfrm>
            <a:off x="10770314" y="148525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Differential </a:t>
            </a:r>
          </a:p>
        </p:txBody>
      </p:sp>
      <p:sp>
        <p:nvSpPr>
          <p:cNvPr id="75" name="Rectangle: Rounded Corners 74">
            <a:hlinkClick r:id="rId3" action="ppaction://hlinksldjump"/>
            <a:extLst>
              <a:ext uri="{FF2B5EF4-FFF2-40B4-BE49-F238E27FC236}">
                <a16:creationId xmlns:a16="http://schemas.microsoft.com/office/drawing/2014/main" id="{5F334268-4717-4F06-95DB-EC70C8563EC2}"/>
              </a:ext>
            </a:extLst>
          </p:cNvPr>
          <p:cNvSpPr/>
          <p:nvPr/>
        </p:nvSpPr>
        <p:spPr>
          <a:xfrm>
            <a:off x="10770314" y="478864"/>
            <a:ext cx="1271518" cy="254763"/>
          </a:xfrm>
          <a:prstGeom prst="round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Pathophys</a:t>
            </a:r>
            <a:r>
              <a:rPr lang="en-US" sz="1600" dirty="0"/>
              <a:t> </a:t>
            </a:r>
          </a:p>
        </p:txBody>
      </p:sp>
      <p:sp>
        <p:nvSpPr>
          <p:cNvPr id="76" name="Rectangle: Rounded Corners 75">
            <a:hlinkClick r:id="rId4" action="ppaction://hlinksldjump"/>
            <a:extLst>
              <a:ext uri="{FF2B5EF4-FFF2-40B4-BE49-F238E27FC236}">
                <a16:creationId xmlns:a16="http://schemas.microsoft.com/office/drawing/2014/main" id="{8BB8308C-6E7E-4477-A0C4-7C0D44B6B8EB}"/>
              </a:ext>
            </a:extLst>
          </p:cNvPr>
          <p:cNvSpPr/>
          <p:nvPr/>
        </p:nvSpPr>
        <p:spPr>
          <a:xfrm>
            <a:off x="10770314" y="827660"/>
            <a:ext cx="1271518" cy="254763"/>
          </a:xfrm>
          <a:prstGeom prst="round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Dx/Tx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6CE4C6-1A70-4C12-8EB2-2B252F822082}"/>
              </a:ext>
            </a:extLst>
          </p:cNvPr>
          <p:cNvSpPr txBox="1"/>
          <p:nvPr/>
        </p:nvSpPr>
        <p:spPr>
          <a:xfrm>
            <a:off x="4259606" y="5542193"/>
            <a:ext cx="717231" cy="369332"/>
          </a:xfrm>
          <a:prstGeom prst="rect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HRS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545B7D-D747-4429-AB20-B34165A1B929}"/>
              </a:ext>
            </a:extLst>
          </p:cNvPr>
          <p:cNvGrpSpPr/>
          <p:nvPr/>
        </p:nvGrpSpPr>
        <p:grpSpPr>
          <a:xfrm>
            <a:off x="196028" y="5356064"/>
            <a:ext cx="4065210" cy="830997"/>
            <a:chOff x="196028" y="5356064"/>
            <a:chExt cx="4065210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E51F7A-4552-4360-8E04-B9CE5EB244CD}"/>
                </a:ext>
              </a:extLst>
            </p:cNvPr>
            <p:cNvSpPr txBox="1"/>
            <p:nvPr/>
          </p:nvSpPr>
          <p:spPr>
            <a:xfrm>
              <a:off x="196028" y="5479176"/>
              <a:ext cx="967932" cy="584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Pre-renal AKI 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195E6D-0D3F-46D9-BA5C-0690E0216991}"/>
                </a:ext>
              </a:extLst>
            </p:cNvPr>
            <p:cNvCxnSpPr>
              <a:cxnSpLocks/>
            </p:cNvCxnSpPr>
            <p:nvPr/>
          </p:nvCxnSpPr>
          <p:spPr>
            <a:xfrm>
              <a:off x="1154688" y="5771561"/>
              <a:ext cx="2949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87767D8-173A-453E-A135-5A0691F32D83}"/>
                </a:ext>
              </a:extLst>
            </p:cNvPr>
            <p:cNvSpPr txBox="1"/>
            <p:nvPr/>
          </p:nvSpPr>
          <p:spPr>
            <a:xfrm>
              <a:off x="1321108" y="5356064"/>
              <a:ext cx="1777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Albumin challenge </a:t>
              </a:r>
            </a:p>
            <a:p>
              <a:pPr algn="ctr"/>
              <a:r>
                <a:rPr lang="en-US" sz="1600" dirty="0"/>
                <a:t>(1 g/kg x 48 h)</a:t>
              </a:r>
            </a:p>
            <a:p>
              <a:pPr algn="ctr"/>
              <a:r>
                <a:rPr lang="en-US" sz="1600" dirty="0"/>
                <a:t>STOP diuretics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6FC81A0-B92B-4172-9317-2A5A3378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603" y="5761074"/>
              <a:ext cx="270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33760C-BC25-444B-97CF-E6EBB4E31B98}"/>
                </a:ext>
              </a:extLst>
            </p:cNvPr>
            <p:cNvSpPr txBox="1"/>
            <p:nvPr/>
          </p:nvSpPr>
          <p:spPr>
            <a:xfrm>
              <a:off x="3259507" y="5483026"/>
              <a:ext cx="724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No ∆ in Cr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C529F9-89EA-4260-ABA9-14F92089CEAA}"/>
                </a:ext>
              </a:extLst>
            </p:cNvPr>
            <p:cNvSpPr txBox="1"/>
            <p:nvPr/>
          </p:nvSpPr>
          <p:spPr>
            <a:xfrm>
              <a:off x="3900243" y="5586895"/>
              <a:ext cx="360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5DD696-734A-4581-9023-697074AA08EE}"/>
              </a:ext>
            </a:extLst>
          </p:cNvPr>
          <p:cNvGrpSpPr/>
          <p:nvPr/>
        </p:nvGrpSpPr>
        <p:grpSpPr>
          <a:xfrm>
            <a:off x="4976837" y="5099781"/>
            <a:ext cx="1132491" cy="1247340"/>
            <a:chOff x="4976837" y="5099781"/>
            <a:chExt cx="1132491" cy="124734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B79525-040F-4BEE-979D-83C1A9309A89}"/>
                </a:ext>
              </a:extLst>
            </p:cNvPr>
            <p:cNvSpPr txBox="1"/>
            <p:nvPr/>
          </p:nvSpPr>
          <p:spPr>
            <a:xfrm>
              <a:off x="5242452" y="5099781"/>
              <a:ext cx="853548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C00AA8-9967-44FE-8E12-65F2DA10B78A}"/>
                </a:ext>
              </a:extLst>
            </p:cNvPr>
            <p:cNvSpPr txBox="1"/>
            <p:nvPr/>
          </p:nvSpPr>
          <p:spPr>
            <a:xfrm>
              <a:off x="5255780" y="5977789"/>
              <a:ext cx="853548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Type 2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C88D43D-6813-4F9B-8100-22FE14DCA0E0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4976837" y="5284447"/>
              <a:ext cx="265615" cy="442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C98B78-49CD-4D42-B26B-CD431AECBC40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4976837" y="5726859"/>
              <a:ext cx="278943" cy="4355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763C653B-D84B-4EB4-8EF8-4DC543E29575}"/>
              </a:ext>
            </a:extLst>
          </p:cNvPr>
          <p:cNvSpPr txBox="1"/>
          <p:nvPr/>
        </p:nvSpPr>
        <p:spPr>
          <a:xfrm>
            <a:off x="6180216" y="5993177"/>
            <a:ext cx="2231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Slow ↑ in Cr to 1.5 – 2.5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9FC14A-2795-4827-BBDD-45378BB7F552}"/>
              </a:ext>
            </a:extLst>
          </p:cNvPr>
          <p:cNvSpPr txBox="1"/>
          <p:nvPr/>
        </p:nvSpPr>
        <p:spPr>
          <a:xfrm>
            <a:off x="8844517" y="4708681"/>
            <a:ext cx="3128482" cy="1964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 dirty="0"/>
              <a:t>Albumin </a:t>
            </a:r>
          </a:p>
          <a:p>
            <a:pPr marL="117475" indent="-117475">
              <a:lnSpc>
                <a:spcPts val="2100"/>
              </a:lnSpc>
            </a:pPr>
            <a:r>
              <a:rPr lang="en-US" sz="1600" dirty="0"/>
              <a:t>Vasopressors (norepinephrine, </a:t>
            </a:r>
            <a:r>
              <a:rPr lang="en-US" sz="1600" dirty="0" err="1"/>
              <a:t>midodrine</a:t>
            </a:r>
            <a:r>
              <a:rPr lang="en-US" sz="1600" dirty="0"/>
              <a:t>) to ↑ MAP &gt; 15</a:t>
            </a:r>
          </a:p>
          <a:p>
            <a:pPr>
              <a:lnSpc>
                <a:spcPts val="2100"/>
              </a:lnSpc>
            </a:pPr>
            <a:r>
              <a:rPr lang="en-US" sz="1600" dirty="0"/>
              <a:t>Octreotide – ↓ splanchnic dilation</a:t>
            </a:r>
          </a:p>
          <a:p>
            <a:pPr>
              <a:lnSpc>
                <a:spcPts val="2100"/>
              </a:lnSpc>
            </a:pPr>
            <a:r>
              <a:rPr lang="en-US" sz="1600" dirty="0"/>
              <a:t>TIPS </a:t>
            </a:r>
          </a:p>
          <a:p>
            <a:pPr marL="117475" indent="-117475">
              <a:lnSpc>
                <a:spcPts val="2100"/>
              </a:lnSpc>
            </a:pPr>
            <a:r>
              <a:rPr lang="en-US" sz="1600" dirty="0"/>
              <a:t>HD as bridge to liver transplant, which is ultimate treatment</a:t>
            </a:r>
          </a:p>
        </p:txBody>
      </p:sp>
      <p:sp>
        <p:nvSpPr>
          <p:cNvPr id="84" name="treatment">
            <a:extLst>
              <a:ext uri="{FF2B5EF4-FFF2-40B4-BE49-F238E27FC236}">
                <a16:creationId xmlns:a16="http://schemas.microsoft.com/office/drawing/2014/main" id="{1BEF3B48-AB3D-44F5-BD69-3383C659C6D0}"/>
              </a:ext>
            </a:extLst>
          </p:cNvPr>
          <p:cNvSpPr txBox="1"/>
          <p:nvPr/>
        </p:nvSpPr>
        <p:spPr>
          <a:xfrm>
            <a:off x="9178253" y="4189310"/>
            <a:ext cx="1592061" cy="408623"/>
          </a:xfrm>
          <a:prstGeom prst="round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TREATMENT</a:t>
            </a:r>
          </a:p>
        </p:txBody>
      </p:sp>
      <p:sp>
        <p:nvSpPr>
          <p:cNvPr id="86" name="1">
            <a:extLst>
              <a:ext uri="{FF2B5EF4-FFF2-40B4-BE49-F238E27FC236}">
                <a16:creationId xmlns:a16="http://schemas.microsoft.com/office/drawing/2014/main" id="{07BB905C-8585-4CED-8C2B-59C4B91C85A7}"/>
              </a:ext>
            </a:extLst>
          </p:cNvPr>
          <p:cNvSpPr/>
          <p:nvPr/>
        </p:nvSpPr>
        <p:spPr>
          <a:xfrm>
            <a:off x="8563701" y="4789015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87" name="2">
            <a:extLst>
              <a:ext uri="{FF2B5EF4-FFF2-40B4-BE49-F238E27FC236}">
                <a16:creationId xmlns:a16="http://schemas.microsoft.com/office/drawing/2014/main" id="{942671D6-35FC-4C69-8412-F9D0FA16300E}"/>
              </a:ext>
            </a:extLst>
          </p:cNvPr>
          <p:cNvSpPr/>
          <p:nvPr/>
        </p:nvSpPr>
        <p:spPr>
          <a:xfrm>
            <a:off x="8569167" y="5057086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88" name="3">
            <a:extLst>
              <a:ext uri="{FF2B5EF4-FFF2-40B4-BE49-F238E27FC236}">
                <a16:creationId xmlns:a16="http://schemas.microsoft.com/office/drawing/2014/main" id="{68542918-35EC-4FDC-9C81-3345AC06F902}"/>
              </a:ext>
            </a:extLst>
          </p:cNvPr>
          <p:cNvSpPr/>
          <p:nvPr/>
        </p:nvSpPr>
        <p:spPr>
          <a:xfrm>
            <a:off x="8573179" y="5553195"/>
            <a:ext cx="251618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89" name="4">
            <a:extLst>
              <a:ext uri="{FF2B5EF4-FFF2-40B4-BE49-F238E27FC236}">
                <a16:creationId xmlns:a16="http://schemas.microsoft.com/office/drawing/2014/main" id="{4DE04A65-4E4F-4AC6-AAFC-4167AA01EF44}"/>
              </a:ext>
            </a:extLst>
          </p:cNvPr>
          <p:cNvSpPr/>
          <p:nvPr/>
        </p:nvSpPr>
        <p:spPr>
          <a:xfrm>
            <a:off x="8583514" y="5826146"/>
            <a:ext cx="241283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93" name="5">
            <a:extLst>
              <a:ext uri="{FF2B5EF4-FFF2-40B4-BE49-F238E27FC236}">
                <a16:creationId xmlns:a16="http://schemas.microsoft.com/office/drawing/2014/main" id="{AC1BF886-B51A-4133-BB51-04E5638733CD}"/>
              </a:ext>
            </a:extLst>
          </p:cNvPr>
          <p:cNvSpPr/>
          <p:nvPr/>
        </p:nvSpPr>
        <p:spPr>
          <a:xfrm>
            <a:off x="8583514" y="6095981"/>
            <a:ext cx="241283" cy="24771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FEFCD-9F3D-4FE9-9348-2176A3044E51}"/>
              </a:ext>
            </a:extLst>
          </p:cNvPr>
          <p:cNvSpPr txBox="1"/>
          <p:nvPr/>
        </p:nvSpPr>
        <p:spPr>
          <a:xfrm>
            <a:off x="5963644" y="3247832"/>
            <a:ext cx="106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Albumin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F1EF92-BC38-437B-BAA8-8B16BA7015A3}"/>
              </a:ext>
            </a:extLst>
          </p:cNvPr>
          <p:cNvSpPr txBox="1"/>
          <p:nvPr/>
        </p:nvSpPr>
        <p:spPr>
          <a:xfrm>
            <a:off x="3361897" y="4442024"/>
            <a:ext cx="14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Vasopressors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B496140-839C-4919-8C3C-BC170BE58857}"/>
              </a:ext>
            </a:extLst>
          </p:cNvPr>
          <p:cNvSpPr txBox="1"/>
          <p:nvPr/>
        </p:nvSpPr>
        <p:spPr>
          <a:xfrm>
            <a:off x="5983851" y="3710116"/>
            <a:ext cx="1312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Octreotide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C8CDEC0-69AC-4BB4-818E-52156E8B8E6F}"/>
              </a:ext>
            </a:extLst>
          </p:cNvPr>
          <p:cNvSpPr txBox="1"/>
          <p:nvPr/>
        </p:nvSpPr>
        <p:spPr>
          <a:xfrm>
            <a:off x="61038" y="2241840"/>
            <a:ext cx="1198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TIPS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Transplant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43D37BD-A88E-4FC2-8F40-7FBE379396F9}"/>
              </a:ext>
            </a:extLst>
          </p:cNvPr>
          <p:cNvSpPr/>
          <p:nvPr/>
        </p:nvSpPr>
        <p:spPr>
          <a:xfrm>
            <a:off x="5976089" y="2650557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94B1DDB-A9BA-4D05-B192-B774D42D9936}"/>
              </a:ext>
            </a:extLst>
          </p:cNvPr>
          <p:cNvSpPr/>
          <p:nvPr/>
        </p:nvSpPr>
        <p:spPr>
          <a:xfrm>
            <a:off x="3494058" y="4190464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9AE36A-AC3D-41E9-9382-D5B42910A365}"/>
              </a:ext>
            </a:extLst>
          </p:cNvPr>
          <p:cNvSpPr/>
          <p:nvPr/>
        </p:nvSpPr>
        <p:spPr>
          <a:xfrm>
            <a:off x="4688515" y="3643406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71E7A87-EFF0-4680-9149-2C8C5012AA37}"/>
              </a:ext>
            </a:extLst>
          </p:cNvPr>
          <p:cNvSpPr/>
          <p:nvPr/>
        </p:nvSpPr>
        <p:spPr>
          <a:xfrm>
            <a:off x="1222125" y="2317294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2C5F0B0-633F-4ABB-9D3D-46E62A73FCF8}"/>
              </a:ext>
            </a:extLst>
          </p:cNvPr>
          <p:cNvSpPr/>
          <p:nvPr/>
        </p:nvSpPr>
        <p:spPr>
          <a:xfrm>
            <a:off x="7171000" y="1679770"/>
            <a:ext cx="251618" cy="2477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095FF1E-B40F-45B4-BA13-12B404242B40}"/>
              </a:ext>
            </a:extLst>
          </p:cNvPr>
          <p:cNvSpPr txBox="1"/>
          <p:nvPr/>
        </p:nvSpPr>
        <p:spPr>
          <a:xfrm>
            <a:off x="7439299" y="1595409"/>
            <a:ext cx="94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Dialysis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DB7E88-CAFB-4A8F-AB1A-83070B0853C0}"/>
              </a:ext>
            </a:extLst>
          </p:cNvPr>
          <p:cNvSpPr txBox="1"/>
          <p:nvPr/>
        </p:nvSpPr>
        <p:spPr>
          <a:xfrm>
            <a:off x="2669411" y="92597"/>
            <a:ext cx="5999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Treatment of Hepatorenal Syndrome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FE8100-07BE-494B-B770-D93134C5D23D}"/>
              </a:ext>
            </a:extLst>
          </p:cNvPr>
          <p:cNvGrpSpPr/>
          <p:nvPr/>
        </p:nvGrpSpPr>
        <p:grpSpPr>
          <a:xfrm>
            <a:off x="8004684" y="4134748"/>
            <a:ext cx="1265845" cy="523220"/>
            <a:chOff x="10180680" y="4703684"/>
            <a:chExt cx="1265845" cy="523220"/>
          </a:xfrm>
        </p:grpSpPr>
        <p:pic>
          <p:nvPicPr>
            <p:cNvPr id="91" name="Graphic 90" descr="Cursor">
              <a:extLst>
                <a:ext uri="{FF2B5EF4-FFF2-40B4-BE49-F238E27FC236}">
                  <a16:creationId xmlns:a16="http://schemas.microsoft.com/office/drawing/2014/main" id="{B2AAC2B6-FF4E-4D0A-B5C5-E79B6076C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80680" y="4856129"/>
              <a:ext cx="260293" cy="260293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95DFB34-C732-46D3-A540-881398A4F429}"/>
                </a:ext>
              </a:extLst>
            </p:cNvPr>
            <p:cNvSpPr txBox="1"/>
            <p:nvPr/>
          </p:nvSpPr>
          <p:spPr>
            <a:xfrm>
              <a:off x="10249680" y="4703684"/>
              <a:ext cx="11968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Click each number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2369954-C4E7-4B45-BC43-81D811F99E35}"/>
              </a:ext>
            </a:extLst>
          </p:cNvPr>
          <p:cNvSpPr txBox="1"/>
          <p:nvPr/>
        </p:nvSpPr>
        <p:spPr>
          <a:xfrm>
            <a:off x="3653235" y="1153084"/>
            <a:ext cx="89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B26467D3-F66D-4104-BE38-AB5B95258829}"/>
              </a:ext>
            </a:extLst>
          </p:cNvPr>
          <p:cNvSpPr/>
          <p:nvPr/>
        </p:nvSpPr>
        <p:spPr>
          <a:xfrm>
            <a:off x="8080133" y="4576009"/>
            <a:ext cx="431141" cy="312470"/>
          </a:xfrm>
          <a:custGeom>
            <a:avLst/>
            <a:gdLst>
              <a:gd name="connsiteX0" fmla="*/ 233753 w 253631"/>
              <a:gd name="connsiteY0" fmla="*/ 0 h 657843"/>
              <a:gd name="connsiteX1" fmla="*/ 15092 w 253631"/>
              <a:gd name="connsiteY1" fmla="*/ 188843 h 657843"/>
              <a:gd name="connsiteX2" fmla="*/ 44910 w 253631"/>
              <a:gd name="connsiteY2" fmla="*/ 586408 h 657843"/>
              <a:gd name="connsiteX3" fmla="*/ 253631 w 253631"/>
              <a:gd name="connsiteY3" fmla="*/ 655982 h 657843"/>
              <a:gd name="connsiteX0" fmla="*/ 15094 w 591026"/>
              <a:gd name="connsiteY0" fmla="*/ 28625 h 488760"/>
              <a:gd name="connsiteX1" fmla="*/ 352487 w 591026"/>
              <a:gd name="connsiteY1" fmla="*/ 19760 h 488760"/>
              <a:gd name="connsiteX2" fmla="*/ 382305 w 591026"/>
              <a:gd name="connsiteY2" fmla="*/ 417325 h 488760"/>
              <a:gd name="connsiteX3" fmla="*/ 591026 w 591026"/>
              <a:gd name="connsiteY3" fmla="*/ 486899 h 488760"/>
              <a:gd name="connsiteX0" fmla="*/ 0 w 575932"/>
              <a:gd name="connsiteY0" fmla="*/ 0 h 460135"/>
              <a:gd name="connsiteX1" fmla="*/ 367211 w 575932"/>
              <a:gd name="connsiteY1" fmla="*/ 388700 h 460135"/>
              <a:gd name="connsiteX2" fmla="*/ 575932 w 575932"/>
              <a:gd name="connsiteY2" fmla="*/ 458274 h 460135"/>
              <a:gd name="connsiteX0" fmla="*/ 0 w 477078"/>
              <a:gd name="connsiteY0" fmla="*/ 0 h 447778"/>
              <a:gd name="connsiteX1" fmla="*/ 268357 w 477078"/>
              <a:gd name="connsiteY1" fmla="*/ 376343 h 447778"/>
              <a:gd name="connsiteX2" fmla="*/ 477078 w 477078"/>
              <a:gd name="connsiteY2" fmla="*/ 445917 h 447778"/>
              <a:gd name="connsiteX0" fmla="*/ 0 w 477078"/>
              <a:gd name="connsiteY0" fmla="*/ 0 h 447778"/>
              <a:gd name="connsiteX1" fmla="*/ 268357 w 477078"/>
              <a:gd name="connsiteY1" fmla="*/ 376343 h 447778"/>
              <a:gd name="connsiteX2" fmla="*/ 477078 w 477078"/>
              <a:gd name="connsiteY2" fmla="*/ 445917 h 447778"/>
              <a:gd name="connsiteX0" fmla="*/ 0 w 489434"/>
              <a:gd name="connsiteY0" fmla="*/ 0 h 385994"/>
              <a:gd name="connsiteX1" fmla="*/ 280713 w 489434"/>
              <a:gd name="connsiteY1" fmla="*/ 314559 h 385994"/>
              <a:gd name="connsiteX2" fmla="*/ 489434 w 489434"/>
              <a:gd name="connsiteY2" fmla="*/ 384133 h 385994"/>
              <a:gd name="connsiteX0" fmla="*/ 0 w 402937"/>
              <a:gd name="connsiteY0" fmla="*/ 0 h 398350"/>
              <a:gd name="connsiteX1" fmla="*/ 194216 w 402937"/>
              <a:gd name="connsiteY1" fmla="*/ 326915 h 398350"/>
              <a:gd name="connsiteX2" fmla="*/ 402937 w 402937"/>
              <a:gd name="connsiteY2" fmla="*/ 396489 h 398350"/>
              <a:gd name="connsiteX0" fmla="*/ 0 w 402937"/>
              <a:gd name="connsiteY0" fmla="*/ 0 h 398350"/>
              <a:gd name="connsiteX1" fmla="*/ 194216 w 402937"/>
              <a:gd name="connsiteY1" fmla="*/ 326915 h 398350"/>
              <a:gd name="connsiteX2" fmla="*/ 402937 w 402937"/>
              <a:gd name="connsiteY2" fmla="*/ 396489 h 398350"/>
              <a:gd name="connsiteX0" fmla="*/ 0 w 402937"/>
              <a:gd name="connsiteY0" fmla="*/ 0 h 398350"/>
              <a:gd name="connsiteX1" fmla="*/ 144789 w 402937"/>
              <a:gd name="connsiteY1" fmla="*/ 326915 h 398350"/>
              <a:gd name="connsiteX2" fmla="*/ 402937 w 402937"/>
              <a:gd name="connsiteY2" fmla="*/ 396489 h 398350"/>
              <a:gd name="connsiteX0" fmla="*/ 1977 w 404914"/>
              <a:gd name="connsiteY0" fmla="*/ 0 h 396663"/>
              <a:gd name="connsiteX1" fmla="*/ 72626 w 404914"/>
              <a:gd name="connsiteY1" fmla="*/ 252775 h 396663"/>
              <a:gd name="connsiteX2" fmla="*/ 404914 w 404914"/>
              <a:gd name="connsiteY2" fmla="*/ 396489 h 396663"/>
              <a:gd name="connsiteX0" fmla="*/ 12183 w 415120"/>
              <a:gd name="connsiteY0" fmla="*/ 0 h 396593"/>
              <a:gd name="connsiteX1" fmla="*/ 58119 w 415120"/>
              <a:gd name="connsiteY1" fmla="*/ 203348 h 396593"/>
              <a:gd name="connsiteX2" fmla="*/ 415120 w 415120"/>
              <a:gd name="connsiteY2" fmla="*/ 396489 h 396593"/>
              <a:gd name="connsiteX0" fmla="*/ 0 w 357001"/>
              <a:gd name="connsiteY0" fmla="*/ 0 h 193245"/>
              <a:gd name="connsiteX1" fmla="*/ 357001 w 357001"/>
              <a:gd name="connsiteY1" fmla="*/ 193141 h 193245"/>
              <a:gd name="connsiteX0" fmla="*/ 0 w 431141"/>
              <a:gd name="connsiteY0" fmla="*/ 0 h 403244"/>
              <a:gd name="connsiteX1" fmla="*/ 431141 w 431141"/>
              <a:gd name="connsiteY1" fmla="*/ 403206 h 403244"/>
              <a:gd name="connsiteX0" fmla="*/ 0 w 431141"/>
              <a:gd name="connsiteY0" fmla="*/ 0 h 403280"/>
              <a:gd name="connsiteX1" fmla="*/ 431141 w 431141"/>
              <a:gd name="connsiteY1" fmla="*/ 403206 h 40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1141" h="403280">
                <a:moveTo>
                  <a:pt x="0" y="0"/>
                </a:moveTo>
                <a:cubicBezTo>
                  <a:pt x="15043" y="238494"/>
                  <a:pt x="346658" y="407347"/>
                  <a:pt x="431141" y="40320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</p:childTnLst>
        </p:cTn>
      </p:par>
    </p:tnLst>
    <p:bldLst>
      <p:bldP spid="15" grpId="0"/>
      <p:bldP spid="96" grpId="0"/>
      <p:bldP spid="97" grpId="0"/>
      <p:bldP spid="100" grpId="0"/>
      <p:bldP spid="103" grpId="0" animBg="1"/>
      <p:bldP spid="104" grpId="0" animBg="1"/>
      <p:bldP spid="106" grpId="0" animBg="1"/>
      <p:bldP spid="107" grpId="0" animBg="1"/>
      <p:bldP spid="108" grpId="0" animBg="1"/>
      <p:bldP spid="110" grpId="0"/>
      <p:bldP spid="10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829</Words>
  <Application>Microsoft Office PowerPoint</Application>
  <PresentationFormat>Widescreen</PresentationFormat>
  <Paragraphs>244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14</cp:revision>
  <dcterms:created xsi:type="dcterms:W3CDTF">2020-12-17T23:53:19Z</dcterms:created>
  <dcterms:modified xsi:type="dcterms:W3CDTF">2021-01-07T00:24:54Z</dcterms:modified>
</cp:coreProperties>
</file>